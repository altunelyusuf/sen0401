
<file path=[Content_Types].xml><?xml version="1.0" encoding="utf-8"?>
<Types xmlns="http://schemas.openxmlformats.org/package/2006/content-types">
  <Default Extension="emf" ContentType="image/x-emf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diagrams/data5.xml" ContentType="application/vnd.openxmlformats-officedocument.drawingml.diagramData+xml"/>
  <Override PartName="/ppt/diagrams/layout5.xml" ContentType="application/vnd.openxmlformats-officedocument.drawingml.diagramLayout+xml"/>
  <Override PartName="/ppt/diagrams/quickStyle5.xml" ContentType="application/vnd.openxmlformats-officedocument.drawingml.diagramStyle+xml"/>
  <Override PartName="/ppt/diagrams/colors5.xml" ContentType="application/vnd.openxmlformats-officedocument.drawingml.diagramColors+xml"/>
  <Override PartName="/ppt/diagrams/drawing5.xml" ContentType="application/vnd.ms-office.drawingml.diagramDrawing+xml"/>
  <Override PartName="/ppt/diagrams/data6.xml" ContentType="application/vnd.openxmlformats-officedocument.drawingml.diagramData+xml"/>
  <Override PartName="/ppt/diagrams/layout6.xml" ContentType="application/vnd.openxmlformats-officedocument.drawingml.diagramLayout+xml"/>
  <Override PartName="/ppt/diagrams/quickStyle6.xml" ContentType="application/vnd.openxmlformats-officedocument.drawingml.diagramStyle+xml"/>
  <Override PartName="/ppt/diagrams/colors6.xml" ContentType="application/vnd.openxmlformats-officedocument.drawingml.diagramColors+xml"/>
  <Override PartName="/ppt/diagrams/drawing6.xml" ContentType="application/vnd.ms-office.drawingml.diagramDrawing+xml"/>
  <Override PartName="/ppt/diagrams/data7.xml" ContentType="application/vnd.openxmlformats-officedocument.drawingml.diagramData+xml"/>
  <Override PartName="/ppt/diagrams/layout7.xml" ContentType="application/vnd.openxmlformats-officedocument.drawingml.diagramLayout+xml"/>
  <Override PartName="/ppt/diagrams/quickStyle7.xml" ContentType="application/vnd.openxmlformats-officedocument.drawingml.diagramStyle+xml"/>
  <Override PartName="/ppt/diagrams/colors7.xml" ContentType="application/vnd.openxmlformats-officedocument.drawingml.diagramColors+xml"/>
  <Override PartName="/ppt/diagrams/drawing7.xml" ContentType="application/vnd.ms-office.drawingml.diagramDrawing+xml"/>
  <Override PartName="/ppt/diagrams/data8.xml" ContentType="application/vnd.openxmlformats-officedocument.drawingml.diagramData+xml"/>
  <Override PartName="/ppt/diagrams/layout8.xml" ContentType="application/vnd.openxmlformats-officedocument.drawingml.diagramLayout+xml"/>
  <Override PartName="/ppt/diagrams/quickStyle8.xml" ContentType="application/vnd.openxmlformats-officedocument.drawingml.diagramStyle+xml"/>
  <Override PartName="/ppt/diagrams/colors8.xml" ContentType="application/vnd.openxmlformats-officedocument.drawingml.diagramColors+xml"/>
  <Override PartName="/ppt/diagrams/drawing8.xml" ContentType="application/vnd.ms-office.drawingml.diagramDrawing+xml"/>
  <Override PartName="/ppt/diagrams/data9.xml" ContentType="application/vnd.openxmlformats-officedocument.drawingml.diagramData+xml"/>
  <Override PartName="/ppt/diagrams/layout9.xml" ContentType="application/vnd.openxmlformats-officedocument.drawingml.diagramLayout+xml"/>
  <Override PartName="/ppt/diagrams/quickStyle9.xml" ContentType="application/vnd.openxmlformats-officedocument.drawingml.diagramStyle+xml"/>
  <Override PartName="/ppt/diagrams/colors9.xml" ContentType="application/vnd.openxmlformats-officedocument.drawingml.diagramColors+xml"/>
  <Override PartName="/ppt/diagrams/drawing9.xml" ContentType="application/vnd.ms-office.drawingml.diagramDrawing+xml"/>
  <Override PartName="/ppt/diagrams/data10.xml" ContentType="application/vnd.openxmlformats-officedocument.drawingml.diagramData+xml"/>
  <Override PartName="/ppt/diagrams/layout10.xml" ContentType="application/vnd.openxmlformats-officedocument.drawingml.diagramLayout+xml"/>
  <Override PartName="/ppt/diagrams/quickStyle10.xml" ContentType="application/vnd.openxmlformats-officedocument.drawingml.diagramStyle+xml"/>
  <Override PartName="/ppt/diagrams/colors10.xml" ContentType="application/vnd.openxmlformats-officedocument.drawingml.diagramColors+xml"/>
  <Override PartName="/ppt/diagrams/drawing10.xml" ContentType="application/vnd.ms-office.drawingml.diagramDrawing+xml"/>
  <Override PartName="/ppt/diagrams/data11.xml" ContentType="application/vnd.openxmlformats-officedocument.drawingml.diagramData+xml"/>
  <Override PartName="/ppt/diagrams/layout11.xml" ContentType="application/vnd.openxmlformats-officedocument.drawingml.diagramLayout+xml"/>
  <Override PartName="/ppt/diagrams/quickStyle11.xml" ContentType="application/vnd.openxmlformats-officedocument.drawingml.diagramStyle+xml"/>
  <Override PartName="/ppt/diagrams/colors11.xml" ContentType="application/vnd.openxmlformats-officedocument.drawingml.diagramColors+xml"/>
  <Override PartName="/ppt/diagrams/drawing11.xml" ContentType="application/vnd.ms-office.drawingml.diagramDrawing+xml"/>
  <Override PartName="/ppt/diagrams/data12.xml" ContentType="application/vnd.openxmlformats-officedocument.drawingml.diagramData+xml"/>
  <Override PartName="/ppt/diagrams/layout12.xml" ContentType="application/vnd.openxmlformats-officedocument.drawingml.diagramLayout+xml"/>
  <Override PartName="/ppt/diagrams/quickStyle12.xml" ContentType="application/vnd.openxmlformats-officedocument.drawingml.diagramStyle+xml"/>
  <Override PartName="/ppt/diagrams/colors12.xml" ContentType="application/vnd.openxmlformats-officedocument.drawingml.diagramColors+xml"/>
  <Override PartName="/ppt/diagrams/drawing12.xml" ContentType="application/vnd.ms-office.drawingml.diagramDrawing+xml"/>
  <Override PartName="/ppt/diagrams/data13.xml" ContentType="application/vnd.openxmlformats-officedocument.drawingml.diagramData+xml"/>
  <Override PartName="/ppt/diagrams/layout13.xml" ContentType="application/vnd.openxmlformats-officedocument.drawingml.diagramLayout+xml"/>
  <Override PartName="/ppt/diagrams/quickStyle13.xml" ContentType="application/vnd.openxmlformats-officedocument.drawingml.diagramStyle+xml"/>
  <Override PartName="/ppt/diagrams/colors13.xml" ContentType="application/vnd.openxmlformats-officedocument.drawingml.diagramColors+xml"/>
  <Override PartName="/ppt/diagrams/drawing13.xml" ContentType="application/vnd.ms-office.drawingml.diagramDrawing+xml"/>
  <Override PartName="/ppt/diagrams/data14.xml" ContentType="application/vnd.openxmlformats-officedocument.drawingml.diagramData+xml"/>
  <Override PartName="/ppt/diagrams/layout14.xml" ContentType="application/vnd.openxmlformats-officedocument.drawingml.diagramLayout+xml"/>
  <Override PartName="/ppt/diagrams/quickStyle14.xml" ContentType="application/vnd.openxmlformats-officedocument.drawingml.diagramStyle+xml"/>
  <Override PartName="/ppt/diagrams/colors14.xml" ContentType="application/vnd.openxmlformats-officedocument.drawingml.diagramColors+xml"/>
  <Override PartName="/ppt/diagrams/drawing14.xml" ContentType="application/vnd.ms-office.drawingml.diagramDrawing+xml"/>
  <Override PartName="/ppt/diagrams/data15.xml" ContentType="application/vnd.openxmlformats-officedocument.drawingml.diagramData+xml"/>
  <Override PartName="/ppt/diagrams/layout15.xml" ContentType="application/vnd.openxmlformats-officedocument.drawingml.diagramLayout+xml"/>
  <Override PartName="/ppt/diagrams/quickStyle15.xml" ContentType="application/vnd.openxmlformats-officedocument.drawingml.diagramStyle+xml"/>
  <Override PartName="/ppt/diagrams/colors15.xml" ContentType="application/vnd.openxmlformats-officedocument.drawingml.diagramColors+xml"/>
  <Override PartName="/ppt/diagrams/drawing15.xml" ContentType="application/vnd.ms-office.drawingml.diagramDrawing+xml"/>
  <Override PartName="/ppt/diagrams/data16.xml" ContentType="application/vnd.openxmlformats-officedocument.drawingml.diagramData+xml"/>
  <Override PartName="/ppt/diagrams/layout16.xml" ContentType="application/vnd.openxmlformats-officedocument.drawingml.diagramLayout+xml"/>
  <Override PartName="/ppt/diagrams/quickStyle16.xml" ContentType="application/vnd.openxmlformats-officedocument.drawingml.diagramStyle+xml"/>
  <Override PartName="/ppt/diagrams/colors16.xml" ContentType="application/vnd.openxmlformats-officedocument.drawingml.diagramColors+xml"/>
  <Override PartName="/ppt/diagrams/drawing16.xml" ContentType="application/vnd.ms-office.drawingml.diagramDrawing+xml"/>
  <Override PartName="/ppt/diagrams/data17.xml" ContentType="application/vnd.openxmlformats-officedocument.drawingml.diagramData+xml"/>
  <Override PartName="/ppt/diagrams/layout17.xml" ContentType="application/vnd.openxmlformats-officedocument.drawingml.diagramLayout+xml"/>
  <Override PartName="/ppt/diagrams/quickStyle17.xml" ContentType="application/vnd.openxmlformats-officedocument.drawingml.diagramStyle+xml"/>
  <Override PartName="/ppt/diagrams/colors17.xml" ContentType="application/vnd.openxmlformats-officedocument.drawingml.diagramColors+xml"/>
  <Override PartName="/ppt/diagrams/drawing17.xml" ContentType="application/vnd.ms-office.drawingml.diagramDrawing+xml"/>
  <Override PartName="/ppt/diagrams/data18.xml" ContentType="application/vnd.openxmlformats-officedocument.drawingml.diagramData+xml"/>
  <Override PartName="/ppt/diagrams/layout18.xml" ContentType="application/vnd.openxmlformats-officedocument.drawingml.diagramLayout+xml"/>
  <Override PartName="/ppt/diagrams/quickStyle18.xml" ContentType="application/vnd.openxmlformats-officedocument.drawingml.diagramStyle+xml"/>
  <Override PartName="/ppt/diagrams/colors18.xml" ContentType="application/vnd.openxmlformats-officedocument.drawingml.diagramColors+xml"/>
  <Override PartName="/ppt/diagrams/drawing18.xml" ContentType="application/vnd.ms-office.drawingml.diagramDrawing+xml"/>
  <Override PartName="/ppt/diagrams/data19.xml" ContentType="application/vnd.openxmlformats-officedocument.drawingml.diagramData+xml"/>
  <Override PartName="/ppt/diagrams/layout19.xml" ContentType="application/vnd.openxmlformats-officedocument.drawingml.diagramLayout+xml"/>
  <Override PartName="/ppt/diagrams/quickStyle19.xml" ContentType="application/vnd.openxmlformats-officedocument.drawingml.diagramStyle+xml"/>
  <Override PartName="/ppt/diagrams/colors19.xml" ContentType="application/vnd.openxmlformats-officedocument.drawingml.diagramColors+xml"/>
  <Override PartName="/ppt/diagrams/drawing19.xml" ContentType="application/vnd.ms-office.drawingml.diagramDrawing+xml"/>
  <Override PartName="/ppt/diagrams/data20.xml" ContentType="application/vnd.openxmlformats-officedocument.drawingml.diagramData+xml"/>
  <Override PartName="/ppt/diagrams/layout20.xml" ContentType="application/vnd.openxmlformats-officedocument.drawingml.diagramLayout+xml"/>
  <Override PartName="/ppt/diagrams/quickStyle20.xml" ContentType="application/vnd.openxmlformats-officedocument.drawingml.diagramStyle+xml"/>
  <Override PartName="/ppt/diagrams/colors20.xml" ContentType="application/vnd.openxmlformats-officedocument.drawingml.diagramColors+xml"/>
  <Override PartName="/ppt/diagrams/drawing20.xml" ContentType="application/vnd.ms-office.drawingml.diagramDrawing+xml"/>
  <Override PartName="/ppt/diagrams/data21.xml" ContentType="application/vnd.openxmlformats-officedocument.drawingml.diagramData+xml"/>
  <Override PartName="/ppt/diagrams/layout21.xml" ContentType="application/vnd.openxmlformats-officedocument.drawingml.diagramLayout+xml"/>
  <Override PartName="/ppt/diagrams/quickStyle21.xml" ContentType="application/vnd.openxmlformats-officedocument.drawingml.diagramStyle+xml"/>
  <Override PartName="/ppt/diagrams/colors21.xml" ContentType="application/vnd.openxmlformats-officedocument.drawingml.diagramColors+xml"/>
  <Override PartName="/ppt/diagrams/drawing21.xml" ContentType="application/vnd.ms-office.drawingml.diagramDrawing+xml"/>
  <Override PartName="/ppt/diagrams/data22.xml" ContentType="application/vnd.openxmlformats-officedocument.drawingml.diagramData+xml"/>
  <Override PartName="/ppt/diagrams/layout22.xml" ContentType="application/vnd.openxmlformats-officedocument.drawingml.diagramLayout+xml"/>
  <Override PartName="/ppt/diagrams/quickStyle22.xml" ContentType="application/vnd.openxmlformats-officedocument.drawingml.diagramStyle+xml"/>
  <Override PartName="/ppt/diagrams/colors22.xml" ContentType="application/vnd.openxmlformats-officedocument.drawingml.diagramColors+xml"/>
  <Override PartName="/ppt/diagrams/drawing22.xml" ContentType="application/vnd.ms-office.drawingml.diagramDrawing+xml"/>
  <Override PartName="/ppt/diagrams/data23.xml" ContentType="application/vnd.openxmlformats-officedocument.drawingml.diagramData+xml"/>
  <Override PartName="/ppt/diagrams/layout23.xml" ContentType="application/vnd.openxmlformats-officedocument.drawingml.diagramLayout+xml"/>
  <Override PartName="/ppt/diagrams/quickStyle23.xml" ContentType="application/vnd.openxmlformats-officedocument.drawingml.diagramStyle+xml"/>
  <Override PartName="/ppt/diagrams/colors23.xml" ContentType="application/vnd.openxmlformats-officedocument.drawingml.diagramColors+xml"/>
  <Override PartName="/ppt/diagrams/drawing23.xml" ContentType="application/vnd.ms-office.drawingml.diagramDrawing+xml"/>
  <Override PartName="/ppt/diagrams/data24.xml" ContentType="application/vnd.openxmlformats-officedocument.drawingml.diagramData+xml"/>
  <Override PartName="/ppt/diagrams/layout24.xml" ContentType="application/vnd.openxmlformats-officedocument.drawingml.diagramLayout+xml"/>
  <Override PartName="/ppt/diagrams/quickStyle24.xml" ContentType="application/vnd.openxmlformats-officedocument.drawingml.diagramStyle+xml"/>
  <Override PartName="/ppt/diagrams/colors24.xml" ContentType="application/vnd.openxmlformats-officedocument.drawingml.diagramColors+xml"/>
  <Override PartName="/ppt/diagrams/drawing24.xml" ContentType="application/vnd.ms-office.drawingml.diagramDrawing+xml"/>
  <Override PartName="/ppt/diagrams/data25.xml" ContentType="application/vnd.openxmlformats-officedocument.drawingml.diagramData+xml"/>
  <Override PartName="/ppt/diagrams/layout25.xml" ContentType="application/vnd.openxmlformats-officedocument.drawingml.diagramLayout+xml"/>
  <Override PartName="/ppt/diagrams/quickStyle25.xml" ContentType="application/vnd.openxmlformats-officedocument.drawingml.diagramStyle+xml"/>
  <Override PartName="/ppt/diagrams/colors25.xml" ContentType="application/vnd.openxmlformats-officedocument.drawingml.diagramColors+xml"/>
  <Override PartName="/ppt/diagrams/drawing25.xml" ContentType="application/vnd.ms-office.drawingml.diagramDrawing+xml"/>
  <Override PartName="/ppt/diagrams/data26.xml" ContentType="application/vnd.openxmlformats-officedocument.drawingml.diagramData+xml"/>
  <Override PartName="/ppt/diagrams/layout26.xml" ContentType="application/vnd.openxmlformats-officedocument.drawingml.diagramLayout+xml"/>
  <Override PartName="/ppt/diagrams/quickStyle26.xml" ContentType="application/vnd.openxmlformats-officedocument.drawingml.diagramStyle+xml"/>
  <Override PartName="/ppt/diagrams/colors26.xml" ContentType="application/vnd.openxmlformats-officedocument.drawingml.diagramColors+xml"/>
  <Override PartName="/ppt/diagrams/drawing26.xml" ContentType="application/vnd.ms-office.drawingml.diagramDrawing+xml"/>
  <Override PartName="/ppt/diagrams/data27.xml" ContentType="application/vnd.openxmlformats-officedocument.drawingml.diagramData+xml"/>
  <Override PartName="/ppt/diagrams/layout27.xml" ContentType="application/vnd.openxmlformats-officedocument.drawingml.diagramLayout+xml"/>
  <Override PartName="/ppt/diagrams/quickStyle27.xml" ContentType="application/vnd.openxmlformats-officedocument.drawingml.diagramStyle+xml"/>
  <Override PartName="/ppt/diagrams/colors27.xml" ContentType="application/vnd.openxmlformats-officedocument.drawingml.diagramColors+xml"/>
  <Override PartName="/ppt/diagrams/drawing27.xml" ContentType="application/vnd.ms-office.drawingml.diagramDrawing+xml"/>
  <Override PartName="/ppt/diagrams/data28.xml" ContentType="application/vnd.openxmlformats-officedocument.drawingml.diagramData+xml"/>
  <Override PartName="/ppt/diagrams/layout28.xml" ContentType="application/vnd.openxmlformats-officedocument.drawingml.diagramLayout+xml"/>
  <Override PartName="/ppt/diagrams/quickStyle28.xml" ContentType="application/vnd.openxmlformats-officedocument.drawingml.diagramStyle+xml"/>
  <Override PartName="/ppt/diagrams/colors28.xml" ContentType="application/vnd.openxmlformats-officedocument.drawingml.diagramColors+xml"/>
  <Override PartName="/ppt/diagrams/drawing28.xml" ContentType="application/vnd.ms-office.drawingml.diagramDrawing+xml"/>
  <Override PartName="/ppt/diagrams/data29.xml" ContentType="application/vnd.openxmlformats-officedocument.drawingml.diagramData+xml"/>
  <Override PartName="/ppt/diagrams/layout29.xml" ContentType="application/vnd.openxmlformats-officedocument.drawingml.diagramLayout+xml"/>
  <Override PartName="/ppt/diagrams/quickStyle29.xml" ContentType="application/vnd.openxmlformats-officedocument.drawingml.diagramStyle+xml"/>
  <Override PartName="/ppt/diagrams/colors29.xml" ContentType="application/vnd.openxmlformats-officedocument.drawingml.diagramColors+xml"/>
  <Override PartName="/ppt/diagrams/drawing29.xml" ContentType="application/vnd.ms-office.drawingml.diagramDrawing+xml"/>
  <Override PartName="/ppt/diagrams/data30.xml" ContentType="application/vnd.openxmlformats-officedocument.drawingml.diagramData+xml"/>
  <Override PartName="/ppt/diagrams/layout30.xml" ContentType="application/vnd.openxmlformats-officedocument.drawingml.diagramLayout+xml"/>
  <Override PartName="/ppt/diagrams/quickStyle30.xml" ContentType="application/vnd.openxmlformats-officedocument.drawingml.diagramStyle+xml"/>
  <Override PartName="/ppt/diagrams/colors30.xml" ContentType="application/vnd.openxmlformats-officedocument.drawingml.diagramColors+xml"/>
  <Override PartName="/ppt/diagrams/drawing30.xml" ContentType="application/vnd.ms-office.drawingml.diagramDrawing+xml"/>
  <Override PartName="/ppt/diagrams/data31.xml" ContentType="application/vnd.openxmlformats-officedocument.drawingml.diagramData+xml"/>
  <Override PartName="/ppt/diagrams/layout31.xml" ContentType="application/vnd.openxmlformats-officedocument.drawingml.diagramLayout+xml"/>
  <Override PartName="/ppt/diagrams/quickStyle31.xml" ContentType="application/vnd.openxmlformats-officedocument.drawingml.diagramStyle+xml"/>
  <Override PartName="/ppt/diagrams/colors31.xml" ContentType="application/vnd.openxmlformats-officedocument.drawingml.diagramColors+xml"/>
  <Override PartName="/ppt/diagrams/drawing31.xml" ContentType="application/vnd.ms-office.drawingml.diagramDrawing+xml"/>
  <Override PartName="/ppt/diagrams/data32.xml" ContentType="application/vnd.openxmlformats-officedocument.drawingml.diagramData+xml"/>
  <Override PartName="/ppt/diagrams/layout32.xml" ContentType="application/vnd.openxmlformats-officedocument.drawingml.diagramLayout+xml"/>
  <Override PartName="/ppt/diagrams/quickStyle32.xml" ContentType="application/vnd.openxmlformats-officedocument.drawingml.diagramStyle+xml"/>
  <Override PartName="/ppt/diagrams/colors32.xml" ContentType="application/vnd.openxmlformats-officedocument.drawingml.diagramColors+xml"/>
  <Override PartName="/ppt/diagrams/drawing32.xml" ContentType="application/vnd.ms-office.drawingml.diagramDrawing+xml"/>
  <Override PartName="/ppt/diagrams/data33.xml" ContentType="application/vnd.openxmlformats-officedocument.drawingml.diagramData+xml"/>
  <Override PartName="/ppt/diagrams/layout33.xml" ContentType="application/vnd.openxmlformats-officedocument.drawingml.diagramLayout+xml"/>
  <Override PartName="/ppt/diagrams/quickStyle33.xml" ContentType="application/vnd.openxmlformats-officedocument.drawingml.diagramStyle+xml"/>
  <Override PartName="/ppt/diagrams/colors33.xml" ContentType="application/vnd.openxmlformats-officedocument.drawingml.diagramColors+xml"/>
  <Override PartName="/ppt/diagrams/drawing33.xml" ContentType="application/vnd.ms-office.drawingml.diagramDrawing+xml"/>
  <Override PartName="/ppt/diagrams/data34.xml" ContentType="application/vnd.openxmlformats-officedocument.drawingml.diagramData+xml"/>
  <Override PartName="/ppt/diagrams/layout34.xml" ContentType="application/vnd.openxmlformats-officedocument.drawingml.diagramLayout+xml"/>
  <Override PartName="/ppt/diagrams/quickStyle34.xml" ContentType="application/vnd.openxmlformats-officedocument.drawingml.diagramStyle+xml"/>
  <Override PartName="/ppt/diagrams/colors34.xml" ContentType="application/vnd.openxmlformats-officedocument.drawingml.diagramColors+xml"/>
  <Override PartName="/ppt/diagrams/drawing34.xml" ContentType="application/vnd.ms-office.drawingml.diagramDrawing+xml"/>
  <Override PartName="/ppt/diagrams/data35.xml" ContentType="application/vnd.openxmlformats-officedocument.drawingml.diagramData+xml"/>
  <Override PartName="/ppt/diagrams/layout35.xml" ContentType="application/vnd.openxmlformats-officedocument.drawingml.diagramLayout+xml"/>
  <Override PartName="/ppt/diagrams/quickStyle35.xml" ContentType="application/vnd.openxmlformats-officedocument.drawingml.diagramStyle+xml"/>
  <Override PartName="/ppt/diagrams/colors35.xml" ContentType="application/vnd.openxmlformats-officedocument.drawingml.diagramColors+xml"/>
  <Override PartName="/ppt/diagrams/drawing35.xml" ContentType="application/vnd.ms-office.drawingml.diagramDrawing+xml"/>
  <Override PartName="/ppt/diagrams/data36.xml" ContentType="application/vnd.openxmlformats-officedocument.drawingml.diagramData+xml"/>
  <Override PartName="/ppt/diagrams/layout36.xml" ContentType="application/vnd.openxmlformats-officedocument.drawingml.diagramLayout+xml"/>
  <Override PartName="/ppt/diagrams/quickStyle36.xml" ContentType="application/vnd.openxmlformats-officedocument.drawingml.diagramStyle+xml"/>
  <Override PartName="/ppt/diagrams/colors36.xml" ContentType="application/vnd.openxmlformats-officedocument.drawingml.diagramColors+xml"/>
  <Override PartName="/ppt/diagrams/drawing36.xml" ContentType="application/vnd.ms-office.drawingml.diagramDrawing+xml"/>
  <Override PartName="/ppt/diagrams/data37.xml" ContentType="application/vnd.openxmlformats-officedocument.drawingml.diagramData+xml"/>
  <Override PartName="/ppt/diagrams/layout37.xml" ContentType="application/vnd.openxmlformats-officedocument.drawingml.diagramLayout+xml"/>
  <Override PartName="/ppt/diagrams/quickStyle37.xml" ContentType="application/vnd.openxmlformats-officedocument.drawingml.diagramStyle+xml"/>
  <Override PartName="/ppt/diagrams/colors37.xml" ContentType="application/vnd.openxmlformats-officedocument.drawingml.diagramColors+xml"/>
  <Override PartName="/ppt/diagrams/drawing37.xml" ContentType="application/vnd.ms-office.drawingml.diagramDrawing+xml"/>
  <Override PartName="/ppt/diagrams/data38.xml" ContentType="application/vnd.openxmlformats-officedocument.drawingml.diagramData+xml"/>
  <Override PartName="/ppt/diagrams/layout38.xml" ContentType="application/vnd.openxmlformats-officedocument.drawingml.diagramLayout+xml"/>
  <Override PartName="/ppt/diagrams/quickStyle38.xml" ContentType="application/vnd.openxmlformats-officedocument.drawingml.diagramStyle+xml"/>
  <Override PartName="/ppt/diagrams/colors38.xml" ContentType="application/vnd.openxmlformats-officedocument.drawingml.diagramColors+xml"/>
  <Override PartName="/ppt/diagrams/drawing38.xml" ContentType="application/vnd.ms-office.drawingml.diagramDrawing+xml"/>
  <Override PartName="/ppt/diagrams/data39.xml" ContentType="application/vnd.openxmlformats-officedocument.drawingml.diagramData+xml"/>
  <Override PartName="/ppt/diagrams/layout39.xml" ContentType="application/vnd.openxmlformats-officedocument.drawingml.diagramLayout+xml"/>
  <Override PartName="/ppt/diagrams/quickStyle39.xml" ContentType="application/vnd.openxmlformats-officedocument.drawingml.diagramStyle+xml"/>
  <Override PartName="/ppt/diagrams/colors39.xml" ContentType="application/vnd.openxmlformats-officedocument.drawingml.diagramColors+xml"/>
  <Override PartName="/ppt/diagrams/drawing39.xml" ContentType="application/vnd.ms-office.drawingml.diagramDrawing+xml"/>
  <Override PartName="/ppt/diagrams/data40.xml" ContentType="application/vnd.openxmlformats-officedocument.drawingml.diagramData+xml"/>
  <Override PartName="/ppt/diagrams/layout40.xml" ContentType="application/vnd.openxmlformats-officedocument.drawingml.diagramLayout+xml"/>
  <Override PartName="/ppt/diagrams/quickStyle40.xml" ContentType="application/vnd.openxmlformats-officedocument.drawingml.diagramStyle+xml"/>
  <Override PartName="/ppt/diagrams/colors40.xml" ContentType="application/vnd.openxmlformats-officedocument.drawingml.diagramColors+xml"/>
  <Override PartName="/ppt/diagrams/drawing40.xml" ContentType="application/vnd.ms-office.drawingml.diagramDrawing+xml"/>
  <Override PartName="/ppt/diagrams/data41.xml" ContentType="application/vnd.openxmlformats-officedocument.drawingml.diagramData+xml"/>
  <Override PartName="/ppt/diagrams/layout41.xml" ContentType="application/vnd.openxmlformats-officedocument.drawingml.diagramLayout+xml"/>
  <Override PartName="/ppt/diagrams/quickStyle41.xml" ContentType="application/vnd.openxmlformats-officedocument.drawingml.diagramStyle+xml"/>
  <Override PartName="/ppt/diagrams/colors41.xml" ContentType="application/vnd.openxmlformats-officedocument.drawingml.diagramColors+xml"/>
  <Override PartName="/ppt/diagrams/drawing41.xml" ContentType="application/vnd.ms-office.drawingml.diagramDrawing+xml"/>
  <Override PartName="/ppt/diagrams/data42.xml" ContentType="application/vnd.openxmlformats-officedocument.drawingml.diagramData+xml"/>
  <Override PartName="/ppt/diagrams/layout42.xml" ContentType="application/vnd.openxmlformats-officedocument.drawingml.diagramLayout+xml"/>
  <Override PartName="/ppt/diagrams/quickStyle42.xml" ContentType="application/vnd.openxmlformats-officedocument.drawingml.diagramStyle+xml"/>
  <Override PartName="/ppt/diagrams/colors42.xml" ContentType="application/vnd.openxmlformats-officedocument.drawingml.diagramColors+xml"/>
  <Override PartName="/ppt/diagrams/drawing42.xml" ContentType="application/vnd.ms-office.drawingml.diagramDrawing+xml"/>
  <Override PartName="/ppt/diagrams/data43.xml" ContentType="application/vnd.openxmlformats-officedocument.drawingml.diagramData+xml"/>
  <Override PartName="/ppt/diagrams/layout43.xml" ContentType="application/vnd.openxmlformats-officedocument.drawingml.diagramLayout+xml"/>
  <Override PartName="/ppt/diagrams/quickStyle43.xml" ContentType="application/vnd.openxmlformats-officedocument.drawingml.diagramStyle+xml"/>
  <Override PartName="/ppt/diagrams/colors43.xml" ContentType="application/vnd.openxmlformats-officedocument.drawingml.diagramColors+xml"/>
  <Override PartName="/ppt/diagrams/drawing43.xml" ContentType="application/vnd.ms-office.drawingml.diagramDrawing+xml"/>
  <Override PartName="/ppt/diagrams/data44.xml" ContentType="application/vnd.openxmlformats-officedocument.drawingml.diagramData+xml"/>
  <Override PartName="/ppt/diagrams/layout44.xml" ContentType="application/vnd.openxmlformats-officedocument.drawingml.diagramLayout+xml"/>
  <Override PartName="/ppt/diagrams/quickStyle44.xml" ContentType="application/vnd.openxmlformats-officedocument.drawingml.diagramStyle+xml"/>
  <Override PartName="/ppt/diagrams/colors44.xml" ContentType="application/vnd.openxmlformats-officedocument.drawingml.diagramColors+xml"/>
  <Override PartName="/ppt/diagrams/drawing44.xml" ContentType="application/vnd.ms-office.drawingml.diagramDrawing+xml"/>
  <Override PartName="/ppt/diagrams/data45.xml" ContentType="application/vnd.openxmlformats-officedocument.drawingml.diagramData+xml"/>
  <Override PartName="/ppt/diagrams/layout45.xml" ContentType="application/vnd.openxmlformats-officedocument.drawingml.diagramLayout+xml"/>
  <Override PartName="/ppt/diagrams/quickStyle45.xml" ContentType="application/vnd.openxmlformats-officedocument.drawingml.diagramStyle+xml"/>
  <Override PartName="/ppt/diagrams/colors45.xml" ContentType="application/vnd.openxmlformats-officedocument.drawingml.diagramColors+xml"/>
  <Override PartName="/ppt/diagrams/drawing45.xml" ContentType="application/vnd.ms-office.drawingml.diagramDrawing+xml"/>
  <Override PartName="/ppt/diagrams/data46.xml" ContentType="application/vnd.openxmlformats-officedocument.drawingml.diagramData+xml"/>
  <Override PartName="/ppt/diagrams/layout46.xml" ContentType="application/vnd.openxmlformats-officedocument.drawingml.diagramLayout+xml"/>
  <Override PartName="/ppt/diagrams/quickStyle46.xml" ContentType="application/vnd.openxmlformats-officedocument.drawingml.diagramStyle+xml"/>
  <Override PartName="/ppt/diagrams/colors46.xml" ContentType="application/vnd.openxmlformats-officedocument.drawingml.diagramColors+xml"/>
  <Override PartName="/ppt/diagrams/drawing46.xml" ContentType="application/vnd.ms-office.drawingml.diagramDrawing+xml"/>
  <Override PartName="/ppt/diagrams/data47.xml" ContentType="application/vnd.openxmlformats-officedocument.drawingml.diagramData+xml"/>
  <Override PartName="/ppt/diagrams/layout47.xml" ContentType="application/vnd.openxmlformats-officedocument.drawingml.diagramLayout+xml"/>
  <Override PartName="/ppt/diagrams/quickStyle47.xml" ContentType="application/vnd.openxmlformats-officedocument.drawingml.diagramStyle+xml"/>
  <Override PartName="/ppt/diagrams/colors47.xml" ContentType="application/vnd.openxmlformats-officedocument.drawingml.diagramColors+xml"/>
  <Override PartName="/ppt/diagrams/drawing47.xml" ContentType="application/vnd.ms-office.drawingml.diagramDrawing+xml"/>
  <Override PartName="/ppt/diagrams/data48.xml" ContentType="application/vnd.openxmlformats-officedocument.drawingml.diagramData+xml"/>
  <Override PartName="/ppt/diagrams/layout48.xml" ContentType="application/vnd.openxmlformats-officedocument.drawingml.diagramLayout+xml"/>
  <Override PartName="/ppt/diagrams/quickStyle48.xml" ContentType="application/vnd.openxmlformats-officedocument.drawingml.diagramStyle+xml"/>
  <Override PartName="/ppt/diagrams/colors48.xml" ContentType="application/vnd.openxmlformats-officedocument.drawingml.diagramColors+xml"/>
  <Override PartName="/ppt/diagrams/drawing48.xml" ContentType="application/vnd.ms-office.drawingml.diagramDrawing+xml"/>
  <Override PartName="/ppt/diagrams/data49.xml" ContentType="application/vnd.openxmlformats-officedocument.drawingml.diagramData+xml"/>
  <Override PartName="/ppt/diagrams/layout49.xml" ContentType="application/vnd.openxmlformats-officedocument.drawingml.diagramLayout+xml"/>
  <Override PartName="/ppt/diagrams/quickStyle49.xml" ContentType="application/vnd.openxmlformats-officedocument.drawingml.diagramStyle+xml"/>
  <Override PartName="/ppt/diagrams/colors49.xml" ContentType="application/vnd.openxmlformats-officedocument.drawingml.diagramColors+xml"/>
  <Override PartName="/ppt/diagrams/drawing49.xml" ContentType="application/vnd.ms-office.drawingml.diagramDrawing+xml"/>
  <Override PartName="/ppt/diagrams/data50.xml" ContentType="application/vnd.openxmlformats-officedocument.drawingml.diagramData+xml"/>
  <Override PartName="/ppt/diagrams/layout50.xml" ContentType="application/vnd.openxmlformats-officedocument.drawingml.diagramLayout+xml"/>
  <Override PartName="/ppt/diagrams/quickStyle50.xml" ContentType="application/vnd.openxmlformats-officedocument.drawingml.diagramStyle+xml"/>
  <Override PartName="/ppt/diagrams/colors50.xml" ContentType="application/vnd.openxmlformats-officedocument.drawingml.diagramColors+xml"/>
  <Override PartName="/ppt/diagrams/drawing50.xml" ContentType="application/vnd.ms-office.drawingml.diagramDrawing+xml"/>
  <Override PartName="/ppt/diagrams/data51.xml" ContentType="application/vnd.openxmlformats-officedocument.drawingml.diagramData+xml"/>
  <Override PartName="/ppt/diagrams/layout51.xml" ContentType="application/vnd.openxmlformats-officedocument.drawingml.diagramLayout+xml"/>
  <Override PartName="/ppt/diagrams/quickStyle51.xml" ContentType="application/vnd.openxmlformats-officedocument.drawingml.diagramStyle+xml"/>
  <Override PartName="/ppt/diagrams/colors51.xml" ContentType="application/vnd.openxmlformats-officedocument.drawingml.diagramColors+xml"/>
  <Override PartName="/ppt/diagrams/drawing51.xml" ContentType="application/vnd.ms-office.drawingml.diagramDrawing+xml"/>
  <Override PartName="/ppt/diagrams/data52.xml" ContentType="application/vnd.openxmlformats-officedocument.drawingml.diagramData+xml"/>
  <Override PartName="/ppt/diagrams/layout52.xml" ContentType="application/vnd.openxmlformats-officedocument.drawingml.diagramLayout+xml"/>
  <Override PartName="/ppt/diagrams/quickStyle52.xml" ContentType="application/vnd.openxmlformats-officedocument.drawingml.diagramStyle+xml"/>
  <Override PartName="/ppt/diagrams/colors52.xml" ContentType="application/vnd.openxmlformats-officedocument.drawingml.diagramColors+xml"/>
  <Override PartName="/ppt/diagrams/drawing52.xml" ContentType="application/vnd.ms-office.drawingml.diagramDrawing+xml"/>
  <Override PartName="/ppt/diagrams/data53.xml" ContentType="application/vnd.openxmlformats-officedocument.drawingml.diagramData+xml"/>
  <Override PartName="/ppt/diagrams/layout53.xml" ContentType="application/vnd.openxmlformats-officedocument.drawingml.diagramLayout+xml"/>
  <Override PartName="/ppt/diagrams/quickStyle53.xml" ContentType="application/vnd.openxmlformats-officedocument.drawingml.diagramStyle+xml"/>
  <Override PartName="/ppt/diagrams/colors53.xml" ContentType="application/vnd.openxmlformats-officedocument.drawingml.diagramColors+xml"/>
  <Override PartName="/ppt/diagrams/drawing53.xml" ContentType="application/vnd.ms-office.drawingml.diagramDrawing+xml"/>
  <Override PartName="/ppt/diagrams/data54.xml" ContentType="application/vnd.openxmlformats-officedocument.drawingml.diagramData+xml"/>
  <Override PartName="/ppt/diagrams/layout54.xml" ContentType="application/vnd.openxmlformats-officedocument.drawingml.diagramLayout+xml"/>
  <Override PartName="/ppt/diagrams/quickStyle54.xml" ContentType="application/vnd.openxmlformats-officedocument.drawingml.diagramStyle+xml"/>
  <Override PartName="/ppt/diagrams/colors54.xml" ContentType="application/vnd.openxmlformats-officedocument.drawingml.diagramColors+xml"/>
  <Override PartName="/ppt/diagrams/drawing54.xml" ContentType="application/vnd.ms-office.drawingml.diagramDrawing+xml"/>
  <Override PartName="/ppt/diagrams/data55.xml" ContentType="application/vnd.openxmlformats-officedocument.drawingml.diagramData+xml"/>
  <Override PartName="/ppt/diagrams/layout55.xml" ContentType="application/vnd.openxmlformats-officedocument.drawingml.diagramLayout+xml"/>
  <Override PartName="/ppt/diagrams/quickStyle55.xml" ContentType="application/vnd.openxmlformats-officedocument.drawingml.diagramStyle+xml"/>
  <Override PartName="/ppt/diagrams/colors55.xml" ContentType="application/vnd.openxmlformats-officedocument.drawingml.diagramColors+xml"/>
  <Override PartName="/ppt/diagrams/drawing55.xml" ContentType="application/vnd.ms-office.drawingml.diagramDrawing+xml"/>
  <Override PartName="/ppt/diagrams/data56.xml" ContentType="application/vnd.openxmlformats-officedocument.drawingml.diagramData+xml"/>
  <Override PartName="/ppt/diagrams/layout56.xml" ContentType="application/vnd.openxmlformats-officedocument.drawingml.diagramLayout+xml"/>
  <Override PartName="/ppt/diagrams/quickStyle56.xml" ContentType="application/vnd.openxmlformats-officedocument.drawingml.diagramStyle+xml"/>
  <Override PartName="/ppt/diagrams/colors56.xml" ContentType="application/vnd.openxmlformats-officedocument.drawingml.diagramColors+xml"/>
  <Override PartName="/ppt/diagrams/drawing56.xml" ContentType="application/vnd.ms-office.drawingml.diagramDrawing+xml"/>
  <Override PartName="/ppt/diagrams/data57.xml" ContentType="application/vnd.openxmlformats-officedocument.drawingml.diagramData+xml"/>
  <Override PartName="/ppt/diagrams/layout57.xml" ContentType="application/vnd.openxmlformats-officedocument.drawingml.diagramLayout+xml"/>
  <Override PartName="/ppt/diagrams/quickStyle57.xml" ContentType="application/vnd.openxmlformats-officedocument.drawingml.diagramStyle+xml"/>
  <Override PartName="/ppt/diagrams/colors57.xml" ContentType="application/vnd.openxmlformats-officedocument.drawingml.diagramColors+xml"/>
  <Override PartName="/ppt/diagrams/drawing57.xml" ContentType="application/vnd.ms-office.drawingml.diagramDrawing+xml"/>
  <Override PartName="/ppt/diagrams/data58.xml" ContentType="application/vnd.openxmlformats-officedocument.drawingml.diagramData+xml"/>
  <Override PartName="/ppt/diagrams/layout58.xml" ContentType="application/vnd.openxmlformats-officedocument.drawingml.diagramLayout+xml"/>
  <Override PartName="/ppt/diagrams/quickStyle58.xml" ContentType="application/vnd.openxmlformats-officedocument.drawingml.diagramStyle+xml"/>
  <Override PartName="/ppt/diagrams/colors58.xml" ContentType="application/vnd.openxmlformats-officedocument.drawingml.diagramColors+xml"/>
  <Override PartName="/ppt/diagrams/drawing58.xml" ContentType="application/vnd.ms-office.drawingml.diagramDrawing+xml"/>
  <Override PartName="/ppt/diagrams/data59.xml" ContentType="application/vnd.openxmlformats-officedocument.drawingml.diagramData+xml"/>
  <Override PartName="/ppt/diagrams/layout59.xml" ContentType="application/vnd.openxmlformats-officedocument.drawingml.diagramLayout+xml"/>
  <Override PartName="/ppt/diagrams/quickStyle59.xml" ContentType="application/vnd.openxmlformats-officedocument.drawingml.diagramStyle+xml"/>
  <Override PartName="/ppt/diagrams/colors59.xml" ContentType="application/vnd.openxmlformats-officedocument.drawingml.diagramColors+xml"/>
  <Override PartName="/ppt/diagrams/drawing59.xml" ContentType="application/vnd.ms-office.drawingml.diagramDrawing+xml"/>
  <Override PartName="/ppt/diagrams/data60.xml" ContentType="application/vnd.openxmlformats-officedocument.drawingml.diagramData+xml"/>
  <Override PartName="/ppt/diagrams/layout60.xml" ContentType="application/vnd.openxmlformats-officedocument.drawingml.diagramLayout+xml"/>
  <Override PartName="/ppt/diagrams/quickStyle60.xml" ContentType="application/vnd.openxmlformats-officedocument.drawingml.diagramStyle+xml"/>
  <Override PartName="/ppt/diagrams/colors60.xml" ContentType="application/vnd.openxmlformats-officedocument.drawingml.diagramColors+xml"/>
  <Override PartName="/ppt/diagrams/drawing60.xml" ContentType="application/vnd.ms-office.drawingml.diagramDrawing+xml"/>
  <Override PartName="/ppt/diagrams/data61.xml" ContentType="application/vnd.openxmlformats-officedocument.drawingml.diagramData+xml"/>
  <Override PartName="/ppt/diagrams/layout61.xml" ContentType="application/vnd.openxmlformats-officedocument.drawingml.diagramLayout+xml"/>
  <Override PartName="/ppt/diagrams/quickStyle61.xml" ContentType="application/vnd.openxmlformats-officedocument.drawingml.diagramStyle+xml"/>
  <Override PartName="/ppt/diagrams/colors61.xml" ContentType="application/vnd.openxmlformats-officedocument.drawingml.diagramColors+xml"/>
  <Override PartName="/ppt/diagrams/drawing61.xml" ContentType="application/vnd.ms-office.drawingml.diagramDrawing+xml"/>
  <Override PartName="/ppt/diagrams/data62.xml" ContentType="application/vnd.openxmlformats-officedocument.drawingml.diagramData+xml"/>
  <Override PartName="/ppt/diagrams/layout62.xml" ContentType="application/vnd.openxmlformats-officedocument.drawingml.diagramLayout+xml"/>
  <Override PartName="/ppt/diagrams/quickStyle62.xml" ContentType="application/vnd.openxmlformats-officedocument.drawingml.diagramStyle+xml"/>
  <Override PartName="/ppt/diagrams/colors62.xml" ContentType="application/vnd.openxmlformats-officedocument.drawingml.diagramColors+xml"/>
  <Override PartName="/ppt/diagrams/drawing62.xml" ContentType="application/vnd.ms-office.drawingml.diagramDrawing+xml"/>
  <Override PartName="/ppt/diagrams/data63.xml" ContentType="application/vnd.openxmlformats-officedocument.drawingml.diagramData+xml"/>
  <Override PartName="/ppt/diagrams/layout63.xml" ContentType="application/vnd.openxmlformats-officedocument.drawingml.diagramLayout+xml"/>
  <Override PartName="/ppt/diagrams/quickStyle63.xml" ContentType="application/vnd.openxmlformats-officedocument.drawingml.diagramStyle+xml"/>
  <Override PartName="/ppt/diagrams/colors63.xml" ContentType="application/vnd.openxmlformats-officedocument.drawingml.diagramColors+xml"/>
  <Override PartName="/ppt/diagrams/drawing63.xml" ContentType="application/vnd.ms-office.drawingml.diagramDrawing+xml"/>
  <Override PartName="/ppt/diagrams/data64.xml" ContentType="application/vnd.openxmlformats-officedocument.drawingml.diagramData+xml"/>
  <Override PartName="/ppt/diagrams/layout64.xml" ContentType="application/vnd.openxmlformats-officedocument.drawingml.diagramLayout+xml"/>
  <Override PartName="/ppt/diagrams/quickStyle64.xml" ContentType="application/vnd.openxmlformats-officedocument.drawingml.diagramStyle+xml"/>
  <Override PartName="/ppt/diagrams/colors64.xml" ContentType="application/vnd.openxmlformats-officedocument.drawingml.diagramColors+xml"/>
  <Override PartName="/ppt/diagrams/drawing64.xml" ContentType="application/vnd.ms-office.drawingml.diagramDrawing+xml"/>
  <Override PartName="/ppt/diagrams/data65.xml" ContentType="application/vnd.openxmlformats-officedocument.drawingml.diagramData+xml"/>
  <Override PartName="/ppt/diagrams/layout65.xml" ContentType="application/vnd.openxmlformats-officedocument.drawingml.diagramLayout+xml"/>
  <Override PartName="/ppt/diagrams/quickStyle65.xml" ContentType="application/vnd.openxmlformats-officedocument.drawingml.diagramStyle+xml"/>
  <Override PartName="/ppt/diagrams/colors65.xml" ContentType="application/vnd.openxmlformats-officedocument.drawingml.diagramColors+xml"/>
  <Override PartName="/ppt/diagrams/drawing65.xml" ContentType="application/vnd.ms-office.drawingml.diagramDrawing+xml"/>
  <Override PartName="/ppt/diagrams/data66.xml" ContentType="application/vnd.openxmlformats-officedocument.drawingml.diagramData+xml"/>
  <Override PartName="/ppt/diagrams/layout66.xml" ContentType="application/vnd.openxmlformats-officedocument.drawingml.diagramLayout+xml"/>
  <Override PartName="/ppt/diagrams/quickStyle66.xml" ContentType="application/vnd.openxmlformats-officedocument.drawingml.diagramStyle+xml"/>
  <Override PartName="/ppt/diagrams/colors66.xml" ContentType="application/vnd.openxmlformats-officedocument.drawingml.diagramColors+xml"/>
  <Override PartName="/ppt/diagrams/drawing66.xml" ContentType="application/vnd.ms-office.drawingml.diagramDrawing+xml"/>
  <Override PartName="/ppt/diagrams/data67.xml" ContentType="application/vnd.openxmlformats-officedocument.drawingml.diagramData+xml"/>
  <Override PartName="/ppt/diagrams/layout67.xml" ContentType="application/vnd.openxmlformats-officedocument.drawingml.diagramLayout+xml"/>
  <Override PartName="/ppt/diagrams/quickStyle67.xml" ContentType="application/vnd.openxmlformats-officedocument.drawingml.diagramStyle+xml"/>
  <Override PartName="/ppt/diagrams/colors67.xml" ContentType="application/vnd.openxmlformats-officedocument.drawingml.diagramColors+xml"/>
  <Override PartName="/ppt/diagrams/drawing67.xml" ContentType="application/vnd.ms-office.drawingml.diagramDrawing+xml"/>
  <Override PartName="/ppt/diagrams/data68.xml" ContentType="application/vnd.openxmlformats-officedocument.drawingml.diagramData+xml"/>
  <Override PartName="/ppt/diagrams/layout68.xml" ContentType="application/vnd.openxmlformats-officedocument.drawingml.diagramLayout+xml"/>
  <Override PartName="/ppt/diagrams/quickStyle68.xml" ContentType="application/vnd.openxmlformats-officedocument.drawingml.diagramStyle+xml"/>
  <Override PartName="/ppt/diagrams/colors68.xml" ContentType="application/vnd.openxmlformats-officedocument.drawingml.diagramColors+xml"/>
  <Override PartName="/ppt/diagrams/drawing68.xml" ContentType="application/vnd.ms-office.drawingml.diagramDrawing+xml"/>
  <Override PartName="/ppt/diagrams/data69.xml" ContentType="application/vnd.openxmlformats-officedocument.drawingml.diagramData+xml"/>
  <Override PartName="/ppt/diagrams/layout69.xml" ContentType="application/vnd.openxmlformats-officedocument.drawingml.diagramLayout+xml"/>
  <Override PartName="/ppt/diagrams/quickStyle69.xml" ContentType="application/vnd.openxmlformats-officedocument.drawingml.diagramStyle+xml"/>
  <Override PartName="/ppt/diagrams/colors69.xml" ContentType="application/vnd.openxmlformats-officedocument.drawingml.diagramColors+xml"/>
  <Override PartName="/ppt/diagrams/drawing69.xml" ContentType="application/vnd.ms-office.drawingml.diagramDrawing+xml"/>
  <Override PartName="/ppt/diagrams/data70.xml" ContentType="application/vnd.openxmlformats-officedocument.drawingml.diagramData+xml"/>
  <Override PartName="/ppt/diagrams/layout70.xml" ContentType="application/vnd.openxmlformats-officedocument.drawingml.diagramLayout+xml"/>
  <Override PartName="/ppt/diagrams/quickStyle70.xml" ContentType="application/vnd.openxmlformats-officedocument.drawingml.diagramStyle+xml"/>
  <Override PartName="/ppt/diagrams/colors70.xml" ContentType="application/vnd.openxmlformats-officedocument.drawingml.diagramColors+xml"/>
  <Override PartName="/ppt/diagrams/drawing70.xml" ContentType="application/vnd.ms-office.drawingml.diagramDrawing+xml"/>
  <Override PartName="/ppt/diagrams/data71.xml" ContentType="application/vnd.openxmlformats-officedocument.drawingml.diagramData+xml"/>
  <Override PartName="/ppt/diagrams/layout71.xml" ContentType="application/vnd.openxmlformats-officedocument.drawingml.diagramLayout+xml"/>
  <Override PartName="/ppt/diagrams/quickStyle71.xml" ContentType="application/vnd.openxmlformats-officedocument.drawingml.diagramStyle+xml"/>
  <Override PartName="/ppt/diagrams/colors71.xml" ContentType="application/vnd.openxmlformats-officedocument.drawingml.diagramColors+xml"/>
  <Override PartName="/ppt/diagrams/drawing71.xml" ContentType="application/vnd.ms-office.drawingml.diagramDrawing+xml"/>
  <Override PartName="/ppt/diagrams/data72.xml" ContentType="application/vnd.openxmlformats-officedocument.drawingml.diagramData+xml"/>
  <Override PartName="/ppt/diagrams/layout72.xml" ContentType="application/vnd.openxmlformats-officedocument.drawingml.diagramLayout+xml"/>
  <Override PartName="/ppt/diagrams/quickStyle72.xml" ContentType="application/vnd.openxmlformats-officedocument.drawingml.diagramStyle+xml"/>
  <Override PartName="/ppt/diagrams/colors72.xml" ContentType="application/vnd.openxmlformats-officedocument.drawingml.diagramColors+xml"/>
  <Override PartName="/ppt/diagrams/drawing72.xml" ContentType="application/vnd.ms-office.drawingml.diagramDrawing+xml"/>
  <Override PartName="/ppt/diagrams/data73.xml" ContentType="application/vnd.openxmlformats-officedocument.drawingml.diagramData+xml"/>
  <Override PartName="/ppt/diagrams/layout73.xml" ContentType="application/vnd.openxmlformats-officedocument.drawingml.diagramLayout+xml"/>
  <Override PartName="/ppt/diagrams/quickStyle73.xml" ContentType="application/vnd.openxmlformats-officedocument.drawingml.diagramStyle+xml"/>
  <Override PartName="/ppt/diagrams/colors73.xml" ContentType="application/vnd.openxmlformats-officedocument.drawingml.diagramColors+xml"/>
  <Override PartName="/ppt/diagrams/drawing73.xml" ContentType="application/vnd.ms-office.drawingml.diagramDrawing+xml"/>
  <Override PartName="/ppt/diagrams/data74.xml" ContentType="application/vnd.openxmlformats-officedocument.drawingml.diagramData+xml"/>
  <Override PartName="/ppt/diagrams/layout74.xml" ContentType="application/vnd.openxmlformats-officedocument.drawingml.diagramLayout+xml"/>
  <Override PartName="/ppt/diagrams/quickStyle74.xml" ContentType="application/vnd.openxmlformats-officedocument.drawingml.diagramStyle+xml"/>
  <Override PartName="/ppt/diagrams/colors74.xml" ContentType="application/vnd.openxmlformats-officedocument.drawingml.diagramColors+xml"/>
  <Override PartName="/ppt/diagrams/drawing74.xml" ContentType="application/vnd.ms-office.drawingml.diagramDrawing+xml"/>
  <Override PartName="/ppt/diagrams/data75.xml" ContentType="application/vnd.openxmlformats-officedocument.drawingml.diagramData+xml"/>
  <Override PartName="/ppt/diagrams/layout75.xml" ContentType="application/vnd.openxmlformats-officedocument.drawingml.diagramLayout+xml"/>
  <Override PartName="/ppt/diagrams/quickStyle75.xml" ContentType="application/vnd.openxmlformats-officedocument.drawingml.diagramStyle+xml"/>
  <Override PartName="/ppt/diagrams/colors75.xml" ContentType="application/vnd.openxmlformats-officedocument.drawingml.diagramColors+xml"/>
  <Override PartName="/ppt/diagrams/drawing75.xml" ContentType="application/vnd.ms-office.drawingml.diagramDrawing+xml"/>
  <Override PartName="/ppt/diagrams/data76.xml" ContentType="application/vnd.openxmlformats-officedocument.drawingml.diagramData+xml"/>
  <Override PartName="/ppt/diagrams/layout76.xml" ContentType="application/vnd.openxmlformats-officedocument.drawingml.diagramLayout+xml"/>
  <Override PartName="/ppt/diagrams/quickStyle76.xml" ContentType="application/vnd.openxmlformats-officedocument.drawingml.diagramStyle+xml"/>
  <Override PartName="/ppt/diagrams/colors76.xml" ContentType="application/vnd.openxmlformats-officedocument.drawingml.diagramColors+xml"/>
  <Override PartName="/ppt/diagrams/drawing76.xml" ContentType="application/vnd.ms-office.drawingml.diagramDrawing+xml"/>
  <Override PartName="/ppt/diagrams/data77.xml" ContentType="application/vnd.openxmlformats-officedocument.drawingml.diagramData+xml"/>
  <Override PartName="/ppt/diagrams/layout77.xml" ContentType="application/vnd.openxmlformats-officedocument.drawingml.diagramLayout+xml"/>
  <Override PartName="/ppt/diagrams/quickStyle77.xml" ContentType="application/vnd.openxmlformats-officedocument.drawingml.diagramStyle+xml"/>
  <Override PartName="/ppt/diagrams/colors77.xml" ContentType="application/vnd.openxmlformats-officedocument.drawingml.diagramColors+xml"/>
  <Override PartName="/ppt/diagrams/drawing77.xml" ContentType="application/vnd.ms-office.drawingml.diagramDrawing+xml"/>
  <Override PartName="/ppt/diagrams/data78.xml" ContentType="application/vnd.openxmlformats-officedocument.drawingml.diagramData+xml"/>
  <Override PartName="/ppt/diagrams/layout78.xml" ContentType="application/vnd.openxmlformats-officedocument.drawingml.diagramLayout+xml"/>
  <Override PartName="/ppt/diagrams/quickStyle78.xml" ContentType="application/vnd.openxmlformats-officedocument.drawingml.diagramStyle+xml"/>
  <Override PartName="/ppt/diagrams/colors78.xml" ContentType="application/vnd.openxmlformats-officedocument.drawingml.diagramColors+xml"/>
  <Override PartName="/ppt/diagrams/drawing78.xml" ContentType="application/vnd.ms-office.drawingml.diagramDrawing+xml"/>
  <Override PartName="/ppt/diagrams/data79.xml" ContentType="application/vnd.openxmlformats-officedocument.drawingml.diagramData+xml"/>
  <Override PartName="/ppt/diagrams/layout79.xml" ContentType="application/vnd.openxmlformats-officedocument.drawingml.diagramLayout+xml"/>
  <Override PartName="/ppt/diagrams/quickStyle79.xml" ContentType="application/vnd.openxmlformats-officedocument.drawingml.diagramStyle+xml"/>
  <Override PartName="/ppt/diagrams/colors79.xml" ContentType="application/vnd.openxmlformats-officedocument.drawingml.diagramColors+xml"/>
  <Override PartName="/ppt/diagrams/drawing79.xml" ContentType="application/vnd.ms-office.drawingml.diagramDrawing+xml"/>
  <Override PartName="/ppt/diagrams/data80.xml" ContentType="application/vnd.openxmlformats-officedocument.drawingml.diagramData+xml"/>
  <Override PartName="/ppt/diagrams/layout80.xml" ContentType="application/vnd.openxmlformats-officedocument.drawingml.diagramLayout+xml"/>
  <Override PartName="/ppt/diagrams/quickStyle80.xml" ContentType="application/vnd.openxmlformats-officedocument.drawingml.diagramStyle+xml"/>
  <Override PartName="/ppt/diagrams/colors80.xml" ContentType="application/vnd.openxmlformats-officedocument.drawingml.diagramColors+xml"/>
  <Override PartName="/ppt/diagrams/drawing80.xml" ContentType="application/vnd.ms-office.drawingml.diagramDrawing+xml"/>
  <Override PartName="/ppt/diagrams/data81.xml" ContentType="application/vnd.openxmlformats-officedocument.drawingml.diagramData+xml"/>
  <Override PartName="/ppt/diagrams/layout81.xml" ContentType="application/vnd.openxmlformats-officedocument.drawingml.diagramLayout+xml"/>
  <Override PartName="/ppt/diagrams/quickStyle81.xml" ContentType="application/vnd.openxmlformats-officedocument.drawingml.diagramStyle+xml"/>
  <Override PartName="/ppt/diagrams/colors81.xml" ContentType="application/vnd.openxmlformats-officedocument.drawingml.diagramColors+xml"/>
  <Override PartName="/ppt/diagrams/drawing81.xml" ContentType="application/vnd.ms-office.drawingml.diagramDrawing+xml"/>
  <Override PartName="/ppt/diagrams/data82.xml" ContentType="application/vnd.openxmlformats-officedocument.drawingml.diagramData+xml"/>
  <Override PartName="/ppt/diagrams/layout82.xml" ContentType="application/vnd.openxmlformats-officedocument.drawingml.diagramLayout+xml"/>
  <Override PartName="/ppt/diagrams/quickStyle82.xml" ContentType="application/vnd.openxmlformats-officedocument.drawingml.diagramStyle+xml"/>
  <Override PartName="/ppt/diagrams/colors82.xml" ContentType="application/vnd.openxmlformats-officedocument.drawingml.diagramColors+xml"/>
  <Override PartName="/ppt/diagrams/drawing82.xml" ContentType="application/vnd.ms-office.drawingml.diagramDrawing+xml"/>
  <Override PartName="/ppt/diagrams/data83.xml" ContentType="application/vnd.openxmlformats-officedocument.drawingml.diagramData+xml"/>
  <Override PartName="/ppt/diagrams/layout83.xml" ContentType="application/vnd.openxmlformats-officedocument.drawingml.diagramLayout+xml"/>
  <Override PartName="/ppt/diagrams/quickStyle83.xml" ContentType="application/vnd.openxmlformats-officedocument.drawingml.diagramStyle+xml"/>
  <Override PartName="/ppt/diagrams/colors83.xml" ContentType="application/vnd.openxmlformats-officedocument.drawingml.diagramColors+xml"/>
  <Override PartName="/ppt/diagrams/drawing83.xml" ContentType="application/vnd.ms-office.drawingml.diagramDrawing+xml"/>
  <Override PartName="/ppt/diagrams/data84.xml" ContentType="application/vnd.openxmlformats-officedocument.drawingml.diagramData+xml"/>
  <Override PartName="/ppt/diagrams/layout84.xml" ContentType="application/vnd.openxmlformats-officedocument.drawingml.diagramLayout+xml"/>
  <Override PartName="/ppt/diagrams/quickStyle84.xml" ContentType="application/vnd.openxmlformats-officedocument.drawingml.diagramStyle+xml"/>
  <Override PartName="/ppt/diagrams/colors84.xml" ContentType="application/vnd.openxmlformats-officedocument.drawingml.diagramColors+xml"/>
  <Override PartName="/ppt/diagrams/drawing84.xml" ContentType="application/vnd.ms-office.drawingml.diagramDrawing+xml"/>
  <Override PartName="/ppt/diagrams/data85.xml" ContentType="application/vnd.openxmlformats-officedocument.drawingml.diagramData+xml"/>
  <Override PartName="/ppt/diagrams/layout85.xml" ContentType="application/vnd.openxmlformats-officedocument.drawingml.diagramLayout+xml"/>
  <Override PartName="/ppt/diagrams/quickStyle85.xml" ContentType="application/vnd.openxmlformats-officedocument.drawingml.diagramStyle+xml"/>
  <Override PartName="/ppt/diagrams/colors85.xml" ContentType="application/vnd.openxmlformats-officedocument.drawingml.diagramColors+xml"/>
  <Override PartName="/ppt/diagrams/drawing85.xml" ContentType="application/vnd.ms-office.drawingml.diagramDrawing+xml"/>
  <Override PartName="/ppt/diagrams/data86.xml" ContentType="application/vnd.openxmlformats-officedocument.drawingml.diagramData+xml"/>
  <Override PartName="/ppt/diagrams/layout86.xml" ContentType="application/vnd.openxmlformats-officedocument.drawingml.diagramLayout+xml"/>
  <Override PartName="/ppt/diagrams/quickStyle86.xml" ContentType="application/vnd.openxmlformats-officedocument.drawingml.diagramStyle+xml"/>
  <Override PartName="/ppt/diagrams/colors86.xml" ContentType="application/vnd.openxmlformats-officedocument.drawingml.diagramColors+xml"/>
  <Override PartName="/ppt/diagrams/drawing86.xml" ContentType="application/vnd.ms-office.drawingml.diagramDrawing+xml"/>
  <Override PartName="/ppt/diagrams/data87.xml" ContentType="application/vnd.openxmlformats-officedocument.drawingml.diagramData+xml"/>
  <Override PartName="/ppt/diagrams/layout87.xml" ContentType="application/vnd.openxmlformats-officedocument.drawingml.diagramLayout+xml"/>
  <Override PartName="/ppt/diagrams/quickStyle87.xml" ContentType="application/vnd.openxmlformats-officedocument.drawingml.diagramStyle+xml"/>
  <Override PartName="/ppt/diagrams/colors87.xml" ContentType="application/vnd.openxmlformats-officedocument.drawingml.diagramColors+xml"/>
  <Override PartName="/ppt/diagrams/drawing87.xml" ContentType="application/vnd.ms-office.drawingml.diagramDrawing+xml"/>
  <Override PartName="/ppt/diagrams/data88.xml" ContentType="application/vnd.openxmlformats-officedocument.drawingml.diagramData+xml"/>
  <Override PartName="/ppt/diagrams/layout88.xml" ContentType="application/vnd.openxmlformats-officedocument.drawingml.diagramLayout+xml"/>
  <Override PartName="/ppt/diagrams/quickStyle88.xml" ContentType="application/vnd.openxmlformats-officedocument.drawingml.diagramStyle+xml"/>
  <Override PartName="/ppt/diagrams/colors88.xml" ContentType="application/vnd.openxmlformats-officedocument.drawingml.diagramColors+xml"/>
  <Override PartName="/ppt/diagrams/drawing88.xml" ContentType="application/vnd.ms-office.drawingml.diagramDrawing+xml"/>
  <Override PartName="/ppt/diagrams/data89.xml" ContentType="application/vnd.openxmlformats-officedocument.drawingml.diagramData+xml"/>
  <Override PartName="/ppt/diagrams/layout89.xml" ContentType="application/vnd.openxmlformats-officedocument.drawingml.diagramLayout+xml"/>
  <Override PartName="/ppt/diagrams/quickStyle89.xml" ContentType="application/vnd.openxmlformats-officedocument.drawingml.diagramStyle+xml"/>
  <Override PartName="/ppt/diagrams/colors89.xml" ContentType="application/vnd.openxmlformats-officedocument.drawingml.diagramColors+xml"/>
  <Override PartName="/ppt/diagrams/drawing89.xml" ContentType="application/vnd.ms-office.drawingml.diagramDrawing+xml"/>
  <Override PartName="/ppt/diagrams/data90.xml" ContentType="application/vnd.openxmlformats-officedocument.drawingml.diagramData+xml"/>
  <Override PartName="/ppt/diagrams/layout90.xml" ContentType="application/vnd.openxmlformats-officedocument.drawingml.diagramLayout+xml"/>
  <Override PartName="/ppt/diagrams/quickStyle90.xml" ContentType="application/vnd.openxmlformats-officedocument.drawingml.diagramStyle+xml"/>
  <Override PartName="/ppt/diagrams/colors90.xml" ContentType="application/vnd.openxmlformats-officedocument.drawingml.diagramColors+xml"/>
  <Override PartName="/ppt/diagrams/drawing90.xml" ContentType="application/vnd.ms-office.drawingml.diagramDrawing+xml"/>
  <Override PartName="/ppt/diagrams/data91.xml" ContentType="application/vnd.openxmlformats-officedocument.drawingml.diagramData+xml"/>
  <Override PartName="/ppt/diagrams/layout91.xml" ContentType="application/vnd.openxmlformats-officedocument.drawingml.diagramLayout+xml"/>
  <Override PartName="/ppt/diagrams/quickStyle91.xml" ContentType="application/vnd.openxmlformats-officedocument.drawingml.diagramStyle+xml"/>
  <Override PartName="/ppt/diagrams/colors91.xml" ContentType="application/vnd.openxmlformats-officedocument.drawingml.diagramColors+xml"/>
  <Override PartName="/ppt/diagrams/drawing91.xml" ContentType="application/vnd.ms-office.drawingml.diagramDrawing+xml"/>
  <Override PartName="/ppt/diagrams/data92.xml" ContentType="application/vnd.openxmlformats-officedocument.drawingml.diagramData+xml"/>
  <Override PartName="/ppt/diagrams/layout92.xml" ContentType="application/vnd.openxmlformats-officedocument.drawingml.diagramLayout+xml"/>
  <Override PartName="/ppt/diagrams/quickStyle92.xml" ContentType="application/vnd.openxmlformats-officedocument.drawingml.diagramStyle+xml"/>
  <Override PartName="/ppt/diagrams/colors92.xml" ContentType="application/vnd.openxmlformats-officedocument.drawingml.diagramColors+xml"/>
  <Override PartName="/ppt/diagrams/drawing92.xml" ContentType="application/vnd.ms-office.drawingml.diagramDrawing+xml"/>
  <Override PartName="/ppt/diagrams/data93.xml" ContentType="application/vnd.openxmlformats-officedocument.drawingml.diagramData+xml"/>
  <Override PartName="/ppt/diagrams/layout93.xml" ContentType="application/vnd.openxmlformats-officedocument.drawingml.diagramLayout+xml"/>
  <Override PartName="/ppt/diagrams/quickStyle93.xml" ContentType="application/vnd.openxmlformats-officedocument.drawingml.diagramStyle+xml"/>
  <Override PartName="/ppt/diagrams/colors93.xml" ContentType="application/vnd.openxmlformats-officedocument.drawingml.diagramColors+xml"/>
  <Override PartName="/ppt/diagrams/drawing93.xml" ContentType="application/vnd.ms-office.drawingml.diagramDrawing+xml"/>
  <Override PartName="/ppt/diagrams/data94.xml" ContentType="application/vnd.openxmlformats-officedocument.drawingml.diagramData+xml"/>
  <Override PartName="/ppt/diagrams/layout94.xml" ContentType="application/vnd.openxmlformats-officedocument.drawingml.diagramLayout+xml"/>
  <Override PartName="/ppt/diagrams/quickStyle94.xml" ContentType="application/vnd.openxmlformats-officedocument.drawingml.diagramStyle+xml"/>
  <Override PartName="/ppt/diagrams/colors94.xml" ContentType="application/vnd.openxmlformats-officedocument.drawingml.diagramColors+xml"/>
  <Override PartName="/ppt/diagrams/drawing94.xml" ContentType="application/vnd.ms-office.drawingml.diagramDrawing+xml"/>
  <Override PartName="/ppt/diagrams/data95.xml" ContentType="application/vnd.openxmlformats-officedocument.drawingml.diagramData+xml"/>
  <Override PartName="/ppt/diagrams/layout95.xml" ContentType="application/vnd.openxmlformats-officedocument.drawingml.diagramLayout+xml"/>
  <Override PartName="/ppt/diagrams/quickStyle95.xml" ContentType="application/vnd.openxmlformats-officedocument.drawingml.diagramStyle+xml"/>
  <Override PartName="/ppt/diagrams/colors95.xml" ContentType="application/vnd.openxmlformats-officedocument.drawingml.diagramColors+xml"/>
  <Override PartName="/ppt/diagrams/drawing95.xml" ContentType="application/vnd.ms-office.drawingml.diagramDrawing+xml"/>
  <Override PartName="/ppt/diagrams/data96.xml" ContentType="application/vnd.openxmlformats-officedocument.drawingml.diagramData+xml"/>
  <Override PartName="/ppt/diagrams/layout96.xml" ContentType="application/vnd.openxmlformats-officedocument.drawingml.diagramLayout+xml"/>
  <Override PartName="/ppt/diagrams/quickStyle96.xml" ContentType="application/vnd.openxmlformats-officedocument.drawingml.diagramStyle+xml"/>
  <Override PartName="/ppt/diagrams/colors96.xml" ContentType="application/vnd.openxmlformats-officedocument.drawingml.diagramColors+xml"/>
  <Override PartName="/ppt/diagrams/drawing96.xml" ContentType="application/vnd.ms-office.drawingml.diagramDrawing+xml"/>
  <Override PartName="/ppt/diagrams/data97.xml" ContentType="application/vnd.openxmlformats-officedocument.drawingml.diagramData+xml"/>
  <Override PartName="/ppt/diagrams/layout97.xml" ContentType="application/vnd.openxmlformats-officedocument.drawingml.diagramLayout+xml"/>
  <Override PartName="/ppt/diagrams/quickStyle97.xml" ContentType="application/vnd.openxmlformats-officedocument.drawingml.diagramStyle+xml"/>
  <Override PartName="/ppt/diagrams/colors97.xml" ContentType="application/vnd.openxmlformats-officedocument.drawingml.diagramColors+xml"/>
  <Override PartName="/ppt/diagrams/drawing97.xml" ContentType="application/vnd.ms-office.drawingml.diagramDrawing+xml"/>
  <Override PartName="/ppt/diagrams/data98.xml" ContentType="application/vnd.openxmlformats-officedocument.drawingml.diagramData+xml"/>
  <Override PartName="/ppt/diagrams/layout98.xml" ContentType="application/vnd.openxmlformats-officedocument.drawingml.diagramLayout+xml"/>
  <Override PartName="/ppt/diagrams/quickStyle98.xml" ContentType="application/vnd.openxmlformats-officedocument.drawingml.diagramStyle+xml"/>
  <Override PartName="/ppt/diagrams/colors98.xml" ContentType="application/vnd.openxmlformats-officedocument.drawingml.diagramColors+xml"/>
  <Override PartName="/ppt/diagrams/drawing98.xml" ContentType="application/vnd.ms-office.drawingml.diagramDrawing+xml"/>
  <Override PartName="/ppt/diagrams/data99.xml" ContentType="application/vnd.openxmlformats-officedocument.drawingml.diagramData+xml"/>
  <Override PartName="/ppt/diagrams/layout99.xml" ContentType="application/vnd.openxmlformats-officedocument.drawingml.diagramLayout+xml"/>
  <Override PartName="/ppt/diagrams/quickStyle99.xml" ContentType="application/vnd.openxmlformats-officedocument.drawingml.diagramStyle+xml"/>
  <Override PartName="/ppt/diagrams/colors99.xml" ContentType="application/vnd.openxmlformats-officedocument.drawingml.diagramColors+xml"/>
  <Override PartName="/ppt/diagrams/drawing99.xml" ContentType="application/vnd.ms-office.drawingml.diagramDrawing+xml"/>
  <Override PartName="/ppt/diagrams/data100.xml" ContentType="application/vnd.openxmlformats-officedocument.drawingml.diagramData+xml"/>
  <Override PartName="/ppt/diagrams/layout100.xml" ContentType="application/vnd.openxmlformats-officedocument.drawingml.diagramLayout+xml"/>
  <Override PartName="/ppt/diagrams/quickStyle100.xml" ContentType="application/vnd.openxmlformats-officedocument.drawingml.diagramStyle+xml"/>
  <Override PartName="/ppt/diagrams/colors100.xml" ContentType="application/vnd.openxmlformats-officedocument.drawingml.diagramColors+xml"/>
  <Override PartName="/ppt/diagrams/drawing100.xml" ContentType="application/vnd.ms-office.drawingml.diagramDrawing+xml"/>
  <Override PartName="/ppt/diagrams/data101.xml" ContentType="application/vnd.openxmlformats-officedocument.drawingml.diagramData+xml"/>
  <Override PartName="/ppt/diagrams/layout101.xml" ContentType="application/vnd.openxmlformats-officedocument.drawingml.diagramLayout+xml"/>
  <Override PartName="/ppt/diagrams/quickStyle101.xml" ContentType="application/vnd.openxmlformats-officedocument.drawingml.diagramStyle+xml"/>
  <Override PartName="/ppt/diagrams/colors101.xml" ContentType="application/vnd.openxmlformats-officedocument.drawingml.diagramColors+xml"/>
  <Override PartName="/ppt/diagrams/drawing101.xml" ContentType="application/vnd.ms-office.drawingml.diagramDrawing+xml"/>
  <Override PartName="/ppt/diagrams/data102.xml" ContentType="application/vnd.openxmlformats-officedocument.drawingml.diagramData+xml"/>
  <Override PartName="/ppt/diagrams/layout102.xml" ContentType="application/vnd.openxmlformats-officedocument.drawingml.diagramLayout+xml"/>
  <Override PartName="/ppt/diagrams/quickStyle102.xml" ContentType="application/vnd.openxmlformats-officedocument.drawingml.diagramStyle+xml"/>
  <Override PartName="/ppt/diagrams/colors102.xml" ContentType="application/vnd.openxmlformats-officedocument.drawingml.diagramColors+xml"/>
  <Override PartName="/ppt/diagrams/drawing102.xml" ContentType="application/vnd.ms-office.drawingml.diagramDrawing+xml"/>
  <Override PartName="/ppt/diagrams/data103.xml" ContentType="application/vnd.openxmlformats-officedocument.drawingml.diagramData+xml"/>
  <Override PartName="/ppt/diagrams/layout103.xml" ContentType="application/vnd.openxmlformats-officedocument.drawingml.diagramLayout+xml"/>
  <Override PartName="/ppt/diagrams/quickStyle103.xml" ContentType="application/vnd.openxmlformats-officedocument.drawingml.diagramStyle+xml"/>
  <Override PartName="/ppt/diagrams/colors103.xml" ContentType="application/vnd.openxmlformats-officedocument.drawingml.diagramColors+xml"/>
  <Override PartName="/ppt/diagrams/drawing103.xml" ContentType="application/vnd.ms-office.drawingml.diagramDrawing+xml"/>
  <Override PartName="/ppt/diagrams/data104.xml" ContentType="application/vnd.openxmlformats-officedocument.drawingml.diagramData+xml"/>
  <Override PartName="/ppt/diagrams/layout104.xml" ContentType="application/vnd.openxmlformats-officedocument.drawingml.diagramLayout+xml"/>
  <Override PartName="/ppt/diagrams/quickStyle104.xml" ContentType="application/vnd.openxmlformats-officedocument.drawingml.diagramStyle+xml"/>
  <Override PartName="/ppt/diagrams/colors104.xml" ContentType="application/vnd.openxmlformats-officedocument.drawingml.diagramColors+xml"/>
  <Override PartName="/ppt/diagrams/drawing104.xml" ContentType="application/vnd.ms-office.drawingml.diagramDrawing+xml"/>
  <Override PartName="/ppt/diagrams/data105.xml" ContentType="application/vnd.openxmlformats-officedocument.drawingml.diagramData+xml"/>
  <Override PartName="/ppt/diagrams/layout105.xml" ContentType="application/vnd.openxmlformats-officedocument.drawingml.diagramLayout+xml"/>
  <Override PartName="/ppt/diagrams/quickStyle105.xml" ContentType="application/vnd.openxmlformats-officedocument.drawingml.diagramStyle+xml"/>
  <Override PartName="/ppt/diagrams/colors105.xml" ContentType="application/vnd.openxmlformats-officedocument.drawingml.diagramColors+xml"/>
  <Override PartName="/ppt/diagrams/drawing105.xml" ContentType="application/vnd.ms-office.drawingml.diagramDrawing+xml"/>
  <Override PartName="/ppt/diagrams/data106.xml" ContentType="application/vnd.openxmlformats-officedocument.drawingml.diagramData+xml"/>
  <Override PartName="/ppt/diagrams/layout106.xml" ContentType="application/vnd.openxmlformats-officedocument.drawingml.diagramLayout+xml"/>
  <Override PartName="/ppt/diagrams/quickStyle106.xml" ContentType="application/vnd.openxmlformats-officedocument.drawingml.diagramStyle+xml"/>
  <Override PartName="/ppt/diagrams/colors106.xml" ContentType="application/vnd.openxmlformats-officedocument.drawingml.diagramColors+xml"/>
  <Override PartName="/ppt/diagrams/drawing106.xml" ContentType="application/vnd.ms-office.drawingml.diagramDrawing+xml"/>
  <Override PartName="/ppt/diagrams/data107.xml" ContentType="application/vnd.openxmlformats-officedocument.drawingml.diagramData+xml"/>
  <Override PartName="/ppt/diagrams/layout107.xml" ContentType="application/vnd.openxmlformats-officedocument.drawingml.diagramLayout+xml"/>
  <Override PartName="/ppt/diagrams/quickStyle107.xml" ContentType="application/vnd.openxmlformats-officedocument.drawingml.diagramStyle+xml"/>
  <Override PartName="/ppt/diagrams/colors107.xml" ContentType="application/vnd.openxmlformats-officedocument.drawingml.diagramColors+xml"/>
  <Override PartName="/ppt/diagrams/drawing107.xml" ContentType="application/vnd.ms-office.drawingml.diagramDrawing+xml"/>
  <Override PartName="/ppt/diagrams/data108.xml" ContentType="application/vnd.openxmlformats-officedocument.drawingml.diagramData+xml"/>
  <Override PartName="/ppt/diagrams/layout108.xml" ContentType="application/vnd.openxmlformats-officedocument.drawingml.diagramLayout+xml"/>
  <Override PartName="/ppt/diagrams/quickStyle108.xml" ContentType="application/vnd.openxmlformats-officedocument.drawingml.diagramStyle+xml"/>
  <Override PartName="/ppt/diagrams/colors108.xml" ContentType="application/vnd.openxmlformats-officedocument.drawingml.diagramColors+xml"/>
  <Override PartName="/ppt/diagrams/drawing108.xml" ContentType="application/vnd.ms-office.drawingml.diagramDrawing+xml"/>
  <Override PartName="/ppt/diagrams/data109.xml" ContentType="application/vnd.openxmlformats-officedocument.drawingml.diagramData+xml"/>
  <Override PartName="/ppt/diagrams/layout109.xml" ContentType="application/vnd.openxmlformats-officedocument.drawingml.diagramLayout+xml"/>
  <Override PartName="/ppt/diagrams/quickStyle109.xml" ContentType="application/vnd.openxmlformats-officedocument.drawingml.diagramStyle+xml"/>
  <Override PartName="/ppt/diagrams/colors109.xml" ContentType="application/vnd.openxmlformats-officedocument.drawingml.diagramColors+xml"/>
  <Override PartName="/ppt/diagrams/drawing109.xml" ContentType="application/vnd.ms-office.drawingml.diagramDrawing+xml"/>
  <Override PartName="/ppt/diagrams/data110.xml" ContentType="application/vnd.openxmlformats-officedocument.drawingml.diagramData+xml"/>
  <Override PartName="/ppt/diagrams/layout110.xml" ContentType="application/vnd.openxmlformats-officedocument.drawingml.diagramLayout+xml"/>
  <Override PartName="/ppt/diagrams/quickStyle110.xml" ContentType="application/vnd.openxmlformats-officedocument.drawingml.diagramStyle+xml"/>
  <Override PartName="/ppt/diagrams/colors110.xml" ContentType="application/vnd.openxmlformats-officedocument.drawingml.diagramColors+xml"/>
  <Override PartName="/ppt/diagrams/drawing110.xml" ContentType="application/vnd.ms-office.drawingml.diagramDrawing+xml"/>
  <Override PartName="/ppt/diagrams/data111.xml" ContentType="application/vnd.openxmlformats-officedocument.drawingml.diagramData+xml"/>
  <Override PartName="/ppt/diagrams/layout111.xml" ContentType="application/vnd.openxmlformats-officedocument.drawingml.diagramLayout+xml"/>
  <Override PartName="/ppt/diagrams/quickStyle111.xml" ContentType="application/vnd.openxmlformats-officedocument.drawingml.diagramStyle+xml"/>
  <Override PartName="/ppt/diagrams/colors111.xml" ContentType="application/vnd.openxmlformats-officedocument.drawingml.diagramColors+xml"/>
  <Override PartName="/ppt/diagrams/drawing111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autoCompressPictures="0">
  <p:sldMasterIdLst>
    <p:sldMasterId id="2147483741" r:id="rId1"/>
  </p:sldMasterIdLst>
  <p:notesMasterIdLst>
    <p:notesMasterId r:id="rId129"/>
  </p:notesMasterIdLst>
  <p:sldIdLst>
    <p:sldId id="256" r:id="rId2"/>
    <p:sldId id="425" r:id="rId3"/>
    <p:sldId id="282" r:id="rId4"/>
    <p:sldId id="283" r:id="rId5"/>
    <p:sldId id="394" r:id="rId6"/>
    <p:sldId id="285" r:id="rId7"/>
    <p:sldId id="284" r:id="rId8"/>
    <p:sldId id="375" r:id="rId9"/>
    <p:sldId id="291" r:id="rId10"/>
    <p:sldId id="292" r:id="rId11"/>
    <p:sldId id="293" r:id="rId12"/>
    <p:sldId id="376" r:id="rId13"/>
    <p:sldId id="294" r:id="rId14"/>
    <p:sldId id="286" r:id="rId15"/>
    <p:sldId id="295" r:id="rId16"/>
    <p:sldId id="296" r:id="rId17"/>
    <p:sldId id="297" r:id="rId18"/>
    <p:sldId id="298" r:id="rId19"/>
    <p:sldId id="299" r:id="rId20"/>
    <p:sldId id="300" r:id="rId21"/>
    <p:sldId id="301" r:id="rId22"/>
    <p:sldId id="377" r:id="rId23"/>
    <p:sldId id="302" r:id="rId24"/>
    <p:sldId id="378" r:id="rId25"/>
    <p:sldId id="303" r:id="rId26"/>
    <p:sldId id="304" r:id="rId27"/>
    <p:sldId id="379" r:id="rId28"/>
    <p:sldId id="305" r:id="rId29"/>
    <p:sldId id="380" r:id="rId30"/>
    <p:sldId id="381" r:id="rId31"/>
    <p:sldId id="306" r:id="rId32"/>
    <p:sldId id="307" r:id="rId33"/>
    <p:sldId id="382" r:id="rId34"/>
    <p:sldId id="383" r:id="rId35"/>
    <p:sldId id="308" r:id="rId36"/>
    <p:sldId id="384" r:id="rId37"/>
    <p:sldId id="287" r:id="rId38"/>
    <p:sldId id="309" r:id="rId39"/>
    <p:sldId id="310" r:id="rId40"/>
    <p:sldId id="311" r:id="rId41"/>
    <p:sldId id="385" r:id="rId42"/>
    <p:sldId id="312" r:id="rId43"/>
    <p:sldId id="313" r:id="rId44"/>
    <p:sldId id="314" r:id="rId45"/>
    <p:sldId id="386" r:id="rId46"/>
    <p:sldId id="315" r:id="rId47"/>
    <p:sldId id="316" r:id="rId48"/>
    <p:sldId id="317" r:id="rId49"/>
    <p:sldId id="318" r:id="rId50"/>
    <p:sldId id="288" r:id="rId51"/>
    <p:sldId id="319" r:id="rId52"/>
    <p:sldId id="320" r:id="rId53"/>
    <p:sldId id="321" r:id="rId54"/>
    <p:sldId id="322" r:id="rId55"/>
    <p:sldId id="387" r:id="rId56"/>
    <p:sldId id="323" r:id="rId57"/>
    <p:sldId id="324" r:id="rId58"/>
    <p:sldId id="325" r:id="rId59"/>
    <p:sldId id="388" r:id="rId60"/>
    <p:sldId id="326" r:id="rId61"/>
    <p:sldId id="327" r:id="rId62"/>
    <p:sldId id="328" r:id="rId63"/>
    <p:sldId id="329" r:id="rId64"/>
    <p:sldId id="330" r:id="rId65"/>
    <p:sldId id="331" r:id="rId66"/>
    <p:sldId id="332" r:id="rId67"/>
    <p:sldId id="333" r:id="rId68"/>
    <p:sldId id="334" r:id="rId69"/>
    <p:sldId id="335" r:id="rId70"/>
    <p:sldId id="336" r:id="rId71"/>
    <p:sldId id="337" r:id="rId72"/>
    <p:sldId id="338" r:id="rId73"/>
    <p:sldId id="395" r:id="rId74"/>
    <p:sldId id="339" r:id="rId75"/>
    <p:sldId id="396" r:id="rId76"/>
    <p:sldId id="340" r:id="rId77"/>
    <p:sldId id="389" r:id="rId78"/>
    <p:sldId id="341" r:id="rId79"/>
    <p:sldId id="390" r:id="rId80"/>
    <p:sldId id="342" r:id="rId81"/>
    <p:sldId id="343" r:id="rId82"/>
    <p:sldId id="344" r:id="rId83"/>
    <p:sldId id="345" r:id="rId84"/>
    <p:sldId id="397" r:id="rId85"/>
    <p:sldId id="346" r:id="rId86"/>
    <p:sldId id="391" r:id="rId87"/>
    <p:sldId id="347" r:id="rId88"/>
    <p:sldId id="398" r:id="rId89"/>
    <p:sldId id="348" r:id="rId90"/>
    <p:sldId id="399" r:id="rId91"/>
    <p:sldId id="349" r:id="rId92"/>
    <p:sldId id="400" r:id="rId93"/>
    <p:sldId id="350" r:id="rId94"/>
    <p:sldId id="351" r:id="rId95"/>
    <p:sldId id="401" r:id="rId96"/>
    <p:sldId id="352" r:id="rId97"/>
    <p:sldId id="392" r:id="rId98"/>
    <p:sldId id="353" r:id="rId99"/>
    <p:sldId id="354" r:id="rId100"/>
    <p:sldId id="402" r:id="rId101"/>
    <p:sldId id="355" r:id="rId102"/>
    <p:sldId id="393" r:id="rId103"/>
    <p:sldId id="289" r:id="rId104"/>
    <p:sldId id="358" r:id="rId105"/>
    <p:sldId id="403" r:id="rId106"/>
    <p:sldId id="359" r:id="rId107"/>
    <p:sldId id="361" r:id="rId108"/>
    <p:sldId id="356" r:id="rId109"/>
    <p:sldId id="404" r:id="rId110"/>
    <p:sldId id="362" r:id="rId111"/>
    <p:sldId id="405" r:id="rId112"/>
    <p:sldId id="363" r:id="rId113"/>
    <p:sldId id="357" r:id="rId114"/>
    <p:sldId id="364" r:id="rId115"/>
    <p:sldId id="365" r:id="rId116"/>
    <p:sldId id="366" r:id="rId117"/>
    <p:sldId id="367" r:id="rId118"/>
    <p:sldId id="368" r:id="rId119"/>
    <p:sldId id="290" r:id="rId120"/>
    <p:sldId id="369" r:id="rId121"/>
    <p:sldId id="370" r:id="rId122"/>
    <p:sldId id="406" r:id="rId123"/>
    <p:sldId id="371" r:id="rId124"/>
    <p:sldId id="372" r:id="rId125"/>
    <p:sldId id="373" r:id="rId126"/>
    <p:sldId id="374" r:id="rId127"/>
    <p:sldId id="424" r:id="rId128"/>
  </p:sldIdLst>
  <p:sldSz cx="12192000" cy="6858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8FB837D-C827-4EFA-A057-4D05807E0F7C}" styleName="Themed Style 1 - Accent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  <a:tblStyle styleId="{616DA210-FB5B-4158-B5E0-FEB733F419BA}" styleName="Light Style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E8B1032C-EA38-4F05-BA0D-38AFFFC7BED3}" styleName="Light Style 3 - Accent 6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16D9F66E-5EB9-4882-86FB-DCBF35E3C3E4}" styleName="Medium Style 4 - Accent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6"/>
              </a:solidFill>
            </a:ln>
          </a:top>
        </a:tcBdr>
        <a:fill>
          <a:solidFill>
            <a:schemeClr val="accent6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6">
              <a:tint val="20000"/>
            </a:schemeClr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22868" autoAdjust="0"/>
    <p:restoredTop sz="87819" autoAdjust="0"/>
  </p:normalViewPr>
  <p:slideViewPr>
    <p:cSldViewPr snapToGrid="0">
      <p:cViewPr varScale="1">
        <p:scale>
          <a:sx n="71" d="100"/>
          <a:sy n="71" d="100"/>
        </p:scale>
        <p:origin x="115" y="6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notesMaster" Target="notesMasters/notesMaster1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presProps" Target="presProps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viewProps" Target="viewProps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theme" Target="theme/theme1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tableStyles" Target="tableStyles.xml"/></Relationships>
</file>

<file path=ppt/diagrams/_rels/data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svg"/><Relationship Id="rId13" Type="http://schemas.openxmlformats.org/officeDocument/2006/relationships/image" Target="../media/image13.png"/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12" Type="http://schemas.openxmlformats.org/officeDocument/2006/relationships/image" Target="../media/image12.svg"/><Relationship Id="rId2" Type="http://schemas.openxmlformats.org/officeDocument/2006/relationships/image" Target="../media/image2.svg"/><Relationship Id="rId1" Type="http://schemas.openxmlformats.org/officeDocument/2006/relationships/image" Target="../media/image1.png"/><Relationship Id="rId6" Type="http://schemas.openxmlformats.org/officeDocument/2006/relationships/image" Target="../media/image6.sv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0" Type="http://schemas.openxmlformats.org/officeDocument/2006/relationships/image" Target="../media/image10.svg"/><Relationship Id="rId4" Type="http://schemas.openxmlformats.org/officeDocument/2006/relationships/image" Target="../media/image4.svg"/><Relationship Id="rId9" Type="http://schemas.openxmlformats.org/officeDocument/2006/relationships/image" Target="../media/image9.png"/><Relationship Id="rId14" Type="http://schemas.openxmlformats.org/officeDocument/2006/relationships/image" Target="../media/image14.svg"/></Relationships>
</file>

<file path=ppt/diagrams/_rels/data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svg"/><Relationship Id="rId1" Type="http://schemas.openxmlformats.org/officeDocument/2006/relationships/image" Target="../media/image16.png"/><Relationship Id="rId6" Type="http://schemas.openxmlformats.org/officeDocument/2006/relationships/image" Target="../media/image21.svg"/><Relationship Id="rId5" Type="http://schemas.openxmlformats.org/officeDocument/2006/relationships/image" Target="../media/image20.png"/><Relationship Id="rId4" Type="http://schemas.openxmlformats.org/officeDocument/2006/relationships/image" Target="../media/image19.svg"/></Relationships>
</file>

<file path=ppt/diagrams/_rels/data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svg"/><Relationship Id="rId1" Type="http://schemas.openxmlformats.org/officeDocument/2006/relationships/image" Target="../media/image22.png"/><Relationship Id="rId6" Type="http://schemas.openxmlformats.org/officeDocument/2006/relationships/image" Target="../media/image27.svg"/><Relationship Id="rId5" Type="http://schemas.openxmlformats.org/officeDocument/2006/relationships/image" Target="../media/image26.png"/><Relationship Id="rId4" Type="http://schemas.openxmlformats.org/officeDocument/2006/relationships/image" Target="../media/image25.svg"/></Relationships>
</file>

<file path=ppt/diagrams/_rels/data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svg"/><Relationship Id="rId1" Type="http://schemas.openxmlformats.org/officeDocument/2006/relationships/image" Target="../media/image34.png"/><Relationship Id="rId6" Type="http://schemas.openxmlformats.org/officeDocument/2006/relationships/image" Target="../media/image39.svg"/><Relationship Id="rId5" Type="http://schemas.openxmlformats.org/officeDocument/2006/relationships/image" Target="../media/image38.png"/><Relationship Id="rId4" Type="http://schemas.openxmlformats.org/officeDocument/2006/relationships/image" Target="../media/image37.svg"/></Relationships>
</file>

<file path=ppt/diagrams/_rels/data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svg"/><Relationship Id="rId1" Type="http://schemas.openxmlformats.org/officeDocument/2006/relationships/image" Target="../media/image40.png"/><Relationship Id="rId6" Type="http://schemas.openxmlformats.org/officeDocument/2006/relationships/image" Target="../media/image45.svg"/><Relationship Id="rId5" Type="http://schemas.openxmlformats.org/officeDocument/2006/relationships/image" Target="../media/image44.png"/><Relationship Id="rId4" Type="http://schemas.openxmlformats.org/officeDocument/2006/relationships/image" Target="../media/image43.svg"/></Relationships>
</file>

<file path=ppt/diagrams/_rels/data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47.svg"/><Relationship Id="rId1" Type="http://schemas.openxmlformats.org/officeDocument/2006/relationships/image" Target="../media/image46.png"/><Relationship Id="rId4" Type="http://schemas.openxmlformats.org/officeDocument/2006/relationships/image" Target="../media/image49.svg"/></Relationships>
</file>

<file path=ppt/diagrams/_rels/data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51.svg"/><Relationship Id="rId1" Type="http://schemas.openxmlformats.org/officeDocument/2006/relationships/image" Target="../media/image50.png"/><Relationship Id="rId4" Type="http://schemas.openxmlformats.org/officeDocument/2006/relationships/image" Target="../media/image41.svg"/></Relationships>
</file>

<file path=ppt/diagrams/_rels/data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.svg"/><Relationship Id="rId3" Type="http://schemas.openxmlformats.org/officeDocument/2006/relationships/image" Target="../media/image54.png"/><Relationship Id="rId7" Type="http://schemas.openxmlformats.org/officeDocument/2006/relationships/image" Target="../media/image58.png"/><Relationship Id="rId2" Type="http://schemas.openxmlformats.org/officeDocument/2006/relationships/image" Target="../media/image53.svg"/><Relationship Id="rId1" Type="http://schemas.openxmlformats.org/officeDocument/2006/relationships/image" Target="../media/image52.png"/><Relationship Id="rId6" Type="http://schemas.openxmlformats.org/officeDocument/2006/relationships/image" Target="../media/image57.svg"/><Relationship Id="rId5" Type="http://schemas.openxmlformats.org/officeDocument/2006/relationships/image" Target="../media/image56.png"/><Relationship Id="rId4" Type="http://schemas.openxmlformats.org/officeDocument/2006/relationships/image" Target="../media/image55.svg"/></Relationships>
</file>

<file path=ppt/diagrams/_rels/data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7.svg"/><Relationship Id="rId3" Type="http://schemas.openxmlformats.org/officeDocument/2006/relationships/image" Target="../media/image62.png"/><Relationship Id="rId7" Type="http://schemas.openxmlformats.org/officeDocument/2006/relationships/image" Target="../media/image66.png"/><Relationship Id="rId2" Type="http://schemas.openxmlformats.org/officeDocument/2006/relationships/image" Target="../media/image61.svg"/><Relationship Id="rId1" Type="http://schemas.openxmlformats.org/officeDocument/2006/relationships/image" Target="../media/image60.png"/><Relationship Id="rId6" Type="http://schemas.openxmlformats.org/officeDocument/2006/relationships/image" Target="../media/image65.svg"/><Relationship Id="rId5" Type="http://schemas.openxmlformats.org/officeDocument/2006/relationships/image" Target="../media/image64.png"/><Relationship Id="rId4" Type="http://schemas.openxmlformats.org/officeDocument/2006/relationships/image" Target="../media/image63.svg"/></Relationships>
</file>

<file path=ppt/diagrams/_rels/data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svg"/><Relationship Id="rId3" Type="http://schemas.openxmlformats.org/officeDocument/2006/relationships/image" Target="../media/image70.png"/><Relationship Id="rId7" Type="http://schemas.openxmlformats.org/officeDocument/2006/relationships/image" Target="../media/image72.png"/><Relationship Id="rId12" Type="http://schemas.openxmlformats.org/officeDocument/2006/relationships/image" Target="../media/image77.svg"/><Relationship Id="rId2" Type="http://schemas.openxmlformats.org/officeDocument/2006/relationships/image" Target="../media/image69.svg"/><Relationship Id="rId1" Type="http://schemas.openxmlformats.org/officeDocument/2006/relationships/image" Target="../media/image68.png"/><Relationship Id="rId6" Type="http://schemas.openxmlformats.org/officeDocument/2006/relationships/image" Target="../media/image17.svg"/><Relationship Id="rId11" Type="http://schemas.openxmlformats.org/officeDocument/2006/relationships/image" Target="../media/image76.png"/><Relationship Id="rId5" Type="http://schemas.openxmlformats.org/officeDocument/2006/relationships/image" Target="../media/image16.png"/><Relationship Id="rId10" Type="http://schemas.openxmlformats.org/officeDocument/2006/relationships/image" Target="../media/image75.svg"/><Relationship Id="rId4" Type="http://schemas.openxmlformats.org/officeDocument/2006/relationships/image" Target="../media/image71.svg"/><Relationship Id="rId9" Type="http://schemas.openxmlformats.org/officeDocument/2006/relationships/image" Target="../media/image74.png"/></Relationships>
</file>

<file path=ppt/diagrams/_rels/data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2" Type="http://schemas.openxmlformats.org/officeDocument/2006/relationships/image" Target="../media/image41.svg"/><Relationship Id="rId1" Type="http://schemas.openxmlformats.org/officeDocument/2006/relationships/image" Target="../media/image40.png"/><Relationship Id="rId6" Type="http://schemas.openxmlformats.org/officeDocument/2006/relationships/image" Target="../media/image81.svg"/><Relationship Id="rId5" Type="http://schemas.openxmlformats.org/officeDocument/2006/relationships/image" Target="../media/image80.png"/><Relationship Id="rId4" Type="http://schemas.openxmlformats.org/officeDocument/2006/relationships/image" Target="../media/image79.svg"/></Relationships>
</file>

<file path=ppt/diagrams/_rels/data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png"/><Relationship Id="rId2" Type="http://schemas.openxmlformats.org/officeDocument/2006/relationships/image" Target="../media/image83.svg"/><Relationship Id="rId1" Type="http://schemas.openxmlformats.org/officeDocument/2006/relationships/image" Target="../media/image82.png"/><Relationship Id="rId6" Type="http://schemas.openxmlformats.org/officeDocument/2006/relationships/image" Target="../media/image87.svg"/><Relationship Id="rId5" Type="http://schemas.openxmlformats.org/officeDocument/2006/relationships/image" Target="../media/image86.png"/><Relationship Id="rId4" Type="http://schemas.openxmlformats.org/officeDocument/2006/relationships/image" Target="../media/image85.svg"/></Relationships>
</file>

<file path=ppt/diagrams/_rels/data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5.svg"/><Relationship Id="rId3" Type="http://schemas.openxmlformats.org/officeDocument/2006/relationships/image" Target="../media/image90.png"/><Relationship Id="rId7" Type="http://schemas.openxmlformats.org/officeDocument/2006/relationships/image" Target="../media/image94.png"/><Relationship Id="rId2" Type="http://schemas.openxmlformats.org/officeDocument/2006/relationships/image" Target="../media/image89.svg"/><Relationship Id="rId1" Type="http://schemas.openxmlformats.org/officeDocument/2006/relationships/image" Target="../media/image88.png"/><Relationship Id="rId6" Type="http://schemas.openxmlformats.org/officeDocument/2006/relationships/image" Target="../media/image93.svg"/><Relationship Id="rId5" Type="http://schemas.openxmlformats.org/officeDocument/2006/relationships/image" Target="../media/image92.png"/><Relationship Id="rId4" Type="http://schemas.openxmlformats.org/officeDocument/2006/relationships/image" Target="../media/image91.svg"/></Relationships>
</file>

<file path=ppt/diagrams/_rels/data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.svg"/><Relationship Id="rId3" Type="http://schemas.openxmlformats.org/officeDocument/2006/relationships/image" Target="../media/image70.png"/><Relationship Id="rId7" Type="http://schemas.openxmlformats.org/officeDocument/2006/relationships/image" Target="../media/image100.png"/><Relationship Id="rId2" Type="http://schemas.openxmlformats.org/officeDocument/2006/relationships/image" Target="../media/image97.svg"/><Relationship Id="rId1" Type="http://schemas.openxmlformats.org/officeDocument/2006/relationships/image" Target="../media/image96.png"/><Relationship Id="rId6" Type="http://schemas.openxmlformats.org/officeDocument/2006/relationships/image" Target="../media/image99.svg"/><Relationship Id="rId5" Type="http://schemas.openxmlformats.org/officeDocument/2006/relationships/image" Target="../media/image98.png"/><Relationship Id="rId10" Type="http://schemas.openxmlformats.org/officeDocument/2006/relationships/image" Target="../media/image103.svg"/><Relationship Id="rId4" Type="http://schemas.openxmlformats.org/officeDocument/2006/relationships/image" Target="../media/image71.svg"/><Relationship Id="rId9" Type="http://schemas.openxmlformats.org/officeDocument/2006/relationships/image" Target="../media/image102.png"/></Relationships>
</file>

<file path=ppt/diagrams/_rels/data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image" Target="../media/image105.svg"/><Relationship Id="rId1" Type="http://schemas.openxmlformats.org/officeDocument/2006/relationships/image" Target="../media/image104.png"/><Relationship Id="rId6" Type="http://schemas.openxmlformats.org/officeDocument/2006/relationships/image" Target="../media/image109.svg"/><Relationship Id="rId5" Type="http://schemas.openxmlformats.org/officeDocument/2006/relationships/image" Target="../media/image108.png"/><Relationship Id="rId4" Type="http://schemas.openxmlformats.org/officeDocument/2006/relationships/image" Target="../media/image107.svg"/></Relationships>
</file>

<file path=ppt/diagrams/_rels/data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5.svg"/><Relationship Id="rId3" Type="http://schemas.openxmlformats.org/officeDocument/2006/relationships/image" Target="../media/image110.png"/><Relationship Id="rId7" Type="http://schemas.openxmlformats.org/officeDocument/2006/relationships/image" Target="../media/image114.png"/><Relationship Id="rId2" Type="http://schemas.openxmlformats.org/officeDocument/2006/relationships/image" Target="../media/image41.svg"/><Relationship Id="rId1" Type="http://schemas.openxmlformats.org/officeDocument/2006/relationships/image" Target="../media/image40.png"/><Relationship Id="rId6" Type="http://schemas.openxmlformats.org/officeDocument/2006/relationships/image" Target="../media/image113.svg"/><Relationship Id="rId5" Type="http://schemas.openxmlformats.org/officeDocument/2006/relationships/image" Target="../media/image112.png"/><Relationship Id="rId4" Type="http://schemas.openxmlformats.org/officeDocument/2006/relationships/image" Target="../media/image111.svg"/></Relationships>
</file>

<file path=ppt/diagrams/_rels/data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.png"/><Relationship Id="rId2" Type="http://schemas.openxmlformats.org/officeDocument/2006/relationships/image" Target="../media/image117.svg"/><Relationship Id="rId1" Type="http://schemas.openxmlformats.org/officeDocument/2006/relationships/image" Target="../media/image116.png"/><Relationship Id="rId4" Type="http://schemas.openxmlformats.org/officeDocument/2006/relationships/image" Target="../media/image119.svg"/></Relationships>
</file>

<file path=ppt/diagrams/_rels/data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3.svg"/><Relationship Id="rId3" Type="http://schemas.openxmlformats.org/officeDocument/2006/relationships/image" Target="../media/image70.png"/><Relationship Id="rId7" Type="http://schemas.openxmlformats.org/officeDocument/2006/relationships/image" Target="../media/image122.png"/><Relationship Id="rId2" Type="http://schemas.openxmlformats.org/officeDocument/2006/relationships/image" Target="../media/image121.svg"/><Relationship Id="rId1" Type="http://schemas.openxmlformats.org/officeDocument/2006/relationships/image" Target="../media/image120.png"/><Relationship Id="rId6" Type="http://schemas.openxmlformats.org/officeDocument/2006/relationships/image" Target="../media/image113.svg"/><Relationship Id="rId5" Type="http://schemas.openxmlformats.org/officeDocument/2006/relationships/image" Target="../media/image112.png"/><Relationship Id="rId4" Type="http://schemas.openxmlformats.org/officeDocument/2006/relationships/image" Target="../media/image71.svg"/></Relationships>
</file>

<file path=ppt/diagrams/_rels/data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png"/><Relationship Id="rId2" Type="http://schemas.openxmlformats.org/officeDocument/2006/relationships/image" Target="../media/image125.svg"/><Relationship Id="rId1" Type="http://schemas.openxmlformats.org/officeDocument/2006/relationships/image" Target="../media/image124.png"/><Relationship Id="rId6" Type="http://schemas.openxmlformats.org/officeDocument/2006/relationships/image" Target="../media/image129.svg"/><Relationship Id="rId5" Type="http://schemas.openxmlformats.org/officeDocument/2006/relationships/image" Target="../media/image128.png"/><Relationship Id="rId4" Type="http://schemas.openxmlformats.org/officeDocument/2006/relationships/image" Target="../media/image127.svg"/></Relationships>
</file>

<file path=ppt/diagrams/_rels/data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7.svg"/><Relationship Id="rId3" Type="http://schemas.openxmlformats.org/officeDocument/2006/relationships/image" Target="../media/image132.png"/><Relationship Id="rId7" Type="http://schemas.openxmlformats.org/officeDocument/2006/relationships/image" Target="../media/image136.png"/><Relationship Id="rId2" Type="http://schemas.openxmlformats.org/officeDocument/2006/relationships/image" Target="../media/image131.svg"/><Relationship Id="rId1" Type="http://schemas.openxmlformats.org/officeDocument/2006/relationships/image" Target="../media/image130.png"/><Relationship Id="rId6" Type="http://schemas.openxmlformats.org/officeDocument/2006/relationships/image" Target="../media/image135.svg"/><Relationship Id="rId5" Type="http://schemas.openxmlformats.org/officeDocument/2006/relationships/image" Target="../media/image134.png"/><Relationship Id="rId10" Type="http://schemas.openxmlformats.org/officeDocument/2006/relationships/image" Target="../media/image139.svg"/><Relationship Id="rId4" Type="http://schemas.openxmlformats.org/officeDocument/2006/relationships/image" Target="../media/image133.svg"/><Relationship Id="rId9" Type="http://schemas.openxmlformats.org/officeDocument/2006/relationships/image" Target="../media/image138.png"/></Relationships>
</file>

<file path=ppt/diagrams/_rels/data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7.svg"/><Relationship Id="rId3" Type="http://schemas.openxmlformats.org/officeDocument/2006/relationships/image" Target="../media/image142.png"/><Relationship Id="rId7" Type="http://schemas.openxmlformats.org/officeDocument/2006/relationships/image" Target="../media/image146.png"/><Relationship Id="rId2" Type="http://schemas.openxmlformats.org/officeDocument/2006/relationships/image" Target="../media/image141.svg"/><Relationship Id="rId1" Type="http://schemas.openxmlformats.org/officeDocument/2006/relationships/image" Target="../media/image140.png"/><Relationship Id="rId6" Type="http://schemas.openxmlformats.org/officeDocument/2006/relationships/image" Target="../media/image145.svg"/><Relationship Id="rId5" Type="http://schemas.openxmlformats.org/officeDocument/2006/relationships/image" Target="../media/image144.png"/><Relationship Id="rId4" Type="http://schemas.openxmlformats.org/officeDocument/2006/relationships/image" Target="../media/image143.svg"/></Relationships>
</file>

<file path=ppt/diagrams/_rels/data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1.svg"/><Relationship Id="rId3" Type="http://schemas.openxmlformats.org/officeDocument/2006/relationships/image" Target="../media/image148.png"/><Relationship Id="rId7" Type="http://schemas.openxmlformats.org/officeDocument/2006/relationships/image" Target="../media/image70.png"/><Relationship Id="rId2" Type="http://schemas.openxmlformats.org/officeDocument/2006/relationships/image" Target="../media/image77.svg"/><Relationship Id="rId1" Type="http://schemas.openxmlformats.org/officeDocument/2006/relationships/image" Target="../media/image76.png"/><Relationship Id="rId6" Type="http://schemas.openxmlformats.org/officeDocument/2006/relationships/image" Target="../media/image151.svg"/><Relationship Id="rId5" Type="http://schemas.openxmlformats.org/officeDocument/2006/relationships/image" Target="../media/image150.png"/><Relationship Id="rId4" Type="http://schemas.openxmlformats.org/officeDocument/2006/relationships/image" Target="../media/image149.svg"/></Relationships>
</file>

<file path=ppt/diagrams/_rels/data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9.svg"/><Relationship Id="rId3" Type="http://schemas.openxmlformats.org/officeDocument/2006/relationships/image" Target="../media/image154.png"/><Relationship Id="rId7" Type="http://schemas.openxmlformats.org/officeDocument/2006/relationships/image" Target="../media/image158.png"/><Relationship Id="rId2" Type="http://schemas.openxmlformats.org/officeDocument/2006/relationships/image" Target="../media/image153.svg"/><Relationship Id="rId1" Type="http://schemas.openxmlformats.org/officeDocument/2006/relationships/image" Target="../media/image152.png"/><Relationship Id="rId6" Type="http://schemas.openxmlformats.org/officeDocument/2006/relationships/image" Target="../media/image157.svg"/><Relationship Id="rId5" Type="http://schemas.openxmlformats.org/officeDocument/2006/relationships/image" Target="../media/image156.png"/><Relationship Id="rId4" Type="http://schemas.openxmlformats.org/officeDocument/2006/relationships/image" Target="../media/image155.svg"/></Relationships>
</file>

<file path=ppt/diagrams/_rels/data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5.svg"/><Relationship Id="rId3" Type="http://schemas.openxmlformats.org/officeDocument/2006/relationships/image" Target="../media/image160.png"/><Relationship Id="rId7" Type="http://schemas.openxmlformats.org/officeDocument/2006/relationships/image" Target="../media/image164.png"/><Relationship Id="rId2" Type="http://schemas.openxmlformats.org/officeDocument/2006/relationships/image" Target="../media/image141.svg"/><Relationship Id="rId1" Type="http://schemas.openxmlformats.org/officeDocument/2006/relationships/image" Target="../media/image140.png"/><Relationship Id="rId6" Type="http://schemas.openxmlformats.org/officeDocument/2006/relationships/image" Target="../media/image163.svg"/><Relationship Id="rId5" Type="http://schemas.openxmlformats.org/officeDocument/2006/relationships/image" Target="../media/image162.png"/><Relationship Id="rId4" Type="http://schemas.openxmlformats.org/officeDocument/2006/relationships/image" Target="../media/image161.svg"/></Relationships>
</file>

<file path=ppt/diagrams/_rels/data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8.png"/><Relationship Id="rId2" Type="http://schemas.openxmlformats.org/officeDocument/2006/relationships/image" Target="../media/image167.svg"/><Relationship Id="rId1" Type="http://schemas.openxmlformats.org/officeDocument/2006/relationships/image" Target="../media/image166.png"/><Relationship Id="rId4" Type="http://schemas.openxmlformats.org/officeDocument/2006/relationships/image" Target="../media/image169.svg"/></Relationships>
</file>

<file path=ppt/diagrams/_rels/data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2.png"/><Relationship Id="rId2" Type="http://schemas.openxmlformats.org/officeDocument/2006/relationships/image" Target="../media/image171.svg"/><Relationship Id="rId1" Type="http://schemas.openxmlformats.org/officeDocument/2006/relationships/image" Target="../media/image170.png"/><Relationship Id="rId4" Type="http://schemas.openxmlformats.org/officeDocument/2006/relationships/image" Target="../media/image173.svg"/></Relationships>
</file>

<file path=ppt/diagrams/_rels/data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6.png"/><Relationship Id="rId2" Type="http://schemas.openxmlformats.org/officeDocument/2006/relationships/image" Target="../media/image175.svg"/><Relationship Id="rId1" Type="http://schemas.openxmlformats.org/officeDocument/2006/relationships/image" Target="../media/image174.png"/><Relationship Id="rId4" Type="http://schemas.openxmlformats.org/officeDocument/2006/relationships/image" Target="../media/image177.svg"/></Relationships>
</file>

<file path=ppt/diagrams/_rels/data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png"/><Relationship Id="rId2" Type="http://schemas.openxmlformats.org/officeDocument/2006/relationships/image" Target="../media/image155.svg"/><Relationship Id="rId1" Type="http://schemas.openxmlformats.org/officeDocument/2006/relationships/image" Target="../media/image154.png"/><Relationship Id="rId4" Type="http://schemas.openxmlformats.org/officeDocument/2006/relationships/image" Target="../media/image179.svg"/></Relationships>
</file>

<file path=ppt/diagrams/_rels/data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181.svg"/><Relationship Id="rId1" Type="http://schemas.openxmlformats.org/officeDocument/2006/relationships/image" Target="../media/image180.png"/><Relationship Id="rId4" Type="http://schemas.openxmlformats.org/officeDocument/2006/relationships/image" Target="../media/image71.svg"/></Relationships>
</file>

<file path=ppt/diagrams/_rels/data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image" Target="../media/image183.svg"/><Relationship Id="rId1" Type="http://schemas.openxmlformats.org/officeDocument/2006/relationships/image" Target="../media/image182.png"/><Relationship Id="rId6" Type="http://schemas.openxmlformats.org/officeDocument/2006/relationships/image" Target="../media/image185.svg"/><Relationship Id="rId5" Type="http://schemas.openxmlformats.org/officeDocument/2006/relationships/image" Target="../media/image184.png"/><Relationship Id="rId4" Type="http://schemas.openxmlformats.org/officeDocument/2006/relationships/image" Target="../media/image107.svg"/></Relationships>
</file>

<file path=ppt/diagrams/_rels/data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8.png"/><Relationship Id="rId2" Type="http://schemas.openxmlformats.org/officeDocument/2006/relationships/image" Target="../media/image187.svg"/><Relationship Id="rId1" Type="http://schemas.openxmlformats.org/officeDocument/2006/relationships/image" Target="../media/image186.png"/><Relationship Id="rId6" Type="http://schemas.openxmlformats.org/officeDocument/2006/relationships/image" Target="../media/image191.svg"/><Relationship Id="rId5" Type="http://schemas.openxmlformats.org/officeDocument/2006/relationships/image" Target="../media/image190.png"/><Relationship Id="rId4" Type="http://schemas.openxmlformats.org/officeDocument/2006/relationships/image" Target="../media/image189.svg"/></Relationships>
</file>

<file path=ppt/diagrams/_rels/data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193.svg"/><Relationship Id="rId1" Type="http://schemas.openxmlformats.org/officeDocument/2006/relationships/image" Target="../media/image192.png"/><Relationship Id="rId4" Type="http://schemas.openxmlformats.org/officeDocument/2006/relationships/image" Target="../media/image195.svg"/></Relationships>
</file>

<file path=ppt/diagrams/_rels/data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9.png"/><Relationship Id="rId2" Type="http://schemas.openxmlformats.org/officeDocument/2006/relationships/image" Target="../media/image198.svg"/><Relationship Id="rId1" Type="http://schemas.openxmlformats.org/officeDocument/2006/relationships/image" Target="../media/image197.png"/><Relationship Id="rId4" Type="http://schemas.openxmlformats.org/officeDocument/2006/relationships/image" Target="../media/image200.svg"/></Relationships>
</file>

<file path=ppt/diagrams/_rels/data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2" Type="http://schemas.openxmlformats.org/officeDocument/2006/relationships/image" Target="../media/image141.svg"/><Relationship Id="rId1" Type="http://schemas.openxmlformats.org/officeDocument/2006/relationships/image" Target="../media/image140.png"/><Relationship Id="rId6" Type="http://schemas.openxmlformats.org/officeDocument/2006/relationships/image" Target="../media/image204.svg"/><Relationship Id="rId5" Type="http://schemas.openxmlformats.org/officeDocument/2006/relationships/image" Target="../media/image203.png"/><Relationship Id="rId4" Type="http://schemas.openxmlformats.org/officeDocument/2006/relationships/image" Target="../media/image202.svg"/></Relationships>
</file>

<file path=ppt/diagrams/_rels/data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image" Target="../media/image206.svg"/><Relationship Id="rId1" Type="http://schemas.openxmlformats.org/officeDocument/2006/relationships/image" Target="../media/image205.png"/><Relationship Id="rId4" Type="http://schemas.openxmlformats.org/officeDocument/2006/relationships/image" Target="../media/image81.svg"/></Relationships>
</file>

<file path=ppt/diagrams/_rels/data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9.png"/><Relationship Id="rId2" Type="http://schemas.openxmlformats.org/officeDocument/2006/relationships/image" Target="../media/image208.svg"/><Relationship Id="rId1" Type="http://schemas.openxmlformats.org/officeDocument/2006/relationships/image" Target="../media/image207.png"/><Relationship Id="rId4" Type="http://schemas.openxmlformats.org/officeDocument/2006/relationships/image" Target="../media/image210.svg"/></Relationships>
</file>

<file path=ppt/diagrams/_rels/data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3.png"/><Relationship Id="rId2" Type="http://schemas.openxmlformats.org/officeDocument/2006/relationships/image" Target="../media/image212.svg"/><Relationship Id="rId1" Type="http://schemas.openxmlformats.org/officeDocument/2006/relationships/image" Target="../media/image211.png"/><Relationship Id="rId6" Type="http://schemas.openxmlformats.org/officeDocument/2006/relationships/image" Target="../media/image216.svg"/><Relationship Id="rId5" Type="http://schemas.openxmlformats.org/officeDocument/2006/relationships/image" Target="../media/image215.png"/><Relationship Id="rId4" Type="http://schemas.openxmlformats.org/officeDocument/2006/relationships/image" Target="../media/image214.svg"/></Relationships>
</file>

<file path=ppt/diagrams/_rels/data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1.svg"/><Relationship Id="rId3" Type="http://schemas.openxmlformats.org/officeDocument/2006/relationships/image" Target="../media/image219.png"/><Relationship Id="rId7" Type="http://schemas.openxmlformats.org/officeDocument/2006/relationships/image" Target="../media/image70.png"/><Relationship Id="rId2" Type="http://schemas.openxmlformats.org/officeDocument/2006/relationships/image" Target="../media/image218.svg"/><Relationship Id="rId1" Type="http://schemas.openxmlformats.org/officeDocument/2006/relationships/image" Target="../media/image217.png"/><Relationship Id="rId6" Type="http://schemas.openxmlformats.org/officeDocument/2006/relationships/image" Target="../media/image222.svg"/><Relationship Id="rId5" Type="http://schemas.openxmlformats.org/officeDocument/2006/relationships/image" Target="../media/image221.png"/><Relationship Id="rId4" Type="http://schemas.openxmlformats.org/officeDocument/2006/relationships/image" Target="../media/image220.svg"/></Relationships>
</file>

<file path=ppt/diagrams/_rels/data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5.png"/><Relationship Id="rId2" Type="http://schemas.openxmlformats.org/officeDocument/2006/relationships/image" Target="../media/image224.svg"/><Relationship Id="rId1" Type="http://schemas.openxmlformats.org/officeDocument/2006/relationships/image" Target="../media/image223.png"/><Relationship Id="rId6" Type="http://schemas.openxmlformats.org/officeDocument/2006/relationships/image" Target="../media/image228.svg"/><Relationship Id="rId5" Type="http://schemas.openxmlformats.org/officeDocument/2006/relationships/image" Target="../media/image227.png"/><Relationship Id="rId4" Type="http://schemas.openxmlformats.org/officeDocument/2006/relationships/image" Target="../media/image226.svg"/></Relationships>
</file>

<file path=ppt/diagrams/_rels/data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1.png"/><Relationship Id="rId2" Type="http://schemas.openxmlformats.org/officeDocument/2006/relationships/image" Target="../media/image230.svg"/><Relationship Id="rId1" Type="http://schemas.openxmlformats.org/officeDocument/2006/relationships/image" Target="../media/image229.png"/><Relationship Id="rId4" Type="http://schemas.openxmlformats.org/officeDocument/2006/relationships/image" Target="../media/image232.svg"/></Relationships>
</file>

<file path=ppt/diagrams/_rels/data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5.png"/><Relationship Id="rId2" Type="http://schemas.openxmlformats.org/officeDocument/2006/relationships/image" Target="../media/image234.svg"/><Relationship Id="rId1" Type="http://schemas.openxmlformats.org/officeDocument/2006/relationships/image" Target="../media/image233.png"/><Relationship Id="rId6" Type="http://schemas.openxmlformats.org/officeDocument/2006/relationships/image" Target="../media/image228.svg"/><Relationship Id="rId5" Type="http://schemas.openxmlformats.org/officeDocument/2006/relationships/image" Target="../media/image227.png"/><Relationship Id="rId4" Type="http://schemas.openxmlformats.org/officeDocument/2006/relationships/image" Target="../media/image236.svg"/></Relationships>
</file>

<file path=ppt/diagrams/_rels/data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7.png"/><Relationship Id="rId2" Type="http://schemas.openxmlformats.org/officeDocument/2006/relationships/image" Target="../media/image119.svg"/><Relationship Id="rId1" Type="http://schemas.openxmlformats.org/officeDocument/2006/relationships/image" Target="../media/image118.png"/><Relationship Id="rId4" Type="http://schemas.openxmlformats.org/officeDocument/2006/relationships/image" Target="../media/image238.svg"/></Relationships>
</file>

<file path=ppt/diagrams/_rels/data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9.png"/><Relationship Id="rId2" Type="http://schemas.openxmlformats.org/officeDocument/2006/relationships/image" Target="../media/image121.svg"/><Relationship Id="rId1" Type="http://schemas.openxmlformats.org/officeDocument/2006/relationships/image" Target="../media/image120.png"/><Relationship Id="rId4" Type="http://schemas.openxmlformats.org/officeDocument/2006/relationships/image" Target="../media/image240.svg"/></Relationships>
</file>

<file path=ppt/diagrams/_rels/data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3.png"/><Relationship Id="rId2" Type="http://schemas.openxmlformats.org/officeDocument/2006/relationships/image" Target="../media/image242.svg"/><Relationship Id="rId1" Type="http://schemas.openxmlformats.org/officeDocument/2006/relationships/image" Target="../media/image241.png"/><Relationship Id="rId4" Type="http://schemas.openxmlformats.org/officeDocument/2006/relationships/image" Target="../media/image244.svg"/></Relationships>
</file>

<file path=ppt/diagrams/_rels/data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7.png"/><Relationship Id="rId2" Type="http://schemas.openxmlformats.org/officeDocument/2006/relationships/image" Target="../media/image141.svg"/><Relationship Id="rId1" Type="http://schemas.openxmlformats.org/officeDocument/2006/relationships/image" Target="../media/image140.png"/><Relationship Id="rId4" Type="http://schemas.openxmlformats.org/officeDocument/2006/relationships/image" Target="../media/image228.svg"/></Relationships>
</file>

<file path=ppt/diagrams/_rels/data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7.png"/><Relationship Id="rId2" Type="http://schemas.openxmlformats.org/officeDocument/2006/relationships/image" Target="../media/image246.svg"/><Relationship Id="rId1" Type="http://schemas.openxmlformats.org/officeDocument/2006/relationships/image" Target="../media/image245.png"/><Relationship Id="rId4" Type="http://schemas.openxmlformats.org/officeDocument/2006/relationships/image" Target="../media/image248.svg"/></Relationships>
</file>

<file path=ppt/diagrams/_rels/data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9.png"/><Relationship Id="rId2" Type="http://schemas.openxmlformats.org/officeDocument/2006/relationships/image" Target="../media/image224.svg"/><Relationship Id="rId1" Type="http://schemas.openxmlformats.org/officeDocument/2006/relationships/image" Target="../media/image223.png"/><Relationship Id="rId6" Type="http://schemas.openxmlformats.org/officeDocument/2006/relationships/image" Target="../media/image240.svg"/><Relationship Id="rId5" Type="http://schemas.openxmlformats.org/officeDocument/2006/relationships/image" Target="../media/image239.png"/><Relationship Id="rId4" Type="http://schemas.openxmlformats.org/officeDocument/2006/relationships/image" Target="../media/image250.svg"/></Relationships>
</file>

<file path=ppt/diagrams/_rels/data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3.png"/><Relationship Id="rId2" Type="http://schemas.openxmlformats.org/officeDocument/2006/relationships/image" Target="../media/image252.svg"/><Relationship Id="rId1" Type="http://schemas.openxmlformats.org/officeDocument/2006/relationships/image" Target="../media/image251.png"/><Relationship Id="rId4" Type="http://schemas.openxmlformats.org/officeDocument/2006/relationships/image" Target="../media/image254.svg"/></Relationships>
</file>

<file path=ppt/diagrams/_rels/data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7.png"/><Relationship Id="rId2" Type="http://schemas.openxmlformats.org/officeDocument/2006/relationships/image" Target="../media/image256.svg"/><Relationship Id="rId1" Type="http://schemas.openxmlformats.org/officeDocument/2006/relationships/image" Target="../media/image255.png"/><Relationship Id="rId6" Type="http://schemas.openxmlformats.org/officeDocument/2006/relationships/image" Target="../media/image260.svg"/><Relationship Id="rId5" Type="http://schemas.openxmlformats.org/officeDocument/2006/relationships/image" Target="../media/image259.png"/><Relationship Id="rId4" Type="http://schemas.openxmlformats.org/officeDocument/2006/relationships/image" Target="../media/image258.svg"/></Relationships>
</file>

<file path=ppt/diagrams/_rels/data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3.png"/><Relationship Id="rId2" Type="http://schemas.openxmlformats.org/officeDocument/2006/relationships/image" Target="../media/image262.svg"/><Relationship Id="rId1" Type="http://schemas.openxmlformats.org/officeDocument/2006/relationships/image" Target="../media/image261.png"/><Relationship Id="rId4" Type="http://schemas.openxmlformats.org/officeDocument/2006/relationships/image" Target="../media/image264.svg"/></Relationships>
</file>

<file path=ppt/diagrams/_rels/data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9.png"/><Relationship Id="rId2" Type="http://schemas.openxmlformats.org/officeDocument/2006/relationships/image" Target="../media/image266.svg"/><Relationship Id="rId1" Type="http://schemas.openxmlformats.org/officeDocument/2006/relationships/image" Target="../media/image265.png"/><Relationship Id="rId4" Type="http://schemas.openxmlformats.org/officeDocument/2006/relationships/image" Target="../media/image240.svg"/></Relationships>
</file>

<file path=ppt/diagrams/_rels/data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9.png"/><Relationship Id="rId2" Type="http://schemas.openxmlformats.org/officeDocument/2006/relationships/image" Target="../media/image268.svg"/><Relationship Id="rId1" Type="http://schemas.openxmlformats.org/officeDocument/2006/relationships/image" Target="../media/image267.png"/><Relationship Id="rId6" Type="http://schemas.openxmlformats.org/officeDocument/2006/relationships/image" Target="../media/image270.svg"/><Relationship Id="rId5" Type="http://schemas.openxmlformats.org/officeDocument/2006/relationships/image" Target="../media/image269.png"/><Relationship Id="rId4" Type="http://schemas.openxmlformats.org/officeDocument/2006/relationships/image" Target="../media/image240.svg"/></Relationships>
</file>

<file path=ppt/diagrams/_rels/data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1.png"/><Relationship Id="rId2" Type="http://schemas.openxmlformats.org/officeDocument/2006/relationships/image" Target="../media/image262.svg"/><Relationship Id="rId1" Type="http://schemas.openxmlformats.org/officeDocument/2006/relationships/image" Target="../media/image261.png"/><Relationship Id="rId4" Type="http://schemas.openxmlformats.org/officeDocument/2006/relationships/image" Target="../media/image272.svg"/></Relationships>
</file>

<file path=ppt/diagrams/_rels/data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5.png"/><Relationship Id="rId2" Type="http://schemas.openxmlformats.org/officeDocument/2006/relationships/image" Target="../media/image274.svg"/><Relationship Id="rId1" Type="http://schemas.openxmlformats.org/officeDocument/2006/relationships/image" Target="../media/image273.png"/><Relationship Id="rId4" Type="http://schemas.openxmlformats.org/officeDocument/2006/relationships/image" Target="../media/image276.svg"/></Relationships>
</file>

<file path=ppt/diagrams/_rels/data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7.png"/><Relationship Id="rId2" Type="http://schemas.openxmlformats.org/officeDocument/2006/relationships/image" Target="../media/image41.svg"/><Relationship Id="rId1" Type="http://schemas.openxmlformats.org/officeDocument/2006/relationships/image" Target="../media/image40.png"/><Relationship Id="rId4" Type="http://schemas.openxmlformats.org/officeDocument/2006/relationships/image" Target="../media/image278.svg"/></Relationships>
</file>

<file path=ppt/diagrams/_rels/data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1.png"/><Relationship Id="rId2" Type="http://schemas.openxmlformats.org/officeDocument/2006/relationships/image" Target="../media/image280.svg"/><Relationship Id="rId1" Type="http://schemas.openxmlformats.org/officeDocument/2006/relationships/image" Target="../media/image279.png"/><Relationship Id="rId6" Type="http://schemas.openxmlformats.org/officeDocument/2006/relationships/image" Target="../media/image284.svg"/><Relationship Id="rId5" Type="http://schemas.openxmlformats.org/officeDocument/2006/relationships/image" Target="../media/image283.png"/><Relationship Id="rId4" Type="http://schemas.openxmlformats.org/officeDocument/2006/relationships/image" Target="../media/image282.svg"/></Relationships>
</file>

<file path=ppt/diagrams/_rels/data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5.png"/><Relationship Id="rId2" Type="http://schemas.openxmlformats.org/officeDocument/2006/relationships/image" Target="../media/image252.svg"/><Relationship Id="rId1" Type="http://schemas.openxmlformats.org/officeDocument/2006/relationships/image" Target="../media/image251.png"/><Relationship Id="rId4" Type="http://schemas.openxmlformats.org/officeDocument/2006/relationships/image" Target="../media/image286.svg"/></Relationships>
</file>

<file path=ppt/diagrams/_rels/data1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3.svg"/><Relationship Id="rId3" Type="http://schemas.openxmlformats.org/officeDocument/2006/relationships/image" Target="../media/image13.png"/><Relationship Id="rId7" Type="http://schemas.openxmlformats.org/officeDocument/2006/relationships/image" Target="../media/image292.png"/><Relationship Id="rId2" Type="http://schemas.openxmlformats.org/officeDocument/2006/relationships/image" Target="../media/image289.svg"/><Relationship Id="rId1" Type="http://schemas.openxmlformats.org/officeDocument/2006/relationships/image" Target="../media/image288.png"/><Relationship Id="rId6" Type="http://schemas.openxmlformats.org/officeDocument/2006/relationships/image" Target="../media/image291.svg"/><Relationship Id="rId5" Type="http://schemas.openxmlformats.org/officeDocument/2006/relationships/image" Target="../media/image290.png"/><Relationship Id="rId4" Type="http://schemas.openxmlformats.org/officeDocument/2006/relationships/image" Target="../media/image14.svg"/></Relationships>
</file>

<file path=ppt/diagrams/_rels/drawing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svg"/><Relationship Id="rId13" Type="http://schemas.openxmlformats.org/officeDocument/2006/relationships/image" Target="../media/image13.png"/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12" Type="http://schemas.openxmlformats.org/officeDocument/2006/relationships/image" Target="../media/image12.svg"/><Relationship Id="rId2" Type="http://schemas.openxmlformats.org/officeDocument/2006/relationships/image" Target="../media/image2.svg"/><Relationship Id="rId1" Type="http://schemas.openxmlformats.org/officeDocument/2006/relationships/image" Target="../media/image15.png"/><Relationship Id="rId6" Type="http://schemas.openxmlformats.org/officeDocument/2006/relationships/image" Target="../media/image6.sv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0" Type="http://schemas.openxmlformats.org/officeDocument/2006/relationships/image" Target="../media/image10.svg"/><Relationship Id="rId4" Type="http://schemas.openxmlformats.org/officeDocument/2006/relationships/image" Target="../media/image4.svg"/><Relationship Id="rId9" Type="http://schemas.openxmlformats.org/officeDocument/2006/relationships/image" Target="../media/image9.png"/><Relationship Id="rId14" Type="http://schemas.openxmlformats.org/officeDocument/2006/relationships/image" Target="../media/image14.svg"/></Relationships>
</file>

<file path=ppt/diagrams/_rels/drawing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svg"/><Relationship Id="rId1" Type="http://schemas.openxmlformats.org/officeDocument/2006/relationships/image" Target="../media/image16.png"/><Relationship Id="rId6" Type="http://schemas.openxmlformats.org/officeDocument/2006/relationships/image" Target="../media/image21.svg"/><Relationship Id="rId5" Type="http://schemas.openxmlformats.org/officeDocument/2006/relationships/image" Target="../media/image20.png"/><Relationship Id="rId4" Type="http://schemas.openxmlformats.org/officeDocument/2006/relationships/image" Target="../media/image19.svg"/></Relationships>
</file>

<file path=ppt/diagrams/_rels/drawing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svg"/><Relationship Id="rId1" Type="http://schemas.openxmlformats.org/officeDocument/2006/relationships/image" Target="../media/image22.png"/><Relationship Id="rId6" Type="http://schemas.openxmlformats.org/officeDocument/2006/relationships/image" Target="../media/image27.svg"/><Relationship Id="rId5" Type="http://schemas.openxmlformats.org/officeDocument/2006/relationships/image" Target="../media/image26.png"/><Relationship Id="rId4" Type="http://schemas.openxmlformats.org/officeDocument/2006/relationships/image" Target="../media/image25.svg"/></Relationships>
</file>

<file path=ppt/diagrams/_rels/drawing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svg"/><Relationship Id="rId1" Type="http://schemas.openxmlformats.org/officeDocument/2006/relationships/image" Target="../media/image34.png"/><Relationship Id="rId6" Type="http://schemas.openxmlformats.org/officeDocument/2006/relationships/image" Target="../media/image39.svg"/><Relationship Id="rId5" Type="http://schemas.openxmlformats.org/officeDocument/2006/relationships/image" Target="../media/image38.png"/><Relationship Id="rId4" Type="http://schemas.openxmlformats.org/officeDocument/2006/relationships/image" Target="../media/image37.svg"/></Relationships>
</file>

<file path=ppt/diagrams/_rels/drawing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svg"/><Relationship Id="rId1" Type="http://schemas.openxmlformats.org/officeDocument/2006/relationships/image" Target="../media/image40.png"/><Relationship Id="rId6" Type="http://schemas.openxmlformats.org/officeDocument/2006/relationships/image" Target="../media/image45.svg"/><Relationship Id="rId5" Type="http://schemas.openxmlformats.org/officeDocument/2006/relationships/image" Target="../media/image44.png"/><Relationship Id="rId4" Type="http://schemas.openxmlformats.org/officeDocument/2006/relationships/image" Target="../media/image43.svg"/></Relationships>
</file>

<file path=ppt/diagrams/_rels/drawing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47.svg"/><Relationship Id="rId1" Type="http://schemas.openxmlformats.org/officeDocument/2006/relationships/image" Target="../media/image46.png"/><Relationship Id="rId4" Type="http://schemas.openxmlformats.org/officeDocument/2006/relationships/image" Target="../media/image49.svg"/></Relationships>
</file>

<file path=ppt/diagrams/_rels/drawing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51.svg"/><Relationship Id="rId1" Type="http://schemas.openxmlformats.org/officeDocument/2006/relationships/image" Target="../media/image50.png"/><Relationship Id="rId4" Type="http://schemas.openxmlformats.org/officeDocument/2006/relationships/image" Target="../media/image41.svg"/></Relationships>
</file>

<file path=ppt/diagrams/_rels/drawing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.svg"/><Relationship Id="rId3" Type="http://schemas.openxmlformats.org/officeDocument/2006/relationships/image" Target="../media/image54.png"/><Relationship Id="rId7" Type="http://schemas.openxmlformats.org/officeDocument/2006/relationships/image" Target="../media/image58.png"/><Relationship Id="rId2" Type="http://schemas.openxmlformats.org/officeDocument/2006/relationships/image" Target="../media/image53.svg"/><Relationship Id="rId1" Type="http://schemas.openxmlformats.org/officeDocument/2006/relationships/image" Target="../media/image52.png"/><Relationship Id="rId6" Type="http://schemas.openxmlformats.org/officeDocument/2006/relationships/image" Target="../media/image57.svg"/><Relationship Id="rId5" Type="http://schemas.openxmlformats.org/officeDocument/2006/relationships/image" Target="../media/image56.png"/><Relationship Id="rId4" Type="http://schemas.openxmlformats.org/officeDocument/2006/relationships/image" Target="../media/image55.svg"/></Relationships>
</file>

<file path=ppt/diagrams/_rels/drawing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7.svg"/><Relationship Id="rId3" Type="http://schemas.openxmlformats.org/officeDocument/2006/relationships/image" Target="../media/image62.png"/><Relationship Id="rId7" Type="http://schemas.openxmlformats.org/officeDocument/2006/relationships/image" Target="../media/image66.png"/><Relationship Id="rId2" Type="http://schemas.openxmlformats.org/officeDocument/2006/relationships/image" Target="../media/image61.svg"/><Relationship Id="rId1" Type="http://schemas.openxmlformats.org/officeDocument/2006/relationships/image" Target="../media/image60.png"/><Relationship Id="rId6" Type="http://schemas.openxmlformats.org/officeDocument/2006/relationships/image" Target="../media/image65.svg"/><Relationship Id="rId5" Type="http://schemas.openxmlformats.org/officeDocument/2006/relationships/image" Target="../media/image64.png"/><Relationship Id="rId4" Type="http://schemas.openxmlformats.org/officeDocument/2006/relationships/image" Target="../media/image63.svg"/></Relationships>
</file>

<file path=ppt/diagrams/_rels/drawing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svg"/><Relationship Id="rId3" Type="http://schemas.openxmlformats.org/officeDocument/2006/relationships/image" Target="../media/image70.png"/><Relationship Id="rId7" Type="http://schemas.openxmlformats.org/officeDocument/2006/relationships/image" Target="../media/image72.png"/><Relationship Id="rId12" Type="http://schemas.openxmlformats.org/officeDocument/2006/relationships/image" Target="../media/image77.svg"/><Relationship Id="rId2" Type="http://schemas.openxmlformats.org/officeDocument/2006/relationships/image" Target="../media/image69.svg"/><Relationship Id="rId1" Type="http://schemas.openxmlformats.org/officeDocument/2006/relationships/image" Target="../media/image68.png"/><Relationship Id="rId6" Type="http://schemas.openxmlformats.org/officeDocument/2006/relationships/image" Target="../media/image17.svg"/><Relationship Id="rId11" Type="http://schemas.openxmlformats.org/officeDocument/2006/relationships/image" Target="../media/image76.png"/><Relationship Id="rId5" Type="http://schemas.openxmlformats.org/officeDocument/2006/relationships/image" Target="../media/image16.png"/><Relationship Id="rId10" Type="http://schemas.openxmlformats.org/officeDocument/2006/relationships/image" Target="../media/image75.svg"/><Relationship Id="rId4" Type="http://schemas.openxmlformats.org/officeDocument/2006/relationships/image" Target="../media/image71.svg"/><Relationship Id="rId9" Type="http://schemas.openxmlformats.org/officeDocument/2006/relationships/image" Target="../media/image74.png"/></Relationships>
</file>

<file path=ppt/diagrams/_rels/drawing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2" Type="http://schemas.openxmlformats.org/officeDocument/2006/relationships/image" Target="../media/image41.svg"/><Relationship Id="rId1" Type="http://schemas.openxmlformats.org/officeDocument/2006/relationships/image" Target="../media/image40.png"/><Relationship Id="rId6" Type="http://schemas.openxmlformats.org/officeDocument/2006/relationships/image" Target="../media/image81.svg"/><Relationship Id="rId5" Type="http://schemas.openxmlformats.org/officeDocument/2006/relationships/image" Target="../media/image80.png"/><Relationship Id="rId4" Type="http://schemas.openxmlformats.org/officeDocument/2006/relationships/image" Target="../media/image79.svg"/></Relationships>
</file>

<file path=ppt/diagrams/_rels/drawing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png"/><Relationship Id="rId2" Type="http://schemas.openxmlformats.org/officeDocument/2006/relationships/image" Target="../media/image83.svg"/><Relationship Id="rId1" Type="http://schemas.openxmlformats.org/officeDocument/2006/relationships/image" Target="../media/image82.png"/><Relationship Id="rId6" Type="http://schemas.openxmlformats.org/officeDocument/2006/relationships/image" Target="../media/image87.svg"/><Relationship Id="rId5" Type="http://schemas.openxmlformats.org/officeDocument/2006/relationships/image" Target="../media/image86.png"/><Relationship Id="rId4" Type="http://schemas.openxmlformats.org/officeDocument/2006/relationships/image" Target="../media/image85.svg"/></Relationships>
</file>

<file path=ppt/diagrams/_rels/drawing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5.svg"/><Relationship Id="rId3" Type="http://schemas.openxmlformats.org/officeDocument/2006/relationships/image" Target="../media/image90.png"/><Relationship Id="rId7" Type="http://schemas.openxmlformats.org/officeDocument/2006/relationships/image" Target="../media/image94.png"/><Relationship Id="rId2" Type="http://schemas.openxmlformats.org/officeDocument/2006/relationships/image" Target="../media/image89.svg"/><Relationship Id="rId1" Type="http://schemas.openxmlformats.org/officeDocument/2006/relationships/image" Target="../media/image88.png"/><Relationship Id="rId6" Type="http://schemas.openxmlformats.org/officeDocument/2006/relationships/image" Target="../media/image93.svg"/><Relationship Id="rId5" Type="http://schemas.openxmlformats.org/officeDocument/2006/relationships/image" Target="../media/image92.png"/><Relationship Id="rId4" Type="http://schemas.openxmlformats.org/officeDocument/2006/relationships/image" Target="../media/image91.svg"/></Relationships>
</file>

<file path=ppt/diagrams/_rels/drawing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.svg"/><Relationship Id="rId3" Type="http://schemas.openxmlformats.org/officeDocument/2006/relationships/image" Target="../media/image70.png"/><Relationship Id="rId7" Type="http://schemas.openxmlformats.org/officeDocument/2006/relationships/image" Target="../media/image100.png"/><Relationship Id="rId2" Type="http://schemas.openxmlformats.org/officeDocument/2006/relationships/image" Target="../media/image97.svg"/><Relationship Id="rId1" Type="http://schemas.openxmlformats.org/officeDocument/2006/relationships/image" Target="../media/image96.png"/><Relationship Id="rId6" Type="http://schemas.openxmlformats.org/officeDocument/2006/relationships/image" Target="../media/image99.svg"/><Relationship Id="rId5" Type="http://schemas.openxmlformats.org/officeDocument/2006/relationships/image" Target="../media/image98.png"/><Relationship Id="rId10" Type="http://schemas.openxmlformats.org/officeDocument/2006/relationships/image" Target="../media/image103.svg"/><Relationship Id="rId4" Type="http://schemas.openxmlformats.org/officeDocument/2006/relationships/image" Target="../media/image71.svg"/><Relationship Id="rId9" Type="http://schemas.openxmlformats.org/officeDocument/2006/relationships/image" Target="../media/image102.png"/></Relationships>
</file>

<file path=ppt/diagrams/_rels/drawing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image" Target="../media/image105.svg"/><Relationship Id="rId1" Type="http://schemas.openxmlformats.org/officeDocument/2006/relationships/image" Target="../media/image104.png"/><Relationship Id="rId6" Type="http://schemas.openxmlformats.org/officeDocument/2006/relationships/image" Target="../media/image109.svg"/><Relationship Id="rId5" Type="http://schemas.openxmlformats.org/officeDocument/2006/relationships/image" Target="../media/image108.png"/><Relationship Id="rId4" Type="http://schemas.openxmlformats.org/officeDocument/2006/relationships/image" Target="../media/image107.svg"/></Relationships>
</file>

<file path=ppt/diagrams/_rels/drawing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5.svg"/><Relationship Id="rId3" Type="http://schemas.openxmlformats.org/officeDocument/2006/relationships/image" Target="../media/image110.png"/><Relationship Id="rId7" Type="http://schemas.openxmlformats.org/officeDocument/2006/relationships/image" Target="../media/image114.png"/><Relationship Id="rId2" Type="http://schemas.openxmlformats.org/officeDocument/2006/relationships/image" Target="../media/image41.svg"/><Relationship Id="rId1" Type="http://schemas.openxmlformats.org/officeDocument/2006/relationships/image" Target="../media/image40.png"/><Relationship Id="rId6" Type="http://schemas.openxmlformats.org/officeDocument/2006/relationships/image" Target="../media/image113.svg"/><Relationship Id="rId5" Type="http://schemas.openxmlformats.org/officeDocument/2006/relationships/image" Target="../media/image112.png"/><Relationship Id="rId4" Type="http://schemas.openxmlformats.org/officeDocument/2006/relationships/image" Target="../media/image111.svg"/></Relationships>
</file>

<file path=ppt/diagrams/_rels/drawing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.png"/><Relationship Id="rId2" Type="http://schemas.openxmlformats.org/officeDocument/2006/relationships/image" Target="../media/image117.svg"/><Relationship Id="rId1" Type="http://schemas.openxmlformats.org/officeDocument/2006/relationships/image" Target="../media/image116.png"/><Relationship Id="rId4" Type="http://schemas.openxmlformats.org/officeDocument/2006/relationships/image" Target="../media/image119.svg"/></Relationships>
</file>

<file path=ppt/diagrams/_rels/drawing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3.svg"/><Relationship Id="rId3" Type="http://schemas.openxmlformats.org/officeDocument/2006/relationships/image" Target="../media/image70.png"/><Relationship Id="rId7" Type="http://schemas.openxmlformats.org/officeDocument/2006/relationships/image" Target="../media/image122.png"/><Relationship Id="rId2" Type="http://schemas.openxmlformats.org/officeDocument/2006/relationships/image" Target="../media/image121.svg"/><Relationship Id="rId1" Type="http://schemas.openxmlformats.org/officeDocument/2006/relationships/image" Target="../media/image120.png"/><Relationship Id="rId6" Type="http://schemas.openxmlformats.org/officeDocument/2006/relationships/image" Target="../media/image113.svg"/><Relationship Id="rId5" Type="http://schemas.openxmlformats.org/officeDocument/2006/relationships/image" Target="../media/image112.png"/><Relationship Id="rId4" Type="http://schemas.openxmlformats.org/officeDocument/2006/relationships/image" Target="../media/image71.svg"/></Relationships>
</file>

<file path=ppt/diagrams/_rels/drawing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png"/><Relationship Id="rId2" Type="http://schemas.openxmlformats.org/officeDocument/2006/relationships/image" Target="../media/image125.svg"/><Relationship Id="rId1" Type="http://schemas.openxmlformats.org/officeDocument/2006/relationships/image" Target="../media/image124.png"/><Relationship Id="rId6" Type="http://schemas.openxmlformats.org/officeDocument/2006/relationships/image" Target="../media/image129.svg"/><Relationship Id="rId5" Type="http://schemas.openxmlformats.org/officeDocument/2006/relationships/image" Target="../media/image128.png"/><Relationship Id="rId4" Type="http://schemas.openxmlformats.org/officeDocument/2006/relationships/image" Target="../media/image127.svg"/></Relationships>
</file>

<file path=ppt/diagrams/_rels/drawing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7.svg"/><Relationship Id="rId3" Type="http://schemas.openxmlformats.org/officeDocument/2006/relationships/image" Target="../media/image132.png"/><Relationship Id="rId7" Type="http://schemas.openxmlformats.org/officeDocument/2006/relationships/image" Target="../media/image136.png"/><Relationship Id="rId2" Type="http://schemas.openxmlformats.org/officeDocument/2006/relationships/image" Target="../media/image131.svg"/><Relationship Id="rId1" Type="http://schemas.openxmlformats.org/officeDocument/2006/relationships/image" Target="../media/image130.png"/><Relationship Id="rId6" Type="http://schemas.openxmlformats.org/officeDocument/2006/relationships/image" Target="../media/image135.svg"/><Relationship Id="rId5" Type="http://schemas.openxmlformats.org/officeDocument/2006/relationships/image" Target="../media/image134.png"/><Relationship Id="rId10" Type="http://schemas.openxmlformats.org/officeDocument/2006/relationships/image" Target="../media/image139.svg"/><Relationship Id="rId4" Type="http://schemas.openxmlformats.org/officeDocument/2006/relationships/image" Target="../media/image133.svg"/><Relationship Id="rId9" Type="http://schemas.openxmlformats.org/officeDocument/2006/relationships/image" Target="../media/image138.png"/></Relationships>
</file>

<file path=ppt/diagrams/_rels/drawing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7.svg"/><Relationship Id="rId3" Type="http://schemas.openxmlformats.org/officeDocument/2006/relationships/image" Target="../media/image142.png"/><Relationship Id="rId7" Type="http://schemas.openxmlformats.org/officeDocument/2006/relationships/image" Target="../media/image146.png"/><Relationship Id="rId2" Type="http://schemas.openxmlformats.org/officeDocument/2006/relationships/image" Target="../media/image141.svg"/><Relationship Id="rId1" Type="http://schemas.openxmlformats.org/officeDocument/2006/relationships/image" Target="../media/image140.png"/><Relationship Id="rId6" Type="http://schemas.openxmlformats.org/officeDocument/2006/relationships/image" Target="../media/image145.svg"/><Relationship Id="rId5" Type="http://schemas.openxmlformats.org/officeDocument/2006/relationships/image" Target="../media/image144.png"/><Relationship Id="rId4" Type="http://schemas.openxmlformats.org/officeDocument/2006/relationships/image" Target="../media/image143.svg"/></Relationships>
</file>

<file path=ppt/diagrams/_rels/drawing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1.svg"/><Relationship Id="rId3" Type="http://schemas.openxmlformats.org/officeDocument/2006/relationships/image" Target="../media/image148.png"/><Relationship Id="rId7" Type="http://schemas.openxmlformats.org/officeDocument/2006/relationships/image" Target="../media/image70.png"/><Relationship Id="rId2" Type="http://schemas.openxmlformats.org/officeDocument/2006/relationships/image" Target="../media/image77.svg"/><Relationship Id="rId1" Type="http://schemas.openxmlformats.org/officeDocument/2006/relationships/image" Target="../media/image76.png"/><Relationship Id="rId6" Type="http://schemas.openxmlformats.org/officeDocument/2006/relationships/image" Target="../media/image151.svg"/><Relationship Id="rId5" Type="http://schemas.openxmlformats.org/officeDocument/2006/relationships/image" Target="../media/image150.png"/><Relationship Id="rId4" Type="http://schemas.openxmlformats.org/officeDocument/2006/relationships/image" Target="../media/image149.svg"/></Relationships>
</file>

<file path=ppt/diagrams/_rels/drawing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9.svg"/><Relationship Id="rId3" Type="http://schemas.openxmlformats.org/officeDocument/2006/relationships/image" Target="../media/image154.png"/><Relationship Id="rId7" Type="http://schemas.openxmlformats.org/officeDocument/2006/relationships/image" Target="../media/image158.png"/><Relationship Id="rId2" Type="http://schemas.openxmlformats.org/officeDocument/2006/relationships/image" Target="../media/image153.svg"/><Relationship Id="rId1" Type="http://schemas.openxmlformats.org/officeDocument/2006/relationships/image" Target="../media/image152.png"/><Relationship Id="rId6" Type="http://schemas.openxmlformats.org/officeDocument/2006/relationships/image" Target="../media/image157.svg"/><Relationship Id="rId5" Type="http://schemas.openxmlformats.org/officeDocument/2006/relationships/image" Target="../media/image156.png"/><Relationship Id="rId4" Type="http://schemas.openxmlformats.org/officeDocument/2006/relationships/image" Target="../media/image155.svg"/></Relationships>
</file>

<file path=ppt/diagrams/_rels/drawing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5.svg"/><Relationship Id="rId3" Type="http://schemas.openxmlformats.org/officeDocument/2006/relationships/image" Target="../media/image160.png"/><Relationship Id="rId7" Type="http://schemas.openxmlformats.org/officeDocument/2006/relationships/image" Target="../media/image164.png"/><Relationship Id="rId2" Type="http://schemas.openxmlformats.org/officeDocument/2006/relationships/image" Target="../media/image141.svg"/><Relationship Id="rId1" Type="http://schemas.openxmlformats.org/officeDocument/2006/relationships/image" Target="../media/image140.png"/><Relationship Id="rId6" Type="http://schemas.openxmlformats.org/officeDocument/2006/relationships/image" Target="../media/image163.svg"/><Relationship Id="rId5" Type="http://schemas.openxmlformats.org/officeDocument/2006/relationships/image" Target="../media/image162.png"/><Relationship Id="rId4" Type="http://schemas.openxmlformats.org/officeDocument/2006/relationships/image" Target="../media/image161.svg"/></Relationships>
</file>

<file path=ppt/diagrams/_rels/drawing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8.png"/><Relationship Id="rId2" Type="http://schemas.openxmlformats.org/officeDocument/2006/relationships/image" Target="../media/image167.svg"/><Relationship Id="rId1" Type="http://schemas.openxmlformats.org/officeDocument/2006/relationships/image" Target="../media/image166.png"/><Relationship Id="rId4" Type="http://schemas.openxmlformats.org/officeDocument/2006/relationships/image" Target="../media/image169.svg"/></Relationships>
</file>

<file path=ppt/diagrams/_rels/drawing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2.png"/><Relationship Id="rId2" Type="http://schemas.openxmlformats.org/officeDocument/2006/relationships/image" Target="../media/image171.svg"/><Relationship Id="rId1" Type="http://schemas.openxmlformats.org/officeDocument/2006/relationships/image" Target="../media/image170.png"/><Relationship Id="rId4" Type="http://schemas.openxmlformats.org/officeDocument/2006/relationships/image" Target="../media/image173.svg"/></Relationships>
</file>

<file path=ppt/diagrams/_rels/drawing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6.png"/><Relationship Id="rId2" Type="http://schemas.openxmlformats.org/officeDocument/2006/relationships/image" Target="../media/image175.svg"/><Relationship Id="rId1" Type="http://schemas.openxmlformats.org/officeDocument/2006/relationships/image" Target="../media/image174.png"/><Relationship Id="rId4" Type="http://schemas.openxmlformats.org/officeDocument/2006/relationships/image" Target="../media/image177.svg"/></Relationships>
</file>

<file path=ppt/diagrams/_rels/drawing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png"/><Relationship Id="rId2" Type="http://schemas.openxmlformats.org/officeDocument/2006/relationships/image" Target="../media/image155.svg"/><Relationship Id="rId1" Type="http://schemas.openxmlformats.org/officeDocument/2006/relationships/image" Target="../media/image154.png"/><Relationship Id="rId4" Type="http://schemas.openxmlformats.org/officeDocument/2006/relationships/image" Target="../media/image179.svg"/></Relationships>
</file>

<file path=ppt/diagrams/_rels/drawing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181.svg"/><Relationship Id="rId1" Type="http://schemas.openxmlformats.org/officeDocument/2006/relationships/image" Target="../media/image180.png"/><Relationship Id="rId4" Type="http://schemas.openxmlformats.org/officeDocument/2006/relationships/image" Target="../media/image71.svg"/></Relationships>
</file>

<file path=ppt/diagrams/_rels/drawing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image" Target="../media/image183.svg"/><Relationship Id="rId1" Type="http://schemas.openxmlformats.org/officeDocument/2006/relationships/image" Target="../media/image182.png"/><Relationship Id="rId6" Type="http://schemas.openxmlformats.org/officeDocument/2006/relationships/image" Target="../media/image185.svg"/><Relationship Id="rId5" Type="http://schemas.openxmlformats.org/officeDocument/2006/relationships/image" Target="../media/image184.png"/><Relationship Id="rId4" Type="http://schemas.openxmlformats.org/officeDocument/2006/relationships/image" Target="../media/image107.svg"/></Relationships>
</file>

<file path=ppt/diagrams/_rels/drawing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8.png"/><Relationship Id="rId2" Type="http://schemas.openxmlformats.org/officeDocument/2006/relationships/image" Target="../media/image187.svg"/><Relationship Id="rId1" Type="http://schemas.openxmlformats.org/officeDocument/2006/relationships/image" Target="../media/image186.png"/><Relationship Id="rId6" Type="http://schemas.openxmlformats.org/officeDocument/2006/relationships/image" Target="../media/image191.svg"/><Relationship Id="rId5" Type="http://schemas.openxmlformats.org/officeDocument/2006/relationships/image" Target="../media/image190.png"/><Relationship Id="rId4" Type="http://schemas.openxmlformats.org/officeDocument/2006/relationships/image" Target="../media/image189.svg"/></Relationships>
</file>

<file path=ppt/diagrams/_rels/drawing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193.svg"/><Relationship Id="rId1" Type="http://schemas.openxmlformats.org/officeDocument/2006/relationships/image" Target="../media/image192.png"/><Relationship Id="rId4" Type="http://schemas.openxmlformats.org/officeDocument/2006/relationships/image" Target="../media/image195.svg"/></Relationships>
</file>

<file path=ppt/diagrams/_rels/drawing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9.png"/><Relationship Id="rId2" Type="http://schemas.openxmlformats.org/officeDocument/2006/relationships/image" Target="../media/image198.svg"/><Relationship Id="rId1" Type="http://schemas.openxmlformats.org/officeDocument/2006/relationships/image" Target="../media/image197.png"/><Relationship Id="rId4" Type="http://schemas.openxmlformats.org/officeDocument/2006/relationships/image" Target="../media/image200.svg"/></Relationships>
</file>

<file path=ppt/diagrams/_rels/drawing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2" Type="http://schemas.openxmlformats.org/officeDocument/2006/relationships/image" Target="../media/image141.svg"/><Relationship Id="rId1" Type="http://schemas.openxmlformats.org/officeDocument/2006/relationships/image" Target="../media/image140.png"/><Relationship Id="rId6" Type="http://schemas.openxmlformats.org/officeDocument/2006/relationships/image" Target="../media/image204.svg"/><Relationship Id="rId5" Type="http://schemas.openxmlformats.org/officeDocument/2006/relationships/image" Target="../media/image203.png"/><Relationship Id="rId4" Type="http://schemas.openxmlformats.org/officeDocument/2006/relationships/image" Target="../media/image202.svg"/></Relationships>
</file>

<file path=ppt/diagrams/_rels/drawing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image" Target="../media/image206.svg"/><Relationship Id="rId1" Type="http://schemas.openxmlformats.org/officeDocument/2006/relationships/image" Target="../media/image205.png"/><Relationship Id="rId4" Type="http://schemas.openxmlformats.org/officeDocument/2006/relationships/image" Target="../media/image81.svg"/></Relationships>
</file>

<file path=ppt/diagrams/_rels/drawing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9.png"/><Relationship Id="rId2" Type="http://schemas.openxmlformats.org/officeDocument/2006/relationships/image" Target="../media/image208.svg"/><Relationship Id="rId1" Type="http://schemas.openxmlformats.org/officeDocument/2006/relationships/image" Target="../media/image207.png"/><Relationship Id="rId4" Type="http://schemas.openxmlformats.org/officeDocument/2006/relationships/image" Target="../media/image210.svg"/></Relationships>
</file>

<file path=ppt/diagrams/_rels/drawing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3.png"/><Relationship Id="rId2" Type="http://schemas.openxmlformats.org/officeDocument/2006/relationships/image" Target="../media/image212.svg"/><Relationship Id="rId1" Type="http://schemas.openxmlformats.org/officeDocument/2006/relationships/image" Target="../media/image211.png"/><Relationship Id="rId6" Type="http://schemas.openxmlformats.org/officeDocument/2006/relationships/image" Target="../media/image216.svg"/><Relationship Id="rId5" Type="http://schemas.openxmlformats.org/officeDocument/2006/relationships/image" Target="../media/image215.png"/><Relationship Id="rId4" Type="http://schemas.openxmlformats.org/officeDocument/2006/relationships/image" Target="../media/image214.svg"/></Relationships>
</file>

<file path=ppt/diagrams/_rels/drawing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1.svg"/><Relationship Id="rId3" Type="http://schemas.openxmlformats.org/officeDocument/2006/relationships/image" Target="../media/image219.png"/><Relationship Id="rId7" Type="http://schemas.openxmlformats.org/officeDocument/2006/relationships/image" Target="../media/image70.png"/><Relationship Id="rId2" Type="http://schemas.openxmlformats.org/officeDocument/2006/relationships/image" Target="../media/image218.svg"/><Relationship Id="rId1" Type="http://schemas.openxmlformats.org/officeDocument/2006/relationships/image" Target="../media/image217.png"/><Relationship Id="rId6" Type="http://schemas.openxmlformats.org/officeDocument/2006/relationships/image" Target="../media/image222.svg"/><Relationship Id="rId5" Type="http://schemas.openxmlformats.org/officeDocument/2006/relationships/image" Target="../media/image221.png"/><Relationship Id="rId4" Type="http://schemas.openxmlformats.org/officeDocument/2006/relationships/image" Target="../media/image220.svg"/></Relationships>
</file>

<file path=ppt/diagrams/_rels/drawing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5.png"/><Relationship Id="rId2" Type="http://schemas.openxmlformats.org/officeDocument/2006/relationships/image" Target="../media/image224.svg"/><Relationship Id="rId1" Type="http://schemas.openxmlformats.org/officeDocument/2006/relationships/image" Target="../media/image223.png"/><Relationship Id="rId6" Type="http://schemas.openxmlformats.org/officeDocument/2006/relationships/image" Target="../media/image228.svg"/><Relationship Id="rId5" Type="http://schemas.openxmlformats.org/officeDocument/2006/relationships/image" Target="../media/image227.png"/><Relationship Id="rId4" Type="http://schemas.openxmlformats.org/officeDocument/2006/relationships/image" Target="../media/image226.svg"/></Relationships>
</file>

<file path=ppt/diagrams/_rels/drawing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1.png"/><Relationship Id="rId2" Type="http://schemas.openxmlformats.org/officeDocument/2006/relationships/image" Target="../media/image230.svg"/><Relationship Id="rId1" Type="http://schemas.openxmlformats.org/officeDocument/2006/relationships/image" Target="../media/image229.png"/><Relationship Id="rId4" Type="http://schemas.openxmlformats.org/officeDocument/2006/relationships/image" Target="../media/image232.svg"/></Relationships>
</file>

<file path=ppt/diagrams/_rels/drawing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5.png"/><Relationship Id="rId2" Type="http://schemas.openxmlformats.org/officeDocument/2006/relationships/image" Target="../media/image234.svg"/><Relationship Id="rId1" Type="http://schemas.openxmlformats.org/officeDocument/2006/relationships/image" Target="../media/image233.png"/><Relationship Id="rId6" Type="http://schemas.openxmlformats.org/officeDocument/2006/relationships/image" Target="../media/image228.svg"/><Relationship Id="rId5" Type="http://schemas.openxmlformats.org/officeDocument/2006/relationships/image" Target="../media/image227.png"/><Relationship Id="rId4" Type="http://schemas.openxmlformats.org/officeDocument/2006/relationships/image" Target="../media/image236.svg"/></Relationships>
</file>

<file path=ppt/diagrams/_rels/drawing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7.png"/><Relationship Id="rId2" Type="http://schemas.openxmlformats.org/officeDocument/2006/relationships/image" Target="../media/image119.svg"/><Relationship Id="rId1" Type="http://schemas.openxmlformats.org/officeDocument/2006/relationships/image" Target="../media/image118.png"/><Relationship Id="rId4" Type="http://schemas.openxmlformats.org/officeDocument/2006/relationships/image" Target="../media/image238.svg"/></Relationships>
</file>

<file path=ppt/diagrams/_rels/drawing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9.png"/><Relationship Id="rId2" Type="http://schemas.openxmlformats.org/officeDocument/2006/relationships/image" Target="../media/image121.svg"/><Relationship Id="rId1" Type="http://schemas.openxmlformats.org/officeDocument/2006/relationships/image" Target="../media/image120.png"/><Relationship Id="rId4" Type="http://schemas.openxmlformats.org/officeDocument/2006/relationships/image" Target="../media/image240.svg"/></Relationships>
</file>

<file path=ppt/diagrams/_rels/drawing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3.png"/><Relationship Id="rId2" Type="http://schemas.openxmlformats.org/officeDocument/2006/relationships/image" Target="../media/image242.svg"/><Relationship Id="rId1" Type="http://schemas.openxmlformats.org/officeDocument/2006/relationships/image" Target="../media/image241.png"/><Relationship Id="rId4" Type="http://schemas.openxmlformats.org/officeDocument/2006/relationships/image" Target="../media/image244.svg"/></Relationships>
</file>

<file path=ppt/diagrams/_rels/drawing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7.png"/><Relationship Id="rId2" Type="http://schemas.openxmlformats.org/officeDocument/2006/relationships/image" Target="../media/image141.svg"/><Relationship Id="rId1" Type="http://schemas.openxmlformats.org/officeDocument/2006/relationships/image" Target="../media/image140.png"/><Relationship Id="rId4" Type="http://schemas.openxmlformats.org/officeDocument/2006/relationships/image" Target="../media/image228.svg"/></Relationships>
</file>

<file path=ppt/diagrams/_rels/drawing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7.png"/><Relationship Id="rId2" Type="http://schemas.openxmlformats.org/officeDocument/2006/relationships/image" Target="../media/image246.svg"/><Relationship Id="rId1" Type="http://schemas.openxmlformats.org/officeDocument/2006/relationships/image" Target="../media/image245.png"/><Relationship Id="rId4" Type="http://schemas.openxmlformats.org/officeDocument/2006/relationships/image" Target="../media/image248.svg"/></Relationships>
</file>

<file path=ppt/diagrams/_rels/drawing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9.png"/><Relationship Id="rId2" Type="http://schemas.openxmlformats.org/officeDocument/2006/relationships/image" Target="../media/image224.svg"/><Relationship Id="rId1" Type="http://schemas.openxmlformats.org/officeDocument/2006/relationships/image" Target="../media/image223.png"/><Relationship Id="rId6" Type="http://schemas.openxmlformats.org/officeDocument/2006/relationships/image" Target="../media/image240.svg"/><Relationship Id="rId5" Type="http://schemas.openxmlformats.org/officeDocument/2006/relationships/image" Target="../media/image239.png"/><Relationship Id="rId4" Type="http://schemas.openxmlformats.org/officeDocument/2006/relationships/image" Target="../media/image250.svg"/></Relationships>
</file>

<file path=ppt/diagrams/_rels/drawing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3.png"/><Relationship Id="rId2" Type="http://schemas.openxmlformats.org/officeDocument/2006/relationships/image" Target="../media/image252.svg"/><Relationship Id="rId1" Type="http://schemas.openxmlformats.org/officeDocument/2006/relationships/image" Target="../media/image251.png"/><Relationship Id="rId4" Type="http://schemas.openxmlformats.org/officeDocument/2006/relationships/image" Target="../media/image254.svg"/></Relationships>
</file>

<file path=ppt/diagrams/_rels/drawing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7.png"/><Relationship Id="rId2" Type="http://schemas.openxmlformats.org/officeDocument/2006/relationships/image" Target="../media/image256.svg"/><Relationship Id="rId1" Type="http://schemas.openxmlformats.org/officeDocument/2006/relationships/image" Target="../media/image255.png"/><Relationship Id="rId6" Type="http://schemas.openxmlformats.org/officeDocument/2006/relationships/image" Target="../media/image260.svg"/><Relationship Id="rId5" Type="http://schemas.openxmlformats.org/officeDocument/2006/relationships/image" Target="../media/image259.png"/><Relationship Id="rId4" Type="http://schemas.openxmlformats.org/officeDocument/2006/relationships/image" Target="../media/image258.svg"/></Relationships>
</file>

<file path=ppt/diagrams/_rels/drawing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3.png"/><Relationship Id="rId2" Type="http://schemas.openxmlformats.org/officeDocument/2006/relationships/image" Target="../media/image262.svg"/><Relationship Id="rId1" Type="http://schemas.openxmlformats.org/officeDocument/2006/relationships/image" Target="../media/image261.png"/><Relationship Id="rId4" Type="http://schemas.openxmlformats.org/officeDocument/2006/relationships/image" Target="../media/image264.svg"/></Relationships>
</file>

<file path=ppt/diagrams/_rels/drawing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9.png"/><Relationship Id="rId2" Type="http://schemas.openxmlformats.org/officeDocument/2006/relationships/image" Target="../media/image266.svg"/><Relationship Id="rId1" Type="http://schemas.openxmlformats.org/officeDocument/2006/relationships/image" Target="../media/image265.png"/><Relationship Id="rId4" Type="http://schemas.openxmlformats.org/officeDocument/2006/relationships/image" Target="../media/image240.svg"/></Relationships>
</file>

<file path=ppt/diagrams/_rels/drawing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9.png"/><Relationship Id="rId2" Type="http://schemas.openxmlformats.org/officeDocument/2006/relationships/image" Target="../media/image268.svg"/><Relationship Id="rId1" Type="http://schemas.openxmlformats.org/officeDocument/2006/relationships/image" Target="../media/image267.png"/><Relationship Id="rId6" Type="http://schemas.openxmlformats.org/officeDocument/2006/relationships/image" Target="../media/image270.svg"/><Relationship Id="rId5" Type="http://schemas.openxmlformats.org/officeDocument/2006/relationships/image" Target="../media/image269.png"/><Relationship Id="rId4" Type="http://schemas.openxmlformats.org/officeDocument/2006/relationships/image" Target="../media/image240.svg"/></Relationships>
</file>

<file path=ppt/diagrams/_rels/drawing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1.png"/><Relationship Id="rId2" Type="http://schemas.openxmlformats.org/officeDocument/2006/relationships/image" Target="../media/image262.svg"/><Relationship Id="rId1" Type="http://schemas.openxmlformats.org/officeDocument/2006/relationships/image" Target="../media/image261.png"/><Relationship Id="rId4" Type="http://schemas.openxmlformats.org/officeDocument/2006/relationships/image" Target="../media/image272.svg"/></Relationships>
</file>

<file path=ppt/diagrams/_rels/drawing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5.png"/><Relationship Id="rId2" Type="http://schemas.openxmlformats.org/officeDocument/2006/relationships/image" Target="../media/image274.svg"/><Relationship Id="rId1" Type="http://schemas.openxmlformats.org/officeDocument/2006/relationships/image" Target="../media/image273.png"/><Relationship Id="rId4" Type="http://schemas.openxmlformats.org/officeDocument/2006/relationships/image" Target="../media/image276.svg"/></Relationships>
</file>

<file path=ppt/diagrams/_rels/drawing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7.png"/><Relationship Id="rId2" Type="http://schemas.openxmlformats.org/officeDocument/2006/relationships/image" Target="../media/image41.svg"/><Relationship Id="rId1" Type="http://schemas.openxmlformats.org/officeDocument/2006/relationships/image" Target="../media/image40.png"/><Relationship Id="rId4" Type="http://schemas.openxmlformats.org/officeDocument/2006/relationships/image" Target="../media/image278.svg"/></Relationships>
</file>

<file path=ppt/diagrams/_rels/drawing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1.png"/><Relationship Id="rId2" Type="http://schemas.openxmlformats.org/officeDocument/2006/relationships/image" Target="../media/image280.svg"/><Relationship Id="rId1" Type="http://schemas.openxmlformats.org/officeDocument/2006/relationships/image" Target="../media/image279.png"/><Relationship Id="rId6" Type="http://schemas.openxmlformats.org/officeDocument/2006/relationships/image" Target="../media/image284.svg"/><Relationship Id="rId5" Type="http://schemas.openxmlformats.org/officeDocument/2006/relationships/image" Target="../media/image283.png"/><Relationship Id="rId4" Type="http://schemas.openxmlformats.org/officeDocument/2006/relationships/image" Target="../media/image282.svg"/></Relationships>
</file>

<file path=ppt/diagrams/_rels/drawing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5.png"/><Relationship Id="rId2" Type="http://schemas.openxmlformats.org/officeDocument/2006/relationships/image" Target="../media/image252.svg"/><Relationship Id="rId1" Type="http://schemas.openxmlformats.org/officeDocument/2006/relationships/image" Target="../media/image251.png"/><Relationship Id="rId4" Type="http://schemas.openxmlformats.org/officeDocument/2006/relationships/image" Target="../media/image286.svg"/></Relationships>
</file>

<file path=ppt/diagrams/_rels/drawing1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3.svg"/><Relationship Id="rId3" Type="http://schemas.openxmlformats.org/officeDocument/2006/relationships/image" Target="../media/image13.png"/><Relationship Id="rId7" Type="http://schemas.openxmlformats.org/officeDocument/2006/relationships/image" Target="../media/image296.png"/><Relationship Id="rId2" Type="http://schemas.openxmlformats.org/officeDocument/2006/relationships/image" Target="../media/image289.svg"/><Relationship Id="rId1" Type="http://schemas.openxmlformats.org/officeDocument/2006/relationships/image" Target="../media/image294.png"/><Relationship Id="rId6" Type="http://schemas.openxmlformats.org/officeDocument/2006/relationships/image" Target="../media/image291.svg"/><Relationship Id="rId5" Type="http://schemas.openxmlformats.org/officeDocument/2006/relationships/image" Target="../media/image295.png"/><Relationship Id="rId4" Type="http://schemas.openxmlformats.org/officeDocument/2006/relationships/image" Target="../media/image14.svg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4_2">
  <dgm:title val=""/>
  <dgm:desc val=""/>
  <dgm:catLst>
    <dgm:cat type="accent4" pri="142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4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lnNode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8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.xml><?xml version="1.0" encoding="utf-8"?>
<dgm:colorsDef xmlns:dgm="http://schemas.openxmlformats.org/drawingml/2006/diagram" xmlns:a="http://schemas.openxmlformats.org/drawingml/2006/main" uniqueId="urn:microsoft.com/office/officeart/2005/8/colors/accent3_1">
  <dgm:title val=""/>
  <dgm:desc val=""/>
  <dgm:catLst>
    <dgm:cat type="accent3" pri="11100"/>
  </dgm:catLst>
  <dgm:styleLbl name="node0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lnNode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vennNode1">
    <dgm:fillClrLst meth="repeat">
      <a:schemeClr val="lt1">
        <a:alpha val="50000"/>
      </a:schemeClr>
    </dgm:fillClrLst>
    <dgm:linClrLst meth="repeat">
      <a:schemeClr val="accent3">
        <a:shade val="80000"/>
      </a:schemeClr>
    </dgm:linClrLst>
    <dgm:effectClrLst/>
    <dgm:txLinClrLst/>
    <dgm:txFillClrLst/>
    <dgm:txEffectClrLst/>
  </dgm:styleLbl>
  <dgm:styleLbl name="node2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3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4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3">
        <a:tint val="4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4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4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2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3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4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accent3">
        <a:alpha val="4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lt1">
        <a:alpha val="90000"/>
        <a:tint val="40000"/>
      </a:schemeClr>
    </dgm:fillClrLst>
    <dgm:linClrLst meth="repeat">
      <a:schemeClr val="accent3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lt1">
        <a:alpha val="90000"/>
        <a:tint val="40000"/>
      </a:schemeClr>
    </dgm:fillClrLst>
    <dgm:linClrLst meth="repeat">
      <a:schemeClr val="accent3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lt1">
        <a:alpha val="90000"/>
        <a:tint val="40000"/>
      </a:schemeClr>
    </dgm:fillClrLst>
    <dgm:linClrLst meth="repeat">
      <a:schemeClr val="accent3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.xml><?xml version="1.0" encoding="utf-8"?>
<dgm:colorsDef xmlns:dgm="http://schemas.openxmlformats.org/drawingml/2006/diagram" xmlns:a="http://schemas.openxmlformats.org/drawingml/2006/main" uniqueId="urn:microsoft.com/office/officeart/2005/8/colors/colorful4">
  <dgm:title val=""/>
  <dgm:desc val=""/>
  <dgm:catLst>
    <dgm:cat type="colorful" pri="104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4"/>
      <a:schemeClr val="accent5"/>
    </dgm:fillClrLst>
    <dgm:linClrLst>
      <a:schemeClr val="accent4"/>
      <a:schemeClr val="accent5"/>
    </dgm:linClrLst>
    <dgm:effectClrLst/>
    <dgm:txLinClrLst/>
    <dgm:txFillClrLst/>
    <dgm:txEffectClrLst/>
  </dgm:styleLbl>
  <dgm:styleLbl name="ln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4">
        <a:alpha val="50000"/>
      </a:schemeClr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4">
        <a:tint val="50000"/>
      </a:schemeClr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4"/>
      <a:schemeClr val="accent5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>
        <a:tint val="9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>
        <a:tint val="5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4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4.xml><?xml version="1.0" encoding="utf-8"?>
<dgm:colorsDef xmlns:dgm="http://schemas.openxmlformats.org/drawingml/2006/diagram" xmlns:a="http://schemas.openxmlformats.org/drawingml/2006/main" uniqueId="urn:microsoft.com/office/officeart/2005/8/colors/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5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6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7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8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9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0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1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3.xml><?xml version="1.0" encoding="utf-8"?>
<dgm:colorsDef xmlns:dgm="http://schemas.openxmlformats.org/drawingml/2006/diagram" xmlns:a="http://schemas.openxmlformats.org/drawingml/2006/main" uniqueId="urn:microsoft.com/office/officeart/2005/8/colors/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4.xml><?xml version="1.0" encoding="utf-8"?>
<dgm:colorsDef xmlns:dgm="http://schemas.openxmlformats.org/drawingml/2006/diagram" xmlns:a="http://schemas.openxmlformats.org/drawingml/2006/main" uniqueId="urn:microsoft.com/office/officeart/2005/8/colors/colorful4">
  <dgm:title val=""/>
  <dgm:desc val=""/>
  <dgm:catLst>
    <dgm:cat type="colorful" pri="104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4"/>
      <a:schemeClr val="accent5"/>
    </dgm:fillClrLst>
    <dgm:linClrLst>
      <a:schemeClr val="accent4"/>
      <a:schemeClr val="accent5"/>
    </dgm:linClrLst>
    <dgm:effectClrLst/>
    <dgm:txLinClrLst/>
    <dgm:txFillClrLst/>
    <dgm:txEffectClrLst/>
  </dgm:styleLbl>
  <dgm:styleLbl name="ln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4">
        <a:alpha val="50000"/>
      </a:schemeClr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4">
        <a:tint val="50000"/>
      </a:schemeClr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4"/>
      <a:schemeClr val="accent5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>
        <a:tint val="9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>
        <a:tint val="5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4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5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7.xml><?xml version="1.0" encoding="utf-8"?>
<dgm:colorsDef xmlns:dgm="http://schemas.openxmlformats.org/drawingml/2006/diagram" xmlns:a="http://schemas.openxmlformats.org/drawingml/2006/main" uniqueId="urn:microsoft.com/office/officeart/2005/8/colors/accent6_4">
  <dgm:title val=""/>
  <dgm:desc val=""/>
  <dgm:catLst>
    <dgm:cat type="accent6" pri="11400"/>
  </dgm:catLst>
  <dgm:styleLbl name="node0">
    <dgm:fillClrLst meth="cycle">
      <a:schemeClr val="accent6">
        <a:shade val="60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cycle">
      <a:schemeClr val="accent6">
        <a:shade val="50000"/>
      </a:schemeClr>
      <a:schemeClr val="accent6">
        <a:tint val="55000"/>
      </a:schemeClr>
    </dgm:fillClrLst>
    <dgm:linClrLst meth="cycle">
      <a:schemeClr val="accent6">
        <a:shade val="50000"/>
      </a:schemeClr>
      <a:schemeClr val="accent6">
        <a:tint val="55000"/>
      </a:schemeClr>
    </dgm:linClrLst>
    <dgm:effectClrLst/>
    <dgm:txLinClrLst/>
    <dgm:txFillClrLst/>
    <dgm:txEffectClrLst/>
  </dgm:styleLbl>
  <dgm:styleLbl name="node1">
    <dgm:fillClrLst meth="cycle">
      <a:schemeClr val="accent6">
        <a:shade val="50000"/>
      </a:schemeClr>
      <a:schemeClr val="accent6">
        <a:tint val="55000"/>
      </a:schemeClr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cycle">
      <a:schemeClr val="accent6">
        <a:shade val="50000"/>
      </a:schemeClr>
      <a:schemeClr val="accent6">
        <a:tint val="55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cycle">
      <a:schemeClr val="accent6">
        <a:shade val="80000"/>
        <a:alpha val="50000"/>
      </a:schemeClr>
      <a:schemeClr val="accent6">
        <a:tint val="50000"/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6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6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6">
        <a:tint val="50000"/>
      </a:schemeClr>
      <a:schemeClr val="accent6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6">
        <a:tint val="50000"/>
      </a:schemeClr>
      <a:schemeClr val="accent6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6">
        <a:tint val="50000"/>
      </a:schemeClr>
      <a:schemeClr val="accent6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cycle">
      <a:schemeClr val="accent6">
        <a:shade val="90000"/>
      </a:schemeClr>
      <a:schemeClr val="accent6">
        <a:tint val="50000"/>
      </a:schemeClr>
    </dgm:fillClrLst>
    <dgm:linClrLst meth="cycle">
      <a:schemeClr val="accent6">
        <a:shade val="90000"/>
      </a:schemeClr>
      <a:schemeClr val="accent6">
        <a:tint val="50000"/>
      </a:schemeClr>
    </dgm:linClrLst>
    <dgm:effectClrLst/>
    <dgm:txLinClrLst/>
    <dgm:txFillClrLst/>
    <dgm:txEffectClrLst/>
  </dgm:styleLbl>
  <dgm:styleLbl name="fgSibTrans2D1">
    <dgm:fillClrLst meth="cycle">
      <a:schemeClr val="accent6">
        <a:shade val="90000"/>
      </a:schemeClr>
      <a:schemeClr val="accent6">
        <a:tint val="50000"/>
      </a:schemeClr>
    </dgm:fillClrLst>
    <dgm:linClrLst meth="cycle">
      <a:schemeClr val="accent6">
        <a:shade val="90000"/>
      </a:schemeClr>
      <a:schemeClr val="accent6">
        <a:tint val="50000"/>
      </a:schemeClr>
    </dgm:linClrLst>
    <dgm:effectClrLst/>
    <dgm:txLinClrLst/>
    <dgm:txFillClrLst/>
    <dgm:txEffectClrLst/>
  </dgm:styleLbl>
  <dgm:styleLbl name="bgSibTrans2D1">
    <dgm:fillClrLst meth="cycle">
      <a:schemeClr val="accent6">
        <a:shade val="90000"/>
      </a:schemeClr>
      <a:schemeClr val="accent6">
        <a:tint val="50000"/>
      </a:schemeClr>
    </dgm:fillClrLst>
    <dgm:linClrLst meth="cycle">
      <a:schemeClr val="accent6">
        <a:shade val="90000"/>
      </a:schemeClr>
      <a:schemeClr val="accent6">
        <a:tint val="50000"/>
      </a:schemeClr>
    </dgm:linClrLst>
    <dgm:effectClrLst/>
    <dgm:txLinClrLst/>
    <dgm:txFillClrLst/>
    <dgm:txEffectClrLst/>
  </dgm:styleLbl>
  <dgm:styleLbl name="sibTrans1D1">
    <dgm:fillClrLst meth="cycle">
      <a:schemeClr val="accent6">
        <a:shade val="90000"/>
      </a:schemeClr>
      <a:schemeClr val="accent6">
        <a:tint val="50000"/>
      </a:schemeClr>
    </dgm:fillClrLst>
    <dgm:linClrLst meth="cycle">
      <a:schemeClr val="accent6">
        <a:shade val="90000"/>
      </a:schemeClr>
      <a:schemeClr val="accent6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6"/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6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6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6">
        <a:tint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6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>
        <a:tint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6">
        <a:tint val="60000"/>
      </a:schemeClr>
    </dgm:fillClrLst>
    <dgm:linClrLst meth="repeat">
      <a:schemeClr val="accent6">
        <a:shade val="80000"/>
      </a:schemeClr>
    </dgm:linClrLst>
    <dgm:effectClrLst/>
    <dgm:txLinClrLst/>
    <dgm:txFillClrLst/>
    <dgm:txEffectClrLst/>
  </dgm:styleLbl>
  <dgm:styleLbl name="parChTrans2D2">
    <dgm:fillClrLst meth="repeat">
      <a:schemeClr val="accent6">
        <a:tint val="90000"/>
      </a:schemeClr>
    </dgm:fillClrLst>
    <dgm:linClrLst meth="repeat">
      <a:schemeClr val="accent6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6">
        <a:tint val="70000"/>
      </a:schemeClr>
    </dgm:fillClrLst>
    <dgm:linClrLst meth="repeat">
      <a:schemeClr val="accent6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6">
        <a:tint val="50000"/>
      </a:schemeClr>
    </dgm:fillClrLst>
    <dgm:linClrLst meth="repeat">
      <a:schemeClr val="accent6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parChTrans1D1">
    <dgm:fillClrLst meth="repeat">
      <a:schemeClr val="accent6">
        <a:shade val="80000"/>
      </a:schemeClr>
    </dgm:fillClrLst>
    <dgm:linClrLst meth="repeat">
      <a:schemeClr val="accent6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>
        <a:tint val="9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6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6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cycle">
      <a:schemeClr val="accent6">
        <a:shade val="50000"/>
      </a:schemeClr>
      <a:schemeClr val="accent6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cycle">
      <a:schemeClr val="accent6">
        <a:shade val="50000"/>
      </a:schemeClr>
      <a:schemeClr val="accent6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cycle">
      <a:schemeClr val="accent6">
        <a:shade val="50000"/>
      </a:schemeClr>
      <a:schemeClr val="accent6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55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cycle">
      <a:schemeClr val="accent6">
        <a:shade val="50000"/>
      </a:schemeClr>
      <a:schemeClr val="accent6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cycle">
      <a:schemeClr val="accent6">
        <a:shade val="50000"/>
      </a:schemeClr>
      <a:schemeClr val="accent6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6">
        <a:alpha val="90000"/>
        <a:tint val="55000"/>
      </a:schemeClr>
    </dgm:fillClrLst>
    <dgm:linClrLst meth="repeat">
      <a:schemeClr val="accent6">
        <a:alpha val="90000"/>
        <a:tint val="55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6">
        <a:alpha val="90000"/>
        <a:tint val="55000"/>
      </a:schemeClr>
    </dgm:fillClrLst>
    <dgm:linClrLst meth="repeat">
      <a:schemeClr val="accent6">
        <a:alpha val="90000"/>
        <a:tint val="55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6">
        <a:alpha val="90000"/>
        <a:tint val="55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6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6">
        <a:tint val="90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6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6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6">
        <a:tint val="5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6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6">
        <a:tint val="50000"/>
        <a:alpha val="55000"/>
      </a:schemeClr>
    </dgm:fillClrLst>
    <dgm:linClrLst meth="repeat">
      <a:schemeClr val="accent6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6">
        <a:tint val="55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8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9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0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3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7.xml><?xml version="1.0" encoding="utf-8"?>
<dgm:colorsDef xmlns:dgm="http://schemas.openxmlformats.org/drawingml/2006/diagram" xmlns:a="http://schemas.openxmlformats.org/drawingml/2006/main" uniqueId="urn:microsoft.com/office/officeart/2005/8/colors/accent2_1">
  <dgm:title val=""/>
  <dgm:desc val=""/>
  <dgm:catLst>
    <dgm:cat type="accent2" pri="11100"/>
  </dgm:catLst>
  <dgm:styleLbl name="node0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1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lnNode1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vennNode1">
    <dgm:fillClrLst meth="repeat">
      <a:schemeClr val="lt1">
        <a:alpha val="50000"/>
      </a:schemeClr>
    </dgm:fillClrLst>
    <dgm:linClrLst meth="repeat">
      <a:schemeClr val="accent2">
        <a:shade val="80000"/>
      </a:schemeClr>
    </dgm:linClrLst>
    <dgm:effectClrLst/>
    <dgm:txLinClrLst/>
    <dgm:txFillClrLst/>
    <dgm:txEffectClrLst/>
  </dgm:styleLbl>
  <dgm:styleLbl name="node2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3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4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2">
        <a:tint val="40000"/>
      </a:schemeClr>
    </dgm:fillClrLst>
    <dgm:linClrLst meth="repeat">
      <a:schemeClr val="accent2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40000"/>
      </a:schemeClr>
    </dgm:fillClrLst>
    <dgm:linClrLst meth="repeat">
      <a:schemeClr val="accent2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40000"/>
      </a:schemeClr>
    </dgm:fillClrLst>
    <dgm:linClrLst meth="repeat">
      <a:schemeClr val="accent2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1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2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3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4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accent2">
        <a:alpha val="90000"/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accent2">
        <a:alpha val="90000"/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accent2">
        <a:alpha val="90000"/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accent2">
        <a:alpha val="40000"/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accent2">
        <a:alpha val="90000"/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lt1">
        <a:alpha val="90000"/>
        <a:tint val="40000"/>
      </a:schemeClr>
    </dgm:fillClrLst>
    <dgm:linClrLst meth="repeat">
      <a:schemeClr val="accent2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lt1">
        <a:alpha val="90000"/>
        <a:tint val="40000"/>
      </a:schemeClr>
    </dgm:fillClrLst>
    <dgm:linClrLst meth="repeat">
      <a:schemeClr val="accent2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lt1">
        <a:alpha val="90000"/>
        <a:tint val="40000"/>
      </a:schemeClr>
    </dgm:fillClrLst>
    <dgm:linClrLst meth="repeat">
      <a:schemeClr val="accent2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accent2">
        <a:alpha val="90000"/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accent2">
        <a:alpha val="90000"/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accent2">
        <a:alpha val="90000"/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accent2">
        <a:alpha val="90000"/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8.xml><?xml version="1.0" encoding="utf-8"?>
<dgm:colorsDef xmlns:dgm="http://schemas.openxmlformats.org/drawingml/2006/diagram" xmlns:a="http://schemas.openxmlformats.org/drawingml/2006/main" uniqueId="urn:microsoft.com/office/officeart/2005/8/colors/accent4_1">
  <dgm:title val=""/>
  <dgm:desc val=""/>
  <dgm:catLst>
    <dgm:cat type="accent4" pri="11100"/>
  </dgm:catLst>
  <dgm:styleLbl name="node0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1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lnNode1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vennNode1">
    <dgm:fillClrLst meth="repeat">
      <a:schemeClr val="lt1">
        <a:alpha val="50000"/>
      </a:schemeClr>
    </dgm:fillClrLst>
    <dgm:linClrLst meth="repeat">
      <a:schemeClr val="accent4">
        <a:shade val="80000"/>
      </a:schemeClr>
    </dgm:linClrLst>
    <dgm:effectClrLst/>
    <dgm:txLinClrLst/>
    <dgm:txFillClrLst/>
    <dgm:txEffectClrLst/>
  </dgm:styleLbl>
  <dgm:styleLbl name="node2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3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4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4">
        <a:tint val="40000"/>
      </a:schemeClr>
    </dgm:fillClrLst>
    <dgm:linClrLst meth="repeat">
      <a:schemeClr val="accent4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4">
        <a:tint val="40000"/>
      </a:schemeClr>
    </dgm:fillClrLst>
    <dgm:linClrLst meth="repeat">
      <a:schemeClr val="accent4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4">
        <a:tint val="40000"/>
      </a:schemeClr>
    </dgm:fillClrLst>
    <dgm:linClrLst meth="repeat">
      <a:schemeClr val="accent4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sib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1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2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3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4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parChTrans2D2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parChTrans2D4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accent4">
        <a:alpha val="90000"/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accent4">
        <a:alpha val="90000"/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accent4">
        <a:alpha val="90000"/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accent4">
        <a:alpha val="40000"/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accent4">
        <a:alpha val="90000"/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lt1">
        <a:alpha val="90000"/>
        <a:tint val="40000"/>
      </a:schemeClr>
    </dgm:fillClrLst>
    <dgm:linClrLst meth="repeat">
      <a:schemeClr val="accent4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lt1">
        <a:alpha val="90000"/>
        <a:tint val="40000"/>
      </a:schemeClr>
    </dgm:fillClrLst>
    <dgm:linClrLst meth="repeat">
      <a:schemeClr val="accent4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lt1">
        <a:alpha val="90000"/>
        <a:tint val="40000"/>
      </a:schemeClr>
    </dgm:fillClrLst>
    <dgm:linClrLst meth="repeat">
      <a:schemeClr val="accent4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accent4">
        <a:alpha val="90000"/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accent4">
        <a:alpha val="90000"/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accent4">
        <a:alpha val="90000"/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accent4">
        <a:alpha val="90000"/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4"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8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9.xml><?xml version="1.0" encoding="utf-8"?>
<dgm:colorsDef xmlns:dgm="http://schemas.openxmlformats.org/drawingml/2006/diagram" xmlns:a="http://schemas.openxmlformats.org/drawingml/2006/main" uniqueId="urn:microsoft.com/office/officeart/2005/8/colors/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0.xml><?xml version="1.0" encoding="utf-8"?>
<dgm:colorsDef xmlns:dgm="http://schemas.openxmlformats.org/drawingml/2006/diagram" xmlns:a="http://schemas.openxmlformats.org/drawingml/2006/main" uniqueId="urn:microsoft.com/office/officeart/2005/8/colors/accent5_2">
  <dgm:title val=""/>
  <dgm:desc val=""/>
  <dgm:catLst>
    <dgm:cat type="accent5" pri="11200"/>
  </dgm:catLst>
  <dgm:styleLbl name="node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5"/>
    </dgm:fillClrLst>
    <dgm:linClrLst meth="repeat">
      <a:schemeClr val="accent5"/>
    </dgm:linClrLst>
    <dgm:effectClrLst/>
    <dgm:txLinClrLst/>
    <dgm:txFillClrLst/>
    <dgm:txEffectClrLst/>
  </dgm:styleLbl>
  <dgm:styleLbl name="ln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8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2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6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7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>
        <a:alpha val="0"/>
      </a:schemeClr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0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1.xml><?xml version="1.0" encoding="utf-8"?>
<dgm:colorsDef xmlns:dgm="http://schemas.openxmlformats.org/drawingml/2006/diagram" xmlns:a="http://schemas.openxmlformats.org/drawingml/2006/main" uniqueId="urn:microsoft.com/office/officeart/2005/8/colors/colorful4">
  <dgm:title val=""/>
  <dgm:desc val=""/>
  <dgm:catLst>
    <dgm:cat type="colorful" pri="104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4"/>
      <a:schemeClr val="accent5"/>
    </dgm:fillClrLst>
    <dgm:linClrLst>
      <a:schemeClr val="accent4"/>
      <a:schemeClr val="accent5"/>
    </dgm:linClrLst>
    <dgm:effectClrLst/>
    <dgm:txLinClrLst/>
    <dgm:txFillClrLst/>
    <dgm:txEffectClrLst/>
  </dgm:styleLbl>
  <dgm:styleLbl name="ln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4">
        <a:alpha val="50000"/>
      </a:schemeClr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4">
        <a:tint val="50000"/>
      </a:schemeClr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4"/>
      <a:schemeClr val="accent5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>
        <a:tint val="9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>
        <a:tint val="5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4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4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5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7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8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9.xml><?xml version="1.0" encoding="utf-8"?>
<dgm:colorsDef xmlns:dgm="http://schemas.openxmlformats.org/drawingml/2006/diagram" xmlns:a="http://schemas.openxmlformats.org/drawingml/2006/main" uniqueId="urn:microsoft.com/office/officeart/2005/8/colors/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0.xml><?xml version="1.0" encoding="utf-8"?>
<dgm:colorsDef xmlns:dgm="http://schemas.openxmlformats.org/drawingml/2006/diagram" xmlns:a="http://schemas.openxmlformats.org/drawingml/2006/main" uniqueId="urn:microsoft.com/office/officeart/2005/8/colors/accent5_4">
  <dgm:title val=""/>
  <dgm:desc val=""/>
  <dgm:catLst>
    <dgm:cat type="accent5" pri="11400"/>
  </dgm:catLst>
  <dgm:styleLbl name="node0">
    <dgm:fillClrLst meth="cycle">
      <a:schemeClr val="accent5">
        <a:shade val="60000"/>
      </a:schemeClr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cycle">
      <a:schemeClr val="accent5">
        <a:shade val="50000"/>
      </a:schemeClr>
      <a:schemeClr val="accent5">
        <a:tint val="55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cycle">
      <a:schemeClr val="accent5">
        <a:shade val="50000"/>
      </a:schemeClr>
      <a:schemeClr val="accent5">
        <a:tint val="55000"/>
      </a:schemeClr>
    </dgm:fillClrLst>
    <dgm:linClrLst meth="cycle">
      <a:schemeClr val="accent5">
        <a:shade val="50000"/>
      </a:schemeClr>
      <a:schemeClr val="accent5">
        <a:tint val="55000"/>
      </a:schemeClr>
    </dgm:linClrLst>
    <dgm:effectClrLst/>
    <dgm:txLinClrLst/>
    <dgm:txFillClrLst/>
    <dgm:txEffectClrLst/>
  </dgm:styleLbl>
  <dgm:styleLbl name="lnNode1">
    <dgm:fillClrLst meth="cycle">
      <a:schemeClr val="accent5">
        <a:shade val="50000"/>
      </a:schemeClr>
      <a:schemeClr val="accent5">
        <a:tint val="55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cycle">
      <a:schemeClr val="accent5">
        <a:shade val="80000"/>
        <a:alpha val="50000"/>
      </a:schemeClr>
      <a:schemeClr val="accent5">
        <a:tint val="50000"/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5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5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5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5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5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cycle">
      <a:schemeClr val="accent5">
        <a:shade val="90000"/>
      </a:schemeClr>
      <a:schemeClr val="accent5">
        <a:tint val="50000"/>
      </a:schemeClr>
    </dgm:fillClrLst>
    <dgm:linClrLst meth="cycle">
      <a:schemeClr val="accent5">
        <a:shade val="90000"/>
      </a:schemeClr>
      <a:schemeClr val="accent5">
        <a:tint val="50000"/>
      </a:schemeClr>
    </dgm:linClrLst>
    <dgm:effectClrLst/>
    <dgm:txLinClrLst/>
    <dgm:txFillClrLst/>
    <dgm:txEffectClrLst/>
  </dgm:styleLbl>
  <dgm:styleLbl name="fgSibTrans2D1">
    <dgm:fillClrLst meth="cycle">
      <a:schemeClr val="accent5">
        <a:shade val="90000"/>
      </a:schemeClr>
      <a:schemeClr val="accent5">
        <a:tint val="50000"/>
      </a:schemeClr>
    </dgm:fillClrLst>
    <dgm:linClrLst meth="cycle">
      <a:schemeClr val="accent5">
        <a:shade val="90000"/>
      </a:schemeClr>
      <a:schemeClr val="accent5">
        <a:tint val="50000"/>
      </a:schemeClr>
    </dgm:linClrLst>
    <dgm:effectClrLst/>
    <dgm:txLinClrLst/>
    <dgm:txFillClrLst/>
    <dgm:txEffectClrLst/>
  </dgm:styleLbl>
  <dgm:styleLbl name="bgSibTrans2D1">
    <dgm:fillClrLst meth="cycle">
      <a:schemeClr val="accent5">
        <a:shade val="90000"/>
      </a:schemeClr>
      <a:schemeClr val="accent5">
        <a:tint val="50000"/>
      </a:schemeClr>
    </dgm:fillClrLst>
    <dgm:linClrLst meth="cycle">
      <a:schemeClr val="accent5">
        <a:shade val="90000"/>
      </a:schemeClr>
      <a:schemeClr val="accent5">
        <a:tint val="50000"/>
      </a:schemeClr>
    </dgm:linClrLst>
    <dgm:effectClrLst/>
    <dgm:txLinClrLst/>
    <dgm:txFillClrLst/>
    <dgm:txEffectClrLst/>
  </dgm:styleLbl>
  <dgm:styleLbl name="fgSibTrans2D1">
    <dgm:fillClrLst meth="cycle">
      <a:schemeClr val="accent5">
        <a:shade val="90000"/>
      </a:schemeClr>
      <a:schemeClr val="accent5">
        <a:tint val="50000"/>
      </a:schemeClr>
    </dgm:fillClrLst>
    <dgm:linClrLst meth="cycle">
      <a:schemeClr val="accent5">
        <a:shade val="90000"/>
      </a:schemeClr>
      <a:schemeClr val="accent5">
        <a:tint val="50000"/>
      </a:schemeClr>
    </dgm:linClrLst>
    <dgm:effectClrLst/>
    <dgm:txLinClrLst/>
    <dgm:txFillClrLst/>
    <dgm:txEffectClrLst/>
  </dgm:styleLbl>
  <dgm:styleLbl name="sibTrans1D1">
    <dgm:fillClrLst meth="cycle">
      <a:schemeClr val="accent5">
        <a:shade val="90000"/>
      </a:schemeClr>
      <a:schemeClr val="accent5">
        <a:tint val="50000"/>
      </a:schemeClr>
    </dgm:fillClrLst>
    <dgm:linClrLst meth="cycle">
      <a:schemeClr val="accent5">
        <a:shade val="90000"/>
      </a:schemeClr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5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5">
        <a:tint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>
        <a:tint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>
        <a:tint val="60000"/>
      </a:schemeClr>
    </dgm:fillClrLst>
    <dgm:linClrLst meth="repeat">
      <a:schemeClr val="accent5">
        <a:shade val="80000"/>
      </a:schemeClr>
    </dgm:linClrLst>
    <dgm:effectClrLst/>
    <dgm:txLinClrLst/>
    <dgm:txFillClrLst/>
    <dgm:txEffectClrLst/>
  </dgm:styleLbl>
  <dgm:styleLbl name="parChTrans2D2">
    <dgm:fillClrLst meth="repeat">
      <a:schemeClr val="accent5">
        <a:tint val="90000"/>
      </a:schemeClr>
    </dgm:fillClrLst>
    <dgm:linClrLst meth="repeat">
      <a:schemeClr val="accent5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5">
        <a:tint val="70000"/>
      </a:schemeClr>
    </dgm:fillClrLst>
    <dgm:linClrLst meth="repeat">
      <a:schemeClr val="accent5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5">
        <a:tint val="50000"/>
      </a:schemeClr>
    </dgm:fillClrLst>
    <dgm:linClrLst meth="repeat">
      <a:schemeClr val="accent5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parChTrans1D1">
    <dgm:fillClrLst meth="repeat">
      <a:schemeClr val="accent5">
        <a:shade val="80000"/>
      </a:schemeClr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5">
        <a:tint val="90000"/>
      </a:schemeClr>
    </dgm:fillClrLst>
    <dgm:linClrLst meth="repeat">
      <a:schemeClr val="accent5">
        <a:tint val="9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5">
        <a:tint val="70000"/>
      </a:schemeClr>
    </dgm:fillClrLst>
    <dgm:linClrLst meth="repeat">
      <a:schemeClr val="accent5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cycle">
      <a:schemeClr val="accent5">
        <a:shade val="50000"/>
      </a:schemeClr>
      <a:schemeClr val="accent5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cycle">
      <a:schemeClr val="accent5">
        <a:shade val="50000"/>
      </a:schemeClr>
      <a:schemeClr val="accent5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cycle">
      <a:schemeClr val="accent5">
        <a:shade val="50000"/>
      </a:schemeClr>
      <a:schemeClr val="accent5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55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cycle">
      <a:schemeClr val="accent5">
        <a:shade val="50000"/>
      </a:schemeClr>
      <a:schemeClr val="accent5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cycle">
      <a:schemeClr val="accent5">
        <a:shade val="50000"/>
      </a:schemeClr>
      <a:schemeClr val="accent5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5">
        <a:alpha val="90000"/>
        <a:tint val="55000"/>
      </a:schemeClr>
    </dgm:fillClrLst>
    <dgm:linClrLst meth="repeat">
      <a:schemeClr val="accent5">
        <a:alpha val="90000"/>
        <a:tint val="55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5">
        <a:alpha val="90000"/>
        <a:tint val="55000"/>
      </a:schemeClr>
    </dgm:fillClrLst>
    <dgm:linClrLst meth="repeat">
      <a:schemeClr val="accent5">
        <a:alpha val="90000"/>
        <a:tint val="55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5">
        <a:alpha val="90000"/>
        <a:tint val="55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5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5">
        <a:tint val="90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5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5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5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55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55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2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4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6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7.xml><?xml version="1.0" encoding="utf-8"?>
<dgm:colorsDef xmlns:dgm="http://schemas.openxmlformats.org/drawingml/2006/diagram" xmlns:a="http://schemas.openxmlformats.org/drawingml/2006/main" uniqueId="urn:microsoft.com/office/officeart/2005/8/colors/accent3_1">
  <dgm:title val=""/>
  <dgm:desc val=""/>
  <dgm:catLst>
    <dgm:cat type="accent3" pri="11100"/>
  </dgm:catLst>
  <dgm:styleLbl name="node0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lnNode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vennNode1">
    <dgm:fillClrLst meth="repeat">
      <a:schemeClr val="lt1">
        <a:alpha val="50000"/>
      </a:schemeClr>
    </dgm:fillClrLst>
    <dgm:linClrLst meth="repeat">
      <a:schemeClr val="accent3">
        <a:shade val="80000"/>
      </a:schemeClr>
    </dgm:linClrLst>
    <dgm:effectClrLst/>
    <dgm:txLinClrLst/>
    <dgm:txFillClrLst/>
    <dgm:txEffectClrLst/>
  </dgm:styleLbl>
  <dgm:styleLbl name="node2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3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4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3">
        <a:tint val="4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4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4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2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3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4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accent3">
        <a:alpha val="4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lt1">
        <a:alpha val="90000"/>
        <a:tint val="40000"/>
      </a:schemeClr>
    </dgm:fillClrLst>
    <dgm:linClrLst meth="repeat">
      <a:schemeClr val="accent3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lt1">
        <a:alpha val="90000"/>
        <a:tint val="40000"/>
      </a:schemeClr>
    </dgm:fillClrLst>
    <dgm:linClrLst meth="repeat">
      <a:schemeClr val="accent3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lt1">
        <a:alpha val="90000"/>
        <a:tint val="40000"/>
      </a:schemeClr>
    </dgm:fillClrLst>
    <dgm:linClrLst meth="repeat">
      <a:schemeClr val="accent3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0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1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3_2">
  <dgm:title val=""/>
  <dgm:desc val=""/>
  <dgm:catLst>
    <dgm:cat type="accent3" pri="13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2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6_2">
  <dgm:title val=""/>
  <dgm:desc val=""/>
  <dgm:catLst>
    <dgm:cat type="accent6" pri="16200"/>
  </dgm:catLst>
  <dgm:styleLbl name="node0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6"/>
    </dgm:fillClrLst>
    <dgm:linClrLst meth="repeat">
      <a:schemeClr val="accent6"/>
    </dgm:linClrLst>
    <dgm:effectClrLst/>
    <dgm:txLinClrLst/>
    <dgm:txFillClrLst/>
    <dgm:txEffectClrLst/>
  </dgm:styleLbl>
  <dgm:styleLbl name="lnNode1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6">
        <a:tint val="60000"/>
      </a:schemeClr>
    </dgm:fillClrLst>
    <dgm:linClrLst meth="repeat">
      <a:schemeClr val="accent6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6">
        <a:tint val="60000"/>
      </a:schemeClr>
    </dgm:fillClrLst>
    <dgm:linClrLst meth="repeat">
      <a:schemeClr val="accent6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6">
        <a:tint val="60000"/>
      </a:schemeClr>
    </dgm:fillClrLst>
    <dgm:linClrLst meth="repeat">
      <a:schemeClr val="accent6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6"/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6"/>
    </dgm:fillClrLst>
    <dgm:linClrLst meth="repeat">
      <a:schemeClr val="accent6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6">
        <a:tint val="60000"/>
      </a:schemeClr>
    </dgm:fillClrLst>
    <dgm:linClrLst meth="repeat">
      <a:schemeClr val="accent6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accent6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6"/>
    </dgm:fillClrLst>
    <dgm:linClrLst meth="repeat">
      <a:schemeClr val="accent6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6"/>
    </dgm:fillClrLst>
    <dgm:linClrLst meth="repeat">
      <a:schemeClr val="accent6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6"/>
    </dgm:fillClrLst>
    <dgm:linClrLst meth="repeat">
      <a:schemeClr val="accent6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/>
    </dgm:fillClrLst>
    <dgm:linClrLst meth="repeat">
      <a:schemeClr val="accent6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/>
    </dgm:fillClrLst>
    <dgm:linClrLst meth="repeat">
      <a:schemeClr val="accent6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/>
    </dgm:fillClrLst>
    <dgm:linClrLst meth="repeat">
      <a:schemeClr val="accent6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6">
        <a:alpha val="90000"/>
        <a:tint val="40000"/>
      </a:schemeClr>
    </dgm:fillClrLst>
    <dgm:linClrLst meth="repeat">
      <a:schemeClr val="accent6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6">
        <a:alpha val="90000"/>
        <a:tint val="40000"/>
      </a:schemeClr>
    </dgm:fillClrLst>
    <dgm:linClrLst meth="repeat">
      <a:schemeClr val="accent6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6">
        <a:alpha val="90000"/>
        <a:tint val="40000"/>
      </a:schemeClr>
    </dgm:fillClrLst>
    <dgm:linClrLst meth="repeat">
      <a:schemeClr val="accent6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6">
        <a:shade val="80000"/>
      </a:schemeClr>
    </dgm:fillClrLst>
    <dgm:linClrLst meth="repeat">
      <a:schemeClr val="accent6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6">
        <a:tint val="50000"/>
        <a:alpha val="40000"/>
      </a:schemeClr>
    </dgm:fillClrLst>
    <dgm:linClrLst meth="repeat">
      <a:schemeClr val="accent6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6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5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>
        <a:alpha val="0"/>
      </a:schemeClr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6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9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>
        <a:alpha val="0"/>
      </a:schemeClr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0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1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>
        <a:alpha val="0"/>
      </a:schemeClr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3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5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6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>
        <a:alpha val="0"/>
      </a:schemeClr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8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0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>
        <a:alpha val="0"/>
      </a:schemeClr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1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3_2">
  <dgm:title val=""/>
  <dgm:desc val=""/>
  <dgm:catLst>
    <dgm:cat type="accent3" pri="13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3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>
        <a:alpha val="0"/>
      </a:schemeClr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6.xml><?xml version="1.0" encoding="utf-8"?>
<dgm:colorsDef xmlns:dgm="http://schemas.openxmlformats.org/drawingml/2006/diagram" xmlns:a="http://schemas.openxmlformats.org/drawingml/2006/main" uniqueId="urn:microsoft.com/office/officeart/2005/8/colors/accent4_4">
  <dgm:title val=""/>
  <dgm:desc val=""/>
  <dgm:catLst>
    <dgm:cat type="accent4" pri="11400"/>
  </dgm:catLst>
  <dgm:styleLbl name="node0">
    <dgm:fillClrLst meth="cycle">
      <a:schemeClr val="accent4">
        <a:shade val="60000"/>
      </a:schemeClr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cycle">
      <a:schemeClr val="accent4">
        <a:shade val="50000"/>
      </a:schemeClr>
      <a:schemeClr val="accent4">
        <a:tint val="55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cycle">
      <a:schemeClr val="accent4">
        <a:shade val="50000"/>
      </a:schemeClr>
      <a:schemeClr val="accent4">
        <a:tint val="55000"/>
      </a:schemeClr>
    </dgm:fillClrLst>
    <dgm:linClrLst meth="cycle">
      <a:schemeClr val="accent4">
        <a:shade val="50000"/>
      </a:schemeClr>
      <a:schemeClr val="accent4">
        <a:tint val="55000"/>
      </a:schemeClr>
    </dgm:linClrLst>
    <dgm:effectClrLst/>
    <dgm:txLinClrLst/>
    <dgm:txFillClrLst/>
    <dgm:txEffectClrLst/>
  </dgm:styleLbl>
  <dgm:styleLbl name="lnNode1">
    <dgm:fillClrLst meth="cycle">
      <a:schemeClr val="accent4">
        <a:shade val="50000"/>
      </a:schemeClr>
      <a:schemeClr val="accent4">
        <a:tint val="55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cycle">
      <a:schemeClr val="accent4">
        <a:shade val="80000"/>
        <a:alpha val="50000"/>
      </a:schemeClr>
      <a:schemeClr val="accent4">
        <a:tint val="50000"/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4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4">
        <a:tint val="50000"/>
      </a:schemeClr>
      <a:schemeClr val="accent4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4">
        <a:tint val="50000"/>
      </a:schemeClr>
      <a:schemeClr val="accent4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4">
        <a:tint val="50000"/>
      </a:schemeClr>
      <a:schemeClr val="accent4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cycle">
      <a:schemeClr val="accent4">
        <a:shade val="90000"/>
      </a:schemeClr>
      <a:schemeClr val="accent4">
        <a:tint val="50000"/>
      </a:schemeClr>
    </dgm:fillClrLst>
    <dgm:linClrLst meth="cycle">
      <a:schemeClr val="accent4">
        <a:shade val="90000"/>
      </a:schemeClr>
      <a:schemeClr val="accent4">
        <a:tint val="50000"/>
      </a:schemeClr>
    </dgm:linClrLst>
    <dgm:effectClrLst/>
    <dgm:txLinClrLst/>
    <dgm:txFillClrLst/>
    <dgm:txEffectClrLst/>
  </dgm:styleLbl>
  <dgm:styleLbl name="fgSibTrans2D1">
    <dgm:fillClrLst meth="cycle">
      <a:schemeClr val="accent4">
        <a:shade val="90000"/>
      </a:schemeClr>
      <a:schemeClr val="accent4">
        <a:tint val="50000"/>
      </a:schemeClr>
    </dgm:fillClrLst>
    <dgm:linClrLst meth="cycle">
      <a:schemeClr val="accent4">
        <a:shade val="90000"/>
      </a:schemeClr>
      <a:schemeClr val="accent4">
        <a:tint val="50000"/>
      </a:schemeClr>
    </dgm:linClrLst>
    <dgm:effectClrLst/>
    <dgm:txLinClrLst/>
    <dgm:txFillClrLst/>
    <dgm:txEffectClrLst/>
  </dgm:styleLbl>
  <dgm:styleLbl name="bgSibTrans2D1">
    <dgm:fillClrLst meth="cycle">
      <a:schemeClr val="accent4">
        <a:shade val="90000"/>
      </a:schemeClr>
      <a:schemeClr val="accent4">
        <a:tint val="50000"/>
      </a:schemeClr>
    </dgm:fillClrLst>
    <dgm:linClrLst meth="cycle">
      <a:schemeClr val="accent4">
        <a:shade val="90000"/>
      </a:schemeClr>
      <a:schemeClr val="accent4">
        <a:tint val="50000"/>
      </a:schemeClr>
    </dgm:linClrLst>
    <dgm:effectClrLst/>
    <dgm:txLinClrLst/>
    <dgm:txFillClrLst/>
    <dgm:txEffectClrLst/>
  </dgm:styleLbl>
  <dgm:styleLbl name="sibTrans1D1">
    <dgm:fillClrLst meth="cycle">
      <a:schemeClr val="accent4">
        <a:shade val="90000"/>
      </a:schemeClr>
      <a:schemeClr val="accent4">
        <a:tint val="50000"/>
      </a:schemeClr>
    </dgm:fillClrLst>
    <dgm:linClrLst meth="cycle">
      <a:schemeClr val="accent4">
        <a:shade val="90000"/>
      </a:schemeClr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4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4">
        <a:tint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4">
        <a:tint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shade val="80000"/>
      </a:schemeClr>
    </dgm:linClrLst>
    <dgm:effectClrLst/>
    <dgm:txLinClrLst/>
    <dgm:txFillClrLst/>
    <dgm:txEffectClrLst/>
  </dgm:styleLbl>
  <dgm:styleLbl name="parChTrans2D2">
    <dgm:fillClrLst meth="repeat">
      <a:schemeClr val="accent4">
        <a:tint val="90000"/>
      </a:schemeClr>
    </dgm:fillClrLst>
    <dgm:linClrLst meth="repeat">
      <a:schemeClr val="accent4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4">
        <a:tint val="70000"/>
      </a:schemeClr>
    </dgm:fillClrLst>
    <dgm:linClrLst meth="repeat">
      <a:schemeClr val="accent4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4">
        <a:tint val="50000"/>
      </a:schemeClr>
    </dgm:fillClrLst>
    <dgm:linClrLst meth="repeat">
      <a:schemeClr val="accent4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parChTrans1D1">
    <dgm:fillClrLst meth="repeat">
      <a:schemeClr val="accent4">
        <a:shade val="80000"/>
      </a:schemeClr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>
        <a:tint val="90000"/>
      </a:schemeClr>
    </dgm:fillClrLst>
    <dgm:linClrLst meth="repeat">
      <a:schemeClr val="accent4">
        <a:tint val="9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4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>
        <a:tint val="50000"/>
      </a:schemeClr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cycle">
      <a:schemeClr val="accent4">
        <a:shade val="50000"/>
      </a:schemeClr>
      <a:schemeClr val="accent4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cycle">
      <a:schemeClr val="accent4">
        <a:shade val="50000"/>
      </a:schemeClr>
      <a:schemeClr val="accent4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cycle">
      <a:schemeClr val="accent4">
        <a:shade val="50000"/>
      </a:schemeClr>
      <a:schemeClr val="accent4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55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cycle">
      <a:schemeClr val="accent4">
        <a:shade val="50000"/>
      </a:schemeClr>
      <a:schemeClr val="accent4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cycle">
      <a:schemeClr val="accent4">
        <a:shade val="50000"/>
      </a:schemeClr>
      <a:schemeClr val="accent4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4">
        <a:alpha val="90000"/>
        <a:tint val="55000"/>
      </a:schemeClr>
    </dgm:fillClrLst>
    <dgm:linClrLst meth="repeat">
      <a:schemeClr val="accent4">
        <a:alpha val="90000"/>
        <a:tint val="55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4">
        <a:alpha val="90000"/>
        <a:tint val="55000"/>
      </a:schemeClr>
    </dgm:fillClrLst>
    <dgm:linClrLst meth="repeat">
      <a:schemeClr val="accent4">
        <a:alpha val="90000"/>
        <a:tint val="55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4">
        <a:alpha val="90000"/>
        <a:tint val="55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4">
        <a:tint val="90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4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4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4">
        <a:tint val="5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55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55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7.xml><?xml version="1.0" encoding="utf-8"?>
<dgm:colorsDef xmlns:dgm="http://schemas.openxmlformats.org/drawingml/2006/diagram" xmlns:a="http://schemas.openxmlformats.org/drawingml/2006/main" uniqueId="urn:microsoft.com/office/officeart/2005/8/colors/accent3_1">
  <dgm:title val=""/>
  <dgm:desc val=""/>
  <dgm:catLst>
    <dgm:cat type="accent3" pri="11100"/>
  </dgm:catLst>
  <dgm:styleLbl name="node0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lnNode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vennNode1">
    <dgm:fillClrLst meth="repeat">
      <a:schemeClr val="lt1">
        <a:alpha val="50000"/>
      </a:schemeClr>
    </dgm:fillClrLst>
    <dgm:linClrLst meth="repeat">
      <a:schemeClr val="accent3">
        <a:shade val="80000"/>
      </a:schemeClr>
    </dgm:linClrLst>
    <dgm:effectClrLst/>
    <dgm:txLinClrLst/>
    <dgm:txFillClrLst/>
    <dgm:txEffectClrLst/>
  </dgm:styleLbl>
  <dgm:styleLbl name="node2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3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4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3">
        <a:tint val="4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4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4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2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3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4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accent3">
        <a:alpha val="4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lt1">
        <a:alpha val="90000"/>
        <a:tint val="40000"/>
      </a:schemeClr>
    </dgm:fillClrLst>
    <dgm:linClrLst meth="repeat">
      <a:schemeClr val="accent3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lt1">
        <a:alpha val="90000"/>
        <a:tint val="40000"/>
      </a:schemeClr>
    </dgm:fillClrLst>
    <dgm:linClrLst meth="repeat">
      <a:schemeClr val="accent3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lt1">
        <a:alpha val="90000"/>
        <a:tint val="40000"/>
      </a:schemeClr>
    </dgm:fillClrLst>
    <dgm:linClrLst meth="repeat">
      <a:schemeClr val="accent3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8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9.xml><?xml version="1.0" encoding="utf-8"?>
<dgm:colorsDef xmlns:dgm="http://schemas.openxmlformats.org/drawingml/2006/diagram" xmlns:a="http://schemas.openxmlformats.org/drawingml/2006/main" uniqueId="urn:microsoft.com/office/officeart/2005/8/colors/accent0_2">
  <dgm:title val=""/>
  <dgm:desc val=""/>
  <dgm:catLst>
    <dgm:cat type="mainScheme" pri="10200"/>
  </dgm:catLst>
  <dgm:styleLbl name="node0">
    <dgm:fillClrLst meth="repeat">
      <a:schemeClr val="lt1"/>
    </dgm:fillClrLst>
    <dgm:linClrLst meth="repeat">
      <a:schemeClr val="dk2">
        <a:shade val="80000"/>
      </a:schemeClr>
    </dgm:linClrLst>
    <dgm:effectClrLst/>
    <dgm:txLinClrLst/>
    <dgm:txFillClrLst meth="repeat">
      <a:schemeClr val="dk2"/>
    </dgm:txFillClrLst>
    <dgm:txEffectClrLst/>
  </dgm:styleLbl>
  <dgm:styleLbl name="node1">
    <dgm:fillClrLst meth="repeat">
      <a:schemeClr val="lt1"/>
    </dgm:fillClrLst>
    <dgm:linClrLst meth="repeat">
      <a:schemeClr val="dk2">
        <a:shade val="80000"/>
      </a:schemeClr>
    </dgm:linClrLst>
    <dgm:effectClrLst/>
    <dgm:txLinClrLst/>
    <dgm:txFillClrLst meth="repeat">
      <a:schemeClr val="dk2"/>
    </dgm:txFillClrLst>
    <dgm:txEffectClrLst/>
  </dgm:styleLbl>
  <dgm:styleLbl name="alignNode1">
    <dgm:fillClrLst meth="repeat">
      <a:schemeClr val="lt1"/>
    </dgm:fillClrLst>
    <dgm:linClrLst meth="repeat">
      <a:schemeClr val="dk2">
        <a:shade val="80000"/>
      </a:schemeClr>
    </dgm:linClrLst>
    <dgm:effectClrLst/>
    <dgm:txLinClrLst/>
    <dgm:txFillClrLst meth="repeat">
      <a:schemeClr val="dk2"/>
    </dgm:txFillClrLst>
    <dgm:txEffectClrLst/>
  </dgm:styleLbl>
  <dgm:styleLbl name="lnNode1">
    <dgm:fillClrLst meth="repeat">
      <a:schemeClr val="lt1"/>
    </dgm:fillClrLst>
    <dgm:linClrLst meth="repeat">
      <a:schemeClr val="dk2">
        <a:shade val="80000"/>
      </a:schemeClr>
    </dgm:linClrLst>
    <dgm:effectClrLst/>
    <dgm:txLinClrLst/>
    <dgm:txFillClrLst meth="repeat">
      <a:schemeClr val="dk2"/>
    </dgm:txFillClrLst>
    <dgm:txEffectClrLst/>
  </dgm:styleLbl>
  <dgm:styleLbl name="vennNode1">
    <dgm:fillClrLst meth="repeat">
      <a:schemeClr val="lt1">
        <a:alpha val="50000"/>
      </a:schemeClr>
    </dgm:fillClrLst>
    <dgm:linClrLst meth="repeat">
      <a:schemeClr val="dk2">
        <a:shade val="80000"/>
      </a:schemeClr>
    </dgm:linClrLst>
    <dgm:effectClrLst/>
    <dgm:txLinClrLst/>
    <dgm:txFillClrLst/>
    <dgm:txEffectClrLst/>
  </dgm:styleLbl>
  <dgm:styleLbl name="node2">
    <dgm:fillClrLst meth="repeat">
      <a:schemeClr val="lt1"/>
    </dgm:fillClrLst>
    <dgm:linClrLst meth="repeat">
      <a:schemeClr val="dk2">
        <a:shade val="80000"/>
      </a:schemeClr>
    </dgm:linClrLst>
    <dgm:effectClrLst/>
    <dgm:txLinClrLst/>
    <dgm:txFillClrLst meth="repeat">
      <a:schemeClr val="dk2"/>
    </dgm:txFillClrLst>
    <dgm:txEffectClrLst/>
  </dgm:styleLbl>
  <dgm:styleLbl name="node3">
    <dgm:fillClrLst meth="repeat">
      <a:schemeClr val="lt1"/>
    </dgm:fillClrLst>
    <dgm:linClrLst meth="repeat">
      <a:schemeClr val="dk2">
        <a:shade val="80000"/>
      </a:schemeClr>
    </dgm:linClrLst>
    <dgm:effectClrLst/>
    <dgm:txLinClrLst/>
    <dgm:txFillClrLst meth="repeat">
      <a:schemeClr val="dk2"/>
    </dgm:txFillClrLst>
    <dgm:txEffectClrLst/>
  </dgm:styleLbl>
  <dgm:styleLbl name="node4">
    <dgm:fillClrLst meth="repeat">
      <a:schemeClr val="lt1"/>
    </dgm:fillClrLst>
    <dgm:linClrLst meth="repeat">
      <a:schemeClr val="dk2">
        <a:shade val="80000"/>
      </a:schemeClr>
    </dgm:linClrLst>
    <dgm:effectClrLst/>
    <dgm:txLinClrLst/>
    <dgm:txFillClrLst meth="repeat">
      <a:schemeClr val="dk2"/>
    </dgm:txFillClrLst>
    <dgm:txEffectClrLst/>
  </dgm:styleLbl>
  <dgm:styleLbl name="fgImgPlace1">
    <dgm:fillClrLst meth="repeat">
      <a:schemeClr val="dk2">
        <a:tint val="4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dk2">
        <a:tint val="4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dk2">
        <a:tint val="4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dk2"/>
    </dgm:txFillClrLst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dk2"/>
    </dgm:txFillClrLst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dk2"/>
    </dgm:txFillClrLst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lt1"/>
    </dgm:fillClrLst>
    <dgm:linClrLst meth="repeat">
      <a:schemeClr val="dk2">
        <a:shade val="80000"/>
      </a:schemeClr>
    </dgm:linClrLst>
    <dgm:effectClrLst/>
    <dgm:txLinClrLst/>
    <dgm:txFillClrLst meth="repeat">
      <a:schemeClr val="dk2"/>
    </dgm:txFillClrLst>
    <dgm:txEffectClrLst/>
  </dgm:styleLbl>
  <dgm:styleLbl name="asst1">
    <dgm:fillClrLst meth="repeat">
      <a:schemeClr val="lt1"/>
    </dgm:fillClrLst>
    <dgm:linClrLst meth="repeat">
      <a:schemeClr val="dk2">
        <a:shade val="80000"/>
      </a:schemeClr>
    </dgm:linClrLst>
    <dgm:effectClrLst/>
    <dgm:txLinClrLst/>
    <dgm:txFillClrLst meth="repeat">
      <a:schemeClr val="dk2"/>
    </dgm:txFillClrLst>
    <dgm:txEffectClrLst/>
  </dgm:styleLbl>
  <dgm:styleLbl name="asst2">
    <dgm:fillClrLst meth="repeat">
      <a:schemeClr val="lt1"/>
    </dgm:fillClrLst>
    <dgm:linClrLst meth="repeat">
      <a:schemeClr val="dk2">
        <a:shade val="80000"/>
      </a:schemeClr>
    </dgm:linClrLst>
    <dgm:effectClrLst/>
    <dgm:txLinClrLst/>
    <dgm:txFillClrLst meth="repeat">
      <a:schemeClr val="dk2"/>
    </dgm:txFillClrLst>
    <dgm:txEffectClrLst/>
  </dgm:styleLbl>
  <dgm:styleLbl name="asst3">
    <dgm:fillClrLst meth="repeat">
      <a:schemeClr val="lt1"/>
    </dgm:fillClrLst>
    <dgm:linClrLst meth="repeat">
      <a:schemeClr val="dk2">
        <a:shade val="80000"/>
      </a:schemeClr>
    </dgm:linClrLst>
    <dgm:effectClrLst/>
    <dgm:txLinClrLst/>
    <dgm:txFillClrLst meth="repeat">
      <a:schemeClr val="dk2"/>
    </dgm:txFillClrLst>
    <dgm:txEffectClrLst/>
  </dgm:styleLbl>
  <dgm:styleLbl name="asst4">
    <dgm:fillClrLst meth="repeat">
      <a:schemeClr val="lt1"/>
    </dgm:fillClrLst>
    <dgm:linClrLst meth="repeat">
      <a:schemeClr val="dk2">
        <a:shade val="80000"/>
      </a:schemeClr>
    </dgm:linClrLst>
    <dgm:effectClrLst/>
    <dgm:txLinClrLst/>
    <dgm:txFillClrLst meth="repeat">
      <a:schemeClr val="dk2"/>
    </dgm:txFillClrLst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dk2">
        <a:alpha val="90000"/>
        <a:tint val="40000"/>
      </a:schemeClr>
    </dgm:fillClrLst>
    <dgm:linClrLst meth="repeat">
      <a:schemeClr val="dk2"/>
    </dgm:linClrLst>
    <dgm:effectClrLst/>
    <dgm:txLinClrLst/>
    <dgm:txFillClrLst meth="repeat">
      <a:schemeClr val="dk2"/>
    </dgm:txFillClrLst>
    <dgm:txEffectClrLst/>
  </dgm:styleLbl>
  <dgm:styleLbl name="conFgAcc1">
    <dgm:fillClrLst meth="repeat">
      <a:schemeClr val="dk2">
        <a:alpha val="90000"/>
        <a:tint val="40000"/>
      </a:schemeClr>
    </dgm:fillClrLst>
    <dgm:linClrLst meth="repeat">
      <a:schemeClr val="dk2"/>
    </dgm:linClrLst>
    <dgm:effectClrLst/>
    <dgm:txLinClrLst/>
    <dgm:txFillClrLst meth="repeat">
      <a:schemeClr val="dk2"/>
    </dgm:txFillClrLst>
    <dgm:txEffectClrLst/>
  </dgm:styleLbl>
  <dgm:styleLbl name="alignAcc1">
    <dgm:fillClrLst meth="repeat">
      <a:schemeClr val="dk2">
        <a:alpha val="90000"/>
        <a:tint val="40000"/>
      </a:schemeClr>
    </dgm:fillClrLst>
    <dgm:linClrLst meth="repeat">
      <a:schemeClr val="dk2"/>
    </dgm:linClrLst>
    <dgm:effectClrLst/>
    <dgm:txLinClrLst/>
    <dgm:txFillClrLst meth="repeat">
      <a:schemeClr val="dk2"/>
    </dgm:txFillClrLst>
    <dgm:txEffectClrLst/>
  </dgm:styleLbl>
  <dgm:styleLbl name="trAlignAcc1">
    <dgm:fillClrLst meth="repeat">
      <a:schemeClr val="dk2">
        <a:alpha val="40000"/>
        <a:tint val="40000"/>
      </a:schemeClr>
    </dgm:fillClrLst>
    <dgm:linClrLst meth="repeat">
      <a:schemeClr val="dk2"/>
    </dgm:linClrLst>
    <dgm:effectClrLst/>
    <dgm:txLinClrLst/>
    <dgm:txFillClrLst meth="repeat">
      <a:schemeClr val="dk2"/>
    </dgm:txFillClrLst>
    <dgm:txEffectClrLst/>
  </dgm:styleLbl>
  <dgm:styleLbl name="bgAcc1">
    <dgm:fillClrLst meth="repeat">
      <a:schemeClr val="dk2">
        <a:alpha val="90000"/>
        <a:tint val="40000"/>
      </a:schemeClr>
    </dgm:fillClrLst>
    <dgm:linClrLst meth="repeat">
      <a:schemeClr val="dk2"/>
    </dgm:linClrLst>
    <dgm:effectClrLst/>
    <dgm:txLinClrLst/>
    <dgm:txFillClrLst meth="repeat">
      <a:schemeClr val="dk2"/>
    </dgm:txFillClrLst>
    <dgm:txEffectClrLst/>
  </dgm:styleLbl>
  <dgm:styleLbl name="solidFgAcc1">
    <dgm:fillClrLst meth="repeat">
      <a:schemeClr val="lt1"/>
    </dgm:fillClrLst>
    <dgm:linClrLst meth="repeat">
      <a:schemeClr val="dk2"/>
    </dgm:linClrLst>
    <dgm:effectClrLst/>
    <dgm:txLinClrLst/>
    <dgm:txFillClrLst meth="repeat">
      <a:schemeClr val="dk2"/>
    </dgm:txFillClrLst>
    <dgm:txEffectClrLst/>
  </dgm:styleLbl>
  <dgm:styleLbl name="solidAlignAcc1">
    <dgm:fillClrLst meth="repeat">
      <a:schemeClr val="lt1"/>
    </dgm:fillClrLst>
    <dgm:linClrLst meth="repeat">
      <a:schemeClr val="dk2"/>
    </dgm:linClrLst>
    <dgm:effectClrLst/>
    <dgm:txLinClrLst/>
    <dgm:txFillClrLst meth="repeat">
      <a:schemeClr val="dk2"/>
    </dgm:txFillClrLst>
    <dgm:txEffectClrLst/>
  </dgm:styleLbl>
  <dgm:styleLbl name="solidBgAcc1">
    <dgm:fillClrLst meth="repeat">
      <a:schemeClr val="lt1"/>
    </dgm:fillClrLst>
    <dgm:linClrLst meth="repeat">
      <a:schemeClr val="dk2"/>
    </dgm:linClrLst>
    <dgm:effectClrLst/>
    <dgm:txLinClrLst/>
    <dgm:txFillClrLst meth="repeat">
      <a:schemeClr val="dk2"/>
    </dgm:txFillClrLst>
    <dgm:txEffectClrLst/>
  </dgm:styleLbl>
  <dgm:styleLbl name="fgAccFollowNode1">
    <dgm:fillClrLst meth="repeat">
      <a:schemeClr val="lt1">
        <a:alpha val="90000"/>
        <a:tint val="40000"/>
      </a:schemeClr>
    </dgm:fillClrLst>
    <dgm:linClrLst meth="repeat">
      <a:schemeClr val="dk2">
        <a:alpha val="90000"/>
      </a:schemeClr>
    </dgm:linClrLst>
    <dgm:effectClrLst/>
    <dgm:txLinClrLst/>
    <dgm:txFillClrLst meth="repeat">
      <a:schemeClr val="dk2"/>
    </dgm:txFillClrLst>
    <dgm:txEffectClrLst/>
  </dgm:styleLbl>
  <dgm:styleLbl name="alignAccFollowNode1">
    <dgm:fillClrLst meth="repeat">
      <a:schemeClr val="lt1">
        <a:alpha val="90000"/>
        <a:tint val="40000"/>
      </a:schemeClr>
    </dgm:fillClrLst>
    <dgm:linClrLst meth="repeat">
      <a:schemeClr val="dk2">
        <a:alpha val="90000"/>
      </a:schemeClr>
    </dgm:linClrLst>
    <dgm:effectClrLst/>
    <dgm:txLinClrLst/>
    <dgm:txFillClrLst meth="repeat">
      <a:schemeClr val="dk2"/>
    </dgm:txFillClrLst>
    <dgm:txEffectClrLst/>
  </dgm:styleLbl>
  <dgm:styleLbl name="bgAccFollowNode1">
    <dgm:fillClrLst meth="repeat">
      <a:schemeClr val="lt1">
        <a:alpha val="90000"/>
        <a:tint val="40000"/>
      </a:schemeClr>
    </dgm:fillClrLst>
    <dgm:linClrLst meth="repeat">
      <a:schemeClr val="dk2">
        <a:alpha val="90000"/>
      </a:schemeClr>
    </dgm:linClrLst>
    <dgm:effectClrLst/>
    <dgm:txLinClrLst/>
    <dgm:txFillClrLst meth="repeat">
      <a:schemeClr val="dk2"/>
    </dgm:txFillClrLst>
    <dgm:txEffectClrLst/>
  </dgm:styleLbl>
  <dgm:styleLbl name="fgAcc0">
    <dgm:fillClrLst meth="repeat">
      <a:schemeClr val="dk2">
        <a:alpha val="90000"/>
        <a:tint val="40000"/>
      </a:schemeClr>
    </dgm:fillClrLst>
    <dgm:linClrLst meth="repeat">
      <a:schemeClr val="dk2"/>
    </dgm:linClrLst>
    <dgm:effectClrLst/>
    <dgm:txLinClrLst/>
    <dgm:txFillClrLst meth="repeat">
      <a:schemeClr val="dk2"/>
    </dgm:txFillClrLst>
    <dgm:txEffectClrLst/>
  </dgm:styleLbl>
  <dgm:styleLbl name="fgAcc2">
    <dgm:fillClrLst meth="repeat">
      <a:schemeClr val="dk2">
        <a:alpha val="90000"/>
        <a:tint val="40000"/>
      </a:schemeClr>
    </dgm:fillClrLst>
    <dgm:linClrLst meth="repeat">
      <a:schemeClr val="dk2"/>
    </dgm:linClrLst>
    <dgm:effectClrLst/>
    <dgm:txLinClrLst/>
    <dgm:txFillClrLst meth="repeat">
      <a:schemeClr val="dk2"/>
    </dgm:txFillClrLst>
    <dgm:txEffectClrLst/>
  </dgm:styleLbl>
  <dgm:styleLbl name="fgAcc3">
    <dgm:fillClrLst meth="repeat">
      <a:schemeClr val="dk2">
        <a:alpha val="90000"/>
        <a:tint val="40000"/>
      </a:schemeClr>
    </dgm:fillClrLst>
    <dgm:linClrLst meth="repeat">
      <a:schemeClr val="dk2"/>
    </dgm:linClrLst>
    <dgm:effectClrLst/>
    <dgm:txLinClrLst/>
    <dgm:txFillClrLst meth="repeat">
      <a:schemeClr val="dk2"/>
    </dgm:txFillClrLst>
    <dgm:txEffectClrLst/>
  </dgm:styleLbl>
  <dgm:styleLbl name="fgAcc4">
    <dgm:fillClrLst meth="repeat">
      <a:schemeClr val="dk2">
        <a:alpha val="90000"/>
        <a:tint val="40000"/>
      </a:schemeClr>
    </dgm:fillClrLst>
    <dgm:linClrLst meth="repeat">
      <a:schemeClr val="dk2"/>
    </dgm:linClrLst>
    <dgm:effectClrLst/>
    <dgm:txLinClrLst/>
    <dgm:txFillClrLst meth="repeat">
      <a:schemeClr val="dk2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1"/>
    </dgm:linClrLst>
    <dgm:effectClrLst/>
    <dgm:txLinClrLst/>
    <dgm:txFillClrLst meth="repeat">
      <a:schemeClr val="dk2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2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0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1.xml><?xml version="1.0" encoding="utf-8"?>
<dgm:colorsDef xmlns:dgm="http://schemas.openxmlformats.org/drawingml/2006/diagram" xmlns:a="http://schemas.openxmlformats.org/drawingml/2006/main" uniqueId="urn:microsoft.com/office/officeart/2005/8/colors/accent4_3">
  <dgm:title val=""/>
  <dgm:desc val=""/>
  <dgm:catLst>
    <dgm:cat type="accent4" pri="11300"/>
  </dgm:catLst>
  <dgm:styleLbl name="node0">
    <dgm:fillClrLst meth="repeat">
      <a:schemeClr val="accent4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4">
        <a:shade val="80000"/>
      </a:schemeClr>
      <a:schemeClr val="accent4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4">
        <a:shade val="80000"/>
      </a:schemeClr>
      <a:schemeClr val="accent4">
        <a:tint val="70000"/>
      </a:schemeClr>
    </dgm:fillClrLst>
    <dgm:linClrLst>
      <a:schemeClr val="accent4">
        <a:shade val="80000"/>
      </a:schemeClr>
      <a:schemeClr val="accent4">
        <a:tint val="70000"/>
      </a:schemeClr>
    </dgm:linClrLst>
    <dgm:effectClrLst/>
    <dgm:txLinClrLst/>
    <dgm:txFillClrLst/>
    <dgm:txEffectClrLst/>
  </dgm:styleLbl>
  <dgm:styleLbl name="lnNode1">
    <dgm:fillClrLst>
      <a:schemeClr val="accent4">
        <a:shade val="80000"/>
      </a:schemeClr>
      <a:schemeClr val="accent4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4">
        <a:shade val="80000"/>
        <a:alpha val="50000"/>
      </a:schemeClr>
      <a:schemeClr val="accent4">
        <a:tint val="70000"/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4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4">
        <a:tint val="50000"/>
      </a:schemeClr>
      <a:schemeClr val="accent4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4">
        <a:tint val="50000"/>
      </a:schemeClr>
      <a:schemeClr val="accent4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4">
        <a:tint val="50000"/>
      </a:schemeClr>
      <a:schemeClr val="accent4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4">
        <a:shade val="90000"/>
      </a:schemeClr>
      <a:schemeClr val="accent4">
        <a:tint val="70000"/>
      </a:schemeClr>
    </dgm:fillClrLst>
    <dgm:linClrLst>
      <a:schemeClr val="accent4">
        <a:shade val="90000"/>
      </a:schemeClr>
      <a:schemeClr val="accent4">
        <a:tint val="70000"/>
      </a:schemeClr>
    </dgm:linClrLst>
    <dgm:effectClrLst/>
    <dgm:txLinClrLst/>
    <dgm:txFillClrLst/>
    <dgm:txEffectClrLst/>
  </dgm:styleLbl>
  <dgm:styleLbl name="fgSibTrans2D1">
    <dgm:fillClrLst>
      <a:schemeClr val="accent4">
        <a:shade val="90000"/>
      </a:schemeClr>
      <a:schemeClr val="accent4">
        <a:tint val="70000"/>
      </a:schemeClr>
    </dgm:fillClrLst>
    <dgm:linClrLst>
      <a:schemeClr val="accent4">
        <a:shade val="90000"/>
      </a:schemeClr>
      <a:schemeClr val="accent4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4">
        <a:shade val="90000"/>
      </a:schemeClr>
      <a:schemeClr val="accent4">
        <a:tint val="70000"/>
      </a:schemeClr>
    </dgm:fillClrLst>
    <dgm:linClrLst>
      <a:schemeClr val="accent4">
        <a:shade val="90000"/>
      </a:schemeClr>
      <a:schemeClr val="accent4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sibTrans1D1">
    <dgm:fillClrLst>
      <a:schemeClr val="accent4">
        <a:shade val="90000"/>
      </a:schemeClr>
      <a:schemeClr val="accent4">
        <a:tint val="70000"/>
      </a:schemeClr>
    </dgm:fillClrLst>
    <dgm:linClrLst>
      <a:schemeClr val="accent4">
        <a:shade val="90000"/>
      </a:schemeClr>
      <a:schemeClr val="accent4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4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4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4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4">
        <a:tint val="90000"/>
      </a:schemeClr>
    </dgm:fillClrLst>
    <dgm:linClrLst meth="repeat">
      <a:schemeClr val="accent4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4">
        <a:tint val="70000"/>
      </a:schemeClr>
    </dgm:fillClrLst>
    <dgm:linClrLst meth="repeat">
      <a:schemeClr val="accent4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4">
        <a:tint val="50000"/>
      </a:schemeClr>
    </dgm:fillClrLst>
    <dgm:linClrLst meth="repeat">
      <a:schemeClr val="accent4">
        <a:tint val="50000"/>
      </a:schemeClr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>
        <a:shade val="80000"/>
      </a:schemeClr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>
        <a:tint val="99000"/>
      </a:schemeClr>
    </dgm:fillClrLst>
    <dgm:linClrLst meth="repeat">
      <a:schemeClr val="accent4">
        <a:tint val="99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80000"/>
      </a:schemeClr>
    </dgm:fillClrLst>
    <dgm:linClrLst meth="repeat">
      <a:schemeClr val="accent4">
        <a:tint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>
        <a:tint val="70000"/>
      </a:schemeClr>
    </dgm:fillClrLst>
    <dgm:linClrLst meth="repeat">
      <a:schemeClr val="accent4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4">
        <a:shade val="80000"/>
      </a:schemeClr>
      <a:schemeClr val="accent4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4">
        <a:shade val="80000"/>
      </a:schemeClr>
      <a:schemeClr val="accent4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4">
        <a:shade val="80000"/>
      </a:schemeClr>
      <a:schemeClr val="accent4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4">
        <a:shade val="80000"/>
      </a:schemeClr>
      <a:schemeClr val="accent4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4">
        <a:shade val="80000"/>
      </a:schemeClr>
      <a:schemeClr val="accent4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4">
        <a:alpha val="90000"/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4">
        <a:tint val="99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4">
        <a:tint val="8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4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4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4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5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6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7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8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9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0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A133FCAE-E73A-4F6E-AAE2-9B409B02E4EB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90E7B55B-2F54-4B65-A7B8-F4AF9093BE7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Introduction</a:t>
          </a:r>
          <a:endParaRPr lang="en-US" dirty="0"/>
        </a:p>
      </dgm:t>
    </dgm:pt>
    <dgm:pt modelId="{3926BED1-B57E-4382-97C4-298EDA5F4173}" type="parTrans" cxnId="{876FCFA0-105C-4B0E-A093-231CBC42928A}">
      <dgm:prSet/>
      <dgm:spPr/>
      <dgm:t>
        <a:bodyPr/>
        <a:lstStyle/>
        <a:p>
          <a:endParaRPr lang="en-US"/>
        </a:p>
      </dgm:t>
    </dgm:pt>
    <dgm:pt modelId="{517D497B-61E3-43CE-BF3A-370F6596D438}" type="sibTrans" cxnId="{876FCFA0-105C-4B0E-A093-231CBC42928A}">
      <dgm:prSet/>
      <dgm:spPr/>
      <dgm:t>
        <a:bodyPr/>
        <a:lstStyle/>
        <a:p>
          <a:endParaRPr lang="en-US"/>
        </a:p>
      </dgm:t>
    </dgm:pt>
    <dgm:pt modelId="{20290B84-31C9-4535-A8F0-AFCC91A8EECD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Multisignature</a:t>
          </a:r>
          <a:endParaRPr lang="en-US" dirty="0"/>
        </a:p>
      </dgm:t>
    </dgm:pt>
    <dgm:pt modelId="{F130BD2F-984C-488A-A5F4-358E09292204}" type="parTrans" cxnId="{1731CB54-EFD7-4726-8B75-D7BCA9063047}">
      <dgm:prSet/>
      <dgm:spPr/>
      <dgm:t>
        <a:bodyPr/>
        <a:lstStyle/>
        <a:p>
          <a:endParaRPr lang="tr-TR"/>
        </a:p>
      </dgm:t>
    </dgm:pt>
    <dgm:pt modelId="{29BD2868-CF18-4088-B0F5-3B77CFA9695E}" type="sibTrans" cxnId="{1731CB54-EFD7-4726-8B75-D7BCA9063047}">
      <dgm:prSet/>
      <dgm:spPr/>
      <dgm:t>
        <a:bodyPr/>
        <a:lstStyle/>
        <a:p>
          <a:endParaRPr lang="tr-TR"/>
        </a:p>
      </dgm:t>
    </dgm:pt>
    <dgm:pt modelId="{832FA887-63C2-4111-9625-FBB9A796D89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Pay-to-Script-Hash (P2SH)</a:t>
          </a:r>
          <a:endParaRPr lang="en-US" dirty="0"/>
        </a:p>
      </dgm:t>
    </dgm:pt>
    <dgm:pt modelId="{CE263C8C-DE3C-467D-B2D0-32BEC884724E}" type="parTrans" cxnId="{3F084A89-53FE-4305-865C-86657C4B2A03}">
      <dgm:prSet/>
      <dgm:spPr/>
      <dgm:t>
        <a:bodyPr/>
        <a:lstStyle/>
        <a:p>
          <a:endParaRPr lang="tr-TR"/>
        </a:p>
      </dgm:t>
    </dgm:pt>
    <dgm:pt modelId="{669530DF-4FAD-436D-AF93-B6DF47224AE9}" type="sibTrans" cxnId="{3F084A89-53FE-4305-865C-86657C4B2A03}">
      <dgm:prSet/>
      <dgm:spPr/>
      <dgm:t>
        <a:bodyPr/>
        <a:lstStyle/>
        <a:p>
          <a:endParaRPr lang="tr-TR"/>
        </a:p>
      </dgm:t>
    </dgm:pt>
    <dgm:pt modelId="{E2DEABF2-D0CA-4EB3-A9C2-38271772C3E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Data Recording Output (RETURN)</a:t>
          </a:r>
          <a:endParaRPr lang="en-US" dirty="0"/>
        </a:p>
      </dgm:t>
    </dgm:pt>
    <dgm:pt modelId="{15485D98-8A35-4768-B4F0-DEA48E83AD95}" type="parTrans" cxnId="{5202273E-9593-4C31-8559-17A198D24356}">
      <dgm:prSet/>
      <dgm:spPr/>
      <dgm:t>
        <a:bodyPr/>
        <a:lstStyle/>
        <a:p>
          <a:endParaRPr lang="tr-TR"/>
        </a:p>
      </dgm:t>
    </dgm:pt>
    <dgm:pt modelId="{F9261979-3FF9-4AD7-AD67-A2702D1E8979}" type="sibTrans" cxnId="{5202273E-9593-4C31-8559-17A198D24356}">
      <dgm:prSet/>
      <dgm:spPr/>
      <dgm:t>
        <a:bodyPr/>
        <a:lstStyle/>
        <a:p>
          <a:endParaRPr lang="tr-TR"/>
        </a:p>
      </dgm:t>
    </dgm:pt>
    <dgm:pt modelId="{D592E378-0506-4CF3-8BB7-FAC88A3DFE6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Timelocks</a:t>
          </a:r>
          <a:endParaRPr lang="en-US" dirty="0"/>
        </a:p>
      </dgm:t>
    </dgm:pt>
    <dgm:pt modelId="{8F4B9A82-FC43-4F02-BD07-CB53CA9DB86D}" type="parTrans" cxnId="{7A98349C-80CE-4C81-9DFC-2A808006445B}">
      <dgm:prSet/>
      <dgm:spPr/>
      <dgm:t>
        <a:bodyPr/>
        <a:lstStyle/>
        <a:p>
          <a:endParaRPr lang="tr-TR"/>
        </a:p>
      </dgm:t>
    </dgm:pt>
    <dgm:pt modelId="{E62BD3D8-F018-4B13-82C2-EC5EAFAFC294}" type="sibTrans" cxnId="{7A98349C-80CE-4C81-9DFC-2A808006445B}">
      <dgm:prSet/>
      <dgm:spPr/>
      <dgm:t>
        <a:bodyPr/>
        <a:lstStyle/>
        <a:p>
          <a:endParaRPr lang="tr-TR"/>
        </a:p>
      </dgm:t>
    </dgm:pt>
    <dgm:pt modelId="{DD0236A8-4E26-4C11-8E2B-52B5EA219A4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Scripts with Flow Control (Conditional Clauses)</a:t>
          </a:r>
        </a:p>
      </dgm:t>
    </dgm:pt>
    <dgm:pt modelId="{702CE0B5-32AF-4C0F-A0BF-6ED0B6103DCD}" type="parTrans" cxnId="{50BD6280-F4CC-45A8-AF6F-5EE73803B4DA}">
      <dgm:prSet/>
      <dgm:spPr/>
      <dgm:t>
        <a:bodyPr/>
        <a:lstStyle/>
        <a:p>
          <a:endParaRPr lang="tr-TR"/>
        </a:p>
      </dgm:t>
    </dgm:pt>
    <dgm:pt modelId="{BF7F9093-8B86-4F62-B0A3-54785AD6AEC4}" type="sibTrans" cxnId="{50BD6280-F4CC-45A8-AF6F-5EE73803B4DA}">
      <dgm:prSet/>
      <dgm:spPr/>
      <dgm:t>
        <a:bodyPr/>
        <a:lstStyle/>
        <a:p>
          <a:endParaRPr lang="tr-TR"/>
        </a:p>
      </dgm:t>
    </dgm:pt>
    <dgm:pt modelId="{65311ADC-494A-4446-9630-76E7B2C12D2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Complex Script Example</a:t>
          </a:r>
          <a:endParaRPr lang="en-US" dirty="0"/>
        </a:p>
      </dgm:t>
    </dgm:pt>
    <dgm:pt modelId="{40DDFBF6-C212-4640-8847-214A862E9A21}" type="parTrans" cxnId="{BEFAE0D8-89BF-4DE7-B8D0-E481F0031B20}">
      <dgm:prSet/>
      <dgm:spPr/>
      <dgm:t>
        <a:bodyPr/>
        <a:lstStyle/>
        <a:p>
          <a:endParaRPr lang="tr-TR"/>
        </a:p>
      </dgm:t>
    </dgm:pt>
    <dgm:pt modelId="{E608BD7D-2BDE-4BCB-88DC-821AF26F3EEE}" type="sibTrans" cxnId="{BEFAE0D8-89BF-4DE7-B8D0-E481F0031B20}">
      <dgm:prSet/>
      <dgm:spPr/>
      <dgm:t>
        <a:bodyPr/>
        <a:lstStyle/>
        <a:p>
          <a:endParaRPr lang="tr-TR"/>
        </a:p>
      </dgm:t>
    </dgm:pt>
    <dgm:pt modelId="{634AEC40-5F66-42B4-B08D-9647A3574201}" type="pres">
      <dgm:prSet presAssocID="{A133FCAE-E73A-4F6E-AAE2-9B409B02E4EB}" presName="root" presStyleCnt="0">
        <dgm:presLayoutVars>
          <dgm:dir/>
          <dgm:resizeHandles val="exact"/>
        </dgm:presLayoutVars>
      </dgm:prSet>
      <dgm:spPr/>
    </dgm:pt>
    <dgm:pt modelId="{349AF59F-AEDF-4F4B-AB2A-605F81B9E6A8}" type="pres">
      <dgm:prSet presAssocID="{90E7B55B-2F54-4B65-A7B8-F4AF9093BE76}" presName="compNode" presStyleCnt="0"/>
      <dgm:spPr/>
    </dgm:pt>
    <dgm:pt modelId="{3EF95C77-01E5-4DE9-8E85-D44BA32A551F}" type="pres">
      <dgm:prSet presAssocID="{90E7B55B-2F54-4B65-A7B8-F4AF9093BE76}" presName="bgRect" presStyleLbl="bgShp" presStyleIdx="0" presStyleCnt="7"/>
      <dgm:spPr/>
    </dgm:pt>
    <dgm:pt modelId="{9D0E9E10-0FE3-4866-A7A6-391A0FFE8B8B}" type="pres">
      <dgm:prSet presAssocID="{90E7B55B-2F54-4B65-A7B8-F4AF9093BE76}" presName="iconRect" presStyleLbl="node1" presStyleIdx="0" presStyleCnt="7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eacher"/>
        </a:ext>
      </dgm:extLst>
    </dgm:pt>
    <dgm:pt modelId="{9DF39792-E83D-49EC-85FC-EE6212F6DC20}" type="pres">
      <dgm:prSet presAssocID="{90E7B55B-2F54-4B65-A7B8-F4AF9093BE76}" presName="spaceRect" presStyleCnt="0"/>
      <dgm:spPr/>
    </dgm:pt>
    <dgm:pt modelId="{BEBF1CD3-1C24-4829-B845-CCDEB4C789BA}" type="pres">
      <dgm:prSet presAssocID="{90E7B55B-2F54-4B65-A7B8-F4AF9093BE76}" presName="parTx" presStyleLbl="revTx" presStyleIdx="0" presStyleCnt="7">
        <dgm:presLayoutVars>
          <dgm:chMax val="0"/>
          <dgm:chPref val="0"/>
        </dgm:presLayoutVars>
      </dgm:prSet>
      <dgm:spPr/>
    </dgm:pt>
    <dgm:pt modelId="{B18949B0-53DC-4097-B449-29F271F5F4E7}" type="pres">
      <dgm:prSet presAssocID="{517D497B-61E3-43CE-BF3A-370F6596D438}" presName="sibTrans" presStyleCnt="0"/>
      <dgm:spPr/>
    </dgm:pt>
    <dgm:pt modelId="{45896F9B-0958-4B39-9CA6-1BA5FEAD00C7}" type="pres">
      <dgm:prSet presAssocID="{20290B84-31C9-4535-A8F0-AFCC91A8EECD}" presName="compNode" presStyleCnt="0"/>
      <dgm:spPr/>
    </dgm:pt>
    <dgm:pt modelId="{AFB9CFD6-EA78-4AEF-949E-0E5D3A57C4B6}" type="pres">
      <dgm:prSet presAssocID="{20290B84-31C9-4535-A8F0-AFCC91A8EECD}" presName="bgRect" presStyleLbl="bgShp" presStyleIdx="1" presStyleCnt="7"/>
      <dgm:spPr/>
    </dgm:pt>
    <dgm:pt modelId="{0FE9C97D-E8AC-44DC-BB1D-1AB848F3AF6C}" type="pres">
      <dgm:prSet presAssocID="{20290B84-31C9-4535-A8F0-AFCC91A8EECD}" presName="iconRect" presStyleLbl="node1" presStyleIdx="1" presStyleCnt="7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Sözleşme sağdan sola"/>
        </a:ext>
      </dgm:extLst>
    </dgm:pt>
    <dgm:pt modelId="{7AD7ECED-6645-47C1-91D1-44CD4C735137}" type="pres">
      <dgm:prSet presAssocID="{20290B84-31C9-4535-A8F0-AFCC91A8EECD}" presName="spaceRect" presStyleCnt="0"/>
      <dgm:spPr/>
    </dgm:pt>
    <dgm:pt modelId="{FA422E10-6199-4B49-A510-4577B26FAD66}" type="pres">
      <dgm:prSet presAssocID="{20290B84-31C9-4535-A8F0-AFCC91A8EECD}" presName="parTx" presStyleLbl="revTx" presStyleIdx="1" presStyleCnt="7">
        <dgm:presLayoutVars>
          <dgm:chMax val="0"/>
          <dgm:chPref val="0"/>
        </dgm:presLayoutVars>
      </dgm:prSet>
      <dgm:spPr/>
    </dgm:pt>
    <dgm:pt modelId="{55BBB6AA-3846-418D-9AC0-4215F0B641AE}" type="pres">
      <dgm:prSet presAssocID="{29BD2868-CF18-4088-B0F5-3B77CFA9695E}" presName="sibTrans" presStyleCnt="0"/>
      <dgm:spPr/>
    </dgm:pt>
    <dgm:pt modelId="{1B90EF67-333B-4D5E-9B6B-2417C8D6B99A}" type="pres">
      <dgm:prSet presAssocID="{832FA887-63C2-4111-9625-FBB9A796D898}" presName="compNode" presStyleCnt="0"/>
      <dgm:spPr/>
    </dgm:pt>
    <dgm:pt modelId="{B67C313D-0B07-474F-8DB7-4B68A258B626}" type="pres">
      <dgm:prSet presAssocID="{832FA887-63C2-4111-9625-FBB9A796D898}" presName="bgRect" presStyleLbl="bgShp" presStyleIdx="2" presStyleCnt="7"/>
      <dgm:spPr/>
    </dgm:pt>
    <dgm:pt modelId="{CA095DB7-1BAD-491D-8121-6AA04E407ACD}" type="pres">
      <dgm:prSet presAssocID="{832FA887-63C2-4111-9625-FBB9A796D898}" presName="iconRect" presStyleLbl="node1" presStyleIdx="2" presStyleCnt="7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Dişliler"/>
        </a:ext>
      </dgm:extLst>
    </dgm:pt>
    <dgm:pt modelId="{17A426A2-A66E-4D88-8B6C-11F277E8F4C8}" type="pres">
      <dgm:prSet presAssocID="{832FA887-63C2-4111-9625-FBB9A796D898}" presName="spaceRect" presStyleCnt="0"/>
      <dgm:spPr/>
    </dgm:pt>
    <dgm:pt modelId="{79F818D9-638F-47A8-884F-A9F37164A0A5}" type="pres">
      <dgm:prSet presAssocID="{832FA887-63C2-4111-9625-FBB9A796D898}" presName="parTx" presStyleLbl="revTx" presStyleIdx="2" presStyleCnt="7">
        <dgm:presLayoutVars>
          <dgm:chMax val="0"/>
          <dgm:chPref val="0"/>
        </dgm:presLayoutVars>
      </dgm:prSet>
      <dgm:spPr/>
    </dgm:pt>
    <dgm:pt modelId="{F03AD333-DBC8-4E8A-8BC1-7F15A4CB78D2}" type="pres">
      <dgm:prSet presAssocID="{669530DF-4FAD-436D-AF93-B6DF47224AE9}" presName="sibTrans" presStyleCnt="0"/>
      <dgm:spPr/>
    </dgm:pt>
    <dgm:pt modelId="{FE3855D9-04CB-4309-BBE0-389CBAE6F64F}" type="pres">
      <dgm:prSet presAssocID="{E2DEABF2-D0CA-4EB3-A9C2-38271772C3E4}" presName="compNode" presStyleCnt="0"/>
      <dgm:spPr/>
    </dgm:pt>
    <dgm:pt modelId="{DEA33CD2-EDB9-4D26-AD74-7F38D1265FAA}" type="pres">
      <dgm:prSet presAssocID="{E2DEABF2-D0CA-4EB3-A9C2-38271772C3E4}" presName="bgRect" presStyleLbl="bgShp" presStyleIdx="3" presStyleCnt="7"/>
      <dgm:spPr/>
    </dgm:pt>
    <dgm:pt modelId="{7A16FEEC-CCD5-4115-B21B-4BBE92837A4C}" type="pres">
      <dgm:prSet presAssocID="{E2DEABF2-D0CA-4EB3-A9C2-38271772C3E4}" presName="iconRect" presStyleLbl="node1" presStyleIdx="3" presStyleCnt="7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Göz"/>
        </a:ext>
      </dgm:extLst>
    </dgm:pt>
    <dgm:pt modelId="{718B85AF-62EF-48CA-88C7-66C59E89DB5E}" type="pres">
      <dgm:prSet presAssocID="{E2DEABF2-D0CA-4EB3-A9C2-38271772C3E4}" presName="spaceRect" presStyleCnt="0"/>
      <dgm:spPr/>
    </dgm:pt>
    <dgm:pt modelId="{D1B43755-B950-4CC9-A28E-103790C6DBD6}" type="pres">
      <dgm:prSet presAssocID="{E2DEABF2-D0CA-4EB3-A9C2-38271772C3E4}" presName="parTx" presStyleLbl="revTx" presStyleIdx="3" presStyleCnt="7">
        <dgm:presLayoutVars>
          <dgm:chMax val="0"/>
          <dgm:chPref val="0"/>
        </dgm:presLayoutVars>
      </dgm:prSet>
      <dgm:spPr/>
    </dgm:pt>
    <dgm:pt modelId="{32922A02-5F40-46C2-A027-C1773856340A}" type="pres">
      <dgm:prSet presAssocID="{F9261979-3FF9-4AD7-AD67-A2702D1E8979}" presName="sibTrans" presStyleCnt="0"/>
      <dgm:spPr/>
    </dgm:pt>
    <dgm:pt modelId="{A4E47224-DC91-4C1D-9141-98447C77434A}" type="pres">
      <dgm:prSet presAssocID="{D592E378-0506-4CF3-8BB7-FAC88A3DFE62}" presName="compNode" presStyleCnt="0"/>
      <dgm:spPr/>
    </dgm:pt>
    <dgm:pt modelId="{6E342541-E82B-499F-A68C-916961C84B09}" type="pres">
      <dgm:prSet presAssocID="{D592E378-0506-4CF3-8BB7-FAC88A3DFE62}" presName="bgRect" presStyleLbl="bgShp" presStyleIdx="4" presStyleCnt="7"/>
      <dgm:spPr/>
    </dgm:pt>
    <dgm:pt modelId="{BD538CF3-C0B9-472C-9A8E-31CE886AD71C}" type="pres">
      <dgm:prSet presAssocID="{D592E378-0506-4CF3-8BB7-FAC88A3DFE62}" presName="iconRect" presStyleLbl="node1" presStyleIdx="4" presStyleCnt="7"/>
      <dgm:spPr>
        <a:blipFill>
          <a:blip xmlns:r="http://schemas.openxmlformats.org/officeDocument/2006/relationships"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Kronometre"/>
        </a:ext>
      </dgm:extLst>
    </dgm:pt>
    <dgm:pt modelId="{97E13F1C-CC95-42E9-B82B-9479C7BBB0CB}" type="pres">
      <dgm:prSet presAssocID="{D592E378-0506-4CF3-8BB7-FAC88A3DFE62}" presName="spaceRect" presStyleCnt="0"/>
      <dgm:spPr/>
    </dgm:pt>
    <dgm:pt modelId="{C464132F-75D4-413B-94CD-A58CAC02EB5D}" type="pres">
      <dgm:prSet presAssocID="{D592E378-0506-4CF3-8BB7-FAC88A3DFE62}" presName="parTx" presStyleLbl="revTx" presStyleIdx="4" presStyleCnt="7">
        <dgm:presLayoutVars>
          <dgm:chMax val="0"/>
          <dgm:chPref val="0"/>
        </dgm:presLayoutVars>
      </dgm:prSet>
      <dgm:spPr/>
    </dgm:pt>
    <dgm:pt modelId="{3768AC62-1380-4839-8CE6-73913FE06D75}" type="pres">
      <dgm:prSet presAssocID="{E62BD3D8-F018-4B13-82C2-EC5EAFAFC294}" presName="sibTrans" presStyleCnt="0"/>
      <dgm:spPr/>
    </dgm:pt>
    <dgm:pt modelId="{78DE6735-8549-445F-A95F-995ADF3AE052}" type="pres">
      <dgm:prSet presAssocID="{DD0236A8-4E26-4C11-8E2B-52B5EA219A4D}" presName="compNode" presStyleCnt="0"/>
      <dgm:spPr/>
    </dgm:pt>
    <dgm:pt modelId="{278E5234-7C69-456B-B7B4-32B80863DADF}" type="pres">
      <dgm:prSet presAssocID="{DD0236A8-4E26-4C11-8E2B-52B5EA219A4D}" presName="bgRect" presStyleLbl="bgShp" presStyleIdx="5" presStyleCnt="7"/>
      <dgm:spPr/>
    </dgm:pt>
    <dgm:pt modelId="{E3FB8DB3-C912-4A6C-806F-4795EAE22118}" type="pres">
      <dgm:prSet presAssocID="{DD0236A8-4E26-4C11-8E2B-52B5EA219A4D}" presName="iconRect" presStyleLbl="node1" presStyleIdx="5" presStyleCnt="7"/>
      <dgm:spPr>
        <a:blipFill>
          <a:blip xmlns:r="http://schemas.openxmlformats.org/officeDocument/2006/relationships"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İş akışı"/>
        </a:ext>
      </dgm:extLst>
    </dgm:pt>
    <dgm:pt modelId="{6436006D-6B21-4BA8-9F95-65DC6883D828}" type="pres">
      <dgm:prSet presAssocID="{DD0236A8-4E26-4C11-8E2B-52B5EA219A4D}" presName="spaceRect" presStyleCnt="0"/>
      <dgm:spPr/>
    </dgm:pt>
    <dgm:pt modelId="{45F53534-C89A-4BA5-8877-3FAAC0D3062E}" type="pres">
      <dgm:prSet presAssocID="{DD0236A8-4E26-4C11-8E2B-52B5EA219A4D}" presName="parTx" presStyleLbl="revTx" presStyleIdx="5" presStyleCnt="7">
        <dgm:presLayoutVars>
          <dgm:chMax val="0"/>
          <dgm:chPref val="0"/>
        </dgm:presLayoutVars>
      </dgm:prSet>
      <dgm:spPr/>
    </dgm:pt>
    <dgm:pt modelId="{3069D3D2-D8E7-4001-B140-94BB6BB4CA16}" type="pres">
      <dgm:prSet presAssocID="{BF7F9093-8B86-4F62-B0A3-54785AD6AEC4}" presName="sibTrans" presStyleCnt="0"/>
      <dgm:spPr/>
    </dgm:pt>
    <dgm:pt modelId="{A554A49E-56AD-46F5-A8B3-EF87C14FE06B}" type="pres">
      <dgm:prSet presAssocID="{65311ADC-494A-4446-9630-76E7B2C12D23}" presName="compNode" presStyleCnt="0"/>
      <dgm:spPr/>
    </dgm:pt>
    <dgm:pt modelId="{644AF1D7-184F-406B-ACA1-AF2955F52434}" type="pres">
      <dgm:prSet presAssocID="{65311ADC-494A-4446-9630-76E7B2C12D23}" presName="bgRect" presStyleLbl="bgShp" presStyleIdx="6" presStyleCnt="7"/>
      <dgm:spPr/>
    </dgm:pt>
    <dgm:pt modelId="{2902DA71-DA9D-4AF5-9193-828C8458B611}" type="pres">
      <dgm:prSet presAssocID="{65311ADC-494A-4446-9630-76E7B2C12D23}" presName="iconRect" presStyleLbl="node1" presStyleIdx="6" presStyleCnt="7"/>
      <dgm:spPr>
        <a:blipFill>
          <a:blip xmlns:r="http://schemas.openxmlformats.org/officeDocument/2006/relationships"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Labirent"/>
        </a:ext>
      </dgm:extLst>
    </dgm:pt>
    <dgm:pt modelId="{BB2C6DD8-BF82-4FEA-9195-0683767A6EFA}" type="pres">
      <dgm:prSet presAssocID="{65311ADC-494A-4446-9630-76E7B2C12D23}" presName="spaceRect" presStyleCnt="0"/>
      <dgm:spPr/>
    </dgm:pt>
    <dgm:pt modelId="{3BE38E1D-38FF-4CD1-8C83-FF61B6043057}" type="pres">
      <dgm:prSet presAssocID="{65311ADC-494A-4446-9630-76E7B2C12D23}" presName="parTx" presStyleLbl="revTx" presStyleIdx="6" presStyleCnt="7">
        <dgm:presLayoutVars>
          <dgm:chMax val="0"/>
          <dgm:chPref val="0"/>
        </dgm:presLayoutVars>
      </dgm:prSet>
      <dgm:spPr/>
    </dgm:pt>
  </dgm:ptLst>
  <dgm:cxnLst>
    <dgm:cxn modelId="{A0A3CD03-C85B-40A2-80FB-7FA7659338EB}" type="presOf" srcId="{A133FCAE-E73A-4F6E-AAE2-9B409B02E4EB}" destId="{634AEC40-5F66-42B4-B08D-9647A3574201}" srcOrd="0" destOrd="0" presId="urn:microsoft.com/office/officeart/2018/2/layout/IconVerticalSolidList"/>
    <dgm:cxn modelId="{7B3B8116-C66A-47CF-B837-C6D304874106}" type="presOf" srcId="{DD0236A8-4E26-4C11-8E2B-52B5EA219A4D}" destId="{45F53534-C89A-4BA5-8877-3FAAC0D3062E}" srcOrd="0" destOrd="0" presId="urn:microsoft.com/office/officeart/2018/2/layout/IconVerticalSolidList"/>
    <dgm:cxn modelId="{2F6FAE20-972E-450D-A5AE-7401768476C0}" type="presOf" srcId="{90E7B55B-2F54-4B65-A7B8-F4AF9093BE76}" destId="{BEBF1CD3-1C24-4829-B845-CCDEB4C789BA}" srcOrd="0" destOrd="0" presId="urn:microsoft.com/office/officeart/2018/2/layout/IconVerticalSolidList"/>
    <dgm:cxn modelId="{5202273E-9593-4C31-8559-17A198D24356}" srcId="{A133FCAE-E73A-4F6E-AAE2-9B409B02E4EB}" destId="{E2DEABF2-D0CA-4EB3-A9C2-38271772C3E4}" srcOrd="3" destOrd="0" parTransId="{15485D98-8A35-4768-B4F0-DEA48E83AD95}" sibTransId="{F9261979-3FF9-4AD7-AD67-A2702D1E8979}"/>
    <dgm:cxn modelId="{1F864A63-4747-4E30-963F-6D1BEF152968}" type="presOf" srcId="{20290B84-31C9-4535-A8F0-AFCC91A8EECD}" destId="{FA422E10-6199-4B49-A510-4577B26FAD66}" srcOrd="0" destOrd="0" presId="urn:microsoft.com/office/officeart/2018/2/layout/IconVerticalSolidList"/>
    <dgm:cxn modelId="{F5D99145-F911-458E-83AC-ADF781ED5489}" type="presOf" srcId="{832FA887-63C2-4111-9625-FBB9A796D898}" destId="{79F818D9-638F-47A8-884F-A9F37164A0A5}" srcOrd="0" destOrd="0" presId="urn:microsoft.com/office/officeart/2018/2/layout/IconVerticalSolidList"/>
    <dgm:cxn modelId="{56172E50-DCF7-4CC6-9BA3-6B354A045CBE}" type="presOf" srcId="{65311ADC-494A-4446-9630-76E7B2C12D23}" destId="{3BE38E1D-38FF-4CD1-8C83-FF61B6043057}" srcOrd="0" destOrd="0" presId="urn:microsoft.com/office/officeart/2018/2/layout/IconVerticalSolidList"/>
    <dgm:cxn modelId="{5CF41C71-259E-4AB3-B67A-1C1F97D18CAD}" type="presOf" srcId="{D592E378-0506-4CF3-8BB7-FAC88A3DFE62}" destId="{C464132F-75D4-413B-94CD-A58CAC02EB5D}" srcOrd="0" destOrd="0" presId="urn:microsoft.com/office/officeart/2018/2/layout/IconVerticalSolidList"/>
    <dgm:cxn modelId="{1731CB54-EFD7-4726-8B75-D7BCA9063047}" srcId="{A133FCAE-E73A-4F6E-AAE2-9B409B02E4EB}" destId="{20290B84-31C9-4535-A8F0-AFCC91A8EECD}" srcOrd="1" destOrd="0" parTransId="{F130BD2F-984C-488A-A5F4-358E09292204}" sibTransId="{29BD2868-CF18-4088-B0F5-3B77CFA9695E}"/>
    <dgm:cxn modelId="{50BD6280-F4CC-45A8-AF6F-5EE73803B4DA}" srcId="{A133FCAE-E73A-4F6E-AAE2-9B409B02E4EB}" destId="{DD0236A8-4E26-4C11-8E2B-52B5EA219A4D}" srcOrd="5" destOrd="0" parTransId="{702CE0B5-32AF-4C0F-A0BF-6ED0B6103DCD}" sibTransId="{BF7F9093-8B86-4F62-B0A3-54785AD6AEC4}"/>
    <dgm:cxn modelId="{3F084A89-53FE-4305-865C-86657C4B2A03}" srcId="{A133FCAE-E73A-4F6E-AAE2-9B409B02E4EB}" destId="{832FA887-63C2-4111-9625-FBB9A796D898}" srcOrd="2" destOrd="0" parTransId="{CE263C8C-DE3C-467D-B2D0-32BEC884724E}" sibTransId="{669530DF-4FAD-436D-AF93-B6DF47224AE9}"/>
    <dgm:cxn modelId="{7A98349C-80CE-4C81-9DFC-2A808006445B}" srcId="{A133FCAE-E73A-4F6E-AAE2-9B409B02E4EB}" destId="{D592E378-0506-4CF3-8BB7-FAC88A3DFE62}" srcOrd="4" destOrd="0" parTransId="{8F4B9A82-FC43-4F02-BD07-CB53CA9DB86D}" sibTransId="{E62BD3D8-F018-4B13-82C2-EC5EAFAFC294}"/>
    <dgm:cxn modelId="{876FCFA0-105C-4B0E-A093-231CBC42928A}" srcId="{A133FCAE-E73A-4F6E-AAE2-9B409B02E4EB}" destId="{90E7B55B-2F54-4B65-A7B8-F4AF9093BE76}" srcOrd="0" destOrd="0" parTransId="{3926BED1-B57E-4382-97C4-298EDA5F4173}" sibTransId="{517D497B-61E3-43CE-BF3A-370F6596D438}"/>
    <dgm:cxn modelId="{8794D6C3-7D28-4390-9392-0BB4355F7C31}" type="presOf" srcId="{E2DEABF2-D0CA-4EB3-A9C2-38271772C3E4}" destId="{D1B43755-B950-4CC9-A28E-103790C6DBD6}" srcOrd="0" destOrd="0" presId="urn:microsoft.com/office/officeart/2018/2/layout/IconVerticalSolidList"/>
    <dgm:cxn modelId="{BEFAE0D8-89BF-4DE7-B8D0-E481F0031B20}" srcId="{A133FCAE-E73A-4F6E-AAE2-9B409B02E4EB}" destId="{65311ADC-494A-4446-9630-76E7B2C12D23}" srcOrd="6" destOrd="0" parTransId="{40DDFBF6-C212-4640-8847-214A862E9A21}" sibTransId="{E608BD7D-2BDE-4BCB-88DC-821AF26F3EEE}"/>
    <dgm:cxn modelId="{D185D73F-0F06-40CB-B7C4-6EAA1A4F0719}" type="presParOf" srcId="{634AEC40-5F66-42B4-B08D-9647A3574201}" destId="{349AF59F-AEDF-4F4B-AB2A-605F81B9E6A8}" srcOrd="0" destOrd="0" presId="urn:microsoft.com/office/officeart/2018/2/layout/IconVerticalSolidList"/>
    <dgm:cxn modelId="{E843B4EC-A716-41B0-BC73-6509F1AD4E71}" type="presParOf" srcId="{349AF59F-AEDF-4F4B-AB2A-605F81B9E6A8}" destId="{3EF95C77-01E5-4DE9-8E85-D44BA32A551F}" srcOrd="0" destOrd="0" presId="urn:microsoft.com/office/officeart/2018/2/layout/IconVerticalSolidList"/>
    <dgm:cxn modelId="{9881989B-1A75-4781-9556-98E747021620}" type="presParOf" srcId="{349AF59F-AEDF-4F4B-AB2A-605F81B9E6A8}" destId="{9D0E9E10-0FE3-4866-A7A6-391A0FFE8B8B}" srcOrd="1" destOrd="0" presId="urn:microsoft.com/office/officeart/2018/2/layout/IconVerticalSolidList"/>
    <dgm:cxn modelId="{3D7E01A3-828C-4A3C-A9B6-9D7F9E1BB9DE}" type="presParOf" srcId="{349AF59F-AEDF-4F4B-AB2A-605F81B9E6A8}" destId="{9DF39792-E83D-49EC-85FC-EE6212F6DC20}" srcOrd="2" destOrd="0" presId="urn:microsoft.com/office/officeart/2018/2/layout/IconVerticalSolidList"/>
    <dgm:cxn modelId="{5284BAE1-0536-443C-B7AE-A649A969BE5D}" type="presParOf" srcId="{349AF59F-AEDF-4F4B-AB2A-605F81B9E6A8}" destId="{BEBF1CD3-1C24-4829-B845-CCDEB4C789BA}" srcOrd="3" destOrd="0" presId="urn:microsoft.com/office/officeart/2018/2/layout/IconVerticalSolidList"/>
    <dgm:cxn modelId="{C1BCD1F1-8559-4F93-B555-D4B91CBC8DB0}" type="presParOf" srcId="{634AEC40-5F66-42B4-B08D-9647A3574201}" destId="{B18949B0-53DC-4097-B449-29F271F5F4E7}" srcOrd="1" destOrd="0" presId="urn:microsoft.com/office/officeart/2018/2/layout/IconVerticalSolidList"/>
    <dgm:cxn modelId="{28AA06BD-C240-4AA1-A1B6-4EDA52A402B8}" type="presParOf" srcId="{634AEC40-5F66-42B4-B08D-9647A3574201}" destId="{45896F9B-0958-4B39-9CA6-1BA5FEAD00C7}" srcOrd="2" destOrd="0" presId="urn:microsoft.com/office/officeart/2018/2/layout/IconVerticalSolidList"/>
    <dgm:cxn modelId="{B59C035A-E39F-4A1A-8C6E-8C8863EB541E}" type="presParOf" srcId="{45896F9B-0958-4B39-9CA6-1BA5FEAD00C7}" destId="{AFB9CFD6-EA78-4AEF-949E-0E5D3A57C4B6}" srcOrd="0" destOrd="0" presId="urn:microsoft.com/office/officeart/2018/2/layout/IconVerticalSolidList"/>
    <dgm:cxn modelId="{AC7AB449-7A0C-466E-BB7D-4A6F6E5F75F4}" type="presParOf" srcId="{45896F9B-0958-4B39-9CA6-1BA5FEAD00C7}" destId="{0FE9C97D-E8AC-44DC-BB1D-1AB848F3AF6C}" srcOrd="1" destOrd="0" presId="urn:microsoft.com/office/officeart/2018/2/layout/IconVerticalSolidList"/>
    <dgm:cxn modelId="{DBB881E6-386A-4509-B2EA-8E864C0A9865}" type="presParOf" srcId="{45896F9B-0958-4B39-9CA6-1BA5FEAD00C7}" destId="{7AD7ECED-6645-47C1-91D1-44CD4C735137}" srcOrd="2" destOrd="0" presId="urn:microsoft.com/office/officeart/2018/2/layout/IconVerticalSolidList"/>
    <dgm:cxn modelId="{AEB600FE-1F89-4503-AA23-A9204E214AB2}" type="presParOf" srcId="{45896F9B-0958-4B39-9CA6-1BA5FEAD00C7}" destId="{FA422E10-6199-4B49-A510-4577B26FAD66}" srcOrd="3" destOrd="0" presId="urn:microsoft.com/office/officeart/2018/2/layout/IconVerticalSolidList"/>
    <dgm:cxn modelId="{5C4CC225-7460-44CD-8A99-20EA6EF25EC7}" type="presParOf" srcId="{634AEC40-5F66-42B4-B08D-9647A3574201}" destId="{55BBB6AA-3846-418D-9AC0-4215F0B641AE}" srcOrd="3" destOrd="0" presId="urn:microsoft.com/office/officeart/2018/2/layout/IconVerticalSolidList"/>
    <dgm:cxn modelId="{84B8AF39-61A1-4BC2-82D0-F0003BF6F8B2}" type="presParOf" srcId="{634AEC40-5F66-42B4-B08D-9647A3574201}" destId="{1B90EF67-333B-4D5E-9B6B-2417C8D6B99A}" srcOrd="4" destOrd="0" presId="urn:microsoft.com/office/officeart/2018/2/layout/IconVerticalSolidList"/>
    <dgm:cxn modelId="{35326E91-5700-48A0-83EA-87702BE66F36}" type="presParOf" srcId="{1B90EF67-333B-4D5E-9B6B-2417C8D6B99A}" destId="{B67C313D-0B07-474F-8DB7-4B68A258B626}" srcOrd="0" destOrd="0" presId="urn:microsoft.com/office/officeart/2018/2/layout/IconVerticalSolidList"/>
    <dgm:cxn modelId="{D31ABA1A-A931-4894-971A-FAE8D45383FE}" type="presParOf" srcId="{1B90EF67-333B-4D5E-9B6B-2417C8D6B99A}" destId="{CA095DB7-1BAD-491D-8121-6AA04E407ACD}" srcOrd="1" destOrd="0" presId="urn:microsoft.com/office/officeart/2018/2/layout/IconVerticalSolidList"/>
    <dgm:cxn modelId="{085CC6BA-8D12-4B58-A2E8-0983DBFE3C24}" type="presParOf" srcId="{1B90EF67-333B-4D5E-9B6B-2417C8D6B99A}" destId="{17A426A2-A66E-4D88-8B6C-11F277E8F4C8}" srcOrd="2" destOrd="0" presId="urn:microsoft.com/office/officeart/2018/2/layout/IconVerticalSolidList"/>
    <dgm:cxn modelId="{EE514353-6C8F-4D9D-BD78-32740DC99E0B}" type="presParOf" srcId="{1B90EF67-333B-4D5E-9B6B-2417C8D6B99A}" destId="{79F818D9-638F-47A8-884F-A9F37164A0A5}" srcOrd="3" destOrd="0" presId="urn:microsoft.com/office/officeart/2018/2/layout/IconVerticalSolidList"/>
    <dgm:cxn modelId="{D9E7A92E-38C7-4042-A7E7-090315271D62}" type="presParOf" srcId="{634AEC40-5F66-42B4-B08D-9647A3574201}" destId="{F03AD333-DBC8-4E8A-8BC1-7F15A4CB78D2}" srcOrd="5" destOrd="0" presId="urn:microsoft.com/office/officeart/2018/2/layout/IconVerticalSolidList"/>
    <dgm:cxn modelId="{3060A8CE-D971-4F59-AACF-73855DE8CAF5}" type="presParOf" srcId="{634AEC40-5F66-42B4-B08D-9647A3574201}" destId="{FE3855D9-04CB-4309-BBE0-389CBAE6F64F}" srcOrd="6" destOrd="0" presId="urn:microsoft.com/office/officeart/2018/2/layout/IconVerticalSolidList"/>
    <dgm:cxn modelId="{FF020351-63B9-4BF7-80B1-DCBED28A700E}" type="presParOf" srcId="{FE3855D9-04CB-4309-BBE0-389CBAE6F64F}" destId="{DEA33CD2-EDB9-4D26-AD74-7F38D1265FAA}" srcOrd="0" destOrd="0" presId="urn:microsoft.com/office/officeart/2018/2/layout/IconVerticalSolidList"/>
    <dgm:cxn modelId="{1CEBEDAB-D751-4B88-9576-14539CEF36F8}" type="presParOf" srcId="{FE3855D9-04CB-4309-BBE0-389CBAE6F64F}" destId="{7A16FEEC-CCD5-4115-B21B-4BBE92837A4C}" srcOrd="1" destOrd="0" presId="urn:microsoft.com/office/officeart/2018/2/layout/IconVerticalSolidList"/>
    <dgm:cxn modelId="{201543DF-45D6-420A-B954-BA9E041242CB}" type="presParOf" srcId="{FE3855D9-04CB-4309-BBE0-389CBAE6F64F}" destId="{718B85AF-62EF-48CA-88C7-66C59E89DB5E}" srcOrd="2" destOrd="0" presId="urn:microsoft.com/office/officeart/2018/2/layout/IconVerticalSolidList"/>
    <dgm:cxn modelId="{6FE0F592-6AB7-4B0B-A9AB-B4BC4149D9E0}" type="presParOf" srcId="{FE3855D9-04CB-4309-BBE0-389CBAE6F64F}" destId="{D1B43755-B950-4CC9-A28E-103790C6DBD6}" srcOrd="3" destOrd="0" presId="urn:microsoft.com/office/officeart/2018/2/layout/IconVerticalSolidList"/>
    <dgm:cxn modelId="{B294CCCC-E765-4E3D-952E-D4C57E56F6DC}" type="presParOf" srcId="{634AEC40-5F66-42B4-B08D-9647A3574201}" destId="{32922A02-5F40-46C2-A027-C1773856340A}" srcOrd="7" destOrd="0" presId="urn:microsoft.com/office/officeart/2018/2/layout/IconVerticalSolidList"/>
    <dgm:cxn modelId="{6143CBB7-9E04-43BB-95A8-39F312D01AFC}" type="presParOf" srcId="{634AEC40-5F66-42B4-B08D-9647A3574201}" destId="{A4E47224-DC91-4C1D-9141-98447C77434A}" srcOrd="8" destOrd="0" presId="urn:microsoft.com/office/officeart/2018/2/layout/IconVerticalSolidList"/>
    <dgm:cxn modelId="{0E4BCEAC-F3DA-4FA6-98BC-0418AC23C833}" type="presParOf" srcId="{A4E47224-DC91-4C1D-9141-98447C77434A}" destId="{6E342541-E82B-499F-A68C-916961C84B09}" srcOrd="0" destOrd="0" presId="urn:microsoft.com/office/officeart/2018/2/layout/IconVerticalSolidList"/>
    <dgm:cxn modelId="{FF98A6D7-74C4-4E27-AFD5-4ADC11D251CD}" type="presParOf" srcId="{A4E47224-DC91-4C1D-9141-98447C77434A}" destId="{BD538CF3-C0B9-472C-9A8E-31CE886AD71C}" srcOrd="1" destOrd="0" presId="urn:microsoft.com/office/officeart/2018/2/layout/IconVerticalSolidList"/>
    <dgm:cxn modelId="{32BD7A4F-5CE5-4688-9025-3F82A4BB1284}" type="presParOf" srcId="{A4E47224-DC91-4C1D-9141-98447C77434A}" destId="{97E13F1C-CC95-42E9-B82B-9479C7BBB0CB}" srcOrd="2" destOrd="0" presId="urn:microsoft.com/office/officeart/2018/2/layout/IconVerticalSolidList"/>
    <dgm:cxn modelId="{B5E99D9D-B4AD-41D2-8B77-D7D33CEAC547}" type="presParOf" srcId="{A4E47224-DC91-4C1D-9141-98447C77434A}" destId="{C464132F-75D4-413B-94CD-A58CAC02EB5D}" srcOrd="3" destOrd="0" presId="urn:microsoft.com/office/officeart/2018/2/layout/IconVerticalSolidList"/>
    <dgm:cxn modelId="{7BBEF5CB-B91B-4B06-98AA-EB53CC020970}" type="presParOf" srcId="{634AEC40-5F66-42B4-B08D-9647A3574201}" destId="{3768AC62-1380-4839-8CE6-73913FE06D75}" srcOrd="9" destOrd="0" presId="urn:microsoft.com/office/officeart/2018/2/layout/IconVerticalSolidList"/>
    <dgm:cxn modelId="{31D421FC-8B03-4AC2-BEE3-696DEA8C0640}" type="presParOf" srcId="{634AEC40-5F66-42B4-B08D-9647A3574201}" destId="{78DE6735-8549-445F-A95F-995ADF3AE052}" srcOrd="10" destOrd="0" presId="urn:microsoft.com/office/officeart/2018/2/layout/IconVerticalSolidList"/>
    <dgm:cxn modelId="{095E9A38-E8B7-41EF-AA94-F4CB789377DA}" type="presParOf" srcId="{78DE6735-8549-445F-A95F-995ADF3AE052}" destId="{278E5234-7C69-456B-B7B4-32B80863DADF}" srcOrd="0" destOrd="0" presId="urn:microsoft.com/office/officeart/2018/2/layout/IconVerticalSolidList"/>
    <dgm:cxn modelId="{40EE0A8A-44F0-4D81-B5DA-A6F35070062E}" type="presParOf" srcId="{78DE6735-8549-445F-A95F-995ADF3AE052}" destId="{E3FB8DB3-C912-4A6C-806F-4795EAE22118}" srcOrd="1" destOrd="0" presId="urn:microsoft.com/office/officeart/2018/2/layout/IconVerticalSolidList"/>
    <dgm:cxn modelId="{B787FE20-648B-42E1-BED5-FDCB2DAEB69B}" type="presParOf" srcId="{78DE6735-8549-445F-A95F-995ADF3AE052}" destId="{6436006D-6B21-4BA8-9F95-65DC6883D828}" srcOrd="2" destOrd="0" presId="urn:microsoft.com/office/officeart/2018/2/layout/IconVerticalSolidList"/>
    <dgm:cxn modelId="{A9EEFF54-63AA-4BF2-8513-B060DBF8B87A}" type="presParOf" srcId="{78DE6735-8549-445F-A95F-995ADF3AE052}" destId="{45F53534-C89A-4BA5-8877-3FAAC0D3062E}" srcOrd="3" destOrd="0" presId="urn:microsoft.com/office/officeart/2018/2/layout/IconVerticalSolidList"/>
    <dgm:cxn modelId="{2C815B0C-D6B7-46BD-B8F8-75C18ADF1061}" type="presParOf" srcId="{634AEC40-5F66-42B4-B08D-9647A3574201}" destId="{3069D3D2-D8E7-4001-B140-94BB6BB4CA16}" srcOrd="11" destOrd="0" presId="urn:microsoft.com/office/officeart/2018/2/layout/IconVerticalSolidList"/>
    <dgm:cxn modelId="{3676C782-4FC7-4F08-97D8-CEE031C6BCCF}" type="presParOf" srcId="{634AEC40-5F66-42B4-B08D-9647A3574201}" destId="{A554A49E-56AD-46F5-A8B3-EF87C14FE06B}" srcOrd="12" destOrd="0" presId="urn:microsoft.com/office/officeart/2018/2/layout/IconVerticalSolidList"/>
    <dgm:cxn modelId="{A847EB32-1143-4FAD-B6FA-5B6DA3FEBD0D}" type="presParOf" srcId="{A554A49E-56AD-46F5-A8B3-EF87C14FE06B}" destId="{644AF1D7-184F-406B-ACA1-AF2955F52434}" srcOrd="0" destOrd="0" presId="urn:microsoft.com/office/officeart/2018/2/layout/IconVerticalSolidList"/>
    <dgm:cxn modelId="{6871243D-624F-4748-9F25-EE3DFACD16EF}" type="presParOf" srcId="{A554A49E-56AD-46F5-A8B3-EF87C14FE06B}" destId="{2902DA71-DA9D-4AF5-9193-828C8458B611}" srcOrd="1" destOrd="0" presId="urn:microsoft.com/office/officeart/2018/2/layout/IconVerticalSolidList"/>
    <dgm:cxn modelId="{06284DA2-3EC6-42E1-BEA3-A6DEE6E22F30}" type="presParOf" srcId="{A554A49E-56AD-46F5-A8B3-EF87C14FE06B}" destId="{BB2C6DD8-BF82-4FEA-9195-0683767A6EFA}" srcOrd="2" destOrd="0" presId="urn:microsoft.com/office/officeart/2018/2/layout/IconVerticalSolidList"/>
    <dgm:cxn modelId="{3567BD39-66D0-4E16-BB82-3FF8195BBB33}" type="presParOf" srcId="{A554A49E-56AD-46F5-A8B3-EF87C14FE06B}" destId="{3BE38E1D-38FF-4CD1-8C83-FF61B6043057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CEF1F40A-7D8C-49E9-B54B-BF720E366B4F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/>
      <dgm:spPr/>
      <dgm:t>
        <a:bodyPr/>
        <a:lstStyle/>
        <a:p>
          <a:endParaRPr lang="tr-TR"/>
        </a:p>
      </dgm:t>
    </dgm:pt>
    <dgm:pt modelId="{992CF64A-FCF2-4C46-8A1A-A238DBE40DBF}">
      <dgm:prSet/>
      <dgm:spPr/>
      <dgm:t>
        <a:bodyPr/>
        <a:lstStyle/>
        <a:p>
          <a:r>
            <a:rPr lang="en-US"/>
            <a:t>In the previous chapter</a:t>
          </a:r>
          <a:endParaRPr lang="tr-TR"/>
        </a:p>
      </dgm:t>
    </dgm:pt>
    <dgm:pt modelId="{92194A13-ED83-4B5E-A7C9-F7F2E4B78AB5}" type="parTrans" cxnId="{0551D716-41D7-4171-872D-6382B3B4CDD4}">
      <dgm:prSet/>
      <dgm:spPr/>
      <dgm:t>
        <a:bodyPr/>
        <a:lstStyle/>
        <a:p>
          <a:endParaRPr lang="tr-TR"/>
        </a:p>
      </dgm:t>
    </dgm:pt>
    <dgm:pt modelId="{2EF9B520-10B8-48CF-A5F5-EF325011E557}" type="sibTrans" cxnId="{0551D716-41D7-4171-872D-6382B3B4CDD4}">
      <dgm:prSet/>
      <dgm:spPr/>
      <dgm:t>
        <a:bodyPr/>
        <a:lstStyle/>
        <a:p>
          <a:endParaRPr lang="tr-TR"/>
        </a:p>
      </dgm:t>
    </dgm:pt>
    <dgm:pt modelId="{770918FC-8356-4FAD-941C-658370131C79}">
      <dgm:prSet/>
      <dgm:spPr/>
      <dgm:t>
        <a:bodyPr/>
        <a:lstStyle/>
        <a:p>
          <a:r>
            <a:rPr lang="en-US"/>
            <a:t>the basic elements of bitcoin transactions</a:t>
          </a:r>
          <a:r>
            <a:rPr lang="tr-TR"/>
            <a:t> is introduced</a:t>
          </a:r>
        </a:p>
      </dgm:t>
    </dgm:pt>
    <dgm:pt modelId="{C397E6AD-0D57-4333-860F-186F23E2340B}" type="parTrans" cxnId="{53CFE81B-EB9B-4F6C-BA84-AEFF9EFF610B}">
      <dgm:prSet/>
      <dgm:spPr/>
      <dgm:t>
        <a:bodyPr/>
        <a:lstStyle/>
        <a:p>
          <a:endParaRPr lang="tr-TR"/>
        </a:p>
      </dgm:t>
    </dgm:pt>
    <dgm:pt modelId="{65F90D99-46E7-4EA9-8F5F-C6298937B818}" type="sibTrans" cxnId="{53CFE81B-EB9B-4F6C-BA84-AEFF9EFF610B}">
      <dgm:prSet/>
      <dgm:spPr/>
      <dgm:t>
        <a:bodyPr/>
        <a:lstStyle/>
        <a:p>
          <a:endParaRPr lang="tr-TR"/>
        </a:p>
      </dgm:t>
    </dgm:pt>
    <dgm:pt modelId="{227B99C5-18D4-45C5-B3F4-99A7933DE01C}">
      <dgm:prSet/>
      <dgm:spPr/>
      <dgm:t>
        <a:bodyPr/>
        <a:lstStyle/>
        <a:p>
          <a:r>
            <a:rPr lang="en-US"/>
            <a:t>looked at the most common type of transaction script, </a:t>
          </a:r>
          <a:endParaRPr lang="tr-TR"/>
        </a:p>
      </dgm:t>
    </dgm:pt>
    <dgm:pt modelId="{30A29E36-1B3E-4766-A349-2EBE4C2EE6A2}" type="parTrans" cxnId="{2124A8FF-A57F-47AB-A715-D8EF69C0E37A}">
      <dgm:prSet/>
      <dgm:spPr/>
      <dgm:t>
        <a:bodyPr/>
        <a:lstStyle/>
        <a:p>
          <a:endParaRPr lang="tr-TR"/>
        </a:p>
      </dgm:t>
    </dgm:pt>
    <dgm:pt modelId="{C2A4CB3F-B686-409B-988E-1CC311B25FEB}" type="sibTrans" cxnId="{2124A8FF-A57F-47AB-A715-D8EF69C0E37A}">
      <dgm:prSet/>
      <dgm:spPr/>
      <dgm:t>
        <a:bodyPr/>
        <a:lstStyle/>
        <a:p>
          <a:endParaRPr lang="tr-TR"/>
        </a:p>
      </dgm:t>
    </dgm:pt>
    <dgm:pt modelId="{56BB35DC-16E0-41A7-A356-5083BDA7BD91}">
      <dgm:prSet/>
      <dgm:spPr/>
      <dgm:t>
        <a:bodyPr/>
        <a:lstStyle/>
        <a:p>
          <a:r>
            <a:rPr lang="en-US"/>
            <a:t>the </a:t>
          </a:r>
          <a:r>
            <a:rPr lang="en-US" b="1"/>
            <a:t>P2PKH</a:t>
          </a:r>
          <a:r>
            <a:rPr lang="en-US"/>
            <a:t> script</a:t>
          </a:r>
          <a:r>
            <a:rPr lang="tr-TR"/>
            <a:t>- Pay-2-Public-Key-Hash</a:t>
          </a:r>
        </a:p>
      </dgm:t>
    </dgm:pt>
    <dgm:pt modelId="{F24CED9E-94E1-454B-A441-57B29270635A}" type="parTrans" cxnId="{28998402-8F8B-478D-AF27-41A16CFE8E13}">
      <dgm:prSet/>
      <dgm:spPr/>
      <dgm:t>
        <a:bodyPr/>
        <a:lstStyle/>
        <a:p>
          <a:endParaRPr lang="tr-TR"/>
        </a:p>
      </dgm:t>
    </dgm:pt>
    <dgm:pt modelId="{1A797F35-FADB-4678-9701-392CBCE416C6}" type="sibTrans" cxnId="{28998402-8F8B-478D-AF27-41A16CFE8E13}">
      <dgm:prSet/>
      <dgm:spPr/>
      <dgm:t>
        <a:bodyPr/>
        <a:lstStyle/>
        <a:p>
          <a:endParaRPr lang="tr-TR"/>
        </a:p>
      </dgm:t>
    </dgm:pt>
    <dgm:pt modelId="{1785F419-76F8-4046-A4EC-0735FCADF15A}">
      <dgm:prSet/>
      <dgm:spPr/>
      <dgm:t>
        <a:bodyPr/>
        <a:lstStyle/>
        <a:p>
          <a:r>
            <a:rPr lang="en-US"/>
            <a:t>In this</a:t>
          </a:r>
          <a:r>
            <a:rPr lang="tr-TR"/>
            <a:t> </a:t>
          </a:r>
          <a:r>
            <a:rPr lang="en-US"/>
            <a:t>chapter we will look at </a:t>
          </a:r>
          <a:endParaRPr lang="tr-TR"/>
        </a:p>
      </dgm:t>
    </dgm:pt>
    <dgm:pt modelId="{FB2F7F39-A7F9-4890-ABE7-25271DFBC170}" type="parTrans" cxnId="{506073B2-B319-4759-A1FD-CE343F5FF91F}">
      <dgm:prSet/>
      <dgm:spPr/>
      <dgm:t>
        <a:bodyPr/>
        <a:lstStyle/>
        <a:p>
          <a:endParaRPr lang="tr-TR"/>
        </a:p>
      </dgm:t>
    </dgm:pt>
    <dgm:pt modelId="{C7F23C2A-2DA8-4FD0-9CC5-E9853271BACB}" type="sibTrans" cxnId="{506073B2-B319-4759-A1FD-CE343F5FF91F}">
      <dgm:prSet/>
      <dgm:spPr/>
      <dgm:t>
        <a:bodyPr/>
        <a:lstStyle/>
        <a:p>
          <a:endParaRPr lang="tr-TR"/>
        </a:p>
      </dgm:t>
    </dgm:pt>
    <dgm:pt modelId="{DBD2844C-15F0-44C6-88F0-4AEA0609C5C9}">
      <dgm:prSet/>
      <dgm:spPr/>
      <dgm:t>
        <a:bodyPr/>
        <a:lstStyle/>
        <a:p>
          <a:r>
            <a:rPr lang="en-US"/>
            <a:t>more advanced scripting</a:t>
          </a:r>
          <a:endParaRPr lang="tr-TR"/>
        </a:p>
      </dgm:t>
    </dgm:pt>
    <dgm:pt modelId="{5E1234B8-698E-4562-8B1C-A84F67C9614B}" type="parTrans" cxnId="{AA1A113A-497A-434C-8785-2724D364A7A4}">
      <dgm:prSet/>
      <dgm:spPr/>
      <dgm:t>
        <a:bodyPr/>
        <a:lstStyle/>
        <a:p>
          <a:endParaRPr lang="tr-TR"/>
        </a:p>
      </dgm:t>
    </dgm:pt>
    <dgm:pt modelId="{CDB811BF-274F-4F9F-BC29-F4CECADAABDD}" type="sibTrans" cxnId="{AA1A113A-497A-434C-8785-2724D364A7A4}">
      <dgm:prSet/>
      <dgm:spPr/>
      <dgm:t>
        <a:bodyPr/>
        <a:lstStyle/>
        <a:p>
          <a:endParaRPr lang="tr-TR"/>
        </a:p>
      </dgm:t>
    </dgm:pt>
    <dgm:pt modelId="{15879DD2-F2A5-4301-9AD1-BC1F8A1D0C1B}">
      <dgm:prSet/>
      <dgm:spPr/>
      <dgm:t>
        <a:bodyPr/>
        <a:lstStyle/>
        <a:p>
          <a:r>
            <a:rPr lang="en-US"/>
            <a:t>how we can use it to build </a:t>
          </a:r>
          <a:endParaRPr lang="tr-TR"/>
        </a:p>
      </dgm:t>
    </dgm:pt>
    <dgm:pt modelId="{C86DD67A-E325-45D5-8800-17A4AE20283B}" type="parTrans" cxnId="{6A6A385F-2019-4494-B45D-65703B4DDC3D}">
      <dgm:prSet/>
      <dgm:spPr/>
      <dgm:t>
        <a:bodyPr/>
        <a:lstStyle/>
        <a:p>
          <a:endParaRPr lang="tr-TR"/>
        </a:p>
      </dgm:t>
    </dgm:pt>
    <dgm:pt modelId="{2665FAC7-DCC5-441B-8EF1-956D7819C2BE}" type="sibTrans" cxnId="{6A6A385F-2019-4494-B45D-65703B4DDC3D}">
      <dgm:prSet/>
      <dgm:spPr/>
      <dgm:t>
        <a:bodyPr/>
        <a:lstStyle/>
        <a:p>
          <a:endParaRPr lang="tr-TR"/>
        </a:p>
      </dgm:t>
    </dgm:pt>
    <dgm:pt modelId="{FBD96403-482A-4485-A301-F0E954F7EE64}">
      <dgm:prSet/>
      <dgm:spPr/>
      <dgm:t>
        <a:bodyPr/>
        <a:lstStyle/>
        <a:p>
          <a:r>
            <a:rPr lang="en-US"/>
            <a:t>transactions</a:t>
          </a:r>
          <a:r>
            <a:rPr lang="tr-TR"/>
            <a:t> with complex conditions.</a:t>
          </a:r>
        </a:p>
      </dgm:t>
    </dgm:pt>
    <dgm:pt modelId="{F4F3209F-B4BA-4220-903D-2CBD71BB2DDD}" type="parTrans" cxnId="{6603148A-54D3-40E7-A150-8932FE6F7524}">
      <dgm:prSet/>
      <dgm:spPr/>
      <dgm:t>
        <a:bodyPr/>
        <a:lstStyle/>
        <a:p>
          <a:endParaRPr lang="tr-TR"/>
        </a:p>
      </dgm:t>
    </dgm:pt>
    <dgm:pt modelId="{53949B81-A682-4999-97FB-0CCC9A493EEE}" type="sibTrans" cxnId="{6603148A-54D3-40E7-A150-8932FE6F7524}">
      <dgm:prSet/>
      <dgm:spPr/>
      <dgm:t>
        <a:bodyPr/>
        <a:lstStyle/>
        <a:p>
          <a:endParaRPr lang="tr-TR"/>
        </a:p>
      </dgm:t>
    </dgm:pt>
    <dgm:pt modelId="{A47FF928-EAC3-42A4-81D0-EC4889720AAD}" type="pres">
      <dgm:prSet presAssocID="{CEF1F40A-7D8C-49E9-B54B-BF720E366B4F}" presName="linear" presStyleCnt="0">
        <dgm:presLayoutVars>
          <dgm:dir/>
          <dgm:animLvl val="lvl"/>
          <dgm:resizeHandles val="exact"/>
        </dgm:presLayoutVars>
      </dgm:prSet>
      <dgm:spPr/>
    </dgm:pt>
    <dgm:pt modelId="{F0A90F9A-7C80-4AE5-9BF9-607DFD50EC97}" type="pres">
      <dgm:prSet presAssocID="{992CF64A-FCF2-4C46-8A1A-A238DBE40DBF}" presName="parentLin" presStyleCnt="0"/>
      <dgm:spPr/>
    </dgm:pt>
    <dgm:pt modelId="{942B9D8A-4D3C-49D0-B15B-C88543A17802}" type="pres">
      <dgm:prSet presAssocID="{992CF64A-FCF2-4C46-8A1A-A238DBE40DBF}" presName="parentLeftMargin" presStyleLbl="node1" presStyleIdx="0" presStyleCnt="3"/>
      <dgm:spPr/>
    </dgm:pt>
    <dgm:pt modelId="{68EB8CF6-B569-408E-8E7A-22E5D2013C27}" type="pres">
      <dgm:prSet presAssocID="{992CF64A-FCF2-4C46-8A1A-A238DBE40DBF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549F7F88-33B0-4A92-9677-1D9EDF553A65}" type="pres">
      <dgm:prSet presAssocID="{992CF64A-FCF2-4C46-8A1A-A238DBE40DBF}" presName="negativeSpace" presStyleCnt="0"/>
      <dgm:spPr/>
    </dgm:pt>
    <dgm:pt modelId="{F04A5537-E0EE-4A37-BBB7-D81CFD5C9C64}" type="pres">
      <dgm:prSet presAssocID="{992CF64A-FCF2-4C46-8A1A-A238DBE40DBF}" presName="childText" presStyleLbl="conFgAcc1" presStyleIdx="0" presStyleCnt="3">
        <dgm:presLayoutVars>
          <dgm:bulletEnabled val="1"/>
        </dgm:presLayoutVars>
      </dgm:prSet>
      <dgm:spPr/>
    </dgm:pt>
    <dgm:pt modelId="{BB5B904F-2C35-42A0-B169-A8448EDA6C5E}" type="pres">
      <dgm:prSet presAssocID="{2EF9B520-10B8-48CF-A5F5-EF325011E557}" presName="spaceBetweenRectangles" presStyleCnt="0"/>
      <dgm:spPr/>
    </dgm:pt>
    <dgm:pt modelId="{AE357EDE-0BC4-4732-A83F-074D8C30D1D0}" type="pres">
      <dgm:prSet presAssocID="{1785F419-76F8-4046-A4EC-0735FCADF15A}" presName="parentLin" presStyleCnt="0"/>
      <dgm:spPr/>
    </dgm:pt>
    <dgm:pt modelId="{AC26BAB1-AECC-45F1-9C18-21D201F87E31}" type="pres">
      <dgm:prSet presAssocID="{1785F419-76F8-4046-A4EC-0735FCADF15A}" presName="parentLeftMargin" presStyleLbl="node1" presStyleIdx="0" presStyleCnt="3"/>
      <dgm:spPr/>
    </dgm:pt>
    <dgm:pt modelId="{22EA4AEF-FB0A-4506-82CE-C70C02E6D15F}" type="pres">
      <dgm:prSet presAssocID="{1785F419-76F8-4046-A4EC-0735FCADF15A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92BAD1BE-E326-49CD-AF8F-15266191A118}" type="pres">
      <dgm:prSet presAssocID="{1785F419-76F8-4046-A4EC-0735FCADF15A}" presName="negativeSpace" presStyleCnt="0"/>
      <dgm:spPr/>
    </dgm:pt>
    <dgm:pt modelId="{F7760050-B236-4AA4-A128-6C82A511CF7D}" type="pres">
      <dgm:prSet presAssocID="{1785F419-76F8-4046-A4EC-0735FCADF15A}" presName="childText" presStyleLbl="conFgAcc1" presStyleIdx="1" presStyleCnt="3">
        <dgm:presLayoutVars>
          <dgm:bulletEnabled val="1"/>
        </dgm:presLayoutVars>
      </dgm:prSet>
      <dgm:spPr/>
    </dgm:pt>
    <dgm:pt modelId="{7520DBD0-D5F2-4B23-A8BE-4F65E7765BCD}" type="pres">
      <dgm:prSet presAssocID="{C7F23C2A-2DA8-4FD0-9CC5-E9853271BACB}" presName="spaceBetweenRectangles" presStyleCnt="0"/>
      <dgm:spPr/>
    </dgm:pt>
    <dgm:pt modelId="{48FAB849-A219-4BFF-A8FD-9C0E352995FD}" type="pres">
      <dgm:prSet presAssocID="{15879DD2-F2A5-4301-9AD1-BC1F8A1D0C1B}" presName="parentLin" presStyleCnt="0"/>
      <dgm:spPr/>
    </dgm:pt>
    <dgm:pt modelId="{80D68B31-AC80-499E-A9A7-0B537322D386}" type="pres">
      <dgm:prSet presAssocID="{15879DD2-F2A5-4301-9AD1-BC1F8A1D0C1B}" presName="parentLeftMargin" presStyleLbl="node1" presStyleIdx="1" presStyleCnt="3"/>
      <dgm:spPr/>
    </dgm:pt>
    <dgm:pt modelId="{EAAE04D9-A18A-4FF9-96E0-0617FB3FEB76}" type="pres">
      <dgm:prSet presAssocID="{15879DD2-F2A5-4301-9AD1-BC1F8A1D0C1B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0DDA2673-2F91-4917-9A56-A015A1D2AD86}" type="pres">
      <dgm:prSet presAssocID="{15879DD2-F2A5-4301-9AD1-BC1F8A1D0C1B}" presName="negativeSpace" presStyleCnt="0"/>
      <dgm:spPr/>
    </dgm:pt>
    <dgm:pt modelId="{FD878634-DBA4-4951-BA83-AC5F93C379D4}" type="pres">
      <dgm:prSet presAssocID="{15879DD2-F2A5-4301-9AD1-BC1F8A1D0C1B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03592D01-A129-4784-985D-229E0050AD1A}" type="presOf" srcId="{770918FC-8356-4FAD-941C-658370131C79}" destId="{F04A5537-E0EE-4A37-BBB7-D81CFD5C9C64}" srcOrd="0" destOrd="0" presId="urn:microsoft.com/office/officeart/2005/8/layout/list1"/>
    <dgm:cxn modelId="{28998402-8F8B-478D-AF27-41A16CFE8E13}" srcId="{992CF64A-FCF2-4C46-8A1A-A238DBE40DBF}" destId="{56BB35DC-16E0-41A7-A356-5083BDA7BD91}" srcOrd="2" destOrd="0" parTransId="{F24CED9E-94E1-454B-A441-57B29270635A}" sibTransId="{1A797F35-FADB-4678-9701-392CBCE416C6}"/>
    <dgm:cxn modelId="{BCFD9504-5575-4364-BDA4-784075833B57}" type="presOf" srcId="{1785F419-76F8-4046-A4EC-0735FCADF15A}" destId="{AC26BAB1-AECC-45F1-9C18-21D201F87E31}" srcOrd="0" destOrd="0" presId="urn:microsoft.com/office/officeart/2005/8/layout/list1"/>
    <dgm:cxn modelId="{2994360A-FAE5-4837-8C2E-9DAED0B31E95}" type="presOf" srcId="{992CF64A-FCF2-4C46-8A1A-A238DBE40DBF}" destId="{68EB8CF6-B569-408E-8E7A-22E5D2013C27}" srcOrd="1" destOrd="0" presId="urn:microsoft.com/office/officeart/2005/8/layout/list1"/>
    <dgm:cxn modelId="{0551D716-41D7-4171-872D-6382B3B4CDD4}" srcId="{CEF1F40A-7D8C-49E9-B54B-BF720E366B4F}" destId="{992CF64A-FCF2-4C46-8A1A-A238DBE40DBF}" srcOrd="0" destOrd="0" parTransId="{92194A13-ED83-4B5E-A7C9-F7F2E4B78AB5}" sibTransId="{2EF9B520-10B8-48CF-A5F5-EF325011E557}"/>
    <dgm:cxn modelId="{53CFE81B-EB9B-4F6C-BA84-AEFF9EFF610B}" srcId="{992CF64A-FCF2-4C46-8A1A-A238DBE40DBF}" destId="{770918FC-8356-4FAD-941C-658370131C79}" srcOrd="0" destOrd="0" parTransId="{C397E6AD-0D57-4333-860F-186F23E2340B}" sibTransId="{65F90D99-46E7-4EA9-8F5F-C6298937B818}"/>
    <dgm:cxn modelId="{93B36B37-4522-47F4-9D58-74C349F0B79F}" type="presOf" srcId="{15879DD2-F2A5-4301-9AD1-BC1F8A1D0C1B}" destId="{80D68B31-AC80-499E-A9A7-0B537322D386}" srcOrd="0" destOrd="0" presId="urn:microsoft.com/office/officeart/2005/8/layout/list1"/>
    <dgm:cxn modelId="{AA1A113A-497A-434C-8785-2724D364A7A4}" srcId="{1785F419-76F8-4046-A4EC-0735FCADF15A}" destId="{DBD2844C-15F0-44C6-88F0-4AEA0609C5C9}" srcOrd="0" destOrd="0" parTransId="{5E1234B8-698E-4562-8B1C-A84F67C9614B}" sibTransId="{CDB811BF-274F-4F9F-BC29-F4CECADAABDD}"/>
    <dgm:cxn modelId="{6A6A385F-2019-4494-B45D-65703B4DDC3D}" srcId="{CEF1F40A-7D8C-49E9-B54B-BF720E366B4F}" destId="{15879DD2-F2A5-4301-9AD1-BC1F8A1D0C1B}" srcOrd="2" destOrd="0" parTransId="{C86DD67A-E325-45D5-8800-17A4AE20283B}" sibTransId="{2665FAC7-DCC5-441B-8EF1-956D7819C2BE}"/>
    <dgm:cxn modelId="{5517FB81-61AD-4C91-B1B4-6E89AE707737}" type="presOf" srcId="{1785F419-76F8-4046-A4EC-0735FCADF15A}" destId="{22EA4AEF-FB0A-4506-82CE-C70C02E6D15F}" srcOrd="1" destOrd="0" presId="urn:microsoft.com/office/officeart/2005/8/layout/list1"/>
    <dgm:cxn modelId="{6603148A-54D3-40E7-A150-8932FE6F7524}" srcId="{15879DD2-F2A5-4301-9AD1-BC1F8A1D0C1B}" destId="{FBD96403-482A-4485-A301-F0E954F7EE64}" srcOrd="0" destOrd="0" parTransId="{F4F3209F-B4BA-4220-903D-2CBD71BB2DDD}" sibTransId="{53949B81-A682-4999-97FB-0CCC9A493EEE}"/>
    <dgm:cxn modelId="{FF23D597-4AAF-4CC2-AE4D-226D253E8278}" type="presOf" srcId="{992CF64A-FCF2-4C46-8A1A-A238DBE40DBF}" destId="{942B9D8A-4D3C-49D0-B15B-C88543A17802}" srcOrd="0" destOrd="0" presId="urn:microsoft.com/office/officeart/2005/8/layout/list1"/>
    <dgm:cxn modelId="{EB95229B-3318-48C2-83C3-82F1CF5F85E5}" type="presOf" srcId="{DBD2844C-15F0-44C6-88F0-4AEA0609C5C9}" destId="{F7760050-B236-4AA4-A128-6C82A511CF7D}" srcOrd="0" destOrd="0" presId="urn:microsoft.com/office/officeart/2005/8/layout/list1"/>
    <dgm:cxn modelId="{506073B2-B319-4759-A1FD-CE343F5FF91F}" srcId="{CEF1F40A-7D8C-49E9-B54B-BF720E366B4F}" destId="{1785F419-76F8-4046-A4EC-0735FCADF15A}" srcOrd="1" destOrd="0" parTransId="{FB2F7F39-A7F9-4890-ABE7-25271DFBC170}" sibTransId="{C7F23C2A-2DA8-4FD0-9CC5-E9853271BACB}"/>
    <dgm:cxn modelId="{381099CB-6F3C-47BA-9CF6-CF874F9201DF}" type="presOf" srcId="{15879DD2-F2A5-4301-9AD1-BC1F8A1D0C1B}" destId="{EAAE04D9-A18A-4FF9-96E0-0617FB3FEB76}" srcOrd="1" destOrd="0" presId="urn:microsoft.com/office/officeart/2005/8/layout/list1"/>
    <dgm:cxn modelId="{0ECF2FE9-FE5D-488E-B1BA-6EBC457E56B3}" type="presOf" srcId="{227B99C5-18D4-45C5-B3F4-99A7933DE01C}" destId="{F04A5537-E0EE-4A37-BBB7-D81CFD5C9C64}" srcOrd="0" destOrd="1" presId="urn:microsoft.com/office/officeart/2005/8/layout/list1"/>
    <dgm:cxn modelId="{324CE6EF-3593-43A5-A574-47615A4D8242}" type="presOf" srcId="{FBD96403-482A-4485-A301-F0E954F7EE64}" destId="{FD878634-DBA4-4951-BA83-AC5F93C379D4}" srcOrd="0" destOrd="0" presId="urn:microsoft.com/office/officeart/2005/8/layout/list1"/>
    <dgm:cxn modelId="{9761ECF1-6CF9-4AD6-B54F-BF00B67C3DEF}" type="presOf" srcId="{CEF1F40A-7D8C-49E9-B54B-BF720E366B4F}" destId="{A47FF928-EAC3-42A4-81D0-EC4889720AAD}" srcOrd="0" destOrd="0" presId="urn:microsoft.com/office/officeart/2005/8/layout/list1"/>
    <dgm:cxn modelId="{A2F3CEF9-EF41-4E9B-8E2E-76A9B89D2FE1}" type="presOf" srcId="{56BB35DC-16E0-41A7-A356-5083BDA7BD91}" destId="{F04A5537-E0EE-4A37-BBB7-D81CFD5C9C64}" srcOrd="0" destOrd="2" presId="urn:microsoft.com/office/officeart/2005/8/layout/list1"/>
    <dgm:cxn modelId="{2124A8FF-A57F-47AB-A715-D8EF69C0E37A}" srcId="{992CF64A-FCF2-4C46-8A1A-A238DBE40DBF}" destId="{227B99C5-18D4-45C5-B3F4-99A7933DE01C}" srcOrd="1" destOrd="0" parTransId="{30A29E36-1B3E-4766-A349-2EBE4C2EE6A2}" sibTransId="{C2A4CB3F-B686-409B-988E-1CC311B25FEB}"/>
    <dgm:cxn modelId="{C527A790-DA77-493A-B304-C5806F323874}" type="presParOf" srcId="{A47FF928-EAC3-42A4-81D0-EC4889720AAD}" destId="{F0A90F9A-7C80-4AE5-9BF9-607DFD50EC97}" srcOrd="0" destOrd="0" presId="urn:microsoft.com/office/officeart/2005/8/layout/list1"/>
    <dgm:cxn modelId="{70A8CF36-CD90-4CBB-97F9-7A5DD37B6C55}" type="presParOf" srcId="{F0A90F9A-7C80-4AE5-9BF9-607DFD50EC97}" destId="{942B9D8A-4D3C-49D0-B15B-C88543A17802}" srcOrd="0" destOrd="0" presId="urn:microsoft.com/office/officeart/2005/8/layout/list1"/>
    <dgm:cxn modelId="{AC368CA0-A27C-43A8-9FFC-8314A38184D1}" type="presParOf" srcId="{F0A90F9A-7C80-4AE5-9BF9-607DFD50EC97}" destId="{68EB8CF6-B569-408E-8E7A-22E5D2013C27}" srcOrd="1" destOrd="0" presId="urn:microsoft.com/office/officeart/2005/8/layout/list1"/>
    <dgm:cxn modelId="{BE473409-6223-41CB-962B-FAF06E9D663D}" type="presParOf" srcId="{A47FF928-EAC3-42A4-81D0-EC4889720AAD}" destId="{549F7F88-33B0-4A92-9677-1D9EDF553A65}" srcOrd="1" destOrd="0" presId="urn:microsoft.com/office/officeart/2005/8/layout/list1"/>
    <dgm:cxn modelId="{07E628F0-2680-4018-835B-758E70284BB9}" type="presParOf" srcId="{A47FF928-EAC3-42A4-81D0-EC4889720AAD}" destId="{F04A5537-E0EE-4A37-BBB7-D81CFD5C9C64}" srcOrd="2" destOrd="0" presId="urn:microsoft.com/office/officeart/2005/8/layout/list1"/>
    <dgm:cxn modelId="{483ADFEC-DE6D-431C-A687-55DAEA316844}" type="presParOf" srcId="{A47FF928-EAC3-42A4-81D0-EC4889720AAD}" destId="{BB5B904F-2C35-42A0-B169-A8448EDA6C5E}" srcOrd="3" destOrd="0" presId="urn:microsoft.com/office/officeart/2005/8/layout/list1"/>
    <dgm:cxn modelId="{480C0680-B27B-44A5-96D1-B1D1970B50F3}" type="presParOf" srcId="{A47FF928-EAC3-42A4-81D0-EC4889720AAD}" destId="{AE357EDE-0BC4-4732-A83F-074D8C30D1D0}" srcOrd="4" destOrd="0" presId="urn:microsoft.com/office/officeart/2005/8/layout/list1"/>
    <dgm:cxn modelId="{E2389DEE-C42C-4B34-AAEE-0378FB8D76BF}" type="presParOf" srcId="{AE357EDE-0BC4-4732-A83F-074D8C30D1D0}" destId="{AC26BAB1-AECC-45F1-9C18-21D201F87E31}" srcOrd="0" destOrd="0" presId="urn:microsoft.com/office/officeart/2005/8/layout/list1"/>
    <dgm:cxn modelId="{7F3FF9FB-A389-4692-B35B-32FE09F29AC2}" type="presParOf" srcId="{AE357EDE-0BC4-4732-A83F-074D8C30D1D0}" destId="{22EA4AEF-FB0A-4506-82CE-C70C02E6D15F}" srcOrd="1" destOrd="0" presId="urn:microsoft.com/office/officeart/2005/8/layout/list1"/>
    <dgm:cxn modelId="{C454BEB1-191B-4743-B933-164057CD41FA}" type="presParOf" srcId="{A47FF928-EAC3-42A4-81D0-EC4889720AAD}" destId="{92BAD1BE-E326-49CD-AF8F-15266191A118}" srcOrd="5" destOrd="0" presId="urn:microsoft.com/office/officeart/2005/8/layout/list1"/>
    <dgm:cxn modelId="{A56854A1-8C10-43B6-B3BD-FAC30CB5192F}" type="presParOf" srcId="{A47FF928-EAC3-42A4-81D0-EC4889720AAD}" destId="{F7760050-B236-4AA4-A128-6C82A511CF7D}" srcOrd="6" destOrd="0" presId="urn:microsoft.com/office/officeart/2005/8/layout/list1"/>
    <dgm:cxn modelId="{37CC7E63-A7C3-4E87-9446-FD2458E1D448}" type="presParOf" srcId="{A47FF928-EAC3-42A4-81D0-EC4889720AAD}" destId="{7520DBD0-D5F2-4B23-A8BE-4F65E7765BCD}" srcOrd="7" destOrd="0" presId="urn:microsoft.com/office/officeart/2005/8/layout/list1"/>
    <dgm:cxn modelId="{71FD2738-BBAB-4B16-9BAC-993B3044EE3D}" type="presParOf" srcId="{A47FF928-EAC3-42A4-81D0-EC4889720AAD}" destId="{48FAB849-A219-4BFF-A8FD-9C0E352995FD}" srcOrd="8" destOrd="0" presId="urn:microsoft.com/office/officeart/2005/8/layout/list1"/>
    <dgm:cxn modelId="{2B42C7AD-CC79-43BA-87DE-CC7B463ABBB2}" type="presParOf" srcId="{48FAB849-A219-4BFF-A8FD-9C0E352995FD}" destId="{80D68B31-AC80-499E-A9A7-0B537322D386}" srcOrd="0" destOrd="0" presId="urn:microsoft.com/office/officeart/2005/8/layout/list1"/>
    <dgm:cxn modelId="{FD189F5B-3382-45F2-9DAB-8DCDF4CF63F2}" type="presParOf" srcId="{48FAB849-A219-4BFF-A8FD-9C0E352995FD}" destId="{EAAE04D9-A18A-4FF9-96E0-0617FB3FEB76}" srcOrd="1" destOrd="0" presId="urn:microsoft.com/office/officeart/2005/8/layout/list1"/>
    <dgm:cxn modelId="{23C11181-3046-4EAD-A04E-DEB1A31E2002}" type="presParOf" srcId="{A47FF928-EAC3-42A4-81D0-EC4889720AAD}" destId="{0DDA2673-2F91-4917-9A56-A015A1D2AD86}" srcOrd="9" destOrd="0" presId="urn:microsoft.com/office/officeart/2005/8/layout/list1"/>
    <dgm:cxn modelId="{4303BFCE-C2DD-4CE5-81A1-EDC2E89BD732}" type="presParOf" srcId="{A47FF928-EAC3-42A4-81D0-EC4889720AAD}" destId="{FD878634-DBA4-4951-BA83-AC5F93C379D4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9FF16DAD-5A0D-4C39-B2F7-B60BA2364D52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/>
      <dgm:spPr/>
      <dgm:t>
        <a:bodyPr/>
        <a:lstStyle/>
        <a:p>
          <a:endParaRPr lang="en-US"/>
        </a:p>
      </dgm:t>
    </dgm:pt>
    <dgm:pt modelId="{91774734-F4F7-409C-BE68-688BA7C8E81C}">
      <dgm:prSet/>
      <dgm:spPr/>
      <dgm:t>
        <a:bodyPr/>
        <a:lstStyle/>
        <a:p>
          <a:r>
            <a:rPr lang="en-US" b="1"/>
            <a:t>multisignature </a:t>
          </a:r>
          <a:r>
            <a:rPr lang="tr-TR" b="1"/>
            <a:t>scripts</a:t>
          </a:r>
          <a:endParaRPr lang="en-US"/>
        </a:p>
      </dgm:t>
    </dgm:pt>
    <dgm:pt modelId="{DA0B93FC-018E-4025-AE3F-DF1A39D77A22}" type="parTrans" cxnId="{C06CB97F-F615-4313-8A30-8AED21CEAB20}">
      <dgm:prSet/>
      <dgm:spPr/>
      <dgm:t>
        <a:bodyPr/>
        <a:lstStyle/>
        <a:p>
          <a:endParaRPr lang="en-US"/>
        </a:p>
      </dgm:t>
    </dgm:pt>
    <dgm:pt modelId="{1003644A-B38A-4C46-A6FC-B018ACD6E0FC}" type="sibTrans" cxnId="{C06CB97F-F615-4313-8A30-8AED21CEAB20}">
      <dgm:prSet/>
      <dgm:spPr/>
      <dgm:t>
        <a:bodyPr/>
        <a:lstStyle/>
        <a:p>
          <a:endParaRPr lang="en-US"/>
        </a:p>
      </dgm:t>
    </dgm:pt>
    <dgm:pt modelId="{7130ECE6-2725-4207-88E3-50387B55A2A6}">
      <dgm:prSet/>
      <dgm:spPr/>
      <dgm:t>
        <a:bodyPr/>
        <a:lstStyle/>
        <a:p>
          <a:r>
            <a:rPr lang="tr-TR"/>
            <a:t>First we l</a:t>
          </a:r>
          <a:r>
            <a:rPr lang="en-US"/>
            <a:t>ook at </a:t>
          </a:r>
          <a:r>
            <a:rPr lang="en-US" b="1"/>
            <a:t>multisignature</a:t>
          </a:r>
          <a:r>
            <a:rPr lang="tr-TR" b="1"/>
            <a:t> </a:t>
          </a:r>
          <a:r>
            <a:rPr lang="en-US"/>
            <a:t>scripts. </a:t>
          </a:r>
        </a:p>
      </dgm:t>
    </dgm:pt>
    <dgm:pt modelId="{8D507CCA-0309-4891-972C-5E4BFA57F91F}" type="parTrans" cxnId="{F709327D-4349-43F5-B92F-499F7D6FF053}">
      <dgm:prSet/>
      <dgm:spPr/>
      <dgm:t>
        <a:bodyPr/>
        <a:lstStyle/>
        <a:p>
          <a:endParaRPr lang="en-US"/>
        </a:p>
      </dgm:t>
    </dgm:pt>
    <dgm:pt modelId="{10F0FC69-C17D-49D4-B438-5E81244FCA0E}" type="sibTrans" cxnId="{F709327D-4349-43F5-B92F-499F7D6FF053}">
      <dgm:prSet/>
      <dgm:spPr/>
      <dgm:t>
        <a:bodyPr/>
        <a:lstStyle/>
        <a:p>
          <a:endParaRPr lang="en-US"/>
        </a:p>
      </dgm:t>
    </dgm:pt>
    <dgm:pt modelId="{37042383-9876-4DC9-96F4-9F545B04E423}">
      <dgm:prSet/>
      <dgm:spPr/>
      <dgm:t>
        <a:bodyPr/>
        <a:lstStyle/>
        <a:p>
          <a:r>
            <a:rPr lang="en-US" b="1"/>
            <a:t>Pay-to-Script-Hash </a:t>
          </a:r>
          <a:endParaRPr lang="en-US"/>
        </a:p>
      </dgm:t>
    </dgm:pt>
    <dgm:pt modelId="{2BC3742A-E6CE-4896-BB34-FB611A17BB29}" type="parTrans" cxnId="{2473A5F8-91FB-47C2-8C37-5C250E848D77}">
      <dgm:prSet/>
      <dgm:spPr/>
      <dgm:t>
        <a:bodyPr/>
        <a:lstStyle/>
        <a:p>
          <a:endParaRPr lang="en-US"/>
        </a:p>
      </dgm:t>
    </dgm:pt>
    <dgm:pt modelId="{C50F8509-44A8-4A77-BE8B-0A9CB22B62F7}" type="sibTrans" cxnId="{2473A5F8-91FB-47C2-8C37-5C250E848D77}">
      <dgm:prSet/>
      <dgm:spPr/>
      <dgm:t>
        <a:bodyPr/>
        <a:lstStyle/>
        <a:p>
          <a:endParaRPr lang="en-US"/>
        </a:p>
      </dgm:t>
    </dgm:pt>
    <dgm:pt modelId="{D214FD36-3174-46E5-9A18-ECC316716101}">
      <dgm:prSet/>
      <dgm:spPr/>
      <dgm:t>
        <a:bodyPr/>
        <a:lstStyle/>
        <a:p>
          <a:r>
            <a:rPr lang="tr-TR"/>
            <a:t>Next examine </a:t>
          </a:r>
          <a:r>
            <a:rPr lang="en-US"/>
            <a:t>most</a:t>
          </a:r>
          <a:r>
            <a:rPr lang="tr-TR"/>
            <a:t> </a:t>
          </a:r>
          <a:r>
            <a:rPr lang="en-US"/>
            <a:t>common transaction script, </a:t>
          </a:r>
        </a:p>
      </dgm:t>
    </dgm:pt>
    <dgm:pt modelId="{1F7B5135-2E6F-4144-B111-867358181A3B}" type="parTrans" cxnId="{B8789FB8-DD87-4826-98C6-CFCBA9415D7A}">
      <dgm:prSet/>
      <dgm:spPr/>
      <dgm:t>
        <a:bodyPr/>
        <a:lstStyle/>
        <a:p>
          <a:endParaRPr lang="en-US"/>
        </a:p>
      </dgm:t>
    </dgm:pt>
    <dgm:pt modelId="{B4F48B36-E2DC-4F07-9A59-121C1FC049EF}" type="sibTrans" cxnId="{B8789FB8-DD87-4826-98C6-CFCBA9415D7A}">
      <dgm:prSet/>
      <dgm:spPr/>
      <dgm:t>
        <a:bodyPr/>
        <a:lstStyle/>
        <a:p>
          <a:endParaRPr lang="en-US"/>
        </a:p>
      </dgm:t>
    </dgm:pt>
    <dgm:pt modelId="{783810EE-8548-4642-A872-0C270A7A3C3A}">
      <dgm:prSet/>
      <dgm:spPr/>
      <dgm:t>
        <a:bodyPr/>
        <a:lstStyle/>
        <a:p>
          <a:r>
            <a:rPr lang="tr-TR" b="1"/>
            <a:t>timelocks </a:t>
          </a:r>
          <a:endParaRPr lang="en-US"/>
        </a:p>
      </dgm:t>
    </dgm:pt>
    <dgm:pt modelId="{D396F760-E201-4BB1-9B97-C1DD25B81A1B}" type="parTrans" cxnId="{4A934011-9F19-4CD5-840A-F6A145F00959}">
      <dgm:prSet/>
      <dgm:spPr/>
      <dgm:t>
        <a:bodyPr/>
        <a:lstStyle/>
        <a:p>
          <a:endParaRPr lang="en-US"/>
        </a:p>
      </dgm:t>
    </dgm:pt>
    <dgm:pt modelId="{43C36B57-BBFE-48A6-8459-6CC2D7608083}" type="sibTrans" cxnId="{4A934011-9F19-4CD5-840A-F6A145F00959}">
      <dgm:prSet/>
      <dgm:spPr/>
      <dgm:t>
        <a:bodyPr/>
        <a:lstStyle/>
        <a:p>
          <a:endParaRPr lang="en-US"/>
        </a:p>
      </dgm:t>
    </dgm:pt>
    <dgm:pt modelId="{74D30883-A0C8-48F4-87E7-8AD1F2EBD16A}">
      <dgm:prSet/>
      <dgm:spPr/>
      <dgm:t>
        <a:bodyPr/>
        <a:lstStyle/>
        <a:p>
          <a:r>
            <a:rPr lang="en-US"/>
            <a:t>Then, </a:t>
          </a:r>
          <a:r>
            <a:rPr lang="tr-TR"/>
            <a:t>examine </a:t>
          </a:r>
          <a:r>
            <a:rPr lang="en-US"/>
            <a:t>new script operators </a:t>
          </a:r>
        </a:p>
      </dgm:t>
    </dgm:pt>
    <dgm:pt modelId="{D4F8DA1F-CD1B-4CE2-A77B-3119A252BB38}" type="parTrans" cxnId="{67C41C90-A5E7-48AE-9276-0D15557F0D9A}">
      <dgm:prSet/>
      <dgm:spPr/>
      <dgm:t>
        <a:bodyPr/>
        <a:lstStyle/>
        <a:p>
          <a:endParaRPr lang="en-US"/>
        </a:p>
      </dgm:t>
    </dgm:pt>
    <dgm:pt modelId="{3F767624-0382-4625-9B6A-DD7BDD91B081}" type="sibTrans" cxnId="{67C41C90-A5E7-48AE-9276-0D15557F0D9A}">
      <dgm:prSet/>
      <dgm:spPr/>
      <dgm:t>
        <a:bodyPr/>
        <a:lstStyle/>
        <a:p>
          <a:endParaRPr lang="en-US"/>
        </a:p>
      </dgm:t>
    </dgm:pt>
    <dgm:pt modelId="{0AAF1CA1-5155-44C3-BE00-BFC93B193DA1}">
      <dgm:prSet/>
      <dgm:spPr/>
      <dgm:t>
        <a:bodyPr/>
        <a:lstStyle/>
        <a:p>
          <a:r>
            <a:rPr lang="en-US"/>
            <a:t>that add a time dimension</a:t>
          </a:r>
          <a:r>
            <a:rPr lang="tr-TR"/>
            <a:t> to bitcoin</a:t>
          </a:r>
          <a:endParaRPr lang="en-US"/>
        </a:p>
      </dgm:t>
    </dgm:pt>
    <dgm:pt modelId="{EFA48ED4-10F2-46A2-9B34-0774AC929163}" type="parTrans" cxnId="{8A370733-1620-474A-AF87-3ABBBDD261A4}">
      <dgm:prSet/>
      <dgm:spPr/>
      <dgm:t>
        <a:bodyPr/>
        <a:lstStyle/>
        <a:p>
          <a:endParaRPr lang="en-US"/>
        </a:p>
      </dgm:t>
    </dgm:pt>
    <dgm:pt modelId="{7FB8BD40-EE1F-455D-8DE5-DBE22FA3B17F}" type="sibTrans" cxnId="{8A370733-1620-474A-AF87-3ABBBDD261A4}">
      <dgm:prSet/>
      <dgm:spPr/>
      <dgm:t>
        <a:bodyPr/>
        <a:lstStyle/>
        <a:p>
          <a:endParaRPr lang="en-US"/>
        </a:p>
      </dgm:t>
    </dgm:pt>
    <dgm:pt modelId="{8113539A-09B9-40A3-A9F1-189121E8E193}" type="pres">
      <dgm:prSet presAssocID="{9FF16DAD-5A0D-4C39-B2F7-B60BA2364D52}" presName="linear" presStyleCnt="0">
        <dgm:presLayoutVars>
          <dgm:dir/>
          <dgm:animLvl val="lvl"/>
          <dgm:resizeHandles val="exact"/>
        </dgm:presLayoutVars>
      </dgm:prSet>
      <dgm:spPr/>
    </dgm:pt>
    <dgm:pt modelId="{9BD0E35B-57D4-43F4-BFFE-851BA5E32A69}" type="pres">
      <dgm:prSet presAssocID="{91774734-F4F7-409C-BE68-688BA7C8E81C}" presName="parentLin" presStyleCnt="0"/>
      <dgm:spPr/>
    </dgm:pt>
    <dgm:pt modelId="{F65265DE-D59F-41F7-A1DA-92895BC8BB52}" type="pres">
      <dgm:prSet presAssocID="{91774734-F4F7-409C-BE68-688BA7C8E81C}" presName="parentLeftMargin" presStyleLbl="node1" presStyleIdx="0" presStyleCnt="3"/>
      <dgm:spPr/>
    </dgm:pt>
    <dgm:pt modelId="{20EE35FA-AF21-4B43-AB60-688B41CB15E2}" type="pres">
      <dgm:prSet presAssocID="{91774734-F4F7-409C-BE68-688BA7C8E81C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09B2D60A-1D4C-465B-977E-D920CC77A6E7}" type="pres">
      <dgm:prSet presAssocID="{91774734-F4F7-409C-BE68-688BA7C8E81C}" presName="negativeSpace" presStyleCnt="0"/>
      <dgm:spPr/>
    </dgm:pt>
    <dgm:pt modelId="{7C441C5A-EB18-470C-91B3-F73F0DCC4C7D}" type="pres">
      <dgm:prSet presAssocID="{91774734-F4F7-409C-BE68-688BA7C8E81C}" presName="childText" presStyleLbl="conFgAcc1" presStyleIdx="0" presStyleCnt="3">
        <dgm:presLayoutVars>
          <dgm:bulletEnabled val="1"/>
        </dgm:presLayoutVars>
      </dgm:prSet>
      <dgm:spPr/>
    </dgm:pt>
    <dgm:pt modelId="{6D1930A5-1C71-4CDE-9680-0682313280AA}" type="pres">
      <dgm:prSet presAssocID="{1003644A-B38A-4C46-A6FC-B018ACD6E0FC}" presName="spaceBetweenRectangles" presStyleCnt="0"/>
      <dgm:spPr/>
    </dgm:pt>
    <dgm:pt modelId="{BF2AA500-49A0-4A74-967F-2984E88ECFF5}" type="pres">
      <dgm:prSet presAssocID="{37042383-9876-4DC9-96F4-9F545B04E423}" presName="parentLin" presStyleCnt="0"/>
      <dgm:spPr/>
    </dgm:pt>
    <dgm:pt modelId="{A9DAE93B-4ED2-4455-8EEC-88C2AA8A12E2}" type="pres">
      <dgm:prSet presAssocID="{37042383-9876-4DC9-96F4-9F545B04E423}" presName="parentLeftMargin" presStyleLbl="node1" presStyleIdx="0" presStyleCnt="3"/>
      <dgm:spPr/>
    </dgm:pt>
    <dgm:pt modelId="{3A4A9D62-937A-4B15-A406-866F545E6CA2}" type="pres">
      <dgm:prSet presAssocID="{37042383-9876-4DC9-96F4-9F545B04E423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998E093C-1427-413B-8162-F768927C29EC}" type="pres">
      <dgm:prSet presAssocID="{37042383-9876-4DC9-96F4-9F545B04E423}" presName="negativeSpace" presStyleCnt="0"/>
      <dgm:spPr/>
    </dgm:pt>
    <dgm:pt modelId="{5DE08938-A2EF-4136-A5BD-17EAF592582F}" type="pres">
      <dgm:prSet presAssocID="{37042383-9876-4DC9-96F4-9F545B04E423}" presName="childText" presStyleLbl="conFgAcc1" presStyleIdx="1" presStyleCnt="3">
        <dgm:presLayoutVars>
          <dgm:bulletEnabled val="1"/>
        </dgm:presLayoutVars>
      </dgm:prSet>
      <dgm:spPr/>
    </dgm:pt>
    <dgm:pt modelId="{4E98FF22-E0BF-4005-B877-2D32AD0816B7}" type="pres">
      <dgm:prSet presAssocID="{C50F8509-44A8-4A77-BE8B-0A9CB22B62F7}" presName="spaceBetweenRectangles" presStyleCnt="0"/>
      <dgm:spPr/>
    </dgm:pt>
    <dgm:pt modelId="{4DA779CC-4037-4AD9-BF90-D6918F8351D0}" type="pres">
      <dgm:prSet presAssocID="{783810EE-8548-4642-A872-0C270A7A3C3A}" presName="parentLin" presStyleCnt="0"/>
      <dgm:spPr/>
    </dgm:pt>
    <dgm:pt modelId="{76555F79-4101-4778-B4DF-255B17A2CF54}" type="pres">
      <dgm:prSet presAssocID="{783810EE-8548-4642-A872-0C270A7A3C3A}" presName="parentLeftMargin" presStyleLbl="node1" presStyleIdx="1" presStyleCnt="3"/>
      <dgm:spPr/>
    </dgm:pt>
    <dgm:pt modelId="{83A8D126-193A-459A-B0CE-CDDCC3EF5D93}" type="pres">
      <dgm:prSet presAssocID="{783810EE-8548-4642-A872-0C270A7A3C3A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0EDCF5F0-53EB-4ADB-8733-A2BFC3BF1176}" type="pres">
      <dgm:prSet presAssocID="{783810EE-8548-4642-A872-0C270A7A3C3A}" presName="negativeSpace" presStyleCnt="0"/>
      <dgm:spPr/>
    </dgm:pt>
    <dgm:pt modelId="{90C9CC75-DB2A-487B-86E1-4C3858645232}" type="pres">
      <dgm:prSet presAssocID="{783810EE-8548-4642-A872-0C270A7A3C3A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4A934011-9F19-4CD5-840A-F6A145F00959}" srcId="{9FF16DAD-5A0D-4C39-B2F7-B60BA2364D52}" destId="{783810EE-8548-4642-A872-0C270A7A3C3A}" srcOrd="2" destOrd="0" parTransId="{D396F760-E201-4BB1-9B97-C1DD25B81A1B}" sibTransId="{43C36B57-BBFE-48A6-8459-6CC2D7608083}"/>
    <dgm:cxn modelId="{8A370733-1620-474A-AF87-3ABBBDD261A4}" srcId="{783810EE-8548-4642-A872-0C270A7A3C3A}" destId="{0AAF1CA1-5155-44C3-BE00-BFC93B193DA1}" srcOrd="1" destOrd="0" parTransId="{EFA48ED4-10F2-46A2-9B34-0774AC929163}" sibTransId="{7FB8BD40-EE1F-455D-8DE5-DBE22FA3B17F}"/>
    <dgm:cxn modelId="{556D693B-BEA1-4DB8-B7B2-53A63E034A88}" type="presOf" srcId="{783810EE-8548-4642-A872-0C270A7A3C3A}" destId="{76555F79-4101-4778-B4DF-255B17A2CF54}" srcOrd="0" destOrd="0" presId="urn:microsoft.com/office/officeart/2005/8/layout/list1"/>
    <dgm:cxn modelId="{01DBAB3C-8C30-49FA-86B7-4AE7E2412FFC}" type="presOf" srcId="{91774734-F4F7-409C-BE68-688BA7C8E81C}" destId="{20EE35FA-AF21-4B43-AB60-688B41CB15E2}" srcOrd="1" destOrd="0" presId="urn:microsoft.com/office/officeart/2005/8/layout/list1"/>
    <dgm:cxn modelId="{D24F5564-2E23-4597-ACBC-37A834E4B502}" type="presOf" srcId="{0AAF1CA1-5155-44C3-BE00-BFC93B193DA1}" destId="{90C9CC75-DB2A-487B-86E1-4C3858645232}" srcOrd="0" destOrd="1" presId="urn:microsoft.com/office/officeart/2005/8/layout/list1"/>
    <dgm:cxn modelId="{73F5E27C-797B-4941-BD65-DBAB36BFABFA}" type="presOf" srcId="{783810EE-8548-4642-A872-0C270A7A3C3A}" destId="{83A8D126-193A-459A-B0CE-CDDCC3EF5D93}" srcOrd="1" destOrd="0" presId="urn:microsoft.com/office/officeart/2005/8/layout/list1"/>
    <dgm:cxn modelId="{F709327D-4349-43F5-B92F-499F7D6FF053}" srcId="{91774734-F4F7-409C-BE68-688BA7C8E81C}" destId="{7130ECE6-2725-4207-88E3-50387B55A2A6}" srcOrd="0" destOrd="0" parTransId="{8D507CCA-0309-4891-972C-5E4BFA57F91F}" sibTransId="{10F0FC69-C17D-49D4-B438-5E81244FCA0E}"/>
    <dgm:cxn modelId="{C06CB97F-F615-4313-8A30-8AED21CEAB20}" srcId="{9FF16DAD-5A0D-4C39-B2F7-B60BA2364D52}" destId="{91774734-F4F7-409C-BE68-688BA7C8E81C}" srcOrd="0" destOrd="0" parTransId="{DA0B93FC-018E-4025-AE3F-DF1A39D77A22}" sibTransId="{1003644A-B38A-4C46-A6FC-B018ACD6E0FC}"/>
    <dgm:cxn modelId="{67C41C90-A5E7-48AE-9276-0D15557F0D9A}" srcId="{783810EE-8548-4642-A872-0C270A7A3C3A}" destId="{74D30883-A0C8-48F4-87E7-8AD1F2EBD16A}" srcOrd="0" destOrd="0" parTransId="{D4F8DA1F-CD1B-4CE2-A77B-3119A252BB38}" sibTransId="{3F767624-0382-4625-9B6A-DD7BDD91B081}"/>
    <dgm:cxn modelId="{C1A137B1-9761-49A4-8903-D2B19FF775AE}" type="presOf" srcId="{37042383-9876-4DC9-96F4-9F545B04E423}" destId="{A9DAE93B-4ED2-4455-8EEC-88C2AA8A12E2}" srcOrd="0" destOrd="0" presId="urn:microsoft.com/office/officeart/2005/8/layout/list1"/>
    <dgm:cxn modelId="{F8EEC2B5-A110-46B2-A0DE-624D961C89DB}" type="presOf" srcId="{74D30883-A0C8-48F4-87E7-8AD1F2EBD16A}" destId="{90C9CC75-DB2A-487B-86E1-4C3858645232}" srcOrd="0" destOrd="0" presId="urn:microsoft.com/office/officeart/2005/8/layout/list1"/>
    <dgm:cxn modelId="{B8789FB8-DD87-4826-98C6-CFCBA9415D7A}" srcId="{37042383-9876-4DC9-96F4-9F545B04E423}" destId="{D214FD36-3174-46E5-9A18-ECC316716101}" srcOrd="0" destOrd="0" parTransId="{1F7B5135-2E6F-4144-B111-867358181A3B}" sibTransId="{B4F48B36-E2DC-4F07-9A59-121C1FC049EF}"/>
    <dgm:cxn modelId="{D2DBB1BD-D821-459F-BF69-6A76397A480F}" type="presOf" srcId="{9FF16DAD-5A0D-4C39-B2F7-B60BA2364D52}" destId="{8113539A-09B9-40A3-A9F1-189121E8E193}" srcOrd="0" destOrd="0" presId="urn:microsoft.com/office/officeart/2005/8/layout/list1"/>
    <dgm:cxn modelId="{3E539BBE-BE0F-4195-9335-846266F43A29}" type="presOf" srcId="{7130ECE6-2725-4207-88E3-50387B55A2A6}" destId="{7C441C5A-EB18-470C-91B3-F73F0DCC4C7D}" srcOrd="0" destOrd="0" presId="urn:microsoft.com/office/officeart/2005/8/layout/list1"/>
    <dgm:cxn modelId="{28BEA4E4-EBC3-40AF-804B-92EB82AD0C64}" type="presOf" srcId="{D214FD36-3174-46E5-9A18-ECC316716101}" destId="{5DE08938-A2EF-4136-A5BD-17EAF592582F}" srcOrd="0" destOrd="0" presId="urn:microsoft.com/office/officeart/2005/8/layout/list1"/>
    <dgm:cxn modelId="{830AE9EA-B77B-4138-8055-4D48F1D67888}" type="presOf" srcId="{37042383-9876-4DC9-96F4-9F545B04E423}" destId="{3A4A9D62-937A-4B15-A406-866F545E6CA2}" srcOrd="1" destOrd="0" presId="urn:microsoft.com/office/officeart/2005/8/layout/list1"/>
    <dgm:cxn modelId="{85C6CAEF-A488-4B77-A16A-2DBC4E90908C}" type="presOf" srcId="{91774734-F4F7-409C-BE68-688BA7C8E81C}" destId="{F65265DE-D59F-41F7-A1DA-92895BC8BB52}" srcOrd="0" destOrd="0" presId="urn:microsoft.com/office/officeart/2005/8/layout/list1"/>
    <dgm:cxn modelId="{2473A5F8-91FB-47C2-8C37-5C250E848D77}" srcId="{9FF16DAD-5A0D-4C39-B2F7-B60BA2364D52}" destId="{37042383-9876-4DC9-96F4-9F545B04E423}" srcOrd="1" destOrd="0" parTransId="{2BC3742A-E6CE-4896-BB34-FB611A17BB29}" sibTransId="{C50F8509-44A8-4A77-BE8B-0A9CB22B62F7}"/>
    <dgm:cxn modelId="{AF80DB79-F354-4D91-9F76-C44CFD2D3F06}" type="presParOf" srcId="{8113539A-09B9-40A3-A9F1-189121E8E193}" destId="{9BD0E35B-57D4-43F4-BFFE-851BA5E32A69}" srcOrd="0" destOrd="0" presId="urn:microsoft.com/office/officeart/2005/8/layout/list1"/>
    <dgm:cxn modelId="{E0370FA7-0040-4F4B-B846-0775C41562FC}" type="presParOf" srcId="{9BD0E35B-57D4-43F4-BFFE-851BA5E32A69}" destId="{F65265DE-D59F-41F7-A1DA-92895BC8BB52}" srcOrd="0" destOrd="0" presId="urn:microsoft.com/office/officeart/2005/8/layout/list1"/>
    <dgm:cxn modelId="{AEE8AC35-3EE7-435E-A58A-F34648F116A2}" type="presParOf" srcId="{9BD0E35B-57D4-43F4-BFFE-851BA5E32A69}" destId="{20EE35FA-AF21-4B43-AB60-688B41CB15E2}" srcOrd="1" destOrd="0" presId="urn:microsoft.com/office/officeart/2005/8/layout/list1"/>
    <dgm:cxn modelId="{12AA25E9-AB6F-43D3-9E43-6EB5C5C62787}" type="presParOf" srcId="{8113539A-09B9-40A3-A9F1-189121E8E193}" destId="{09B2D60A-1D4C-465B-977E-D920CC77A6E7}" srcOrd="1" destOrd="0" presId="urn:microsoft.com/office/officeart/2005/8/layout/list1"/>
    <dgm:cxn modelId="{DEBF0BBB-9CCE-419F-9314-935C28E44C0D}" type="presParOf" srcId="{8113539A-09B9-40A3-A9F1-189121E8E193}" destId="{7C441C5A-EB18-470C-91B3-F73F0DCC4C7D}" srcOrd="2" destOrd="0" presId="urn:microsoft.com/office/officeart/2005/8/layout/list1"/>
    <dgm:cxn modelId="{B7EB269F-5C16-418A-A9C1-7C64248EFD33}" type="presParOf" srcId="{8113539A-09B9-40A3-A9F1-189121E8E193}" destId="{6D1930A5-1C71-4CDE-9680-0682313280AA}" srcOrd="3" destOrd="0" presId="urn:microsoft.com/office/officeart/2005/8/layout/list1"/>
    <dgm:cxn modelId="{F3D98543-B073-476D-8738-4A8578FD5A26}" type="presParOf" srcId="{8113539A-09B9-40A3-A9F1-189121E8E193}" destId="{BF2AA500-49A0-4A74-967F-2984E88ECFF5}" srcOrd="4" destOrd="0" presId="urn:microsoft.com/office/officeart/2005/8/layout/list1"/>
    <dgm:cxn modelId="{0695ABD6-C51A-43BF-9118-FCF173B18E5B}" type="presParOf" srcId="{BF2AA500-49A0-4A74-967F-2984E88ECFF5}" destId="{A9DAE93B-4ED2-4455-8EEC-88C2AA8A12E2}" srcOrd="0" destOrd="0" presId="urn:microsoft.com/office/officeart/2005/8/layout/list1"/>
    <dgm:cxn modelId="{B415AF9F-6EAC-408E-9069-8F9F911C8525}" type="presParOf" srcId="{BF2AA500-49A0-4A74-967F-2984E88ECFF5}" destId="{3A4A9D62-937A-4B15-A406-866F545E6CA2}" srcOrd="1" destOrd="0" presId="urn:microsoft.com/office/officeart/2005/8/layout/list1"/>
    <dgm:cxn modelId="{9D5BD47C-9D12-4F0E-9A45-E4F96C0BACE8}" type="presParOf" srcId="{8113539A-09B9-40A3-A9F1-189121E8E193}" destId="{998E093C-1427-413B-8162-F768927C29EC}" srcOrd="5" destOrd="0" presId="urn:microsoft.com/office/officeart/2005/8/layout/list1"/>
    <dgm:cxn modelId="{34ABC3D1-5E89-4EC5-A1F3-7BC1DEFD8291}" type="presParOf" srcId="{8113539A-09B9-40A3-A9F1-189121E8E193}" destId="{5DE08938-A2EF-4136-A5BD-17EAF592582F}" srcOrd="6" destOrd="0" presId="urn:microsoft.com/office/officeart/2005/8/layout/list1"/>
    <dgm:cxn modelId="{132184E1-36DD-41C2-B952-62898AFA7107}" type="presParOf" srcId="{8113539A-09B9-40A3-A9F1-189121E8E193}" destId="{4E98FF22-E0BF-4005-B877-2D32AD0816B7}" srcOrd="7" destOrd="0" presId="urn:microsoft.com/office/officeart/2005/8/layout/list1"/>
    <dgm:cxn modelId="{FD6EE67F-D1B5-4BD5-A45C-B5837FA03E49}" type="presParOf" srcId="{8113539A-09B9-40A3-A9F1-189121E8E193}" destId="{4DA779CC-4037-4AD9-BF90-D6918F8351D0}" srcOrd="8" destOrd="0" presId="urn:microsoft.com/office/officeart/2005/8/layout/list1"/>
    <dgm:cxn modelId="{8A905CBF-90C0-400E-8269-39F74DA3FF65}" type="presParOf" srcId="{4DA779CC-4037-4AD9-BF90-D6918F8351D0}" destId="{76555F79-4101-4778-B4DF-255B17A2CF54}" srcOrd="0" destOrd="0" presId="urn:microsoft.com/office/officeart/2005/8/layout/list1"/>
    <dgm:cxn modelId="{476C3262-5919-49E4-BF36-E46B2E828E64}" type="presParOf" srcId="{4DA779CC-4037-4AD9-BF90-D6918F8351D0}" destId="{83A8D126-193A-459A-B0CE-CDDCC3EF5D93}" srcOrd="1" destOrd="0" presId="urn:microsoft.com/office/officeart/2005/8/layout/list1"/>
    <dgm:cxn modelId="{FD0C5180-6672-4A58-9BA3-D6FA7474D787}" type="presParOf" srcId="{8113539A-09B9-40A3-A9F1-189121E8E193}" destId="{0EDCF5F0-53EB-4ADB-8733-A2BFC3BF1176}" srcOrd="9" destOrd="0" presId="urn:microsoft.com/office/officeart/2005/8/layout/list1"/>
    <dgm:cxn modelId="{BEDFB661-7DAC-4648-A89F-397DE4D72D62}" type="presParOf" srcId="{8113539A-09B9-40A3-A9F1-189121E8E193}" destId="{90C9CC75-DB2A-487B-86E1-4C3858645232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539251D7-BB6F-42CB-BE6F-3DCE355DBFB9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4_2" csCatId="accent4" phldr="1"/>
      <dgm:spPr/>
      <dgm:t>
        <a:bodyPr/>
        <a:lstStyle/>
        <a:p>
          <a:endParaRPr lang="en-US"/>
        </a:p>
      </dgm:t>
    </dgm:pt>
    <dgm:pt modelId="{7277FE8A-F624-4C68-8ACF-232464B7FF8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Multisignature scripts set a condition</a:t>
          </a:r>
        </a:p>
      </dgm:t>
    </dgm:pt>
    <dgm:pt modelId="{7DC39021-E7C7-422F-B5C6-18C637C46E11}" type="parTrans" cxnId="{A0A23DCE-82B8-411B-B4D3-5ED73358419A}">
      <dgm:prSet/>
      <dgm:spPr/>
      <dgm:t>
        <a:bodyPr/>
        <a:lstStyle/>
        <a:p>
          <a:endParaRPr lang="en-US"/>
        </a:p>
      </dgm:t>
    </dgm:pt>
    <dgm:pt modelId="{9BE867CB-4DF2-4F0B-B96A-1E9AAB14922A}" type="sibTrans" cxnId="{A0A23DCE-82B8-411B-B4D3-5ED73358419A}">
      <dgm:prSet/>
      <dgm:spPr/>
      <dgm:t>
        <a:bodyPr/>
        <a:lstStyle/>
        <a:p>
          <a:endParaRPr lang="en-US"/>
        </a:p>
      </dgm:t>
    </dgm:pt>
    <dgm:pt modelId="{8EEDF480-2CD8-488D-8549-BDBB0DB6A7F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 public keys are recorded in the script</a:t>
          </a:r>
        </a:p>
      </dgm:t>
    </dgm:pt>
    <dgm:pt modelId="{288FD5A3-ECE9-4F76-BA8C-E98812D40032}" type="parTrans" cxnId="{CF3A2BC2-93C8-4E48-94C5-F52D42D24B9B}">
      <dgm:prSet/>
      <dgm:spPr/>
      <dgm:t>
        <a:bodyPr/>
        <a:lstStyle/>
        <a:p>
          <a:endParaRPr lang="en-US"/>
        </a:p>
      </dgm:t>
    </dgm:pt>
    <dgm:pt modelId="{B0523D7C-6448-4CD0-BFCE-35F54754E947}" type="sibTrans" cxnId="{CF3A2BC2-93C8-4E48-94C5-F52D42D24B9B}">
      <dgm:prSet/>
      <dgm:spPr/>
      <dgm:t>
        <a:bodyPr/>
        <a:lstStyle/>
        <a:p>
          <a:endParaRPr lang="en-US"/>
        </a:p>
      </dgm:t>
    </dgm:pt>
    <dgm:pt modelId="{33E2E474-4D35-4E66-8F79-D41911258C4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at least M keys </a:t>
          </a:r>
        </a:p>
      </dgm:t>
    </dgm:pt>
    <dgm:pt modelId="{19AB20C8-E335-4CEB-9195-F4BE31A3B4D3}" type="parTrans" cxnId="{81D4AB7D-8170-4F6A-B5C6-E2E03034308A}">
      <dgm:prSet/>
      <dgm:spPr/>
      <dgm:t>
        <a:bodyPr/>
        <a:lstStyle/>
        <a:p>
          <a:endParaRPr lang="en-US"/>
        </a:p>
      </dgm:t>
    </dgm:pt>
    <dgm:pt modelId="{00E54D94-4F53-4713-BE2D-FFAB0ADC3937}" type="sibTrans" cxnId="{81D4AB7D-8170-4F6A-B5C6-E2E03034308A}">
      <dgm:prSet/>
      <dgm:spPr/>
      <dgm:t>
        <a:bodyPr/>
        <a:lstStyle/>
        <a:p>
          <a:endParaRPr lang="en-US"/>
        </a:p>
      </dgm:t>
    </dgm:pt>
    <dgm:pt modelId="{5E5271C9-FF2F-4417-88DF-DA4D96D8F2F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must provide signatures </a:t>
          </a:r>
        </a:p>
      </dgm:t>
    </dgm:pt>
    <dgm:pt modelId="{049F6E2B-C516-419A-94A5-0159C0151AF6}" type="parTrans" cxnId="{80B206C4-7F9B-4E25-A63B-37759C64F8DA}">
      <dgm:prSet/>
      <dgm:spPr/>
      <dgm:t>
        <a:bodyPr/>
        <a:lstStyle/>
        <a:p>
          <a:endParaRPr lang="en-US"/>
        </a:p>
      </dgm:t>
    </dgm:pt>
    <dgm:pt modelId="{8D4011ED-B1E6-4A5F-A917-821E97981656}" type="sibTrans" cxnId="{80B206C4-7F9B-4E25-A63B-37759C64F8DA}">
      <dgm:prSet/>
      <dgm:spPr/>
      <dgm:t>
        <a:bodyPr/>
        <a:lstStyle/>
        <a:p>
          <a:endParaRPr lang="en-US"/>
        </a:p>
      </dgm:t>
    </dgm:pt>
    <dgm:pt modelId="{1BDC41FA-1654-4BF4-B226-53470723390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unlock the funds. </a:t>
          </a:r>
        </a:p>
      </dgm:t>
    </dgm:pt>
    <dgm:pt modelId="{32059354-F2EB-4793-B115-1F1C8A77BC20}" type="parTrans" cxnId="{9EEDB79E-1B89-42A8-856E-D25DB0761F5F}">
      <dgm:prSet/>
      <dgm:spPr/>
      <dgm:t>
        <a:bodyPr/>
        <a:lstStyle/>
        <a:p>
          <a:endParaRPr lang="en-US"/>
        </a:p>
      </dgm:t>
    </dgm:pt>
    <dgm:pt modelId="{7EBF3C1B-67BE-46AC-9CFC-DF48C6AFEBDA}" type="sibTrans" cxnId="{9EEDB79E-1B89-42A8-856E-D25DB0761F5F}">
      <dgm:prSet/>
      <dgm:spPr/>
      <dgm:t>
        <a:bodyPr/>
        <a:lstStyle/>
        <a:p>
          <a:endParaRPr lang="en-US"/>
        </a:p>
      </dgm:t>
    </dgm:pt>
    <dgm:pt modelId="{E32CD1F2-2CAB-4CFA-8EAF-178A79DE3FD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M-of-N scheme </a:t>
          </a:r>
        </a:p>
      </dgm:t>
    </dgm:pt>
    <dgm:pt modelId="{B3D4D1A3-FF71-462E-A49E-5C44000EF18B}" type="parTrans" cxnId="{348260F0-E0EE-465F-B4C1-B8DCDB71122B}">
      <dgm:prSet/>
      <dgm:spPr/>
      <dgm:t>
        <a:bodyPr/>
        <a:lstStyle/>
        <a:p>
          <a:endParaRPr lang="en-US"/>
        </a:p>
      </dgm:t>
    </dgm:pt>
    <dgm:pt modelId="{AF4C4980-57AD-4428-8FA7-97EF2C3DA38D}" type="sibTrans" cxnId="{348260F0-E0EE-465F-B4C1-B8DCDB71122B}">
      <dgm:prSet/>
      <dgm:spPr/>
      <dgm:t>
        <a:bodyPr/>
        <a:lstStyle/>
        <a:p>
          <a:endParaRPr lang="en-US"/>
        </a:p>
      </dgm:t>
    </dgm:pt>
    <dgm:pt modelId="{B8E543C0-5EF3-42A2-8883-3311B877B36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b="1"/>
            <a:t>N</a:t>
          </a:r>
          <a:r>
            <a:rPr lang="en-US"/>
            <a:t> is the total number of keys and </a:t>
          </a:r>
        </a:p>
      </dgm:t>
    </dgm:pt>
    <dgm:pt modelId="{5590D077-3474-42CC-911E-AA9AF660F08C}" type="parTrans" cxnId="{59B7D536-A80B-494E-B55B-3634A0553BDC}">
      <dgm:prSet/>
      <dgm:spPr/>
      <dgm:t>
        <a:bodyPr/>
        <a:lstStyle/>
        <a:p>
          <a:endParaRPr lang="en-US"/>
        </a:p>
      </dgm:t>
    </dgm:pt>
    <dgm:pt modelId="{E0BC04D7-E2C6-47CE-B43C-F07782D8D899}" type="sibTrans" cxnId="{59B7D536-A80B-494E-B55B-3634A0553BDC}">
      <dgm:prSet/>
      <dgm:spPr/>
      <dgm:t>
        <a:bodyPr/>
        <a:lstStyle/>
        <a:p>
          <a:endParaRPr lang="en-US"/>
        </a:p>
      </dgm:t>
    </dgm:pt>
    <dgm:pt modelId="{7A27FB80-B006-44FE-AD19-96035925EDB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b="1"/>
            <a:t>M</a:t>
          </a:r>
          <a:r>
            <a:rPr lang="en-US"/>
            <a:t> is the threshold</a:t>
          </a:r>
          <a:r>
            <a:rPr lang="tr-TR"/>
            <a:t> </a:t>
          </a:r>
          <a:r>
            <a:rPr lang="en-US"/>
            <a:t>of signatures required for validation.</a:t>
          </a:r>
        </a:p>
      </dgm:t>
    </dgm:pt>
    <dgm:pt modelId="{230B9C0D-60F1-47E0-B998-8336DF657B63}" type="parTrans" cxnId="{5E79C398-86E4-4E1B-9751-3CB15674980E}">
      <dgm:prSet/>
      <dgm:spPr/>
      <dgm:t>
        <a:bodyPr/>
        <a:lstStyle/>
        <a:p>
          <a:endParaRPr lang="en-US"/>
        </a:p>
      </dgm:t>
    </dgm:pt>
    <dgm:pt modelId="{7A5FCB20-2D68-45D2-AF55-B10EA3BE175D}" type="sibTrans" cxnId="{5E79C398-86E4-4E1B-9751-3CB15674980E}">
      <dgm:prSet/>
      <dgm:spPr/>
      <dgm:t>
        <a:bodyPr/>
        <a:lstStyle/>
        <a:p>
          <a:endParaRPr lang="en-US"/>
        </a:p>
      </dgm:t>
    </dgm:pt>
    <dgm:pt modelId="{DA532FF9-8254-4A14-BE29-B368755CC8C2}" type="pres">
      <dgm:prSet presAssocID="{539251D7-BB6F-42CB-BE6F-3DCE355DBFB9}" presName="root" presStyleCnt="0">
        <dgm:presLayoutVars>
          <dgm:dir/>
          <dgm:resizeHandles val="exact"/>
        </dgm:presLayoutVars>
      </dgm:prSet>
      <dgm:spPr/>
    </dgm:pt>
    <dgm:pt modelId="{349FFCA2-2F32-476D-87FD-F2F902DD465C}" type="pres">
      <dgm:prSet presAssocID="{7277FE8A-F624-4C68-8ACF-232464B7FF8D}" presName="compNode" presStyleCnt="0"/>
      <dgm:spPr/>
    </dgm:pt>
    <dgm:pt modelId="{D81A3CFB-6DC2-4555-98FB-04CB93BB5693}" type="pres">
      <dgm:prSet presAssocID="{7277FE8A-F624-4C68-8ACF-232464B7FF8D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Anahtar"/>
        </a:ext>
      </dgm:extLst>
    </dgm:pt>
    <dgm:pt modelId="{66D72FAF-8572-4386-B673-983AC3E61BEF}" type="pres">
      <dgm:prSet presAssocID="{7277FE8A-F624-4C68-8ACF-232464B7FF8D}" presName="iconSpace" presStyleCnt="0"/>
      <dgm:spPr/>
    </dgm:pt>
    <dgm:pt modelId="{D77739A7-02DD-493B-A750-46C72AB452A0}" type="pres">
      <dgm:prSet presAssocID="{7277FE8A-F624-4C68-8ACF-232464B7FF8D}" presName="parTx" presStyleLbl="revTx" presStyleIdx="0" presStyleCnt="6">
        <dgm:presLayoutVars>
          <dgm:chMax val="0"/>
          <dgm:chPref val="0"/>
        </dgm:presLayoutVars>
      </dgm:prSet>
      <dgm:spPr/>
    </dgm:pt>
    <dgm:pt modelId="{F1E11CE2-51C4-4D3A-AE92-90AD280BF84A}" type="pres">
      <dgm:prSet presAssocID="{7277FE8A-F624-4C68-8ACF-232464B7FF8D}" presName="txSpace" presStyleCnt="0"/>
      <dgm:spPr/>
    </dgm:pt>
    <dgm:pt modelId="{DF15B936-5164-4F87-98FE-8147E7BA314D}" type="pres">
      <dgm:prSet presAssocID="{7277FE8A-F624-4C68-8ACF-232464B7FF8D}" presName="desTx" presStyleLbl="revTx" presStyleIdx="1" presStyleCnt="6">
        <dgm:presLayoutVars/>
      </dgm:prSet>
      <dgm:spPr/>
    </dgm:pt>
    <dgm:pt modelId="{51CF659C-0AD9-49ED-B5FF-FF5A0B805E6D}" type="pres">
      <dgm:prSet presAssocID="{9BE867CB-4DF2-4F0B-B96A-1E9AAB14922A}" presName="sibTrans" presStyleCnt="0"/>
      <dgm:spPr/>
    </dgm:pt>
    <dgm:pt modelId="{934FA848-66DB-475C-A497-FA49163EF4C1}" type="pres">
      <dgm:prSet presAssocID="{33E2E474-4D35-4E66-8F79-D41911258C49}" presName="compNode" presStyleCnt="0"/>
      <dgm:spPr/>
    </dgm:pt>
    <dgm:pt modelId="{C1AEBA85-D5D9-4F31-8F80-90740097D9BB}" type="pres">
      <dgm:prSet presAssocID="{33E2E474-4D35-4E66-8F79-D41911258C49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ilitle"/>
        </a:ext>
      </dgm:extLst>
    </dgm:pt>
    <dgm:pt modelId="{72F81899-411F-4AFF-B028-901202FB63D5}" type="pres">
      <dgm:prSet presAssocID="{33E2E474-4D35-4E66-8F79-D41911258C49}" presName="iconSpace" presStyleCnt="0"/>
      <dgm:spPr/>
    </dgm:pt>
    <dgm:pt modelId="{F5D9AC2E-5BEF-4357-B9F7-9B4BF0866208}" type="pres">
      <dgm:prSet presAssocID="{33E2E474-4D35-4E66-8F79-D41911258C49}" presName="parTx" presStyleLbl="revTx" presStyleIdx="2" presStyleCnt="6">
        <dgm:presLayoutVars>
          <dgm:chMax val="0"/>
          <dgm:chPref val="0"/>
        </dgm:presLayoutVars>
      </dgm:prSet>
      <dgm:spPr/>
    </dgm:pt>
    <dgm:pt modelId="{7A2CEF38-F1BC-4FB3-A999-C0CC998DFA26}" type="pres">
      <dgm:prSet presAssocID="{33E2E474-4D35-4E66-8F79-D41911258C49}" presName="txSpace" presStyleCnt="0"/>
      <dgm:spPr/>
    </dgm:pt>
    <dgm:pt modelId="{39DA2D62-64F7-4BAD-A150-759F2BACF3DA}" type="pres">
      <dgm:prSet presAssocID="{33E2E474-4D35-4E66-8F79-D41911258C49}" presName="desTx" presStyleLbl="revTx" presStyleIdx="3" presStyleCnt="6">
        <dgm:presLayoutVars/>
      </dgm:prSet>
      <dgm:spPr/>
    </dgm:pt>
    <dgm:pt modelId="{4232AF5A-7218-4AAF-A746-47E2F3F4ADE5}" type="pres">
      <dgm:prSet presAssocID="{00E54D94-4F53-4713-BE2D-FFAB0ADC3937}" presName="sibTrans" presStyleCnt="0"/>
      <dgm:spPr/>
    </dgm:pt>
    <dgm:pt modelId="{CA9A3389-070F-4787-9D30-AC12E807B792}" type="pres">
      <dgm:prSet presAssocID="{E32CD1F2-2CAB-4CFA-8EAF-178A79DE3FD6}" presName="compNode" presStyleCnt="0"/>
      <dgm:spPr/>
    </dgm:pt>
    <dgm:pt modelId="{96E624A0-5D89-408D-8F99-33E937B748DC}" type="pres">
      <dgm:prSet presAssocID="{E32CD1F2-2CAB-4CFA-8EAF-178A79DE3FD6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elge"/>
        </a:ext>
      </dgm:extLst>
    </dgm:pt>
    <dgm:pt modelId="{37B92423-432A-474B-9753-1C47CBAB7DE1}" type="pres">
      <dgm:prSet presAssocID="{E32CD1F2-2CAB-4CFA-8EAF-178A79DE3FD6}" presName="iconSpace" presStyleCnt="0"/>
      <dgm:spPr/>
    </dgm:pt>
    <dgm:pt modelId="{250FC788-02C6-4AE2-9D00-6B51F0A809F6}" type="pres">
      <dgm:prSet presAssocID="{E32CD1F2-2CAB-4CFA-8EAF-178A79DE3FD6}" presName="parTx" presStyleLbl="revTx" presStyleIdx="4" presStyleCnt="6">
        <dgm:presLayoutVars>
          <dgm:chMax val="0"/>
          <dgm:chPref val="0"/>
        </dgm:presLayoutVars>
      </dgm:prSet>
      <dgm:spPr/>
    </dgm:pt>
    <dgm:pt modelId="{864F4041-B0D9-430F-9915-1464732584B0}" type="pres">
      <dgm:prSet presAssocID="{E32CD1F2-2CAB-4CFA-8EAF-178A79DE3FD6}" presName="txSpace" presStyleCnt="0"/>
      <dgm:spPr/>
    </dgm:pt>
    <dgm:pt modelId="{AE7D68E5-D437-43EB-A6B6-9F1A05FC22A0}" type="pres">
      <dgm:prSet presAssocID="{E32CD1F2-2CAB-4CFA-8EAF-178A79DE3FD6}" presName="desTx" presStyleLbl="revTx" presStyleIdx="5" presStyleCnt="6">
        <dgm:presLayoutVars/>
      </dgm:prSet>
      <dgm:spPr/>
    </dgm:pt>
  </dgm:ptLst>
  <dgm:cxnLst>
    <dgm:cxn modelId="{54F52C0C-ABBB-48A4-959F-9B903ABBD713}" type="presOf" srcId="{33E2E474-4D35-4E66-8F79-D41911258C49}" destId="{F5D9AC2E-5BEF-4357-B9F7-9B4BF0866208}" srcOrd="0" destOrd="0" presId="urn:microsoft.com/office/officeart/2018/2/layout/IconLabelDescriptionList"/>
    <dgm:cxn modelId="{A69D2614-4EAA-4F79-AEE1-62E8D912D73C}" type="presOf" srcId="{1BDC41FA-1654-4BF4-B226-534707233905}" destId="{39DA2D62-64F7-4BAD-A150-759F2BACF3DA}" srcOrd="0" destOrd="1" presId="urn:microsoft.com/office/officeart/2018/2/layout/IconLabelDescriptionList"/>
    <dgm:cxn modelId="{59B7D536-A80B-494E-B55B-3634A0553BDC}" srcId="{E32CD1F2-2CAB-4CFA-8EAF-178A79DE3FD6}" destId="{B8E543C0-5EF3-42A2-8883-3311B877B363}" srcOrd="0" destOrd="0" parTransId="{5590D077-3474-42CC-911E-AA9AF660F08C}" sibTransId="{E0BC04D7-E2C6-47CE-B43C-F07782D8D899}"/>
    <dgm:cxn modelId="{FD4AC966-42F5-4548-B949-436B5EDEF0D3}" type="presOf" srcId="{8EEDF480-2CD8-488D-8549-BDBB0DB6A7F0}" destId="{DF15B936-5164-4F87-98FE-8147E7BA314D}" srcOrd="0" destOrd="0" presId="urn:microsoft.com/office/officeart/2018/2/layout/IconLabelDescriptionList"/>
    <dgm:cxn modelId="{81D4AB7D-8170-4F6A-B5C6-E2E03034308A}" srcId="{539251D7-BB6F-42CB-BE6F-3DCE355DBFB9}" destId="{33E2E474-4D35-4E66-8F79-D41911258C49}" srcOrd="1" destOrd="0" parTransId="{19AB20C8-E335-4CEB-9195-F4BE31A3B4D3}" sibTransId="{00E54D94-4F53-4713-BE2D-FFAB0ADC3937}"/>
    <dgm:cxn modelId="{5E79C398-86E4-4E1B-9751-3CB15674980E}" srcId="{E32CD1F2-2CAB-4CFA-8EAF-178A79DE3FD6}" destId="{7A27FB80-B006-44FE-AD19-96035925EDBD}" srcOrd="1" destOrd="0" parTransId="{230B9C0D-60F1-47E0-B998-8336DF657B63}" sibTransId="{7A5FCB20-2D68-45D2-AF55-B10EA3BE175D}"/>
    <dgm:cxn modelId="{9EEDB79E-1B89-42A8-856E-D25DB0761F5F}" srcId="{33E2E474-4D35-4E66-8F79-D41911258C49}" destId="{1BDC41FA-1654-4BF4-B226-534707233905}" srcOrd="1" destOrd="0" parTransId="{32059354-F2EB-4793-B115-1F1C8A77BC20}" sibTransId="{7EBF3C1B-67BE-46AC-9CFC-DF48C6AFEBDA}"/>
    <dgm:cxn modelId="{CE0BC2BE-FD37-4B50-879D-E22326E033E9}" type="presOf" srcId="{539251D7-BB6F-42CB-BE6F-3DCE355DBFB9}" destId="{DA532FF9-8254-4A14-BE29-B368755CC8C2}" srcOrd="0" destOrd="0" presId="urn:microsoft.com/office/officeart/2018/2/layout/IconLabelDescriptionList"/>
    <dgm:cxn modelId="{CF3A2BC2-93C8-4E48-94C5-F52D42D24B9B}" srcId="{7277FE8A-F624-4C68-8ACF-232464B7FF8D}" destId="{8EEDF480-2CD8-488D-8549-BDBB0DB6A7F0}" srcOrd="0" destOrd="0" parTransId="{288FD5A3-ECE9-4F76-BA8C-E98812D40032}" sibTransId="{B0523D7C-6448-4CD0-BFCE-35F54754E947}"/>
    <dgm:cxn modelId="{80B206C4-7F9B-4E25-A63B-37759C64F8DA}" srcId="{33E2E474-4D35-4E66-8F79-D41911258C49}" destId="{5E5271C9-FF2F-4417-88DF-DA4D96D8F2F2}" srcOrd="0" destOrd="0" parTransId="{049F6E2B-C516-419A-94A5-0159C0151AF6}" sibTransId="{8D4011ED-B1E6-4A5F-A917-821E97981656}"/>
    <dgm:cxn modelId="{3B4A3FC4-D3FA-4FFE-9EB3-413BFD992A06}" type="presOf" srcId="{7A27FB80-B006-44FE-AD19-96035925EDBD}" destId="{AE7D68E5-D437-43EB-A6B6-9F1A05FC22A0}" srcOrd="0" destOrd="1" presId="urn:microsoft.com/office/officeart/2018/2/layout/IconLabelDescriptionList"/>
    <dgm:cxn modelId="{194B48C7-FA7B-4E24-895C-63466B30A9D9}" type="presOf" srcId="{7277FE8A-F624-4C68-8ACF-232464B7FF8D}" destId="{D77739A7-02DD-493B-A750-46C72AB452A0}" srcOrd="0" destOrd="0" presId="urn:microsoft.com/office/officeart/2018/2/layout/IconLabelDescriptionList"/>
    <dgm:cxn modelId="{A0A23DCE-82B8-411B-B4D3-5ED73358419A}" srcId="{539251D7-BB6F-42CB-BE6F-3DCE355DBFB9}" destId="{7277FE8A-F624-4C68-8ACF-232464B7FF8D}" srcOrd="0" destOrd="0" parTransId="{7DC39021-E7C7-422F-B5C6-18C637C46E11}" sibTransId="{9BE867CB-4DF2-4F0B-B96A-1E9AAB14922A}"/>
    <dgm:cxn modelId="{7D115ED2-EA38-4AA7-991D-C6A5DD01FDA7}" type="presOf" srcId="{5E5271C9-FF2F-4417-88DF-DA4D96D8F2F2}" destId="{39DA2D62-64F7-4BAD-A150-759F2BACF3DA}" srcOrd="0" destOrd="0" presId="urn:microsoft.com/office/officeart/2018/2/layout/IconLabelDescriptionList"/>
    <dgm:cxn modelId="{07047FDC-371F-4590-9CBD-5FA71A16E822}" type="presOf" srcId="{B8E543C0-5EF3-42A2-8883-3311B877B363}" destId="{AE7D68E5-D437-43EB-A6B6-9F1A05FC22A0}" srcOrd="0" destOrd="0" presId="urn:microsoft.com/office/officeart/2018/2/layout/IconLabelDescriptionList"/>
    <dgm:cxn modelId="{1BA027DF-A48E-4BEE-8317-26D437ABB49A}" type="presOf" srcId="{E32CD1F2-2CAB-4CFA-8EAF-178A79DE3FD6}" destId="{250FC788-02C6-4AE2-9D00-6B51F0A809F6}" srcOrd="0" destOrd="0" presId="urn:microsoft.com/office/officeart/2018/2/layout/IconLabelDescriptionList"/>
    <dgm:cxn modelId="{348260F0-E0EE-465F-B4C1-B8DCDB71122B}" srcId="{539251D7-BB6F-42CB-BE6F-3DCE355DBFB9}" destId="{E32CD1F2-2CAB-4CFA-8EAF-178A79DE3FD6}" srcOrd="2" destOrd="0" parTransId="{B3D4D1A3-FF71-462E-A49E-5C44000EF18B}" sibTransId="{AF4C4980-57AD-4428-8FA7-97EF2C3DA38D}"/>
    <dgm:cxn modelId="{E345CDC8-FCFE-4EFF-921B-AD09E4E279AC}" type="presParOf" srcId="{DA532FF9-8254-4A14-BE29-B368755CC8C2}" destId="{349FFCA2-2F32-476D-87FD-F2F902DD465C}" srcOrd="0" destOrd="0" presId="urn:microsoft.com/office/officeart/2018/2/layout/IconLabelDescriptionList"/>
    <dgm:cxn modelId="{A6F6EEB9-EEC6-4001-BD4B-8E2AEE5BA6E3}" type="presParOf" srcId="{349FFCA2-2F32-476D-87FD-F2F902DD465C}" destId="{D81A3CFB-6DC2-4555-98FB-04CB93BB5693}" srcOrd="0" destOrd="0" presId="urn:microsoft.com/office/officeart/2018/2/layout/IconLabelDescriptionList"/>
    <dgm:cxn modelId="{0C545A15-4D38-4537-99C6-B4630E8D4B2C}" type="presParOf" srcId="{349FFCA2-2F32-476D-87FD-F2F902DD465C}" destId="{66D72FAF-8572-4386-B673-983AC3E61BEF}" srcOrd="1" destOrd="0" presId="urn:microsoft.com/office/officeart/2018/2/layout/IconLabelDescriptionList"/>
    <dgm:cxn modelId="{7A658B4F-FAAA-4E40-8554-F889287FD9E0}" type="presParOf" srcId="{349FFCA2-2F32-476D-87FD-F2F902DD465C}" destId="{D77739A7-02DD-493B-A750-46C72AB452A0}" srcOrd="2" destOrd="0" presId="urn:microsoft.com/office/officeart/2018/2/layout/IconLabelDescriptionList"/>
    <dgm:cxn modelId="{05E8DBD9-24DD-444D-850C-5F3A177A5C11}" type="presParOf" srcId="{349FFCA2-2F32-476D-87FD-F2F902DD465C}" destId="{F1E11CE2-51C4-4D3A-AE92-90AD280BF84A}" srcOrd="3" destOrd="0" presId="urn:microsoft.com/office/officeart/2018/2/layout/IconLabelDescriptionList"/>
    <dgm:cxn modelId="{CACF184A-7E2D-44D9-970B-901ED14F3B08}" type="presParOf" srcId="{349FFCA2-2F32-476D-87FD-F2F902DD465C}" destId="{DF15B936-5164-4F87-98FE-8147E7BA314D}" srcOrd="4" destOrd="0" presId="urn:microsoft.com/office/officeart/2018/2/layout/IconLabelDescriptionList"/>
    <dgm:cxn modelId="{B204FE8C-FA2A-417F-B298-7153AFE08EB7}" type="presParOf" srcId="{DA532FF9-8254-4A14-BE29-B368755CC8C2}" destId="{51CF659C-0AD9-49ED-B5FF-FF5A0B805E6D}" srcOrd="1" destOrd="0" presId="urn:microsoft.com/office/officeart/2018/2/layout/IconLabelDescriptionList"/>
    <dgm:cxn modelId="{17049A00-81E0-45C1-9D50-C3E1FFC7C40D}" type="presParOf" srcId="{DA532FF9-8254-4A14-BE29-B368755CC8C2}" destId="{934FA848-66DB-475C-A497-FA49163EF4C1}" srcOrd="2" destOrd="0" presId="urn:microsoft.com/office/officeart/2018/2/layout/IconLabelDescriptionList"/>
    <dgm:cxn modelId="{54CB951E-D552-4E89-9B26-D88FA92166D1}" type="presParOf" srcId="{934FA848-66DB-475C-A497-FA49163EF4C1}" destId="{C1AEBA85-D5D9-4F31-8F80-90740097D9BB}" srcOrd="0" destOrd="0" presId="urn:microsoft.com/office/officeart/2018/2/layout/IconLabelDescriptionList"/>
    <dgm:cxn modelId="{36AD37F5-3F0D-43EC-AE42-0FD76FCFB186}" type="presParOf" srcId="{934FA848-66DB-475C-A497-FA49163EF4C1}" destId="{72F81899-411F-4AFF-B028-901202FB63D5}" srcOrd="1" destOrd="0" presId="urn:microsoft.com/office/officeart/2018/2/layout/IconLabelDescriptionList"/>
    <dgm:cxn modelId="{C9F826F5-C073-4443-BA2A-0B418E4D7F70}" type="presParOf" srcId="{934FA848-66DB-475C-A497-FA49163EF4C1}" destId="{F5D9AC2E-5BEF-4357-B9F7-9B4BF0866208}" srcOrd="2" destOrd="0" presId="urn:microsoft.com/office/officeart/2018/2/layout/IconLabelDescriptionList"/>
    <dgm:cxn modelId="{C567401E-AFD0-4433-A2B6-B7FE35CC0E73}" type="presParOf" srcId="{934FA848-66DB-475C-A497-FA49163EF4C1}" destId="{7A2CEF38-F1BC-4FB3-A999-C0CC998DFA26}" srcOrd="3" destOrd="0" presId="urn:microsoft.com/office/officeart/2018/2/layout/IconLabelDescriptionList"/>
    <dgm:cxn modelId="{A9DAE43D-6288-4253-BECB-5F1D2188EC30}" type="presParOf" srcId="{934FA848-66DB-475C-A497-FA49163EF4C1}" destId="{39DA2D62-64F7-4BAD-A150-759F2BACF3DA}" srcOrd="4" destOrd="0" presId="urn:microsoft.com/office/officeart/2018/2/layout/IconLabelDescriptionList"/>
    <dgm:cxn modelId="{ADE14E7A-280A-4A5B-8E3B-D77CFC3AD2E6}" type="presParOf" srcId="{DA532FF9-8254-4A14-BE29-B368755CC8C2}" destId="{4232AF5A-7218-4AAF-A746-47E2F3F4ADE5}" srcOrd="3" destOrd="0" presId="urn:microsoft.com/office/officeart/2018/2/layout/IconLabelDescriptionList"/>
    <dgm:cxn modelId="{E7FE6CFB-A0C6-4BE0-B460-20808E7EF2E5}" type="presParOf" srcId="{DA532FF9-8254-4A14-BE29-B368755CC8C2}" destId="{CA9A3389-070F-4787-9D30-AC12E807B792}" srcOrd="4" destOrd="0" presId="urn:microsoft.com/office/officeart/2018/2/layout/IconLabelDescriptionList"/>
    <dgm:cxn modelId="{A2A2DB32-B043-413C-8264-BC6C40EEC20E}" type="presParOf" srcId="{CA9A3389-070F-4787-9D30-AC12E807B792}" destId="{96E624A0-5D89-408D-8F99-33E937B748DC}" srcOrd="0" destOrd="0" presId="urn:microsoft.com/office/officeart/2018/2/layout/IconLabelDescriptionList"/>
    <dgm:cxn modelId="{55F6CC7E-817B-46BF-A55F-C23ED527D94A}" type="presParOf" srcId="{CA9A3389-070F-4787-9D30-AC12E807B792}" destId="{37B92423-432A-474B-9753-1C47CBAB7DE1}" srcOrd="1" destOrd="0" presId="urn:microsoft.com/office/officeart/2018/2/layout/IconLabelDescriptionList"/>
    <dgm:cxn modelId="{8D9C8661-5EA9-4A79-AE1C-525215E5973F}" type="presParOf" srcId="{CA9A3389-070F-4787-9D30-AC12E807B792}" destId="{250FC788-02C6-4AE2-9D00-6B51F0A809F6}" srcOrd="2" destOrd="0" presId="urn:microsoft.com/office/officeart/2018/2/layout/IconLabelDescriptionList"/>
    <dgm:cxn modelId="{EDD43CB3-4F5F-47AA-8F9F-B97D418C0F4D}" type="presParOf" srcId="{CA9A3389-070F-4787-9D30-AC12E807B792}" destId="{864F4041-B0D9-430F-9915-1464732584B0}" srcOrd="3" destOrd="0" presId="urn:microsoft.com/office/officeart/2018/2/layout/IconLabelDescriptionList"/>
    <dgm:cxn modelId="{C3A79B4A-35A0-444A-AA9C-B0053CAF00F7}" type="presParOf" srcId="{CA9A3389-070F-4787-9D30-AC12E807B792}" destId="{AE7D68E5-D437-43EB-A6B6-9F1A05FC22A0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EAD7C4B1-154C-41A9-978B-1F4959A4D95A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/>
      <dgm:spPr/>
      <dgm:t>
        <a:bodyPr/>
        <a:lstStyle/>
        <a:p>
          <a:endParaRPr lang="en-US"/>
        </a:p>
      </dgm:t>
    </dgm:pt>
    <dgm:pt modelId="{4D655C6C-2AB6-4C8A-AC65-38DA8E2C9D59}">
      <dgm:prSet/>
      <dgm:spPr/>
      <dgm:t>
        <a:bodyPr/>
        <a:lstStyle/>
        <a:p>
          <a:r>
            <a:rPr lang="en-US"/>
            <a:t>a 2-of-3 multisignature</a:t>
          </a:r>
        </a:p>
      </dgm:t>
    </dgm:pt>
    <dgm:pt modelId="{1F48C722-8B0A-4F3E-9CBA-8904C1E63043}" type="parTrans" cxnId="{C268A403-0F71-4C6D-B3A4-59668E76FBEF}">
      <dgm:prSet/>
      <dgm:spPr/>
      <dgm:t>
        <a:bodyPr/>
        <a:lstStyle/>
        <a:p>
          <a:endParaRPr lang="en-US"/>
        </a:p>
      </dgm:t>
    </dgm:pt>
    <dgm:pt modelId="{41733051-1F52-47F5-B340-8875F822E003}" type="sibTrans" cxnId="{C268A403-0F71-4C6D-B3A4-59668E76FBEF}">
      <dgm:prSet/>
      <dgm:spPr/>
      <dgm:t>
        <a:bodyPr/>
        <a:lstStyle/>
        <a:p>
          <a:endParaRPr lang="en-US"/>
        </a:p>
      </dgm:t>
    </dgm:pt>
    <dgm:pt modelId="{5241E563-8989-4679-A99A-6BE7531441D8}">
      <dgm:prSet/>
      <dgm:spPr/>
      <dgm:t>
        <a:bodyPr/>
        <a:lstStyle/>
        <a:p>
          <a:r>
            <a:rPr lang="en-US"/>
            <a:t>three public keys are listed as potential signers</a:t>
          </a:r>
        </a:p>
      </dgm:t>
    </dgm:pt>
    <dgm:pt modelId="{76EE7793-5697-4BB3-B0B4-5AB6F5509430}" type="parTrans" cxnId="{9DC0F477-6C29-4C97-9A3C-D99F8C3C6C5A}">
      <dgm:prSet/>
      <dgm:spPr/>
      <dgm:t>
        <a:bodyPr/>
        <a:lstStyle/>
        <a:p>
          <a:endParaRPr lang="en-US"/>
        </a:p>
      </dgm:t>
    </dgm:pt>
    <dgm:pt modelId="{4B7B2D67-04E6-400F-8B6C-D65388CDB3D2}" type="sibTrans" cxnId="{9DC0F477-6C29-4C97-9A3C-D99F8C3C6C5A}">
      <dgm:prSet/>
      <dgm:spPr/>
      <dgm:t>
        <a:bodyPr/>
        <a:lstStyle/>
        <a:p>
          <a:endParaRPr lang="en-US"/>
        </a:p>
      </dgm:t>
    </dgm:pt>
    <dgm:pt modelId="{BF82124D-8422-44A1-9D16-7B28DA2467D3}">
      <dgm:prSet/>
      <dgm:spPr/>
      <dgm:t>
        <a:bodyPr/>
        <a:lstStyle/>
        <a:p>
          <a:r>
            <a:rPr lang="tr-TR"/>
            <a:t>2 of public keys</a:t>
          </a:r>
          <a:endParaRPr lang="en-US"/>
        </a:p>
      </dgm:t>
    </dgm:pt>
    <dgm:pt modelId="{0C5473DD-870C-4C93-A5A5-E1C1C246629A}" type="parTrans" cxnId="{9D1C0BB1-E395-4762-A424-FDAB4729ED58}">
      <dgm:prSet/>
      <dgm:spPr/>
      <dgm:t>
        <a:bodyPr/>
        <a:lstStyle/>
        <a:p>
          <a:endParaRPr lang="en-US"/>
        </a:p>
      </dgm:t>
    </dgm:pt>
    <dgm:pt modelId="{D664AE78-474E-470F-BA4B-4C8212CB8AF5}" type="sibTrans" cxnId="{9D1C0BB1-E395-4762-A424-FDAB4729ED58}">
      <dgm:prSet/>
      <dgm:spPr/>
      <dgm:t>
        <a:bodyPr/>
        <a:lstStyle/>
        <a:p>
          <a:endParaRPr lang="en-US"/>
        </a:p>
      </dgm:t>
    </dgm:pt>
    <dgm:pt modelId="{89F93580-001F-4E42-BAA1-3066D4423239}">
      <dgm:prSet/>
      <dgm:spPr/>
      <dgm:t>
        <a:bodyPr/>
        <a:lstStyle/>
        <a:p>
          <a:r>
            <a:rPr lang="en-US"/>
            <a:t>at least two must</a:t>
          </a:r>
          <a:r>
            <a:rPr lang="tr-TR"/>
            <a:t> </a:t>
          </a:r>
          <a:r>
            <a:rPr lang="en-US"/>
            <a:t>be used</a:t>
          </a:r>
          <a:r>
            <a:rPr lang="tr-TR"/>
            <a:t> </a:t>
          </a:r>
          <a:r>
            <a:rPr lang="en-US"/>
            <a:t>to create signatures </a:t>
          </a:r>
        </a:p>
      </dgm:t>
    </dgm:pt>
    <dgm:pt modelId="{A982B6B2-40DF-4322-8F19-FE7DD1B1F2A9}" type="parTrans" cxnId="{CE873558-4A21-4499-881F-B52E20107A04}">
      <dgm:prSet/>
      <dgm:spPr/>
      <dgm:t>
        <a:bodyPr/>
        <a:lstStyle/>
        <a:p>
          <a:endParaRPr lang="en-US"/>
        </a:p>
      </dgm:t>
    </dgm:pt>
    <dgm:pt modelId="{590A7DC5-B136-497A-92BC-B01AEBD27A4B}" type="sibTrans" cxnId="{CE873558-4A21-4499-881F-B52E20107A04}">
      <dgm:prSet/>
      <dgm:spPr/>
      <dgm:t>
        <a:bodyPr/>
        <a:lstStyle/>
        <a:p>
          <a:endParaRPr lang="en-US"/>
        </a:p>
      </dgm:t>
    </dgm:pt>
    <dgm:pt modelId="{4F1041C7-AE01-4B08-9F51-20932BEC3FBC}">
      <dgm:prSet/>
      <dgm:spPr/>
      <dgm:t>
        <a:bodyPr/>
        <a:lstStyle/>
        <a:p>
          <a:r>
            <a:rPr lang="en-US"/>
            <a:t>for a valid transaction to spend the funds.</a:t>
          </a:r>
        </a:p>
      </dgm:t>
    </dgm:pt>
    <dgm:pt modelId="{97E87D63-656F-4ACD-AA95-761D95D4F18D}" type="parTrans" cxnId="{9FE60871-0D2A-42CB-B765-39AAB5D29FAC}">
      <dgm:prSet/>
      <dgm:spPr/>
      <dgm:t>
        <a:bodyPr/>
        <a:lstStyle/>
        <a:p>
          <a:endParaRPr lang="en-US"/>
        </a:p>
      </dgm:t>
    </dgm:pt>
    <dgm:pt modelId="{9848E465-AE98-40EC-BE21-CBD5824DCC67}" type="sibTrans" cxnId="{9FE60871-0D2A-42CB-B765-39AAB5D29FAC}">
      <dgm:prSet/>
      <dgm:spPr/>
      <dgm:t>
        <a:bodyPr/>
        <a:lstStyle/>
        <a:p>
          <a:endParaRPr lang="en-US"/>
        </a:p>
      </dgm:t>
    </dgm:pt>
    <dgm:pt modelId="{35B93294-D2CF-40FC-AAA1-B282B2AFAB8F}" type="pres">
      <dgm:prSet presAssocID="{EAD7C4B1-154C-41A9-978B-1F4959A4D95A}" presName="linear" presStyleCnt="0">
        <dgm:presLayoutVars>
          <dgm:dir/>
          <dgm:animLvl val="lvl"/>
          <dgm:resizeHandles val="exact"/>
        </dgm:presLayoutVars>
      </dgm:prSet>
      <dgm:spPr/>
    </dgm:pt>
    <dgm:pt modelId="{1A15A5B5-3899-4BBA-9EE8-04003C7090BA}" type="pres">
      <dgm:prSet presAssocID="{4D655C6C-2AB6-4C8A-AC65-38DA8E2C9D59}" presName="parentLin" presStyleCnt="0"/>
      <dgm:spPr/>
    </dgm:pt>
    <dgm:pt modelId="{89B0CFEB-5A6E-4570-8DA3-AD3B624738F3}" type="pres">
      <dgm:prSet presAssocID="{4D655C6C-2AB6-4C8A-AC65-38DA8E2C9D59}" presName="parentLeftMargin" presStyleLbl="node1" presStyleIdx="0" presStyleCnt="2"/>
      <dgm:spPr/>
    </dgm:pt>
    <dgm:pt modelId="{3AA894C1-39F1-40F2-B3EB-29BF1FA93D7C}" type="pres">
      <dgm:prSet presAssocID="{4D655C6C-2AB6-4C8A-AC65-38DA8E2C9D59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8B14CB7B-7DDC-4DFF-A509-3BF7698A9563}" type="pres">
      <dgm:prSet presAssocID="{4D655C6C-2AB6-4C8A-AC65-38DA8E2C9D59}" presName="negativeSpace" presStyleCnt="0"/>
      <dgm:spPr/>
    </dgm:pt>
    <dgm:pt modelId="{E11404D7-E4A3-48BD-96F8-C5CB131FC8EA}" type="pres">
      <dgm:prSet presAssocID="{4D655C6C-2AB6-4C8A-AC65-38DA8E2C9D59}" presName="childText" presStyleLbl="conFgAcc1" presStyleIdx="0" presStyleCnt="2">
        <dgm:presLayoutVars>
          <dgm:bulletEnabled val="1"/>
        </dgm:presLayoutVars>
      </dgm:prSet>
      <dgm:spPr/>
    </dgm:pt>
    <dgm:pt modelId="{59557812-7AC8-4EDB-B440-C7E543CE42E5}" type="pres">
      <dgm:prSet presAssocID="{41733051-1F52-47F5-B340-8875F822E003}" presName="spaceBetweenRectangles" presStyleCnt="0"/>
      <dgm:spPr/>
    </dgm:pt>
    <dgm:pt modelId="{B4684F29-2CB6-4ACF-8A6D-E631FD78FFEC}" type="pres">
      <dgm:prSet presAssocID="{BF82124D-8422-44A1-9D16-7B28DA2467D3}" presName="parentLin" presStyleCnt="0"/>
      <dgm:spPr/>
    </dgm:pt>
    <dgm:pt modelId="{CBDC99E1-9011-4698-A49D-12406D10B2CF}" type="pres">
      <dgm:prSet presAssocID="{BF82124D-8422-44A1-9D16-7B28DA2467D3}" presName="parentLeftMargin" presStyleLbl="node1" presStyleIdx="0" presStyleCnt="2"/>
      <dgm:spPr/>
    </dgm:pt>
    <dgm:pt modelId="{FF2BFFD4-667C-449D-A0FD-02539D2D1956}" type="pres">
      <dgm:prSet presAssocID="{BF82124D-8422-44A1-9D16-7B28DA2467D3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EFD74A4D-AEEC-4655-AF4F-A0646998E3E4}" type="pres">
      <dgm:prSet presAssocID="{BF82124D-8422-44A1-9D16-7B28DA2467D3}" presName="negativeSpace" presStyleCnt="0"/>
      <dgm:spPr/>
    </dgm:pt>
    <dgm:pt modelId="{E8FC47C3-9D9C-4860-8392-8553C680978E}" type="pres">
      <dgm:prSet presAssocID="{BF82124D-8422-44A1-9D16-7B28DA2467D3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C268A403-0F71-4C6D-B3A4-59668E76FBEF}" srcId="{EAD7C4B1-154C-41A9-978B-1F4959A4D95A}" destId="{4D655C6C-2AB6-4C8A-AC65-38DA8E2C9D59}" srcOrd="0" destOrd="0" parTransId="{1F48C722-8B0A-4F3E-9CBA-8904C1E63043}" sibTransId="{41733051-1F52-47F5-B340-8875F822E003}"/>
    <dgm:cxn modelId="{082EBD28-3B8A-4041-85BF-482C88033271}" type="presOf" srcId="{4D655C6C-2AB6-4C8A-AC65-38DA8E2C9D59}" destId="{89B0CFEB-5A6E-4570-8DA3-AD3B624738F3}" srcOrd="0" destOrd="0" presId="urn:microsoft.com/office/officeart/2005/8/layout/list1"/>
    <dgm:cxn modelId="{68277844-A959-4C66-BCDF-BF63519715A0}" type="presOf" srcId="{89F93580-001F-4E42-BAA1-3066D4423239}" destId="{E8FC47C3-9D9C-4860-8392-8553C680978E}" srcOrd="0" destOrd="0" presId="urn:microsoft.com/office/officeart/2005/8/layout/list1"/>
    <dgm:cxn modelId="{9826EA70-4E7D-4A7E-87A9-65C56F89585A}" type="presOf" srcId="{BF82124D-8422-44A1-9D16-7B28DA2467D3}" destId="{CBDC99E1-9011-4698-A49D-12406D10B2CF}" srcOrd="0" destOrd="0" presId="urn:microsoft.com/office/officeart/2005/8/layout/list1"/>
    <dgm:cxn modelId="{9FE60871-0D2A-42CB-B765-39AAB5D29FAC}" srcId="{BF82124D-8422-44A1-9D16-7B28DA2467D3}" destId="{4F1041C7-AE01-4B08-9F51-20932BEC3FBC}" srcOrd="1" destOrd="0" parTransId="{97E87D63-656F-4ACD-AA95-761D95D4F18D}" sibTransId="{9848E465-AE98-40EC-BE21-CBD5824DCC67}"/>
    <dgm:cxn modelId="{60AECA57-CB62-4806-8364-53CF88F3C898}" type="presOf" srcId="{4D655C6C-2AB6-4C8A-AC65-38DA8E2C9D59}" destId="{3AA894C1-39F1-40F2-B3EB-29BF1FA93D7C}" srcOrd="1" destOrd="0" presId="urn:microsoft.com/office/officeart/2005/8/layout/list1"/>
    <dgm:cxn modelId="{9DC0F477-6C29-4C97-9A3C-D99F8C3C6C5A}" srcId="{4D655C6C-2AB6-4C8A-AC65-38DA8E2C9D59}" destId="{5241E563-8989-4679-A99A-6BE7531441D8}" srcOrd="0" destOrd="0" parTransId="{76EE7793-5697-4BB3-B0B4-5AB6F5509430}" sibTransId="{4B7B2D67-04E6-400F-8B6C-D65388CDB3D2}"/>
    <dgm:cxn modelId="{CE873558-4A21-4499-881F-B52E20107A04}" srcId="{BF82124D-8422-44A1-9D16-7B28DA2467D3}" destId="{89F93580-001F-4E42-BAA1-3066D4423239}" srcOrd="0" destOrd="0" parTransId="{A982B6B2-40DF-4322-8F19-FE7DD1B1F2A9}" sibTransId="{590A7DC5-B136-497A-92BC-B01AEBD27A4B}"/>
    <dgm:cxn modelId="{4C09F87D-6FCA-45A4-AA0C-6E95AB703D37}" type="presOf" srcId="{BF82124D-8422-44A1-9D16-7B28DA2467D3}" destId="{FF2BFFD4-667C-449D-A0FD-02539D2D1956}" srcOrd="1" destOrd="0" presId="urn:microsoft.com/office/officeart/2005/8/layout/list1"/>
    <dgm:cxn modelId="{3C910399-C423-4D5A-B4F5-A82EC5C154F1}" type="presOf" srcId="{5241E563-8989-4679-A99A-6BE7531441D8}" destId="{E11404D7-E4A3-48BD-96F8-C5CB131FC8EA}" srcOrd="0" destOrd="0" presId="urn:microsoft.com/office/officeart/2005/8/layout/list1"/>
    <dgm:cxn modelId="{9D1C0BB1-E395-4762-A424-FDAB4729ED58}" srcId="{EAD7C4B1-154C-41A9-978B-1F4959A4D95A}" destId="{BF82124D-8422-44A1-9D16-7B28DA2467D3}" srcOrd="1" destOrd="0" parTransId="{0C5473DD-870C-4C93-A5A5-E1C1C246629A}" sibTransId="{D664AE78-474E-470F-BA4B-4C8212CB8AF5}"/>
    <dgm:cxn modelId="{7ECE56B1-CCFA-4A78-8750-8D2DBCF60B68}" type="presOf" srcId="{4F1041C7-AE01-4B08-9F51-20932BEC3FBC}" destId="{E8FC47C3-9D9C-4860-8392-8553C680978E}" srcOrd="0" destOrd="1" presId="urn:microsoft.com/office/officeart/2005/8/layout/list1"/>
    <dgm:cxn modelId="{A40CEEC7-52F4-4628-8836-CAB8EFE890C7}" type="presOf" srcId="{EAD7C4B1-154C-41A9-978B-1F4959A4D95A}" destId="{35B93294-D2CF-40FC-AAA1-B282B2AFAB8F}" srcOrd="0" destOrd="0" presId="urn:microsoft.com/office/officeart/2005/8/layout/list1"/>
    <dgm:cxn modelId="{4568C79F-68A0-4B5A-A243-B2FB643E5EA1}" type="presParOf" srcId="{35B93294-D2CF-40FC-AAA1-B282B2AFAB8F}" destId="{1A15A5B5-3899-4BBA-9EE8-04003C7090BA}" srcOrd="0" destOrd="0" presId="urn:microsoft.com/office/officeart/2005/8/layout/list1"/>
    <dgm:cxn modelId="{DF8F9CAB-39B6-41D4-BADB-CE988D523292}" type="presParOf" srcId="{1A15A5B5-3899-4BBA-9EE8-04003C7090BA}" destId="{89B0CFEB-5A6E-4570-8DA3-AD3B624738F3}" srcOrd="0" destOrd="0" presId="urn:microsoft.com/office/officeart/2005/8/layout/list1"/>
    <dgm:cxn modelId="{93B2D004-F718-4A97-92A3-691145BBA28D}" type="presParOf" srcId="{1A15A5B5-3899-4BBA-9EE8-04003C7090BA}" destId="{3AA894C1-39F1-40F2-B3EB-29BF1FA93D7C}" srcOrd="1" destOrd="0" presId="urn:microsoft.com/office/officeart/2005/8/layout/list1"/>
    <dgm:cxn modelId="{9C4C4851-1D52-4BF4-B3F6-720B903E72BE}" type="presParOf" srcId="{35B93294-D2CF-40FC-AAA1-B282B2AFAB8F}" destId="{8B14CB7B-7DDC-4DFF-A509-3BF7698A9563}" srcOrd="1" destOrd="0" presId="urn:microsoft.com/office/officeart/2005/8/layout/list1"/>
    <dgm:cxn modelId="{0BE2D585-BC25-4140-9344-EE3D6DD675C0}" type="presParOf" srcId="{35B93294-D2CF-40FC-AAA1-B282B2AFAB8F}" destId="{E11404D7-E4A3-48BD-96F8-C5CB131FC8EA}" srcOrd="2" destOrd="0" presId="urn:microsoft.com/office/officeart/2005/8/layout/list1"/>
    <dgm:cxn modelId="{D446A2AE-C752-4FDE-8514-C547C75DA06E}" type="presParOf" srcId="{35B93294-D2CF-40FC-AAA1-B282B2AFAB8F}" destId="{59557812-7AC8-4EDB-B440-C7E543CE42E5}" srcOrd="3" destOrd="0" presId="urn:microsoft.com/office/officeart/2005/8/layout/list1"/>
    <dgm:cxn modelId="{4F884DE1-1BA8-4F67-AD53-C7569E23ED2E}" type="presParOf" srcId="{35B93294-D2CF-40FC-AAA1-B282B2AFAB8F}" destId="{B4684F29-2CB6-4ACF-8A6D-E631FD78FFEC}" srcOrd="4" destOrd="0" presId="urn:microsoft.com/office/officeart/2005/8/layout/list1"/>
    <dgm:cxn modelId="{7FBD3DB3-3F28-49B5-B0BA-CB38BB14AA3D}" type="presParOf" srcId="{B4684F29-2CB6-4ACF-8A6D-E631FD78FFEC}" destId="{CBDC99E1-9011-4698-A49D-12406D10B2CF}" srcOrd="0" destOrd="0" presId="urn:microsoft.com/office/officeart/2005/8/layout/list1"/>
    <dgm:cxn modelId="{B7013B36-0B5E-49C2-A0F9-E917448CC740}" type="presParOf" srcId="{B4684F29-2CB6-4ACF-8A6D-E631FD78FFEC}" destId="{FF2BFFD4-667C-449D-A0FD-02539D2D1956}" srcOrd="1" destOrd="0" presId="urn:microsoft.com/office/officeart/2005/8/layout/list1"/>
    <dgm:cxn modelId="{F87EE863-512B-4AC4-A493-ED5674487D58}" type="presParOf" srcId="{35B93294-D2CF-40FC-AAA1-B282B2AFAB8F}" destId="{EFD74A4D-AEEC-4655-AF4F-A0646998E3E4}" srcOrd="5" destOrd="0" presId="urn:microsoft.com/office/officeart/2005/8/layout/list1"/>
    <dgm:cxn modelId="{4E02D724-CEB5-4EF5-B402-0E578B2556C5}" type="presParOf" srcId="{35B93294-D2CF-40FC-AAA1-B282B2AFAB8F}" destId="{E8FC47C3-9D9C-4860-8392-8553C680978E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.xml><?xml version="1.0" encoding="utf-8"?>
<dgm:dataModel xmlns:dgm="http://schemas.openxmlformats.org/drawingml/2006/diagram" xmlns:a="http://schemas.openxmlformats.org/drawingml/2006/main">
  <dgm:ptLst>
    <dgm:pt modelId="{6B6FDB46-775C-48FD-843B-CD468458823A}" type="doc">
      <dgm:prSet loTypeId="urn:microsoft.com/office/officeart/2016/7/layout/VerticalSolidActionList" loCatId="List" qsTypeId="urn:microsoft.com/office/officeart/2005/8/quickstyle/simple1" qsCatId="simple" csTypeId="urn:microsoft.com/office/officeart/2005/8/colors/colorful1" csCatId="colorful"/>
      <dgm:spPr/>
      <dgm:t>
        <a:bodyPr/>
        <a:lstStyle/>
        <a:p>
          <a:endParaRPr lang="en-US"/>
        </a:p>
      </dgm:t>
    </dgm:pt>
    <dgm:pt modelId="{21FA716B-5B61-4157-819D-41086AD5E3F0}">
      <dgm:prSet/>
      <dgm:spPr/>
      <dgm:t>
        <a:bodyPr/>
        <a:lstStyle/>
        <a:p>
          <a:r>
            <a:rPr lang="en-US"/>
            <a:t>at most </a:t>
          </a:r>
          <a:r>
            <a:rPr lang="en-US" b="1"/>
            <a:t>15</a:t>
          </a:r>
          <a:r>
            <a:rPr lang="en-US"/>
            <a:t> listed public keys </a:t>
          </a:r>
        </a:p>
      </dgm:t>
    </dgm:pt>
    <dgm:pt modelId="{990B75F6-7FD8-49BC-86D4-58F61E07238B}" type="parTrans" cxnId="{8EF0C16D-2F66-4C7A-BA29-539E63E32356}">
      <dgm:prSet/>
      <dgm:spPr/>
      <dgm:t>
        <a:bodyPr/>
        <a:lstStyle/>
        <a:p>
          <a:endParaRPr lang="en-US"/>
        </a:p>
      </dgm:t>
    </dgm:pt>
    <dgm:pt modelId="{A0B017D5-A524-4474-96E2-3875FF9AE99A}" type="sibTrans" cxnId="{8EF0C16D-2F66-4C7A-BA29-539E63E32356}">
      <dgm:prSet/>
      <dgm:spPr/>
      <dgm:t>
        <a:bodyPr/>
        <a:lstStyle/>
        <a:p>
          <a:endParaRPr lang="en-US"/>
        </a:p>
      </dgm:t>
    </dgm:pt>
    <dgm:pt modelId="{9762F96F-9708-425D-9B91-C4815CA50B2B}">
      <dgm:prSet/>
      <dgm:spPr/>
      <dgm:t>
        <a:bodyPr/>
        <a:lstStyle/>
        <a:p>
          <a:r>
            <a:rPr lang="en-US"/>
            <a:t>standard multisignature scripts </a:t>
          </a:r>
        </a:p>
      </dgm:t>
    </dgm:pt>
    <dgm:pt modelId="{8F6A338B-8CFF-498C-B33A-4A1F92D01CEE}" type="parTrans" cxnId="{3D2C9B12-B470-4C2D-AC64-14E9E51CE7EA}">
      <dgm:prSet/>
      <dgm:spPr/>
      <dgm:t>
        <a:bodyPr/>
        <a:lstStyle/>
        <a:p>
          <a:endParaRPr lang="en-US"/>
        </a:p>
      </dgm:t>
    </dgm:pt>
    <dgm:pt modelId="{952CA381-892E-4EC7-8243-BADFBFCABA57}" type="sibTrans" cxnId="{3D2C9B12-B470-4C2D-AC64-14E9E51CE7EA}">
      <dgm:prSet/>
      <dgm:spPr/>
      <dgm:t>
        <a:bodyPr/>
        <a:lstStyle/>
        <a:p>
          <a:endParaRPr lang="en-US"/>
        </a:p>
      </dgm:t>
    </dgm:pt>
    <dgm:pt modelId="{88E089DF-FB1D-4A41-92DB-D8332C51EC33}">
      <dgm:prSet/>
      <dgm:spPr/>
      <dgm:t>
        <a:bodyPr/>
        <a:lstStyle/>
        <a:p>
          <a:r>
            <a:rPr lang="en-US"/>
            <a:t>are limited to at most 15 listed public keys </a:t>
          </a:r>
        </a:p>
      </dgm:t>
    </dgm:pt>
    <dgm:pt modelId="{7A15C182-EEA7-4BED-841C-6B2422D6D89C}" type="parTrans" cxnId="{2316F5A6-2969-4B71-95D8-BDB4DD4D6184}">
      <dgm:prSet/>
      <dgm:spPr/>
      <dgm:t>
        <a:bodyPr/>
        <a:lstStyle/>
        <a:p>
          <a:endParaRPr lang="en-US"/>
        </a:p>
      </dgm:t>
    </dgm:pt>
    <dgm:pt modelId="{3BB9D001-2268-49CF-B800-D9AD63CFFB76}" type="sibTrans" cxnId="{2316F5A6-2969-4B71-95D8-BDB4DD4D6184}">
      <dgm:prSet/>
      <dgm:spPr/>
      <dgm:t>
        <a:bodyPr/>
        <a:lstStyle/>
        <a:p>
          <a:endParaRPr lang="en-US"/>
        </a:p>
      </dgm:t>
    </dgm:pt>
    <dgm:pt modelId="{C87A1C29-BB9F-47E5-8D11-43356D1B1955}">
      <dgm:prSet/>
      <dgm:spPr/>
      <dgm:t>
        <a:bodyPr/>
        <a:lstStyle/>
        <a:p>
          <a:r>
            <a:rPr lang="tr-TR"/>
            <a:t>Options</a:t>
          </a:r>
          <a:endParaRPr lang="en-US"/>
        </a:p>
      </dgm:t>
    </dgm:pt>
    <dgm:pt modelId="{75B2009C-6B29-4106-83F1-F8F716395052}" type="parTrans" cxnId="{61D02744-2BCC-4400-9469-02355F5101EB}">
      <dgm:prSet/>
      <dgm:spPr/>
      <dgm:t>
        <a:bodyPr/>
        <a:lstStyle/>
        <a:p>
          <a:endParaRPr lang="en-US"/>
        </a:p>
      </dgm:t>
    </dgm:pt>
    <dgm:pt modelId="{4C16161E-A1DE-42D6-8AF1-8294C55A355C}" type="sibTrans" cxnId="{61D02744-2BCC-4400-9469-02355F5101EB}">
      <dgm:prSet/>
      <dgm:spPr/>
      <dgm:t>
        <a:bodyPr/>
        <a:lstStyle/>
        <a:p>
          <a:endParaRPr lang="en-US"/>
        </a:p>
      </dgm:t>
    </dgm:pt>
    <dgm:pt modelId="{D69DF47E-23FD-43B2-A75A-4C1831CB17BF}">
      <dgm:prSet/>
      <dgm:spPr/>
      <dgm:t>
        <a:bodyPr/>
        <a:lstStyle/>
        <a:p>
          <a:r>
            <a:rPr lang="en-US"/>
            <a:t>from a </a:t>
          </a:r>
          <a:r>
            <a:rPr lang="en-US" b="1"/>
            <a:t>1-of-1</a:t>
          </a:r>
          <a:r>
            <a:rPr lang="en-US"/>
            <a:t> </a:t>
          </a:r>
          <a:r>
            <a:rPr lang="tr-TR"/>
            <a:t>t</a:t>
          </a:r>
          <a:r>
            <a:rPr lang="en-US"/>
            <a:t>o a </a:t>
          </a:r>
          <a:r>
            <a:rPr lang="en-US" b="1"/>
            <a:t>15-of-15</a:t>
          </a:r>
          <a:r>
            <a:rPr lang="en-US"/>
            <a:t> multisignature </a:t>
          </a:r>
        </a:p>
      </dgm:t>
    </dgm:pt>
    <dgm:pt modelId="{1D417175-D71D-4866-8FAE-7852E41AC342}" type="parTrans" cxnId="{26EC2BC4-6659-46BB-B40B-153B7D3A840A}">
      <dgm:prSet/>
      <dgm:spPr/>
      <dgm:t>
        <a:bodyPr/>
        <a:lstStyle/>
        <a:p>
          <a:endParaRPr lang="en-US"/>
        </a:p>
      </dgm:t>
    </dgm:pt>
    <dgm:pt modelId="{409FCE9B-6702-4995-AF19-45373EBB7AF1}" type="sibTrans" cxnId="{26EC2BC4-6659-46BB-B40B-153B7D3A840A}">
      <dgm:prSet/>
      <dgm:spPr/>
      <dgm:t>
        <a:bodyPr/>
        <a:lstStyle/>
        <a:p>
          <a:endParaRPr lang="en-US"/>
        </a:p>
      </dgm:t>
    </dgm:pt>
    <dgm:pt modelId="{2BC1A93D-ECF3-450F-B0D4-34365BA998BB}">
      <dgm:prSet/>
      <dgm:spPr/>
      <dgm:t>
        <a:bodyPr/>
        <a:lstStyle/>
        <a:p>
          <a:r>
            <a:rPr lang="en-US"/>
            <a:t>or any combination</a:t>
          </a:r>
          <a:r>
            <a:rPr lang="tr-TR"/>
            <a:t> </a:t>
          </a:r>
          <a:r>
            <a:rPr lang="en-US"/>
            <a:t>within that range. </a:t>
          </a:r>
        </a:p>
      </dgm:t>
    </dgm:pt>
    <dgm:pt modelId="{7BD7EDBB-D89B-4F14-888F-212EAF78234A}" type="parTrans" cxnId="{8D92C157-A775-4F08-9E1A-FF9BB92BB656}">
      <dgm:prSet/>
      <dgm:spPr/>
      <dgm:t>
        <a:bodyPr/>
        <a:lstStyle/>
        <a:p>
          <a:endParaRPr lang="en-US"/>
        </a:p>
      </dgm:t>
    </dgm:pt>
    <dgm:pt modelId="{9B7F8ABE-6B90-46AF-A2E5-4552F03E8861}" type="sibTrans" cxnId="{8D92C157-A775-4F08-9E1A-FF9BB92BB656}">
      <dgm:prSet/>
      <dgm:spPr/>
      <dgm:t>
        <a:bodyPr/>
        <a:lstStyle/>
        <a:p>
          <a:endParaRPr lang="en-US"/>
        </a:p>
      </dgm:t>
    </dgm:pt>
    <dgm:pt modelId="{6FECE8A5-5DC5-4BE6-8CD7-A4F90FC170CF}">
      <dgm:prSet/>
      <dgm:spPr/>
      <dgm:t>
        <a:bodyPr/>
        <a:lstStyle/>
        <a:p>
          <a:r>
            <a:rPr lang="tr-TR"/>
            <a:t>Current limitation</a:t>
          </a:r>
          <a:endParaRPr lang="en-US"/>
        </a:p>
      </dgm:t>
    </dgm:pt>
    <dgm:pt modelId="{19924E4B-8537-4A96-84C9-4C6949316F15}" type="parTrans" cxnId="{BF0D93D2-DD8C-4CF9-8A29-9537928771D7}">
      <dgm:prSet/>
      <dgm:spPr/>
      <dgm:t>
        <a:bodyPr/>
        <a:lstStyle/>
        <a:p>
          <a:endParaRPr lang="en-US"/>
        </a:p>
      </dgm:t>
    </dgm:pt>
    <dgm:pt modelId="{DF9CE6D5-C49E-45E9-B96F-24B7A1174759}" type="sibTrans" cxnId="{BF0D93D2-DD8C-4CF9-8A29-9537928771D7}">
      <dgm:prSet/>
      <dgm:spPr/>
      <dgm:t>
        <a:bodyPr/>
        <a:lstStyle/>
        <a:p>
          <a:endParaRPr lang="en-US"/>
        </a:p>
      </dgm:t>
    </dgm:pt>
    <dgm:pt modelId="{31593079-22A9-4279-922D-AB949995B834}">
      <dgm:prSet/>
      <dgm:spPr/>
      <dgm:t>
        <a:bodyPr/>
        <a:lstStyle/>
        <a:p>
          <a:r>
            <a:rPr lang="en-US"/>
            <a:t>The limitation to 15 listed keys </a:t>
          </a:r>
        </a:p>
      </dgm:t>
    </dgm:pt>
    <dgm:pt modelId="{21FE3BF0-0C7F-44F6-8566-D35088B1EFC8}" type="parTrans" cxnId="{08724C93-5D5F-4BA6-B4F6-A0EA943A43EB}">
      <dgm:prSet/>
      <dgm:spPr/>
      <dgm:t>
        <a:bodyPr/>
        <a:lstStyle/>
        <a:p>
          <a:endParaRPr lang="en-US"/>
        </a:p>
      </dgm:t>
    </dgm:pt>
    <dgm:pt modelId="{4259D769-7417-4F54-A573-1AFD806BE7EA}" type="sibTrans" cxnId="{08724C93-5D5F-4BA6-B4F6-A0EA943A43EB}">
      <dgm:prSet/>
      <dgm:spPr/>
      <dgm:t>
        <a:bodyPr/>
        <a:lstStyle/>
        <a:p>
          <a:endParaRPr lang="en-US"/>
        </a:p>
      </dgm:t>
    </dgm:pt>
    <dgm:pt modelId="{5B7097CD-1BA7-457F-A2B8-7DD1622C2C33}">
      <dgm:prSet/>
      <dgm:spPr/>
      <dgm:t>
        <a:bodyPr/>
        <a:lstStyle/>
        <a:p>
          <a:r>
            <a:rPr lang="en-US"/>
            <a:t>might be lifted </a:t>
          </a:r>
          <a:r>
            <a:rPr lang="tr-TR"/>
            <a:t> </a:t>
          </a:r>
          <a:r>
            <a:rPr lang="en-US"/>
            <a:t>by the time this</a:t>
          </a:r>
          <a:r>
            <a:rPr lang="tr-TR"/>
            <a:t> </a:t>
          </a:r>
          <a:r>
            <a:rPr lang="en-US"/>
            <a:t>book is published, </a:t>
          </a:r>
        </a:p>
      </dgm:t>
    </dgm:pt>
    <dgm:pt modelId="{4128D2E6-6A08-40CE-8AC5-F7370033EAE1}" type="parTrans" cxnId="{34AEA265-2E2A-4572-90A1-1C13B43A47FC}">
      <dgm:prSet/>
      <dgm:spPr/>
      <dgm:t>
        <a:bodyPr/>
        <a:lstStyle/>
        <a:p>
          <a:endParaRPr lang="en-US"/>
        </a:p>
      </dgm:t>
    </dgm:pt>
    <dgm:pt modelId="{77D9C41D-9D8A-4B0B-A79E-2891F15E79AB}" type="sibTrans" cxnId="{34AEA265-2E2A-4572-90A1-1C13B43A47FC}">
      <dgm:prSet/>
      <dgm:spPr/>
      <dgm:t>
        <a:bodyPr/>
        <a:lstStyle/>
        <a:p>
          <a:endParaRPr lang="en-US"/>
        </a:p>
      </dgm:t>
    </dgm:pt>
    <dgm:pt modelId="{CC201042-64B2-4420-B40E-981DC76D6911}">
      <dgm:prSet/>
      <dgm:spPr/>
      <dgm:t>
        <a:bodyPr/>
        <a:lstStyle/>
        <a:p>
          <a:r>
            <a:rPr lang="en-US"/>
            <a:t>isStandard() function </a:t>
          </a:r>
        </a:p>
      </dgm:t>
    </dgm:pt>
    <dgm:pt modelId="{7520637F-5974-4CDE-8353-76C50B8B55D2}" type="parTrans" cxnId="{3F1D58DF-B129-4C20-B3BA-3FF371BCD5B6}">
      <dgm:prSet/>
      <dgm:spPr/>
      <dgm:t>
        <a:bodyPr/>
        <a:lstStyle/>
        <a:p>
          <a:endParaRPr lang="en-US"/>
        </a:p>
      </dgm:t>
    </dgm:pt>
    <dgm:pt modelId="{0B546EC3-0EE3-44ED-B0B3-874107F1901D}" type="sibTrans" cxnId="{3F1D58DF-B129-4C20-B3BA-3FF371BCD5B6}">
      <dgm:prSet/>
      <dgm:spPr/>
      <dgm:t>
        <a:bodyPr/>
        <a:lstStyle/>
        <a:p>
          <a:endParaRPr lang="en-US"/>
        </a:p>
      </dgm:t>
    </dgm:pt>
    <dgm:pt modelId="{F5E77151-C0A4-4E2C-A921-FFA9789CDF23}">
      <dgm:prSet/>
      <dgm:spPr/>
      <dgm:t>
        <a:bodyPr/>
        <a:lstStyle/>
        <a:p>
          <a:r>
            <a:rPr lang="en-US"/>
            <a:t>check the isStandard() function </a:t>
          </a:r>
        </a:p>
      </dgm:t>
    </dgm:pt>
    <dgm:pt modelId="{8F4D6DC4-327F-47FD-A31B-82AFC051C065}" type="parTrans" cxnId="{FA0382B3-ED07-4EA2-8D4D-CEE29DF7170B}">
      <dgm:prSet/>
      <dgm:spPr/>
      <dgm:t>
        <a:bodyPr/>
        <a:lstStyle/>
        <a:p>
          <a:endParaRPr lang="en-US"/>
        </a:p>
      </dgm:t>
    </dgm:pt>
    <dgm:pt modelId="{C0A0DD31-26BB-4077-ADD8-C59165563BAD}" type="sibTrans" cxnId="{FA0382B3-ED07-4EA2-8D4D-CEE29DF7170B}">
      <dgm:prSet/>
      <dgm:spPr/>
      <dgm:t>
        <a:bodyPr/>
        <a:lstStyle/>
        <a:p>
          <a:endParaRPr lang="en-US"/>
        </a:p>
      </dgm:t>
    </dgm:pt>
    <dgm:pt modelId="{4C6EBA4E-D5AB-4788-873C-8C864DB9EA1F}">
      <dgm:prSet/>
      <dgm:spPr/>
      <dgm:t>
        <a:bodyPr/>
        <a:lstStyle/>
        <a:p>
          <a:r>
            <a:rPr lang="en-US"/>
            <a:t>to see what is currently</a:t>
          </a:r>
          <a:r>
            <a:rPr lang="tr-TR"/>
            <a:t> accepted by the network.</a:t>
          </a:r>
          <a:endParaRPr lang="en-US"/>
        </a:p>
      </dgm:t>
    </dgm:pt>
    <dgm:pt modelId="{0B04BC4D-FF92-4E2B-B114-18CA24F97041}" type="parTrans" cxnId="{9718A8FF-999E-4A14-970A-725F76E20260}">
      <dgm:prSet/>
      <dgm:spPr/>
      <dgm:t>
        <a:bodyPr/>
        <a:lstStyle/>
        <a:p>
          <a:endParaRPr lang="en-US"/>
        </a:p>
      </dgm:t>
    </dgm:pt>
    <dgm:pt modelId="{C3216EFE-6E1A-4E55-B839-6C9180A43196}" type="sibTrans" cxnId="{9718A8FF-999E-4A14-970A-725F76E20260}">
      <dgm:prSet/>
      <dgm:spPr/>
      <dgm:t>
        <a:bodyPr/>
        <a:lstStyle/>
        <a:p>
          <a:endParaRPr lang="en-US"/>
        </a:p>
      </dgm:t>
    </dgm:pt>
    <dgm:pt modelId="{3A94D536-695A-4EFF-AFEB-2085EF3A29CB}" type="pres">
      <dgm:prSet presAssocID="{6B6FDB46-775C-48FD-843B-CD468458823A}" presName="Name0" presStyleCnt="0">
        <dgm:presLayoutVars>
          <dgm:dir/>
          <dgm:animLvl val="lvl"/>
          <dgm:resizeHandles val="exact"/>
        </dgm:presLayoutVars>
      </dgm:prSet>
      <dgm:spPr/>
    </dgm:pt>
    <dgm:pt modelId="{BD16B590-507D-445D-B9CF-AD52659D73A0}" type="pres">
      <dgm:prSet presAssocID="{21FA716B-5B61-4157-819D-41086AD5E3F0}" presName="linNode" presStyleCnt="0"/>
      <dgm:spPr/>
    </dgm:pt>
    <dgm:pt modelId="{4376D8B1-2CB6-4A9E-AB87-CC6B81C4C3A0}" type="pres">
      <dgm:prSet presAssocID="{21FA716B-5B61-4157-819D-41086AD5E3F0}" presName="parentText" presStyleLbl="alignNode1" presStyleIdx="0" presStyleCnt="4">
        <dgm:presLayoutVars>
          <dgm:chMax val="1"/>
          <dgm:bulletEnabled/>
        </dgm:presLayoutVars>
      </dgm:prSet>
      <dgm:spPr/>
    </dgm:pt>
    <dgm:pt modelId="{3BB7E4BC-7DCB-4AB5-A919-47D2A4BB54B5}" type="pres">
      <dgm:prSet presAssocID="{21FA716B-5B61-4157-819D-41086AD5E3F0}" presName="descendantText" presStyleLbl="alignAccFollowNode1" presStyleIdx="0" presStyleCnt="4">
        <dgm:presLayoutVars>
          <dgm:bulletEnabled/>
        </dgm:presLayoutVars>
      </dgm:prSet>
      <dgm:spPr/>
    </dgm:pt>
    <dgm:pt modelId="{0B6A6280-EE20-4B6A-9A70-DE4F39C7DBC3}" type="pres">
      <dgm:prSet presAssocID="{A0B017D5-A524-4474-96E2-3875FF9AE99A}" presName="sp" presStyleCnt="0"/>
      <dgm:spPr/>
    </dgm:pt>
    <dgm:pt modelId="{AB9CF184-21E5-45C2-A605-36BBECA90F3B}" type="pres">
      <dgm:prSet presAssocID="{C87A1C29-BB9F-47E5-8D11-43356D1B1955}" presName="linNode" presStyleCnt="0"/>
      <dgm:spPr/>
    </dgm:pt>
    <dgm:pt modelId="{0F235CF5-FA08-4DD7-980C-EE2F0C508BC3}" type="pres">
      <dgm:prSet presAssocID="{C87A1C29-BB9F-47E5-8D11-43356D1B1955}" presName="parentText" presStyleLbl="alignNode1" presStyleIdx="1" presStyleCnt="4">
        <dgm:presLayoutVars>
          <dgm:chMax val="1"/>
          <dgm:bulletEnabled/>
        </dgm:presLayoutVars>
      </dgm:prSet>
      <dgm:spPr/>
    </dgm:pt>
    <dgm:pt modelId="{AA6856C0-979C-4932-94EA-D9C07AD7507D}" type="pres">
      <dgm:prSet presAssocID="{C87A1C29-BB9F-47E5-8D11-43356D1B1955}" presName="descendantText" presStyleLbl="alignAccFollowNode1" presStyleIdx="1" presStyleCnt="4">
        <dgm:presLayoutVars>
          <dgm:bulletEnabled/>
        </dgm:presLayoutVars>
      </dgm:prSet>
      <dgm:spPr/>
    </dgm:pt>
    <dgm:pt modelId="{CEF95FE1-DB9E-43B3-98B6-66B29EA1694A}" type="pres">
      <dgm:prSet presAssocID="{4C16161E-A1DE-42D6-8AF1-8294C55A355C}" presName="sp" presStyleCnt="0"/>
      <dgm:spPr/>
    </dgm:pt>
    <dgm:pt modelId="{76945F3F-1FCC-439C-B3AE-0CA7551C60D8}" type="pres">
      <dgm:prSet presAssocID="{6FECE8A5-5DC5-4BE6-8CD7-A4F90FC170CF}" presName="linNode" presStyleCnt="0"/>
      <dgm:spPr/>
    </dgm:pt>
    <dgm:pt modelId="{DF095012-C56C-45A8-9788-A0AC5B7FE470}" type="pres">
      <dgm:prSet presAssocID="{6FECE8A5-5DC5-4BE6-8CD7-A4F90FC170CF}" presName="parentText" presStyleLbl="alignNode1" presStyleIdx="2" presStyleCnt="4">
        <dgm:presLayoutVars>
          <dgm:chMax val="1"/>
          <dgm:bulletEnabled/>
        </dgm:presLayoutVars>
      </dgm:prSet>
      <dgm:spPr/>
    </dgm:pt>
    <dgm:pt modelId="{D3A144E7-E1C5-423D-84AA-51D85222B2FC}" type="pres">
      <dgm:prSet presAssocID="{6FECE8A5-5DC5-4BE6-8CD7-A4F90FC170CF}" presName="descendantText" presStyleLbl="alignAccFollowNode1" presStyleIdx="2" presStyleCnt="4">
        <dgm:presLayoutVars>
          <dgm:bulletEnabled/>
        </dgm:presLayoutVars>
      </dgm:prSet>
      <dgm:spPr/>
    </dgm:pt>
    <dgm:pt modelId="{74C178D3-2418-4BEC-9EE0-ADA9FB790958}" type="pres">
      <dgm:prSet presAssocID="{DF9CE6D5-C49E-45E9-B96F-24B7A1174759}" presName="sp" presStyleCnt="0"/>
      <dgm:spPr/>
    </dgm:pt>
    <dgm:pt modelId="{2B119D45-F6DB-4106-AEED-270A19914CE7}" type="pres">
      <dgm:prSet presAssocID="{CC201042-64B2-4420-B40E-981DC76D6911}" presName="linNode" presStyleCnt="0"/>
      <dgm:spPr/>
    </dgm:pt>
    <dgm:pt modelId="{27B60D49-4915-4355-ACE7-A8FEDCAB719B}" type="pres">
      <dgm:prSet presAssocID="{CC201042-64B2-4420-B40E-981DC76D6911}" presName="parentText" presStyleLbl="alignNode1" presStyleIdx="3" presStyleCnt="4">
        <dgm:presLayoutVars>
          <dgm:chMax val="1"/>
          <dgm:bulletEnabled/>
        </dgm:presLayoutVars>
      </dgm:prSet>
      <dgm:spPr/>
    </dgm:pt>
    <dgm:pt modelId="{B3ACCAA6-AC4B-466F-9E98-1E671FFE404A}" type="pres">
      <dgm:prSet presAssocID="{CC201042-64B2-4420-B40E-981DC76D6911}" presName="descendantText" presStyleLbl="alignAccFollowNode1" presStyleIdx="3" presStyleCnt="4">
        <dgm:presLayoutVars>
          <dgm:bulletEnabled/>
        </dgm:presLayoutVars>
      </dgm:prSet>
      <dgm:spPr/>
    </dgm:pt>
  </dgm:ptLst>
  <dgm:cxnLst>
    <dgm:cxn modelId="{3D2C9B12-B470-4C2D-AC64-14E9E51CE7EA}" srcId="{21FA716B-5B61-4157-819D-41086AD5E3F0}" destId="{9762F96F-9708-425D-9B91-C4815CA50B2B}" srcOrd="0" destOrd="0" parTransId="{8F6A338B-8CFF-498C-B33A-4A1F92D01CEE}" sibTransId="{952CA381-892E-4EC7-8243-BADFBFCABA57}"/>
    <dgm:cxn modelId="{9C787F13-605B-4045-BCE1-8EED6830D6CB}" type="presOf" srcId="{F5E77151-C0A4-4E2C-A921-FFA9789CDF23}" destId="{B3ACCAA6-AC4B-466F-9E98-1E671FFE404A}" srcOrd="0" destOrd="0" presId="urn:microsoft.com/office/officeart/2016/7/layout/VerticalSolidActionList"/>
    <dgm:cxn modelId="{F1506117-9679-46E3-B5D3-63FE137D36E8}" type="presOf" srcId="{4C6EBA4E-D5AB-4788-873C-8C864DB9EA1F}" destId="{B3ACCAA6-AC4B-466F-9E98-1E671FFE404A}" srcOrd="0" destOrd="1" presId="urn:microsoft.com/office/officeart/2016/7/layout/VerticalSolidActionList"/>
    <dgm:cxn modelId="{9FC6D61A-1D1E-4134-A76D-914CA45278ED}" type="presOf" srcId="{9762F96F-9708-425D-9B91-C4815CA50B2B}" destId="{3BB7E4BC-7DCB-4AB5-A919-47D2A4BB54B5}" srcOrd="0" destOrd="0" presId="urn:microsoft.com/office/officeart/2016/7/layout/VerticalSolidActionList"/>
    <dgm:cxn modelId="{7E91DF22-6EC4-488F-9F7F-2A29EE540544}" type="presOf" srcId="{D69DF47E-23FD-43B2-A75A-4C1831CB17BF}" destId="{AA6856C0-979C-4932-94EA-D9C07AD7507D}" srcOrd="0" destOrd="0" presId="urn:microsoft.com/office/officeart/2016/7/layout/VerticalSolidActionList"/>
    <dgm:cxn modelId="{F099272E-1EF4-4B55-86EA-314F9F5FE482}" type="presOf" srcId="{21FA716B-5B61-4157-819D-41086AD5E3F0}" destId="{4376D8B1-2CB6-4A9E-AB87-CC6B81C4C3A0}" srcOrd="0" destOrd="0" presId="urn:microsoft.com/office/officeart/2016/7/layout/VerticalSolidActionList"/>
    <dgm:cxn modelId="{3AD81630-9CC5-464E-B67D-AF5814B3336F}" type="presOf" srcId="{CC201042-64B2-4420-B40E-981DC76D6911}" destId="{27B60D49-4915-4355-ACE7-A8FEDCAB719B}" srcOrd="0" destOrd="0" presId="urn:microsoft.com/office/officeart/2016/7/layout/VerticalSolidActionList"/>
    <dgm:cxn modelId="{26EBD737-58FC-48CD-8197-69013E85EC5A}" type="presOf" srcId="{6B6FDB46-775C-48FD-843B-CD468458823A}" destId="{3A94D536-695A-4EFF-AFEB-2085EF3A29CB}" srcOrd="0" destOrd="0" presId="urn:microsoft.com/office/officeart/2016/7/layout/VerticalSolidActionList"/>
    <dgm:cxn modelId="{B8129E5C-3834-4AB9-B767-9696028C07D2}" type="presOf" srcId="{2BC1A93D-ECF3-450F-B0D4-34365BA998BB}" destId="{AA6856C0-979C-4932-94EA-D9C07AD7507D}" srcOrd="0" destOrd="1" presId="urn:microsoft.com/office/officeart/2016/7/layout/VerticalSolidActionList"/>
    <dgm:cxn modelId="{61D02744-2BCC-4400-9469-02355F5101EB}" srcId="{6B6FDB46-775C-48FD-843B-CD468458823A}" destId="{C87A1C29-BB9F-47E5-8D11-43356D1B1955}" srcOrd="1" destOrd="0" parTransId="{75B2009C-6B29-4106-83F1-F8F716395052}" sibTransId="{4C16161E-A1DE-42D6-8AF1-8294C55A355C}"/>
    <dgm:cxn modelId="{34AEA265-2E2A-4572-90A1-1C13B43A47FC}" srcId="{6FECE8A5-5DC5-4BE6-8CD7-A4F90FC170CF}" destId="{5B7097CD-1BA7-457F-A2B8-7DD1622C2C33}" srcOrd="1" destOrd="0" parTransId="{4128D2E6-6A08-40CE-8AC5-F7370033EAE1}" sibTransId="{77D9C41D-9D8A-4B0B-A79E-2891F15E79AB}"/>
    <dgm:cxn modelId="{8EF0C16D-2F66-4C7A-BA29-539E63E32356}" srcId="{6B6FDB46-775C-48FD-843B-CD468458823A}" destId="{21FA716B-5B61-4157-819D-41086AD5E3F0}" srcOrd="0" destOrd="0" parTransId="{990B75F6-7FD8-49BC-86D4-58F61E07238B}" sibTransId="{A0B017D5-A524-4474-96E2-3875FF9AE99A}"/>
    <dgm:cxn modelId="{412E9E53-53D9-4762-B6B7-ECF57AA9CF27}" type="presOf" srcId="{5B7097CD-1BA7-457F-A2B8-7DD1622C2C33}" destId="{D3A144E7-E1C5-423D-84AA-51D85222B2FC}" srcOrd="0" destOrd="1" presId="urn:microsoft.com/office/officeart/2016/7/layout/VerticalSolidActionList"/>
    <dgm:cxn modelId="{8D92C157-A775-4F08-9E1A-FF9BB92BB656}" srcId="{C87A1C29-BB9F-47E5-8D11-43356D1B1955}" destId="{2BC1A93D-ECF3-450F-B0D4-34365BA998BB}" srcOrd="1" destOrd="0" parTransId="{7BD7EDBB-D89B-4F14-888F-212EAF78234A}" sibTransId="{9B7F8ABE-6B90-46AF-A2E5-4552F03E8861}"/>
    <dgm:cxn modelId="{08724C93-5D5F-4BA6-B4F6-A0EA943A43EB}" srcId="{6FECE8A5-5DC5-4BE6-8CD7-A4F90FC170CF}" destId="{31593079-22A9-4279-922D-AB949995B834}" srcOrd="0" destOrd="0" parTransId="{21FE3BF0-0C7F-44F6-8566-D35088B1EFC8}" sibTransId="{4259D769-7417-4F54-A573-1AFD806BE7EA}"/>
    <dgm:cxn modelId="{2316F5A6-2969-4B71-95D8-BDB4DD4D6184}" srcId="{21FA716B-5B61-4157-819D-41086AD5E3F0}" destId="{88E089DF-FB1D-4A41-92DB-D8332C51EC33}" srcOrd="1" destOrd="0" parTransId="{7A15C182-EEA7-4BED-841C-6B2422D6D89C}" sibTransId="{3BB9D001-2268-49CF-B800-D9AD63CFFB76}"/>
    <dgm:cxn modelId="{E40136B1-F816-4BD0-BB72-60BBD1500155}" type="presOf" srcId="{C87A1C29-BB9F-47E5-8D11-43356D1B1955}" destId="{0F235CF5-FA08-4DD7-980C-EE2F0C508BC3}" srcOrd="0" destOrd="0" presId="urn:microsoft.com/office/officeart/2016/7/layout/VerticalSolidActionList"/>
    <dgm:cxn modelId="{FA0382B3-ED07-4EA2-8D4D-CEE29DF7170B}" srcId="{CC201042-64B2-4420-B40E-981DC76D6911}" destId="{F5E77151-C0A4-4E2C-A921-FFA9789CDF23}" srcOrd="0" destOrd="0" parTransId="{8F4D6DC4-327F-47FD-A31B-82AFC051C065}" sibTransId="{C0A0DD31-26BB-4077-ADD8-C59165563BAD}"/>
    <dgm:cxn modelId="{B95D34BC-134F-4F7B-82E2-C81EC7AD2459}" type="presOf" srcId="{88E089DF-FB1D-4A41-92DB-D8332C51EC33}" destId="{3BB7E4BC-7DCB-4AB5-A919-47D2A4BB54B5}" srcOrd="0" destOrd="1" presId="urn:microsoft.com/office/officeart/2016/7/layout/VerticalSolidActionList"/>
    <dgm:cxn modelId="{26EC2BC4-6659-46BB-B40B-153B7D3A840A}" srcId="{C87A1C29-BB9F-47E5-8D11-43356D1B1955}" destId="{D69DF47E-23FD-43B2-A75A-4C1831CB17BF}" srcOrd="0" destOrd="0" parTransId="{1D417175-D71D-4866-8FAE-7852E41AC342}" sibTransId="{409FCE9B-6702-4995-AF19-45373EBB7AF1}"/>
    <dgm:cxn modelId="{BF0D93D2-DD8C-4CF9-8A29-9537928771D7}" srcId="{6B6FDB46-775C-48FD-843B-CD468458823A}" destId="{6FECE8A5-5DC5-4BE6-8CD7-A4F90FC170CF}" srcOrd="2" destOrd="0" parTransId="{19924E4B-8537-4A96-84C9-4C6949316F15}" sibTransId="{DF9CE6D5-C49E-45E9-B96F-24B7A1174759}"/>
    <dgm:cxn modelId="{4B8060D3-880B-4100-9AFF-9014885F0489}" type="presOf" srcId="{6FECE8A5-5DC5-4BE6-8CD7-A4F90FC170CF}" destId="{DF095012-C56C-45A8-9788-A0AC5B7FE470}" srcOrd="0" destOrd="0" presId="urn:microsoft.com/office/officeart/2016/7/layout/VerticalSolidActionList"/>
    <dgm:cxn modelId="{3F1D58DF-B129-4C20-B3BA-3FF371BCD5B6}" srcId="{6B6FDB46-775C-48FD-843B-CD468458823A}" destId="{CC201042-64B2-4420-B40E-981DC76D6911}" srcOrd="3" destOrd="0" parTransId="{7520637F-5974-4CDE-8353-76C50B8B55D2}" sibTransId="{0B546EC3-0EE3-44ED-B0B3-874107F1901D}"/>
    <dgm:cxn modelId="{3E86C0FE-396C-4B6B-91A9-66F5FAC043A0}" type="presOf" srcId="{31593079-22A9-4279-922D-AB949995B834}" destId="{D3A144E7-E1C5-423D-84AA-51D85222B2FC}" srcOrd="0" destOrd="0" presId="urn:microsoft.com/office/officeart/2016/7/layout/VerticalSolidActionList"/>
    <dgm:cxn modelId="{9718A8FF-999E-4A14-970A-725F76E20260}" srcId="{CC201042-64B2-4420-B40E-981DC76D6911}" destId="{4C6EBA4E-D5AB-4788-873C-8C864DB9EA1F}" srcOrd="1" destOrd="0" parTransId="{0B04BC4D-FF92-4E2B-B114-18CA24F97041}" sibTransId="{C3216EFE-6E1A-4E55-B839-6C9180A43196}"/>
    <dgm:cxn modelId="{306A1ABE-D38F-487A-891E-0D2093674B37}" type="presParOf" srcId="{3A94D536-695A-4EFF-AFEB-2085EF3A29CB}" destId="{BD16B590-507D-445D-B9CF-AD52659D73A0}" srcOrd="0" destOrd="0" presId="urn:microsoft.com/office/officeart/2016/7/layout/VerticalSolidActionList"/>
    <dgm:cxn modelId="{E5E2319B-B429-4CEF-901D-977FE5AC352A}" type="presParOf" srcId="{BD16B590-507D-445D-B9CF-AD52659D73A0}" destId="{4376D8B1-2CB6-4A9E-AB87-CC6B81C4C3A0}" srcOrd="0" destOrd="0" presId="urn:microsoft.com/office/officeart/2016/7/layout/VerticalSolidActionList"/>
    <dgm:cxn modelId="{5E2007F9-30CF-46A3-A0D9-6F83E286FBE3}" type="presParOf" srcId="{BD16B590-507D-445D-B9CF-AD52659D73A0}" destId="{3BB7E4BC-7DCB-4AB5-A919-47D2A4BB54B5}" srcOrd="1" destOrd="0" presId="urn:microsoft.com/office/officeart/2016/7/layout/VerticalSolidActionList"/>
    <dgm:cxn modelId="{11344E24-44F8-4D1F-B3B7-86890A4E99A9}" type="presParOf" srcId="{3A94D536-695A-4EFF-AFEB-2085EF3A29CB}" destId="{0B6A6280-EE20-4B6A-9A70-DE4F39C7DBC3}" srcOrd="1" destOrd="0" presId="urn:microsoft.com/office/officeart/2016/7/layout/VerticalSolidActionList"/>
    <dgm:cxn modelId="{52A431F5-EF1C-4F29-89DB-FFC45D1B9817}" type="presParOf" srcId="{3A94D536-695A-4EFF-AFEB-2085EF3A29CB}" destId="{AB9CF184-21E5-45C2-A605-36BBECA90F3B}" srcOrd="2" destOrd="0" presId="urn:microsoft.com/office/officeart/2016/7/layout/VerticalSolidActionList"/>
    <dgm:cxn modelId="{B1FA3F58-7F76-463F-B135-13213042061A}" type="presParOf" srcId="{AB9CF184-21E5-45C2-A605-36BBECA90F3B}" destId="{0F235CF5-FA08-4DD7-980C-EE2F0C508BC3}" srcOrd="0" destOrd="0" presId="urn:microsoft.com/office/officeart/2016/7/layout/VerticalSolidActionList"/>
    <dgm:cxn modelId="{0188EDE0-630D-4E22-9562-A0EE7E025D6B}" type="presParOf" srcId="{AB9CF184-21E5-45C2-A605-36BBECA90F3B}" destId="{AA6856C0-979C-4932-94EA-D9C07AD7507D}" srcOrd="1" destOrd="0" presId="urn:microsoft.com/office/officeart/2016/7/layout/VerticalSolidActionList"/>
    <dgm:cxn modelId="{CA0E5F7F-4000-4415-AD95-07D16C43F1C0}" type="presParOf" srcId="{3A94D536-695A-4EFF-AFEB-2085EF3A29CB}" destId="{CEF95FE1-DB9E-43B3-98B6-66B29EA1694A}" srcOrd="3" destOrd="0" presId="urn:microsoft.com/office/officeart/2016/7/layout/VerticalSolidActionList"/>
    <dgm:cxn modelId="{207E812E-C785-4A2C-815D-322D8E353ED5}" type="presParOf" srcId="{3A94D536-695A-4EFF-AFEB-2085EF3A29CB}" destId="{76945F3F-1FCC-439C-B3AE-0CA7551C60D8}" srcOrd="4" destOrd="0" presId="urn:microsoft.com/office/officeart/2016/7/layout/VerticalSolidActionList"/>
    <dgm:cxn modelId="{00233A67-3B51-440E-916E-732459B8ADFD}" type="presParOf" srcId="{76945F3F-1FCC-439C-B3AE-0CA7551C60D8}" destId="{DF095012-C56C-45A8-9788-A0AC5B7FE470}" srcOrd="0" destOrd="0" presId="urn:microsoft.com/office/officeart/2016/7/layout/VerticalSolidActionList"/>
    <dgm:cxn modelId="{11A9778E-F586-41F9-852A-55B6A171E3C8}" type="presParOf" srcId="{76945F3F-1FCC-439C-B3AE-0CA7551C60D8}" destId="{D3A144E7-E1C5-423D-84AA-51D85222B2FC}" srcOrd="1" destOrd="0" presId="urn:microsoft.com/office/officeart/2016/7/layout/VerticalSolidActionList"/>
    <dgm:cxn modelId="{FB80F3E2-A0AA-44CE-831B-00B4C8BB8125}" type="presParOf" srcId="{3A94D536-695A-4EFF-AFEB-2085EF3A29CB}" destId="{74C178D3-2418-4BEC-9EE0-ADA9FB790958}" srcOrd="5" destOrd="0" presId="urn:microsoft.com/office/officeart/2016/7/layout/VerticalSolidActionList"/>
    <dgm:cxn modelId="{360D0CF2-425B-4A51-9911-C7EC0A39461F}" type="presParOf" srcId="{3A94D536-695A-4EFF-AFEB-2085EF3A29CB}" destId="{2B119D45-F6DB-4106-AEED-270A19914CE7}" srcOrd="6" destOrd="0" presId="urn:microsoft.com/office/officeart/2016/7/layout/VerticalSolidActionList"/>
    <dgm:cxn modelId="{DB26881E-9E87-42BE-BD21-A48F4AAB9ECC}" type="presParOf" srcId="{2B119D45-F6DB-4106-AEED-270A19914CE7}" destId="{27B60D49-4915-4355-ACE7-A8FEDCAB719B}" srcOrd="0" destOrd="0" presId="urn:microsoft.com/office/officeart/2016/7/layout/VerticalSolidActionList"/>
    <dgm:cxn modelId="{B102A248-9448-4A3C-B4FE-1E0C0EE4F6EA}" type="presParOf" srcId="{2B119D45-F6DB-4106-AEED-270A19914CE7}" destId="{B3ACCAA6-AC4B-466F-9E98-1E671FFE404A}" srcOrd="1" destOrd="0" presId="urn:microsoft.com/office/officeart/2016/7/layout/VerticalSolidAc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.xml><?xml version="1.0" encoding="utf-8"?>
<dgm:dataModel xmlns:dgm="http://schemas.openxmlformats.org/drawingml/2006/diagram" xmlns:a="http://schemas.openxmlformats.org/drawingml/2006/main">
  <dgm:ptLst>
    <dgm:pt modelId="{B11519FA-9C19-4AE0-8341-1F25AE08741D}" type="doc">
      <dgm:prSet loTypeId="urn:microsoft.com/office/officeart/2005/8/layout/vList5" loCatId="list" qsTypeId="urn:microsoft.com/office/officeart/2005/8/quickstyle/simple1" qsCatId="simple" csTypeId="urn:microsoft.com/office/officeart/2005/8/colors/colorful2" csCatId="colorful"/>
      <dgm:spPr/>
      <dgm:t>
        <a:bodyPr/>
        <a:lstStyle/>
        <a:p>
          <a:endParaRPr lang="en-US"/>
        </a:p>
      </dgm:t>
    </dgm:pt>
    <dgm:pt modelId="{7DBDAC55-0F42-4F10-8380-D0A910CA7FB7}">
      <dgm:prSet/>
      <dgm:spPr/>
      <dgm:t>
        <a:bodyPr/>
        <a:lstStyle/>
        <a:p>
          <a:r>
            <a:rPr lang="en-US"/>
            <a:t>The general form of a locking script </a:t>
          </a:r>
        </a:p>
      </dgm:t>
    </dgm:pt>
    <dgm:pt modelId="{30722184-6FEA-483C-B282-EBCA25921DEC}" type="parTrans" cxnId="{641E0509-65E9-4C9B-AEF8-3289CE9EE048}">
      <dgm:prSet/>
      <dgm:spPr/>
      <dgm:t>
        <a:bodyPr/>
        <a:lstStyle/>
        <a:p>
          <a:endParaRPr lang="en-US"/>
        </a:p>
      </dgm:t>
    </dgm:pt>
    <dgm:pt modelId="{12B6A0D6-C7C9-4F62-AD6B-5A103F248B77}" type="sibTrans" cxnId="{641E0509-65E9-4C9B-AEF8-3289CE9EE048}">
      <dgm:prSet/>
      <dgm:spPr/>
      <dgm:t>
        <a:bodyPr/>
        <a:lstStyle/>
        <a:p>
          <a:endParaRPr lang="en-US"/>
        </a:p>
      </dgm:t>
    </dgm:pt>
    <dgm:pt modelId="{5C818A91-9887-4D69-9A04-09545B2F6FA2}">
      <dgm:prSet/>
      <dgm:spPr/>
      <dgm:t>
        <a:bodyPr/>
        <a:lstStyle/>
        <a:p>
          <a:r>
            <a:rPr lang="en-US"/>
            <a:t>setting an M-of-N multisignature condition</a:t>
          </a:r>
        </a:p>
      </dgm:t>
    </dgm:pt>
    <dgm:pt modelId="{6C21882D-814A-4B3D-B4AA-BE316262AF50}" type="parTrans" cxnId="{1BCFE68A-4A27-4AB3-994E-3595B46E645C}">
      <dgm:prSet/>
      <dgm:spPr/>
      <dgm:t>
        <a:bodyPr/>
        <a:lstStyle/>
        <a:p>
          <a:endParaRPr lang="en-US"/>
        </a:p>
      </dgm:t>
    </dgm:pt>
    <dgm:pt modelId="{EE7F2846-58EF-412F-AF57-5FD6F546BF76}" type="sibTrans" cxnId="{1BCFE68A-4A27-4AB3-994E-3595B46E645C}">
      <dgm:prSet/>
      <dgm:spPr/>
      <dgm:t>
        <a:bodyPr/>
        <a:lstStyle/>
        <a:p>
          <a:endParaRPr lang="en-US"/>
        </a:p>
      </dgm:t>
    </dgm:pt>
    <dgm:pt modelId="{AA9F5878-C939-4693-8A5B-3DF98724DC40}">
      <dgm:prSet/>
      <dgm:spPr/>
      <dgm:t>
        <a:bodyPr/>
        <a:lstStyle/>
        <a:p>
          <a:r>
            <a:rPr lang="en-US" b="1"/>
            <a:t>M</a:t>
          </a:r>
          <a:r>
            <a:rPr lang="en-US"/>
            <a:t> &lt;Public Key 1&gt; &lt;Public Key 2&gt; ... &lt;Public Key N&gt; </a:t>
          </a:r>
          <a:r>
            <a:rPr lang="en-US" b="1"/>
            <a:t>N</a:t>
          </a:r>
          <a:r>
            <a:rPr lang="en-US"/>
            <a:t> CHECKMULTISIG</a:t>
          </a:r>
        </a:p>
      </dgm:t>
    </dgm:pt>
    <dgm:pt modelId="{863E0CEA-5A31-4A5D-B4C4-9A3B358308C3}" type="parTrans" cxnId="{95074220-1942-4294-B9E4-89A78993A1F3}">
      <dgm:prSet/>
      <dgm:spPr/>
      <dgm:t>
        <a:bodyPr/>
        <a:lstStyle/>
        <a:p>
          <a:endParaRPr lang="en-US"/>
        </a:p>
      </dgm:t>
    </dgm:pt>
    <dgm:pt modelId="{28D05C04-5D6B-46D9-8541-8D15176847DF}" type="sibTrans" cxnId="{95074220-1942-4294-B9E4-89A78993A1F3}">
      <dgm:prSet/>
      <dgm:spPr/>
      <dgm:t>
        <a:bodyPr/>
        <a:lstStyle/>
        <a:p>
          <a:endParaRPr lang="en-US"/>
        </a:p>
      </dgm:t>
    </dgm:pt>
    <dgm:pt modelId="{A9A45F41-EAC1-490F-BE3A-757397B48CDC}">
      <dgm:prSet/>
      <dgm:spPr/>
      <dgm:t>
        <a:bodyPr/>
        <a:lstStyle/>
        <a:p>
          <a:r>
            <a:rPr lang="en-US"/>
            <a:t>N </a:t>
          </a:r>
        </a:p>
      </dgm:t>
    </dgm:pt>
    <dgm:pt modelId="{CD9851E4-3F96-4D58-B078-7CFA1366B482}" type="parTrans" cxnId="{D540B387-54A5-422B-8178-B43A5AE38A10}">
      <dgm:prSet/>
      <dgm:spPr/>
      <dgm:t>
        <a:bodyPr/>
        <a:lstStyle/>
        <a:p>
          <a:endParaRPr lang="en-US"/>
        </a:p>
      </dgm:t>
    </dgm:pt>
    <dgm:pt modelId="{276A323C-B6DB-4641-AFC2-D78881C5DE06}" type="sibTrans" cxnId="{D540B387-54A5-422B-8178-B43A5AE38A10}">
      <dgm:prSet/>
      <dgm:spPr/>
      <dgm:t>
        <a:bodyPr/>
        <a:lstStyle/>
        <a:p>
          <a:endParaRPr lang="en-US"/>
        </a:p>
      </dgm:t>
    </dgm:pt>
    <dgm:pt modelId="{3F6A2B93-C5EC-470A-A7BA-89B1CCF175E0}">
      <dgm:prSet/>
      <dgm:spPr/>
      <dgm:t>
        <a:bodyPr/>
        <a:lstStyle/>
        <a:p>
          <a:r>
            <a:rPr lang="en-US"/>
            <a:t>is the total number of listed public keys and</a:t>
          </a:r>
        </a:p>
      </dgm:t>
    </dgm:pt>
    <dgm:pt modelId="{6A40CA81-43A4-448D-857B-ABDE84CF839A}" type="parTrans" cxnId="{BD0D1908-8CD5-4172-BEAF-EC2516AAF5AF}">
      <dgm:prSet/>
      <dgm:spPr/>
      <dgm:t>
        <a:bodyPr/>
        <a:lstStyle/>
        <a:p>
          <a:endParaRPr lang="en-US"/>
        </a:p>
      </dgm:t>
    </dgm:pt>
    <dgm:pt modelId="{EC3A2FE2-494A-44D2-9A8B-04979B99536A}" type="sibTrans" cxnId="{BD0D1908-8CD5-4172-BEAF-EC2516AAF5AF}">
      <dgm:prSet/>
      <dgm:spPr/>
      <dgm:t>
        <a:bodyPr/>
        <a:lstStyle/>
        <a:p>
          <a:endParaRPr lang="en-US"/>
        </a:p>
      </dgm:t>
    </dgm:pt>
    <dgm:pt modelId="{EE152EF6-94EF-4343-924E-2BA8C0225001}">
      <dgm:prSet/>
      <dgm:spPr/>
      <dgm:t>
        <a:bodyPr/>
        <a:lstStyle/>
        <a:p>
          <a:r>
            <a:rPr lang="en-US"/>
            <a:t>M</a:t>
          </a:r>
        </a:p>
      </dgm:t>
    </dgm:pt>
    <dgm:pt modelId="{ABE6C3BC-1054-486D-881C-C05CC8F9FFDD}" type="parTrans" cxnId="{DA4C1642-E2B4-4599-ADC6-A8EBD412CB6F}">
      <dgm:prSet/>
      <dgm:spPr/>
      <dgm:t>
        <a:bodyPr/>
        <a:lstStyle/>
        <a:p>
          <a:endParaRPr lang="en-US"/>
        </a:p>
      </dgm:t>
    </dgm:pt>
    <dgm:pt modelId="{2749749E-C4C4-4DBB-BA66-E0B8E0D87BC1}" type="sibTrans" cxnId="{DA4C1642-E2B4-4599-ADC6-A8EBD412CB6F}">
      <dgm:prSet/>
      <dgm:spPr/>
      <dgm:t>
        <a:bodyPr/>
        <a:lstStyle/>
        <a:p>
          <a:endParaRPr lang="en-US"/>
        </a:p>
      </dgm:t>
    </dgm:pt>
    <dgm:pt modelId="{DBD2DFC3-9272-4EFC-A9C9-35725630F699}">
      <dgm:prSet/>
      <dgm:spPr/>
      <dgm:t>
        <a:bodyPr/>
        <a:lstStyle/>
        <a:p>
          <a:r>
            <a:rPr lang="en-US"/>
            <a:t>is the threshold of required</a:t>
          </a:r>
          <a:r>
            <a:rPr lang="tr-TR"/>
            <a:t> </a:t>
          </a:r>
          <a:r>
            <a:rPr lang="en-US"/>
            <a:t>signatures to spend the output.</a:t>
          </a:r>
        </a:p>
      </dgm:t>
    </dgm:pt>
    <dgm:pt modelId="{54DBBFE6-B9C1-47DB-938B-93819190FAEE}" type="parTrans" cxnId="{A5091A4B-3B9B-40A7-ADF5-8CFEE1CBBD80}">
      <dgm:prSet/>
      <dgm:spPr/>
      <dgm:t>
        <a:bodyPr/>
        <a:lstStyle/>
        <a:p>
          <a:endParaRPr lang="en-US"/>
        </a:p>
      </dgm:t>
    </dgm:pt>
    <dgm:pt modelId="{ABB1716D-79B4-4094-A5F2-BD91D80F6A21}" type="sibTrans" cxnId="{A5091A4B-3B9B-40A7-ADF5-8CFEE1CBBD80}">
      <dgm:prSet/>
      <dgm:spPr/>
      <dgm:t>
        <a:bodyPr/>
        <a:lstStyle/>
        <a:p>
          <a:endParaRPr lang="en-US"/>
        </a:p>
      </dgm:t>
    </dgm:pt>
    <dgm:pt modelId="{D68AA5DF-D476-4108-A481-55276D61D5D3}">
      <dgm:prSet/>
      <dgm:spPr/>
      <dgm:t>
        <a:bodyPr/>
        <a:lstStyle/>
        <a:p>
          <a:r>
            <a:rPr lang="en-US"/>
            <a:t>A locking script setting </a:t>
          </a:r>
        </a:p>
      </dgm:t>
    </dgm:pt>
    <dgm:pt modelId="{DCB47991-1BA6-46E1-8330-0AE445EFDCE3}" type="parTrans" cxnId="{DD00EACF-A896-4DC1-9DB7-75770C849782}">
      <dgm:prSet/>
      <dgm:spPr/>
      <dgm:t>
        <a:bodyPr/>
        <a:lstStyle/>
        <a:p>
          <a:endParaRPr lang="en-US"/>
        </a:p>
      </dgm:t>
    </dgm:pt>
    <dgm:pt modelId="{159C2361-5BB5-4137-B084-935E22356669}" type="sibTrans" cxnId="{DD00EACF-A896-4DC1-9DB7-75770C849782}">
      <dgm:prSet/>
      <dgm:spPr/>
      <dgm:t>
        <a:bodyPr/>
        <a:lstStyle/>
        <a:p>
          <a:endParaRPr lang="en-US"/>
        </a:p>
      </dgm:t>
    </dgm:pt>
    <dgm:pt modelId="{11D8F833-D75D-4271-B8BF-E152F0F2C4E8}">
      <dgm:prSet/>
      <dgm:spPr/>
      <dgm:t>
        <a:bodyPr/>
        <a:lstStyle/>
        <a:p>
          <a:r>
            <a:rPr lang="en-US"/>
            <a:t>a 2-of-3 multisignature condition looks like</a:t>
          </a:r>
        </a:p>
      </dgm:t>
    </dgm:pt>
    <dgm:pt modelId="{457EAF25-6C87-41D6-85C2-63486A5B956F}" type="parTrans" cxnId="{0AF766C8-D917-45B3-9635-34E35E2AA139}">
      <dgm:prSet/>
      <dgm:spPr/>
      <dgm:t>
        <a:bodyPr/>
        <a:lstStyle/>
        <a:p>
          <a:endParaRPr lang="en-US"/>
        </a:p>
      </dgm:t>
    </dgm:pt>
    <dgm:pt modelId="{B28A4835-7EA1-468E-9F1A-F4EB2194F5B7}" type="sibTrans" cxnId="{0AF766C8-D917-45B3-9635-34E35E2AA139}">
      <dgm:prSet/>
      <dgm:spPr/>
      <dgm:t>
        <a:bodyPr/>
        <a:lstStyle/>
        <a:p>
          <a:endParaRPr lang="en-US"/>
        </a:p>
      </dgm:t>
    </dgm:pt>
    <dgm:pt modelId="{81CDAF8C-A5E7-4574-A806-46E9FBBF51C0}">
      <dgm:prSet/>
      <dgm:spPr/>
      <dgm:t>
        <a:bodyPr/>
        <a:lstStyle/>
        <a:p>
          <a:r>
            <a:rPr lang="en-US" b="1"/>
            <a:t>2</a:t>
          </a:r>
          <a:r>
            <a:rPr lang="en-US"/>
            <a:t> &lt;Public Key A&gt; &lt;Public Key B&gt; &lt;Public Key C&gt; </a:t>
          </a:r>
          <a:r>
            <a:rPr lang="en-US" b="1"/>
            <a:t>3</a:t>
          </a:r>
          <a:r>
            <a:rPr lang="en-US"/>
            <a:t> CHECKMULTISIG</a:t>
          </a:r>
        </a:p>
      </dgm:t>
    </dgm:pt>
    <dgm:pt modelId="{A0F42B1E-23F3-4A5E-A5C6-0F0140920F8A}" type="parTrans" cxnId="{27FA8025-D5E8-4117-B88C-4480D276C54C}">
      <dgm:prSet/>
      <dgm:spPr/>
      <dgm:t>
        <a:bodyPr/>
        <a:lstStyle/>
        <a:p>
          <a:endParaRPr lang="en-US"/>
        </a:p>
      </dgm:t>
    </dgm:pt>
    <dgm:pt modelId="{7EC0046C-BE09-4E4D-B955-3A18C863BE4A}" type="sibTrans" cxnId="{27FA8025-D5E8-4117-B88C-4480D276C54C}">
      <dgm:prSet/>
      <dgm:spPr/>
      <dgm:t>
        <a:bodyPr/>
        <a:lstStyle/>
        <a:p>
          <a:endParaRPr lang="en-US"/>
        </a:p>
      </dgm:t>
    </dgm:pt>
    <dgm:pt modelId="{EF83CD5C-663E-4ABF-B852-6E5DCF61CACB}" type="pres">
      <dgm:prSet presAssocID="{B11519FA-9C19-4AE0-8341-1F25AE08741D}" presName="Name0" presStyleCnt="0">
        <dgm:presLayoutVars>
          <dgm:dir/>
          <dgm:animLvl val="lvl"/>
          <dgm:resizeHandles val="exact"/>
        </dgm:presLayoutVars>
      </dgm:prSet>
      <dgm:spPr/>
    </dgm:pt>
    <dgm:pt modelId="{238DE38E-5DC4-4C8F-9FF1-6716F885FA3F}" type="pres">
      <dgm:prSet presAssocID="{7DBDAC55-0F42-4F10-8380-D0A910CA7FB7}" presName="linNode" presStyleCnt="0"/>
      <dgm:spPr/>
    </dgm:pt>
    <dgm:pt modelId="{2A545B67-72D8-40E5-B318-AD61AE587EB2}" type="pres">
      <dgm:prSet presAssocID="{7DBDAC55-0F42-4F10-8380-D0A910CA7FB7}" presName="parentText" presStyleLbl="node1" presStyleIdx="0" presStyleCnt="4">
        <dgm:presLayoutVars>
          <dgm:chMax val="1"/>
          <dgm:bulletEnabled val="1"/>
        </dgm:presLayoutVars>
      </dgm:prSet>
      <dgm:spPr/>
    </dgm:pt>
    <dgm:pt modelId="{452BA693-9BF7-4F57-B0B5-3385714F2AA9}" type="pres">
      <dgm:prSet presAssocID="{7DBDAC55-0F42-4F10-8380-D0A910CA7FB7}" presName="descendantText" presStyleLbl="alignAccFollowNode1" presStyleIdx="0" presStyleCnt="4">
        <dgm:presLayoutVars>
          <dgm:bulletEnabled val="1"/>
        </dgm:presLayoutVars>
      </dgm:prSet>
      <dgm:spPr/>
    </dgm:pt>
    <dgm:pt modelId="{3F08574F-DD17-4F0C-990A-29CDA7DDEE57}" type="pres">
      <dgm:prSet presAssocID="{12B6A0D6-C7C9-4F62-AD6B-5A103F248B77}" presName="sp" presStyleCnt="0"/>
      <dgm:spPr/>
    </dgm:pt>
    <dgm:pt modelId="{544D3C19-B2FE-4AE7-9ACE-14AFBC7A187F}" type="pres">
      <dgm:prSet presAssocID="{A9A45F41-EAC1-490F-BE3A-757397B48CDC}" presName="linNode" presStyleCnt="0"/>
      <dgm:spPr/>
    </dgm:pt>
    <dgm:pt modelId="{7CA5CB13-C476-4CBE-AF8D-069C609ADAB1}" type="pres">
      <dgm:prSet presAssocID="{A9A45F41-EAC1-490F-BE3A-757397B48CDC}" presName="parentText" presStyleLbl="node1" presStyleIdx="1" presStyleCnt="4">
        <dgm:presLayoutVars>
          <dgm:chMax val="1"/>
          <dgm:bulletEnabled val="1"/>
        </dgm:presLayoutVars>
      </dgm:prSet>
      <dgm:spPr/>
    </dgm:pt>
    <dgm:pt modelId="{2501176A-28D6-45BC-A1C1-9B3907B07E89}" type="pres">
      <dgm:prSet presAssocID="{A9A45F41-EAC1-490F-BE3A-757397B48CDC}" presName="descendantText" presStyleLbl="alignAccFollowNode1" presStyleIdx="1" presStyleCnt="4">
        <dgm:presLayoutVars>
          <dgm:bulletEnabled val="1"/>
        </dgm:presLayoutVars>
      </dgm:prSet>
      <dgm:spPr/>
    </dgm:pt>
    <dgm:pt modelId="{D5941963-9B4A-40C8-9036-1DA27AE9872D}" type="pres">
      <dgm:prSet presAssocID="{276A323C-B6DB-4641-AFC2-D78881C5DE06}" presName="sp" presStyleCnt="0"/>
      <dgm:spPr/>
    </dgm:pt>
    <dgm:pt modelId="{3D9C48F7-3CE0-44C8-B5E5-741781C93711}" type="pres">
      <dgm:prSet presAssocID="{EE152EF6-94EF-4343-924E-2BA8C0225001}" presName="linNode" presStyleCnt="0"/>
      <dgm:spPr/>
    </dgm:pt>
    <dgm:pt modelId="{0B94E0E0-83CA-4E15-ADA3-725126ADD5BC}" type="pres">
      <dgm:prSet presAssocID="{EE152EF6-94EF-4343-924E-2BA8C0225001}" presName="parentText" presStyleLbl="node1" presStyleIdx="2" presStyleCnt="4">
        <dgm:presLayoutVars>
          <dgm:chMax val="1"/>
          <dgm:bulletEnabled val="1"/>
        </dgm:presLayoutVars>
      </dgm:prSet>
      <dgm:spPr/>
    </dgm:pt>
    <dgm:pt modelId="{9B444954-18E9-4251-B124-FF612E9EC7F5}" type="pres">
      <dgm:prSet presAssocID="{EE152EF6-94EF-4343-924E-2BA8C0225001}" presName="descendantText" presStyleLbl="alignAccFollowNode1" presStyleIdx="2" presStyleCnt="4">
        <dgm:presLayoutVars>
          <dgm:bulletEnabled val="1"/>
        </dgm:presLayoutVars>
      </dgm:prSet>
      <dgm:spPr/>
    </dgm:pt>
    <dgm:pt modelId="{03258533-2717-4977-A2C5-F708A53DD84D}" type="pres">
      <dgm:prSet presAssocID="{2749749E-C4C4-4DBB-BA66-E0B8E0D87BC1}" presName="sp" presStyleCnt="0"/>
      <dgm:spPr/>
    </dgm:pt>
    <dgm:pt modelId="{235CC880-7DEE-42A9-8C76-D693F5ED1945}" type="pres">
      <dgm:prSet presAssocID="{D68AA5DF-D476-4108-A481-55276D61D5D3}" presName="linNode" presStyleCnt="0"/>
      <dgm:spPr/>
    </dgm:pt>
    <dgm:pt modelId="{3A0DF962-C105-4A48-A92B-FF3418BF752F}" type="pres">
      <dgm:prSet presAssocID="{D68AA5DF-D476-4108-A481-55276D61D5D3}" presName="parentText" presStyleLbl="node1" presStyleIdx="3" presStyleCnt="4">
        <dgm:presLayoutVars>
          <dgm:chMax val="1"/>
          <dgm:bulletEnabled val="1"/>
        </dgm:presLayoutVars>
      </dgm:prSet>
      <dgm:spPr/>
    </dgm:pt>
    <dgm:pt modelId="{6FBF351C-C188-4605-B88C-231F1EA75E6A}" type="pres">
      <dgm:prSet presAssocID="{D68AA5DF-D476-4108-A481-55276D61D5D3}" presName="descendantText" presStyleLbl="alignAccFollowNode1" presStyleIdx="3" presStyleCnt="4">
        <dgm:presLayoutVars>
          <dgm:bulletEnabled val="1"/>
        </dgm:presLayoutVars>
      </dgm:prSet>
      <dgm:spPr/>
    </dgm:pt>
  </dgm:ptLst>
  <dgm:cxnLst>
    <dgm:cxn modelId="{FFCB3205-712F-4EC4-A69C-263797BDD098}" type="presOf" srcId="{D68AA5DF-D476-4108-A481-55276D61D5D3}" destId="{3A0DF962-C105-4A48-A92B-FF3418BF752F}" srcOrd="0" destOrd="0" presId="urn:microsoft.com/office/officeart/2005/8/layout/vList5"/>
    <dgm:cxn modelId="{BD0D1908-8CD5-4172-BEAF-EC2516AAF5AF}" srcId="{A9A45F41-EAC1-490F-BE3A-757397B48CDC}" destId="{3F6A2B93-C5EC-470A-A7BA-89B1CCF175E0}" srcOrd="0" destOrd="0" parTransId="{6A40CA81-43A4-448D-857B-ABDE84CF839A}" sibTransId="{EC3A2FE2-494A-44D2-9A8B-04979B99536A}"/>
    <dgm:cxn modelId="{8598D808-F49D-4035-9614-595782F13708}" type="presOf" srcId="{81CDAF8C-A5E7-4574-A806-46E9FBBF51C0}" destId="{6FBF351C-C188-4605-B88C-231F1EA75E6A}" srcOrd="0" destOrd="1" presId="urn:microsoft.com/office/officeart/2005/8/layout/vList5"/>
    <dgm:cxn modelId="{641E0509-65E9-4C9B-AEF8-3289CE9EE048}" srcId="{B11519FA-9C19-4AE0-8341-1F25AE08741D}" destId="{7DBDAC55-0F42-4F10-8380-D0A910CA7FB7}" srcOrd="0" destOrd="0" parTransId="{30722184-6FEA-483C-B282-EBCA25921DEC}" sibTransId="{12B6A0D6-C7C9-4F62-AD6B-5A103F248B77}"/>
    <dgm:cxn modelId="{29A9321D-0A0D-457C-9272-0CBA67CD3CC6}" type="presOf" srcId="{EE152EF6-94EF-4343-924E-2BA8C0225001}" destId="{0B94E0E0-83CA-4E15-ADA3-725126ADD5BC}" srcOrd="0" destOrd="0" presId="urn:microsoft.com/office/officeart/2005/8/layout/vList5"/>
    <dgm:cxn modelId="{0A55D21D-5437-44C8-98EF-B990A0E64E15}" type="presOf" srcId="{DBD2DFC3-9272-4EFC-A9C9-35725630F699}" destId="{9B444954-18E9-4251-B124-FF612E9EC7F5}" srcOrd="0" destOrd="0" presId="urn:microsoft.com/office/officeart/2005/8/layout/vList5"/>
    <dgm:cxn modelId="{95074220-1942-4294-B9E4-89A78993A1F3}" srcId="{7DBDAC55-0F42-4F10-8380-D0A910CA7FB7}" destId="{AA9F5878-C939-4693-8A5B-3DF98724DC40}" srcOrd="1" destOrd="0" parTransId="{863E0CEA-5A31-4A5D-B4C4-9A3B358308C3}" sibTransId="{28D05C04-5D6B-46D9-8541-8D15176847DF}"/>
    <dgm:cxn modelId="{27FA8025-D5E8-4117-B88C-4480D276C54C}" srcId="{D68AA5DF-D476-4108-A481-55276D61D5D3}" destId="{81CDAF8C-A5E7-4574-A806-46E9FBBF51C0}" srcOrd="1" destOrd="0" parTransId="{A0F42B1E-23F3-4A5E-A5C6-0F0140920F8A}" sibTransId="{7EC0046C-BE09-4E4D-B955-3A18C863BE4A}"/>
    <dgm:cxn modelId="{DA4C1642-E2B4-4599-ADC6-A8EBD412CB6F}" srcId="{B11519FA-9C19-4AE0-8341-1F25AE08741D}" destId="{EE152EF6-94EF-4343-924E-2BA8C0225001}" srcOrd="2" destOrd="0" parTransId="{ABE6C3BC-1054-486D-881C-C05CC8F9FFDD}" sibTransId="{2749749E-C4C4-4DBB-BA66-E0B8E0D87BC1}"/>
    <dgm:cxn modelId="{A5091A4B-3B9B-40A7-ADF5-8CFEE1CBBD80}" srcId="{EE152EF6-94EF-4343-924E-2BA8C0225001}" destId="{DBD2DFC3-9272-4EFC-A9C9-35725630F699}" srcOrd="0" destOrd="0" parTransId="{54DBBFE6-B9C1-47DB-938B-93819190FAEE}" sibTransId="{ABB1716D-79B4-4094-A5F2-BD91D80F6A21}"/>
    <dgm:cxn modelId="{7BDF1B6F-42EB-42E1-AEE0-346A4F490BA2}" type="presOf" srcId="{A9A45F41-EAC1-490F-BE3A-757397B48CDC}" destId="{7CA5CB13-C476-4CBE-AF8D-069C609ADAB1}" srcOrd="0" destOrd="0" presId="urn:microsoft.com/office/officeart/2005/8/layout/vList5"/>
    <dgm:cxn modelId="{684D0F55-08AD-4921-8CA8-93AFAF4A8DD2}" type="presOf" srcId="{7DBDAC55-0F42-4F10-8380-D0A910CA7FB7}" destId="{2A545B67-72D8-40E5-B318-AD61AE587EB2}" srcOrd="0" destOrd="0" presId="urn:microsoft.com/office/officeart/2005/8/layout/vList5"/>
    <dgm:cxn modelId="{506F067B-B96C-48DD-A20D-570A7EA3CC4B}" type="presOf" srcId="{3F6A2B93-C5EC-470A-A7BA-89B1CCF175E0}" destId="{2501176A-28D6-45BC-A1C1-9B3907B07E89}" srcOrd="0" destOrd="0" presId="urn:microsoft.com/office/officeart/2005/8/layout/vList5"/>
    <dgm:cxn modelId="{D540B387-54A5-422B-8178-B43A5AE38A10}" srcId="{B11519FA-9C19-4AE0-8341-1F25AE08741D}" destId="{A9A45F41-EAC1-490F-BE3A-757397B48CDC}" srcOrd="1" destOrd="0" parTransId="{CD9851E4-3F96-4D58-B078-7CFA1366B482}" sibTransId="{276A323C-B6DB-4641-AFC2-D78881C5DE06}"/>
    <dgm:cxn modelId="{1BCFE68A-4A27-4AB3-994E-3595B46E645C}" srcId="{7DBDAC55-0F42-4F10-8380-D0A910CA7FB7}" destId="{5C818A91-9887-4D69-9A04-09545B2F6FA2}" srcOrd="0" destOrd="0" parTransId="{6C21882D-814A-4B3D-B4AA-BE316262AF50}" sibTransId="{EE7F2846-58EF-412F-AF57-5FD6F546BF76}"/>
    <dgm:cxn modelId="{6179AD8E-C7C6-4973-96FB-C4DBC820E3F1}" type="presOf" srcId="{B11519FA-9C19-4AE0-8341-1F25AE08741D}" destId="{EF83CD5C-663E-4ABF-B852-6E5DCF61CACB}" srcOrd="0" destOrd="0" presId="urn:microsoft.com/office/officeart/2005/8/layout/vList5"/>
    <dgm:cxn modelId="{71936793-E2D0-4650-A232-309CA99F7742}" type="presOf" srcId="{11D8F833-D75D-4271-B8BF-E152F0F2C4E8}" destId="{6FBF351C-C188-4605-B88C-231F1EA75E6A}" srcOrd="0" destOrd="0" presId="urn:microsoft.com/office/officeart/2005/8/layout/vList5"/>
    <dgm:cxn modelId="{F0021ABC-ED81-412E-9352-5435153238AE}" type="presOf" srcId="{AA9F5878-C939-4693-8A5B-3DF98724DC40}" destId="{452BA693-9BF7-4F57-B0B5-3385714F2AA9}" srcOrd="0" destOrd="1" presId="urn:microsoft.com/office/officeart/2005/8/layout/vList5"/>
    <dgm:cxn modelId="{0AF766C8-D917-45B3-9635-34E35E2AA139}" srcId="{D68AA5DF-D476-4108-A481-55276D61D5D3}" destId="{11D8F833-D75D-4271-B8BF-E152F0F2C4E8}" srcOrd="0" destOrd="0" parTransId="{457EAF25-6C87-41D6-85C2-63486A5B956F}" sibTransId="{B28A4835-7EA1-468E-9F1A-F4EB2194F5B7}"/>
    <dgm:cxn modelId="{DD00EACF-A896-4DC1-9DB7-75770C849782}" srcId="{B11519FA-9C19-4AE0-8341-1F25AE08741D}" destId="{D68AA5DF-D476-4108-A481-55276D61D5D3}" srcOrd="3" destOrd="0" parTransId="{DCB47991-1BA6-46E1-8330-0AE445EFDCE3}" sibTransId="{159C2361-5BB5-4137-B084-935E22356669}"/>
    <dgm:cxn modelId="{81B854EB-92F3-4D35-951D-7147FDEE1448}" type="presOf" srcId="{5C818A91-9887-4D69-9A04-09545B2F6FA2}" destId="{452BA693-9BF7-4F57-B0B5-3385714F2AA9}" srcOrd="0" destOrd="0" presId="urn:microsoft.com/office/officeart/2005/8/layout/vList5"/>
    <dgm:cxn modelId="{3FDC7DDB-39A4-4C2E-BBCD-E5E86AD9E5CA}" type="presParOf" srcId="{EF83CD5C-663E-4ABF-B852-6E5DCF61CACB}" destId="{238DE38E-5DC4-4C8F-9FF1-6716F885FA3F}" srcOrd="0" destOrd="0" presId="urn:microsoft.com/office/officeart/2005/8/layout/vList5"/>
    <dgm:cxn modelId="{C8E591C6-EBAE-41B9-9BC8-5EDDE25F8DAF}" type="presParOf" srcId="{238DE38E-5DC4-4C8F-9FF1-6716F885FA3F}" destId="{2A545B67-72D8-40E5-B318-AD61AE587EB2}" srcOrd="0" destOrd="0" presId="urn:microsoft.com/office/officeart/2005/8/layout/vList5"/>
    <dgm:cxn modelId="{330FB773-A480-472C-8290-B662C934850A}" type="presParOf" srcId="{238DE38E-5DC4-4C8F-9FF1-6716F885FA3F}" destId="{452BA693-9BF7-4F57-B0B5-3385714F2AA9}" srcOrd="1" destOrd="0" presId="urn:microsoft.com/office/officeart/2005/8/layout/vList5"/>
    <dgm:cxn modelId="{4573B01A-5806-404F-BBB8-A17B2D0019AA}" type="presParOf" srcId="{EF83CD5C-663E-4ABF-B852-6E5DCF61CACB}" destId="{3F08574F-DD17-4F0C-990A-29CDA7DDEE57}" srcOrd="1" destOrd="0" presId="urn:microsoft.com/office/officeart/2005/8/layout/vList5"/>
    <dgm:cxn modelId="{3F1CF08F-63FA-4E89-BEB8-6E9F86781D48}" type="presParOf" srcId="{EF83CD5C-663E-4ABF-B852-6E5DCF61CACB}" destId="{544D3C19-B2FE-4AE7-9ACE-14AFBC7A187F}" srcOrd="2" destOrd="0" presId="urn:microsoft.com/office/officeart/2005/8/layout/vList5"/>
    <dgm:cxn modelId="{76CF637F-8CFB-41C7-A26A-D45FDCDB7808}" type="presParOf" srcId="{544D3C19-B2FE-4AE7-9ACE-14AFBC7A187F}" destId="{7CA5CB13-C476-4CBE-AF8D-069C609ADAB1}" srcOrd="0" destOrd="0" presId="urn:microsoft.com/office/officeart/2005/8/layout/vList5"/>
    <dgm:cxn modelId="{EF227AAB-A335-4C92-8595-16D55B2BC7DF}" type="presParOf" srcId="{544D3C19-B2FE-4AE7-9ACE-14AFBC7A187F}" destId="{2501176A-28D6-45BC-A1C1-9B3907B07E89}" srcOrd="1" destOrd="0" presId="urn:microsoft.com/office/officeart/2005/8/layout/vList5"/>
    <dgm:cxn modelId="{40E5A5DE-2478-4B84-939D-33A322828495}" type="presParOf" srcId="{EF83CD5C-663E-4ABF-B852-6E5DCF61CACB}" destId="{D5941963-9B4A-40C8-9036-1DA27AE9872D}" srcOrd="3" destOrd="0" presId="urn:microsoft.com/office/officeart/2005/8/layout/vList5"/>
    <dgm:cxn modelId="{DEAFF0A8-FB1A-4AB8-8E59-742BB51FC43A}" type="presParOf" srcId="{EF83CD5C-663E-4ABF-B852-6E5DCF61CACB}" destId="{3D9C48F7-3CE0-44C8-B5E5-741781C93711}" srcOrd="4" destOrd="0" presId="urn:microsoft.com/office/officeart/2005/8/layout/vList5"/>
    <dgm:cxn modelId="{1DE0B17E-A28A-42C9-A3EB-FF7854398D80}" type="presParOf" srcId="{3D9C48F7-3CE0-44C8-B5E5-741781C93711}" destId="{0B94E0E0-83CA-4E15-ADA3-725126ADD5BC}" srcOrd="0" destOrd="0" presId="urn:microsoft.com/office/officeart/2005/8/layout/vList5"/>
    <dgm:cxn modelId="{6999D718-F756-49CA-927E-146D89C95670}" type="presParOf" srcId="{3D9C48F7-3CE0-44C8-B5E5-741781C93711}" destId="{9B444954-18E9-4251-B124-FF612E9EC7F5}" srcOrd="1" destOrd="0" presId="urn:microsoft.com/office/officeart/2005/8/layout/vList5"/>
    <dgm:cxn modelId="{CB786C11-8634-4967-B634-9C7A761B44C9}" type="presParOf" srcId="{EF83CD5C-663E-4ABF-B852-6E5DCF61CACB}" destId="{03258533-2717-4977-A2C5-F708A53DD84D}" srcOrd="5" destOrd="0" presId="urn:microsoft.com/office/officeart/2005/8/layout/vList5"/>
    <dgm:cxn modelId="{E8D41959-B3D9-4C64-84EA-6570C859813B}" type="presParOf" srcId="{EF83CD5C-663E-4ABF-B852-6E5DCF61CACB}" destId="{235CC880-7DEE-42A9-8C76-D693F5ED1945}" srcOrd="6" destOrd="0" presId="urn:microsoft.com/office/officeart/2005/8/layout/vList5"/>
    <dgm:cxn modelId="{19948566-13F9-4793-9E02-6310F89CD40A}" type="presParOf" srcId="{235CC880-7DEE-42A9-8C76-D693F5ED1945}" destId="{3A0DF962-C105-4A48-A92B-FF3418BF752F}" srcOrd="0" destOrd="0" presId="urn:microsoft.com/office/officeart/2005/8/layout/vList5"/>
    <dgm:cxn modelId="{E5A8BFC1-9DD4-4B57-A25E-BC6A2AF09B3D}" type="presParOf" srcId="{235CC880-7DEE-42A9-8C76-D693F5ED1945}" destId="{6FBF351C-C188-4605-B88C-231F1EA75E6A}" srcOrd="1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.xml><?xml version="1.0" encoding="utf-8"?>
<dgm:dataModel xmlns:dgm="http://schemas.openxmlformats.org/drawingml/2006/diagram" xmlns:a="http://schemas.openxmlformats.org/drawingml/2006/main">
  <dgm:ptLst>
    <dgm:pt modelId="{3613A10D-2DA3-425B-92DD-6EDF0A099306}" type="doc">
      <dgm:prSet loTypeId="urn:microsoft.com/office/officeart/2018/2/layout/IconLabelDescriptionList" loCatId="icon" qsTypeId="urn:microsoft.com/office/officeart/2005/8/quickstyle/simple5" qsCatId="simple" csTypeId="urn:microsoft.com/office/officeart/2005/8/colors/accent3_1" csCatId="accent3" phldr="1"/>
      <dgm:spPr/>
      <dgm:t>
        <a:bodyPr/>
        <a:lstStyle/>
        <a:p>
          <a:endParaRPr lang="en-US"/>
        </a:p>
      </dgm:t>
    </dgm:pt>
    <dgm:pt modelId="{AFC47E53-97F1-48CD-938F-2B9B75801C7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To satisfy a </a:t>
          </a:r>
          <a:r>
            <a:rPr lang="en-US"/>
            <a:t>locking script</a:t>
          </a:r>
        </a:p>
      </dgm:t>
    </dgm:pt>
    <dgm:pt modelId="{750AB166-54AE-4763-85F5-C1767039DCB7}" type="parTrans" cxnId="{BBD8B7F9-A320-48BA-977F-0A1143540A18}">
      <dgm:prSet/>
      <dgm:spPr/>
      <dgm:t>
        <a:bodyPr/>
        <a:lstStyle/>
        <a:p>
          <a:endParaRPr lang="en-US"/>
        </a:p>
      </dgm:t>
    </dgm:pt>
    <dgm:pt modelId="{7F9DFD1D-D4E8-4CB2-BCC7-136B92E90001}" type="sibTrans" cxnId="{BBD8B7F9-A320-48BA-977F-0A1143540A18}">
      <dgm:prSet/>
      <dgm:spPr/>
      <dgm:t>
        <a:bodyPr/>
        <a:lstStyle/>
        <a:p>
          <a:endParaRPr lang="en-US"/>
        </a:p>
      </dgm:t>
    </dgm:pt>
    <dgm:pt modelId="{9E9BDFAA-DF72-4A4E-BC4A-8F4C9160EEB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 unlocking script </a:t>
          </a:r>
          <a:r>
            <a:rPr lang="tr-TR"/>
            <a:t>required</a:t>
          </a:r>
          <a:endParaRPr lang="en-US"/>
        </a:p>
      </dgm:t>
    </dgm:pt>
    <dgm:pt modelId="{F13981CC-375E-4E93-B9F0-FA776D2D9260}" type="parTrans" cxnId="{BC739008-D614-450A-B903-1B4C0C0EF714}">
      <dgm:prSet/>
      <dgm:spPr/>
      <dgm:t>
        <a:bodyPr/>
        <a:lstStyle/>
        <a:p>
          <a:endParaRPr lang="en-US"/>
        </a:p>
      </dgm:t>
    </dgm:pt>
    <dgm:pt modelId="{D604021C-E264-41F5-8AB3-2CD9A8C0010C}" type="sibTrans" cxnId="{BC739008-D614-450A-B903-1B4C0C0EF714}">
      <dgm:prSet/>
      <dgm:spPr/>
      <dgm:t>
        <a:bodyPr/>
        <a:lstStyle/>
        <a:p>
          <a:endParaRPr lang="en-US"/>
        </a:p>
      </dgm:t>
    </dgm:pt>
    <dgm:pt modelId="{84A97552-4A2E-48FA-9228-E5C9EDCA1DE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containing</a:t>
          </a:r>
          <a:r>
            <a:rPr lang="tr-TR"/>
            <a:t> </a:t>
          </a:r>
          <a:endParaRPr lang="en-US"/>
        </a:p>
      </dgm:t>
    </dgm:pt>
    <dgm:pt modelId="{B679E54E-6A8A-44C6-8A59-56A46EEB9DEC}" type="parTrans" cxnId="{A3772FC3-1FAB-4F7A-A34A-D91554A312B1}">
      <dgm:prSet/>
      <dgm:spPr/>
      <dgm:t>
        <a:bodyPr/>
        <a:lstStyle/>
        <a:p>
          <a:endParaRPr lang="en-US"/>
        </a:p>
      </dgm:t>
    </dgm:pt>
    <dgm:pt modelId="{BEBFDD09-48D7-4A89-9B19-0E5C87FC3DF4}" type="sibTrans" cxnId="{A3772FC3-1FAB-4F7A-A34A-D91554A312B1}">
      <dgm:prSet/>
      <dgm:spPr/>
      <dgm:t>
        <a:bodyPr/>
        <a:lstStyle/>
        <a:p>
          <a:endParaRPr lang="en-US"/>
        </a:p>
      </dgm:t>
    </dgm:pt>
    <dgm:pt modelId="{9E14BDA4-C695-43C1-BA70-17815DB8CFF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pairs of signatures and public keys</a:t>
          </a:r>
        </a:p>
      </dgm:t>
    </dgm:pt>
    <dgm:pt modelId="{F52A3EF2-BF72-4379-9A63-5F336FC00392}" type="parTrans" cxnId="{DFFC4826-1E2C-47D5-825A-1F2C43B21872}">
      <dgm:prSet/>
      <dgm:spPr/>
      <dgm:t>
        <a:bodyPr/>
        <a:lstStyle/>
        <a:p>
          <a:endParaRPr lang="en-US"/>
        </a:p>
      </dgm:t>
    </dgm:pt>
    <dgm:pt modelId="{2F698D80-4125-4E99-872C-09BC15FCCB1C}" type="sibTrans" cxnId="{DFFC4826-1E2C-47D5-825A-1F2C43B21872}">
      <dgm:prSet/>
      <dgm:spPr/>
      <dgm:t>
        <a:bodyPr/>
        <a:lstStyle/>
        <a:p>
          <a:endParaRPr lang="en-US"/>
        </a:p>
      </dgm:t>
    </dgm:pt>
    <dgm:pt modelId="{3C77CDBF-7D28-4CE6-AAA4-1838D54736F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&lt;Signature B&gt; &lt;Signature C&gt;</a:t>
          </a:r>
          <a:endParaRPr lang="en-US"/>
        </a:p>
      </dgm:t>
    </dgm:pt>
    <dgm:pt modelId="{082FA6ED-A067-4148-B8DD-C2B63A45FA82}" type="parTrans" cxnId="{F007B8E0-0FFF-46CE-992C-E01B8E819EDA}">
      <dgm:prSet/>
      <dgm:spPr/>
      <dgm:t>
        <a:bodyPr/>
        <a:lstStyle/>
        <a:p>
          <a:endParaRPr lang="en-US"/>
        </a:p>
      </dgm:t>
    </dgm:pt>
    <dgm:pt modelId="{F94E7BFB-2650-4DBB-B12B-E89B989E3E9A}" type="sibTrans" cxnId="{F007B8E0-0FFF-46CE-992C-E01B8E819EDA}">
      <dgm:prSet/>
      <dgm:spPr/>
      <dgm:t>
        <a:bodyPr/>
        <a:lstStyle/>
        <a:p>
          <a:endParaRPr lang="en-US"/>
        </a:p>
      </dgm:t>
    </dgm:pt>
    <dgm:pt modelId="{6EA55177-9815-41CC-AD21-C10818A6858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Form of validation script</a:t>
          </a:r>
          <a:endParaRPr lang="en-US"/>
        </a:p>
      </dgm:t>
    </dgm:pt>
    <dgm:pt modelId="{BAE45442-687F-40B3-AB8C-4AACA9E00C84}" type="parTrans" cxnId="{398E3A2B-1BB2-479E-AA79-073D87184620}">
      <dgm:prSet/>
      <dgm:spPr/>
      <dgm:t>
        <a:bodyPr/>
        <a:lstStyle/>
        <a:p>
          <a:endParaRPr lang="en-US"/>
        </a:p>
      </dgm:t>
    </dgm:pt>
    <dgm:pt modelId="{C0FFC2D0-81B8-4109-8FFC-B7D74D71588E}" type="sibTrans" cxnId="{398E3A2B-1BB2-479E-AA79-073D87184620}">
      <dgm:prSet/>
      <dgm:spPr/>
      <dgm:t>
        <a:bodyPr/>
        <a:lstStyle/>
        <a:p>
          <a:endParaRPr lang="en-US"/>
        </a:p>
      </dgm:t>
    </dgm:pt>
    <dgm:pt modelId="{19B74C04-7763-4179-8A15-6F08388E29D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two scripts together would form </a:t>
          </a:r>
        </a:p>
      </dgm:t>
    </dgm:pt>
    <dgm:pt modelId="{84B93CE6-11E6-40C7-83E9-A383C575F52E}" type="parTrans" cxnId="{F212B102-6041-407F-B354-200A0BF57045}">
      <dgm:prSet/>
      <dgm:spPr/>
      <dgm:t>
        <a:bodyPr/>
        <a:lstStyle/>
        <a:p>
          <a:endParaRPr lang="en-US"/>
        </a:p>
      </dgm:t>
    </dgm:pt>
    <dgm:pt modelId="{1A7FE46D-EC71-4E73-B38B-D887C1E5C277}" type="sibTrans" cxnId="{F212B102-6041-407F-B354-200A0BF57045}">
      <dgm:prSet/>
      <dgm:spPr/>
      <dgm:t>
        <a:bodyPr/>
        <a:lstStyle/>
        <a:p>
          <a:endParaRPr lang="en-US"/>
        </a:p>
      </dgm:t>
    </dgm:pt>
    <dgm:pt modelId="{7AFDB940-C776-41C7-B5CC-59984933DD7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combined validation script:</a:t>
          </a:r>
        </a:p>
      </dgm:t>
    </dgm:pt>
    <dgm:pt modelId="{563E09A6-ADBB-4300-8AAC-B30B15F77A4A}" type="parTrans" cxnId="{B3E9B0B8-69A7-423A-8C0D-E0828017728A}">
      <dgm:prSet/>
      <dgm:spPr/>
      <dgm:t>
        <a:bodyPr/>
        <a:lstStyle/>
        <a:p>
          <a:endParaRPr lang="en-US"/>
        </a:p>
      </dgm:t>
    </dgm:pt>
    <dgm:pt modelId="{4D40DF1A-A05F-4936-82AE-DE58CC804502}" type="sibTrans" cxnId="{B3E9B0B8-69A7-423A-8C0D-E0828017728A}">
      <dgm:prSet/>
      <dgm:spPr/>
      <dgm:t>
        <a:bodyPr/>
        <a:lstStyle/>
        <a:p>
          <a:endParaRPr lang="en-US"/>
        </a:p>
      </dgm:t>
    </dgm:pt>
    <dgm:pt modelId="{FC7077D5-4203-4755-ADC0-BC55615CB285}" type="pres">
      <dgm:prSet presAssocID="{3613A10D-2DA3-425B-92DD-6EDF0A099306}" presName="root" presStyleCnt="0">
        <dgm:presLayoutVars>
          <dgm:dir/>
          <dgm:resizeHandles val="exact"/>
        </dgm:presLayoutVars>
      </dgm:prSet>
      <dgm:spPr/>
    </dgm:pt>
    <dgm:pt modelId="{A856EF7A-0A7B-4AA6-8651-A1A92399E572}" type="pres">
      <dgm:prSet presAssocID="{AFC47E53-97F1-48CD-938F-2B9B75801C76}" presName="compNode" presStyleCnt="0"/>
      <dgm:spPr/>
    </dgm:pt>
    <dgm:pt modelId="{B3D93EAC-4167-466A-BC95-CAF9E918F771}" type="pres">
      <dgm:prSet presAssocID="{AFC47E53-97F1-48CD-938F-2B9B75801C76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Kilitle"/>
        </a:ext>
      </dgm:extLst>
    </dgm:pt>
    <dgm:pt modelId="{C335F1CF-4983-4BA1-AC26-02726269F883}" type="pres">
      <dgm:prSet presAssocID="{AFC47E53-97F1-48CD-938F-2B9B75801C76}" presName="iconSpace" presStyleCnt="0"/>
      <dgm:spPr/>
    </dgm:pt>
    <dgm:pt modelId="{0FF6E2F3-8B9D-4A91-8E67-15F10E45B017}" type="pres">
      <dgm:prSet presAssocID="{AFC47E53-97F1-48CD-938F-2B9B75801C76}" presName="parTx" presStyleLbl="revTx" presStyleIdx="0" presStyleCnt="6">
        <dgm:presLayoutVars>
          <dgm:chMax val="0"/>
          <dgm:chPref val="0"/>
        </dgm:presLayoutVars>
      </dgm:prSet>
      <dgm:spPr/>
    </dgm:pt>
    <dgm:pt modelId="{0369B9A9-3704-4A0E-A36D-27C58484D7A5}" type="pres">
      <dgm:prSet presAssocID="{AFC47E53-97F1-48CD-938F-2B9B75801C76}" presName="txSpace" presStyleCnt="0"/>
      <dgm:spPr/>
    </dgm:pt>
    <dgm:pt modelId="{B3CC7773-2CD8-4BE5-8404-830723F9308A}" type="pres">
      <dgm:prSet presAssocID="{AFC47E53-97F1-48CD-938F-2B9B75801C76}" presName="desTx" presStyleLbl="revTx" presStyleIdx="1" presStyleCnt="6">
        <dgm:presLayoutVars/>
      </dgm:prSet>
      <dgm:spPr/>
    </dgm:pt>
    <dgm:pt modelId="{0937E8F3-9622-4695-BD02-2975E0CBACE5}" type="pres">
      <dgm:prSet presAssocID="{7F9DFD1D-D4E8-4CB2-BCC7-136B92E90001}" presName="sibTrans" presStyleCnt="0"/>
      <dgm:spPr/>
    </dgm:pt>
    <dgm:pt modelId="{14E0B124-CA92-4EA9-B48C-2B5265722A05}" type="pres">
      <dgm:prSet presAssocID="{84A97552-4A2E-48FA-9228-E5C9EDCA1DE0}" presName="compNode" presStyleCnt="0"/>
      <dgm:spPr/>
    </dgm:pt>
    <dgm:pt modelId="{6738A183-E515-4B91-B47E-F323753FEEFB}" type="pres">
      <dgm:prSet presAssocID="{84A97552-4A2E-48FA-9228-E5C9EDCA1DE0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Anahtar"/>
        </a:ext>
      </dgm:extLst>
    </dgm:pt>
    <dgm:pt modelId="{9C97BED0-0651-4D34-8227-AE293F83F57A}" type="pres">
      <dgm:prSet presAssocID="{84A97552-4A2E-48FA-9228-E5C9EDCA1DE0}" presName="iconSpace" presStyleCnt="0"/>
      <dgm:spPr/>
    </dgm:pt>
    <dgm:pt modelId="{29971CB1-2296-4069-A189-3D3C461075D5}" type="pres">
      <dgm:prSet presAssocID="{84A97552-4A2E-48FA-9228-E5C9EDCA1DE0}" presName="parTx" presStyleLbl="revTx" presStyleIdx="2" presStyleCnt="6">
        <dgm:presLayoutVars>
          <dgm:chMax val="0"/>
          <dgm:chPref val="0"/>
        </dgm:presLayoutVars>
      </dgm:prSet>
      <dgm:spPr/>
    </dgm:pt>
    <dgm:pt modelId="{3FCBA5F0-D186-45DF-ADC0-92137FDEFD78}" type="pres">
      <dgm:prSet presAssocID="{84A97552-4A2E-48FA-9228-E5C9EDCA1DE0}" presName="txSpace" presStyleCnt="0"/>
      <dgm:spPr/>
    </dgm:pt>
    <dgm:pt modelId="{CCE3C963-D96C-4C28-A742-7B31631C8E07}" type="pres">
      <dgm:prSet presAssocID="{84A97552-4A2E-48FA-9228-E5C9EDCA1DE0}" presName="desTx" presStyleLbl="revTx" presStyleIdx="3" presStyleCnt="6">
        <dgm:presLayoutVars/>
      </dgm:prSet>
      <dgm:spPr/>
    </dgm:pt>
    <dgm:pt modelId="{0E383D79-14E5-4F14-8312-D939A28ABFB7}" type="pres">
      <dgm:prSet presAssocID="{BEBFDD09-48D7-4A89-9B19-0E5C87FC3DF4}" presName="sibTrans" presStyleCnt="0"/>
      <dgm:spPr/>
    </dgm:pt>
    <dgm:pt modelId="{74D32D8C-DD68-44D5-A92B-688F85E1C4E8}" type="pres">
      <dgm:prSet presAssocID="{6EA55177-9815-41CC-AD21-C10818A68581}" presName="compNode" presStyleCnt="0"/>
      <dgm:spPr/>
    </dgm:pt>
    <dgm:pt modelId="{579BE569-F704-4401-91C5-8717E935B06F}" type="pres">
      <dgm:prSet presAssocID="{6EA55177-9815-41CC-AD21-C10818A68581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Belge"/>
        </a:ext>
      </dgm:extLst>
    </dgm:pt>
    <dgm:pt modelId="{47C42FEE-585D-4892-9E90-591CAF25067A}" type="pres">
      <dgm:prSet presAssocID="{6EA55177-9815-41CC-AD21-C10818A68581}" presName="iconSpace" presStyleCnt="0"/>
      <dgm:spPr/>
    </dgm:pt>
    <dgm:pt modelId="{BDD9A51F-D28B-4824-B424-3D52DB2AB977}" type="pres">
      <dgm:prSet presAssocID="{6EA55177-9815-41CC-AD21-C10818A68581}" presName="parTx" presStyleLbl="revTx" presStyleIdx="4" presStyleCnt="6">
        <dgm:presLayoutVars>
          <dgm:chMax val="0"/>
          <dgm:chPref val="0"/>
        </dgm:presLayoutVars>
      </dgm:prSet>
      <dgm:spPr/>
    </dgm:pt>
    <dgm:pt modelId="{83670FA1-A1E5-48EF-A080-987C15C4EC46}" type="pres">
      <dgm:prSet presAssocID="{6EA55177-9815-41CC-AD21-C10818A68581}" presName="txSpace" presStyleCnt="0"/>
      <dgm:spPr/>
    </dgm:pt>
    <dgm:pt modelId="{F0363DFF-3A4F-4DC7-B431-3C2DD97A607F}" type="pres">
      <dgm:prSet presAssocID="{6EA55177-9815-41CC-AD21-C10818A68581}" presName="desTx" presStyleLbl="revTx" presStyleIdx="5" presStyleCnt="6">
        <dgm:presLayoutVars/>
      </dgm:prSet>
      <dgm:spPr/>
    </dgm:pt>
  </dgm:ptLst>
  <dgm:cxnLst>
    <dgm:cxn modelId="{F212B102-6041-407F-B354-200A0BF57045}" srcId="{6EA55177-9815-41CC-AD21-C10818A68581}" destId="{19B74C04-7763-4179-8A15-6F08388E29D0}" srcOrd="0" destOrd="0" parTransId="{84B93CE6-11E6-40C7-83E9-A383C575F52E}" sibTransId="{1A7FE46D-EC71-4E73-B38B-D887C1E5C277}"/>
    <dgm:cxn modelId="{BC739008-D614-450A-B903-1B4C0C0EF714}" srcId="{AFC47E53-97F1-48CD-938F-2B9B75801C76}" destId="{9E9BDFAA-DF72-4A4E-BC4A-8F4C9160EEBF}" srcOrd="0" destOrd="0" parTransId="{F13981CC-375E-4E93-B9F0-FA776D2D9260}" sibTransId="{D604021C-E264-41F5-8AB3-2CD9A8C0010C}"/>
    <dgm:cxn modelId="{242FA10F-34E6-4660-9863-846C8E4FBE79}" type="presOf" srcId="{9E9BDFAA-DF72-4A4E-BC4A-8F4C9160EEBF}" destId="{B3CC7773-2CD8-4BE5-8404-830723F9308A}" srcOrd="0" destOrd="0" presId="urn:microsoft.com/office/officeart/2018/2/layout/IconLabelDescriptionList"/>
    <dgm:cxn modelId="{DFFC4826-1E2C-47D5-825A-1F2C43B21872}" srcId="{84A97552-4A2E-48FA-9228-E5C9EDCA1DE0}" destId="{9E14BDA4-C695-43C1-BA70-17815DB8CFF0}" srcOrd="0" destOrd="0" parTransId="{F52A3EF2-BF72-4379-9A63-5F336FC00392}" sibTransId="{2F698D80-4125-4E99-872C-09BC15FCCB1C}"/>
    <dgm:cxn modelId="{398E3A2B-1BB2-479E-AA79-073D87184620}" srcId="{3613A10D-2DA3-425B-92DD-6EDF0A099306}" destId="{6EA55177-9815-41CC-AD21-C10818A68581}" srcOrd="2" destOrd="0" parTransId="{BAE45442-687F-40B3-AB8C-4AACA9E00C84}" sibTransId="{C0FFC2D0-81B8-4109-8FFC-B7D74D71588E}"/>
    <dgm:cxn modelId="{20D0C236-2D55-46CD-BB19-FAF7D7C8C7DD}" type="presOf" srcId="{84A97552-4A2E-48FA-9228-E5C9EDCA1DE0}" destId="{29971CB1-2296-4069-A189-3D3C461075D5}" srcOrd="0" destOrd="0" presId="urn:microsoft.com/office/officeart/2018/2/layout/IconLabelDescriptionList"/>
    <dgm:cxn modelId="{E2E44A38-F42D-4822-AAEA-8FEE28EE4C39}" type="presOf" srcId="{7AFDB940-C776-41C7-B5CC-59984933DD77}" destId="{F0363DFF-3A4F-4DC7-B431-3C2DD97A607F}" srcOrd="0" destOrd="1" presId="urn:microsoft.com/office/officeart/2018/2/layout/IconLabelDescriptionList"/>
    <dgm:cxn modelId="{EEEB943C-688F-4DF2-B495-4C42C1FEF2EC}" type="presOf" srcId="{3C77CDBF-7D28-4CE6-AAA4-1838D54736FE}" destId="{CCE3C963-D96C-4C28-A742-7B31631C8E07}" srcOrd="0" destOrd="1" presId="urn:microsoft.com/office/officeart/2018/2/layout/IconLabelDescriptionList"/>
    <dgm:cxn modelId="{61100641-C8BB-4806-B6C5-CC543FB2E422}" type="presOf" srcId="{AFC47E53-97F1-48CD-938F-2B9B75801C76}" destId="{0FF6E2F3-8B9D-4A91-8E67-15F10E45B017}" srcOrd="0" destOrd="0" presId="urn:microsoft.com/office/officeart/2018/2/layout/IconLabelDescriptionList"/>
    <dgm:cxn modelId="{3A5B84A6-5AA2-4726-850A-62B77017E359}" type="presOf" srcId="{3613A10D-2DA3-425B-92DD-6EDF0A099306}" destId="{FC7077D5-4203-4755-ADC0-BC55615CB285}" srcOrd="0" destOrd="0" presId="urn:microsoft.com/office/officeart/2018/2/layout/IconLabelDescriptionList"/>
    <dgm:cxn modelId="{AE548DA7-2816-49D2-BA0A-FBD8208DAF40}" type="presOf" srcId="{19B74C04-7763-4179-8A15-6F08388E29D0}" destId="{F0363DFF-3A4F-4DC7-B431-3C2DD97A607F}" srcOrd="0" destOrd="0" presId="urn:microsoft.com/office/officeart/2018/2/layout/IconLabelDescriptionList"/>
    <dgm:cxn modelId="{36F3E7AB-CBC8-45F9-8E57-779E344C14C3}" type="presOf" srcId="{6EA55177-9815-41CC-AD21-C10818A68581}" destId="{BDD9A51F-D28B-4824-B424-3D52DB2AB977}" srcOrd="0" destOrd="0" presId="urn:microsoft.com/office/officeart/2018/2/layout/IconLabelDescriptionList"/>
    <dgm:cxn modelId="{B3E9B0B8-69A7-423A-8C0D-E0828017728A}" srcId="{6EA55177-9815-41CC-AD21-C10818A68581}" destId="{7AFDB940-C776-41C7-B5CC-59984933DD77}" srcOrd="1" destOrd="0" parTransId="{563E09A6-ADBB-4300-8AAC-B30B15F77A4A}" sibTransId="{4D40DF1A-A05F-4936-82AE-DE58CC804502}"/>
    <dgm:cxn modelId="{A3772FC3-1FAB-4F7A-A34A-D91554A312B1}" srcId="{3613A10D-2DA3-425B-92DD-6EDF0A099306}" destId="{84A97552-4A2E-48FA-9228-E5C9EDCA1DE0}" srcOrd="1" destOrd="0" parTransId="{B679E54E-6A8A-44C6-8A59-56A46EEB9DEC}" sibTransId="{BEBFDD09-48D7-4A89-9B19-0E5C87FC3DF4}"/>
    <dgm:cxn modelId="{5E1D3ED1-8952-400E-BB72-25F97B1FE184}" type="presOf" srcId="{9E14BDA4-C695-43C1-BA70-17815DB8CFF0}" destId="{CCE3C963-D96C-4C28-A742-7B31631C8E07}" srcOrd="0" destOrd="0" presId="urn:microsoft.com/office/officeart/2018/2/layout/IconLabelDescriptionList"/>
    <dgm:cxn modelId="{F007B8E0-0FFF-46CE-992C-E01B8E819EDA}" srcId="{84A97552-4A2E-48FA-9228-E5C9EDCA1DE0}" destId="{3C77CDBF-7D28-4CE6-AAA4-1838D54736FE}" srcOrd="1" destOrd="0" parTransId="{082FA6ED-A067-4148-B8DD-C2B63A45FA82}" sibTransId="{F94E7BFB-2650-4DBB-B12B-E89B989E3E9A}"/>
    <dgm:cxn modelId="{BBD8B7F9-A320-48BA-977F-0A1143540A18}" srcId="{3613A10D-2DA3-425B-92DD-6EDF0A099306}" destId="{AFC47E53-97F1-48CD-938F-2B9B75801C76}" srcOrd="0" destOrd="0" parTransId="{750AB166-54AE-4763-85F5-C1767039DCB7}" sibTransId="{7F9DFD1D-D4E8-4CB2-BCC7-136B92E90001}"/>
    <dgm:cxn modelId="{66D5BFA2-0C14-49F6-84B2-C33A08FB4EC6}" type="presParOf" srcId="{FC7077D5-4203-4755-ADC0-BC55615CB285}" destId="{A856EF7A-0A7B-4AA6-8651-A1A92399E572}" srcOrd="0" destOrd="0" presId="urn:microsoft.com/office/officeart/2018/2/layout/IconLabelDescriptionList"/>
    <dgm:cxn modelId="{AB4AACB9-4BE9-4300-A3F4-4B0A6BA2CCF4}" type="presParOf" srcId="{A856EF7A-0A7B-4AA6-8651-A1A92399E572}" destId="{B3D93EAC-4167-466A-BC95-CAF9E918F771}" srcOrd="0" destOrd="0" presId="urn:microsoft.com/office/officeart/2018/2/layout/IconLabelDescriptionList"/>
    <dgm:cxn modelId="{5E01663A-00AF-4B28-B65C-0F3053C6CFCC}" type="presParOf" srcId="{A856EF7A-0A7B-4AA6-8651-A1A92399E572}" destId="{C335F1CF-4983-4BA1-AC26-02726269F883}" srcOrd="1" destOrd="0" presId="urn:microsoft.com/office/officeart/2018/2/layout/IconLabelDescriptionList"/>
    <dgm:cxn modelId="{4C9DB911-7EDE-4BCE-8040-296A6767E91A}" type="presParOf" srcId="{A856EF7A-0A7B-4AA6-8651-A1A92399E572}" destId="{0FF6E2F3-8B9D-4A91-8E67-15F10E45B017}" srcOrd="2" destOrd="0" presId="urn:microsoft.com/office/officeart/2018/2/layout/IconLabelDescriptionList"/>
    <dgm:cxn modelId="{EF92CAA4-1A9A-497A-93BE-C55B5573E687}" type="presParOf" srcId="{A856EF7A-0A7B-4AA6-8651-A1A92399E572}" destId="{0369B9A9-3704-4A0E-A36D-27C58484D7A5}" srcOrd="3" destOrd="0" presId="urn:microsoft.com/office/officeart/2018/2/layout/IconLabelDescriptionList"/>
    <dgm:cxn modelId="{2AFCBA6D-740F-44E2-8AD6-FBA9DCF3DB8C}" type="presParOf" srcId="{A856EF7A-0A7B-4AA6-8651-A1A92399E572}" destId="{B3CC7773-2CD8-4BE5-8404-830723F9308A}" srcOrd="4" destOrd="0" presId="urn:microsoft.com/office/officeart/2018/2/layout/IconLabelDescriptionList"/>
    <dgm:cxn modelId="{3394713C-B4DC-44A1-A31D-3296FE533A2E}" type="presParOf" srcId="{FC7077D5-4203-4755-ADC0-BC55615CB285}" destId="{0937E8F3-9622-4695-BD02-2975E0CBACE5}" srcOrd="1" destOrd="0" presId="urn:microsoft.com/office/officeart/2018/2/layout/IconLabelDescriptionList"/>
    <dgm:cxn modelId="{E9F04A27-308B-4AFB-A217-8C2F27608865}" type="presParOf" srcId="{FC7077D5-4203-4755-ADC0-BC55615CB285}" destId="{14E0B124-CA92-4EA9-B48C-2B5265722A05}" srcOrd="2" destOrd="0" presId="urn:microsoft.com/office/officeart/2018/2/layout/IconLabelDescriptionList"/>
    <dgm:cxn modelId="{D6089F2A-BB53-45F4-B6D3-D3AA94BC7FA0}" type="presParOf" srcId="{14E0B124-CA92-4EA9-B48C-2B5265722A05}" destId="{6738A183-E515-4B91-B47E-F323753FEEFB}" srcOrd="0" destOrd="0" presId="urn:microsoft.com/office/officeart/2018/2/layout/IconLabelDescriptionList"/>
    <dgm:cxn modelId="{254CA9BA-1592-427C-AA5E-BA880CEE5331}" type="presParOf" srcId="{14E0B124-CA92-4EA9-B48C-2B5265722A05}" destId="{9C97BED0-0651-4D34-8227-AE293F83F57A}" srcOrd="1" destOrd="0" presId="urn:microsoft.com/office/officeart/2018/2/layout/IconLabelDescriptionList"/>
    <dgm:cxn modelId="{3B62F354-4DEA-4004-B0B3-AB49ABE598CD}" type="presParOf" srcId="{14E0B124-CA92-4EA9-B48C-2B5265722A05}" destId="{29971CB1-2296-4069-A189-3D3C461075D5}" srcOrd="2" destOrd="0" presId="urn:microsoft.com/office/officeart/2018/2/layout/IconLabelDescriptionList"/>
    <dgm:cxn modelId="{E85A51B4-7D84-4126-9021-75436238D0B1}" type="presParOf" srcId="{14E0B124-CA92-4EA9-B48C-2B5265722A05}" destId="{3FCBA5F0-D186-45DF-ADC0-92137FDEFD78}" srcOrd="3" destOrd="0" presId="urn:microsoft.com/office/officeart/2018/2/layout/IconLabelDescriptionList"/>
    <dgm:cxn modelId="{0FB92F31-A998-4EB6-9BB3-5E57B8B72A7C}" type="presParOf" srcId="{14E0B124-CA92-4EA9-B48C-2B5265722A05}" destId="{CCE3C963-D96C-4C28-A742-7B31631C8E07}" srcOrd="4" destOrd="0" presId="urn:microsoft.com/office/officeart/2018/2/layout/IconLabelDescriptionList"/>
    <dgm:cxn modelId="{70D5C62C-3FF9-47E1-B5C2-75387E848620}" type="presParOf" srcId="{FC7077D5-4203-4755-ADC0-BC55615CB285}" destId="{0E383D79-14E5-4F14-8312-D939A28ABFB7}" srcOrd="3" destOrd="0" presId="urn:microsoft.com/office/officeart/2018/2/layout/IconLabelDescriptionList"/>
    <dgm:cxn modelId="{DB45B44B-F1B9-43A1-982E-156870256E5A}" type="presParOf" srcId="{FC7077D5-4203-4755-ADC0-BC55615CB285}" destId="{74D32D8C-DD68-44D5-A92B-688F85E1C4E8}" srcOrd="4" destOrd="0" presId="urn:microsoft.com/office/officeart/2018/2/layout/IconLabelDescriptionList"/>
    <dgm:cxn modelId="{C309C08C-9CDA-4046-BFDC-3FFE407D2687}" type="presParOf" srcId="{74D32D8C-DD68-44D5-A92B-688F85E1C4E8}" destId="{579BE569-F704-4401-91C5-8717E935B06F}" srcOrd="0" destOrd="0" presId="urn:microsoft.com/office/officeart/2018/2/layout/IconLabelDescriptionList"/>
    <dgm:cxn modelId="{8CF5C4C9-D184-4570-85D5-5099D0ADDFE8}" type="presParOf" srcId="{74D32D8C-DD68-44D5-A92B-688F85E1C4E8}" destId="{47C42FEE-585D-4892-9E90-591CAF25067A}" srcOrd="1" destOrd="0" presId="urn:microsoft.com/office/officeart/2018/2/layout/IconLabelDescriptionList"/>
    <dgm:cxn modelId="{A2C6CE6F-36CA-4B06-95AC-1ED020BDECE6}" type="presParOf" srcId="{74D32D8C-DD68-44D5-A92B-688F85E1C4E8}" destId="{BDD9A51F-D28B-4824-B424-3D52DB2AB977}" srcOrd="2" destOrd="0" presId="urn:microsoft.com/office/officeart/2018/2/layout/IconLabelDescriptionList"/>
    <dgm:cxn modelId="{87C0AD1A-4307-47BD-A8E4-089E48C0F7C7}" type="presParOf" srcId="{74D32D8C-DD68-44D5-A92B-688F85E1C4E8}" destId="{83670FA1-A1E5-48EF-A080-987C15C4EC46}" srcOrd="3" destOrd="0" presId="urn:microsoft.com/office/officeart/2018/2/layout/IconLabelDescriptionList"/>
    <dgm:cxn modelId="{D7621007-0C7B-4F57-A43C-06D028B56DD3}" type="presParOf" srcId="{74D32D8C-DD68-44D5-A92B-688F85E1C4E8}" destId="{F0363DFF-3A4F-4DC7-B431-3C2DD97A607F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.xml><?xml version="1.0" encoding="utf-8"?>
<dgm:dataModel xmlns:dgm="http://schemas.openxmlformats.org/drawingml/2006/diagram" xmlns:a="http://schemas.openxmlformats.org/drawingml/2006/main">
  <dgm:ptLst>
    <dgm:pt modelId="{D1B00257-97BC-4FB4-9A56-B0C51EC4AE2A}" type="doc">
      <dgm:prSet loTypeId="urn:microsoft.com/office/officeart/2005/8/layout/vList2" loCatId="list" qsTypeId="urn:microsoft.com/office/officeart/2005/8/quickstyle/simple1" qsCatId="simple" csTypeId="urn:microsoft.com/office/officeart/2005/8/colors/colorful4" csCatId="colorful"/>
      <dgm:spPr/>
      <dgm:t>
        <a:bodyPr/>
        <a:lstStyle/>
        <a:p>
          <a:endParaRPr lang="en-US"/>
        </a:p>
      </dgm:t>
    </dgm:pt>
    <dgm:pt modelId="{640D21BB-4CDB-4F20-BDBF-9D6969AB2935}">
      <dgm:prSet/>
      <dgm:spPr/>
      <dgm:t>
        <a:bodyPr/>
        <a:lstStyle/>
        <a:p>
          <a:r>
            <a:rPr lang="tr-TR"/>
            <a:t>Condition</a:t>
          </a:r>
          <a:endParaRPr lang="en-US"/>
        </a:p>
      </dgm:t>
    </dgm:pt>
    <dgm:pt modelId="{1877930C-E4EA-46A1-943B-D153479EB7C1}" type="parTrans" cxnId="{38067A1C-CB9C-4724-B31C-C298CCEF9BD2}">
      <dgm:prSet/>
      <dgm:spPr/>
      <dgm:t>
        <a:bodyPr/>
        <a:lstStyle/>
        <a:p>
          <a:endParaRPr lang="en-US"/>
        </a:p>
      </dgm:t>
    </dgm:pt>
    <dgm:pt modelId="{D7300F23-7097-4644-8A57-DDEDC932F62C}" type="sibTrans" cxnId="{38067A1C-CB9C-4724-B31C-C298CCEF9BD2}">
      <dgm:prSet/>
      <dgm:spPr/>
      <dgm:t>
        <a:bodyPr/>
        <a:lstStyle/>
        <a:p>
          <a:endParaRPr lang="en-US"/>
        </a:p>
      </dgm:t>
    </dgm:pt>
    <dgm:pt modelId="{C3BC1CF8-6AD2-4E07-841D-CF3553AE894D}">
      <dgm:prSet/>
      <dgm:spPr/>
      <dgm:t>
        <a:bodyPr/>
        <a:lstStyle/>
        <a:p>
          <a:r>
            <a:rPr lang="en-US"/>
            <a:t>When executed</a:t>
          </a:r>
          <a:r>
            <a:rPr lang="tr-TR"/>
            <a:t> </a:t>
          </a:r>
          <a:r>
            <a:rPr lang="en-US"/>
            <a:t>combined script will evaluate to TRUE </a:t>
          </a:r>
        </a:p>
      </dgm:t>
    </dgm:pt>
    <dgm:pt modelId="{067FFA12-B57B-4D43-9C48-FB4DE35CE5BA}" type="parTrans" cxnId="{19ACDBCA-766B-4615-BBB5-9424DC5F196A}">
      <dgm:prSet/>
      <dgm:spPr/>
      <dgm:t>
        <a:bodyPr/>
        <a:lstStyle/>
        <a:p>
          <a:endParaRPr lang="en-US"/>
        </a:p>
      </dgm:t>
    </dgm:pt>
    <dgm:pt modelId="{75DE6463-863B-474F-AA98-19E056EBE5F7}" type="sibTrans" cxnId="{19ACDBCA-766B-4615-BBB5-9424DC5F196A}">
      <dgm:prSet/>
      <dgm:spPr/>
      <dgm:t>
        <a:bodyPr/>
        <a:lstStyle/>
        <a:p>
          <a:endParaRPr lang="en-US"/>
        </a:p>
      </dgm:t>
    </dgm:pt>
    <dgm:pt modelId="{128FE6A4-0632-4109-960D-6E80C5D046ED}">
      <dgm:prSet/>
      <dgm:spPr/>
      <dgm:t>
        <a:bodyPr/>
        <a:lstStyle/>
        <a:p>
          <a:r>
            <a:rPr lang="tr-TR"/>
            <a:t>Match </a:t>
          </a:r>
          <a:endParaRPr lang="en-US"/>
        </a:p>
      </dgm:t>
    </dgm:pt>
    <dgm:pt modelId="{CF0F5201-B8F0-4B2F-8BD7-D8DAC8510E23}" type="parTrans" cxnId="{E25C9C54-0B0E-4EE7-A336-316C7FE37BBE}">
      <dgm:prSet/>
      <dgm:spPr/>
      <dgm:t>
        <a:bodyPr/>
        <a:lstStyle/>
        <a:p>
          <a:endParaRPr lang="en-US"/>
        </a:p>
      </dgm:t>
    </dgm:pt>
    <dgm:pt modelId="{C2319156-E825-4E95-A670-BF167A3E894B}" type="sibTrans" cxnId="{E25C9C54-0B0E-4EE7-A336-316C7FE37BBE}">
      <dgm:prSet/>
      <dgm:spPr/>
      <dgm:t>
        <a:bodyPr/>
        <a:lstStyle/>
        <a:p>
          <a:endParaRPr lang="en-US"/>
        </a:p>
      </dgm:t>
    </dgm:pt>
    <dgm:pt modelId="{7C44CCE5-4B7F-4C72-A447-8903C406276E}">
      <dgm:prSet/>
      <dgm:spPr/>
      <dgm:t>
        <a:bodyPr/>
        <a:lstStyle/>
        <a:p>
          <a:r>
            <a:rPr lang="en-US"/>
            <a:t>the</a:t>
          </a:r>
          <a:r>
            <a:rPr lang="tr-TR"/>
            <a:t> </a:t>
          </a:r>
          <a:r>
            <a:rPr lang="en-US"/>
            <a:t>unlocking script matches </a:t>
          </a:r>
        </a:p>
      </dgm:t>
    </dgm:pt>
    <dgm:pt modelId="{2ED1F326-407B-406E-A43C-972C1ED6FD95}" type="parTrans" cxnId="{BFCA7D45-E4F0-48BD-BF8A-AF58FFDF6C0B}">
      <dgm:prSet/>
      <dgm:spPr/>
      <dgm:t>
        <a:bodyPr/>
        <a:lstStyle/>
        <a:p>
          <a:endParaRPr lang="en-US"/>
        </a:p>
      </dgm:t>
    </dgm:pt>
    <dgm:pt modelId="{59F84C43-72A3-48B8-9C15-14F9B7186245}" type="sibTrans" cxnId="{BFCA7D45-E4F0-48BD-BF8A-AF58FFDF6C0B}">
      <dgm:prSet/>
      <dgm:spPr/>
      <dgm:t>
        <a:bodyPr/>
        <a:lstStyle/>
        <a:p>
          <a:endParaRPr lang="en-US"/>
        </a:p>
      </dgm:t>
    </dgm:pt>
    <dgm:pt modelId="{68B635DF-65E3-45E4-8D8A-80B8FD9A1A68}">
      <dgm:prSet/>
      <dgm:spPr/>
      <dgm:t>
        <a:bodyPr/>
        <a:lstStyle/>
        <a:p>
          <a:r>
            <a:rPr lang="en-US"/>
            <a:t>the conditions set by the locking script</a:t>
          </a:r>
        </a:p>
      </dgm:t>
    </dgm:pt>
    <dgm:pt modelId="{E05FDCE6-4452-4E0D-8362-D4C4E02A94F8}" type="parTrans" cxnId="{61C5B812-6C6F-4686-926E-E9E05BD72854}">
      <dgm:prSet/>
      <dgm:spPr/>
      <dgm:t>
        <a:bodyPr/>
        <a:lstStyle/>
        <a:p>
          <a:endParaRPr lang="en-US"/>
        </a:p>
      </dgm:t>
    </dgm:pt>
    <dgm:pt modelId="{D72B0F27-20A4-4B4D-8967-4D111933A6D2}" type="sibTrans" cxnId="{61C5B812-6C6F-4686-926E-E9E05BD72854}">
      <dgm:prSet/>
      <dgm:spPr/>
      <dgm:t>
        <a:bodyPr/>
        <a:lstStyle/>
        <a:p>
          <a:endParaRPr lang="en-US"/>
        </a:p>
      </dgm:t>
    </dgm:pt>
    <dgm:pt modelId="{AA58CFAE-C2CC-4308-B17E-E16C86E7F337}" type="pres">
      <dgm:prSet presAssocID="{D1B00257-97BC-4FB4-9A56-B0C51EC4AE2A}" presName="linear" presStyleCnt="0">
        <dgm:presLayoutVars>
          <dgm:animLvl val="lvl"/>
          <dgm:resizeHandles val="exact"/>
        </dgm:presLayoutVars>
      </dgm:prSet>
      <dgm:spPr/>
    </dgm:pt>
    <dgm:pt modelId="{03AC4A61-C412-4227-8AAF-C6F9465BF57F}" type="pres">
      <dgm:prSet presAssocID="{640D21BB-4CDB-4F20-BDBF-9D6969AB2935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23717143-0DB5-410A-B45E-4E6B8ECC0678}" type="pres">
      <dgm:prSet presAssocID="{640D21BB-4CDB-4F20-BDBF-9D6969AB2935}" presName="childText" presStyleLbl="revTx" presStyleIdx="0" presStyleCnt="2">
        <dgm:presLayoutVars>
          <dgm:bulletEnabled val="1"/>
        </dgm:presLayoutVars>
      </dgm:prSet>
      <dgm:spPr/>
    </dgm:pt>
    <dgm:pt modelId="{94D5522D-4ABB-4E4A-8662-63E309A31B0A}" type="pres">
      <dgm:prSet presAssocID="{128FE6A4-0632-4109-960D-6E80C5D046ED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2E5EEABF-42B3-4BF8-93CA-791E35A2B071}" type="pres">
      <dgm:prSet presAssocID="{128FE6A4-0632-4109-960D-6E80C5D046ED}" presName="childText" presStyleLbl="revTx" presStyleIdx="1" presStyleCnt="2">
        <dgm:presLayoutVars>
          <dgm:bulletEnabled val="1"/>
        </dgm:presLayoutVars>
      </dgm:prSet>
      <dgm:spPr/>
    </dgm:pt>
  </dgm:ptLst>
  <dgm:cxnLst>
    <dgm:cxn modelId="{A40F170D-7568-4919-8915-DE73DE2A9CEB}" type="presOf" srcId="{7C44CCE5-4B7F-4C72-A447-8903C406276E}" destId="{2E5EEABF-42B3-4BF8-93CA-791E35A2B071}" srcOrd="0" destOrd="0" presId="urn:microsoft.com/office/officeart/2005/8/layout/vList2"/>
    <dgm:cxn modelId="{61C5B812-6C6F-4686-926E-E9E05BD72854}" srcId="{128FE6A4-0632-4109-960D-6E80C5D046ED}" destId="{68B635DF-65E3-45E4-8D8A-80B8FD9A1A68}" srcOrd="1" destOrd="0" parTransId="{E05FDCE6-4452-4E0D-8362-D4C4E02A94F8}" sibTransId="{D72B0F27-20A4-4B4D-8967-4D111933A6D2}"/>
    <dgm:cxn modelId="{38067A1C-CB9C-4724-B31C-C298CCEF9BD2}" srcId="{D1B00257-97BC-4FB4-9A56-B0C51EC4AE2A}" destId="{640D21BB-4CDB-4F20-BDBF-9D6969AB2935}" srcOrd="0" destOrd="0" parTransId="{1877930C-E4EA-46A1-943B-D153479EB7C1}" sibTransId="{D7300F23-7097-4644-8A57-DDEDC932F62C}"/>
    <dgm:cxn modelId="{20D47A29-8AF9-45F7-8417-ACB0653D4AE3}" type="presOf" srcId="{D1B00257-97BC-4FB4-9A56-B0C51EC4AE2A}" destId="{AA58CFAE-C2CC-4308-B17E-E16C86E7F337}" srcOrd="0" destOrd="0" presId="urn:microsoft.com/office/officeart/2005/8/layout/vList2"/>
    <dgm:cxn modelId="{BFCA7D45-E4F0-48BD-BF8A-AF58FFDF6C0B}" srcId="{128FE6A4-0632-4109-960D-6E80C5D046ED}" destId="{7C44CCE5-4B7F-4C72-A447-8903C406276E}" srcOrd="0" destOrd="0" parTransId="{2ED1F326-407B-406E-A43C-972C1ED6FD95}" sibTransId="{59F84C43-72A3-48B8-9C15-14F9B7186245}"/>
    <dgm:cxn modelId="{E25C9C54-0B0E-4EE7-A336-316C7FE37BBE}" srcId="{D1B00257-97BC-4FB4-9A56-B0C51EC4AE2A}" destId="{128FE6A4-0632-4109-960D-6E80C5D046ED}" srcOrd="1" destOrd="0" parTransId="{CF0F5201-B8F0-4B2F-8BD7-D8DAC8510E23}" sibTransId="{C2319156-E825-4E95-A670-BF167A3E894B}"/>
    <dgm:cxn modelId="{71562E9B-B44F-4A2E-847C-B8DA126779CA}" type="presOf" srcId="{C3BC1CF8-6AD2-4E07-841D-CF3553AE894D}" destId="{23717143-0DB5-410A-B45E-4E6B8ECC0678}" srcOrd="0" destOrd="0" presId="urn:microsoft.com/office/officeart/2005/8/layout/vList2"/>
    <dgm:cxn modelId="{19ACDBCA-766B-4615-BBB5-9424DC5F196A}" srcId="{640D21BB-4CDB-4F20-BDBF-9D6969AB2935}" destId="{C3BC1CF8-6AD2-4E07-841D-CF3553AE894D}" srcOrd="0" destOrd="0" parTransId="{067FFA12-B57B-4D43-9C48-FB4DE35CE5BA}" sibTransId="{75DE6463-863B-474F-AA98-19E056EBE5F7}"/>
    <dgm:cxn modelId="{103D35E7-0DE6-4D3A-A644-1744FF80710A}" type="presOf" srcId="{68B635DF-65E3-45E4-8D8A-80B8FD9A1A68}" destId="{2E5EEABF-42B3-4BF8-93CA-791E35A2B071}" srcOrd="0" destOrd="1" presId="urn:microsoft.com/office/officeart/2005/8/layout/vList2"/>
    <dgm:cxn modelId="{D6C4F2EA-3AD9-43C4-801D-14AA686C19C4}" type="presOf" srcId="{640D21BB-4CDB-4F20-BDBF-9D6969AB2935}" destId="{03AC4A61-C412-4227-8AAF-C6F9465BF57F}" srcOrd="0" destOrd="0" presId="urn:microsoft.com/office/officeart/2005/8/layout/vList2"/>
    <dgm:cxn modelId="{386C62F6-2C8E-429D-AF48-80FA67C6CC9F}" type="presOf" srcId="{128FE6A4-0632-4109-960D-6E80C5D046ED}" destId="{94D5522D-4ABB-4E4A-8662-63E309A31B0A}" srcOrd="0" destOrd="0" presId="urn:microsoft.com/office/officeart/2005/8/layout/vList2"/>
    <dgm:cxn modelId="{EAF077C5-CB49-463B-9C19-35FA32C29909}" type="presParOf" srcId="{AA58CFAE-C2CC-4308-B17E-E16C86E7F337}" destId="{03AC4A61-C412-4227-8AAF-C6F9465BF57F}" srcOrd="0" destOrd="0" presId="urn:microsoft.com/office/officeart/2005/8/layout/vList2"/>
    <dgm:cxn modelId="{0878895B-8E50-4036-BAD4-DCDEF5DB4390}" type="presParOf" srcId="{AA58CFAE-C2CC-4308-B17E-E16C86E7F337}" destId="{23717143-0DB5-410A-B45E-4E6B8ECC0678}" srcOrd="1" destOrd="0" presId="urn:microsoft.com/office/officeart/2005/8/layout/vList2"/>
    <dgm:cxn modelId="{9A8ECEA9-C68A-4C3A-B71B-0040FB8C9ED2}" type="presParOf" srcId="{AA58CFAE-C2CC-4308-B17E-E16C86E7F337}" destId="{94D5522D-4ABB-4E4A-8662-63E309A31B0A}" srcOrd="2" destOrd="0" presId="urn:microsoft.com/office/officeart/2005/8/layout/vList2"/>
    <dgm:cxn modelId="{693A7B3F-AE7A-474D-8487-D7A7BB088488}" type="presParOf" srcId="{AA58CFAE-C2CC-4308-B17E-E16C86E7F337}" destId="{2E5EEABF-42B3-4BF8-93CA-791E35A2B071}" srcOrd="3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.xml><?xml version="1.0" encoding="utf-8"?>
<dgm:dataModel xmlns:dgm="http://schemas.openxmlformats.org/drawingml/2006/diagram" xmlns:a="http://schemas.openxmlformats.org/drawingml/2006/main">
  <dgm:ptLst>
    <dgm:pt modelId="{FF4DA71E-5347-449C-86E6-F375A8831795}" type="doc">
      <dgm:prSet loTypeId="urn:microsoft.com/office/officeart/2005/8/layout/vList2" loCatId="list" qsTypeId="urn:microsoft.com/office/officeart/2005/8/quickstyle/simple1" qsCatId="simple" csTypeId="urn:microsoft.com/office/officeart/2005/8/colors/colorful1" csCatId="colorful"/>
      <dgm:spPr/>
      <dgm:t>
        <a:bodyPr/>
        <a:lstStyle/>
        <a:p>
          <a:endParaRPr lang="en-US"/>
        </a:p>
      </dgm:t>
    </dgm:pt>
    <dgm:pt modelId="{47726B7F-4979-4A1B-A44D-E8B2B4BBB189}">
      <dgm:prSet/>
      <dgm:spPr/>
      <dgm:t>
        <a:bodyPr/>
        <a:lstStyle/>
        <a:p>
          <a:r>
            <a:rPr lang="tr-TR"/>
            <a:t>Extra value popped</a:t>
          </a:r>
          <a:endParaRPr lang="en-US"/>
        </a:p>
      </dgm:t>
    </dgm:pt>
    <dgm:pt modelId="{AA6D6290-60FF-45D8-8C25-FB3FEC603007}" type="parTrans" cxnId="{7B9C5D91-B3BD-4C2D-82BF-FE332D61513D}">
      <dgm:prSet/>
      <dgm:spPr/>
      <dgm:t>
        <a:bodyPr/>
        <a:lstStyle/>
        <a:p>
          <a:endParaRPr lang="en-US"/>
        </a:p>
      </dgm:t>
    </dgm:pt>
    <dgm:pt modelId="{F5DE84BC-EE30-42BD-9407-F277F85383CB}" type="sibTrans" cxnId="{7B9C5D91-B3BD-4C2D-82BF-FE332D61513D}">
      <dgm:prSet/>
      <dgm:spPr/>
      <dgm:t>
        <a:bodyPr/>
        <a:lstStyle/>
        <a:p>
          <a:endParaRPr lang="en-US"/>
        </a:p>
      </dgm:t>
    </dgm:pt>
    <dgm:pt modelId="{7FF53E9B-E02B-48F5-928A-9E500EC63B66}">
      <dgm:prSet/>
      <dgm:spPr/>
      <dgm:t>
        <a:bodyPr/>
        <a:lstStyle/>
        <a:p>
          <a:r>
            <a:rPr lang="tr-TR"/>
            <a:t>Due to a bug </a:t>
          </a:r>
          <a:r>
            <a:rPr lang="en-US"/>
            <a:t>CHECKMULTISIG </a:t>
          </a:r>
        </a:p>
      </dgm:t>
    </dgm:pt>
    <dgm:pt modelId="{AA77F27A-028B-4687-9167-B5622AD13C3D}" type="parTrans" cxnId="{826B05B0-D955-462C-A442-FF3B0549C6CC}">
      <dgm:prSet/>
      <dgm:spPr/>
      <dgm:t>
        <a:bodyPr/>
        <a:lstStyle/>
        <a:p>
          <a:endParaRPr lang="en-US"/>
        </a:p>
      </dgm:t>
    </dgm:pt>
    <dgm:pt modelId="{3CA036F3-1A00-43A2-AA99-BD6F0902AB9C}" type="sibTrans" cxnId="{826B05B0-D955-462C-A442-FF3B0549C6CC}">
      <dgm:prSet/>
      <dgm:spPr/>
      <dgm:t>
        <a:bodyPr/>
        <a:lstStyle/>
        <a:p>
          <a:endParaRPr lang="en-US"/>
        </a:p>
      </dgm:t>
    </dgm:pt>
    <dgm:pt modelId="{1DDA5EB1-6AB0-4584-A09F-A8EBABAB9233}">
      <dgm:prSet/>
      <dgm:spPr/>
      <dgm:t>
        <a:bodyPr/>
        <a:lstStyle/>
        <a:p>
          <a:r>
            <a:rPr lang="en-US"/>
            <a:t>will pop an extra value or one value</a:t>
          </a:r>
        </a:p>
      </dgm:t>
    </dgm:pt>
    <dgm:pt modelId="{8EE6E04B-BA18-4371-AF5F-1EB00AB51B00}" type="parTrans" cxnId="{12A35104-61FC-4038-A12C-1C38849323CD}">
      <dgm:prSet/>
      <dgm:spPr/>
      <dgm:t>
        <a:bodyPr/>
        <a:lstStyle/>
        <a:p>
          <a:endParaRPr lang="en-US"/>
        </a:p>
      </dgm:t>
    </dgm:pt>
    <dgm:pt modelId="{DD088E32-9F09-4054-A671-BAD01569B602}" type="sibTrans" cxnId="{12A35104-61FC-4038-A12C-1C38849323CD}">
      <dgm:prSet/>
      <dgm:spPr/>
      <dgm:t>
        <a:bodyPr/>
        <a:lstStyle/>
        <a:p>
          <a:endParaRPr lang="en-US"/>
        </a:p>
      </dgm:t>
    </dgm:pt>
    <dgm:pt modelId="{8E422D6E-4AAB-4EA1-8B53-3D1BF791E788}">
      <dgm:prSet/>
      <dgm:spPr/>
      <dgm:t>
        <a:bodyPr/>
        <a:lstStyle/>
        <a:p>
          <a:r>
            <a:rPr lang="tr-TR" b="1"/>
            <a:t>Not</a:t>
          </a:r>
          <a:r>
            <a:rPr lang="tr-TR"/>
            <a:t> &lt;Signature B&gt; &lt;Signature C&gt; </a:t>
          </a:r>
          <a:endParaRPr lang="en-US"/>
        </a:p>
      </dgm:t>
    </dgm:pt>
    <dgm:pt modelId="{64D603BD-1933-4684-8835-C621FB0046BB}" type="parTrans" cxnId="{6F068C44-E240-42E0-B0FA-4C3C4EC22786}">
      <dgm:prSet/>
      <dgm:spPr/>
      <dgm:t>
        <a:bodyPr/>
        <a:lstStyle/>
        <a:p>
          <a:endParaRPr lang="en-US"/>
        </a:p>
      </dgm:t>
    </dgm:pt>
    <dgm:pt modelId="{8B2759E8-2566-4FB9-B924-35916ED6B1D0}" type="sibTrans" cxnId="{6F068C44-E240-42E0-B0FA-4C3C4EC22786}">
      <dgm:prSet/>
      <dgm:spPr/>
      <dgm:t>
        <a:bodyPr/>
        <a:lstStyle/>
        <a:p>
          <a:endParaRPr lang="en-US"/>
        </a:p>
      </dgm:t>
    </dgm:pt>
    <dgm:pt modelId="{84DC0D4D-D5E1-4438-91AD-F0FACCC859EB}">
      <dgm:prSet/>
      <dgm:spPr/>
      <dgm:t>
        <a:bodyPr/>
        <a:lstStyle/>
        <a:p>
          <a:r>
            <a:rPr lang="en-US"/>
            <a:t>the unlocking script used in multisig is not</a:t>
          </a:r>
          <a:r>
            <a:rPr lang="tr-TR"/>
            <a:t> </a:t>
          </a:r>
          <a:endParaRPr lang="en-US"/>
        </a:p>
      </dgm:t>
    </dgm:pt>
    <dgm:pt modelId="{91310DE9-EE7F-454B-9A4E-63E106549719}" type="parTrans" cxnId="{2843DE5C-2E57-49CD-B29C-3C4B70FA6C7A}">
      <dgm:prSet/>
      <dgm:spPr/>
      <dgm:t>
        <a:bodyPr/>
        <a:lstStyle/>
        <a:p>
          <a:endParaRPr lang="en-US"/>
        </a:p>
      </dgm:t>
    </dgm:pt>
    <dgm:pt modelId="{AED2F9C5-4D6A-4D43-A2BA-DDBD554A1F56}" type="sibTrans" cxnId="{2843DE5C-2E57-49CD-B29C-3C4B70FA6C7A}">
      <dgm:prSet/>
      <dgm:spPr/>
      <dgm:t>
        <a:bodyPr/>
        <a:lstStyle/>
        <a:p>
          <a:endParaRPr lang="en-US"/>
        </a:p>
      </dgm:t>
    </dgm:pt>
    <dgm:pt modelId="{663B2B25-D3BE-466A-AAC2-38636185F37F}">
      <dgm:prSet/>
      <dgm:spPr/>
      <dgm:t>
        <a:bodyPr/>
        <a:lstStyle/>
        <a:p>
          <a:r>
            <a:rPr lang="tr-TR"/>
            <a:t>&lt;Signature B&gt; &lt;Signature C&gt;.</a:t>
          </a:r>
          <a:endParaRPr lang="en-US"/>
        </a:p>
      </dgm:t>
    </dgm:pt>
    <dgm:pt modelId="{59EFCEE9-A472-4750-83E8-4725D4FD7EC7}" type="parTrans" cxnId="{05A26E0D-1D95-4E9F-AD85-A2181B38FF35}">
      <dgm:prSet/>
      <dgm:spPr/>
      <dgm:t>
        <a:bodyPr/>
        <a:lstStyle/>
        <a:p>
          <a:endParaRPr lang="en-US"/>
        </a:p>
      </dgm:t>
    </dgm:pt>
    <dgm:pt modelId="{DF73ECB0-079A-485E-92F4-5B87449A5624}" type="sibTrans" cxnId="{05A26E0D-1D95-4E9F-AD85-A2181B38FF35}">
      <dgm:prSet/>
      <dgm:spPr/>
      <dgm:t>
        <a:bodyPr/>
        <a:lstStyle/>
        <a:p>
          <a:endParaRPr lang="en-US"/>
        </a:p>
      </dgm:t>
    </dgm:pt>
    <dgm:pt modelId="{B7AC91C2-3EFF-4009-8D65-4D9BC0A757FF}">
      <dgm:prSet/>
      <dgm:spPr/>
      <dgm:t>
        <a:bodyPr/>
        <a:lstStyle/>
        <a:p>
          <a:r>
            <a:rPr lang="tr-TR" b="1"/>
            <a:t>0</a:t>
          </a:r>
          <a:r>
            <a:rPr lang="tr-TR"/>
            <a:t> &lt;Signature B&gt; &lt;Signature C&gt;</a:t>
          </a:r>
          <a:endParaRPr lang="en-US"/>
        </a:p>
      </dgm:t>
    </dgm:pt>
    <dgm:pt modelId="{2D330E9D-96D4-4536-9D8C-D26ED726E1E7}" type="parTrans" cxnId="{9244D954-BC10-47D3-84E1-28915FB0DB38}">
      <dgm:prSet/>
      <dgm:spPr/>
      <dgm:t>
        <a:bodyPr/>
        <a:lstStyle/>
        <a:p>
          <a:endParaRPr lang="en-US"/>
        </a:p>
      </dgm:t>
    </dgm:pt>
    <dgm:pt modelId="{9DB5473F-5295-4BC7-A39E-CE4944FBE520}" type="sibTrans" cxnId="{9244D954-BC10-47D3-84E1-28915FB0DB38}">
      <dgm:prSet/>
      <dgm:spPr/>
      <dgm:t>
        <a:bodyPr/>
        <a:lstStyle/>
        <a:p>
          <a:endParaRPr lang="en-US"/>
        </a:p>
      </dgm:t>
    </dgm:pt>
    <dgm:pt modelId="{480B2836-FC7F-4135-A00C-560E2A1800DD}">
      <dgm:prSet/>
      <dgm:spPr/>
      <dgm:t>
        <a:bodyPr/>
        <a:lstStyle/>
        <a:p>
          <a:r>
            <a:rPr lang="tr-TR"/>
            <a:t>instead it is </a:t>
          </a:r>
          <a:endParaRPr lang="en-US"/>
        </a:p>
      </dgm:t>
    </dgm:pt>
    <dgm:pt modelId="{1BBC1BDE-DCA2-477B-B231-9DF6645C5B58}" type="parTrans" cxnId="{B9CD55AF-94C5-492A-B66B-8EE42D5CF355}">
      <dgm:prSet/>
      <dgm:spPr/>
      <dgm:t>
        <a:bodyPr/>
        <a:lstStyle/>
        <a:p>
          <a:endParaRPr lang="en-US"/>
        </a:p>
      </dgm:t>
    </dgm:pt>
    <dgm:pt modelId="{B80DE9FB-F2F3-4A59-8021-8D63342AB0C2}" type="sibTrans" cxnId="{B9CD55AF-94C5-492A-B66B-8EE42D5CF355}">
      <dgm:prSet/>
      <dgm:spPr/>
      <dgm:t>
        <a:bodyPr/>
        <a:lstStyle/>
        <a:p>
          <a:endParaRPr lang="en-US"/>
        </a:p>
      </dgm:t>
    </dgm:pt>
    <dgm:pt modelId="{BA6D48B6-F719-42C7-A47E-849C0EA21FCB}" type="pres">
      <dgm:prSet presAssocID="{FF4DA71E-5347-449C-86E6-F375A8831795}" presName="linear" presStyleCnt="0">
        <dgm:presLayoutVars>
          <dgm:animLvl val="lvl"/>
          <dgm:resizeHandles val="exact"/>
        </dgm:presLayoutVars>
      </dgm:prSet>
      <dgm:spPr/>
    </dgm:pt>
    <dgm:pt modelId="{DC394675-238D-4614-BA53-91FD2DDF4BD3}" type="pres">
      <dgm:prSet presAssocID="{47726B7F-4979-4A1B-A44D-E8B2B4BBB189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05DE6E58-E2D7-4A5B-9896-A97C065275D4}" type="pres">
      <dgm:prSet presAssocID="{47726B7F-4979-4A1B-A44D-E8B2B4BBB189}" presName="childText" presStyleLbl="revTx" presStyleIdx="0" presStyleCnt="3">
        <dgm:presLayoutVars>
          <dgm:bulletEnabled val="1"/>
        </dgm:presLayoutVars>
      </dgm:prSet>
      <dgm:spPr/>
    </dgm:pt>
    <dgm:pt modelId="{020C7150-E2C2-4D35-AD92-410E70566812}" type="pres">
      <dgm:prSet presAssocID="{8E422D6E-4AAB-4EA1-8B53-3D1BF791E788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E5B23679-30C4-4E6D-95B4-FB1988D8FB6A}" type="pres">
      <dgm:prSet presAssocID="{8E422D6E-4AAB-4EA1-8B53-3D1BF791E788}" presName="childText" presStyleLbl="revTx" presStyleIdx="1" presStyleCnt="3">
        <dgm:presLayoutVars>
          <dgm:bulletEnabled val="1"/>
        </dgm:presLayoutVars>
      </dgm:prSet>
      <dgm:spPr/>
    </dgm:pt>
    <dgm:pt modelId="{FAB3C618-B7E5-4272-90BF-3A9B52FEB472}" type="pres">
      <dgm:prSet presAssocID="{B7AC91C2-3EFF-4009-8D65-4D9BC0A757FF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346A7240-A670-4741-B25A-041A3AD46CEC}" type="pres">
      <dgm:prSet presAssocID="{B7AC91C2-3EFF-4009-8D65-4D9BC0A757FF}" presName="childText" presStyleLbl="revTx" presStyleIdx="2" presStyleCnt="3">
        <dgm:presLayoutVars>
          <dgm:bulletEnabled val="1"/>
        </dgm:presLayoutVars>
      </dgm:prSet>
      <dgm:spPr/>
    </dgm:pt>
  </dgm:ptLst>
  <dgm:cxnLst>
    <dgm:cxn modelId="{12A35104-61FC-4038-A12C-1C38849323CD}" srcId="{47726B7F-4979-4A1B-A44D-E8B2B4BBB189}" destId="{1DDA5EB1-6AB0-4584-A09F-A8EBABAB9233}" srcOrd="1" destOrd="0" parTransId="{8EE6E04B-BA18-4371-AF5F-1EB00AB51B00}" sibTransId="{DD088E32-9F09-4054-A671-BAD01569B602}"/>
    <dgm:cxn modelId="{05A26E0D-1D95-4E9F-AD85-A2181B38FF35}" srcId="{8E422D6E-4AAB-4EA1-8B53-3D1BF791E788}" destId="{663B2B25-D3BE-466A-AAC2-38636185F37F}" srcOrd="1" destOrd="0" parTransId="{59EFCEE9-A472-4750-83E8-4725D4FD7EC7}" sibTransId="{DF73ECB0-079A-485E-92F4-5B87449A5624}"/>
    <dgm:cxn modelId="{ECE9FC12-D2F7-415B-94F6-C9042B47F365}" type="presOf" srcId="{8E422D6E-4AAB-4EA1-8B53-3D1BF791E788}" destId="{020C7150-E2C2-4D35-AD92-410E70566812}" srcOrd="0" destOrd="0" presId="urn:microsoft.com/office/officeart/2005/8/layout/vList2"/>
    <dgm:cxn modelId="{E7A19935-4456-4B9A-8A8B-BDEC4734F01A}" type="presOf" srcId="{FF4DA71E-5347-449C-86E6-F375A8831795}" destId="{BA6D48B6-F719-42C7-A47E-849C0EA21FCB}" srcOrd="0" destOrd="0" presId="urn:microsoft.com/office/officeart/2005/8/layout/vList2"/>
    <dgm:cxn modelId="{2843DE5C-2E57-49CD-B29C-3C4B70FA6C7A}" srcId="{8E422D6E-4AAB-4EA1-8B53-3D1BF791E788}" destId="{84DC0D4D-D5E1-4438-91AD-F0FACCC859EB}" srcOrd="0" destOrd="0" parTransId="{91310DE9-EE7F-454B-9A4E-63E106549719}" sibTransId="{AED2F9C5-4D6A-4D43-A2BA-DDBD554A1F56}"/>
    <dgm:cxn modelId="{6F068C44-E240-42E0-B0FA-4C3C4EC22786}" srcId="{FF4DA71E-5347-449C-86E6-F375A8831795}" destId="{8E422D6E-4AAB-4EA1-8B53-3D1BF791E788}" srcOrd="1" destOrd="0" parTransId="{64D603BD-1933-4684-8835-C621FB0046BB}" sibTransId="{8B2759E8-2566-4FB9-B924-35916ED6B1D0}"/>
    <dgm:cxn modelId="{D7ED2673-11E2-4C5A-893B-CD4EAC9A34B9}" type="presOf" srcId="{480B2836-FC7F-4135-A00C-560E2A1800DD}" destId="{346A7240-A670-4741-B25A-041A3AD46CEC}" srcOrd="0" destOrd="0" presId="urn:microsoft.com/office/officeart/2005/8/layout/vList2"/>
    <dgm:cxn modelId="{9244D954-BC10-47D3-84E1-28915FB0DB38}" srcId="{FF4DA71E-5347-449C-86E6-F375A8831795}" destId="{B7AC91C2-3EFF-4009-8D65-4D9BC0A757FF}" srcOrd="2" destOrd="0" parTransId="{2D330E9D-96D4-4536-9D8C-D26ED726E1E7}" sibTransId="{9DB5473F-5295-4BC7-A39E-CE4944FBE520}"/>
    <dgm:cxn modelId="{92688B79-4CBD-4125-AC05-A3BBA5320D27}" type="presOf" srcId="{47726B7F-4979-4A1B-A44D-E8B2B4BBB189}" destId="{DC394675-238D-4614-BA53-91FD2DDF4BD3}" srcOrd="0" destOrd="0" presId="urn:microsoft.com/office/officeart/2005/8/layout/vList2"/>
    <dgm:cxn modelId="{F3BF7C7F-9874-492B-B103-1A4A76FA7AFF}" type="presOf" srcId="{B7AC91C2-3EFF-4009-8D65-4D9BC0A757FF}" destId="{FAB3C618-B7E5-4272-90BF-3A9B52FEB472}" srcOrd="0" destOrd="0" presId="urn:microsoft.com/office/officeart/2005/8/layout/vList2"/>
    <dgm:cxn modelId="{7B9C5D91-B3BD-4C2D-82BF-FE332D61513D}" srcId="{FF4DA71E-5347-449C-86E6-F375A8831795}" destId="{47726B7F-4979-4A1B-A44D-E8B2B4BBB189}" srcOrd="0" destOrd="0" parTransId="{AA6D6290-60FF-45D8-8C25-FB3FEC603007}" sibTransId="{F5DE84BC-EE30-42BD-9407-F277F85383CB}"/>
    <dgm:cxn modelId="{DB9501A8-3834-4B0D-BB66-29DFF686A41F}" type="presOf" srcId="{84DC0D4D-D5E1-4438-91AD-F0FACCC859EB}" destId="{E5B23679-30C4-4E6D-95B4-FB1988D8FB6A}" srcOrd="0" destOrd="0" presId="urn:microsoft.com/office/officeart/2005/8/layout/vList2"/>
    <dgm:cxn modelId="{B9CD55AF-94C5-492A-B66B-8EE42D5CF355}" srcId="{B7AC91C2-3EFF-4009-8D65-4D9BC0A757FF}" destId="{480B2836-FC7F-4135-A00C-560E2A1800DD}" srcOrd="0" destOrd="0" parTransId="{1BBC1BDE-DCA2-477B-B231-9DF6645C5B58}" sibTransId="{B80DE9FB-F2F3-4A59-8021-8D63342AB0C2}"/>
    <dgm:cxn modelId="{826B05B0-D955-462C-A442-FF3B0549C6CC}" srcId="{47726B7F-4979-4A1B-A44D-E8B2B4BBB189}" destId="{7FF53E9B-E02B-48F5-928A-9E500EC63B66}" srcOrd="0" destOrd="0" parTransId="{AA77F27A-028B-4687-9167-B5622AD13C3D}" sibTransId="{3CA036F3-1A00-43A2-AA99-BD6F0902AB9C}"/>
    <dgm:cxn modelId="{A8E9F2D7-572A-4A41-9B64-1C1ED5037B8D}" type="presOf" srcId="{7FF53E9B-E02B-48F5-928A-9E500EC63B66}" destId="{05DE6E58-E2D7-4A5B-9896-A97C065275D4}" srcOrd="0" destOrd="0" presId="urn:microsoft.com/office/officeart/2005/8/layout/vList2"/>
    <dgm:cxn modelId="{E843FFE4-2176-4F33-8E6E-94C247FEF125}" type="presOf" srcId="{1DDA5EB1-6AB0-4584-A09F-A8EBABAB9233}" destId="{05DE6E58-E2D7-4A5B-9896-A97C065275D4}" srcOrd="0" destOrd="1" presId="urn:microsoft.com/office/officeart/2005/8/layout/vList2"/>
    <dgm:cxn modelId="{D6AA3EEF-00BA-446F-B9BD-9E387A8BA139}" type="presOf" srcId="{663B2B25-D3BE-466A-AAC2-38636185F37F}" destId="{E5B23679-30C4-4E6D-95B4-FB1988D8FB6A}" srcOrd="0" destOrd="1" presId="urn:microsoft.com/office/officeart/2005/8/layout/vList2"/>
    <dgm:cxn modelId="{64A45F00-2B17-49D7-BC52-C8D5CC38D1FC}" type="presParOf" srcId="{BA6D48B6-F719-42C7-A47E-849C0EA21FCB}" destId="{DC394675-238D-4614-BA53-91FD2DDF4BD3}" srcOrd="0" destOrd="0" presId="urn:microsoft.com/office/officeart/2005/8/layout/vList2"/>
    <dgm:cxn modelId="{EE4CCF39-E492-4467-9BF1-7427BA20D544}" type="presParOf" srcId="{BA6D48B6-F719-42C7-A47E-849C0EA21FCB}" destId="{05DE6E58-E2D7-4A5B-9896-A97C065275D4}" srcOrd="1" destOrd="0" presId="urn:microsoft.com/office/officeart/2005/8/layout/vList2"/>
    <dgm:cxn modelId="{0329569C-E42A-4ACE-B65E-94F920E68649}" type="presParOf" srcId="{BA6D48B6-F719-42C7-A47E-849C0EA21FCB}" destId="{020C7150-E2C2-4D35-AD92-410E70566812}" srcOrd="2" destOrd="0" presId="urn:microsoft.com/office/officeart/2005/8/layout/vList2"/>
    <dgm:cxn modelId="{9C3F620F-112B-4443-9B76-CAAC789D2B3A}" type="presParOf" srcId="{BA6D48B6-F719-42C7-A47E-849C0EA21FCB}" destId="{E5B23679-30C4-4E6D-95B4-FB1988D8FB6A}" srcOrd="3" destOrd="0" presId="urn:microsoft.com/office/officeart/2005/8/layout/vList2"/>
    <dgm:cxn modelId="{450C4B32-AC1A-4928-8644-E9155CDE9A64}" type="presParOf" srcId="{BA6D48B6-F719-42C7-A47E-849C0EA21FCB}" destId="{FAB3C618-B7E5-4272-90BF-3A9B52FEB472}" srcOrd="4" destOrd="0" presId="urn:microsoft.com/office/officeart/2005/8/layout/vList2"/>
    <dgm:cxn modelId="{F40FFC83-CAE3-4472-BE83-6CF439B48CA6}" type="presParOf" srcId="{BA6D48B6-F719-42C7-A47E-849C0EA21FCB}" destId="{346A7240-A670-4741-B25A-041A3AD46CEC}" srcOrd="5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.xml><?xml version="1.0" encoding="utf-8"?>
<dgm:dataModel xmlns:dgm="http://schemas.openxmlformats.org/drawingml/2006/diagram" xmlns:a="http://schemas.openxmlformats.org/drawingml/2006/main">
  <dgm:ptLst>
    <dgm:pt modelId="{7D2815FD-AB5C-4142-9A0B-D3546245E00C}" type="doc">
      <dgm:prSet loTypeId="urn:microsoft.com/office/officeart/2005/8/layout/vList5" loCatId="list" qsTypeId="urn:microsoft.com/office/officeart/2005/8/quickstyle/simple1" qsCatId="simple" csTypeId="urn:microsoft.com/office/officeart/2005/8/colors/colorful5" csCatId="colorful"/>
      <dgm:spPr/>
      <dgm:t>
        <a:bodyPr/>
        <a:lstStyle/>
        <a:p>
          <a:endParaRPr lang="en-US"/>
        </a:p>
      </dgm:t>
    </dgm:pt>
    <dgm:pt modelId="{FE2DB50D-8663-4766-9D19-217239C61459}">
      <dgm:prSet/>
      <dgm:spPr/>
      <dgm:t>
        <a:bodyPr/>
        <a:lstStyle/>
        <a:p>
          <a:r>
            <a:rPr lang="en-US"/>
            <a:t>2012 </a:t>
          </a:r>
        </a:p>
      </dgm:t>
    </dgm:pt>
    <dgm:pt modelId="{73989E2A-FA4D-4F53-9306-4F1BB6CA6C40}" type="parTrans" cxnId="{A1C9C0AB-A189-4B97-8DCB-658DF9B15B54}">
      <dgm:prSet/>
      <dgm:spPr/>
      <dgm:t>
        <a:bodyPr/>
        <a:lstStyle/>
        <a:p>
          <a:endParaRPr lang="en-US"/>
        </a:p>
      </dgm:t>
    </dgm:pt>
    <dgm:pt modelId="{6C5E7856-6220-4D99-8AAC-7643AAA1F731}" type="sibTrans" cxnId="{A1C9C0AB-A189-4B97-8DCB-658DF9B15B54}">
      <dgm:prSet/>
      <dgm:spPr/>
      <dgm:t>
        <a:bodyPr/>
        <a:lstStyle/>
        <a:p>
          <a:endParaRPr lang="en-US"/>
        </a:p>
      </dgm:t>
    </dgm:pt>
    <dgm:pt modelId="{3158CB07-B92E-45C8-B6F9-5B7D7D621C22}">
      <dgm:prSet/>
      <dgm:spPr/>
      <dgm:t>
        <a:bodyPr/>
        <a:lstStyle/>
        <a:p>
          <a:r>
            <a:rPr lang="en-US"/>
            <a:t>was introduced in 2012 </a:t>
          </a:r>
        </a:p>
      </dgm:t>
    </dgm:pt>
    <dgm:pt modelId="{8C7FB81F-C560-4D38-878F-3BDC5B6F7C60}" type="parTrans" cxnId="{E91F0038-BE12-45EF-9514-8D2BA583F42A}">
      <dgm:prSet/>
      <dgm:spPr/>
      <dgm:t>
        <a:bodyPr/>
        <a:lstStyle/>
        <a:p>
          <a:endParaRPr lang="en-US"/>
        </a:p>
      </dgm:t>
    </dgm:pt>
    <dgm:pt modelId="{42604D25-3521-4A99-92EE-19263A23B382}" type="sibTrans" cxnId="{E91F0038-BE12-45EF-9514-8D2BA583F42A}">
      <dgm:prSet/>
      <dgm:spPr/>
      <dgm:t>
        <a:bodyPr/>
        <a:lstStyle/>
        <a:p>
          <a:endParaRPr lang="en-US"/>
        </a:p>
      </dgm:t>
    </dgm:pt>
    <dgm:pt modelId="{D008F15E-4CA1-447C-92F2-CBB9FF2B17CC}">
      <dgm:prSet/>
      <dgm:spPr/>
      <dgm:t>
        <a:bodyPr/>
        <a:lstStyle/>
        <a:p>
          <a:r>
            <a:rPr lang="en-US"/>
            <a:t>as a powerful new type of transaction</a:t>
          </a:r>
          <a:r>
            <a:rPr lang="tr-TR"/>
            <a:t> </a:t>
          </a:r>
          <a:endParaRPr lang="en-US"/>
        </a:p>
      </dgm:t>
    </dgm:pt>
    <dgm:pt modelId="{24CA8E68-77AD-4E8C-BAFC-216A430978D6}" type="parTrans" cxnId="{44E57E26-C017-4ECB-BB6B-BF8450572B50}">
      <dgm:prSet/>
      <dgm:spPr/>
      <dgm:t>
        <a:bodyPr/>
        <a:lstStyle/>
        <a:p>
          <a:endParaRPr lang="en-US"/>
        </a:p>
      </dgm:t>
    </dgm:pt>
    <dgm:pt modelId="{B86056AE-9568-4E39-8F7B-4CC480DFF8AB}" type="sibTrans" cxnId="{44E57E26-C017-4ECB-BB6B-BF8450572B50}">
      <dgm:prSet/>
      <dgm:spPr/>
      <dgm:t>
        <a:bodyPr/>
        <a:lstStyle/>
        <a:p>
          <a:endParaRPr lang="en-US"/>
        </a:p>
      </dgm:t>
    </dgm:pt>
    <dgm:pt modelId="{5A2D00D9-DEA4-4948-A769-EAB7662047D1}">
      <dgm:prSet/>
      <dgm:spPr/>
      <dgm:t>
        <a:bodyPr/>
        <a:lstStyle/>
        <a:p>
          <a:r>
            <a:rPr lang="en-US"/>
            <a:t>greatly simplifies </a:t>
          </a:r>
        </a:p>
      </dgm:t>
    </dgm:pt>
    <dgm:pt modelId="{3AD37730-617C-4631-98CB-8490948C612F}" type="parTrans" cxnId="{DE25ADA3-A06C-4974-8D4F-2207B5E9AFFC}">
      <dgm:prSet/>
      <dgm:spPr/>
      <dgm:t>
        <a:bodyPr/>
        <a:lstStyle/>
        <a:p>
          <a:endParaRPr lang="en-US"/>
        </a:p>
      </dgm:t>
    </dgm:pt>
    <dgm:pt modelId="{1B5F12BC-80F8-4C11-839C-41906512CA1C}" type="sibTrans" cxnId="{DE25ADA3-A06C-4974-8D4F-2207B5E9AFFC}">
      <dgm:prSet/>
      <dgm:spPr/>
      <dgm:t>
        <a:bodyPr/>
        <a:lstStyle/>
        <a:p>
          <a:endParaRPr lang="en-US"/>
        </a:p>
      </dgm:t>
    </dgm:pt>
    <dgm:pt modelId="{E5DA650B-B1C7-4C8C-95EB-D47ADB2A71B5}">
      <dgm:prSet/>
      <dgm:spPr/>
      <dgm:t>
        <a:bodyPr/>
        <a:lstStyle/>
        <a:p>
          <a:r>
            <a:rPr lang="en-US"/>
            <a:t>the use of complex transaction scripts</a:t>
          </a:r>
        </a:p>
      </dgm:t>
    </dgm:pt>
    <dgm:pt modelId="{159E1F5B-9CCE-4C84-B54A-E89EA08E4568}" type="parTrans" cxnId="{858EEAF1-1079-478A-B7E0-8BCF9F68930E}">
      <dgm:prSet/>
      <dgm:spPr/>
      <dgm:t>
        <a:bodyPr/>
        <a:lstStyle/>
        <a:p>
          <a:endParaRPr lang="en-US"/>
        </a:p>
      </dgm:t>
    </dgm:pt>
    <dgm:pt modelId="{40517601-092A-4FB6-BC74-77B8A18BC01B}" type="sibTrans" cxnId="{858EEAF1-1079-478A-B7E0-8BCF9F68930E}">
      <dgm:prSet/>
      <dgm:spPr/>
      <dgm:t>
        <a:bodyPr/>
        <a:lstStyle/>
        <a:p>
          <a:endParaRPr lang="en-US"/>
        </a:p>
      </dgm:t>
    </dgm:pt>
    <dgm:pt modelId="{3F0757D3-5D5E-4D4F-9137-2893EC8C2ACD}">
      <dgm:prSet/>
      <dgm:spPr/>
      <dgm:t>
        <a:bodyPr/>
        <a:lstStyle/>
        <a:p>
          <a:r>
            <a:rPr lang="en-US"/>
            <a:t>P2SH was developed</a:t>
          </a:r>
        </a:p>
      </dgm:t>
    </dgm:pt>
    <dgm:pt modelId="{488DF9AF-F563-4411-8632-D3297D05BD40}" type="parTrans" cxnId="{923DA625-8852-45E3-8490-D845BCC75CEE}">
      <dgm:prSet/>
      <dgm:spPr/>
      <dgm:t>
        <a:bodyPr/>
        <a:lstStyle/>
        <a:p>
          <a:endParaRPr lang="en-US"/>
        </a:p>
      </dgm:t>
    </dgm:pt>
    <dgm:pt modelId="{3DC5E2DF-A411-469A-A5D3-3B74973AD690}" type="sibTrans" cxnId="{923DA625-8852-45E3-8490-D845BCC75CEE}">
      <dgm:prSet/>
      <dgm:spPr/>
      <dgm:t>
        <a:bodyPr/>
        <a:lstStyle/>
        <a:p>
          <a:endParaRPr lang="en-US"/>
        </a:p>
      </dgm:t>
    </dgm:pt>
    <dgm:pt modelId="{33C1BAAB-528A-4702-A535-96485312A9F5}">
      <dgm:prSet/>
      <dgm:spPr/>
      <dgm:t>
        <a:bodyPr/>
        <a:lstStyle/>
        <a:p>
          <a:r>
            <a:rPr lang="en-US"/>
            <a:t>to resolve practical difficulties </a:t>
          </a:r>
        </a:p>
      </dgm:t>
    </dgm:pt>
    <dgm:pt modelId="{3E828E43-4285-43C8-BA20-1DB046C71B97}" type="parTrans" cxnId="{DE74E667-3C1D-4BED-90AB-FBF12D8DABC7}">
      <dgm:prSet/>
      <dgm:spPr/>
      <dgm:t>
        <a:bodyPr/>
        <a:lstStyle/>
        <a:p>
          <a:endParaRPr lang="en-US"/>
        </a:p>
      </dgm:t>
    </dgm:pt>
    <dgm:pt modelId="{5F85B05E-99B0-4429-82D8-67EE6210690E}" type="sibTrans" cxnId="{DE74E667-3C1D-4BED-90AB-FBF12D8DABC7}">
      <dgm:prSet/>
      <dgm:spPr/>
      <dgm:t>
        <a:bodyPr/>
        <a:lstStyle/>
        <a:p>
          <a:endParaRPr lang="en-US"/>
        </a:p>
      </dgm:t>
    </dgm:pt>
    <dgm:pt modelId="{09BE6957-7088-41A1-A6E9-886E4C2C8FDA}">
      <dgm:prSet/>
      <dgm:spPr/>
      <dgm:t>
        <a:bodyPr/>
        <a:lstStyle/>
        <a:p>
          <a:r>
            <a:rPr lang="en-US"/>
            <a:t>and to make the use of</a:t>
          </a:r>
          <a:r>
            <a:rPr lang="tr-TR"/>
            <a:t> </a:t>
          </a:r>
          <a:r>
            <a:rPr lang="en-US"/>
            <a:t>complex scripts </a:t>
          </a:r>
        </a:p>
      </dgm:t>
    </dgm:pt>
    <dgm:pt modelId="{A456C2DE-489A-42DE-9C17-97C9BDB58AE3}" type="parTrans" cxnId="{10067550-5F66-4E76-BDF2-BEE176199F0C}">
      <dgm:prSet/>
      <dgm:spPr/>
      <dgm:t>
        <a:bodyPr/>
        <a:lstStyle/>
        <a:p>
          <a:endParaRPr lang="en-US"/>
        </a:p>
      </dgm:t>
    </dgm:pt>
    <dgm:pt modelId="{08B65374-87FA-43E2-B365-CBB00B3AE00C}" type="sibTrans" cxnId="{10067550-5F66-4E76-BDF2-BEE176199F0C}">
      <dgm:prSet/>
      <dgm:spPr/>
      <dgm:t>
        <a:bodyPr/>
        <a:lstStyle/>
        <a:p>
          <a:endParaRPr lang="en-US"/>
        </a:p>
      </dgm:t>
    </dgm:pt>
    <dgm:pt modelId="{07A8953A-4421-4D39-A88D-EA0298FF2F45}">
      <dgm:prSet/>
      <dgm:spPr/>
      <dgm:t>
        <a:bodyPr/>
        <a:lstStyle/>
        <a:p>
          <a:r>
            <a:rPr lang="en-US"/>
            <a:t>Fingerprint</a:t>
          </a:r>
        </a:p>
      </dgm:t>
    </dgm:pt>
    <dgm:pt modelId="{143603F7-E6CB-4ABA-8E6F-5F5A415B62A3}" type="parTrans" cxnId="{55591370-8161-4B81-B605-814C261F404B}">
      <dgm:prSet/>
      <dgm:spPr/>
      <dgm:t>
        <a:bodyPr/>
        <a:lstStyle/>
        <a:p>
          <a:endParaRPr lang="en-US"/>
        </a:p>
      </dgm:t>
    </dgm:pt>
    <dgm:pt modelId="{0979A1E1-BE20-44B8-AD0E-8B08DF2B68D9}" type="sibTrans" cxnId="{55591370-8161-4B81-B605-814C261F404B}">
      <dgm:prSet/>
      <dgm:spPr/>
      <dgm:t>
        <a:bodyPr/>
        <a:lstStyle/>
        <a:p>
          <a:endParaRPr lang="en-US"/>
        </a:p>
      </dgm:t>
    </dgm:pt>
    <dgm:pt modelId="{28B714C1-42CC-4D36-8AA4-F6C7C74BD491}">
      <dgm:prSet/>
      <dgm:spPr/>
      <dgm:t>
        <a:bodyPr/>
        <a:lstStyle/>
        <a:p>
          <a:r>
            <a:rPr lang="en-US"/>
            <a:t>With P2SH payments, the</a:t>
          </a:r>
          <a:r>
            <a:rPr lang="tr-TR"/>
            <a:t> </a:t>
          </a:r>
          <a:r>
            <a:rPr lang="en-US"/>
            <a:t>complex locking script is replaced </a:t>
          </a:r>
        </a:p>
      </dgm:t>
    </dgm:pt>
    <dgm:pt modelId="{1DF9EF25-A7B1-44F6-9992-920CEB5A4D17}" type="parTrans" cxnId="{EBA6B9A3-26E3-41DC-A89B-5C1AB771149D}">
      <dgm:prSet/>
      <dgm:spPr/>
      <dgm:t>
        <a:bodyPr/>
        <a:lstStyle/>
        <a:p>
          <a:endParaRPr lang="en-US"/>
        </a:p>
      </dgm:t>
    </dgm:pt>
    <dgm:pt modelId="{B26D0E52-F8BF-4BA5-BDCA-925683927F63}" type="sibTrans" cxnId="{EBA6B9A3-26E3-41DC-A89B-5C1AB771149D}">
      <dgm:prSet/>
      <dgm:spPr/>
      <dgm:t>
        <a:bodyPr/>
        <a:lstStyle/>
        <a:p>
          <a:endParaRPr lang="en-US"/>
        </a:p>
      </dgm:t>
    </dgm:pt>
    <dgm:pt modelId="{74B9DB04-739D-4CE8-A967-2FD3F9592301}">
      <dgm:prSet/>
      <dgm:spPr/>
      <dgm:t>
        <a:bodyPr/>
        <a:lstStyle/>
        <a:p>
          <a:r>
            <a:rPr lang="en-US"/>
            <a:t>with its digital fingerprint, a cryptographic hash.</a:t>
          </a:r>
        </a:p>
      </dgm:t>
    </dgm:pt>
    <dgm:pt modelId="{59B793CD-4672-49B3-BEF0-5E76CB353B71}" type="parTrans" cxnId="{F0460E19-999D-47B0-B473-615FA45BDDB0}">
      <dgm:prSet/>
      <dgm:spPr/>
      <dgm:t>
        <a:bodyPr/>
        <a:lstStyle/>
        <a:p>
          <a:endParaRPr lang="en-US"/>
        </a:p>
      </dgm:t>
    </dgm:pt>
    <dgm:pt modelId="{74F8C4C0-4848-4AA7-BD72-D91E74F2C417}" type="sibTrans" cxnId="{F0460E19-999D-47B0-B473-615FA45BDDB0}">
      <dgm:prSet/>
      <dgm:spPr/>
      <dgm:t>
        <a:bodyPr/>
        <a:lstStyle/>
        <a:p>
          <a:endParaRPr lang="en-US"/>
        </a:p>
      </dgm:t>
    </dgm:pt>
    <dgm:pt modelId="{C30498E4-18AC-48F9-AC60-B65DB683598F}" type="pres">
      <dgm:prSet presAssocID="{7D2815FD-AB5C-4142-9A0B-D3546245E00C}" presName="Name0" presStyleCnt="0">
        <dgm:presLayoutVars>
          <dgm:dir/>
          <dgm:animLvl val="lvl"/>
          <dgm:resizeHandles val="exact"/>
        </dgm:presLayoutVars>
      </dgm:prSet>
      <dgm:spPr/>
    </dgm:pt>
    <dgm:pt modelId="{FE400270-1C94-49C2-8248-BEFD3688C725}" type="pres">
      <dgm:prSet presAssocID="{FE2DB50D-8663-4766-9D19-217239C61459}" presName="linNode" presStyleCnt="0"/>
      <dgm:spPr/>
    </dgm:pt>
    <dgm:pt modelId="{F0556C03-399A-40FF-82EC-456CE1ED5C00}" type="pres">
      <dgm:prSet presAssocID="{FE2DB50D-8663-4766-9D19-217239C61459}" presName="parentText" presStyleLbl="node1" presStyleIdx="0" presStyleCnt="4">
        <dgm:presLayoutVars>
          <dgm:chMax val="1"/>
          <dgm:bulletEnabled val="1"/>
        </dgm:presLayoutVars>
      </dgm:prSet>
      <dgm:spPr/>
    </dgm:pt>
    <dgm:pt modelId="{0E6814A7-8B66-46DE-BA1B-492C5AA886F0}" type="pres">
      <dgm:prSet presAssocID="{FE2DB50D-8663-4766-9D19-217239C61459}" presName="descendantText" presStyleLbl="alignAccFollowNode1" presStyleIdx="0" presStyleCnt="4">
        <dgm:presLayoutVars>
          <dgm:bulletEnabled val="1"/>
        </dgm:presLayoutVars>
      </dgm:prSet>
      <dgm:spPr/>
    </dgm:pt>
    <dgm:pt modelId="{ACDBF32D-684A-46AB-AA2B-B9CA70D5BFA4}" type="pres">
      <dgm:prSet presAssocID="{6C5E7856-6220-4D99-8AAC-7643AAA1F731}" presName="sp" presStyleCnt="0"/>
      <dgm:spPr/>
    </dgm:pt>
    <dgm:pt modelId="{00251062-99B6-426C-999E-3F61037F0087}" type="pres">
      <dgm:prSet presAssocID="{5A2D00D9-DEA4-4948-A769-EAB7662047D1}" presName="linNode" presStyleCnt="0"/>
      <dgm:spPr/>
    </dgm:pt>
    <dgm:pt modelId="{1682F274-37E9-445F-86C4-7D359179B1F7}" type="pres">
      <dgm:prSet presAssocID="{5A2D00D9-DEA4-4948-A769-EAB7662047D1}" presName="parentText" presStyleLbl="node1" presStyleIdx="1" presStyleCnt="4">
        <dgm:presLayoutVars>
          <dgm:chMax val="1"/>
          <dgm:bulletEnabled val="1"/>
        </dgm:presLayoutVars>
      </dgm:prSet>
      <dgm:spPr/>
    </dgm:pt>
    <dgm:pt modelId="{CFAF0685-D39A-4D30-BA99-B895C5438722}" type="pres">
      <dgm:prSet presAssocID="{5A2D00D9-DEA4-4948-A769-EAB7662047D1}" presName="descendantText" presStyleLbl="alignAccFollowNode1" presStyleIdx="1" presStyleCnt="4">
        <dgm:presLayoutVars>
          <dgm:bulletEnabled val="1"/>
        </dgm:presLayoutVars>
      </dgm:prSet>
      <dgm:spPr/>
    </dgm:pt>
    <dgm:pt modelId="{A24F19F9-7D33-4AAB-B685-96A91E98E019}" type="pres">
      <dgm:prSet presAssocID="{1B5F12BC-80F8-4C11-839C-41906512CA1C}" presName="sp" presStyleCnt="0"/>
      <dgm:spPr/>
    </dgm:pt>
    <dgm:pt modelId="{C3D83F08-62DF-4A04-A726-E1F054234F0B}" type="pres">
      <dgm:prSet presAssocID="{3F0757D3-5D5E-4D4F-9137-2893EC8C2ACD}" presName="linNode" presStyleCnt="0"/>
      <dgm:spPr/>
    </dgm:pt>
    <dgm:pt modelId="{77670278-BF7D-4D90-A84D-C58A94FF633A}" type="pres">
      <dgm:prSet presAssocID="{3F0757D3-5D5E-4D4F-9137-2893EC8C2ACD}" presName="parentText" presStyleLbl="node1" presStyleIdx="2" presStyleCnt="4">
        <dgm:presLayoutVars>
          <dgm:chMax val="1"/>
          <dgm:bulletEnabled val="1"/>
        </dgm:presLayoutVars>
      </dgm:prSet>
      <dgm:spPr/>
    </dgm:pt>
    <dgm:pt modelId="{448BE7B6-4228-44E9-AD24-AFA71C2EC921}" type="pres">
      <dgm:prSet presAssocID="{3F0757D3-5D5E-4D4F-9137-2893EC8C2ACD}" presName="descendantText" presStyleLbl="alignAccFollowNode1" presStyleIdx="2" presStyleCnt="4">
        <dgm:presLayoutVars>
          <dgm:bulletEnabled val="1"/>
        </dgm:presLayoutVars>
      </dgm:prSet>
      <dgm:spPr/>
    </dgm:pt>
    <dgm:pt modelId="{72894AF9-5ECA-4028-BE05-A7E9F15F57CA}" type="pres">
      <dgm:prSet presAssocID="{3DC5E2DF-A411-469A-A5D3-3B74973AD690}" presName="sp" presStyleCnt="0"/>
      <dgm:spPr/>
    </dgm:pt>
    <dgm:pt modelId="{8E90E951-A144-476C-93CB-F2E540596268}" type="pres">
      <dgm:prSet presAssocID="{07A8953A-4421-4D39-A88D-EA0298FF2F45}" presName="linNode" presStyleCnt="0"/>
      <dgm:spPr/>
    </dgm:pt>
    <dgm:pt modelId="{7B29CFE6-54B5-4B45-A1C6-3CAF3F3C64AB}" type="pres">
      <dgm:prSet presAssocID="{07A8953A-4421-4D39-A88D-EA0298FF2F45}" presName="parentText" presStyleLbl="node1" presStyleIdx="3" presStyleCnt="4">
        <dgm:presLayoutVars>
          <dgm:chMax val="1"/>
          <dgm:bulletEnabled val="1"/>
        </dgm:presLayoutVars>
      </dgm:prSet>
      <dgm:spPr/>
    </dgm:pt>
    <dgm:pt modelId="{1207BBDD-04FF-4EF3-89E7-467473BCB827}" type="pres">
      <dgm:prSet presAssocID="{07A8953A-4421-4D39-A88D-EA0298FF2F45}" presName="descendantText" presStyleLbl="alignAccFollowNode1" presStyleIdx="3" presStyleCnt="4">
        <dgm:presLayoutVars>
          <dgm:bulletEnabled val="1"/>
        </dgm:presLayoutVars>
      </dgm:prSet>
      <dgm:spPr/>
    </dgm:pt>
  </dgm:ptLst>
  <dgm:cxnLst>
    <dgm:cxn modelId="{7281FB02-BCD0-4E8F-9BC3-6BE5909F15F8}" type="presOf" srcId="{28B714C1-42CC-4D36-8AA4-F6C7C74BD491}" destId="{1207BBDD-04FF-4EF3-89E7-467473BCB827}" srcOrd="0" destOrd="0" presId="urn:microsoft.com/office/officeart/2005/8/layout/vList5"/>
    <dgm:cxn modelId="{D4F42816-3E8B-448C-AD1D-DDEBF5447561}" type="presOf" srcId="{D008F15E-4CA1-447C-92F2-CBB9FF2B17CC}" destId="{0E6814A7-8B66-46DE-BA1B-492C5AA886F0}" srcOrd="0" destOrd="1" presId="urn:microsoft.com/office/officeart/2005/8/layout/vList5"/>
    <dgm:cxn modelId="{F0460E19-999D-47B0-B473-615FA45BDDB0}" srcId="{07A8953A-4421-4D39-A88D-EA0298FF2F45}" destId="{74B9DB04-739D-4CE8-A967-2FD3F9592301}" srcOrd="1" destOrd="0" parTransId="{59B793CD-4672-49B3-BEF0-5E76CB353B71}" sibTransId="{74F8C4C0-4848-4AA7-BD72-D91E74F2C417}"/>
    <dgm:cxn modelId="{923DA625-8852-45E3-8490-D845BCC75CEE}" srcId="{7D2815FD-AB5C-4142-9A0B-D3546245E00C}" destId="{3F0757D3-5D5E-4D4F-9137-2893EC8C2ACD}" srcOrd="2" destOrd="0" parTransId="{488DF9AF-F563-4411-8632-D3297D05BD40}" sibTransId="{3DC5E2DF-A411-469A-A5D3-3B74973AD690}"/>
    <dgm:cxn modelId="{44E57E26-C017-4ECB-BB6B-BF8450572B50}" srcId="{FE2DB50D-8663-4766-9D19-217239C61459}" destId="{D008F15E-4CA1-447C-92F2-CBB9FF2B17CC}" srcOrd="1" destOrd="0" parTransId="{24CA8E68-77AD-4E8C-BAFC-216A430978D6}" sibTransId="{B86056AE-9568-4E39-8F7B-4CC480DFF8AB}"/>
    <dgm:cxn modelId="{78C30F32-D7F7-4466-A887-B0D28996D105}" type="presOf" srcId="{3F0757D3-5D5E-4D4F-9137-2893EC8C2ACD}" destId="{77670278-BF7D-4D90-A84D-C58A94FF633A}" srcOrd="0" destOrd="0" presId="urn:microsoft.com/office/officeart/2005/8/layout/vList5"/>
    <dgm:cxn modelId="{E91F0038-BE12-45EF-9514-8D2BA583F42A}" srcId="{FE2DB50D-8663-4766-9D19-217239C61459}" destId="{3158CB07-B92E-45C8-B6F9-5B7D7D621C22}" srcOrd="0" destOrd="0" parTransId="{8C7FB81F-C560-4D38-878F-3BDC5B6F7C60}" sibTransId="{42604D25-3521-4A99-92EE-19263A23B382}"/>
    <dgm:cxn modelId="{DE74E667-3C1D-4BED-90AB-FBF12D8DABC7}" srcId="{3F0757D3-5D5E-4D4F-9137-2893EC8C2ACD}" destId="{33C1BAAB-528A-4702-A535-96485312A9F5}" srcOrd="0" destOrd="0" parTransId="{3E828E43-4285-43C8-BA20-1DB046C71B97}" sibTransId="{5F85B05E-99B0-4429-82D8-67EE6210690E}"/>
    <dgm:cxn modelId="{C5239F4E-CD4C-4AEE-B5BB-D2FC2D87A598}" type="presOf" srcId="{7D2815FD-AB5C-4142-9A0B-D3546245E00C}" destId="{C30498E4-18AC-48F9-AC60-B65DB683598F}" srcOrd="0" destOrd="0" presId="urn:microsoft.com/office/officeart/2005/8/layout/vList5"/>
    <dgm:cxn modelId="{55591370-8161-4B81-B605-814C261F404B}" srcId="{7D2815FD-AB5C-4142-9A0B-D3546245E00C}" destId="{07A8953A-4421-4D39-A88D-EA0298FF2F45}" srcOrd="3" destOrd="0" parTransId="{143603F7-E6CB-4ABA-8E6F-5F5A415B62A3}" sibTransId="{0979A1E1-BE20-44B8-AD0E-8B08DF2B68D9}"/>
    <dgm:cxn modelId="{10067550-5F66-4E76-BDF2-BEE176199F0C}" srcId="{3F0757D3-5D5E-4D4F-9137-2893EC8C2ACD}" destId="{09BE6957-7088-41A1-A6E9-886E4C2C8FDA}" srcOrd="1" destOrd="0" parTransId="{A456C2DE-489A-42DE-9C17-97C9BDB58AE3}" sibTransId="{08B65374-87FA-43E2-B365-CBB00B3AE00C}"/>
    <dgm:cxn modelId="{6EA5B598-F772-4403-ABD1-46F61B5EFF33}" type="presOf" srcId="{FE2DB50D-8663-4766-9D19-217239C61459}" destId="{F0556C03-399A-40FF-82EC-456CE1ED5C00}" srcOrd="0" destOrd="0" presId="urn:microsoft.com/office/officeart/2005/8/layout/vList5"/>
    <dgm:cxn modelId="{6558629F-58CC-47C2-92D3-6964A27F10C0}" type="presOf" srcId="{E5DA650B-B1C7-4C8C-95EB-D47ADB2A71B5}" destId="{CFAF0685-D39A-4D30-BA99-B895C5438722}" srcOrd="0" destOrd="0" presId="urn:microsoft.com/office/officeart/2005/8/layout/vList5"/>
    <dgm:cxn modelId="{DE25ADA3-A06C-4974-8D4F-2207B5E9AFFC}" srcId="{7D2815FD-AB5C-4142-9A0B-D3546245E00C}" destId="{5A2D00D9-DEA4-4948-A769-EAB7662047D1}" srcOrd="1" destOrd="0" parTransId="{3AD37730-617C-4631-98CB-8490948C612F}" sibTransId="{1B5F12BC-80F8-4C11-839C-41906512CA1C}"/>
    <dgm:cxn modelId="{EBA6B9A3-26E3-41DC-A89B-5C1AB771149D}" srcId="{07A8953A-4421-4D39-A88D-EA0298FF2F45}" destId="{28B714C1-42CC-4D36-8AA4-F6C7C74BD491}" srcOrd="0" destOrd="0" parTransId="{1DF9EF25-A7B1-44F6-9992-920CEB5A4D17}" sibTransId="{B26D0E52-F8BF-4BA5-BDCA-925683927F63}"/>
    <dgm:cxn modelId="{4F2736AB-7468-4FDA-B958-D81CF249F0AB}" type="presOf" srcId="{07A8953A-4421-4D39-A88D-EA0298FF2F45}" destId="{7B29CFE6-54B5-4B45-A1C6-3CAF3F3C64AB}" srcOrd="0" destOrd="0" presId="urn:microsoft.com/office/officeart/2005/8/layout/vList5"/>
    <dgm:cxn modelId="{A1C9C0AB-A189-4B97-8DCB-658DF9B15B54}" srcId="{7D2815FD-AB5C-4142-9A0B-D3546245E00C}" destId="{FE2DB50D-8663-4766-9D19-217239C61459}" srcOrd="0" destOrd="0" parTransId="{73989E2A-FA4D-4F53-9306-4F1BB6CA6C40}" sibTransId="{6C5E7856-6220-4D99-8AAC-7643AAA1F731}"/>
    <dgm:cxn modelId="{631730AF-6402-4A2A-9122-BE26C3143969}" type="presOf" srcId="{33C1BAAB-528A-4702-A535-96485312A9F5}" destId="{448BE7B6-4228-44E9-AD24-AFA71C2EC921}" srcOrd="0" destOrd="0" presId="urn:microsoft.com/office/officeart/2005/8/layout/vList5"/>
    <dgm:cxn modelId="{1FD46CB7-2EB0-45D1-AADB-8FC66090E1FF}" type="presOf" srcId="{3158CB07-B92E-45C8-B6F9-5B7D7D621C22}" destId="{0E6814A7-8B66-46DE-BA1B-492C5AA886F0}" srcOrd="0" destOrd="0" presId="urn:microsoft.com/office/officeart/2005/8/layout/vList5"/>
    <dgm:cxn modelId="{BA007CB8-E86C-43B6-A8CF-693E0B5A57B9}" type="presOf" srcId="{09BE6957-7088-41A1-A6E9-886E4C2C8FDA}" destId="{448BE7B6-4228-44E9-AD24-AFA71C2EC921}" srcOrd="0" destOrd="1" presId="urn:microsoft.com/office/officeart/2005/8/layout/vList5"/>
    <dgm:cxn modelId="{309AC9BD-2497-4574-AA2C-2200B90C2CCE}" type="presOf" srcId="{5A2D00D9-DEA4-4948-A769-EAB7662047D1}" destId="{1682F274-37E9-445F-86C4-7D359179B1F7}" srcOrd="0" destOrd="0" presId="urn:microsoft.com/office/officeart/2005/8/layout/vList5"/>
    <dgm:cxn modelId="{858EEAF1-1079-478A-B7E0-8BCF9F68930E}" srcId="{5A2D00D9-DEA4-4948-A769-EAB7662047D1}" destId="{E5DA650B-B1C7-4C8C-95EB-D47ADB2A71B5}" srcOrd="0" destOrd="0" parTransId="{159E1F5B-9CCE-4C84-B54A-E89EA08E4568}" sibTransId="{40517601-092A-4FB6-BC74-77B8A18BC01B}"/>
    <dgm:cxn modelId="{2556F7F7-5FD3-4534-A48C-3ABFDEF83F3B}" type="presOf" srcId="{74B9DB04-739D-4CE8-A967-2FD3F9592301}" destId="{1207BBDD-04FF-4EF3-89E7-467473BCB827}" srcOrd="0" destOrd="1" presId="urn:microsoft.com/office/officeart/2005/8/layout/vList5"/>
    <dgm:cxn modelId="{5842AA6C-6657-4807-95C9-4029870FEA71}" type="presParOf" srcId="{C30498E4-18AC-48F9-AC60-B65DB683598F}" destId="{FE400270-1C94-49C2-8248-BEFD3688C725}" srcOrd="0" destOrd="0" presId="urn:microsoft.com/office/officeart/2005/8/layout/vList5"/>
    <dgm:cxn modelId="{D7116F6F-02A0-4342-8422-FAEE738CD036}" type="presParOf" srcId="{FE400270-1C94-49C2-8248-BEFD3688C725}" destId="{F0556C03-399A-40FF-82EC-456CE1ED5C00}" srcOrd="0" destOrd="0" presId="urn:microsoft.com/office/officeart/2005/8/layout/vList5"/>
    <dgm:cxn modelId="{C8947F88-7F5E-49B8-BA3B-69D312C3276E}" type="presParOf" srcId="{FE400270-1C94-49C2-8248-BEFD3688C725}" destId="{0E6814A7-8B66-46DE-BA1B-492C5AA886F0}" srcOrd="1" destOrd="0" presId="urn:microsoft.com/office/officeart/2005/8/layout/vList5"/>
    <dgm:cxn modelId="{14B9E32A-5D9E-4542-B093-58FFFB473D12}" type="presParOf" srcId="{C30498E4-18AC-48F9-AC60-B65DB683598F}" destId="{ACDBF32D-684A-46AB-AA2B-B9CA70D5BFA4}" srcOrd="1" destOrd="0" presId="urn:microsoft.com/office/officeart/2005/8/layout/vList5"/>
    <dgm:cxn modelId="{F2BAAB8A-8ED8-4BDB-AE98-F82EEC1DF7AE}" type="presParOf" srcId="{C30498E4-18AC-48F9-AC60-B65DB683598F}" destId="{00251062-99B6-426C-999E-3F61037F0087}" srcOrd="2" destOrd="0" presId="urn:microsoft.com/office/officeart/2005/8/layout/vList5"/>
    <dgm:cxn modelId="{D5891852-7C9D-4A9B-A33F-AB0EE0F054ED}" type="presParOf" srcId="{00251062-99B6-426C-999E-3F61037F0087}" destId="{1682F274-37E9-445F-86C4-7D359179B1F7}" srcOrd="0" destOrd="0" presId="urn:microsoft.com/office/officeart/2005/8/layout/vList5"/>
    <dgm:cxn modelId="{83785754-6ED9-40ED-BCA0-DC6AB2F815F9}" type="presParOf" srcId="{00251062-99B6-426C-999E-3F61037F0087}" destId="{CFAF0685-D39A-4D30-BA99-B895C5438722}" srcOrd="1" destOrd="0" presId="urn:microsoft.com/office/officeart/2005/8/layout/vList5"/>
    <dgm:cxn modelId="{7407F0E2-C208-4DD4-8DB1-A265CEA0CD33}" type="presParOf" srcId="{C30498E4-18AC-48F9-AC60-B65DB683598F}" destId="{A24F19F9-7D33-4AAB-B685-96A91E98E019}" srcOrd="3" destOrd="0" presId="urn:microsoft.com/office/officeart/2005/8/layout/vList5"/>
    <dgm:cxn modelId="{45E2ED22-F30B-49D6-94F9-D50D42596E01}" type="presParOf" srcId="{C30498E4-18AC-48F9-AC60-B65DB683598F}" destId="{C3D83F08-62DF-4A04-A726-E1F054234F0B}" srcOrd="4" destOrd="0" presId="urn:microsoft.com/office/officeart/2005/8/layout/vList5"/>
    <dgm:cxn modelId="{2901B4E8-E58A-468D-84C0-2183DBC80A5B}" type="presParOf" srcId="{C3D83F08-62DF-4A04-A726-E1F054234F0B}" destId="{77670278-BF7D-4D90-A84D-C58A94FF633A}" srcOrd="0" destOrd="0" presId="urn:microsoft.com/office/officeart/2005/8/layout/vList5"/>
    <dgm:cxn modelId="{43E512AB-6A9C-48F3-9027-B415074FA7F1}" type="presParOf" srcId="{C3D83F08-62DF-4A04-A726-E1F054234F0B}" destId="{448BE7B6-4228-44E9-AD24-AFA71C2EC921}" srcOrd="1" destOrd="0" presId="urn:microsoft.com/office/officeart/2005/8/layout/vList5"/>
    <dgm:cxn modelId="{EB4CA179-9D7B-45F1-9224-59AA60CE75E6}" type="presParOf" srcId="{C30498E4-18AC-48F9-AC60-B65DB683598F}" destId="{72894AF9-5ECA-4028-BE05-A7E9F15F57CA}" srcOrd="5" destOrd="0" presId="urn:microsoft.com/office/officeart/2005/8/layout/vList5"/>
    <dgm:cxn modelId="{DEC54BF3-5E54-4C64-832C-2F7908A3C769}" type="presParOf" srcId="{C30498E4-18AC-48F9-AC60-B65DB683598F}" destId="{8E90E951-A144-476C-93CB-F2E540596268}" srcOrd="6" destOrd="0" presId="urn:microsoft.com/office/officeart/2005/8/layout/vList5"/>
    <dgm:cxn modelId="{788BE8F5-2A33-48F3-8509-0AA3AC159D2B}" type="presParOf" srcId="{8E90E951-A144-476C-93CB-F2E540596268}" destId="{7B29CFE6-54B5-4B45-A1C6-3CAF3F3C64AB}" srcOrd="0" destOrd="0" presId="urn:microsoft.com/office/officeart/2005/8/layout/vList5"/>
    <dgm:cxn modelId="{48757D66-9CB7-47B5-AC5E-C58CB8C4319B}" type="presParOf" srcId="{8E90E951-A144-476C-93CB-F2E540596268}" destId="{1207BBDD-04FF-4EF3-89E7-467473BCB827}" srcOrd="1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.xml><?xml version="1.0" encoding="utf-8"?>
<dgm:dataModel xmlns:dgm="http://schemas.openxmlformats.org/drawingml/2006/diagram" xmlns:a="http://schemas.openxmlformats.org/drawingml/2006/main">
  <dgm:ptLst>
    <dgm:pt modelId="{2590BE95-9FFC-4DE9-91AF-9752E7CCFE16}" type="doc">
      <dgm:prSet loTypeId="urn:microsoft.com/office/officeart/2005/8/layout/vList2" loCatId="list" qsTypeId="urn:microsoft.com/office/officeart/2005/8/quickstyle/simple1" qsCatId="simple" csTypeId="urn:microsoft.com/office/officeart/2005/8/colors/colorful5" csCatId="colorful"/>
      <dgm:spPr/>
      <dgm:t>
        <a:bodyPr/>
        <a:lstStyle/>
        <a:p>
          <a:endParaRPr lang="en-US"/>
        </a:p>
      </dgm:t>
    </dgm:pt>
    <dgm:pt modelId="{850C0096-9A49-42FB-B7BB-0CC5A3CD33FF}">
      <dgm:prSet/>
      <dgm:spPr/>
      <dgm:t>
        <a:bodyPr/>
        <a:lstStyle/>
        <a:p>
          <a:r>
            <a:rPr lang="tr-TR"/>
            <a:t>Script matching the hash</a:t>
          </a:r>
          <a:endParaRPr lang="en-US"/>
        </a:p>
      </dgm:t>
    </dgm:pt>
    <dgm:pt modelId="{DD715F74-BCFE-45B3-89BF-DA8FB53597FA}" type="parTrans" cxnId="{6B5C0D87-61AA-4F59-80BC-54A8CABA29C1}">
      <dgm:prSet/>
      <dgm:spPr/>
      <dgm:t>
        <a:bodyPr/>
        <a:lstStyle/>
        <a:p>
          <a:endParaRPr lang="en-US"/>
        </a:p>
      </dgm:t>
    </dgm:pt>
    <dgm:pt modelId="{F54C391A-3B82-42AA-BC2F-FCDDCDF943B1}" type="sibTrans" cxnId="{6B5C0D87-61AA-4F59-80BC-54A8CABA29C1}">
      <dgm:prSet/>
      <dgm:spPr/>
      <dgm:t>
        <a:bodyPr/>
        <a:lstStyle/>
        <a:p>
          <a:endParaRPr lang="en-US"/>
        </a:p>
      </dgm:t>
    </dgm:pt>
    <dgm:pt modelId="{1BF8E823-2E81-44C1-9036-A4C921C38CEA}">
      <dgm:prSet/>
      <dgm:spPr/>
      <dgm:t>
        <a:bodyPr/>
        <a:lstStyle/>
        <a:p>
          <a:r>
            <a:rPr lang="en-US"/>
            <a:t>When a transaction attempting to spend the UTXO is presented later, </a:t>
          </a:r>
        </a:p>
      </dgm:t>
    </dgm:pt>
    <dgm:pt modelId="{222E67F5-898B-42F2-9135-F6724AFE9222}" type="parTrans" cxnId="{ACC8FDDF-E81E-47CB-B41F-7F664544D508}">
      <dgm:prSet/>
      <dgm:spPr/>
      <dgm:t>
        <a:bodyPr/>
        <a:lstStyle/>
        <a:p>
          <a:endParaRPr lang="en-US"/>
        </a:p>
      </dgm:t>
    </dgm:pt>
    <dgm:pt modelId="{9E1A3542-1BC1-410C-860F-6462E206C6D7}" type="sibTrans" cxnId="{ACC8FDDF-E81E-47CB-B41F-7F664544D508}">
      <dgm:prSet/>
      <dgm:spPr/>
      <dgm:t>
        <a:bodyPr/>
        <a:lstStyle/>
        <a:p>
          <a:endParaRPr lang="en-US"/>
        </a:p>
      </dgm:t>
    </dgm:pt>
    <dgm:pt modelId="{D74DF529-FDC1-40BE-9A38-6E40FE3A2031}">
      <dgm:prSet/>
      <dgm:spPr/>
      <dgm:t>
        <a:bodyPr/>
        <a:lstStyle/>
        <a:p>
          <a:r>
            <a:rPr lang="en-US"/>
            <a:t>it must contain</a:t>
          </a:r>
          <a:r>
            <a:rPr lang="tr-TR"/>
            <a:t> </a:t>
          </a:r>
          <a:r>
            <a:rPr lang="en-US"/>
            <a:t>the script that matches the hash, </a:t>
          </a:r>
        </a:p>
      </dgm:t>
    </dgm:pt>
    <dgm:pt modelId="{6F4FB3A7-AD69-4F2B-8E39-2BE2BBEFA64A}" type="parTrans" cxnId="{629CE946-A03F-40C9-9675-DC458B11FF1B}">
      <dgm:prSet/>
      <dgm:spPr/>
      <dgm:t>
        <a:bodyPr/>
        <a:lstStyle/>
        <a:p>
          <a:endParaRPr lang="en-US"/>
        </a:p>
      </dgm:t>
    </dgm:pt>
    <dgm:pt modelId="{306F15E1-5FC7-44E6-864C-ACA9AC65B434}" type="sibTrans" cxnId="{629CE946-A03F-40C9-9675-DC458B11FF1B}">
      <dgm:prSet/>
      <dgm:spPr/>
      <dgm:t>
        <a:bodyPr/>
        <a:lstStyle/>
        <a:p>
          <a:endParaRPr lang="en-US"/>
        </a:p>
      </dgm:t>
    </dgm:pt>
    <dgm:pt modelId="{B8C24C2F-D5E3-4B1E-8178-FCC907000FA9}">
      <dgm:prSet/>
      <dgm:spPr/>
      <dgm:t>
        <a:bodyPr/>
        <a:lstStyle/>
        <a:p>
          <a:r>
            <a:rPr lang="en-US"/>
            <a:t>in addition to the unlocking script</a:t>
          </a:r>
        </a:p>
      </dgm:t>
    </dgm:pt>
    <dgm:pt modelId="{83A1F7F1-465D-43DF-AB33-F5888C20CB52}" type="parTrans" cxnId="{CC9E46ED-6F21-4A86-B909-BD053674E611}">
      <dgm:prSet/>
      <dgm:spPr/>
      <dgm:t>
        <a:bodyPr/>
        <a:lstStyle/>
        <a:p>
          <a:endParaRPr lang="en-US"/>
        </a:p>
      </dgm:t>
    </dgm:pt>
    <dgm:pt modelId="{DDD348DA-5346-480A-9258-7163DC2095A0}" type="sibTrans" cxnId="{CC9E46ED-6F21-4A86-B909-BD053674E611}">
      <dgm:prSet/>
      <dgm:spPr/>
      <dgm:t>
        <a:bodyPr/>
        <a:lstStyle/>
        <a:p>
          <a:endParaRPr lang="en-US"/>
        </a:p>
      </dgm:t>
    </dgm:pt>
    <dgm:pt modelId="{7471F3EA-206A-4A3C-BB74-916F907E2B85}">
      <dgm:prSet/>
      <dgm:spPr/>
      <dgm:t>
        <a:bodyPr/>
        <a:lstStyle/>
        <a:p>
          <a:r>
            <a:rPr lang="en-US"/>
            <a:t>P2SH means </a:t>
          </a:r>
        </a:p>
      </dgm:t>
    </dgm:pt>
    <dgm:pt modelId="{81DCAE1E-354B-45BB-A9E1-6417F8006E24}" type="parTrans" cxnId="{0E174839-980E-45A6-B389-D5B556E85895}">
      <dgm:prSet/>
      <dgm:spPr/>
      <dgm:t>
        <a:bodyPr/>
        <a:lstStyle/>
        <a:p>
          <a:endParaRPr lang="en-US"/>
        </a:p>
      </dgm:t>
    </dgm:pt>
    <dgm:pt modelId="{19AC5412-DDFC-4E7C-94B6-8142D7923056}" type="sibTrans" cxnId="{0E174839-980E-45A6-B389-D5B556E85895}">
      <dgm:prSet/>
      <dgm:spPr/>
      <dgm:t>
        <a:bodyPr/>
        <a:lstStyle/>
        <a:p>
          <a:endParaRPr lang="en-US"/>
        </a:p>
      </dgm:t>
    </dgm:pt>
    <dgm:pt modelId="{723C5466-98BE-4B77-87B3-63A715086A45}">
      <dgm:prSet/>
      <dgm:spPr/>
      <dgm:t>
        <a:bodyPr/>
        <a:lstStyle/>
        <a:p>
          <a:r>
            <a:rPr lang="tr-TR"/>
            <a:t>«</a:t>
          </a:r>
          <a:r>
            <a:rPr lang="en-US" b="1"/>
            <a:t>pay to a script matching this hash</a:t>
          </a:r>
          <a:r>
            <a:rPr lang="tr-TR"/>
            <a:t>»</a:t>
          </a:r>
          <a:r>
            <a:rPr lang="en-US"/>
            <a:t>, </a:t>
          </a:r>
        </a:p>
      </dgm:t>
    </dgm:pt>
    <dgm:pt modelId="{149C5E3F-CFB5-40F5-9D71-A4FF387FACCA}" type="parTrans" cxnId="{9672626E-C574-4E39-A289-B7FCDF34B41B}">
      <dgm:prSet/>
      <dgm:spPr/>
      <dgm:t>
        <a:bodyPr/>
        <a:lstStyle/>
        <a:p>
          <a:endParaRPr lang="en-US"/>
        </a:p>
      </dgm:t>
    </dgm:pt>
    <dgm:pt modelId="{83D4EAC1-630C-439B-B096-4BF254EB0E15}" type="sibTrans" cxnId="{9672626E-C574-4E39-A289-B7FCDF34B41B}">
      <dgm:prSet/>
      <dgm:spPr/>
      <dgm:t>
        <a:bodyPr/>
        <a:lstStyle/>
        <a:p>
          <a:endParaRPr lang="en-US"/>
        </a:p>
      </dgm:t>
    </dgm:pt>
    <dgm:pt modelId="{1902334B-ECC6-452F-B467-C37FCF204D9C}">
      <dgm:prSet/>
      <dgm:spPr/>
      <dgm:t>
        <a:bodyPr/>
        <a:lstStyle/>
        <a:p>
          <a:r>
            <a:rPr lang="tr-TR"/>
            <a:t>Presented later</a:t>
          </a:r>
          <a:endParaRPr lang="en-US"/>
        </a:p>
      </dgm:t>
    </dgm:pt>
    <dgm:pt modelId="{F4EBCCE1-F9CE-4AE8-8568-8AB5A34F088E}" type="parTrans" cxnId="{407B6462-650A-4801-A470-A3DB6253206B}">
      <dgm:prSet/>
      <dgm:spPr/>
      <dgm:t>
        <a:bodyPr/>
        <a:lstStyle/>
        <a:p>
          <a:endParaRPr lang="en-US"/>
        </a:p>
      </dgm:t>
    </dgm:pt>
    <dgm:pt modelId="{9BD2E2CF-F88A-4F0C-B8C5-5309E727B348}" type="sibTrans" cxnId="{407B6462-650A-4801-A470-A3DB6253206B}">
      <dgm:prSet/>
      <dgm:spPr/>
      <dgm:t>
        <a:bodyPr/>
        <a:lstStyle/>
        <a:p>
          <a:endParaRPr lang="en-US"/>
        </a:p>
      </dgm:t>
    </dgm:pt>
    <dgm:pt modelId="{08EF0CB0-9740-4C6C-A5CD-6AC4D5F1BC9C}">
      <dgm:prSet/>
      <dgm:spPr/>
      <dgm:t>
        <a:bodyPr/>
        <a:lstStyle/>
        <a:p>
          <a:r>
            <a:rPr lang="en-US"/>
            <a:t>a script that will be presented </a:t>
          </a:r>
        </a:p>
      </dgm:t>
    </dgm:pt>
    <dgm:pt modelId="{82F7A8CC-A3F8-4E67-B3BE-77D33A5FCC82}" type="parTrans" cxnId="{1ABC25D1-3BE6-4698-B97D-B8F43F88FC7A}">
      <dgm:prSet/>
      <dgm:spPr/>
      <dgm:t>
        <a:bodyPr/>
        <a:lstStyle/>
        <a:p>
          <a:endParaRPr lang="en-US"/>
        </a:p>
      </dgm:t>
    </dgm:pt>
    <dgm:pt modelId="{2A058291-29CD-4A7A-8F70-E30328258E3F}" type="sibTrans" cxnId="{1ABC25D1-3BE6-4698-B97D-B8F43F88FC7A}">
      <dgm:prSet/>
      <dgm:spPr/>
      <dgm:t>
        <a:bodyPr/>
        <a:lstStyle/>
        <a:p>
          <a:endParaRPr lang="en-US"/>
        </a:p>
      </dgm:t>
    </dgm:pt>
    <dgm:pt modelId="{FC7C1202-D3FC-40F6-84A3-AAB3CC061DC3}">
      <dgm:prSet/>
      <dgm:spPr/>
      <dgm:t>
        <a:bodyPr/>
        <a:lstStyle/>
        <a:p>
          <a:r>
            <a:rPr lang="en-US"/>
            <a:t>later</a:t>
          </a:r>
          <a:r>
            <a:rPr lang="tr-TR"/>
            <a:t> </a:t>
          </a:r>
          <a:r>
            <a:rPr lang="en-US"/>
            <a:t>when this output is spent.</a:t>
          </a:r>
        </a:p>
      </dgm:t>
    </dgm:pt>
    <dgm:pt modelId="{D3CF198C-3F85-401D-A45B-4905879641ED}" type="parTrans" cxnId="{E5A4A430-4B31-43CD-8560-99BEB0B48C4A}">
      <dgm:prSet/>
      <dgm:spPr/>
      <dgm:t>
        <a:bodyPr/>
        <a:lstStyle/>
        <a:p>
          <a:endParaRPr lang="en-US"/>
        </a:p>
      </dgm:t>
    </dgm:pt>
    <dgm:pt modelId="{67A30455-9639-46B5-A375-668FDAC0D0CD}" type="sibTrans" cxnId="{E5A4A430-4B31-43CD-8560-99BEB0B48C4A}">
      <dgm:prSet/>
      <dgm:spPr/>
      <dgm:t>
        <a:bodyPr/>
        <a:lstStyle/>
        <a:p>
          <a:endParaRPr lang="en-US"/>
        </a:p>
      </dgm:t>
    </dgm:pt>
    <dgm:pt modelId="{7EBB52CB-BADE-4A45-B2D1-53046F91CDCF}" type="pres">
      <dgm:prSet presAssocID="{2590BE95-9FFC-4DE9-91AF-9752E7CCFE16}" presName="linear" presStyleCnt="0">
        <dgm:presLayoutVars>
          <dgm:animLvl val="lvl"/>
          <dgm:resizeHandles val="exact"/>
        </dgm:presLayoutVars>
      </dgm:prSet>
      <dgm:spPr/>
    </dgm:pt>
    <dgm:pt modelId="{D139A65A-6716-42DC-B7BF-DCDBA29CB1B7}" type="pres">
      <dgm:prSet presAssocID="{850C0096-9A49-42FB-B7BB-0CC5A3CD33FF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6E4C3E26-4215-4E1C-9354-38E50F64C1F6}" type="pres">
      <dgm:prSet presAssocID="{850C0096-9A49-42FB-B7BB-0CC5A3CD33FF}" presName="childText" presStyleLbl="revTx" presStyleIdx="0" presStyleCnt="3">
        <dgm:presLayoutVars>
          <dgm:bulletEnabled val="1"/>
        </dgm:presLayoutVars>
      </dgm:prSet>
      <dgm:spPr/>
    </dgm:pt>
    <dgm:pt modelId="{1996F226-3D88-4A47-9FB5-C3BC44E989F4}" type="pres">
      <dgm:prSet presAssocID="{7471F3EA-206A-4A3C-BB74-916F907E2B85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8AC4F126-AE59-4112-A434-3AC453F051B9}" type="pres">
      <dgm:prSet presAssocID="{7471F3EA-206A-4A3C-BB74-916F907E2B85}" presName="childText" presStyleLbl="revTx" presStyleIdx="1" presStyleCnt="3">
        <dgm:presLayoutVars>
          <dgm:bulletEnabled val="1"/>
        </dgm:presLayoutVars>
      </dgm:prSet>
      <dgm:spPr/>
    </dgm:pt>
    <dgm:pt modelId="{31DD0F22-7C02-4B37-A42F-971C9ACD5684}" type="pres">
      <dgm:prSet presAssocID="{1902334B-ECC6-452F-B467-C37FCF204D9C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FC7D1BD9-DCF2-494B-A381-F1B8358FE10E}" type="pres">
      <dgm:prSet presAssocID="{1902334B-ECC6-452F-B467-C37FCF204D9C}" presName="childText" presStyleLbl="revTx" presStyleIdx="2" presStyleCnt="3">
        <dgm:presLayoutVars>
          <dgm:bulletEnabled val="1"/>
        </dgm:presLayoutVars>
      </dgm:prSet>
      <dgm:spPr/>
    </dgm:pt>
  </dgm:ptLst>
  <dgm:cxnLst>
    <dgm:cxn modelId="{E5A4A430-4B31-43CD-8560-99BEB0B48C4A}" srcId="{1902334B-ECC6-452F-B467-C37FCF204D9C}" destId="{FC7C1202-D3FC-40F6-84A3-AAB3CC061DC3}" srcOrd="1" destOrd="0" parTransId="{D3CF198C-3F85-401D-A45B-4905879641ED}" sibTransId="{67A30455-9639-46B5-A375-668FDAC0D0CD}"/>
    <dgm:cxn modelId="{0E174839-980E-45A6-B389-D5B556E85895}" srcId="{2590BE95-9FFC-4DE9-91AF-9752E7CCFE16}" destId="{7471F3EA-206A-4A3C-BB74-916F907E2B85}" srcOrd="1" destOrd="0" parTransId="{81DCAE1E-354B-45BB-A9E1-6417F8006E24}" sibTransId="{19AC5412-DDFC-4E7C-94B6-8142D7923056}"/>
    <dgm:cxn modelId="{407B6462-650A-4801-A470-A3DB6253206B}" srcId="{2590BE95-9FFC-4DE9-91AF-9752E7CCFE16}" destId="{1902334B-ECC6-452F-B467-C37FCF204D9C}" srcOrd="2" destOrd="0" parTransId="{F4EBCCE1-F9CE-4AE8-8568-8AB5A34F088E}" sibTransId="{9BD2E2CF-F88A-4F0C-B8C5-5309E727B348}"/>
    <dgm:cxn modelId="{A3046063-AC42-4093-8291-1D57A9FAE4F0}" type="presOf" srcId="{B8C24C2F-D5E3-4B1E-8178-FCC907000FA9}" destId="{6E4C3E26-4215-4E1C-9354-38E50F64C1F6}" srcOrd="0" destOrd="2" presId="urn:microsoft.com/office/officeart/2005/8/layout/vList2"/>
    <dgm:cxn modelId="{629CE946-A03F-40C9-9675-DC458B11FF1B}" srcId="{850C0096-9A49-42FB-B7BB-0CC5A3CD33FF}" destId="{D74DF529-FDC1-40BE-9A38-6E40FE3A2031}" srcOrd="1" destOrd="0" parTransId="{6F4FB3A7-AD69-4F2B-8E39-2BE2BBEFA64A}" sibTransId="{306F15E1-5FC7-44E6-864C-ACA9AC65B434}"/>
    <dgm:cxn modelId="{6CFCFE66-0C17-442F-AEF4-F0E3CF2E9250}" type="presOf" srcId="{08EF0CB0-9740-4C6C-A5CD-6AC4D5F1BC9C}" destId="{FC7D1BD9-DCF2-494B-A381-F1B8358FE10E}" srcOrd="0" destOrd="0" presId="urn:microsoft.com/office/officeart/2005/8/layout/vList2"/>
    <dgm:cxn modelId="{8B8B354B-8D9F-4A2D-8995-F063CC247366}" type="presOf" srcId="{1BF8E823-2E81-44C1-9036-A4C921C38CEA}" destId="{6E4C3E26-4215-4E1C-9354-38E50F64C1F6}" srcOrd="0" destOrd="0" presId="urn:microsoft.com/office/officeart/2005/8/layout/vList2"/>
    <dgm:cxn modelId="{9672626E-C574-4E39-A289-B7FCDF34B41B}" srcId="{7471F3EA-206A-4A3C-BB74-916F907E2B85}" destId="{723C5466-98BE-4B77-87B3-63A715086A45}" srcOrd="0" destOrd="0" parTransId="{149C5E3F-CFB5-40F5-9D71-A4FF387FACCA}" sibTransId="{83D4EAC1-630C-439B-B096-4BF254EB0E15}"/>
    <dgm:cxn modelId="{95FE9556-628F-411C-9E4E-CE1F80DF7810}" type="presOf" srcId="{D74DF529-FDC1-40BE-9A38-6E40FE3A2031}" destId="{6E4C3E26-4215-4E1C-9354-38E50F64C1F6}" srcOrd="0" destOrd="1" presId="urn:microsoft.com/office/officeart/2005/8/layout/vList2"/>
    <dgm:cxn modelId="{01C7507D-6A72-4274-8D61-71BA0C042627}" type="presOf" srcId="{723C5466-98BE-4B77-87B3-63A715086A45}" destId="{8AC4F126-AE59-4112-A434-3AC453F051B9}" srcOrd="0" destOrd="0" presId="urn:microsoft.com/office/officeart/2005/8/layout/vList2"/>
    <dgm:cxn modelId="{6B5C0D87-61AA-4F59-80BC-54A8CABA29C1}" srcId="{2590BE95-9FFC-4DE9-91AF-9752E7CCFE16}" destId="{850C0096-9A49-42FB-B7BB-0CC5A3CD33FF}" srcOrd="0" destOrd="0" parTransId="{DD715F74-BCFE-45B3-89BF-DA8FB53597FA}" sibTransId="{F54C391A-3B82-42AA-BC2F-FCDDCDF943B1}"/>
    <dgm:cxn modelId="{E8FC96AA-4A45-4F7E-AD40-7A64C932D9F0}" type="presOf" srcId="{850C0096-9A49-42FB-B7BB-0CC5A3CD33FF}" destId="{D139A65A-6716-42DC-B7BF-DCDBA29CB1B7}" srcOrd="0" destOrd="0" presId="urn:microsoft.com/office/officeart/2005/8/layout/vList2"/>
    <dgm:cxn modelId="{9CA8A0C7-1F04-4071-AB98-887E6E177D73}" type="presOf" srcId="{1902334B-ECC6-452F-B467-C37FCF204D9C}" destId="{31DD0F22-7C02-4B37-A42F-971C9ACD5684}" srcOrd="0" destOrd="0" presId="urn:microsoft.com/office/officeart/2005/8/layout/vList2"/>
    <dgm:cxn modelId="{1ABC25D1-3BE6-4698-B97D-B8F43F88FC7A}" srcId="{1902334B-ECC6-452F-B467-C37FCF204D9C}" destId="{08EF0CB0-9740-4C6C-A5CD-6AC4D5F1BC9C}" srcOrd="0" destOrd="0" parTransId="{82F7A8CC-A3F8-4E67-B3BE-77D33A5FCC82}" sibTransId="{2A058291-29CD-4A7A-8F70-E30328258E3F}"/>
    <dgm:cxn modelId="{6B3D8BD4-7614-4D84-B7E4-18EEEB79156A}" type="presOf" srcId="{7471F3EA-206A-4A3C-BB74-916F907E2B85}" destId="{1996F226-3D88-4A47-9FB5-C3BC44E989F4}" srcOrd="0" destOrd="0" presId="urn:microsoft.com/office/officeart/2005/8/layout/vList2"/>
    <dgm:cxn modelId="{ACC8FDDF-E81E-47CB-B41F-7F664544D508}" srcId="{850C0096-9A49-42FB-B7BB-0CC5A3CD33FF}" destId="{1BF8E823-2E81-44C1-9036-A4C921C38CEA}" srcOrd="0" destOrd="0" parTransId="{222E67F5-898B-42F2-9135-F6724AFE9222}" sibTransId="{9E1A3542-1BC1-410C-860F-6462E206C6D7}"/>
    <dgm:cxn modelId="{CC9E46ED-6F21-4A86-B909-BD053674E611}" srcId="{850C0096-9A49-42FB-B7BB-0CC5A3CD33FF}" destId="{B8C24C2F-D5E3-4B1E-8178-FCC907000FA9}" srcOrd="2" destOrd="0" parTransId="{83A1F7F1-465D-43DF-AB33-F5888C20CB52}" sibTransId="{DDD348DA-5346-480A-9258-7163DC2095A0}"/>
    <dgm:cxn modelId="{936E44F4-B922-4DCB-A7E3-DA3925E32047}" type="presOf" srcId="{2590BE95-9FFC-4DE9-91AF-9752E7CCFE16}" destId="{7EBB52CB-BADE-4A45-B2D1-53046F91CDCF}" srcOrd="0" destOrd="0" presId="urn:microsoft.com/office/officeart/2005/8/layout/vList2"/>
    <dgm:cxn modelId="{0B2E8EF8-1D44-485B-827F-62BD07839084}" type="presOf" srcId="{FC7C1202-D3FC-40F6-84A3-AAB3CC061DC3}" destId="{FC7D1BD9-DCF2-494B-A381-F1B8358FE10E}" srcOrd="0" destOrd="1" presId="urn:microsoft.com/office/officeart/2005/8/layout/vList2"/>
    <dgm:cxn modelId="{9A6C173B-C408-4D27-9F7D-37CEE088BCCB}" type="presParOf" srcId="{7EBB52CB-BADE-4A45-B2D1-53046F91CDCF}" destId="{D139A65A-6716-42DC-B7BF-DCDBA29CB1B7}" srcOrd="0" destOrd="0" presId="urn:microsoft.com/office/officeart/2005/8/layout/vList2"/>
    <dgm:cxn modelId="{38095B8A-5B72-4B61-938F-2A825D239897}" type="presParOf" srcId="{7EBB52CB-BADE-4A45-B2D1-53046F91CDCF}" destId="{6E4C3E26-4215-4E1C-9354-38E50F64C1F6}" srcOrd="1" destOrd="0" presId="urn:microsoft.com/office/officeart/2005/8/layout/vList2"/>
    <dgm:cxn modelId="{23628537-B8F0-4E48-ACB1-DDB4A89B36ED}" type="presParOf" srcId="{7EBB52CB-BADE-4A45-B2D1-53046F91CDCF}" destId="{1996F226-3D88-4A47-9FB5-C3BC44E989F4}" srcOrd="2" destOrd="0" presId="urn:microsoft.com/office/officeart/2005/8/layout/vList2"/>
    <dgm:cxn modelId="{FC2C28DA-3DD4-4D73-A86A-7706BE4D86E8}" type="presParOf" srcId="{7EBB52CB-BADE-4A45-B2D1-53046F91CDCF}" destId="{8AC4F126-AE59-4112-A434-3AC453F051B9}" srcOrd="3" destOrd="0" presId="urn:microsoft.com/office/officeart/2005/8/layout/vList2"/>
    <dgm:cxn modelId="{51A8DE1B-810A-47A0-9A8D-A1ACCA73D7D4}" type="presParOf" srcId="{7EBB52CB-BADE-4A45-B2D1-53046F91CDCF}" destId="{31DD0F22-7C02-4B37-A42F-971C9ACD5684}" srcOrd="4" destOrd="0" presId="urn:microsoft.com/office/officeart/2005/8/layout/vList2"/>
    <dgm:cxn modelId="{4A02BF45-DE3F-4750-B2E7-8B492C187C17}" type="presParOf" srcId="{7EBB52CB-BADE-4A45-B2D1-53046F91CDCF}" destId="{FC7D1BD9-DCF2-494B-A381-F1B8358FE10E}" srcOrd="5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.xml><?xml version="1.0" encoding="utf-8"?>
<dgm:dataModel xmlns:dgm="http://schemas.openxmlformats.org/drawingml/2006/diagram" xmlns:a="http://schemas.openxmlformats.org/drawingml/2006/main">
  <dgm:ptLst>
    <dgm:pt modelId="{4B271CB3-3A29-4913-9B35-DE452310515C}" type="doc">
      <dgm:prSet loTypeId="urn:microsoft.com/office/officeart/2005/8/layout/vList2" loCatId="list" qsTypeId="urn:microsoft.com/office/officeart/2005/8/quickstyle/simple1" qsCatId="simple" csTypeId="urn:microsoft.com/office/officeart/2005/8/colors/colorful5" csCatId="colorful"/>
      <dgm:spPr/>
      <dgm:t>
        <a:bodyPr/>
        <a:lstStyle/>
        <a:p>
          <a:endParaRPr lang="en-US"/>
        </a:p>
      </dgm:t>
    </dgm:pt>
    <dgm:pt modelId="{58B4B234-37E6-42F8-9E6A-E87D30049E7F}">
      <dgm:prSet/>
      <dgm:spPr/>
      <dgm:t>
        <a:bodyPr/>
        <a:lstStyle/>
        <a:p>
          <a:r>
            <a:rPr lang="en-US" i="1"/>
            <a:t>redeem script </a:t>
          </a:r>
          <a:endParaRPr lang="en-US"/>
        </a:p>
      </dgm:t>
    </dgm:pt>
    <dgm:pt modelId="{4D106410-5BA7-4016-95E2-708507709BE8}" type="parTrans" cxnId="{A79D2BA8-5C56-4B44-9E78-EAE7E74A1A02}">
      <dgm:prSet/>
      <dgm:spPr/>
      <dgm:t>
        <a:bodyPr/>
        <a:lstStyle/>
        <a:p>
          <a:endParaRPr lang="en-US"/>
        </a:p>
      </dgm:t>
    </dgm:pt>
    <dgm:pt modelId="{9F59FCED-F6FE-4C3C-A186-FEAE7D383B90}" type="sibTrans" cxnId="{A79D2BA8-5C56-4B44-9E78-EAE7E74A1A02}">
      <dgm:prSet/>
      <dgm:spPr/>
      <dgm:t>
        <a:bodyPr/>
        <a:lstStyle/>
        <a:p>
          <a:endParaRPr lang="en-US"/>
        </a:p>
      </dgm:t>
    </dgm:pt>
    <dgm:pt modelId="{B681235A-893D-4545-80A4-1298BB9B30E0}">
      <dgm:prSet/>
      <dgm:spPr/>
      <dgm:t>
        <a:bodyPr/>
        <a:lstStyle/>
        <a:p>
          <a:r>
            <a:rPr lang="en-US"/>
            <a:t>In P2SH transactions, the locking script that is replaced by a hash</a:t>
          </a:r>
        </a:p>
      </dgm:t>
    </dgm:pt>
    <dgm:pt modelId="{A76D2C1A-9597-408F-A260-8A3E312E9703}" type="parTrans" cxnId="{3E2EC26D-DDAF-47A8-8CE6-6E247D8450C4}">
      <dgm:prSet/>
      <dgm:spPr/>
      <dgm:t>
        <a:bodyPr/>
        <a:lstStyle/>
        <a:p>
          <a:endParaRPr lang="en-US"/>
        </a:p>
      </dgm:t>
    </dgm:pt>
    <dgm:pt modelId="{F1882AAA-C386-4D52-B8DB-B997D4E10D19}" type="sibTrans" cxnId="{3E2EC26D-DDAF-47A8-8CE6-6E247D8450C4}">
      <dgm:prSet/>
      <dgm:spPr/>
      <dgm:t>
        <a:bodyPr/>
        <a:lstStyle/>
        <a:p>
          <a:endParaRPr lang="en-US"/>
        </a:p>
      </dgm:t>
    </dgm:pt>
    <dgm:pt modelId="{F98BBA16-D820-41A0-9F33-6371A430F6C4}">
      <dgm:prSet/>
      <dgm:spPr/>
      <dgm:t>
        <a:bodyPr/>
        <a:lstStyle/>
        <a:p>
          <a:r>
            <a:rPr lang="en-US"/>
            <a:t>is referred to as the</a:t>
          </a:r>
          <a:r>
            <a:rPr lang="tr-TR"/>
            <a:t> </a:t>
          </a:r>
          <a:r>
            <a:rPr lang="en-US" i="1"/>
            <a:t>redeem script </a:t>
          </a:r>
          <a:endParaRPr lang="en-US"/>
        </a:p>
      </dgm:t>
    </dgm:pt>
    <dgm:pt modelId="{90A6FB0D-35DA-4062-A355-A733FDF55C90}" type="parTrans" cxnId="{FC346621-86EC-4825-9E08-15A61227F4D7}">
      <dgm:prSet/>
      <dgm:spPr/>
      <dgm:t>
        <a:bodyPr/>
        <a:lstStyle/>
        <a:p>
          <a:endParaRPr lang="en-US"/>
        </a:p>
      </dgm:t>
    </dgm:pt>
    <dgm:pt modelId="{5DEA4311-6FDA-4634-99D1-2B6EEBE21051}" type="sibTrans" cxnId="{FC346621-86EC-4825-9E08-15A61227F4D7}">
      <dgm:prSet/>
      <dgm:spPr/>
      <dgm:t>
        <a:bodyPr/>
        <a:lstStyle/>
        <a:p>
          <a:endParaRPr lang="en-US"/>
        </a:p>
      </dgm:t>
    </dgm:pt>
    <dgm:pt modelId="{C3D762F4-3969-4C15-B0B0-2549FBBF88FE}">
      <dgm:prSet/>
      <dgm:spPr/>
      <dgm:t>
        <a:bodyPr/>
        <a:lstStyle/>
        <a:p>
          <a:r>
            <a:rPr lang="en-US"/>
            <a:t>because </a:t>
          </a:r>
        </a:p>
      </dgm:t>
    </dgm:pt>
    <dgm:pt modelId="{4908DA3B-08C1-485C-9B5B-37E7DF37A95E}" type="parTrans" cxnId="{8A9BF57B-E209-4B47-A1DC-D8393FAF1F18}">
      <dgm:prSet/>
      <dgm:spPr/>
      <dgm:t>
        <a:bodyPr/>
        <a:lstStyle/>
        <a:p>
          <a:endParaRPr lang="en-US"/>
        </a:p>
      </dgm:t>
    </dgm:pt>
    <dgm:pt modelId="{3CE4078E-A757-4A8E-B7D8-94E79F655437}" type="sibTrans" cxnId="{8A9BF57B-E209-4B47-A1DC-D8393FAF1F18}">
      <dgm:prSet/>
      <dgm:spPr/>
      <dgm:t>
        <a:bodyPr/>
        <a:lstStyle/>
        <a:p>
          <a:endParaRPr lang="en-US"/>
        </a:p>
      </dgm:t>
    </dgm:pt>
    <dgm:pt modelId="{040DB2CE-22DC-48D0-AC4A-E73C058A03E7}">
      <dgm:prSet/>
      <dgm:spPr/>
      <dgm:t>
        <a:bodyPr/>
        <a:lstStyle/>
        <a:p>
          <a:r>
            <a:rPr lang="en-US"/>
            <a:t>it is presented to the system at redemption time </a:t>
          </a:r>
        </a:p>
      </dgm:t>
    </dgm:pt>
    <dgm:pt modelId="{C6D9C2B3-6E19-4238-8A18-AA2FA51C20DF}" type="parTrans" cxnId="{D8EF9298-1630-45CB-BED1-EE3ACEB3A71B}">
      <dgm:prSet/>
      <dgm:spPr/>
      <dgm:t>
        <a:bodyPr/>
        <a:lstStyle/>
        <a:p>
          <a:endParaRPr lang="en-US"/>
        </a:p>
      </dgm:t>
    </dgm:pt>
    <dgm:pt modelId="{D9C43C07-C9A4-4D2D-AA38-6D5B88F36C98}" type="sibTrans" cxnId="{D8EF9298-1630-45CB-BED1-EE3ACEB3A71B}">
      <dgm:prSet/>
      <dgm:spPr/>
      <dgm:t>
        <a:bodyPr/>
        <a:lstStyle/>
        <a:p>
          <a:endParaRPr lang="en-US"/>
        </a:p>
      </dgm:t>
    </dgm:pt>
    <dgm:pt modelId="{B8D69ED8-1215-465E-A5BC-55D4386A7967}">
      <dgm:prSet/>
      <dgm:spPr/>
      <dgm:t>
        <a:bodyPr/>
        <a:lstStyle/>
        <a:p>
          <a:r>
            <a:rPr lang="en-US"/>
            <a:t>rather than as a</a:t>
          </a:r>
          <a:r>
            <a:rPr lang="tr-TR"/>
            <a:t> locking script.</a:t>
          </a:r>
          <a:endParaRPr lang="en-US"/>
        </a:p>
      </dgm:t>
    </dgm:pt>
    <dgm:pt modelId="{EF0088AC-B8FC-4DDE-AED5-24F50EB83CB9}" type="parTrans" cxnId="{98960047-87E3-49BF-8FE7-6186697EA76B}">
      <dgm:prSet/>
      <dgm:spPr/>
      <dgm:t>
        <a:bodyPr/>
        <a:lstStyle/>
        <a:p>
          <a:endParaRPr lang="en-US"/>
        </a:p>
      </dgm:t>
    </dgm:pt>
    <dgm:pt modelId="{9D159677-550A-461F-9455-1E2BAC705590}" type="sibTrans" cxnId="{98960047-87E3-49BF-8FE7-6186697EA76B}">
      <dgm:prSet/>
      <dgm:spPr/>
      <dgm:t>
        <a:bodyPr/>
        <a:lstStyle/>
        <a:p>
          <a:endParaRPr lang="en-US"/>
        </a:p>
      </dgm:t>
    </dgm:pt>
    <dgm:pt modelId="{BF762D46-8FF5-4996-A6D6-3ED26D62EE7E}" type="pres">
      <dgm:prSet presAssocID="{4B271CB3-3A29-4913-9B35-DE452310515C}" presName="linear" presStyleCnt="0">
        <dgm:presLayoutVars>
          <dgm:animLvl val="lvl"/>
          <dgm:resizeHandles val="exact"/>
        </dgm:presLayoutVars>
      </dgm:prSet>
      <dgm:spPr/>
    </dgm:pt>
    <dgm:pt modelId="{A02E11DA-A2FB-4F20-BB28-EB2970B4795F}" type="pres">
      <dgm:prSet presAssocID="{58B4B234-37E6-42F8-9E6A-E87D30049E7F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C89D9D32-FED9-4B22-8C3E-B657493C56FB}" type="pres">
      <dgm:prSet presAssocID="{58B4B234-37E6-42F8-9E6A-E87D30049E7F}" presName="childText" presStyleLbl="revTx" presStyleIdx="0" presStyleCnt="2">
        <dgm:presLayoutVars>
          <dgm:bulletEnabled val="1"/>
        </dgm:presLayoutVars>
      </dgm:prSet>
      <dgm:spPr/>
    </dgm:pt>
    <dgm:pt modelId="{A267B378-6720-46C9-837D-A8F12F23A4A0}" type="pres">
      <dgm:prSet presAssocID="{C3D762F4-3969-4C15-B0B0-2549FBBF88FE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5510A4B0-36D0-4ECE-91B6-377429D15ED7}" type="pres">
      <dgm:prSet presAssocID="{C3D762F4-3969-4C15-B0B0-2549FBBF88FE}" presName="childText" presStyleLbl="revTx" presStyleIdx="1" presStyleCnt="2">
        <dgm:presLayoutVars>
          <dgm:bulletEnabled val="1"/>
        </dgm:presLayoutVars>
      </dgm:prSet>
      <dgm:spPr/>
    </dgm:pt>
  </dgm:ptLst>
  <dgm:cxnLst>
    <dgm:cxn modelId="{7B6B5806-BF86-4FED-9C78-AA43023CB2B6}" type="presOf" srcId="{040DB2CE-22DC-48D0-AC4A-E73C058A03E7}" destId="{5510A4B0-36D0-4ECE-91B6-377429D15ED7}" srcOrd="0" destOrd="0" presId="urn:microsoft.com/office/officeart/2005/8/layout/vList2"/>
    <dgm:cxn modelId="{FC346621-86EC-4825-9E08-15A61227F4D7}" srcId="{58B4B234-37E6-42F8-9E6A-E87D30049E7F}" destId="{F98BBA16-D820-41A0-9F33-6371A430F6C4}" srcOrd="1" destOrd="0" parTransId="{90A6FB0D-35DA-4062-A355-A733FDF55C90}" sibTransId="{5DEA4311-6FDA-4634-99D1-2B6EEBE21051}"/>
    <dgm:cxn modelId="{EF05F361-7923-4B20-875F-13DB19C1CBE6}" type="presOf" srcId="{58B4B234-37E6-42F8-9E6A-E87D30049E7F}" destId="{A02E11DA-A2FB-4F20-BB28-EB2970B4795F}" srcOrd="0" destOrd="0" presId="urn:microsoft.com/office/officeart/2005/8/layout/vList2"/>
    <dgm:cxn modelId="{98960047-87E3-49BF-8FE7-6186697EA76B}" srcId="{C3D762F4-3969-4C15-B0B0-2549FBBF88FE}" destId="{B8D69ED8-1215-465E-A5BC-55D4386A7967}" srcOrd="1" destOrd="0" parTransId="{EF0088AC-B8FC-4DDE-AED5-24F50EB83CB9}" sibTransId="{9D159677-550A-461F-9455-1E2BAC705590}"/>
    <dgm:cxn modelId="{3E2EC26D-DDAF-47A8-8CE6-6E247D8450C4}" srcId="{58B4B234-37E6-42F8-9E6A-E87D30049E7F}" destId="{B681235A-893D-4545-80A4-1298BB9B30E0}" srcOrd="0" destOrd="0" parTransId="{A76D2C1A-9597-408F-A260-8A3E312E9703}" sibTransId="{F1882AAA-C386-4D52-B8DB-B997D4E10D19}"/>
    <dgm:cxn modelId="{66C8A16E-D66E-4C14-AFF0-0538D9F6AD14}" type="presOf" srcId="{F98BBA16-D820-41A0-9F33-6371A430F6C4}" destId="{C89D9D32-FED9-4B22-8C3E-B657493C56FB}" srcOrd="0" destOrd="1" presId="urn:microsoft.com/office/officeart/2005/8/layout/vList2"/>
    <dgm:cxn modelId="{8A9BF57B-E209-4B47-A1DC-D8393FAF1F18}" srcId="{4B271CB3-3A29-4913-9B35-DE452310515C}" destId="{C3D762F4-3969-4C15-B0B0-2549FBBF88FE}" srcOrd="1" destOrd="0" parTransId="{4908DA3B-08C1-485C-9B5B-37E7DF37A95E}" sibTransId="{3CE4078E-A757-4A8E-B7D8-94E79F655437}"/>
    <dgm:cxn modelId="{D8EF9298-1630-45CB-BED1-EE3ACEB3A71B}" srcId="{C3D762F4-3969-4C15-B0B0-2549FBBF88FE}" destId="{040DB2CE-22DC-48D0-AC4A-E73C058A03E7}" srcOrd="0" destOrd="0" parTransId="{C6D9C2B3-6E19-4238-8A18-AA2FA51C20DF}" sibTransId="{D9C43C07-C9A4-4D2D-AA38-6D5B88F36C98}"/>
    <dgm:cxn modelId="{A79D2BA8-5C56-4B44-9E78-EAE7E74A1A02}" srcId="{4B271CB3-3A29-4913-9B35-DE452310515C}" destId="{58B4B234-37E6-42F8-9E6A-E87D30049E7F}" srcOrd="0" destOrd="0" parTransId="{4D106410-5BA7-4016-95E2-708507709BE8}" sibTransId="{9F59FCED-F6FE-4C3C-A186-FEAE7D383B90}"/>
    <dgm:cxn modelId="{0C0D06D3-59C1-48E6-8C66-4951B2DCAF70}" type="presOf" srcId="{C3D762F4-3969-4C15-B0B0-2549FBBF88FE}" destId="{A267B378-6720-46C9-837D-A8F12F23A4A0}" srcOrd="0" destOrd="0" presId="urn:microsoft.com/office/officeart/2005/8/layout/vList2"/>
    <dgm:cxn modelId="{F2A207EE-2CAB-4E6F-91F7-FE13339A8E25}" type="presOf" srcId="{4B271CB3-3A29-4913-9B35-DE452310515C}" destId="{BF762D46-8FF5-4996-A6D6-3ED26D62EE7E}" srcOrd="0" destOrd="0" presId="urn:microsoft.com/office/officeart/2005/8/layout/vList2"/>
    <dgm:cxn modelId="{81A824FA-07B2-4CAC-816A-ACCAEFC03B16}" type="presOf" srcId="{B681235A-893D-4545-80A4-1298BB9B30E0}" destId="{C89D9D32-FED9-4B22-8C3E-B657493C56FB}" srcOrd="0" destOrd="0" presId="urn:microsoft.com/office/officeart/2005/8/layout/vList2"/>
    <dgm:cxn modelId="{0FAEABFF-FAAB-48CD-ADF7-A36D2AA70FFE}" type="presOf" srcId="{B8D69ED8-1215-465E-A5BC-55D4386A7967}" destId="{5510A4B0-36D0-4ECE-91B6-377429D15ED7}" srcOrd="0" destOrd="1" presId="urn:microsoft.com/office/officeart/2005/8/layout/vList2"/>
    <dgm:cxn modelId="{6B0722CB-B7CD-4C47-8E44-80B9A26E7707}" type="presParOf" srcId="{BF762D46-8FF5-4996-A6D6-3ED26D62EE7E}" destId="{A02E11DA-A2FB-4F20-BB28-EB2970B4795F}" srcOrd="0" destOrd="0" presId="urn:microsoft.com/office/officeart/2005/8/layout/vList2"/>
    <dgm:cxn modelId="{82C175D3-D27C-42DD-A502-5BCD34E3DAA3}" type="presParOf" srcId="{BF762D46-8FF5-4996-A6D6-3ED26D62EE7E}" destId="{C89D9D32-FED9-4B22-8C3E-B657493C56FB}" srcOrd="1" destOrd="0" presId="urn:microsoft.com/office/officeart/2005/8/layout/vList2"/>
    <dgm:cxn modelId="{E54B4180-040D-48FD-AC1B-FBA8FA700A72}" type="presParOf" srcId="{BF762D46-8FF5-4996-A6D6-3ED26D62EE7E}" destId="{A267B378-6720-46C9-837D-A8F12F23A4A0}" srcOrd="2" destOrd="0" presId="urn:microsoft.com/office/officeart/2005/8/layout/vList2"/>
    <dgm:cxn modelId="{632F51DB-10D1-4308-A563-6B16211C377D}" type="presParOf" srcId="{BF762D46-8FF5-4996-A6D6-3ED26D62EE7E}" destId="{5510A4B0-36D0-4ECE-91B6-377429D15ED7}" srcOrd="3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4.xml><?xml version="1.0" encoding="utf-8"?>
<dgm:dataModel xmlns:dgm="http://schemas.openxmlformats.org/drawingml/2006/diagram" xmlns:a="http://schemas.openxmlformats.org/drawingml/2006/main">
  <dgm:ptLst>
    <dgm:pt modelId="{3E9607D5-04AA-4CC5-A043-C24C2C8DFFE9}" type="doc">
      <dgm:prSet loTypeId="urn:microsoft.com/office/officeart/2005/8/layout/vList2" loCatId="list" qsTypeId="urn:microsoft.com/office/officeart/2005/8/quickstyle/simple2" qsCatId="simple" csTypeId="urn:microsoft.com/office/officeart/2005/8/colors/accent2_2" csCatId="accent2"/>
      <dgm:spPr/>
      <dgm:t>
        <a:bodyPr/>
        <a:lstStyle/>
        <a:p>
          <a:endParaRPr lang="tr-TR"/>
        </a:p>
      </dgm:t>
    </dgm:pt>
    <dgm:pt modelId="{93DBB9AD-9B44-4559-98C9-02AED74ED746}">
      <dgm:prSet/>
      <dgm:spPr/>
      <dgm:t>
        <a:bodyPr/>
        <a:lstStyle/>
        <a:p>
          <a:r>
            <a:rPr lang="en-US"/>
            <a:t>with P2SH the complex script </a:t>
          </a:r>
          <a:endParaRPr lang="tr-TR"/>
        </a:p>
      </dgm:t>
    </dgm:pt>
    <dgm:pt modelId="{E04D1002-A3CF-4B07-A4D4-A512883C4BED}" type="parTrans" cxnId="{00FE936C-C849-4324-8EA1-A4714041AAF3}">
      <dgm:prSet/>
      <dgm:spPr/>
      <dgm:t>
        <a:bodyPr/>
        <a:lstStyle/>
        <a:p>
          <a:endParaRPr lang="tr-TR"/>
        </a:p>
      </dgm:t>
    </dgm:pt>
    <dgm:pt modelId="{C8F8E98D-1EB1-4978-BA6C-CA3E86622EAC}" type="sibTrans" cxnId="{00FE936C-C849-4324-8EA1-A4714041AAF3}">
      <dgm:prSet/>
      <dgm:spPr/>
      <dgm:t>
        <a:bodyPr/>
        <a:lstStyle/>
        <a:p>
          <a:endParaRPr lang="tr-TR"/>
        </a:p>
      </dgm:t>
    </dgm:pt>
    <dgm:pt modelId="{22FE3124-72AA-40F9-88E2-00097E80337E}">
      <dgm:prSet/>
      <dgm:spPr/>
      <dgm:t>
        <a:bodyPr/>
        <a:lstStyle/>
        <a:p>
          <a:r>
            <a:rPr lang="en-US"/>
            <a:t>details the conditions</a:t>
          </a:r>
          <a:r>
            <a:rPr lang="tr-TR"/>
            <a:t> </a:t>
          </a:r>
          <a:r>
            <a:rPr lang="en-US"/>
            <a:t>for spending the output </a:t>
          </a:r>
          <a:endParaRPr lang="tr-TR"/>
        </a:p>
      </dgm:t>
    </dgm:pt>
    <dgm:pt modelId="{27BEC356-4E5F-4E4B-BBBF-E816F8256C74}" type="parTrans" cxnId="{F775B7EF-52B6-42E9-B81A-1054A5BF1746}">
      <dgm:prSet/>
      <dgm:spPr/>
      <dgm:t>
        <a:bodyPr/>
        <a:lstStyle/>
        <a:p>
          <a:endParaRPr lang="tr-TR"/>
        </a:p>
      </dgm:t>
    </dgm:pt>
    <dgm:pt modelId="{1FD9E9EF-42B4-46CB-991D-61B4155EE36B}" type="sibTrans" cxnId="{F775B7EF-52B6-42E9-B81A-1054A5BF1746}">
      <dgm:prSet/>
      <dgm:spPr/>
      <dgm:t>
        <a:bodyPr/>
        <a:lstStyle/>
        <a:p>
          <a:endParaRPr lang="tr-TR"/>
        </a:p>
      </dgm:t>
    </dgm:pt>
    <dgm:pt modelId="{D6048A61-C4C5-4640-90CD-B6B18327FD78}">
      <dgm:prSet/>
      <dgm:spPr/>
      <dgm:t>
        <a:bodyPr/>
        <a:lstStyle/>
        <a:p>
          <a:r>
            <a:rPr lang="en-US"/>
            <a:t>(redeem script) </a:t>
          </a:r>
          <a:endParaRPr lang="tr-TR"/>
        </a:p>
      </dgm:t>
    </dgm:pt>
    <dgm:pt modelId="{14CFEFF8-7C58-4252-AEF1-EC3D3D97D275}" type="parTrans" cxnId="{8306BB45-CC91-4DB9-B57B-F687085A5A64}">
      <dgm:prSet/>
      <dgm:spPr/>
      <dgm:t>
        <a:bodyPr/>
        <a:lstStyle/>
        <a:p>
          <a:endParaRPr lang="tr-TR"/>
        </a:p>
      </dgm:t>
    </dgm:pt>
    <dgm:pt modelId="{21CCFD5D-446F-4DDF-A3A9-55741B4E4885}" type="sibTrans" cxnId="{8306BB45-CC91-4DB9-B57B-F687085A5A64}">
      <dgm:prSet/>
      <dgm:spPr/>
      <dgm:t>
        <a:bodyPr/>
        <a:lstStyle/>
        <a:p>
          <a:endParaRPr lang="tr-TR"/>
        </a:p>
      </dgm:t>
    </dgm:pt>
    <dgm:pt modelId="{E953C932-8294-40E3-A50B-90858576306B}">
      <dgm:prSet/>
      <dgm:spPr/>
      <dgm:t>
        <a:bodyPr/>
        <a:lstStyle/>
        <a:p>
          <a:r>
            <a:rPr lang="en-US"/>
            <a:t>is not presented in the locking script.</a:t>
          </a:r>
          <a:endParaRPr lang="tr-TR"/>
        </a:p>
      </dgm:t>
    </dgm:pt>
    <dgm:pt modelId="{AC9EC90A-232E-42B3-8C12-39EAA9064D61}" type="parTrans" cxnId="{090E40ED-480F-4070-A598-F5E9BA784C94}">
      <dgm:prSet/>
      <dgm:spPr/>
      <dgm:t>
        <a:bodyPr/>
        <a:lstStyle/>
        <a:p>
          <a:endParaRPr lang="tr-TR"/>
        </a:p>
      </dgm:t>
    </dgm:pt>
    <dgm:pt modelId="{C7832CFA-2538-4C2E-9808-324CDF5DF972}" type="sibTrans" cxnId="{090E40ED-480F-4070-A598-F5E9BA784C94}">
      <dgm:prSet/>
      <dgm:spPr/>
      <dgm:t>
        <a:bodyPr/>
        <a:lstStyle/>
        <a:p>
          <a:endParaRPr lang="tr-TR"/>
        </a:p>
      </dgm:t>
    </dgm:pt>
    <dgm:pt modelId="{BF030FE4-4D60-4ADC-B393-26CCB297FC62}">
      <dgm:prSet/>
      <dgm:spPr/>
      <dgm:t>
        <a:bodyPr/>
        <a:lstStyle/>
        <a:p>
          <a:r>
            <a:rPr lang="en-US"/>
            <a:t>Instead, </a:t>
          </a:r>
          <a:endParaRPr lang="tr-TR"/>
        </a:p>
      </dgm:t>
    </dgm:pt>
    <dgm:pt modelId="{362E1CD0-5C48-4D04-8C0E-E98533E4BFF8}" type="parTrans" cxnId="{7D69FBF9-A958-4E09-BF47-DE953948E2AA}">
      <dgm:prSet/>
      <dgm:spPr/>
      <dgm:t>
        <a:bodyPr/>
        <a:lstStyle/>
        <a:p>
          <a:endParaRPr lang="tr-TR"/>
        </a:p>
      </dgm:t>
    </dgm:pt>
    <dgm:pt modelId="{32E641B8-20EF-46DA-8B0B-256F2D0B9962}" type="sibTrans" cxnId="{7D69FBF9-A958-4E09-BF47-DE953948E2AA}">
      <dgm:prSet/>
      <dgm:spPr/>
      <dgm:t>
        <a:bodyPr/>
        <a:lstStyle/>
        <a:p>
          <a:endParaRPr lang="tr-TR"/>
        </a:p>
      </dgm:t>
    </dgm:pt>
    <dgm:pt modelId="{D1D29AC9-7BB7-4598-A3D4-CDDDB7FEE24C}">
      <dgm:prSet/>
      <dgm:spPr/>
      <dgm:t>
        <a:bodyPr/>
        <a:lstStyle/>
        <a:p>
          <a:r>
            <a:rPr lang="en-US"/>
            <a:t>only a hash of it is in the locking script </a:t>
          </a:r>
          <a:endParaRPr lang="tr-TR"/>
        </a:p>
      </dgm:t>
    </dgm:pt>
    <dgm:pt modelId="{3759B382-8BF3-4BA4-A2E4-C1D1BA6B15DC}" type="parTrans" cxnId="{4B2EAF39-CDD0-4280-A42D-7123A840D320}">
      <dgm:prSet/>
      <dgm:spPr/>
      <dgm:t>
        <a:bodyPr/>
        <a:lstStyle/>
        <a:p>
          <a:endParaRPr lang="tr-TR"/>
        </a:p>
      </dgm:t>
    </dgm:pt>
    <dgm:pt modelId="{590979A9-C54D-4A98-9B72-B46E24583E4F}" type="sibTrans" cxnId="{4B2EAF39-CDD0-4280-A42D-7123A840D320}">
      <dgm:prSet/>
      <dgm:spPr/>
      <dgm:t>
        <a:bodyPr/>
        <a:lstStyle/>
        <a:p>
          <a:endParaRPr lang="tr-TR"/>
        </a:p>
      </dgm:t>
    </dgm:pt>
    <dgm:pt modelId="{0486143B-8535-42E9-9E8E-55EFD00F6AD0}">
      <dgm:prSet/>
      <dgm:spPr/>
      <dgm:t>
        <a:bodyPr/>
        <a:lstStyle/>
        <a:p>
          <a:r>
            <a:rPr lang="en-US"/>
            <a:t>and the redeem script itself is presented</a:t>
          </a:r>
          <a:r>
            <a:rPr lang="tr-TR"/>
            <a:t> </a:t>
          </a:r>
          <a:r>
            <a:rPr lang="en-US"/>
            <a:t>later, </a:t>
          </a:r>
          <a:endParaRPr lang="tr-TR"/>
        </a:p>
      </dgm:t>
    </dgm:pt>
    <dgm:pt modelId="{ED6F6CE4-142B-4032-A047-D33BFACAB91E}" type="parTrans" cxnId="{DF5DBBBA-510E-4DA5-9ED1-E050531FF1DC}">
      <dgm:prSet/>
      <dgm:spPr/>
      <dgm:t>
        <a:bodyPr/>
        <a:lstStyle/>
        <a:p>
          <a:endParaRPr lang="tr-TR"/>
        </a:p>
      </dgm:t>
    </dgm:pt>
    <dgm:pt modelId="{BA4E9F4C-D138-4A65-800C-FE85F9D12042}" type="sibTrans" cxnId="{DF5DBBBA-510E-4DA5-9ED1-E050531FF1DC}">
      <dgm:prSet/>
      <dgm:spPr/>
      <dgm:t>
        <a:bodyPr/>
        <a:lstStyle/>
        <a:p>
          <a:endParaRPr lang="tr-TR"/>
        </a:p>
      </dgm:t>
    </dgm:pt>
    <dgm:pt modelId="{7555E7FF-9013-40AC-88E7-E4F4A4717ED0}">
      <dgm:prSet/>
      <dgm:spPr/>
      <dgm:t>
        <a:bodyPr/>
        <a:lstStyle/>
        <a:p>
          <a:r>
            <a:rPr lang="en-US"/>
            <a:t>as part of the unlocking script when the output is spent. </a:t>
          </a:r>
          <a:endParaRPr lang="tr-TR"/>
        </a:p>
      </dgm:t>
    </dgm:pt>
    <dgm:pt modelId="{0A34B2D7-F4F1-4E81-96DF-780D41EFFE91}" type="parTrans" cxnId="{698C68A4-DE91-4C15-B94F-5144F02CC87D}">
      <dgm:prSet/>
      <dgm:spPr/>
      <dgm:t>
        <a:bodyPr/>
        <a:lstStyle/>
        <a:p>
          <a:endParaRPr lang="tr-TR"/>
        </a:p>
      </dgm:t>
    </dgm:pt>
    <dgm:pt modelId="{7B047DA3-693C-45B4-99B8-F1E71AFA69EB}" type="sibTrans" cxnId="{698C68A4-DE91-4C15-B94F-5144F02CC87D}">
      <dgm:prSet/>
      <dgm:spPr/>
      <dgm:t>
        <a:bodyPr/>
        <a:lstStyle/>
        <a:p>
          <a:endParaRPr lang="tr-TR"/>
        </a:p>
      </dgm:t>
    </dgm:pt>
    <dgm:pt modelId="{5B1A4CD9-1FAC-480D-B12E-A6F5622CC907}">
      <dgm:prSet/>
      <dgm:spPr/>
      <dgm:t>
        <a:bodyPr/>
        <a:lstStyle/>
        <a:p>
          <a:r>
            <a:rPr lang="en-US"/>
            <a:t>This shifts the burden</a:t>
          </a:r>
          <a:r>
            <a:rPr lang="tr-TR"/>
            <a:t> </a:t>
          </a:r>
          <a:r>
            <a:rPr lang="en-US"/>
            <a:t>in fees and complexity </a:t>
          </a:r>
          <a:endParaRPr lang="tr-TR"/>
        </a:p>
      </dgm:t>
    </dgm:pt>
    <dgm:pt modelId="{C39D05C5-4250-4079-B6A5-34F3880F1E12}" type="parTrans" cxnId="{C130B058-4356-4D56-90CC-8A54887BED67}">
      <dgm:prSet/>
      <dgm:spPr/>
      <dgm:t>
        <a:bodyPr/>
        <a:lstStyle/>
        <a:p>
          <a:endParaRPr lang="tr-TR"/>
        </a:p>
      </dgm:t>
    </dgm:pt>
    <dgm:pt modelId="{4CA74D2E-4DE4-4F18-A372-BFCFACFF60E7}" type="sibTrans" cxnId="{C130B058-4356-4D56-90CC-8A54887BED67}">
      <dgm:prSet/>
      <dgm:spPr/>
      <dgm:t>
        <a:bodyPr/>
        <a:lstStyle/>
        <a:p>
          <a:endParaRPr lang="tr-TR"/>
        </a:p>
      </dgm:t>
    </dgm:pt>
    <dgm:pt modelId="{4C2B2C3B-6547-4B63-9463-099CEFB2507A}">
      <dgm:prSet/>
      <dgm:spPr/>
      <dgm:t>
        <a:bodyPr/>
        <a:lstStyle/>
        <a:p>
          <a:r>
            <a:rPr lang="en-US"/>
            <a:t>from the sender </a:t>
          </a:r>
          <a:endParaRPr lang="tr-TR"/>
        </a:p>
      </dgm:t>
    </dgm:pt>
    <dgm:pt modelId="{DCF695A0-ACB7-46FE-8824-545986B2EB44}" type="parTrans" cxnId="{BB4E9C56-F21D-4E21-B27D-FD10A9B93565}">
      <dgm:prSet/>
      <dgm:spPr/>
      <dgm:t>
        <a:bodyPr/>
        <a:lstStyle/>
        <a:p>
          <a:endParaRPr lang="tr-TR"/>
        </a:p>
      </dgm:t>
    </dgm:pt>
    <dgm:pt modelId="{33A5709B-5B44-45D6-9A26-D66F99126041}" type="sibTrans" cxnId="{BB4E9C56-F21D-4E21-B27D-FD10A9B93565}">
      <dgm:prSet/>
      <dgm:spPr/>
      <dgm:t>
        <a:bodyPr/>
        <a:lstStyle/>
        <a:p>
          <a:endParaRPr lang="tr-TR"/>
        </a:p>
      </dgm:t>
    </dgm:pt>
    <dgm:pt modelId="{691AE9A1-7205-4B7B-9F28-DDFF96016969}">
      <dgm:prSet/>
      <dgm:spPr/>
      <dgm:t>
        <a:bodyPr/>
        <a:lstStyle/>
        <a:p>
          <a:r>
            <a:rPr lang="en-US"/>
            <a:t>to the recipient (spender) of the</a:t>
          </a:r>
          <a:r>
            <a:rPr lang="tr-TR"/>
            <a:t> transaction.</a:t>
          </a:r>
        </a:p>
      </dgm:t>
    </dgm:pt>
    <dgm:pt modelId="{08CB0FFB-53E2-43B2-A782-C969DD66FB03}" type="parTrans" cxnId="{0635D4B8-DD12-44B6-BFB3-70D1971CD349}">
      <dgm:prSet/>
      <dgm:spPr/>
      <dgm:t>
        <a:bodyPr/>
        <a:lstStyle/>
        <a:p>
          <a:endParaRPr lang="tr-TR"/>
        </a:p>
      </dgm:t>
    </dgm:pt>
    <dgm:pt modelId="{9F7B86DD-EF05-42DB-9F7C-FEFEF27AEA18}" type="sibTrans" cxnId="{0635D4B8-DD12-44B6-BFB3-70D1971CD349}">
      <dgm:prSet/>
      <dgm:spPr/>
      <dgm:t>
        <a:bodyPr/>
        <a:lstStyle/>
        <a:p>
          <a:endParaRPr lang="tr-TR"/>
        </a:p>
      </dgm:t>
    </dgm:pt>
    <dgm:pt modelId="{27B5ACA2-EDE2-4CC7-A021-29442646BE6A}" type="pres">
      <dgm:prSet presAssocID="{3E9607D5-04AA-4CC5-A043-C24C2C8DFFE9}" presName="linear" presStyleCnt="0">
        <dgm:presLayoutVars>
          <dgm:animLvl val="lvl"/>
          <dgm:resizeHandles val="exact"/>
        </dgm:presLayoutVars>
      </dgm:prSet>
      <dgm:spPr/>
    </dgm:pt>
    <dgm:pt modelId="{750EEB30-CC68-4F9C-B755-364F0C9F6173}" type="pres">
      <dgm:prSet presAssocID="{93DBB9AD-9B44-4559-98C9-02AED74ED746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63D2122D-4403-44BE-976F-5CB90C577332}" type="pres">
      <dgm:prSet presAssocID="{93DBB9AD-9B44-4559-98C9-02AED74ED746}" presName="childText" presStyleLbl="revTx" presStyleIdx="0" presStyleCnt="3">
        <dgm:presLayoutVars>
          <dgm:bulletEnabled val="1"/>
        </dgm:presLayoutVars>
      </dgm:prSet>
      <dgm:spPr/>
    </dgm:pt>
    <dgm:pt modelId="{91252822-698F-4F21-8EDF-1D0EF5BBF945}" type="pres">
      <dgm:prSet presAssocID="{BF030FE4-4D60-4ADC-B393-26CCB297FC62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B526FB11-6823-40CB-8FF3-471163A9C7B1}" type="pres">
      <dgm:prSet presAssocID="{BF030FE4-4D60-4ADC-B393-26CCB297FC62}" presName="childText" presStyleLbl="revTx" presStyleIdx="1" presStyleCnt="3">
        <dgm:presLayoutVars>
          <dgm:bulletEnabled val="1"/>
        </dgm:presLayoutVars>
      </dgm:prSet>
      <dgm:spPr/>
    </dgm:pt>
    <dgm:pt modelId="{69B5078C-646E-4D41-AFA2-143ADD071BCB}" type="pres">
      <dgm:prSet presAssocID="{5B1A4CD9-1FAC-480D-B12E-A6F5622CC907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6F0EAA50-F9F1-493A-816F-CA77A6D3A43D}" type="pres">
      <dgm:prSet presAssocID="{5B1A4CD9-1FAC-480D-B12E-A6F5622CC907}" presName="childText" presStyleLbl="revTx" presStyleIdx="2" presStyleCnt="3">
        <dgm:presLayoutVars>
          <dgm:bulletEnabled val="1"/>
        </dgm:presLayoutVars>
      </dgm:prSet>
      <dgm:spPr/>
    </dgm:pt>
  </dgm:ptLst>
  <dgm:cxnLst>
    <dgm:cxn modelId="{53828603-9898-49AD-9A66-8EFDB08DCC81}" type="presOf" srcId="{D6048A61-C4C5-4640-90CD-B6B18327FD78}" destId="{63D2122D-4403-44BE-976F-5CB90C577332}" srcOrd="0" destOrd="1" presId="urn:microsoft.com/office/officeart/2005/8/layout/vList2"/>
    <dgm:cxn modelId="{B82F4D2E-1754-43E7-9837-69790EACAC97}" type="presOf" srcId="{93DBB9AD-9B44-4559-98C9-02AED74ED746}" destId="{750EEB30-CC68-4F9C-B755-364F0C9F6173}" srcOrd="0" destOrd="0" presId="urn:microsoft.com/office/officeart/2005/8/layout/vList2"/>
    <dgm:cxn modelId="{4B2EAF39-CDD0-4280-A42D-7123A840D320}" srcId="{BF030FE4-4D60-4ADC-B393-26CCB297FC62}" destId="{D1D29AC9-7BB7-4598-A3D4-CDDDB7FEE24C}" srcOrd="0" destOrd="0" parTransId="{3759B382-8BF3-4BA4-A2E4-C1D1BA6B15DC}" sibTransId="{590979A9-C54D-4A98-9B72-B46E24583E4F}"/>
    <dgm:cxn modelId="{8306BB45-CC91-4DB9-B57B-F687085A5A64}" srcId="{93DBB9AD-9B44-4559-98C9-02AED74ED746}" destId="{D6048A61-C4C5-4640-90CD-B6B18327FD78}" srcOrd="1" destOrd="0" parTransId="{14CFEFF8-7C58-4252-AEF1-EC3D3D97D275}" sibTransId="{21CCFD5D-446F-4DDF-A3A9-55741B4E4885}"/>
    <dgm:cxn modelId="{00FE936C-C849-4324-8EA1-A4714041AAF3}" srcId="{3E9607D5-04AA-4CC5-A043-C24C2C8DFFE9}" destId="{93DBB9AD-9B44-4559-98C9-02AED74ED746}" srcOrd="0" destOrd="0" parTransId="{E04D1002-A3CF-4B07-A4D4-A512883C4BED}" sibTransId="{C8F8E98D-1EB1-4978-BA6C-CA3E86622EAC}"/>
    <dgm:cxn modelId="{C9E8C371-6AA8-420C-8660-8AAAE8C141C7}" type="presOf" srcId="{4C2B2C3B-6547-4B63-9463-099CEFB2507A}" destId="{6F0EAA50-F9F1-493A-816F-CA77A6D3A43D}" srcOrd="0" destOrd="0" presId="urn:microsoft.com/office/officeart/2005/8/layout/vList2"/>
    <dgm:cxn modelId="{BB4E9C56-F21D-4E21-B27D-FD10A9B93565}" srcId="{5B1A4CD9-1FAC-480D-B12E-A6F5622CC907}" destId="{4C2B2C3B-6547-4B63-9463-099CEFB2507A}" srcOrd="0" destOrd="0" parTransId="{DCF695A0-ACB7-46FE-8824-545986B2EB44}" sibTransId="{33A5709B-5B44-45D6-9A26-D66F99126041}"/>
    <dgm:cxn modelId="{C130B058-4356-4D56-90CC-8A54887BED67}" srcId="{3E9607D5-04AA-4CC5-A043-C24C2C8DFFE9}" destId="{5B1A4CD9-1FAC-480D-B12E-A6F5622CC907}" srcOrd="2" destOrd="0" parTransId="{C39D05C5-4250-4079-B6A5-34F3880F1E12}" sibTransId="{4CA74D2E-4DE4-4F18-A372-BFCFACFF60E7}"/>
    <dgm:cxn modelId="{4F504E8A-D505-4007-A877-5DD32730FF98}" type="presOf" srcId="{7555E7FF-9013-40AC-88E7-E4F4A4717ED0}" destId="{B526FB11-6823-40CB-8FF3-471163A9C7B1}" srcOrd="0" destOrd="2" presId="urn:microsoft.com/office/officeart/2005/8/layout/vList2"/>
    <dgm:cxn modelId="{E384BC8B-5F97-4343-AD7F-DA912A2D8A9D}" type="presOf" srcId="{0486143B-8535-42E9-9E8E-55EFD00F6AD0}" destId="{B526FB11-6823-40CB-8FF3-471163A9C7B1}" srcOrd="0" destOrd="1" presId="urn:microsoft.com/office/officeart/2005/8/layout/vList2"/>
    <dgm:cxn modelId="{A4EA03A3-6D16-4FAE-ADC8-5C5FB145DD26}" type="presOf" srcId="{691AE9A1-7205-4B7B-9F28-DDFF96016969}" destId="{6F0EAA50-F9F1-493A-816F-CA77A6D3A43D}" srcOrd="0" destOrd="1" presId="urn:microsoft.com/office/officeart/2005/8/layout/vList2"/>
    <dgm:cxn modelId="{698C68A4-DE91-4C15-B94F-5144F02CC87D}" srcId="{BF030FE4-4D60-4ADC-B393-26CCB297FC62}" destId="{7555E7FF-9013-40AC-88E7-E4F4A4717ED0}" srcOrd="2" destOrd="0" parTransId="{0A34B2D7-F4F1-4E81-96DF-780D41EFFE91}" sibTransId="{7B047DA3-693C-45B4-99B8-F1E71AFA69EB}"/>
    <dgm:cxn modelId="{7B8C22B1-4EBB-4193-BE52-03573E78AB33}" type="presOf" srcId="{BF030FE4-4D60-4ADC-B393-26CCB297FC62}" destId="{91252822-698F-4F21-8EDF-1D0EF5BBF945}" srcOrd="0" destOrd="0" presId="urn:microsoft.com/office/officeart/2005/8/layout/vList2"/>
    <dgm:cxn modelId="{D8DD08B8-8FB6-4301-9EDC-E115FEA28FD5}" type="presOf" srcId="{22FE3124-72AA-40F9-88E2-00097E80337E}" destId="{63D2122D-4403-44BE-976F-5CB90C577332}" srcOrd="0" destOrd="0" presId="urn:microsoft.com/office/officeart/2005/8/layout/vList2"/>
    <dgm:cxn modelId="{0635D4B8-DD12-44B6-BFB3-70D1971CD349}" srcId="{5B1A4CD9-1FAC-480D-B12E-A6F5622CC907}" destId="{691AE9A1-7205-4B7B-9F28-DDFF96016969}" srcOrd="1" destOrd="0" parTransId="{08CB0FFB-53E2-43B2-A782-C969DD66FB03}" sibTransId="{9F7B86DD-EF05-42DB-9F7C-FEFEF27AEA18}"/>
    <dgm:cxn modelId="{DF5DBBBA-510E-4DA5-9ED1-E050531FF1DC}" srcId="{BF030FE4-4D60-4ADC-B393-26CCB297FC62}" destId="{0486143B-8535-42E9-9E8E-55EFD00F6AD0}" srcOrd="1" destOrd="0" parTransId="{ED6F6CE4-142B-4032-A047-D33BFACAB91E}" sibTransId="{BA4E9F4C-D138-4A65-800C-FE85F9D12042}"/>
    <dgm:cxn modelId="{492DF0D3-AA53-407A-8D68-90A83BBEC6C2}" type="presOf" srcId="{D1D29AC9-7BB7-4598-A3D4-CDDDB7FEE24C}" destId="{B526FB11-6823-40CB-8FF3-471163A9C7B1}" srcOrd="0" destOrd="0" presId="urn:microsoft.com/office/officeart/2005/8/layout/vList2"/>
    <dgm:cxn modelId="{684A13EB-8FEA-420E-AB9F-974188B38D92}" type="presOf" srcId="{3E9607D5-04AA-4CC5-A043-C24C2C8DFFE9}" destId="{27B5ACA2-EDE2-4CC7-A021-29442646BE6A}" srcOrd="0" destOrd="0" presId="urn:microsoft.com/office/officeart/2005/8/layout/vList2"/>
    <dgm:cxn modelId="{090E40ED-480F-4070-A598-F5E9BA784C94}" srcId="{93DBB9AD-9B44-4559-98C9-02AED74ED746}" destId="{E953C932-8294-40E3-A50B-90858576306B}" srcOrd="2" destOrd="0" parTransId="{AC9EC90A-232E-42B3-8C12-39EAA9064D61}" sibTransId="{C7832CFA-2538-4C2E-9808-324CDF5DF972}"/>
    <dgm:cxn modelId="{F775B7EF-52B6-42E9-B81A-1054A5BF1746}" srcId="{93DBB9AD-9B44-4559-98C9-02AED74ED746}" destId="{22FE3124-72AA-40F9-88E2-00097E80337E}" srcOrd="0" destOrd="0" parTransId="{27BEC356-4E5F-4E4B-BBBF-E816F8256C74}" sibTransId="{1FD9E9EF-42B4-46CB-991D-61B4155EE36B}"/>
    <dgm:cxn modelId="{B05986F9-4EE8-43C4-BB4D-F14D57221BD9}" type="presOf" srcId="{E953C932-8294-40E3-A50B-90858576306B}" destId="{63D2122D-4403-44BE-976F-5CB90C577332}" srcOrd="0" destOrd="2" presId="urn:microsoft.com/office/officeart/2005/8/layout/vList2"/>
    <dgm:cxn modelId="{7D69FBF9-A958-4E09-BF47-DE953948E2AA}" srcId="{3E9607D5-04AA-4CC5-A043-C24C2C8DFFE9}" destId="{BF030FE4-4D60-4ADC-B393-26CCB297FC62}" srcOrd="1" destOrd="0" parTransId="{362E1CD0-5C48-4D04-8C0E-E98533E4BFF8}" sibTransId="{32E641B8-20EF-46DA-8B0B-256F2D0B9962}"/>
    <dgm:cxn modelId="{770793FD-D601-4E64-94DB-142BDF5B1037}" type="presOf" srcId="{5B1A4CD9-1FAC-480D-B12E-A6F5622CC907}" destId="{69B5078C-646E-4D41-AFA2-143ADD071BCB}" srcOrd="0" destOrd="0" presId="urn:microsoft.com/office/officeart/2005/8/layout/vList2"/>
    <dgm:cxn modelId="{420F965F-FE71-4B65-8B58-F9327DC89260}" type="presParOf" srcId="{27B5ACA2-EDE2-4CC7-A021-29442646BE6A}" destId="{750EEB30-CC68-4F9C-B755-364F0C9F6173}" srcOrd="0" destOrd="0" presId="urn:microsoft.com/office/officeart/2005/8/layout/vList2"/>
    <dgm:cxn modelId="{E0CCB03C-ABF2-4B7D-B670-50ECC147C274}" type="presParOf" srcId="{27B5ACA2-EDE2-4CC7-A021-29442646BE6A}" destId="{63D2122D-4403-44BE-976F-5CB90C577332}" srcOrd="1" destOrd="0" presId="urn:microsoft.com/office/officeart/2005/8/layout/vList2"/>
    <dgm:cxn modelId="{D7C42DD1-9853-4FED-93A6-DFC8C9174B35}" type="presParOf" srcId="{27B5ACA2-EDE2-4CC7-A021-29442646BE6A}" destId="{91252822-698F-4F21-8EDF-1D0EF5BBF945}" srcOrd="2" destOrd="0" presId="urn:microsoft.com/office/officeart/2005/8/layout/vList2"/>
    <dgm:cxn modelId="{5F723185-49F3-453D-84EF-8ADE22FD6CF8}" type="presParOf" srcId="{27B5ACA2-EDE2-4CC7-A021-29442646BE6A}" destId="{B526FB11-6823-40CB-8FF3-471163A9C7B1}" srcOrd="3" destOrd="0" presId="urn:microsoft.com/office/officeart/2005/8/layout/vList2"/>
    <dgm:cxn modelId="{F84057DC-7A67-489B-87B7-B45838D6FDBA}" type="presParOf" srcId="{27B5ACA2-EDE2-4CC7-A021-29442646BE6A}" destId="{69B5078C-646E-4D41-AFA2-143ADD071BCB}" srcOrd="4" destOrd="0" presId="urn:microsoft.com/office/officeart/2005/8/layout/vList2"/>
    <dgm:cxn modelId="{96724D19-9C02-4924-BB2D-D1AA4B9FEE03}" type="presParOf" srcId="{27B5ACA2-EDE2-4CC7-A021-29442646BE6A}" destId="{6F0EAA50-F9F1-493A-816F-CA77A6D3A43D}" srcOrd="5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15.xml><?xml version="1.0" encoding="utf-8"?>
<dgm:dataModel xmlns:dgm="http://schemas.openxmlformats.org/drawingml/2006/diagram" xmlns:a="http://schemas.openxmlformats.org/drawingml/2006/main">
  <dgm:ptLst>
    <dgm:pt modelId="{6BD46559-E37C-4B01-9398-6F40A1E1B630}" type="doc">
      <dgm:prSet loTypeId="urn:microsoft.com/office/officeart/2005/8/layout/vList2" loCatId="list" qsTypeId="urn:microsoft.com/office/officeart/2005/8/quickstyle/simple1" qsCatId="simple" csTypeId="urn:microsoft.com/office/officeart/2005/8/colors/colorful5" csCatId="colorful"/>
      <dgm:spPr/>
      <dgm:t>
        <a:bodyPr/>
        <a:lstStyle/>
        <a:p>
          <a:endParaRPr lang="en-US"/>
        </a:p>
      </dgm:t>
    </dgm:pt>
    <dgm:pt modelId="{A071AF9D-E25E-40E3-9102-2AD9C8A2E6A8}">
      <dgm:prSet/>
      <dgm:spPr/>
      <dgm:t>
        <a:bodyPr/>
        <a:lstStyle/>
        <a:p>
          <a:r>
            <a:rPr lang="en-US"/>
            <a:t>Instead of </a:t>
          </a:r>
        </a:p>
      </dgm:t>
    </dgm:pt>
    <dgm:pt modelId="{F72DEEF8-DF25-465C-962E-B8F519F16709}" type="parTrans" cxnId="{AE248EC7-92D5-4792-B423-49D1F92006A6}">
      <dgm:prSet/>
      <dgm:spPr/>
      <dgm:t>
        <a:bodyPr/>
        <a:lstStyle/>
        <a:p>
          <a:endParaRPr lang="en-US"/>
        </a:p>
      </dgm:t>
    </dgm:pt>
    <dgm:pt modelId="{E9229AEC-4629-4403-AAE1-35CABDF24AA2}" type="sibTrans" cxnId="{AE248EC7-92D5-4792-B423-49D1F92006A6}">
      <dgm:prSet/>
      <dgm:spPr/>
      <dgm:t>
        <a:bodyPr/>
        <a:lstStyle/>
        <a:p>
          <a:endParaRPr lang="en-US"/>
        </a:p>
      </dgm:t>
    </dgm:pt>
    <dgm:pt modelId="{71D9274E-C80D-44E6-AF69-6DD4088AB4EA}">
      <dgm:prSet/>
      <dgm:spPr/>
      <dgm:t>
        <a:bodyPr/>
        <a:lstStyle/>
        <a:p>
          <a:r>
            <a:rPr lang="en-US"/>
            <a:t>“pay to this 5-key multisignature</a:t>
          </a:r>
          <a:r>
            <a:rPr lang="tr-TR"/>
            <a:t> </a:t>
          </a:r>
          <a:r>
            <a:rPr lang="en-US"/>
            <a:t>script,” </a:t>
          </a:r>
        </a:p>
      </dgm:t>
    </dgm:pt>
    <dgm:pt modelId="{87ABA0E2-9BC4-4BBE-BC84-CC96120ADAFE}" type="parTrans" cxnId="{C1CAF1E2-BBFB-4A6A-9DF0-3EA5C8B855F1}">
      <dgm:prSet/>
      <dgm:spPr/>
      <dgm:t>
        <a:bodyPr/>
        <a:lstStyle/>
        <a:p>
          <a:endParaRPr lang="en-US"/>
        </a:p>
      </dgm:t>
    </dgm:pt>
    <dgm:pt modelId="{060175FA-F750-404A-81EF-8CC4D475A124}" type="sibTrans" cxnId="{C1CAF1E2-BBFB-4A6A-9DF0-3EA5C8B855F1}">
      <dgm:prSet/>
      <dgm:spPr/>
      <dgm:t>
        <a:bodyPr/>
        <a:lstStyle/>
        <a:p>
          <a:endParaRPr lang="en-US"/>
        </a:p>
      </dgm:t>
    </dgm:pt>
    <dgm:pt modelId="{065B61DD-6503-4BBE-AA3E-EA1A1059CCC3}">
      <dgm:prSet/>
      <dgm:spPr/>
      <dgm:t>
        <a:bodyPr/>
        <a:lstStyle/>
        <a:p>
          <a:r>
            <a:rPr lang="en-US"/>
            <a:t>the P2SH equivalent transaction is</a:t>
          </a:r>
        </a:p>
      </dgm:t>
    </dgm:pt>
    <dgm:pt modelId="{F26236A7-7B71-4BC6-B218-3A4E8CE91922}" type="parTrans" cxnId="{01AD59F0-9CC9-473B-A259-B1697EB0A63E}">
      <dgm:prSet/>
      <dgm:spPr/>
      <dgm:t>
        <a:bodyPr/>
        <a:lstStyle/>
        <a:p>
          <a:endParaRPr lang="en-US"/>
        </a:p>
      </dgm:t>
    </dgm:pt>
    <dgm:pt modelId="{A9D6C7BB-77B1-4660-9D16-411C1839A2BD}" type="sibTrans" cxnId="{01AD59F0-9CC9-473B-A259-B1697EB0A63E}">
      <dgm:prSet/>
      <dgm:spPr/>
      <dgm:t>
        <a:bodyPr/>
        <a:lstStyle/>
        <a:p>
          <a:endParaRPr lang="en-US"/>
        </a:p>
      </dgm:t>
    </dgm:pt>
    <dgm:pt modelId="{E2081C91-922F-488E-BA32-D7633091E66B}">
      <dgm:prSet/>
      <dgm:spPr/>
      <dgm:t>
        <a:bodyPr/>
        <a:lstStyle/>
        <a:p>
          <a:r>
            <a:rPr lang="en-US"/>
            <a:t>“pay to a script with this hash.” </a:t>
          </a:r>
        </a:p>
      </dgm:t>
    </dgm:pt>
    <dgm:pt modelId="{BAFE1722-5C70-403A-B295-BF526A3A30F2}" type="parTrans" cxnId="{9EBC3157-6274-41AC-8216-206B2C3BAF8D}">
      <dgm:prSet/>
      <dgm:spPr/>
      <dgm:t>
        <a:bodyPr/>
        <a:lstStyle/>
        <a:p>
          <a:endParaRPr lang="en-US"/>
        </a:p>
      </dgm:t>
    </dgm:pt>
    <dgm:pt modelId="{464B6E8C-29CE-46E4-B8B0-D7A453E2D36F}" type="sibTrans" cxnId="{9EBC3157-6274-41AC-8216-206B2C3BAF8D}">
      <dgm:prSet/>
      <dgm:spPr/>
      <dgm:t>
        <a:bodyPr/>
        <a:lstStyle/>
        <a:p>
          <a:endParaRPr lang="en-US"/>
        </a:p>
      </dgm:t>
    </dgm:pt>
    <dgm:pt modelId="{2B9B6EB7-41E3-4CEC-A0BB-33275CC29BA5}">
      <dgm:prSet/>
      <dgm:spPr/>
      <dgm:t>
        <a:bodyPr/>
        <a:lstStyle/>
        <a:p>
          <a:r>
            <a:rPr lang="en-US"/>
            <a:t>A customer</a:t>
          </a:r>
          <a:r>
            <a:rPr lang="tr-TR"/>
            <a:t> </a:t>
          </a:r>
          <a:r>
            <a:rPr lang="en-US"/>
            <a:t>making a payment </a:t>
          </a:r>
        </a:p>
      </dgm:t>
    </dgm:pt>
    <dgm:pt modelId="{A66EE473-D041-41A7-977A-628326763115}" type="parTrans" cxnId="{56DFC082-B4EF-4BCF-9F14-0D7861B6A803}">
      <dgm:prSet/>
      <dgm:spPr/>
      <dgm:t>
        <a:bodyPr/>
        <a:lstStyle/>
        <a:p>
          <a:endParaRPr lang="en-US"/>
        </a:p>
      </dgm:t>
    </dgm:pt>
    <dgm:pt modelId="{C3228ABB-987C-4DDE-90C0-DA5F7A481951}" type="sibTrans" cxnId="{56DFC082-B4EF-4BCF-9F14-0D7861B6A803}">
      <dgm:prSet/>
      <dgm:spPr/>
      <dgm:t>
        <a:bodyPr/>
        <a:lstStyle/>
        <a:p>
          <a:endParaRPr lang="en-US"/>
        </a:p>
      </dgm:t>
    </dgm:pt>
    <dgm:pt modelId="{8ED6633A-C239-45A5-A440-C7A766E7E3C8}">
      <dgm:prSet/>
      <dgm:spPr/>
      <dgm:t>
        <a:bodyPr/>
        <a:lstStyle/>
        <a:p>
          <a:r>
            <a:rPr lang="en-US"/>
            <a:t>need only include this </a:t>
          </a:r>
        </a:p>
      </dgm:t>
    </dgm:pt>
    <dgm:pt modelId="{E824DDEC-64D2-4E22-A230-4BFDA96A3932}" type="parTrans" cxnId="{43DA1E44-5CD4-4896-9E28-E8308332EF3F}">
      <dgm:prSet/>
      <dgm:spPr/>
      <dgm:t>
        <a:bodyPr/>
        <a:lstStyle/>
        <a:p>
          <a:endParaRPr lang="en-US"/>
        </a:p>
      </dgm:t>
    </dgm:pt>
    <dgm:pt modelId="{A1C105AC-9E61-4CA3-8007-8E61FFCFC2BC}" type="sibTrans" cxnId="{43DA1E44-5CD4-4896-9E28-E8308332EF3F}">
      <dgm:prSet/>
      <dgm:spPr/>
      <dgm:t>
        <a:bodyPr/>
        <a:lstStyle/>
        <a:p>
          <a:endParaRPr lang="en-US"/>
        </a:p>
      </dgm:t>
    </dgm:pt>
    <dgm:pt modelId="{9A657741-3151-491B-90C8-1AA3604B3760}">
      <dgm:prSet/>
      <dgm:spPr/>
      <dgm:t>
        <a:bodyPr/>
        <a:lstStyle/>
        <a:p>
          <a:r>
            <a:rPr lang="en-US"/>
            <a:t>much shorter</a:t>
          </a:r>
          <a:r>
            <a:rPr lang="tr-TR"/>
            <a:t> </a:t>
          </a:r>
          <a:r>
            <a:rPr lang="en-US"/>
            <a:t>locking script in his payment.</a:t>
          </a:r>
        </a:p>
      </dgm:t>
    </dgm:pt>
    <dgm:pt modelId="{1E8BA5F5-7D94-4BCE-9ACA-33C4FE1E822B}" type="parTrans" cxnId="{01035C09-5FC8-4A51-842E-B199E7D06CDE}">
      <dgm:prSet/>
      <dgm:spPr/>
      <dgm:t>
        <a:bodyPr/>
        <a:lstStyle/>
        <a:p>
          <a:endParaRPr lang="en-US"/>
        </a:p>
      </dgm:t>
    </dgm:pt>
    <dgm:pt modelId="{3057605E-641C-42A6-8EF1-C59EA03E69BA}" type="sibTrans" cxnId="{01035C09-5FC8-4A51-842E-B199E7D06CDE}">
      <dgm:prSet/>
      <dgm:spPr/>
      <dgm:t>
        <a:bodyPr/>
        <a:lstStyle/>
        <a:p>
          <a:endParaRPr lang="en-US"/>
        </a:p>
      </dgm:t>
    </dgm:pt>
    <dgm:pt modelId="{9177FB92-20C4-48EC-948F-B9C76E9CF430}" type="pres">
      <dgm:prSet presAssocID="{6BD46559-E37C-4B01-9398-6F40A1E1B630}" presName="linear" presStyleCnt="0">
        <dgm:presLayoutVars>
          <dgm:animLvl val="lvl"/>
          <dgm:resizeHandles val="exact"/>
        </dgm:presLayoutVars>
      </dgm:prSet>
      <dgm:spPr/>
    </dgm:pt>
    <dgm:pt modelId="{2DB826C0-4632-4017-BC3E-060E25DCFEC4}" type="pres">
      <dgm:prSet presAssocID="{A071AF9D-E25E-40E3-9102-2AD9C8A2E6A8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DA1D492B-0C55-40F4-90E9-0A6C04B843FF}" type="pres">
      <dgm:prSet presAssocID="{A071AF9D-E25E-40E3-9102-2AD9C8A2E6A8}" presName="childText" presStyleLbl="revTx" presStyleIdx="0" presStyleCnt="2">
        <dgm:presLayoutVars>
          <dgm:bulletEnabled val="1"/>
        </dgm:presLayoutVars>
      </dgm:prSet>
      <dgm:spPr/>
    </dgm:pt>
    <dgm:pt modelId="{4B2EA673-FF8D-4578-AA0A-313D03A71AC2}" type="pres">
      <dgm:prSet presAssocID="{2B9B6EB7-41E3-4CEC-A0BB-33275CC29BA5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8D7AC5AF-F011-4314-86E3-E4FBA1941F8F}" type="pres">
      <dgm:prSet presAssocID="{2B9B6EB7-41E3-4CEC-A0BB-33275CC29BA5}" presName="childText" presStyleLbl="revTx" presStyleIdx="1" presStyleCnt="2">
        <dgm:presLayoutVars>
          <dgm:bulletEnabled val="1"/>
        </dgm:presLayoutVars>
      </dgm:prSet>
      <dgm:spPr/>
    </dgm:pt>
  </dgm:ptLst>
  <dgm:cxnLst>
    <dgm:cxn modelId="{01035C09-5FC8-4A51-842E-B199E7D06CDE}" srcId="{2B9B6EB7-41E3-4CEC-A0BB-33275CC29BA5}" destId="{9A657741-3151-491B-90C8-1AA3604B3760}" srcOrd="1" destOrd="0" parTransId="{1E8BA5F5-7D94-4BCE-9ACA-33C4FE1E822B}" sibTransId="{3057605E-641C-42A6-8EF1-C59EA03E69BA}"/>
    <dgm:cxn modelId="{0FF3F115-3019-4FB7-A603-EFE7787C2AA0}" type="presOf" srcId="{71D9274E-C80D-44E6-AF69-6DD4088AB4EA}" destId="{DA1D492B-0C55-40F4-90E9-0A6C04B843FF}" srcOrd="0" destOrd="0" presId="urn:microsoft.com/office/officeart/2005/8/layout/vList2"/>
    <dgm:cxn modelId="{FACDEE3A-49AA-4E36-87B9-CC7E8F5C3D58}" type="presOf" srcId="{A071AF9D-E25E-40E3-9102-2AD9C8A2E6A8}" destId="{2DB826C0-4632-4017-BC3E-060E25DCFEC4}" srcOrd="0" destOrd="0" presId="urn:microsoft.com/office/officeart/2005/8/layout/vList2"/>
    <dgm:cxn modelId="{43DA1E44-5CD4-4896-9E28-E8308332EF3F}" srcId="{2B9B6EB7-41E3-4CEC-A0BB-33275CC29BA5}" destId="{8ED6633A-C239-45A5-A440-C7A766E7E3C8}" srcOrd="0" destOrd="0" parTransId="{E824DDEC-64D2-4E22-A230-4BFDA96A3932}" sibTransId="{A1C105AC-9E61-4CA3-8007-8E61FFCFC2BC}"/>
    <dgm:cxn modelId="{31102A47-C45E-47AE-BC54-8607C29B1409}" type="presOf" srcId="{6BD46559-E37C-4B01-9398-6F40A1E1B630}" destId="{9177FB92-20C4-48EC-948F-B9C76E9CF430}" srcOrd="0" destOrd="0" presId="urn:microsoft.com/office/officeart/2005/8/layout/vList2"/>
    <dgm:cxn modelId="{9AC3356F-52B2-4DFC-A4F4-1490472C1B61}" type="presOf" srcId="{9A657741-3151-491B-90C8-1AA3604B3760}" destId="{8D7AC5AF-F011-4314-86E3-E4FBA1941F8F}" srcOrd="0" destOrd="1" presId="urn:microsoft.com/office/officeart/2005/8/layout/vList2"/>
    <dgm:cxn modelId="{9EBC3157-6274-41AC-8216-206B2C3BAF8D}" srcId="{A071AF9D-E25E-40E3-9102-2AD9C8A2E6A8}" destId="{E2081C91-922F-488E-BA32-D7633091E66B}" srcOrd="2" destOrd="0" parTransId="{BAFE1722-5C70-403A-B295-BF526A3A30F2}" sibTransId="{464B6E8C-29CE-46E4-B8B0-D7A453E2D36F}"/>
    <dgm:cxn modelId="{56DFC082-B4EF-4BCF-9F14-0D7861B6A803}" srcId="{6BD46559-E37C-4B01-9398-6F40A1E1B630}" destId="{2B9B6EB7-41E3-4CEC-A0BB-33275CC29BA5}" srcOrd="1" destOrd="0" parTransId="{A66EE473-D041-41A7-977A-628326763115}" sibTransId="{C3228ABB-987C-4DDE-90C0-DA5F7A481951}"/>
    <dgm:cxn modelId="{240458A3-18AB-4F21-9B85-24730403BD2B}" type="presOf" srcId="{2B9B6EB7-41E3-4CEC-A0BB-33275CC29BA5}" destId="{4B2EA673-FF8D-4578-AA0A-313D03A71AC2}" srcOrd="0" destOrd="0" presId="urn:microsoft.com/office/officeart/2005/8/layout/vList2"/>
    <dgm:cxn modelId="{AE248EC7-92D5-4792-B423-49D1F92006A6}" srcId="{6BD46559-E37C-4B01-9398-6F40A1E1B630}" destId="{A071AF9D-E25E-40E3-9102-2AD9C8A2E6A8}" srcOrd="0" destOrd="0" parTransId="{F72DEEF8-DF25-465C-962E-B8F519F16709}" sibTransId="{E9229AEC-4629-4403-AAE1-35CABDF24AA2}"/>
    <dgm:cxn modelId="{56C47AC8-8775-482C-9537-838CD2B4E294}" type="presOf" srcId="{8ED6633A-C239-45A5-A440-C7A766E7E3C8}" destId="{8D7AC5AF-F011-4314-86E3-E4FBA1941F8F}" srcOrd="0" destOrd="0" presId="urn:microsoft.com/office/officeart/2005/8/layout/vList2"/>
    <dgm:cxn modelId="{C1CAF1E2-BBFB-4A6A-9DF0-3EA5C8B855F1}" srcId="{A071AF9D-E25E-40E3-9102-2AD9C8A2E6A8}" destId="{71D9274E-C80D-44E6-AF69-6DD4088AB4EA}" srcOrd="0" destOrd="0" parTransId="{87ABA0E2-9BC4-4BBE-BC84-CC96120ADAFE}" sibTransId="{060175FA-F750-404A-81EF-8CC4D475A124}"/>
    <dgm:cxn modelId="{748749E4-AAFC-4780-8634-09AB4FFF7438}" type="presOf" srcId="{E2081C91-922F-488E-BA32-D7633091E66B}" destId="{DA1D492B-0C55-40F4-90E9-0A6C04B843FF}" srcOrd="0" destOrd="2" presId="urn:microsoft.com/office/officeart/2005/8/layout/vList2"/>
    <dgm:cxn modelId="{F64662E7-1F17-438B-801F-A12E3C05FAF7}" type="presOf" srcId="{065B61DD-6503-4BBE-AA3E-EA1A1059CCC3}" destId="{DA1D492B-0C55-40F4-90E9-0A6C04B843FF}" srcOrd="0" destOrd="1" presId="urn:microsoft.com/office/officeart/2005/8/layout/vList2"/>
    <dgm:cxn modelId="{01AD59F0-9CC9-473B-A259-B1697EB0A63E}" srcId="{A071AF9D-E25E-40E3-9102-2AD9C8A2E6A8}" destId="{065B61DD-6503-4BBE-AA3E-EA1A1059CCC3}" srcOrd="1" destOrd="0" parTransId="{F26236A7-7B71-4BC6-B218-3A4E8CE91922}" sibTransId="{A9D6C7BB-77B1-4660-9D16-411C1839A2BD}"/>
    <dgm:cxn modelId="{F4C7A702-4EE0-437B-B39B-9D7F0B69FE15}" type="presParOf" srcId="{9177FB92-20C4-48EC-948F-B9C76E9CF430}" destId="{2DB826C0-4632-4017-BC3E-060E25DCFEC4}" srcOrd="0" destOrd="0" presId="urn:microsoft.com/office/officeart/2005/8/layout/vList2"/>
    <dgm:cxn modelId="{5CA30F2D-A749-4456-BA13-935895B1E951}" type="presParOf" srcId="{9177FB92-20C4-48EC-948F-B9C76E9CF430}" destId="{DA1D492B-0C55-40F4-90E9-0A6C04B843FF}" srcOrd="1" destOrd="0" presId="urn:microsoft.com/office/officeart/2005/8/layout/vList2"/>
    <dgm:cxn modelId="{C3615E54-7208-40BF-968A-547E20EB7230}" type="presParOf" srcId="{9177FB92-20C4-48EC-948F-B9C76E9CF430}" destId="{4B2EA673-FF8D-4578-AA0A-313D03A71AC2}" srcOrd="2" destOrd="0" presId="urn:microsoft.com/office/officeart/2005/8/layout/vList2"/>
    <dgm:cxn modelId="{13E22934-A144-4451-B791-2ABAAED0AD54}" type="presParOf" srcId="{9177FB92-20C4-48EC-948F-B9C76E9CF430}" destId="{8D7AC5AF-F011-4314-86E3-E4FBA1941F8F}" srcOrd="3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6.xml><?xml version="1.0" encoding="utf-8"?>
<dgm:dataModel xmlns:dgm="http://schemas.openxmlformats.org/drawingml/2006/diagram" xmlns:a="http://schemas.openxmlformats.org/drawingml/2006/main">
  <dgm:ptLst>
    <dgm:pt modelId="{9B75E128-C017-487F-A5F5-F64DE4E02775}" type="doc">
      <dgm:prSet loTypeId="urn:microsoft.com/office/officeart/2005/8/layout/vProcess5" loCatId="process" qsTypeId="urn:microsoft.com/office/officeart/2005/8/quickstyle/simple1" qsCatId="simple" csTypeId="urn:microsoft.com/office/officeart/2005/8/colors/colorful1" csCatId="colorful"/>
      <dgm:spPr/>
      <dgm:t>
        <a:bodyPr/>
        <a:lstStyle/>
        <a:p>
          <a:endParaRPr lang="en-US"/>
        </a:p>
      </dgm:t>
    </dgm:pt>
    <dgm:pt modelId="{CA4E9603-9130-487B-B699-F4A62F69EB98}">
      <dgm:prSet/>
      <dgm:spPr/>
      <dgm:t>
        <a:bodyPr/>
        <a:lstStyle/>
        <a:p>
          <a:r>
            <a:rPr lang="en-US"/>
            <a:t>When Mohammed and his partners </a:t>
          </a:r>
        </a:p>
      </dgm:t>
    </dgm:pt>
    <dgm:pt modelId="{8C4EF94F-4B8B-4164-AACD-463BF6653BCC}" type="parTrans" cxnId="{BDED8436-553E-49FE-A87C-DD467CA0E2C6}">
      <dgm:prSet/>
      <dgm:spPr/>
      <dgm:t>
        <a:bodyPr/>
        <a:lstStyle/>
        <a:p>
          <a:endParaRPr lang="en-US"/>
        </a:p>
      </dgm:t>
    </dgm:pt>
    <dgm:pt modelId="{AD2F6A85-0A41-4507-8354-C8C21962DED0}" type="sibTrans" cxnId="{BDED8436-553E-49FE-A87C-DD467CA0E2C6}">
      <dgm:prSet/>
      <dgm:spPr/>
      <dgm:t>
        <a:bodyPr/>
        <a:lstStyle/>
        <a:p>
          <a:endParaRPr lang="en-US"/>
        </a:p>
      </dgm:t>
    </dgm:pt>
    <dgm:pt modelId="{5AFBA033-EADA-483D-8EBD-5638A5B999BB}">
      <dgm:prSet/>
      <dgm:spPr/>
      <dgm:t>
        <a:bodyPr/>
        <a:lstStyle/>
        <a:p>
          <a:r>
            <a:rPr lang="en-US"/>
            <a:t>want to spend this</a:t>
          </a:r>
          <a:r>
            <a:rPr lang="tr-TR"/>
            <a:t> </a:t>
          </a:r>
          <a:r>
            <a:rPr lang="en-US"/>
            <a:t>UTXO, </a:t>
          </a:r>
        </a:p>
      </dgm:t>
    </dgm:pt>
    <dgm:pt modelId="{A3F75686-2424-45B2-ADE4-93B43B313F74}" type="parTrans" cxnId="{FC995664-F7C4-42D0-A495-76DA867B4498}">
      <dgm:prSet/>
      <dgm:spPr/>
      <dgm:t>
        <a:bodyPr/>
        <a:lstStyle/>
        <a:p>
          <a:endParaRPr lang="en-US"/>
        </a:p>
      </dgm:t>
    </dgm:pt>
    <dgm:pt modelId="{98D24395-DFED-4B46-A544-3E6F7544BCA1}" type="sibTrans" cxnId="{FC995664-F7C4-42D0-A495-76DA867B4498}">
      <dgm:prSet/>
      <dgm:spPr/>
      <dgm:t>
        <a:bodyPr/>
        <a:lstStyle/>
        <a:p>
          <a:endParaRPr lang="en-US"/>
        </a:p>
      </dgm:t>
    </dgm:pt>
    <dgm:pt modelId="{1D851B60-9B6C-49F7-A73C-46261CA0A45C}">
      <dgm:prSet/>
      <dgm:spPr/>
      <dgm:t>
        <a:bodyPr/>
        <a:lstStyle/>
        <a:p>
          <a:r>
            <a:rPr lang="en-US"/>
            <a:t>they must present the original redeem script </a:t>
          </a:r>
        </a:p>
      </dgm:t>
    </dgm:pt>
    <dgm:pt modelId="{89F40168-2672-4D2F-A76E-634FC7BF56A2}" type="parTrans" cxnId="{612E39B9-821C-42A0-8283-87184D6B6B80}">
      <dgm:prSet/>
      <dgm:spPr/>
      <dgm:t>
        <a:bodyPr/>
        <a:lstStyle/>
        <a:p>
          <a:endParaRPr lang="en-US"/>
        </a:p>
      </dgm:t>
    </dgm:pt>
    <dgm:pt modelId="{115FAFE0-A7BD-44B9-9CEC-1CF3A4F0136F}" type="sibTrans" cxnId="{612E39B9-821C-42A0-8283-87184D6B6B80}">
      <dgm:prSet/>
      <dgm:spPr/>
      <dgm:t>
        <a:bodyPr/>
        <a:lstStyle/>
        <a:p>
          <a:endParaRPr lang="en-US"/>
        </a:p>
      </dgm:t>
    </dgm:pt>
    <dgm:pt modelId="{B5ED48C1-9756-4CFF-88C6-0466189EF14E}">
      <dgm:prSet/>
      <dgm:spPr/>
      <dgm:t>
        <a:bodyPr/>
        <a:lstStyle/>
        <a:p>
          <a:r>
            <a:rPr lang="en-US"/>
            <a:t>the one whose hash locked the</a:t>
          </a:r>
          <a:r>
            <a:rPr lang="tr-TR"/>
            <a:t> </a:t>
          </a:r>
          <a:r>
            <a:rPr lang="en-US"/>
            <a:t>UTXO</a:t>
          </a:r>
        </a:p>
      </dgm:t>
    </dgm:pt>
    <dgm:pt modelId="{68C4BB76-FDE5-4EBF-9C8F-C4A977887AF4}" type="parTrans" cxnId="{E5C85F86-5AB4-4114-A69E-1633C5A897E3}">
      <dgm:prSet/>
      <dgm:spPr/>
      <dgm:t>
        <a:bodyPr/>
        <a:lstStyle/>
        <a:p>
          <a:endParaRPr lang="en-US"/>
        </a:p>
      </dgm:t>
    </dgm:pt>
    <dgm:pt modelId="{169F88CA-4E3B-4541-A5A1-C55B7D297B8A}" type="sibTrans" cxnId="{E5C85F86-5AB4-4114-A69E-1633C5A897E3}">
      <dgm:prSet/>
      <dgm:spPr/>
      <dgm:t>
        <a:bodyPr/>
        <a:lstStyle/>
        <a:p>
          <a:endParaRPr lang="en-US"/>
        </a:p>
      </dgm:t>
    </dgm:pt>
    <dgm:pt modelId="{A95DF76C-3640-4BBF-97EF-89D4B51CACE0}">
      <dgm:prSet/>
      <dgm:spPr/>
      <dgm:t>
        <a:bodyPr/>
        <a:lstStyle/>
        <a:p>
          <a:r>
            <a:rPr lang="en-US"/>
            <a:t>and the signatures necessary to unlock it</a:t>
          </a:r>
        </a:p>
      </dgm:t>
    </dgm:pt>
    <dgm:pt modelId="{93B8F993-9DFA-40E5-8136-397A55816E41}" type="parTrans" cxnId="{91ED7D54-B3D3-4F17-8734-0AF81F2CE109}">
      <dgm:prSet/>
      <dgm:spPr/>
      <dgm:t>
        <a:bodyPr/>
        <a:lstStyle/>
        <a:p>
          <a:endParaRPr lang="en-US"/>
        </a:p>
      </dgm:t>
    </dgm:pt>
    <dgm:pt modelId="{18D3DA43-A507-4309-A7FA-81B59867B1CB}" type="sibTrans" cxnId="{91ED7D54-B3D3-4F17-8734-0AF81F2CE109}">
      <dgm:prSet/>
      <dgm:spPr/>
      <dgm:t>
        <a:bodyPr/>
        <a:lstStyle/>
        <a:p>
          <a:endParaRPr lang="en-US"/>
        </a:p>
      </dgm:t>
    </dgm:pt>
    <dgm:pt modelId="{C3600961-81A5-4AF3-9A9C-D163FD03D870}">
      <dgm:prSet/>
      <dgm:spPr/>
      <dgm:t>
        <a:bodyPr/>
        <a:lstStyle/>
        <a:p>
          <a:r>
            <a:rPr lang="da-DK"/>
            <a:t>&lt;Sig1&gt; &lt;Sig2&gt; &lt;2 PK1 PK2 PK3 PK4 PK5 5 CHECKMULTISIG&gt;</a:t>
          </a:r>
          <a:endParaRPr lang="en-US"/>
        </a:p>
      </dgm:t>
    </dgm:pt>
    <dgm:pt modelId="{97C358B5-40FE-4EB8-9FEC-2C8241FF5854}" type="parTrans" cxnId="{DB9EC93B-54F8-4628-B0FE-79F2CA8B439D}">
      <dgm:prSet/>
      <dgm:spPr/>
      <dgm:t>
        <a:bodyPr/>
        <a:lstStyle/>
        <a:p>
          <a:endParaRPr lang="en-US"/>
        </a:p>
      </dgm:t>
    </dgm:pt>
    <dgm:pt modelId="{7820CBCB-82D1-4135-924F-C354E5A112D2}" type="sibTrans" cxnId="{DB9EC93B-54F8-4628-B0FE-79F2CA8B439D}">
      <dgm:prSet/>
      <dgm:spPr/>
      <dgm:t>
        <a:bodyPr/>
        <a:lstStyle/>
        <a:p>
          <a:endParaRPr lang="en-US"/>
        </a:p>
      </dgm:t>
    </dgm:pt>
    <dgm:pt modelId="{D892615E-65B3-4512-B775-10E65466FF6F}" type="pres">
      <dgm:prSet presAssocID="{9B75E128-C017-487F-A5F5-F64DE4E02775}" presName="outerComposite" presStyleCnt="0">
        <dgm:presLayoutVars>
          <dgm:chMax val="5"/>
          <dgm:dir/>
          <dgm:resizeHandles val="exact"/>
        </dgm:presLayoutVars>
      </dgm:prSet>
      <dgm:spPr/>
    </dgm:pt>
    <dgm:pt modelId="{EC6660F9-74B8-4A1D-A7E3-940EA5242460}" type="pres">
      <dgm:prSet presAssocID="{9B75E128-C017-487F-A5F5-F64DE4E02775}" presName="dummyMaxCanvas" presStyleCnt="0">
        <dgm:presLayoutVars/>
      </dgm:prSet>
      <dgm:spPr/>
    </dgm:pt>
    <dgm:pt modelId="{4758A295-F40B-4B8F-A00A-D4BF52702A4D}" type="pres">
      <dgm:prSet presAssocID="{9B75E128-C017-487F-A5F5-F64DE4E02775}" presName="FourNodes_1" presStyleLbl="node1" presStyleIdx="0" presStyleCnt="4">
        <dgm:presLayoutVars>
          <dgm:bulletEnabled val="1"/>
        </dgm:presLayoutVars>
      </dgm:prSet>
      <dgm:spPr/>
    </dgm:pt>
    <dgm:pt modelId="{E948284C-0F1A-4134-9C22-FA43D8265B27}" type="pres">
      <dgm:prSet presAssocID="{9B75E128-C017-487F-A5F5-F64DE4E02775}" presName="FourNodes_2" presStyleLbl="node1" presStyleIdx="1" presStyleCnt="4">
        <dgm:presLayoutVars>
          <dgm:bulletEnabled val="1"/>
        </dgm:presLayoutVars>
      </dgm:prSet>
      <dgm:spPr/>
    </dgm:pt>
    <dgm:pt modelId="{5E08C934-3C19-47CD-BBB1-31633DA76ADD}" type="pres">
      <dgm:prSet presAssocID="{9B75E128-C017-487F-A5F5-F64DE4E02775}" presName="FourNodes_3" presStyleLbl="node1" presStyleIdx="2" presStyleCnt="4">
        <dgm:presLayoutVars>
          <dgm:bulletEnabled val="1"/>
        </dgm:presLayoutVars>
      </dgm:prSet>
      <dgm:spPr/>
    </dgm:pt>
    <dgm:pt modelId="{9A5785D2-42FC-49CD-B021-937A8AD8C1EB}" type="pres">
      <dgm:prSet presAssocID="{9B75E128-C017-487F-A5F5-F64DE4E02775}" presName="FourNodes_4" presStyleLbl="node1" presStyleIdx="3" presStyleCnt="4">
        <dgm:presLayoutVars>
          <dgm:bulletEnabled val="1"/>
        </dgm:presLayoutVars>
      </dgm:prSet>
      <dgm:spPr/>
    </dgm:pt>
    <dgm:pt modelId="{D8240F73-2307-43DA-BBFB-3870A7076006}" type="pres">
      <dgm:prSet presAssocID="{9B75E128-C017-487F-A5F5-F64DE4E02775}" presName="FourConn_1-2" presStyleLbl="fgAccFollowNode1" presStyleIdx="0" presStyleCnt="3">
        <dgm:presLayoutVars>
          <dgm:bulletEnabled val="1"/>
        </dgm:presLayoutVars>
      </dgm:prSet>
      <dgm:spPr/>
    </dgm:pt>
    <dgm:pt modelId="{66471882-DF57-4F2F-8774-C48C6A38F593}" type="pres">
      <dgm:prSet presAssocID="{9B75E128-C017-487F-A5F5-F64DE4E02775}" presName="FourConn_2-3" presStyleLbl="fgAccFollowNode1" presStyleIdx="1" presStyleCnt="3">
        <dgm:presLayoutVars>
          <dgm:bulletEnabled val="1"/>
        </dgm:presLayoutVars>
      </dgm:prSet>
      <dgm:spPr/>
    </dgm:pt>
    <dgm:pt modelId="{5E2F3FAE-886B-45D7-A657-4E143B9CA8CC}" type="pres">
      <dgm:prSet presAssocID="{9B75E128-C017-487F-A5F5-F64DE4E02775}" presName="FourConn_3-4" presStyleLbl="fgAccFollowNode1" presStyleIdx="2" presStyleCnt="3">
        <dgm:presLayoutVars>
          <dgm:bulletEnabled val="1"/>
        </dgm:presLayoutVars>
      </dgm:prSet>
      <dgm:spPr/>
    </dgm:pt>
    <dgm:pt modelId="{AFFE1015-0F25-4F22-B231-35FFD42B2023}" type="pres">
      <dgm:prSet presAssocID="{9B75E128-C017-487F-A5F5-F64DE4E02775}" presName="FourNodes_1_text" presStyleLbl="node1" presStyleIdx="3" presStyleCnt="4">
        <dgm:presLayoutVars>
          <dgm:bulletEnabled val="1"/>
        </dgm:presLayoutVars>
      </dgm:prSet>
      <dgm:spPr/>
    </dgm:pt>
    <dgm:pt modelId="{BF102E50-CA53-4FE1-B4E3-684E69339F74}" type="pres">
      <dgm:prSet presAssocID="{9B75E128-C017-487F-A5F5-F64DE4E02775}" presName="FourNodes_2_text" presStyleLbl="node1" presStyleIdx="3" presStyleCnt="4">
        <dgm:presLayoutVars>
          <dgm:bulletEnabled val="1"/>
        </dgm:presLayoutVars>
      </dgm:prSet>
      <dgm:spPr/>
    </dgm:pt>
    <dgm:pt modelId="{D2DAA436-0B44-4585-A5A2-4FDA24606592}" type="pres">
      <dgm:prSet presAssocID="{9B75E128-C017-487F-A5F5-F64DE4E02775}" presName="FourNodes_3_text" presStyleLbl="node1" presStyleIdx="3" presStyleCnt="4">
        <dgm:presLayoutVars>
          <dgm:bulletEnabled val="1"/>
        </dgm:presLayoutVars>
      </dgm:prSet>
      <dgm:spPr/>
    </dgm:pt>
    <dgm:pt modelId="{15407B67-B663-4F68-AEFD-6BD5E0E51D2F}" type="pres">
      <dgm:prSet presAssocID="{9B75E128-C017-487F-A5F5-F64DE4E02775}" presName="FourNodes_4_text" presStyleLbl="node1" presStyleIdx="3" presStyleCnt="4">
        <dgm:presLayoutVars>
          <dgm:bulletEnabled val="1"/>
        </dgm:presLayoutVars>
      </dgm:prSet>
      <dgm:spPr/>
    </dgm:pt>
  </dgm:ptLst>
  <dgm:cxnLst>
    <dgm:cxn modelId="{4CB2090C-6A41-4630-85ED-6B9520F8C5F6}" type="presOf" srcId="{5AFBA033-EADA-483D-8EBD-5638A5B999BB}" destId="{AFFE1015-0F25-4F22-B231-35FFD42B2023}" srcOrd="1" destOrd="1" presId="urn:microsoft.com/office/officeart/2005/8/layout/vProcess5"/>
    <dgm:cxn modelId="{D8AC0D14-F1B2-450A-8868-7F29F7C889AC}" type="presOf" srcId="{AD2F6A85-0A41-4507-8354-C8C21962DED0}" destId="{D8240F73-2307-43DA-BBFB-3870A7076006}" srcOrd="0" destOrd="0" presId="urn:microsoft.com/office/officeart/2005/8/layout/vProcess5"/>
    <dgm:cxn modelId="{F08D0423-38C3-46AB-AB8A-3F5968116891}" type="presOf" srcId="{1D851B60-9B6C-49F7-A73C-46261CA0A45C}" destId="{E948284C-0F1A-4134-9C22-FA43D8265B27}" srcOrd="0" destOrd="0" presId="urn:microsoft.com/office/officeart/2005/8/layout/vProcess5"/>
    <dgm:cxn modelId="{5522F124-ED19-4166-A2C6-F230EC2DC29F}" type="presOf" srcId="{B5ED48C1-9756-4CFF-88C6-0466189EF14E}" destId="{BF102E50-CA53-4FE1-B4E3-684E69339F74}" srcOrd="1" destOrd="1" presId="urn:microsoft.com/office/officeart/2005/8/layout/vProcess5"/>
    <dgm:cxn modelId="{BDED8436-553E-49FE-A87C-DD467CA0E2C6}" srcId="{9B75E128-C017-487F-A5F5-F64DE4E02775}" destId="{CA4E9603-9130-487B-B699-F4A62F69EB98}" srcOrd="0" destOrd="0" parTransId="{8C4EF94F-4B8B-4164-AACD-463BF6653BCC}" sibTransId="{AD2F6A85-0A41-4507-8354-C8C21962DED0}"/>
    <dgm:cxn modelId="{DB9EC93B-54F8-4628-B0FE-79F2CA8B439D}" srcId="{9B75E128-C017-487F-A5F5-F64DE4E02775}" destId="{C3600961-81A5-4AF3-9A9C-D163FD03D870}" srcOrd="3" destOrd="0" parTransId="{97C358B5-40FE-4EB8-9FEC-2C8241FF5854}" sibTransId="{7820CBCB-82D1-4135-924F-C354E5A112D2}"/>
    <dgm:cxn modelId="{8EAC2762-5454-4F9C-AE8F-C1AFEA854F68}" type="presOf" srcId="{5AFBA033-EADA-483D-8EBD-5638A5B999BB}" destId="{4758A295-F40B-4B8F-A00A-D4BF52702A4D}" srcOrd="0" destOrd="1" presId="urn:microsoft.com/office/officeart/2005/8/layout/vProcess5"/>
    <dgm:cxn modelId="{FC995664-F7C4-42D0-A495-76DA867B4498}" srcId="{CA4E9603-9130-487B-B699-F4A62F69EB98}" destId="{5AFBA033-EADA-483D-8EBD-5638A5B999BB}" srcOrd="0" destOrd="0" parTransId="{A3F75686-2424-45B2-ADE4-93B43B313F74}" sibTransId="{98D24395-DFED-4B46-A544-3E6F7544BCA1}"/>
    <dgm:cxn modelId="{1066E064-9FAD-4493-9838-D6B04572A2F2}" type="presOf" srcId="{18D3DA43-A507-4309-A7FA-81B59867B1CB}" destId="{5E2F3FAE-886B-45D7-A657-4E143B9CA8CC}" srcOrd="0" destOrd="0" presId="urn:microsoft.com/office/officeart/2005/8/layout/vProcess5"/>
    <dgm:cxn modelId="{DEE1AF4F-3C94-4FED-B8D8-A38E7D3702A0}" type="presOf" srcId="{115FAFE0-A7BD-44B9-9CEC-1CF3A4F0136F}" destId="{66471882-DF57-4F2F-8774-C48C6A38F593}" srcOrd="0" destOrd="0" presId="urn:microsoft.com/office/officeart/2005/8/layout/vProcess5"/>
    <dgm:cxn modelId="{8AE89B52-E5D3-407A-9B4B-41D96BAD7A06}" type="presOf" srcId="{A95DF76C-3640-4BBF-97EF-89D4B51CACE0}" destId="{5E08C934-3C19-47CD-BBB1-31633DA76ADD}" srcOrd="0" destOrd="0" presId="urn:microsoft.com/office/officeart/2005/8/layout/vProcess5"/>
    <dgm:cxn modelId="{91ED7D54-B3D3-4F17-8734-0AF81F2CE109}" srcId="{9B75E128-C017-487F-A5F5-F64DE4E02775}" destId="{A95DF76C-3640-4BBF-97EF-89D4B51CACE0}" srcOrd="2" destOrd="0" parTransId="{93B8F993-9DFA-40E5-8136-397A55816E41}" sibTransId="{18D3DA43-A507-4309-A7FA-81B59867B1CB}"/>
    <dgm:cxn modelId="{1AF2BF56-1A06-4FE3-A1FD-45264076B339}" type="presOf" srcId="{1D851B60-9B6C-49F7-A73C-46261CA0A45C}" destId="{BF102E50-CA53-4FE1-B4E3-684E69339F74}" srcOrd="1" destOrd="0" presId="urn:microsoft.com/office/officeart/2005/8/layout/vProcess5"/>
    <dgm:cxn modelId="{2CA8AF85-60F1-4986-9EB2-5D645195FFE6}" type="presOf" srcId="{C3600961-81A5-4AF3-9A9C-D163FD03D870}" destId="{15407B67-B663-4F68-AEFD-6BD5E0E51D2F}" srcOrd="1" destOrd="0" presId="urn:microsoft.com/office/officeart/2005/8/layout/vProcess5"/>
    <dgm:cxn modelId="{E5C85F86-5AB4-4114-A69E-1633C5A897E3}" srcId="{1D851B60-9B6C-49F7-A73C-46261CA0A45C}" destId="{B5ED48C1-9756-4CFF-88C6-0466189EF14E}" srcOrd="0" destOrd="0" parTransId="{68C4BB76-FDE5-4EBF-9C8F-C4A977887AF4}" sibTransId="{169F88CA-4E3B-4541-A5A1-C55B7D297B8A}"/>
    <dgm:cxn modelId="{2E9F738D-881F-406F-9C90-43639AA2629E}" type="presOf" srcId="{A95DF76C-3640-4BBF-97EF-89D4B51CACE0}" destId="{D2DAA436-0B44-4585-A5A2-4FDA24606592}" srcOrd="1" destOrd="0" presId="urn:microsoft.com/office/officeart/2005/8/layout/vProcess5"/>
    <dgm:cxn modelId="{10C8438E-AF46-412D-A0CA-207E76BE6A11}" type="presOf" srcId="{CA4E9603-9130-487B-B699-F4A62F69EB98}" destId="{4758A295-F40B-4B8F-A00A-D4BF52702A4D}" srcOrd="0" destOrd="0" presId="urn:microsoft.com/office/officeart/2005/8/layout/vProcess5"/>
    <dgm:cxn modelId="{DD087990-7B60-4032-9F75-FA81E75B65E9}" type="presOf" srcId="{B5ED48C1-9756-4CFF-88C6-0466189EF14E}" destId="{E948284C-0F1A-4134-9C22-FA43D8265B27}" srcOrd="0" destOrd="1" presId="urn:microsoft.com/office/officeart/2005/8/layout/vProcess5"/>
    <dgm:cxn modelId="{11B1CF92-BE87-47A0-BE7A-AC398F4C4FD7}" type="presOf" srcId="{9B75E128-C017-487F-A5F5-F64DE4E02775}" destId="{D892615E-65B3-4512-B775-10E65466FF6F}" srcOrd="0" destOrd="0" presId="urn:microsoft.com/office/officeart/2005/8/layout/vProcess5"/>
    <dgm:cxn modelId="{CACCCDB2-9B75-4CDA-B5EF-B68E94EFB874}" type="presOf" srcId="{CA4E9603-9130-487B-B699-F4A62F69EB98}" destId="{AFFE1015-0F25-4F22-B231-35FFD42B2023}" srcOrd="1" destOrd="0" presId="urn:microsoft.com/office/officeart/2005/8/layout/vProcess5"/>
    <dgm:cxn modelId="{612E39B9-821C-42A0-8283-87184D6B6B80}" srcId="{9B75E128-C017-487F-A5F5-F64DE4E02775}" destId="{1D851B60-9B6C-49F7-A73C-46261CA0A45C}" srcOrd="1" destOrd="0" parTransId="{89F40168-2672-4D2F-A76E-634FC7BF56A2}" sibTransId="{115FAFE0-A7BD-44B9-9CEC-1CF3A4F0136F}"/>
    <dgm:cxn modelId="{F4CE3EF8-C068-42BF-804A-458173ABA4B0}" type="presOf" srcId="{C3600961-81A5-4AF3-9A9C-D163FD03D870}" destId="{9A5785D2-42FC-49CD-B021-937A8AD8C1EB}" srcOrd="0" destOrd="0" presId="urn:microsoft.com/office/officeart/2005/8/layout/vProcess5"/>
    <dgm:cxn modelId="{495F46C7-B247-4D33-952C-08A9A40CE9B7}" type="presParOf" srcId="{D892615E-65B3-4512-B775-10E65466FF6F}" destId="{EC6660F9-74B8-4A1D-A7E3-940EA5242460}" srcOrd="0" destOrd="0" presId="urn:microsoft.com/office/officeart/2005/8/layout/vProcess5"/>
    <dgm:cxn modelId="{944CE80C-49E5-4EDE-AF93-96F4EC651F7F}" type="presParOf" srcId="{D892615E-65B3-4512-B775-10E65466FF6F}" destId="{4758A295-F40B-4B8F-A00A-D4BF52702A4D}" srcOrd="1" destOrd="0" presId="urn:microsoft.com/office/officeart/2005/8/layout/vProcess5"/>
    <dgm:cxn modelId="{C292D03D-53F8-4D1A-B5AB-8DFBEBF85993}" type="presParOf" srcId="{D892615E-65B3-4512-B775-10E65466FF6F}" destId="{E948284C-0F1A-4134-9C22-FA43D8265B27}" srcOrd="2" destOrd="0" presId="urn:microsoft.com/office/officeart/2005/8/layout/vProcess5"/>
    <dgm:cxn modelId="{0A3A4AE0-7DE2-494C-93FA-9D27BA6B91D6}" type="presParOf" srcId="{D892615E-65B3-4512-B775-10E65466FF6F}" destId="{5E08C934-3C19-47CD-BBB1-31633DA76ADD}" srcOrd="3" destOrd="0" presId="urn:microsoft.com/office/officeart/2005/8/layout/vProcess5"/>
    <dgm:cxn modelId="{8BCF5D9E-2ABB-486A-B522-9AE33E931DD2}" type="presParOf" srcId="{D892615E-65B3-4512-B775-10E65466FF6F}" destId="{9A5785D2-42FC-49CD-B021-937A8AD8C1EB}" srcOrd="4" destOrd="0" presId="urn:microsoft.com/office/officeart/2005/8/layout/vProcess5"/>
    <dgm:cxn modelId="{17F770F2-53BE-45F4-B321-F1838F2D1706}" type="presParOf" srcId="{D892615E-65B3-4512-B775-10E65466FF6F}" destId="{D8240F73-2307-43DA-BBFB-3870A7076006}" srcOrd="5" destOrd="0" presId="urn:microsoft.com/office/officeart/2005/8/layout/vProcess5"/>
    <dgm:cxn modelId="{C7546459-8C3A-4C3E-9F75-E30F08FBC3CB}" type="presParOf" srcId="{D892615E-65B3-4512-B775-10E65466FF6F}" destId="{66471882-DF57-4F2F-8774-C48C6A38F593}" srcOrd="6" destOrd="0" presId="urn:microsoft.com/office/officeart/2005/8/layout/vProcess5"/>
    <dgm:cxn modelId="{F3806277-B0A8-4847-81E0-771EFB84AAE6}" type="presParOf" srcId="{D892615E-65B3-4512-B775-10E65466FF6F}" destId="{5E2F3FAE-886B-45D7-A657-4E143B9CA8CC}" srcOrd="7" destOrd="0" presId="urn:microsoft.com/office/officeart/2005/8/layout/vProcess5"/>
    <dgm:cxn modelId="{BEE43A1E-33C0-4679-AD05-2B3DE6A19C20}" type="presParOf" srcId="{D892615E-65B3-4512-B775-10E65466FF6F}" destId="{AFFE1015-0F25-4F22-B231-35FFD42B2023}" srcOrd="8" destOrd="0" presId="urn:microsoft.com/office/officeart/2005/8/layout/vProcess5"/>
    <dgm:cxn modelId="{3F01A880-1C0E-48EE-AE3A-18565CC259C4}" type="presParOf" srcId="{D892615E-65B3-4512-B775-10E65466FF6F}" destId="{BF102E50-CA53-4FE1-B4E3-684E69339F74}" srcOrd="9" destOrd="0" presId="urn:microsoft.com/office/officeart/2005/8/layout/vProcess5"/>
    <dgm:cxn modelId="{537AFD23-ADE5-44E1-8443-C6A7A5629465}" type="presParOf" srcId="{D892615E-65B3-4512-B775-10E65466FF6F}" destId="{D2DAA436-0B44-4585-A5A2-4FDA24606592}" srcOrd="10" destOrd="0" presId="urn:microsoft.com/office/officeart/2005/8/layout/vProcess5"/>
    <dgm:cxn modelId="{C65B1336-344F-43E2-AC7A-F54D9C1318AA}" type="presParOf" srcId="{D892615E-65B3-4512-B775-10E65466FF6F}" destId="{15407B67-B663-4F68-AEFD-6BD5E0E51D2F}" srcOrd="11" destOrd="0" presId="urn:microsoft.com/office/officeart/2005/8/layout/vProcess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7.xml><?xml version="1.0" encoding="utf-8"?>
<dgm:dataModel xmlns:dgm="http://schemas.openxmlformats.org/drawingml/2006/diagram" xmlns:a="http://schemas.openxmlformats.org/drawingml/2006/main">
  <dgm:ptLst>
    <dgm:pt modelId="{B378B8CE-C6E6-4A52-8C62-02CB6DEDBBA7}" type="doc">
      <dgm:prSet loTypeId="urn:microsoft.com/office/officeart/2005/8/layout/vProcess5" loCatId="process" qsTypeId="urn:microsoft.com/office/officeart/2005/8/quickstyle/simple1" qsCatId="simple" csTypeId="urn:microsoft.com/office/officeart/2005/8/colors/colorful2" csCatId="colorful"/>
      <dgm:spPr/>
      <dgm:t>
        <a:bodyPr/>
        <a:lstStyle/>
        <a:p>
          <a:endParaRPr lang="en-US"/>
        </a:p>
      </dgm:t>
    </dgm:pt>
    <dgm:pt modelId="{4107F41F-CA89-4D36-B9EF-6DA3AE2B6A01}">
      <dgm:prSet/>
      <dgm:spPr/>
      <dgm:t>
        <a:bodyPr/>
        <a:lstStyle/>
        <a:p>
          <a:r>
            <a:rPr lang="en-US"/>
            <a:t>The two scripts are combined in two stages. </a:t>
          </a:r>
        </a:p>
      </dgm:t>
    </dgm:pt>
    <dgm:pt modelId="{9F76A852-F49B-4BE7-8EB4-35DEE5BEBAA8}" type="parTrans" cxnId="{9D093767-28E9-4160-82EF-309F8C2751FC}">
      <dgm:prSet/>
      <dgm:spPr/>
      <dgm:t>
        <a:bodyPr/>
        <a:lstStyle/>
        <a:p>
          <a:endParaRPr lang="en-US"/>
        </a:p>
      </dgm:t>
    </dgm:pt>
    <dgm:pt modelId="{A4E96FF3-24A9-403A-92F3-0C658443409C}" type="sibTrans" cxnId="{9D093767-28E9-4160-82EF-309F8C2751FC}">
      <dgm:prSet/>
      <dgm:spPr/>
      <dgm:t>
        <a:bodyPr/>
        <a:lstStyle/>
        <a:p>
          <a:endParaRPr lang="en-US"/>
        </a:p>
      </dgm:t>
    </dgm:pt>
    <dgm:pt modelId="{A7A58A66-099F-48AC-A0E4-F80E4F5E971D}">
      <dgm:prSet/>
      <dgm:spPr/>
      <dgm:t>
        <a:bodyPr/>
        <a:lstStyle/>
        <a:p>
          <a:r>
            <a:rPr lang="en-US"/>
            <a:t>First, </a:t>
          </a:r>
        </a:p>
      </dgm:t>
    </dgm:pt>
    <dgm:pt modelId="{BEBF73E2-E523-48DB-B18F-74630E618705}" type="parTrans" cxnId="{2AE899FF-0438-46AE-99B5-D4B51205E9E6}">
      <dgm:prSet/>
      <dgm:spPr/>
      <dgm:t>
        <a:bodyPr/>
        <a:lstStyle/>
        <a:p>
          <a:endParaRPr lang="en-US"/>
        </a:p>
      </dgm:t>
    </dgm:pt>
    <dgm:pt modelId="{048C21A5-5C61-4AD2-8BA6-F326C7B81940}" type="sibTrans" cxnId="{2AE899FF-0438-46AE-99B5-D4B51205E9E6}">
      <dgm:prSet/>
      <dgm:spPr/>
      <dgm:t>
        <a:bodyPr/>
        <a:lstStyle/>
        <a:p>
          <a:endParaRPr lang="en-US"/>
        </a:p>
      </dgm:t>
    </dgm:pt>
    <dgm:pt modelId="{8839B63B-7975-49A5-A61F-D3CB526ECD26}">
      <dgm:prSet/>
      <dgm:spPr/>
      <dgm:t>
        <a:bodyPr/>
        <a:lstStyle/>
        <a:p>
          <a:r>
            <a:rPr lang="en-US"/>
            <a:t>the redeem script is checked</a:t>
          </a:r>
          <a:r>
            <a:rPr lang="tr-TR"/>
            <a:t> </a:t>
          </a:r>
          <a:r>
            <a:rPr lang="en-US"/>
            <a:t>against the locking script </a:t>
          </a:r>
        </a:p>
      </dgm:t>
    </dgm:pt>
    <dgm:pt modelId="{EFD23D42-2FBB-46BF-9671-0A9254312F4B}" type="parTrans" cxnId="{E08F4792-12BD-4506-8219-D4A73DE7577E}">
      <dgm:prSet/>
      <dgm:spPr/>
      <dgm:t>
        <a:bodyPr/>
        <a:lstStyle/>
        <a:p>
          <a:endParaRPr lang="en-US"/>
        </a:p>
      </dgm:t>
    </dgm:pt>
    <dgm:pt modelId="{B7FBFA40-49C6-426A-A219-A5795ED2258E}" type="sibTrans" cxnId="{E08F4792-12BD-4506-8219-D4A73DE7577E}">
      <dgm:prSet/>
      <dgm:spPr/>
      <dgm:t>
        <a:bodyPr/>
        <a:lstStyle/>
        <a:p>
          <a:endParaRPr lang="en-US"/>
        </a:p>
      </dgm:t>
    </dgm:pt>
    <dgm:pt modelId="{77E1C084-D2B7-4B57-B437-5DE82FAFDDC5}">
      <dgm:prSet/>
      <dgm:spPr/>
      <dgm:t>
        <a:bodyPr/>
        <a:lstStyle/>
        <a:p>
          <a:r>
            <a:rPr lang="en-US"/>
            <a:t>to make sure the hash matches:</a:t>
          </a:r>
        </a:p>
      </dgm:t>
    </dgm:pt>
    <dgm:pt modelId="{9735C91D-B8D0-4FC1-BC51-064C19C4B6A7}" type="parTrans" cxnId="{B98E33B1-BAE1-4D5D-B510-4DFBC4E950C1}">
      <dgm:prSet/>
      <dgm:spPr/>
      <dgm:t>
        <a:bodyPr/>
        <a:lstStyle/>
        <a:p>
          <a:endParaRPr lang="en-US"/>
        </a:p>
      </dgm:t>
    </dgm:pt>
    <dgm:pt modelId="{EB3A1553-75FE-4772-96C9-91630DB2D7D6}" type="sibTrans" cxnId="{B98E33B1-BAE1-4D5D-B510-4DFBC4E950C1}">
      <dgm:prSet/>
      <dgm:spPr/>
      <dgm:t>
        <a:bodyPr/>
        <a:lstStyle/>
        <a:p>
          <a:endParaRPr lang="en-US"/>
        </a:p>
      </dgm:t>
    </dgm:pt>
    <dgm:pt modelId="{F8CA0756-FE8C-4A4C-B4D6-85EC93759626}">
      <dgm:prSet/>
      <dgm:spPr/>
      <dgm:t>
        <a:bodyPr/>
        <a:lstStyle/>
        <a:p>
          <a:r>
            <a:rPr lang="tr-TR"/>
            <a:t>&lt;2 PK1 PK2 PK3 PK4 PK5 5 CHECKMULTISIG&gt; HASH160 &lt;redeem scriptHash&gt; EQUAL</a:t>
          </a:r>
          <a:endParaRPr lang="en-US"/>
        </a:p>
      </dgm:t>
    </dgm:pt>
    <dgm:pt modelId="{A3190F72-E433-4E56-AA43-1CF620F6E915}" type="parTrans" cxnId="{9EAB8273-ADD1-4A0A-AFF6-F3B7C89C38F4}">
      <dgm:prSet/>
      <dgm:spPr/>
      <dgm:t>
        <a:bodyPr/>
        <a:lstStyle/>
        <a:p>
          <a:endParaRPr lang="en-US"/>
        </a:p>
      </dgm:t>
    </dgm:pt>
    <dgm:pt modelId="{C52E335F-99F4-496A-A4FC-B01123E73FF1}" type="sibTrans" cxnId="{9EAB8273-ADD1-4A0A-AFF6-F3B7C89C38F4}">
      <dgm:prSet/>
      <dgm:spPr/>
      <dgm:t>
        <a:bodyPr/>
        <a:lstStyle/>
        <a:p>
          <a:endParaRPr lang="en-US"/>
        </a:p>
      </dgm:t>
    </dgm:pt>
    <dgm:pt modelId="{154B29DC-7716-4EF1-AB37-E21AACEE0E14}" type="pres">
      <dgm:prSet presAssocID="{B378B8CE-C6E6-4A52-8C62-02CB6DEDBBA7}" presName="outerComposite" presStyleCnt="0">
        <dgm:presLayoutVars>
          <dgm:chMax val="5"/>
          <dgm:dir/>
          <dgm:resizeHandles val="exact"/>
        </dgm:presLayoutVars>
      </dgm:prSet>
      <dgm:spPr/>
    </dgm:pt>
    <dgm:pt modelId="{F80E6BCC-758C-44B0-9C8B-603839F1FD94}" type="pres">
      <dgm:prSet presAssocID="{B378B8CE-C6E6-4A52-8C62-02CB6DEDBBA7}" presName="dummyMaxCanvas" presStyleCnt="0">
        <dgm:presLayoutVars/>
      </dgm:prSet>
      <dgm:spPr/>
    </dgm:pt>
    <dgm:pt modelId="{3C3A6D00-8029-4EE4-BF6F-92D7D6048504}" type="pres">
      <dgm:prSet presAssocID="{B378B8CE-C6E6-4A52-8C62-02CB6DEDBBA7}" presName="ThreeNodes_1" presStyleLbl="node1" presStyleIdx="0" presStyleCnt="3">
        <dgm:presLayoutVars>
          <dgm:bulletEnabled val="1"/>
        </dgm:presLayoutVars>
      </dgm:prSet>
      <dgm:spPr/>
    </dgm:pt>
    <dgm:pt modelId="{952FBD68-BBF4-45AB-89DF-75DFE863D82A}" type="pres">
      <dgm:prSet presAssocID="{B378B8CE-C6E6-4A52-8C62-02CB6DEDBBA7}" presName="ThreeNodes_2" presStyleLbl="node1" presStyleIdx="1" presStyleCnt="3">
        <dgm:presLayoutVars>
          <dgm:bulletEnabled val="1"/>
        </dgm:presLayoutVars>
      </dgm:prSet>
      <dgm:spPr/>
    </dgm:pt>
    <dgm:pt modelId="{7B8D1B73-0AB8-4E8B-8D51-FCBBBD939811}" type="pres">
      <dgm:prSet presAssocID="{B378B8CE-C6E6-4A52-8C62-02CB6DEDBBA7}" presName="ThreeNodes_3" presStyleLbl="node1" presStyleIdx="2" presStyleCnt="3">
        <dgm:presLayoutVars>
          <dgm:bulletEnabled val="1"/>
        </dgm:presLayoutVars>
      </dgm:prSet>
      <dgm:spPr/>
    </dgm:pt>
    <dgm:pt modelId="{9E1C33C8-A547-48E3-80F7-DAD14F6DD3E5}" type="pres">
      <dgm:prSet presAssocID="{B378B8CE-C6E6-4A52-8C62-02CB6DEDBBA7}" presName="ThreeConn_1-2" presStyleLbl="fgAccFollowNode1" presStyleIdx="0" presStyleCnt="2">
        <dgm:presLayoutVars>
          <dgm:bulletEnabled val="1"/>
        </dgm:presLayoutVars>
      </dgm:prSet>
      <dgm:spPr/>
    </dgm:pt>
    <dgm:pt modelId="{856357C4-57E0-4CD2-AED2-BED54BEE480F}" type="pres">
      <dgm:prSet presAssocID="{B378B8CE-C6E6-4A52-8C62-02CB6DEDBBA7}" presName="ThreeConn_2-3" presStyleLbl="fgAccFollowNode1" presStyleIdx="1" presStyleCnt="2">
        <dgm:presLayoutVars>
          <dgm:bulletEnabled val="1"/>
        </dgm:presLayoutVars>
      </dgm:prSet>
      <dgm:spPr/>
    </dgm:pt>
    <dgm:pt modelId="{6D0ABE5A-E9C9-4E32-A391-DAA278C60453}" type="pres">
      <dgm:prSet presAssocID="{B378B8CE-C6E6-4A52-8C62-02CB6DEDBBA7}" presName="ThreeNodes_1_text" presStyleLbl="node1" presStyleIdx="2" presStyleCnt="3">
        <dgm:presLayoutVars>
          <dgm:bulletEnabled val="1"/>
        </dgm:presLayoutVars>
      </dgm:prSet>
      <dgm:spPr/>
    </dgm:pt>
    <dgm:pt modelId="{593CF7CA-D8D4-4C03-94A1-5E9577437CAA}" type="pres">
      <dgm:prSet presAssocID="{B378B8CE-C6E6-4A52-8C62-02CB6DEDBBA7}" presName="ThreeNodes_2_text" presStyleLbl="node1" presStyleIdx="2" presStyleCnt="3">
        <dgm:presLayoutVars>
          <dgm:bulletEnabled val="1"/>
        </dgm:presLayoutVars>
      </dgm:prSet>
      <dgm:spPr/>
    </dgm:pt>
    <dgm:pt modelId="{2DEAADDB-FAC7-4BD2-BADB-21C3D457D9C9}" type="pres">
      <dgm:prSet presAssocID="{B378B8CE-C6E6-4A52-8C62-02CB6DEDBBA7}" presName="ThreeNodes_3_text" presStyleLbl="node1" presStyleIdx="2" presStyleCnt="3">
        <dgm:presLayoutVars>
          <dgm:bulletEnabled val="1"/>
        </dgm:presLayoutVars>
      </dgm:prSet>
      <dgm:spPr/>
    </dgm:pt>
  </dgm:ptLst>
  <dgm:cxnLst>
    <dgm:cxn modelId="{E1F0EF20-D154-4AC5-B619-D8B8D60AE42D}" type="presOf" srcId="{4107F41F-CA89-4D36-B9EF-6DA3AE2B6A01}" destId="{6D0ABE5A-E9C9-4E32-A391-DAA278C60453}" srcOrd="1" destOrd="0" presId="urn:microsoft.com/office/officeart/2005/8/layout/vProcess5"/>
    <dgm:cxn modelId="{F08DBE2A-CA2D-4F2D-8BAD-E9B30FACCE18}" type="presOf" srcId="{8839B63B-7975-49A5-A61F-D3CB526ECD26}" destId="{593CF7CA-D8D4-4C03-94A1-5E9577437CAA}" srcOrd="1" destOrd="1" presId="urn:microsoft.com/office/officeart/2005/8/layout/vProcess5"/>
    <dgm:cxn modelId="{1EDA805F-F1CD-4723-B530-783648C043D8}" type="presOf" srcId="{A7A58A66-099F-48AC-A0E4-F80E4F5E971D}" destId="{593CF7CA-D8D4-4C03-94A1-5E9577437CAA}" srcOrd="1" destOrd="0" presId="urn:microsoft.com/office/officeart/2005/8/layout/vProcess5"/>
    <dgm:cxn modelId="{9F2AF842-00FF-4B1A-9DE0-19125B94940F}" type="presOf" srcId="{F8CA0756-FE8C-4A4C-B4D6-85EC93759626}" destId="{2DEAADDB-FAC7-4BD2-BADB-21C3D457D9C9}" srcOrd="1" destOrd="0" presId="urn:microsoft.com/office/officeart/2005/8/layout/vProcess5"/>
    <dgm:cxn modelId="{9D093767-28E9-4160-82EF-309F8C2751FC}" srcId="{B378B8CE-C6E6-4A52-8C62-02CB6DEDBBA7}" destId="{4107F41F-CA89-4D36-B9EF-6DA3AE2B6A01}" srcOrd="0" destOrd="0" parTransId="{9F76A852-F49B-4BE7-8EB4-35DEE5BEBAA8}" sibTransId="{A4E96FF3-24A9-403A-92F3-0C658443409C}"/>
    <dgm:cxn modelId="{E7DED66B-5063-4BE4-ADC6-43E783CC2AB6}" type="presOf" srcId="{77E1C084-D2B7-4B57-B437-5DE82FAFDDC5}" destId="{593CF7CA-D8D4-4C03-94A1-5E9577437CAA}" srcOrd="1" destOrd="2" presId="urn:microsoft.com/office/officeart/2005/8/layout/vProcess5"/>
    <dgm:cxn modelId="{78435C6C-0DE3-429A-A273-DA6435D25B65}" type="presOf" srcId="{B378B8CE-C6E6-4A52-8C62-02CB6DEDBBA7}" destId="{154B29DC-7716-4EF1-AB37-E21AACEE0E14}" srcOrd="0" destOrd="0" presId="urn:microsoft.com/office/officeart/2005/8/layout/vProcess5"/>
    <dgm:cxn modelId="{9EAB8273-ADD1-4A0A-AFF6-F3B7C89C38F4}" srcId="{B378B8CE-C6E6-4A52-8C62-02CB6DEDBBA7}" destId="{F8CA0756-FE8C-4A4C-B4D6-85EC93759626}" srcOrd="2" destOrd="0" parTransId="{A3190F72-E433-4E56-AA43-1CF620F6E915}" sibTransId="{C52E335F-99F4-496A-A4FC-B01123E73FF1}"/>
    <dgm:cxn modelId="{EFD6E474-D4D4-49AF-A604-B4D564B8D5DD}" type="presOf" srcId="{77E1C084-D2B7-4B57-B437-5DE82FAFDDC5}" destId="{952FBD68-BBF4-45AB-89DF-75DFE863D82A}" srcOrd="0" destOrd="2" presId="urn:microsoft.com/office/officeart/2005/8/layout/vProcess5"/>
    <dgm:cxn modelId="{801AF158-23C6-440F-A76B-478E27383B52}" type="presOf" srcId="{F8CA0756-FE8C-4A4C-B4D6-85EC93759626}" destId="{7B8D1B73-0AB8-4E8B-8D51-FCBBBD939811}" srcOrd="0" destOrd="0" presId="urn:microsoft.com/office/officeart/2005/8/layout/vProcess5"/>
    <dgm:cxn modelId="{A594577A-0C45-435B-8E4D-A7DEAA9D9ABD}" type="presOf" srcId="{048C21A5-5C61-4AD2-8BA6-F326C7B81940}" destId="{856357C4-57E0-4CD2-AED2-BED54BEE480F}" srcOrd="0" destOrd="0" presId="urn:microsoft.com/office/officeart/2005/8/layout/vProcess5"/>
    <dgm:cxn modelId="{4D3B5E8A-0219-4FF4-B634-3CF5968D6A87}" type="presOf" srcId="{4107F41F-CA89-4D36-B9EF-6DA3AE2B6A01}" destId="{3C3A6D00-8029-4EE4-BF6F-92D7D6048504}" srcOrd="0" destOrd="0" presId="urn:microsoft.com/office/officeart/2005/8/layout/vProcess5"/>
    <dgm:cxn modelId="{E08F4792-12BD-4506-8219-D4A73DE7577E}" srcId="{A7A58A66-099F-48AC-A0E4-F80E4F5E971D}" destId="{8839B63B-7975-49A5-A61F-D3CB526ECD26}" srcOrd="0" destOrd="0" parTransId="{EFD23D42-2FBB-46BF-9671-0A9254312F4B}" sibTransId="{B7FBFA40-49C6-426A-A219-A5795ED2258E}"/>
    <dgm:cxn modelId="{B98E33B1-BAE1-4D5D-B510-4DFBC4E950C1}" srcId="{A7A58A66-099F-48AC-A0E4-F80E4F5E971D}" destId="{77E1C084-D2B7-4B57-B437-5DE82FAFDDC5}" srcOrd="1" destOrd="0" parTransId="{9735C91D-B8D0-4FC1-BC51-064C19C4B6A7}" sibTransId="{EB3A1553-75FE-4772-96C9-91630DB2D7D6}"/>
    <dgm:cxn modelId="{5A2F01B9-E535-4A39-A233-EC468DF8CC9B}" type="presOf" srcId="{A4E96FF3-24A9-403A-92F3-0C658443409C}" destId="{9E1C33C8-A547-48E3-80F7-DAD14F6DD3E5}" srcOrd="0" destOrd="0" presId="urn:microsoft.com/office/officeart/2005/8/layout/vProcess5"/>
    <dgm:cxn modelId="{7D9FCDEC-8207-47BA-B404-BF468EDA6386}" type="presOf" srcId="{8839B63B-7975-49A5-A61F-D3CB526ECD26}" destId="{952FBD68-BBF4-45AB-89DF-75DFE863D82A}" srcOrd="0" destOrd="1" presId="urn:microsoft.com/office/officeart/2005/8/layout/vProcess5"/>
    <dgm:cxn modelId="{361617FA-9EB1-4BA1-94A4-B36871FE9858}" type="presOf" srcId="{A7A58A66-099F-48AC-A0E4-F80E4F5E971D}" destId="{952FBD68-BBF4-45AB-89DF-75DFE863D82A}" srcOrd="0" destOrd="0" presId="urn:microsoft.com/office/officeart/2005/8/layout/vProcess5"/>
    <dgm:cxn modelId="{2AE899FF-0438-46AE-99B5-D4B51205E9E6}" srcId="{B378B8CE-C6E6-4A52-8C62-02CB6DEDBBA7}" destId="{A7A58A66-099F-48AC-A0E4-F80E4F5E971D}" srcOrd="1" destOrd="0" parTransId="{BEBF73E2-E523-48DB-B18F-74630E618705}" sibTransId="{048C21A5-5C61-4AD2-8BA6-F326C7B81940}"/>
    <dgm:cxn modelId="{3F0915B2-2788-4085-902F-78D48DDA3DE8}" type="presParOf" srcId="{154B29DC-7716-4EF1-AB37-E21AACEE0E14}" destId="{F80E6BCC-758C-44B0-9C8B-603839F1FD94}" srcOrd="0" destOrd="0" presId="urn:microsoft.com/office/officeart/2005/8/layout/vProcess5"/>
    <dgm:cxn modelId="{AE049C76-FD3A-4E46-81C6-B05789806E27}" type="presParOf" srcId="{154B29DC-7716-4EF1-AB37-E21AACEE0E14}" destId="{3C3A6D00-8029-4EE4-BF6F-92D7D6048504}" srcOrd="1" destOrd="0" presId="urn:microsoft.com/office/officeart/2005/8/layout/vProcess5"/>
    <dgm:cxn modelId="{0F3ECFE8-22A8-480F-965E-E79ECEF0519D}" type="presParOf" srcId="{154B29DC-7716-4EF1-AB37-E21AACEE0E14}" destId="{952FBD68-BBF4-45AB-89DF-75DFE863D82A}" srcOrd="2" destOrd="0" presId="urn:microsoft.com/office/officeart/2005/8/layout/vProcess5"/>
    <dgm:cxn modelId="{EA020A56-B955-4727-BB91-835930B9B7BE}" type="presParOf" srcId="{154B29DC-7716-4EF1-AB37-E21AACEE0E14}" destId="{7B8D1B73-0AB8-4E8B-8D51-FCBBBD939811}" srcOrd="3" destOrd="0" presId="urn:microsoft.com/office/officeart/2005/8/layout/vProcess5"/>
    <dgm:cxn modelId="{EC6F1EAC-6FD4-4F94-A618-DD52F3EE709A}" type="presParOf" srcId="{154B29DC-7716-4EF1-AB37-E21AACEE0E14}" destId="{9E1C33C8-A547-48E3-80F7-DAD14F6DD3E5}" srcOrd="4" destOrd="0" presId="urn:microsoft.com/office/officeart/2005/8/layout/vProcess5"/>
    <dgm:cxn modelId="{CC5DFF5D-D980-4A24-9B81-172218564183}" type="presParOf" srcId="{154B29DC-7716-4EF1-AB37-E21AACEE0E14}" destId="{856357C4-57E0-4CD2-AED2-BED54BEE480F}" srcOrd="5" destOrd="0" presId="urn:microsoft.com/office/officeart/2005/8/layout/vProcess5"/>
    <dgm:cxn modelId="{ACFFDF97-599A-4FAF-AD11-C1BC8BECF6EA}" type="presParOf" srcId="{154B29DC-7716-4EF1-AB37-E21AACEE0E14}" destId="{6D0ABE5A-E9C9-4E32-A391-DAA278C60453}" srcOrd="6" destOrd="0" presId="urn:microsoft.com/office/officeart/2005/8/layout/vProcess5"/>
    <dgm:cxn modelId="{23EBB703-6E33-4102-B94A-B4CA8A9548EE}" type="presParOf" srcId="{154B29DC-7716-4EF1-AB37-E21AACEE0E14}" destId="{593CF7CA-D8D4-4C03-94A1-5E9577437CAA}" srcOrd="7" destOrd="0" presId="urn:microsoft.com/office/officeart/2005/8/layout/vProcess5"/>
    <dgm:cxn modelId="{A83A757E-00F1-4AB0-8749-A5780C13CB2E}" type="presParOf" srcId="{154B29DC-7716-4EF1-AB37-E21AACEE0E14}" destId="{2DEAADDB-FAC7-4BD2-BADB-21C3D457D9C9}" srcOrd="8" destOrd="0" presId="urn:microsoft.com/office/officeart/2005/8/layout/vProcess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8.xml><?xml version="1.0" encoding="utf-8"?>
<dgm:dataModel xmlns:dgm="http://schemas.openxmlformats.org/drawingml/2006/diagram" xmlns:a="http://schemas.openxmlformats.org/drawingml/2006/main">
  <dgm:ptLst>
    <dgm:pt modelId="{2ED73970-7E81-4A8E-8B74-92477CD2E6F5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/>
      <dgm:spPr/>
      <dgm:t>
        <a:bodyPr/>
        <a:lstStyle/>
        <a:p>
          <a:endParaRPr lang="en-US"/>
        </a:p>
      </dgm:t>
    </dgm:pt>
    <dgm:pt modelId="{E25E1C58-DCEA-487A-B75C-CAD44B818E5E}">
      <dgm:prSet/>
      <dgm:spPr/>
      <dgm:t>
        <a:bodyPr/>
        <a:lstStyle/>
        <a:p>
          <a:r>
            <a:rPr lang="en-US"/>
            <a:t>If the redeem script hash matches, </a:t>
          </a:r>
        </a:p>
      </dgm:t>
    </dgm:pt>
    <dgm:pt modelId="{09C2D04C-1EC8-4565-8D11-D01F7247FC6C}" type="parTrans" cxnId="{068BE92B-AADC-485A-A522-A2809D89C567}">
      <dgm:prSet/>
      <dgm:spPr/>
      <dgm:t>
        <a:bodyPr/>
        <a:lstStyle/>
        <a:p>
          <a:endParaRPr lang="en-US"/>
        </a:p>
      </dgm:t>
    </dgm:pt>
    <dgm:pt modelId="{C4160760-CB20-49DD-B909-8296E0223BF9}" type="sibTrans" cxnId="{068BE92B-AADC-485A-A522-A2809D89C567}">
      <dgm:prSet/>
      <dgm:spPr/>
      <dgm:t>
        <a:bodyPr/>
        <a:lstStyle/>
        <a:p>
          <a:endParaRPr lang="en-US"/>
        </a:p>
      </dgm:t>
    </dgm:pt>
    <dgm:pt modelId="{749E71C7-BCED-4D77-8CC4-C114D1882CB1}">
      <dgm:prSet/>
      <dgm:spPr/>
      <dgm:t>
        <a:bodyPr/>
        <a:lstStyle/>
        <a:p>
          <a:r>
            <a:rPr lang="en-US"/>
            <a:t>the unlocking script is executed on its own, </a:t>
          </a:r>
        </a:p>
      </dgm:t>
    </dgm:pt>
    <dgm:pt modelId="{E5BCE0A5-97BB-4BC2-920F-06ACBA45C1B7}" type="parTrans" cxnId="{39F2B585-8A81-46CC-BCBC-21C2541AC658}">
      <dgm:prSet/>
      <dgm:spPr/>
      <dgm:t>
        <a:bodyPr/>
        <a:lstStyle/>
        <a:p>
          <a:endParaRPr lang="en-US"/>
        </a:p>
      </dgm:t>
    </dgm:pt>
    <dgm:pt modelId="{B5E4A152-B840-441E-B13F-11D8C728BC61}" type="sibTrans" cxnId="{39F2B585-8A81-46CC-BCBC-21C2541AC658}">
      <dgm:prSet/>
      <dgm:spPr/>
      <dgm:t>
        <a:bodyPr/>
        <a:lstStyle/>
        <a:p>
          <a:endParaRPr lang="en-US"/>
        </a:p>
      </dgm:t>
    </dgm:pt>
    <dgm:pt modelId="{E699624D-329D-4619-AA75-6EAF6903D283}">
      <dgm:prSet/>
      <dgm:spPr/>
      <dgm:t>
        <a:bodyPr/>
        <a:lstStyle/>
        <a:p>
          <a:r>
            <a:rPr lang="en-US"/>
            <a:t>to</a:t>
          </a:r>
          <a:r>
            <a:rPr lang="tr-TR"/>
            <a:t> unlock the redeem script:</a:t>
          </a:r>
          <a:endParaRPr lang="en-US"/>
        </a:p>
      </dgm:t>
    </dgm:pt>
    <dgm:pt modelId="{475A475F-5C04-4776-A784-21B5E0C43633}" type="parTrans" cxnId="{E08FE14A-FE9A-4E54-A19A-7BB842FEB185}">
      <dgm:prSet/>
      <dgm:spPr/>
      <dgm:t>
        <a:bodyPr/>
        <a:lstStyle/>
        <a:p>
          <a:endParaRPr lang="en-US"/>
        </a:p>
      </dgm:t>
    </dgm:pt>
    <dgm:pt modelId="{54F4920C-C07D-492F-A2D0-0956DCBD5264}" type="sibTrans" cxnId="{E08FE14A-FE9A-4E54-A19A-7BB842FEB185}">
      <dgm:prSet/>
      <dgm:spPr/>
      <dgm:t>
        <a:bodyPr/>
        <a:lstStyle/>
        <a:p>
          <a:endParaRPr lang="en-US"/>
        </a:p>
      </dgm:t>
    </dgm:pt>
    <dgm:pt modelId="{177AE0F2-D776-469D-B53D-305D7FF09B26}">
      <dgm:prSet/>
      <dgm:spPr/>
      <dgm:t>
        <a:bodyPr/>
        <a:lstStyle/>
        <a:p>
          <a:r>
            <a:rPr lang="da-DK"/>
            <a:t>&lt;Sig1&gt; &lt;Sig2&gt; 2 PK1 PK2 PK3 PK4 PK5 5 CHECKMULTISIG</a:t>
          </a:r>
          <a:endParaRPr lang="en-US"/>
        </a:p>
      </dgm:t>
    </dgm:pt>
    <dgm:pt modelId="{1ABDF86B-23F6-4E66-8E99-C61D3D82C01C}" type="parTrans" cxnId="{E204EFE3-571D-4EF9-ADD7-296BC8A74C52}">
      <dgm:prSet/>
      <dgm:spPr/>
      <dgm:t>
        <a:bodyPr/>
        <a:lstStyle/>
        <a:p>
          <a:endParaRPr lang="en-US"/>
        </a:p>
      </dgm:t>
    </dgm:pt>
    <dgm:pt modelId="{92C0E057-29E5-4C80-9667-A506CAA635A3}" type="sibTrans" cxnId="{E204EFE3-571D-4EF9-ADD7-296BC8A74C52}">
      <dgm:prSet/>
      <dgm:spPr/>
      <dgm:t>
        <a:bodyPr/>
        <a:lstStyle/>
        <a:p>
          <a:endParaRPr lang="en-US"/>
        </a:p>
      </dgm:t>
    </dgm:pt>
    <dgm:pt modelId="{E217D1FB-F353-464A-8734-5641D71FF867}">
      <dgm:prSet/>
      <dgm:spPr/>
      <dgm:t>
        <a:bodyPr/>
        <a:lstStyle/>
        <a:p>
          <a:r>
            <a:rPr lang="en-US"/>
            <a:t>Almost all the scripts described in this chapter </a:t>
          </a:r>
        </a:p>
      </dgm:t>
    </dgm:pt>
    <dgm:pt modelId="{60A0FEA4-491F-484A-A9D6-F53E80230432}" type="parTrans" cxnId="{4FB4A5EF-6103-461C-B6A6-B301F8F61D6D}">
      <dgm:prSet/>
      <dgm:spPr/>
      <dgm:t>
        <a:bodyPr/>
        <a:lstStyle/>
        <a:p>
          <a:endParaRPr lang="en-US"/>
        </a:p>
      </dgm:t>
    </dgm:pt>
    <dgm:pt modelId="{2974F9EA-90DB-40CB-A2B2-84FC6EE21B83}" type="sibTrans" cxnId="{4FB4A5EF-6103-461C-B6A6-B301F8F61D6D}">
      <dgm:prSet/>
      <dgm:spPr/>
      <dgm:t>
        <a:bodyPr/>
        <a:lstStyle/>
        <a:p>
          <a:endParaRPr lang="en-US"/>
        </a:p>
      </dgm:t>
    </dgm:pt>
    <dgm:pt modelId="{48C399F8-683E-4DD6-AA60-46BD4676575E}">
      <dgm:prSet/>
      <dgm:spPr/>
      <dgm:t>
        <a:bodyPr/>
        <a:lstStyle/>
        <a:p>
          <a:r>
            <a:rPr lang="en-US"/>
            <a:t>can only be implemented as P2SH</a:t>
          </a:r>
          <a:r>
            <a:rPr lang="tr-TR"/>
            <a:t> </a:t>
          </a:r>
          <a:r>
            <a:rPr lang="en-US"/>
            <a:t>scripts. </a:t>
          </a:r>
        </a:p>
      </dgm:t>
    </dgm:pt>
    <dgm:pt modelId="{2C2B6532-98F7-44CC-817F-9993F4CA81BB}" type="parTrans" cxnId="{51202C92-EAB1-4C9C-BCAB-5B532A4991F4}">
      <dgm:prSet/>
      <dgm:spPr/>
      <dgm:t>
        <a:bodyPr/>
        <a:lstStyle/>
        <a:p>
          <a:endParaRPr lang="en-US"/>
        </a:p>
      </dgm:t>
    </dgm:pt>
    <dgm:pt modelId="{7C997391-9941-4CCD-A3F0-778DAB1A3CA8}" type="sibTrans" cxnId="{51202C92-EAB1-4C9C-BCAB-5B532A4991F4}">
      <dgm:prSet/>
      <dgm:spPr/>
      <dgm:t>
        <a:bodyPr/>
        <a:lstStyle/>
        <a:p>
          <a:endParaRPr lang="en-US"/>
        </a:p>
      </dgm:t>
    </dgm:pt>
    <dgm:pt modelId="{513D0239-5B50-4D1D-9EC8-B44C4D4ECD6F}">
      <dgm:prSet/>
      <dgm:spPr/>
      <dgm:t>
        <a:bodyPr/>
        <a:lstStyle/>
        <a:p>
          <a:r>
            <a:rPr lang="en-US"/>
            <a:t>They cannot be used </a:t>
          </a:r>
        </a:p>
      </dgm:t>
    </dgm:pt>
    <dgm:pt modelId="{71F53A8B-F5F2-4B44-B606-F6D6DCA15C72}" type="parTrans" cxnId="{AD060AE3-9269-49AC-BD98-CA4874993062}">
      <dgm:prSet/>
      <dgm:spPr/>
      <dgm:t>
        <a:bodyPr/>
        <a:lstStyle/>
        <a:p>
          <a:endParaRPr lang="en-US"/>
        </a:p>
      </dgm:t>
    </dgm:pt>
    <dgm:pt modelId="{4A3EA91C-3010-417A-8A0E-51949E71CD8E}" type="sibTrans" cxnId="{AD060AE3-9269-49AC-BD98-CA4874993062}">
      <dgm:prSet/>
      <dgm:spPr/>
      <dgm:t>
        <a:bodyPr/>
        <a:lstStyle/>
        <a:p>
          <a:endParaRPr lang="en-US"/>
        </a:p>
      </dgm:t>
    </dgm:pt>
    <dgm:pt modelId="{F10C7497-02D4-4DD0-B870-DA78EFB070AC}">
      <dgm:prSet/>
      <dgm:spPr/>
      <dgm:t>
        <a:bodyPr/>
        <a:lstStyle/>
        <a:p>
          <a:r>
            <a:rPr lang="en-US"/>
            <a:t>directly in the locking script of a UTXO.</a:t>
          </a:r>
        </a:p>
      </dgm:t>
    </dgm:pt>
    <dgm:pt modelId="{F87FDBF6-4209-4840-AF6A-3E7CD741615A}" type="parTrans" cxnId="{C706B939-FF8B-48B1-A6BB-1BC08861F8D9}">
      <dgm:prSet/>
      <dgm:spPr/>
      <dgm:t>
        <a:bodyPr/>
        <a:lstStyle/>
        <a:p>
          <a:endParaRPr lang="en-US"/>
        </a:p>
      </dgm:t>
    </dgm:pt>
    <dgm:pt modelId="{C03CD5A9-A56E-4106-8C7E-6276325219BA}" type="sibTrans" cxnId="{C706B939-FF8B-48B1-A6BB-1BC08861F8D9}">
      <dgm:prSet/>
      <dgm:spPr/>
      <dgm:t>
        <a:bodyPr/>
        <a:lstStyle/>
        <a:p>
          <a:endParaRPr lang="en-US"/>
        </a:p>
      </dgm:t>
    </dgm:pt>
    <dgm:pt modelId="{C60277DB-E788-40B7-B1A4-B6ECAFD37D31}" type="pres">
      <dgm:prSet presAssocID="{2ED73970-7E81-4A8E-8B74-92477CD2E6F5}" presName="linear" presStyleCnt="0">
        <dgm:presLayoutVars>
          <dgm:dir/>
          <dgm:animLvl val="lvl"/>
          <dgm:resizeHandles val="exact"/>
        </dgm:presLayoutVars>
      </dgm:prSet>
      <dgm:spPr/>
    </dgm:pt>
    <dgm:pt modelId="{3D658F60-F669-4855-81DC-74A6D02AAE0B}" type="pres">
      <dgm:prSet presAssocID="{E25E1C58-DCEA-487A-B75C-CAD44B818E5E}" presName="parentLin" presStyleCnt="0"/>
      <dgm:spPr/>
    </dgm:pt>
    <dgm:pt modelId="{11D353D1-2F94-40B5-B399-0E618365EC86}" type="pres">
      <dgm:prSet presAssocID="{E25E1C58-DCEA-487A-B75C-CAD44B818E5E}" presName="parentLeftMargin" presStyleLbl="node1" presStyleIdx="0" presStyleCnt="4"/>
      <dgm:spPr/>
    </dgm:pt>
    <dgm:pt modelId="{77A184E7-32B4-4FD4-B0E7-0836F485A6F9}" type="pres">
      <dgm:prSet presAssocID="{E25E1C58-DCEA-487A-B75C-CAD44B818E5E}" presName="parentText" presStyleLbl="node1" presStyleIdx="0" presStyleCnt="4">
        <dgm:presLayoutVars>
          <dgm:chMax val="0"/>
          <dgm:bulletEnabled val="1"/>
        </dgm:presLayoutVars>
      </dgm:prSet>
      <dgm:spPr/>
    </dgm:pt>
    <dgm:pt modelId="{B3DFDF2E-A672-4F02-937B-1C109C5C491A}" type="pres">
      <dgm:prSet presAssocID="{E25E1C58-DCEA-487A-B75C-CAD44B818E5E}" presName="negativeSpace" presStyleCnt="0"/>
      <dgm:spPr/>
    </dgm:pt>
    <dgm:pt modelId="{BB91C5CD-ECC7-4924-8460-940ABC9E2402}" type="pres">
      <dgm:prSet presAssocID="{E25E1C58-DCEA-487A-B75C-CAD44B818E5E}" presName="childText" presStyleLbl="conFgAcc1" presStyleIdx="0" presStyleCnt="4">
        <dgm:presLayoutVars>
          <dgm:bulletEnabled val="1"/>
        </dgm:presLayoutVars>
      </dgm:prSet>
      <dgm:spPr/>
    </dgm:pt>
    <dgm:pt modelId="{9A97C5D2-0B10-4B3C-B62A-08A6FDA23AD3}" type="pres">
      <dgm:prSet presAssocID="{C4160760-CB20-49DD-B909-8296E0223BF9}" presName="spaceBetweenRectangles" presStyleCnt="0"/>
      <dgm:spPr/>
    </dgm:pt>
    <dgm:pt modelId="{519A1C88-5FE7-411A-8565-A6DF8D87EACC}" type="pres">
      <dgm:prSet presAssocID="{177AE0F2-D776-469D-B53D-305D7FF09B26}" presName="parentLin" presStyleCnt="0"/>
      <dgm:spPr/>
    </dgm:pt>
    <dgm:pt modelId="{213F34F1-042E-4785-BBD7-ED2F682E8FB5}" type="pres">
      <dgm:prSet presAssocID="{177AE0F2-D776-469D-B53D-305D7FF09B26}" presName="parentLeftMargin" presStyleLbl="node1" presStyleIdx="0" presStyleCnt="4"/>
      <dgm:spPr/>
    </dgm:pt>
    <dgm:pt modelId="{A187FA26-8B0A-469F-885A-DE8B48315BFD}" type="pres">
      <dgm:prSet presAssocID="{177AE0F2-D776-469D-B53D-305D7FF09B26}" presName="parentText" presStyleLbl="node1" presStyleIdx="1" presStyleCnt="4">
        <dgm:presLayoutVars>
          <dgm:chMax val="0"/>
          <dgm:bulletEnabled val="1"/>
        </dgm:presLayoutVars>
      </dgm:prSet>
      <dgm:spPr/>
    </dgm:pt>
    <dgm:pt modelId="{2BC26A3C-9E56-46B6-82C7-2F73AC669592}" type="pres">
      <dgm:prSet presAssocID="{177AE0F2-D776-469D-B53D-305D7FF09B26}" presName="negativeSpace" presStyleCnt="0"/>
      <dgm:spPr/>
    </dgm:pt>
    <dgm:pt modelId="{D3F7C044-C8BE-4458-BDD6-DD2C4AF90846}" type="pres">
      <dgm:prSet presAssocID="{177AE0F2-D776-469D-B53D-305D7FF09B26}" presName="childText" presStyleLbl="conFgAcc1" presStyleIdx="1" presStyleCnt="4">
        <dgm:presLayoutVars>
          <dgm:bulletEnabled val="1"/>
        </dgm:presLayoutVars>
      </dgm:prSet>
      <dgm:spPr/>
    </dgm:pt>
    <dgm:pt modelId="{D08C94BE-BBC9-4921-BBDA-78535777A6EF}" type="pres">
      <dgm:prSet presAssocID="{92C0E057-29E5-4C80-9667-A506CAA635A3}" presName="spaceBetweenRectangles" presStyleCnt="0"/>
      <dgm:spPr/>
    </dgm:pt>
    <dgm:pt modelId="{045E5A1E-E3E5-4EDE-8CDB-3A8925F30507}" type="pres">
      <dgm:prSet presAssocID="{E217D1FB-F353-464A-8734-5641D71FF867}" presName="parentLin" presStyleCnt="0"/>
      <dgm:spPr/>
    </dgm:pt>
    <dgm:pt modelId="{5A4A0A5F-D622-4993-88E6-967CF46ADCD3}" type="pres">
      <dgm:prSet presAssocID="{E217D1FB-F353-464A-8734-5641D71FF867}" presName="parentLeftMargin" presStyleLbl="node1" presStyleIdx="1" presStyleCnt="4"/>
      <dgm:spPr/>
    </dgm:pt>
    <dgm:pt modelId="{8983710A-CC42-4B1D-B308-326C6C7EF9F2}" type="pres">
      <dgm:prSet presAssocID="{E217D1FB-F353-464A-8734-5641D71FF867}" presName="parentText" presStyleLbl="node1" presStyleIdx="2" presStyleCnt="4">
        <dgm:presLayoutVars>
          <dgm:chMax val="0"/>
          <dgm:bulletEnabled val="1"/>
        </dgm:presLayoutVars>
      </dgm:prSet>
      <dgm:spPr/>
    </dgm:pt>
    <dgm:pt modelId="{1ADDD348-62B6-4ED3-87C1-E2BFAF8A0031}" type="pres">
      <dgm:prSet presAssocID="{E217D1FB-F353-464A-8734-5641D71FF867}" presName="negativeSpace" presStyleCnt="0"/>
      <dgm:spPr/>
    </dgm:pt>
    <dgm:pt modelId="{4545D18A-C915-4759-86E5-82F1FFE0DA8E}" type="pres">
      <dgm:prSet presAssocID="{E217D1FB-F353-464A-8734-5641D71FF867}" presName="childText" presStyleLbl="conFgAcc1" presStyleIdx="2" presStyleCnt="4">
        <dgm:presLayoutVars>
          <dgm:bulletEnabled val="1"/>
        </dgm:presLayoutVars>
      </dgm:prSet>
      <dgm:spPr/>
    </dgm:pt>
    <dgm:pt modelId="{E8282012-243C-42CE-A3C4-309E4631C34A}" type="pres">
      <dgm:prSet presAssocID="{2974F9EA-90DB-40CB-A2B2-84FC6EE21B83}" presName="spaceBetweenRectangles" presStyleCnt="0"/>
      <dgm:spPr/>
    </dgm:pt>
    <dgm:pt modelId="{C691B709-F744-42EE-BDBC-0F87193CCFC9}" type="pres">
      <dgm:prSet presAssocID="{513D0239-5B50-4D1D-9EC8-B44C4D4ECD6F}" presName="parentLin" presStyleCnt="0"/>
      <dgm:spPr/>
    </dgm:pt>
    <dgm:pt modelId="{D8703AED-88C0-4C92-9522-CEA045129D82}" type="pres">
      <dgm:prSet presAssocID="{513D0239-5B50-4D1D-9EC8-B44C4D4ECD6F}" presName="parentLeftMargin" presStyleLbl="node1" presStyleIdx="2" presStyleCnt="4"/>
      <dgm:spPr/>
    </dgm:pt>
    <dgm:pt modelId="{04122947-E142-48DC-B477-A15D534DCF94}" type="pres">
      <dgm:prSet presAssocID="{513D0239-5B50-4D1D-9EC8-B44C4D4ECD6F}" presName="parentText" presStyleLbl="node1" presStyleIdx="3" presStyleCnt="4">
        <dgm:presLayoutVars>
          <dgm:chMax val="0"/>
          <dgm:bulletEnabled val="1"/>
        </dgm:presLayoutVars>
      </dgm:prSet>
      <dgm:spPr/>
    </dgm:pt>
    <dgm:pt modelId="{ED69AD94-E779-4876-92CF-32B85F6E3BB1}" type="pres">
      <dgm:prSet presAssocID="{513D0239-5B50-4D1D-9EC8-B44C4D4ECD6F}" presName="negativeSpace" presStyleCnt="0"/>
      <dgm:spPr/>
    </dgm:pt>
    <dgm:pt modelId="{5FE7090C-FFEB-4969-9136-D590999AD406}" type="pres">
      <dgm:prSet presAssocID="{513D0239-5B50-4D1D-9EC8-B44C4D4ECD6F}" presName="childText" presStyleLbl="conFgAcc1" presStyleIdx="3" presStyleCnt="4">
        <dgm:presLayoutVars>
          <dgm:bulletEnabled val="1"/>
        </dgm:presLayoutVars>
      </dgm:prSet>
      <dgm:spPr/>
    </dgm:pt>
  </dgm:ptLst>
  <dgm:cxnLst>
    <dgm:cxn modelId="{5363A027-E855-469E-8127-77A0510297E9}" type="presOf" srcId="{177AE0F2-D776-469D-B53D-305D7FF09B26}" destId="{A187FA26-8B0A-469F-885A-DE8B48315BFD}" srcOrd="1" destOrd="0" presId="urn:microsoft.com/office/officeart/2005/8/layout/list1"/>
    <dgm:cxn modelId="{068BE92B-AADC-485A-A522-A2809D89C567}" srcId="{2ED73970-7E81-4A8E-8B74-92477CD2E6F5}" destId="{E25E1C58-DCEA-487A-B75C-CAD44B818E5E}" srcOrd="0" destOrd="0" parTransId="{09C2D04C-1EC8-4565-8D11-D01F7247FC6C}" sibTransId="{C4160760-CB20-49DD-B909-8296E0223BF9}"/>
    <dgm:cxn modelId="{76E30B38-0EA7-46F0-8C75-9B555FF24EDD}" type="presOf" srcId="{F10C7497-02D4-4DD0-B870-DA78EFB070AC}" destId="{5FE7090C-FFEB-4969-9136-D590999AD406}" srcOrd="0" destOrd="0" presId="urn:microsoft.com/office/officeart/2005/8/layout/list1"/>
    <dgm:cxn modelId="{C706B939-FF8B-48B1-A6BB-1BC08861F8D9}" srcId="{513D0239-5B50-4D1D-9EC8-B44C4D4ECD6F}" destId="{F10C7497-02D4-4DD0-B870-DA78EFB070AC}" srcOrd="0" destOrd="0" parTransId="{F87FDBF6-4209-4840-AF6A-3E7CD741615A}" sibTransId="{C03CD5A9-A56E-4106-8C7E-6276325219BA}"/>
    <dgm:cxn modelId="{6A0B275C-9A48-4493-AC28-8BE2811ECD61}" type="presOf" srcId="{177AE0F2-D776-469D-B53D-305D7FF09B26}" destId="{213F34F1-042E-4785-BBD7-ED2F682E8FB5}" srcOrd="0" destOrd="0" presId="urn:microsoft.com/office/officeart/2005/8/layout/list1"/>
    <dgm:cxn modelId="{E08FE14A-FE9A-4E54-A19A-7BB842FEB185}" srcId="{E25E1C58-DCEA-487A-B75C-CAD44B818E5E}" destId="{E699624D-329D-4619-AA75-6EAF6903D283}" srcOrd="1" destOrd="0" parTransId="{475A475F-5C04-4776-A784-21B5E0C43633}" sibTransId="{54F4920C-C07D-492F-A2D0-0956DCBD5264}"/>
    <dgm:cxn modelId="{3BF03C58-72C1-4468-AFAF-3B8922E738E7}" type="presOf" srcId="{E25E1C58-DCEA-487A-B75C-CAD44B818E5E}" destId="{77A184E7-32B4-4FD4-B0E7-0836F485A6F9}" srcOrd="1" destOrd="0" presId="urn:microsoft.com/office/officeart/2005/8/layout/list1"/>
    <dgm:cxn modelId="{39F2B585-8A81-46CC-BCBC-21C2541AC658}" srcId="{E25E1C58-DCEA-487A-B75C-CAD44B818E5E}" destId="{749E71C7-BCED-4D77-8CC4-C114D1882CB1}" srcOrd="0" destOrd="0" parTransId="{E5BCE0A5-97BB-4BC2-920F-06ACBA45C1B7}" sibTransId="{B5E4A152-B840-441E-B13F-11D8C728BC61}"/>
    <dgm:cxn modelId="{7123278A-8774-49D4-BFE8-3CDA90D61108}" type="presOf" srcId="{48C399F8-683E-4DD6-AA60-46BD4676575E}" destId="{4545D18A-C915-4759-86E5-82F1FFE0DA8E}" srcOrd="0" destOrd="0" presId="urn:microsoft.com/office/officeart/2005/8/layout/list1"/>
    <dgm:cxn modelId="{51202C92-EAB1-4C9C-BCAB-5B532A4991F4}" srcId="{E217D1FB-F353-464A-8734-5641D71FF867}" destId="{48C399F8-683E-4DD6-AA60-46BD4676575E}" srcOrd="0" destOrd="0" parTransId="{2C2B6532-98F7-44CC-817F-9993F4CA81BB}" sibTransId="{7C997391-9941-4CCD-A3F0-778DAB1A3CA8}"/>
    <dgm:cxn modelId="{EA10BF9F-3C58-4FBA-A5C2-6FE1205D04DB}" type="presOf" srcId="{2ED73970-7E81-4A8E-8B74-92477CD2E6F5}" destId="{C60277DB-E788-40B7-B1A4-B6ECAFD37D31}" srcOrd="0" destOrd="0" presId="urn:microsoft.com/office/officeart/2005/8/layout/list1"/>
    <dgm:cxn modelId="{78F2ABC4-560D-4330-896C-0469BE935E1B}" type="presOf" srcId="{513D0239-5B50-4D1D-9EC8-B44C4D4ECD6F}" destId="{04122947-E142-48DC-B477-A15D534DCF94}" srcOrd="1" destOrd="0" presId="urn:microsoft.com/office/officeart/2005/8/layout/list1"/>
    <dgm:cxn modelId="{35F52AC8-DE0D-4166-A18D-FA346A56FD3A}" type="presOf" srcId="{E217D1FB-F353-464A-8734-5641D71FF867}" destId="{8983710A-CC42-4B1D-B308-326C6C7EF9F2}" srcOrd="1" destOrd="0" presId="urn:microsoft.com/office/officeart/2005/8/layout/list1"/>
    <dgm:cxn modelId="{CBFBA0D7-4073-4584-9087-3D21CE1AE6F9}" type="presOf" srcId="{749E71C7-BCED-4D77-8CC4-C114D1882CB1}" destId="{BB91C5CD-ECC7-4924-8460-940ABC9E2402}" srcOrd="0" destOrd="0" presId="urn:microsoft.com/office/officeart/2005/8/layout/list1"/>
    <dgm:cxn modelId="{AD060AE3-9269-49AC-BD98-CA4874993062}" srcId="{2ED73970-7E81-4A8E-8B74-92477CD2E6F5}" destId="{513D0239-5B50-4D1D-9EC8-B44C4D4ECD6F}" srcOrd="3" destOrd="0" parTransId="{71F53A8B-F5F2-4B44-B606-F6D6DCA15C72}" sibTransId="{4A3EA91C-3010-417A-8A0E-51949E71CD8E}"/>
    <dgm:cxn modelId="{E204EFE3-571D-4EF9-ADD7-296BC8A74C52}" srcId="{2ED73970-7E81-4A8E-8B74-92477CD2E6F5}" destId="{177AE0F2-D776-469D-B53D-305D7FF09B26}" srcOrd="1" destOrd="0" parTransId="{1ABDF86B-23F6-4E66-8E99-C61D3D82C01C}" sibTransId="{92C0E057-29E5-4C80-9667-A506CAA635A3}"/>
    <dgm:cxn modelId="{578D84E5-EC46-4C68-AEDA-9400F9B21AC9}" type="presOf" srcId="{513D0239-5B50-4D1D-9EC8-B44C4D4ECD6F}" destId="{D8703AED-88C0-4C92-9522-CEA045129D82}" srcOrd="0" destOrd="0" presId="urn:microsoft.com/office/officeart/2005/8/layout/list1"/>
    <dgm:cxn modelId="{8F9C75E6-7123-4F02-8A48-825A84D8B701}" type="presOf" srcId="{E699624D-329D-4619-AA75-6EAF6903D283}" destId="{BB91C5CD-ECC7-4924-8460-940ABC9E2402}" srcOrd="0" destOrd="1" presId="urn:microsoft.com/office/officeart/2005/8/layout/list1"/>
    <dgm:cxn modelId="{71E638E9-A691-4F75-B2E1-3C99EEDCC810}" type="presOf" srcId="{E217D1FB-F353-464A-8734-5641D71FF867}" destId="{5A4A0A5F-D622-4993-88E6-967CF46ADCD3}" srcOrd="0" destOrd="0" presId="urn:microsoft.com/office/officeart/2005/8/layout/list1"/>
    <dgm:cxn modelId="{4B16C2ED-464C-46D9-912F-29C9B55B9C16}" type="presOf" srcId="{E25E1C58-DCEA-487A-B75C-CAD44B818E5E}" destId="{11D353D1-2F94-40B5-B399-0E618365EC86}" srcOrd="0" destOrd="0" presId="urn:microsoft.com/office/officeart/2005/8/layout/list1"/>
    <dgm:cxn modelId="{4FB4A5EF-6103-461C-B6A6-B301F8F61D6D}" srcId="{2ED73970-7E81-4A8E-8B74-92477CD2E6F5}" destId="{E217D1FB-F353-464A-8734-5641D71FF867}" srcOrd="2" destOrd="0" parTransId="{60A0FEA4-491F-484A-A9D6-F53E80230432}" sibTransId="{2974F9EA-90DB-40CB-A2B2-84FC6EE21B83}"/>
    <dgm:cxn modelId="{5A9E23FC-B828-4617-B973-27B77EA1E573}" type="presParOf" srcId="{C60277DB-E788-40B7-B1A4-B6ECAFD37D31}" destId="{3D658F60-F669-4855-81DC-74A6D02AAE0B}" srcOrd="0" destOrd="0" presId="urn:microsoft.com/office/officeart/2005/8/layout/list1"/>
    <dgm:cxn modelId="{AA604165-CFD3-448E-A876-59489B7A6836}" type="presParOf" srcId="{3D658F60-F669-4855-81DC-74A6D02AAE0B}" destId="{11D353D1-2F94-40B5-B399-0E618365EC86}" srcOrd="0" destOrd="0" presId="urn:microsoft.com/office/officeart/2005/8/layout/list1"/>
    <dgm:cxn modelId="{7DEF76C6-1D64-411A-9379-EBA657D49B46}" type="presParOf" srcId="{3D658F60-F669-4855-81DC-74A6D02AAE0B}" destId="{77A184E7-32B4-4FD4-B0E7-0836F485A6F9}" srcOrd="1" destOrd="0" presId="urn:microsoft.com/office/officeart/2005/8/layout/list1"/>
    <dgm:cxn modelId="{3E7C9E3A-585F-4ECF-9991-B8BBDBE44196}" type="presParOf" srcId="{C60277DB-E788-40B7-B1A4-B6ECAFD37D31}" destId="{B3DFDF2E-A672-4F02-937B-1C109C5C491A}" srcOrd="1" destOrd="0" presId="urn:microsoft.com/office/officeart/2005/8/layout/list1"/>
    <dgm:cxn modelId="{3AD0EDF0-6DF0-4539-80C6-C78ADFC146F4}" type="presParOf" srcId="{C60277DB-E788-40B7-B1A4-B6ECAFD37D31}" destId="{BB91C5CD-ECC7-4924-8460-940ABC9E2402}" srcOrd="2" destOrd="0" presId="urn:microsoft.com/office/officeart/2005/8/layout/list1"/>
    <dgm:cxn modelId="{FF98E86A-511E-4CE0-9921-9286367FC744}" type="presParOf" srcId="{C60277DB-E788-40B7-B1A4-B6ECAFD37D31}" destId="{9A97C5D2-0B10-4B3C-B62A-08A6FDA23AD3}" srcOrd="3" destOrd="0" presId="urn:microsoft.com/office/officeart/2005/8/layout/list1"/>
    <dgm:cxn modelId="{AC08C147-E8D0-4603-982D-2539901A832D}" type="presParOf" srcId="{C60277DB-E788-40B7-B1A4-B6ECAFD37D31}" destId="{519A1C88-5FE7-411A-8565-A6DF8D87EACC}" srcOrd="4" destOrd="0" presId="urn:microsoft.com/office/officeart/2005/8/layout/list1"/>
    <dgm:cxn modelId="{22479A6D-26F3-4031-97B7-13B54408653B}" type="presParOf" srcId="{519A1C88-5FE7-411A-8565-A6DF8D87EACC}" destId="{213F34F1-042E-4785-BBD7-ED2F682E8FB5}" srcOrd="0" destOrd="0" presId="urn:microsoft.com/office/officeart/2005/8/layout/list1"/>
    <dgm:cxn modelId="{52BA344A-D1E0-4CC4-9E0B-B6ED799C205F}" type="presParOf" srcId="{519A1C88-5FE7-411A-8565-A6DF8D87EACC}" destId="{A187FA26-8B0A-469F-885A-DE8B48315BFD}" srcOrd="1" destOrd="0" presId="urn:microsoft.com/office/officeart/2005/8/layout/list1"/>
    <dgm:cxn modelId="{094176D7-1CC2-4C0A-81D0-57C7C73CA3F3}" type="presParOf" srcId="{C60277DB-E788-40B7-B1A4-B6ECAFD37D31}" destId="{2BC26A3C-9E56-46B6-82C7-2F73AC669592}" srcOrd="5" destOrd="0" presId="urn:microsoft.com/office/officeart/2005/8/layout/list1"/>
    <dgm:cxn modelId="{46A22F04-F4CB-4EF2-9B0F-D1932C54D908}" type="presParOf" srcId="{C60277DB-E788-40B7-B1A4-B6ECAFD37D31}" destId="{D3F7C044-C8BE-4458-BDD6-DD2C4AF90846}" srcOrd="6" destOrd="0" presId="urn:microsoft.com/office/officeart/2005/8/layout/list1"/>
    <dgm:cxn modelId="{AB6685BC-7D38-4DF7-9D09-F17B4FD555F7}" type="presParOf" srcId="{C60277DB-E788-40B7-B1A4-B6ECAFD37D31}" destId="{D08C94BE-BBC9-4921-BBDA-78535777A6EF}" srcOrd="7" destOrd="0" presId="urn:microsoft.com/office/officeart/2005/8/layout/list1"/>
    <dgm:cxn modelId="{80088769-722A-45F2-A135-33FDDBD2D88F}" type="presParOf" srcId="{C60277DB-E788-40B7-B1A4-B6ECAFD37D31}" destId="{045E5A1E-E3E5-4EDE-8CDB-3A8925F30507}" srcOrd="8" destOrd="0" presId="urn:microsoft.com/office/officeart/2005/8/layout/list1"/>
    <dgm:cxn modelId="{2943130E-BAD8-4639-AE0E-26472E5A2A70}" type="presParOf" srcId="{045E5A1E-E3E5-4EDE-8CDB-3A8925F30507}" destId="{5A4A0A5F-D622-4993-88E6-967CF46ADCD3}" srcOrd="0" destOrd="0" presId="urn:microsoft.com/office/officeart/2005/8/layout/list1"/>
    <dgm:cxn modelId="{43783049-945D-4B1F-AC26-A77B9419C8C4}" type="presParOf" srcId="{045E5A1E-E3E5-4EDE-8CDB-3A8925F30507}" destId="{8983710A-CC42-4B1D-B308-326C6C7EF9F2}" srcOrd="1" destOrd="0" presId="urn:microsoft.com/office/officeart/2005/8/layout/list1"/>
    <dgm:cxn modelId="{EC066846-4F98-4286-A3A2-EE1975331DA6}" type="presParOf" srcId="{C60277DB-E788-40B7-B1A4-B6ECAFD37D31}" destId="{1ADDD348-62B6-4ED3-87C1-E2BFAF8A0031}" srcOrd="9" destOrd="0" presId="urn:microsoft.com/office/officeart/2005/8/layout/list1"/>
    <dgm:cxn modelId="{15FDBB89-DA91-4252-AF66-B03620648462}" type="presParOf" srcId="{C60277DB-E788-40B7-B1A4-B6ECAFD37D31}" destId="{4545D18A-C915-4759-86E5-82F1FFE0DA8E}" srcOrd="10" destOrd="0" presId="urn:microsoft.com/office/officeart/2005/8/layout/list1"/>
    <dgm:cxn modelId="{DC4C2265-6037-41AF-8AA2-C88B0AABC8B1}" type="presParOf" srcId="{C60277DB-E788-40B7-B1A4-B6ECAFD37D31}" destId="{E8282012-243C-42CE-A3C4-309E4631C34A}" srcOrd="11" destOrd="0" presId="urn:microsoft.com/office/officeart/2005/8/layout/list1"/>
    <dgm:cxn modelId="{111452C8-E6EA-4CBE-B678-BE3DFF820F33}" type="presParOf" srcId="{C60277DB-E788-40B7-B1A4-B6ECAFD37D31}" destId="{C691B709-F744-42EE-BDBC-0F87193CCFC9}" srcOrd="12" destOrd="0" presId="urn:microsoft.com/office/officeart/2005/8/layout/list1"/>
    <dgm:cxn modelId="{DB5955E9-99F3-4AA9-8C9D-18C6C5DA4F80}" type="presParOf" srcId="{C691B709-F744-42EE-BDBC-0F87193CCFC9}" destId="{D8703AED-88C0-4C92-9522-CEA045129D82}" srcOrd="0" destOrd="0" presId="urn:microsoft.com/office/officeart/2005/8/layout/list1"/>
    <dgm:cxn modelId="{ABE13F3E-EAE3-4835-A1E2-BAF010E1FC1B}" type="presParOf" srcId="{C691B709-F744-42EE-BDBC-0F87193CCFC9}" destId="{04122947-E142-48DC-B477-A15D534DCF94}" srcOrd="1" destOrd="0" presId="urn:microsoft.com/office/officeart/2005/8/layout/list1"/>
    <dgm:cxn modelId="{32F04C3A-0F46-4168-80A3-199B1C7F0C4F}" type="presParOf" srcId="{C60277DB-E788-40B7-B1A4-B6ECAFD37D31}" destId="{ED69AD94-E779-4876-92CF-32B85F6E3BB1}" srcOrd="13" destOrd="0" presId="urn:microsoft.com/office/officeart/2005/8/layout/list1"/>
    <dgm:cxn modelId="{62705B62-A678-4090-BA5C-B6640DF35997}" type="presParOf" srcId="{C60277DB-E788-40B7-B1A4-B6ECAFD37D31}" destId="{5FE7090C-FFEB-4969-9136-D590999AD406}" srcOrd="14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9.xml><?xml version="1.0" encoding="utf-8"?>
<dgm:dataModel xmlns:dgm="http://schemas.openxmlformats.org/drawingml/2006/diagram" xmlns:a="http://schemas.openxmlformats.org/drawingml/2006/main">
  <dgm:ptLst>
    <dgm:pt modelId="{6A30B08A-55D4-45C7-AF37-A59C997FA9C4}" type="doc">
      <dgm:prSet loTypeId="urn:microsoft.com/office/officeart/2005/8/layout/vList2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58A52FF4-EDFB-45F1-99A2-0956EA558C4F}">
      <dgm:prSet/>
      <dgm:spPr/>
      <dgm:t>
        <a:bodyPr/>
        <a:lstStyle/>
        <a:p>
          <a:r>
            <a:rPr lang="tr-TR" dirty="0"/>
            <a:t>an</a:t>
          </a:r>
          <a:r>
            <a:rPr lang="en-US" dirty="0"/>
            <a:t> important P2SH feature</a:t>
          </a:r>
          <a:r>
            <a:rPr lang="tr-TR" dirty="0"/>
            <a:t> of BIP-13</a:t>
          </a:r>
          <a:r>
            <a:rPr lang="en-US" dirty="0"/>
            <a:t> </a:t>
          </a:r>
        </a:p>
      </dgm:t>
    </dgm:pt>
    <dgm:pt modelId="{29EAD08C-00F1-4416-8E46-4855162990C4}" type="parTrans" cxnId="{BC371178-BAFF-469E-88D2-4F51A1F5F052}">
      <dgm:prSet/>
      <dgm:spPr/>
      <dgm:t>
        <a:bodyPr/>
        <a:lstStyle/>
        <a:p>
          <a:endParaRPr lang="en-US"/>
        </a:p>
      </dgm:t>
    </dgm:pt>
    <dgm:pt modelId="{B0E1D66E-EF50-494F-8F5D-56E695BF3708}" type="sibTrans" cxnId="{BC371178-BAFF-469E-88D2-4F51A1F5F052}">
      <dgm:prSet/>
      <dgm:spPr/>
      <dgm:t>
        <a:bodyPr/>
        <a:lstStyle/>
        <a:p>
          <a:endParaRPr lang="en-US"/>
        </a:p>
      </dgm:t>
    </dgm:pt>
    <dgm:pt modelId="{45A588A8-ADB9-4586-A606-99CE02977969}">
      <dgm:prSet/>
      <dgm:spPr/>
      <dgm:t>
        <a:bodyPr/>
        <a:lstStyle/>
        <a:p>
          <a:r>
            <a:rPr lang="en-US" dirty="0"/>
            <a:t>P2SH addresses</a:t>
          </a:r>
        </a:p>
      </dgm:t>
    </dgm:pt>
    <dgm:pt modelId="{8985CC1A-F995-4CB3-B95A-3C43C45B78EA}" type="parTrans" cxnId="{0018FEC5-77B9-4D07-8D42-D6487ABBBDD2}">
      <dgm:prSet/>
      <dgm:spPr/>
      <dgm:t>
        <a:bodyPr/>
        <a:lstStyle/>
        <a:p>
          <a:endParaRPr lang="en-US"/>
        </a:p>
      </dgm:t>
    </dgm:pt>
    <dgm:pt modelId="{90518B96-B66B-4DF9-888C-5335B085B5BD}" type="sibTrans" cxnId="{0018FEC5-77B9-4D07-8D42-D6487ABBBDD2}">
      <dgm:prSet/>
      <dgm:spPr/>
      <dgm:t>
        <a:bodyPr/>
        <a:lstStyle/>
        <a:p>
          <a:endParaRPr lang="en-US"/>
        </a:p>
      </dgm:t>
    </dgm:pt>
    <dgm:pt modelId="{BE28242B-B9E0-4F3B-9EEC-A5FBD20CA7FB}">
      <dgm:prSet/>
      <dgm:spPr/>
      <dgm:t>
        <a:bodyPr/>
        <a:lstStyle/>
        <a:p>
          <a:r>
            <a:rPr lang="en-US" dirty="0"/>
            <a:t>just like bitcoin addresses are </a:t>
          </a:r>
        </a:p>
      </dgm:t>
    </dgm:pt>
    <dgm:pt modelId="{A630557C-08B4-4267-A0C6-7D8A0C0161AD}" type="parTrans" cxnId="{3A3522A5-2BBC-4E59-ADDE-A6D5B25DCE3E}">
      <dgm:prSet/>
      <dgm:spPr/>
      <dgm:t>
        <a:bodyPr/>
        <a:lstStyle/>
        <a:p>
          <a:endParaRPr lang="en-US"/>
        </a:p>
      </dgm:t>
    </dgm:pt>
    <dgm:pt modelId="{ED6B0BD8-41C8-49A7-B981-2208CF7B0C96}" type="sibTrans" cxnId="{3A3522A5-2BBC-4E59-ADDE-A6D5B25DCE3E}">
      <dgm:prSet/>
      <dgm:spPr/>
      <dgm:t>
        <a:bodyPr/>
        <a:lstStyle/>
        <a:p>
          <a:endParaRPr lang="en-US"/>
        </a:p>
      </dgm:t>
    </dgm:pt>
    <dgm:pt modelId="{85EEC0B5-DC95-4751-9422-0A25DFFD2284}">
      <dgm:prSet/>
      <dgm:spPr/>
      <dgm:t>
        <a:bodyPr/>
        <a:lstStyle/>
        <a:p>
          <a:r>
            <a:rPr lang="en-US" dirty="0"/>
            <a:t>prefix “5” </a:t>
          </a:r>
        </a:p>
      </dgm:t>
    </dgm:pt>
    <dgm:pt modelId="{87190E71-0D3A-4C99-A923-DA94CD74DE00}" type="parTrans" cxnId="{01772D29-B6D4-4623-BE3F-E5A2EEA3DE45}">
      <dgm:prSet/>
      <dgm:spPr/>
      <dgm:t>
        <a:bodyPr/>
        <a:lstStyle/>
        <a:p>
          <a:endParaRPr lang="en-US"/>
        </a:p>
      </dgm:t>
    </dgm:pt>
    <dgm:pt modelId="{BEC5845F-3796-4B3D-91D8-D8271ADD605B}" type="sibTrans" cxnId="{01772D29-B6D4-4623-BE3F-E5A2EEA3DE45}">
      <dgm:prSet/>
      <dgm:spPr/>
      <dgm:t>
        <a:bodyPr/>
        <a:lstStyle/>
        <a:p>
          <a:endParaRPr lang="en-US"/>
        </a:p>
      </dgm:t>
    </dgm:pt>
    <dgm:pt modelId="{66A1FC0A-77B6-4CDB-8564-1E1CDD21CAAD}">
      <dgm:prSet/>
      <dgm:spPr/>
      <dgm:t>
        <a:bodyPr/>
        <a:lstStyle/>
        <a:p>
          <a:r>
            <a:rPr lang="en-US" dirty="0"/>
            <a:t>P2SH addresses</a:t>
          </a:r>
          <a:r>
            <a:rPr lang="tr-TR" dirty="0"/>
            <a:t> </a:t>
          </a:r>
          <a:r>
            <a:rPr lang="en-US" dirty="0"/>
            <a:t>use the version prefix “</a:t>
          </a:r>
          <a:r>
            <a:rPr lang="en-US" b="1" dirty="0"/>
            <a:t>5</a:t>
          </a:r>
          <a:r>
            <a:rPr lang="en-US" dirty="0"/>
            <a:t>”</a:t>
          </a:r>
        </a:p>
      </dgm:t>
    </dgm:pt>
    <dgm:pt modelId="{7381F247-744B-410F-9187-A02ECFE50A66}" type="parTrans" cxnId="{B5E11072-1EBA-4964-803D-11677FB71D74}">
      <dgm:prSet/>
      <dgm:spPr/>
      <dgm:t>
        <a:bodyPr/>
        <a:lstStyle/>
        <a:p>
          <a:endParaRPr lang="en-US"/>
        </a:p>
      </dgm:t>
    </dgm:pt>
    <dgm:pt modelId="{829955B7-05F5-4699-BC13-41A834DFF72C}" type="sibTrans" cxnId="{B5E11072-1EBA-4964-803D-11677FB71D74}">
      <dgm:prSet/>
      <dgm:spPr/>
      <dgm:t>
        <a:bodyPr/>
        <a:lstStyle/>
        <a:p>
          <a:endParaRPr lang="en-US"/>
        </a:p>
      </dgm:t>
    </dgm:pt>
    <dgm:pt modelId="{FC9FE34A-7D41-45DC-8700-49AD5B74FCB0}">
      <dgm:prSet/>
      <dgm:spPr/>
      <dgm:t>
        <a:bodyPr/>
        <a:lstStyle/>
        <a:p>
          <a:r>
            <a:rPr lang="en-US" dirty="0"/>
            <a:t>are</a:t>
          </a:r>
          <a:r>
            <a:rPr lang="tr-TR" dirty="0"/>
            <a:t> </a:t>
          </a:r>
          <a:r>
            <a:rPr lang="en-US" dirty="0"/>
            <a:t>Base58Check encodings of the 20-byte hash of a script </a:t>
          </a:r>
        </a:p>
      </dgm:t>
    </dgm:pt>
    <dgm:pt modelId="{0CAD7A44-3EBB-4EC3-8506-A0A077F50959}" type="parTrans" cxnId="{AAC3C70C-678A-4289-8271-3CA1BEE72E5D}">
      <dgm:prSet/>
      <dgm:spPr/>
      <dgm:t>
        <a:bodyPr/>
        <a:lstStyle/>
        <a:p>
          <a:endParaRPr lang="tr-TR"/>
        </a:p>
      </dgm:t>
    </dgm:pt>
    <dgm:pt modelId="{2B917CCE-9ED3-4A9A-95DD-8FE9B94AF931}" type="sibTrans" cxnId="{AAC3C70C-678A-4289-8271-3CA1BEE72E5D}">
      <dgm:prSet/>
      <dgm:spPr/>
      <dgm:t>
        <a:bodyPr/>
        <a:lstStyle/>
        <a:p>
          <a:endParaRPr lang="tr-TR"/>
        </a:p>
      </dgm:t>
    </dgm:pt>
    <dgm:pt modelId="{50D6C1E0-83CB-4685-9EB6-2AD7E02B3A36}">
      <dgm:prSet/>
      <dgm:spPr/>
      <dgm:t>
        <a:bodyPr/>
        <a:lstStyle/>
        <a:p>
          <a:r>
            <a:rPr lang="en-US" dirty="0"/>
            <a:t>encode a script hash as an</a:t>
          </a:r>
          <a:r>
            <a:rPr lang="tr-TR" dirty="0"/>
            <a:t> </a:t>
          </a:r>
          <a:r>
            <a:rPr lang="en-US" dirty="0"/>
            <a:t>address </a:t>
          </a:r>
        </a:p>
      </dgm:t>
    </dgm:pt>
    <dgm:pt modelId="{69FC178B-6A7C-4A24-BC53-D33F825AC76F}" type="sibTrans" cxnId="{C3397B12-8781-481E-8455-5C70C0E7C714}">
      <dgm:prSet/>
      <dgm:spPr/>
      <dgm:t>
        <a:bodyPr/>
        <a:lstStyle/>
        <a:p>
          <a:endParaRPr lang="en-US"/>
        </a:p>
      </dgm:t>
    </dgm:pt>
    <dgm:pt modelId="{DD15317D-AEAA-4A1D-B573-8F230300D0E9}" type="parTrans" cxnId="{C3397B12-8781-481E-8455-5C70C0E7C714}">
      <dgm:prSet/>
      <dgm:spPr/>
      <dgm:t>
        <a:bodyPr/>
        <a:lstStyle/>
        <a:p>
          <a:endParaRPr lang="en-US"/>
        </a:p>
      </dgm:t>
    </dgm:pt>
    <dgm:pt modelId="{5A9B7E26-E0AB-4D1B-918D-667C82857F82}">
      <dgm:prSet/>
      <dgm:spPr/>
      <dgm:t>
        <a:bodyPr/>
        <a:lstStyle/>
        <a:p>
          <a:r>
            <a:rPr lang="tr-TR" dirty="0" err="1"/>
            <a:t>Script</a:t>
          </a:r>
          <a:r>
            <a:rPr lang="tr-TR" dirty="0"/>
            <a:t> </a:t>
          </a:r>
          <a:r>
            <a:rPr lang="tr-TR" dirty="0" err="1"/>
            <a:t>hash</a:t>
          </a:r>
          <a:r>
            <a:rPr lang="tr-TR" dirty="0"/>
            <a:t> as an </a:t>
          </a:r>
          <a:r>
            <a:rPr lang="tr-TR" dirty="0" err="1"/>
            <a:t>address</a:t>
          </a:r>
          <a:endParaRPr lang="en-US" dirty="0"/>
        </a:p>
      </dgm:t>
    </dgm:pt>
    <dgm:pt modelId="{07592CF5-F397-4258-BBBD-03AD7946160F}" type="parTrans" cxnId="{B1BBA407-E79F-40E0-A4B0-7E024DA365DD}">
      <dgm:prSet/>
      <dgm:spPr/>
      <dgm:t>
        <a:bodyPr/>
        <a:lstStyle/>
        <a:p>
          <a:endParaRPr lang="tr-TR"/>
        </a:p>
      </dgm:t>
    </dgm:pt>
    <dgm:pt modelId="{7502160A-B23C-4923-B2BF-B836D1107959}" type="sibTrans" cxnId="{B1BBA407-E79F-40E0-A4B0-7E024DA365DD}">
      <dgm:prSet/>
      <dgm:spPr/>
      <dgm:t>
        <a:bodyPr/>
        <a:lstStyle/>
        <a:p>
          <a:endParaRPr lang="tr-TR"/>
        </a:p>
      </dgm:t>
    </dgm:pt>
    <dgm:pt modelId="{6390F09E-5DE0-4DFF-80AE-4208C4FC8DEC}">
      <dgm:prSet/>
      <dgm:spPr/>
      <dgm:t>
        <a:bodyPr/>
        <a:lstStyle/>
        <a:p>
          <a:r>
            <a:rPr lang="en-US" dirty="0"/>
            <a:t>results in</a:t>
          </a:r>
          <a:r>
            <a:rPr lang="tr-TR" dirty="0"/>
            <a:t> </a:t>
          </a:r>
          <a:r>
            <a:rPr lang="en-US" dirty="0"/>
            <a:t>Base58Checkencoded addresses start with a “</a:t>
          </a:r>
          <a:r>
            <a:rPr lang="en-US" b="1" dirty="0"/>
            <a:t>3</a:t>
          </a:r>
          <a:r>
            <a:rPr lang="en-US" dirty="0"/>
            <a:t>”</a:t>
          </a:r>
        </a:p>
      </dgm:t>
    </dgm:pt>
    <dgm:pt modelId="{3B249340-F515-43DB-9164-CA1846749FCC}" type="parTrans" cxnId="{95590319-C15C-4B31-84A8-484AC5CE648A}">
      <dgm:prSet/>
      <dgm:spPr/>
      <dgm:t>
        <a:bodyPr/>
        <a:lstStyle/>
        <a:p>
          <a:endParaRPr lang="tr-TR"/>
        </a:p>
      </dgm:t>
    </dgm:pt>
    <dgm:pt modelId="{4CD304F2-C0CE-4AA3-992C-8F535A780838}" type="sibTrans" cxnId="{95590319-C15C-4B31-84A8-484AC5CE648A}">
      <dgm:prSet/>
      <dgm:spPr/>
    </dgm:pt>
    <dgm:pt modelId="{B09BAC4A-852B-4288-9B8F-0BFD60449511}" type="pres">
      <dgm:prSet presAssocID="{6A30B08A-55D4-45C7-AF37-A59C997FA9C4}" presName="linear" presStyleCnt="0">
        <dgm:presLayoutVars>
          <dgm:animLvl val="lvl"/>
          <dgm:resizeHandles val="exact"/>
        </dgm:presLayoutVars>
      </dgm:prSet>
      <dgm:spPr/>
    </dgm:pt>
    <dgm:pt modelId="{278ED1E9-BA35-4B31-A690-E94F18043EE1}" type="pres">
      <dgm:prSet presAssocID="{5A9B7E26-E0AB-4D1B-918D-667C82857F82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49AF1A7F-60E5-4D6B-B8E4-506EBE24E10D}" type="pres">
      <dgm:prSet presAssocID="{5A9B7E26-E0AB-4D1B-918D-667C82857F82}" presName="childText" presStyleLbl="revTx" presStyleIdx="0" presStyleCnt="3">
        <dgm:presLayoutVars>
          <dgm:bulletEnabled val="1"/>
        </dgm:presLayoutVars>
      </dgm:prSet>
      <dgm:spPr/>
    </dgm:pt>
    <dgm:pt modelId="{512C1AF5-CEB0-433E-9621-6F5709E7C896}" type="pres">
      <dgm:prSet presAssocID="{45A588A8-ADB9-4586-A606-99CE02977969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BECCA7BB-428F-4522-9DE4-4A3D25B353E6}" type="pres">
      <dgm:prSet presAssocID="{45A588A8-ADB9-4586-A606-99CE02977969}" presName="childText" presStyleLbl="revTx" presStyleIdx="1" presStyleCnt="3">
        <dgm:presLayoutVars>
          <dgm:bulletEnabled val="1"/>
        </dgm:presLayoutVars>
      </dgm:prSet>
      <dgm:spPr/>
    </dgm:pt>
    <dgm:pt modelId="{51F90565-5442-4DF7-8807-53FD39D03B68}" type="pres">
      <dgm:prSet presAssocID="{85EEC0B5-DC95-4751-9422-0A25DFFD2284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AB96F828-D17F-4418-BB35-253A2F084FF4}" type="pres">
      <dgm:prSet presAssocID="{85EEC0B5-DC95-4751-9422-0A25DFFD2284}" presName="childText" presStyleLbl="revTx" presStyleIdx="2" presStyleCnt="3">
        <dgm:presLayoutVars>
          <dgm:bulletEnabled val="1"/>
        </dgm:presLayoutVars>
      </dgm:prSet>
      <dgm:spPr/>
    </dgm:pt>
  </dgm:ptLst>
  <dgm:cxnLst>
    <dgm:cxn modelId="{B1BBA407-E79F-40E0-A4B0-7E024DA365DD}" srcId="{6A30B08A-55D4-45C7-AF37-A59C997FA9C4}" destId="{5A9B7E26-E0AB-4D1B-918D-667C82857F82}" srcOrd="0" destOrd="0" parTransId="{07592CF5-F397-4258-BBBD-03AD7946160F}" sibTransId="{7502160A-B23C-4923-B2BF-B836D1107959}"/>
    <dgm:cxn modelId="{1B86CD08-E8B2-4B0A-83AB-F6DE5E7198DF}" type="presOf" srcId="{6390F09E-5DE0-4DFF-80AE-4208C4FC8DEC}" destId="{AB96F828-D17F-4418-BB35-253A2F084FF4}" srcOrd="0" destOrd="1" presId="urn:microsoft.com/office/officeart/2005/8/layout/vList2"/>
    <dgm:cxn modelId="{AAC3C70C-678A-4289-8271-3CA1BEE72E5D}" srcId="{45A588A8-ADB9-4586-A606-99CE02977969}" destId="{FC9FE34A-7D41-45DC-8700-49AD5B74FCB0}" srcOrd="0" destOrd="0" parTransId="{0CAD7A44-3EBB-4EC3-8506-A0A077F50959}" sibTransId="{2B917CCE-9ED3-4A9A-95DD-8FE9B94AF931}"/>
    <dgm:cxn modelId="{C3397B12-8781-481E-8455-5C70C0E7C714}" srcId="{5A9B7E26-E0AB-4D1B-918D-667C82857F82}" destId="{50D6C1E0-83CB-4685-9EB6-2AD7E02B3A36}" srcOrd="0" destOrd="0" parTransId="{DD15317D-AEAA-4A1D-B573-8F230300D0E9}" sibTransId="{69FC178B-6A7C-4A24-BC53-D33F825AC76F}"/>
    <dgm:cxn modelId="{95590319-C15C-4B31-84A8-484AC5CE648A}" srcId="{85EEC0B5-DC95-4751-9422-0A25DFFD2284}" destId="{6390F09E-5DE0-4DFF-80AE-4208C4FC8DEC}" srcOrd="1" destOrd="0" parTransId="{3B249340-F515-43DB-9164-CA1846749FCC}" sibTransId="{4CD304F2-C0CE-4AA3-992C-8F535A780838}"/>
    <dgm:cxn modelId="{01772D29-B6D4-4623-BE3F-E5A2EEA3DE45}" srcId="{6A30B08A-55D4-45C7-AF37-A59C997FA9C4}" destId="{85EEC0B5-DC95-4751-9422-0A25DFFD2284}" srcOrd="2" destOrd="0" parTransId="{87190E71-0D3A-4C99-A923-DA94CD74DE00}" sibTransId="{BEC5845F-3796-4B3D-91D8-D8271ADD605B}"/>
    <dgm:cxn modelId="{205F922D-66EB-4596-8281-D182FA428CCE}" type="presOf" srcId="{6A30B08A-55D4-45C7-AF37-A59C997FA9C4}" destId="{B09BAC4A-852B-4288-9B8F-0BFD60449511}" srcOrd="0" destOrd="0" presId="urn:microsoft.com/office/officeart/2005/8/layout/vList2"/>
    <dgm:cxn modelId="{8A5AF371-5195-4A00-B7DE-CA59DA491FFF}" type="presOf" srcId="{5A9B7E26-E0AB-4D1B-918D-667C82857F82}" destId="{278ED1E9-BA35-4B31-A690-E94F18043EE1}" srcOrd="0" destOrd="0" presId="urn:microsoft.com/office/officeart/2005/8/layout/vList2"/>
    <dgm:cxn modelId="{B5E11072-1EBA-4964-803D-11677FB71D74}" srcId="{85EEC0B5-DC95-4751-9422-0A25DFFD2284}" destId="{66A1FC0A-77B6-4CDB-8564-1E1CDD21CAAD}" srcOrd="0" destOrd="0" parTransId="{7381F247-744B-410F-9187-A02ECFE50A66}" sibTransId="{829955B7-05F5-4699-BC13-41A834DFF72C}"/>
    <dgm:cxn modelId="{E5F1B376-30B4-4117-A2D5-908CBA4F31D7}" type="presOf" srcId="{58A52FF4-EDFB-45F1-99A2-0956EA558C4F}" destId="{49AF1A7F-60E5-4D6B-B8E4-506EBE24E10D}" srcOrd="0" destOrd="1" presId="urn:microsoft.com/office/officeart/2005/8/layout/vList2"/>
    <dgm:cxn modelId="{BC371178-BAFF-469E-88D2-4F51A1F5F052}" srcId="{5A9B7E26-E0AB-4D1B-918D-667C82857F82}" destId="{58A52FF4-EDFB-45F1-99A2-0956EA558C4F}" srcOrd="1" destOrd="0" parTransId="{29EAD08C-00F1-4416-8E46-4855162990C4}" sibTransId="{B0E1D66E-EF50-494F-8F5D-56E695BF3708}"/>
    <dgm:cxn modelId="{02F23388-42F9-4E88-B25E-2F29B0EE3D1A}" type="presOf" srcId="{66A1FC0A-77B6-4CDB-8564-1E1CDD21CAAD}" destId="{AB96F828-D17F-4418-BB35-253A2F084FF4}" srcOrd="0" destOrd="0" presId="urn:microsoft.com/office/officeart/2005/8/layout/vList2"/>
    <dgm:cxn modelId="{BEF9F490-4EA2-486D-9EDB-CEA424FAA6BB}" type="presOf" srcId="{50D6C1E0-83CB-4685-9EB6-2AD7E02B3A36}" destId="{49AF1A7F-60E5-4D6B-B8E4-506EBE24E10D}" srcOrd="0" destOrd="0" presId="urn:microsoft.com/office/officeart/2005/8/layout/vList2"/>
    <dgm:cxn modelId="{3A3522A5-2BBC-4E59-ADDE-A6D5B25DCE3E}" srcId="{45A588A8-ADB9-4586-A606-99CE02977969}" destId="{BE28242B-B9E0-4F3B-9EEC-A5FBD20CA7FB}" srcOrd="1" destOrd="0" parTransId="{A630557C-08B4-4267-A0C6-7D8A0C0161AD}" sibTransId="{ED6B0BD8-41C8-49A7-B981-2208CF7B0C96}"/>
    <dgm:cxn modelId="{494D45C5-9D8D-4324-9D60-CA8A30363612}" type="presOf" srcId="{85EEC0B5-DC95-4751-9422-0A25DFFD2284}" destId="{51F90565-5442-4DF7-8807-53FD39D03B68}" srcOrd="0" destOrd="0" presId="urn:microsoft.com/office/officeart/2005/8/layout/vList2"/>
    <dgm:cxn modelId="{0018FEC5-77B9-4D07-8D42-D6487ABBBDD2}" srcId="{6A30B08A-55D4-45C7-AF37-A59C997FA9C4}" destId="{45A588A8-ADB9-4586-A606-99CE02977969}" srcOrd="1" destOrd="0" parTransId="{8985CC1A-F995-4CB3-B95A-3C43C45B78EA}" sibTransId="{90518B96-B66B-4DF9-888C-5335B085B5BD}"/>
    <dgm:cxn modelId="{CA90DEC8-6A6B-43DB-9407-81ADC547D217}" type="presOf" srcId="{BE28242B-B9E0-4F3B-9EEC-A5FBD20CA7FB}" destId="{BECCA7BB-428F-4522-9DE4-4A3D25B353E6}" srcOrd="0" destOrd="1" presId="urn:microsoft.com/office/officeart/2005/8/layout/vList2"/>
    <dgm:cxn modelId="{5FC804DA-02EA-47AB-9385-0BB2215EDA5F}" type="presOf" srcId="{FC9FE34A-7D41-45DC-8700-49AD5B74FCB0}" destId="{BECCA7BB-428F-4522-9DE4-4A3D25B353E6}" srcOrd="0" destOrd="0" presId="urn:microsoft.com/office/officeart/2005/8/layout/vList2"/>
    <dgm:cxn modelId="{44468EF4-1D2A-4A3E-BFF8-FA0167E74AF0}" type="presOf" srcId="{45A588A8-ADB9-4586-A606-99CE02977969}" destId="{512C1AF5-CEB0-433E-9621-6F5709E7C896}" srcOrd="0" destOrd="0" presId="urn:microsoft.com/office/officeart/2005/8/layout/vList2"/>
    <dgm:cxn modelId="{F2B99134-CB54-49CC-8C6D-06FD5E7EFA6F}" type="presParOf" srcId="{B09BAC4A-852B-4288-9B8F-0BFD60449511}" destId="{278ED1E9-BA35-4B31-A690-E94F18043EE1}" srcOrd="0" destOrd="0" presId="urn:microsoft.com/office/officeart/2005/8/layout/vList2"/>
    <dgm:cxn modelId="{6C4B8653-3758-42F7-B853-AD3F38FE0094}" type="presParOf" srcId="{B09BAC4A-852B-4288-9B8F-0BFD60449511}" destId="{49AF1A7F-60E5-4D6B-B8E4-506EBE24E10D}" srcOrd="1" destOrd="0" presId="urn:microsoft.com/office/officeart/2005/8/layout/vList2"/>
    <dgm:cxn modelId="{7CD1B9FB-AE41-4B44-85D0-17B2BDE4B7BE}" type="presParOf" srcId="{B09BAC4A-852B-4288-9B8F-0BFD60449511}" destId="{512C1AF5-CEB0-433E-9621-6F5709E7C896}" srcOrd="2" destOrd="0" presId="urn:microsoft.com/office/officeart/2005/8/layout/vList2"/>
    <dgm:cxn modelId="{31F4E3FB-7B86-4BB3-801E-89E5F8EAFA2C}" type="presParOf" srcId="{B09BAC4A-852B-4288-9B8F-0BFD60449511}" destId="{BECCA7BB-428F-4522-9DE4-4A3D25B353E6}" srcOrd="3" destOrd="0" presId="urn:microsoft.com/office/officeart/2005/8/layout/vList2"/>
    <dgm:cxn modelId="{702C5227-B9D5-4BF1-8582-3491AC117FDA}" type="presParOf" srcId="{B09BAC4A-852B-4288-9B8F-0BFD60449511}" destId="{51F90565-5442-4DF7-8807-53FD39D03B68}" srcOrd="4" destOrd="0" presId="urn:microsoft.com/office/officeart/2005/8/layout/vList2"/>
    <dgm:cxn modelId="{10A4E9E7-7018-4EC6-B88B-680619B9FDF5}" type="presParOf" srcId="{B09BAC4A-852B-4288-9B8F-0BFD60449511}" destId="{AB96F828-D17F-4418-BB35-253A2F084FF4}" srcOrd="5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0.xml><?xml version="1.0" encoding="utf-8"?>
<dgm:dataModel xmlns:dgm="http://schemas.openxmlformats.org/drawingml/2006/diagram" xmlns:a="http://schemas.openxmlformats.org/drawingml/2006/main">
  <dgm:ptLst>
    <dgm:pt modelId="{3410BCF5-81A2-4C2D-B1C6-8F2F2E32AF8F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3002348D-3BB8-4B75-8C08-B845720C9280}">
      <dgm:prSet/>
      <dgm:spPr/>
      <dgm:t>
        <a:bodyPr/>
        <a:lstStyle/>
        <a:p>
          <a:r>
            <a:rPr lang="en-US"/>
            <a:t>complex script </a:t>
          </a:r>
        </a:p>
      </dgm:t>
    </dgm:pt>
    <dgm:pt modelId="{4FB7DE72-D0AE-4613-8546-9FDEB910C61F}" type="parTrans" cxnId="{9B35F5B2-D59F-493F-952C-A84064ADE6D7}">
      <dgm:prSet/>
      <dgm:spPr/>
      <dgm:t>
        <a:bodyPr/>
        <a:lstStyle/>
        <a:p>
          <a:endParaRPr lang="en-US"/>
        </a:p>
      </dgm:t>
    </dgm:pt>
    <dgm:pt modelId="{976E74CD-9EED-4556-BD6E-00C8AAFD3B5F}" type="sibTrans" cxnId="{9B35F5B2-D59F-493F-952C-A84064ADE6D7}">
      <dgm:prSet/>
      <dgm:spPr/>
      <dgm:t>
        <a:bodyPr/>
        <a:lstStyle/>
        <a:p>
          <a:endParaRPr lang="en-US"/>
        </a:p>
      </dgm:t>
    </dgm:pt>
    <dgm:pt modelId="{C0FAB60F-0829-4DC7-BBB8-01E5388FDAE9}">
      <dgm:prSet/>
      <dgm:spPr/>
      <dgm:t>
        <a:bodyPr/>
        <a:lstStyle/>
        <a:p>
          <a:r>
            <a:rPr lang="en-US"/>
            <a:t>hashed and Base58Check-encoded </a:t>
          </a:r>
        </a:p>
      </dgm:t>
    </dgm:pt>
    <dgm:pt modelId="{FBC2A6C6-9B79-447F-A700-C274AB61E87C}" type="parTrans" cxnId="{991ACBD4-4709-4E20-B87B-C7672C266CF5}">
      <dgm:prSet/>
      <dgm:spPr/>
      <dgm:t>
        <a:bodyPr/>
        <a:lstStyle/>
        <a:p>
          <a:endParaRPr lang="en-US"/>
        </a:p>
      </dgm:t>
    </dgm:pt>
    <dgm:pt modelId="{8AD7C3AB-6A2C-445B-93A1-9F6269289293}" type="sibTrans" cxnId="{991ACBD4-4709-4E20-B87B-C7672C266CF5}">
      <dgm:prSet/>
      <dgm:spPr/>
      <dgm:t>
        <a:bodyPr/>
        <a:lstStyle/>
        <a:p>
          <a:endParaRPr lang="en-US"/>
        </a:p>
      </dgm:t>
    </dgm:pt>
    <dgm:pt modelId="{D9918FD4-3A5A-4C6D-87FF-A009BC0304B1}">
      <dgm:prSet/>
      <dgm:spPr/>
      <dgm:t>
        <a:bodyPr/>
        <a:lstStyle/>
        <a:p>
          <a:r>
            <a:rPr lang="en-US" dirty="0"/>
            <a:t>as a P2SH address,</a:t>
          </a:r>
        </a:p>
      </dgm:t>
    </dgm:pt>
    <dgm:pt modelId="{FCF3FA15-F446-4681-8A5C-0CDDD18AD533}" type="parTrans" cxnId="{43DCA859-08A1-4DBE-9D85-98DBFCB06769}">
      <dgm:prSet/>
      <dgm:spPr/>
      <dgm:t>
        <a:bodyPr/>
        <a:lstStyle/>
        <a:p>
          <a:endParaRPr lang="en-US"/>
        </a:p>
      </dgm:t>
    </dgm:pt>
    <dgm:pt modelId="{C7A5F218-6430-4ED3-9A0F-28205111B042}" type="sibTrans" cxnId="{43DCA859-08A1-4DBE-9D85-98DBFCB06769}">
      <dgm:prSet/>
      <dgm:spPr/>
      <dgm:t>
        <a:bodyPr/>
        <a:lstStyle/>
        <a:p>
          <a:endParaRPr lang="en-US"/>
        </a:p>
      </dgm:t>
    </dgm:pt>
    <dgm:pt modelId="{A87733EC-684E-4175-B98C-DD3F5C3EA29E}">
      <dgm:prSet/>
      <dgm:spPr/>
      <dgm:t>
        <a:bodyPr/>
        <a:lstStyle/>
        <a:p>
          <a:r>
            <a:rPr lang="en-US"/>
            <a:t>becomes</a:t>
          </a:r>
          <a:r>
            <a:rPr lang="tr-TR"/>
            <a:t> </a:t>
          </a:r>
          <a:endParaRPr lang="en-US"/>
        </a:p>
      </dgm:t>
    </dgm:pt>
    <dgm:pt modelId="{A138EEFF-EB25-44FD-98E2-47D3FE24A7B7}" type="parTrans" cxnId="{4431EEDD-1F9C-4022-A466-E27ACDFEE89A}">
      <dgm:prSet/>
      <dgm:spPr/>
      <dgm:t>
        <a:bodyPr/>
        <a:lstStyle/>
        <a:p>
          <a:endParaRPr lang="en-US"/>
        </a:p>
      </dgm:t>
    </dgm:pt>
    <dgm:pt modelId="{16ABDBB4-0542-415E-8277-0840C97192F0}" type="sibTrans" cxnId="{4431EEDD-1F9C-4022-A466-E27ACDFEE89A}">
      <dgm:prSet/>
      <dgm:spPr/>
      <dgm:t>
        <a:bodyPr/>
        <a:lstStyle/>
        <a:p>
          <a:endParaRPr lang="en-US"/>
        </a:p>
      </dgm:t>
    </dgm:pt>
    <dgm:pt modelId="{715B99DB-6F47-4613-BA85-3B96B2C514FE}">
      <dgm:prSet/>
      <dgm:spPr/>
      <dgm:t>
        <a:bodyPr/>
        <a:lstStyle/>
        <a:p>
          <a:r>
            <a:rPr lang="en-US"/>
            <a:t>39RF6JqABiHdYHkfChV6USGMe6Nsr66Gzw. </a:t>
          </a:r>
        </a:p>
      </dgm:t>
    </dgm:pt>
    <dgm:pt modelId="{0FAC8CD8-9F3D-4535-AABC-5A7D8451ACA5}" type="parTrans" cxnId="{A64DC0E0-F355-49FD-B86E-BF75623F1414}">
      <dgm:prSet/>
      <dgm:spPr/>
      <dgm:t>
        <a:bodyPr/>
        <a:lstStyle/>
        <a:p>
          <a:endParaRPr lang="en-US"/>
        </a:p>
      </dgm:t>
    </dgm:pt>
    <dgm:pt modelId="{A6AE201D-8874-4B68-AC52-A73C4D0190E6}" type="sibTrans" cxnId="{A64DC0E0-F355-49FD-B86E-BF75623F1414}">
      <dgm:prSet/>
      <dgm:spPr/>
      <dgm:t>
        <a:bodyPr/>
        <a:lstStyle/>
        <a:p>
          <a:endParaRPr lang="en-US"/>
        </a:p>
      </dgm:t>
    </dgm:pt>
    <dgm:pt modelId="{EC1C63D6-1470-487E-A4E4-FD98517DFA90}">
      <dgm:prSet/>
      <dgm:spPr/>
      <dgm:t>
        <a:bodyPr/>
        <a:lstStyle/>
        <a:p>
          <a:r>
            <a:rPr lang="tr-TR" dirty="0"/>
            <a:t>Give to Customer</a:t>
          </a:r>
          <a:endParaRPr lang="en-US" dirty="0"/>
        </a:p>
      </dgm:t>
    </dgm:pt>
    <dgm:pt modelId="{BCF79925-FC3E-427F-8B1F-A63A0C98AC38}" type="parTrans" cxnId="{08DC6708-467A-470E-860C-1CF5977B95BF}">
      <dgm:prSet/>
      <dgm:spPr/>
      <dgm:t>
        <a:bodyPr/>
        <a:lstStyle/>
        <a:p>
          <a:endParaRPr lang="en-US"/>
        </a:p>
      </dgm:t>
    </dgm:pt>
    <dgm:pt modelId="{687F0F81-6080-4D57-A992-4DB5C096D181}" type="sibTrans" cxnId="{08DC6708-467A-470E-860C-1CF5977B95BF}">
      <dgm:prSet/>
      <dgm:spPr/>
      <dgm:t>
        <a:bodyPr/>
        <a:lstStyle/>
        <a:p>
          <a:endParaRPr lang="en-US"/>
        </a:p>
      </dgm:t>
    </dgm:pt>
    <dgm:pt modelId="{2C41B906-1281-4A29-95CD-17BFD987C42C}">
      <dgm:prSet/>
      <dgm:spPr/>
      <dgm:t>
        <a:bodyPr/>
        <a:lstStyle/>
        <a:p>
          <a:r>
            <a:rPr lang="en-US" dirty="0"/>
            <a:t>bitcoin wallet </a:t>
          </a:r>
        </a:p>
      </dgm:t>
    </dgm:pt>
    <dgm:pt modelId="{62E21BC6-2277-42C0-93AC-F10DCB2AB549}" type="parTrans" cxnId="{440E29E4-260D-4BAA-B9E4-EAA29A7715E1}">
      <dgm:prSet/>
      <dgm:spPr/>
      <dgm:t>
        <a:bodyPr/>
        <a:lstStyle/>
        <a:p>
          <a:endParaRPr lang="en-US"/>
        </a:p>
      </dgm:t>
    </dgm:pt>
    <dgm:pt modelId="{882F3AA3-2B78-42AD-8079-7FB0D940EB8C}" type="sibTrans" cxnId="{440E29E4-260D-4BAA-B9E4-EAA29A7715E1}">
      <dgm:prSet/>
      <dgm:spPr/>
      <dgm:t>
        <a:bodyPr/>
        <a:lstStyle/>
        <a:p>
          <a:endParaRPr lang="en-US"/>
        </a:p>
      </dgm:t>
    </dgm:pt>
    <dgm:pt modelId="{DCB51512-CC11-473A-8419-786C7C7C2B5E}">
      <dgm:prSet/>
      <dgm:spPr/>
      <dgm:t>
        <a:bodyPr/>
        <a:lstStyle/>
        <a:p>
          <a:r>
            <a:rPr lang="en-US" dirty="0"/>
            <a:t>they can use almost </a:t>
          </a:r>
          <a:r>
            <a:rPr lang="tr-TR" dirty="0"/>
            <a:t>on </a:t>
          </a:r>
          <a:r>
            <a:rPr lang="en-US" dirty="0"/>
            <a:t>any bitcoin wallet</a:t>
          </a:r>
        </a:p>
      </dgm:t>
    </dgm:pt>
    <dgm:pt modelId="{49DF9565-34EF-4B21-89F2-6AB8CBB1ED74}" type="parTrans" cxnId="{B3D81C60-D7AF-4CEF-A671-25233E807813}">
      <dgm:prSet/>
      <dgm:spPr/>
      <dgm:t>
        <a:bodyPr/>
        <a:lstStyle/>
        <a:p>
          <a:endParaRPr lang="en-US"/>
        </a:p>
      </dgm:t>
    </dgm:pt>
    <dgm:pt modelId="{3DF33A2B-915D-4B98-9B05-F49CD2B41163}" type="sibTrans" cxnId="{B3D81C60-D7AF-4CEF-A671-25233E807813}">
      <dgm:prSet/>
      <dgm:spPr/>
      <dgm:t>
        <a:bodyPr/>
        <a:lstStyle/>
        <a:p>
          <a:endParaRPr lang="en-US"/>
        </a:p>
      </dgm:t>
    </dgm:pt>
    <dgm:pt modelId="{3333E4DB-2CBF-4A33-9895-970106A4BF26}">
      <dgm:prSet/>
      <dgm:spPr/>
      <dgm:t>
        <a:bodyPr/>
        <a:lstStyle/>
        <a:p>
          <a:r>
            <a:rPr lang="en-US" dirty="0"/>
            <a:t>to make a simple payment,</a:t>
          </a:r>
          <a:r>
            <a:rPr lang="tr-TR" dirty="0"/>
            <a:t> </a:t>
          </a:r>
          <a:r>
            <a:rPr lang="en-US" dirty="0"/>
            <a:t>as if it were a bitcoin address. </a:t>
          </a:r>
        </a:p>
      </dgm:t>
    </dgm:pt>
    <dgm:pt modelId="{849062EE-E243-412A-BD4C-3975DBBE27FD}" type="parTrans" cxnId="{766C7800-3DF0-4B9D-8F40-967B00ACF950}">
      <dgm:prSet/>
      <dgm:spPr/>
      <dgm:t>
        <a:bodyPr/>
        <a:lstStyle/>
        <a:p>
          <a:endParaRPr lang="tr-TR"/>
        </a:p>
      </dgm:t>
    </dgm:pt>
    <dgm:pt modelId="{8334FB99-62CF-4FA3-BCC5-36C8A31D3DE3}" type="sibTrans" cxnId="{766C7800-3DF0-4B9D-8F40-967B00ACF950}">
      <dgm:prSet/>
      <dgm:spPr/>
      <dgm:t>
        <a:bodyPr/>
        <a:lstStyle/>
        <a:p>
          <a:endParaRPr lang="tr-TR"/>
        </a:p>
      </dgm:t>
    </dgm:pt>
    <dgm:pt modelId="{ADDA6458-48DF-4EE9-8D88-24488C493E63}">
      <dgm:prSet/>
      <dgm:spPr/>
      <dgm:t>
        <a:bodyPr/>
        <a:lstStyle/>
        <a:p>
          <a:r>
            <a:rPr lang="en-US" dirty="0"/>
            <a:t>Now, this “address” </a:t>
          </a:r>
          <a:r>
            <a:rPr lang="tr-TR" dirty="0"/>
            <a:t>can be given </a:t>
          </a:r>
          <a:r>
            <a:rPr lang="en-US" dirty="0"/>
            <a:t>to</a:t>
          </a:r>
          <a:r>
            <a:rPr lang="tr-TR" dirty="0"/>
            <a:t> the</a:t>
          </a:r>
          <a:r>
            <a:rPr lang="en-US" dirty="0"/>
            <a:t> customers</a:t>
          </a:r>
        </a:p>
      </dgm:t>
    </dgm:pt>
    <dgm:pt modelId="{1DDA8FC2-477B-46D5-A19C-471310F2481A}" type="parTrans" cxnId="{0870BE48-528C-4E82-8377-1BDD433D94E7}">
      <dgm:prSet/>
      <dgm:spPr/>
      <dgm:t>
        <a:bodyPr/>
        <a:lstStyle/>
        <a:p>
          <a:endParaRPr lang="tr-TR"/>
        </a:p>
      </dgm:t>
    </dgm:pt>
    <dgm:pt modelId="{B0C6E6BB-092F-4593-8D37-473107E05212}" type="sibTrans" cxnId="{0870BE48-528C-4E82-8377-1BDD433D94E7}">
      <dgm:prSet/>
      <dgm:spPr/>
      <dgm:t>
        <a:bodyPr/>
        <a:lstStyle/>
        <a:p>
          <a:endParaRPr lang="tr-TR"/>
        </a:p>
      </dgm:t>
    </dgm:pt>
    <dgm:pt modelId="{F448A840-3368-42A2-8835-9E025126F0F1}" type="pres">
      <dgm:prSet presAssocID="{3410BCF5-81A2-4C2D-B1C6-8F2F2E32AF8F}" presName="linear" presStyleCnt="0">
        <dgm:presLayoutVars>
          <dgm:dir/>
          <dgm:animLvl val="lvl"/>
          <dgm:resizeHandles val="exact"/>
        </dgm:presLayoutVars>
      </dgm:prSet>
      <dgm:spPr/>
    </dgm:pt>
    <dgm:pt modelId="{14D4FD7C-F20F-486A-853E-731CB08254B5}" type="pres">
      <dgm:prSet presAssocID="{3002348D-3BB8-4B75-8C08-B845720C9280}" presName="parentLin" presStyleCnt="0"/>
      <dgm:spPr/>
    </dgm:pt>
    <dgm:pt modelId="{14DED9A9-8492-4E04-90E1-BC42055EAB40}" type="pres">
      <dgm:prSet presAssocID="{3002348D-3BB8-4B75-8C08-B845720C9280}" presName="parentLeftMargin" presStyleLbl="node1" presStyleIdx="0" presStyleCnt="4"/>
      <dgm:spPr/>
    </dgm:pt>
    <dgm:pt modelId="{4BCDA4C6-2501-43A0-92C4-56944020E2A8}" type="pres">
      <dgm:prSet presAssocID="{3002348D-3BB8-4B75-8C08-B845720C9280}" presName="parentText" presStyleLbl="node1" presStyleIdx="0" presStyleCnt="4">
        <dgm:presLayoutVars>
          <dgm:chMax val="0"/>
          <dgm:bulletEnabled val="1"/>
        </dgm:presLayoutVars>
      </dgm:prSet>
      <dgm:spPr/>
    </dgm:pt>
    <dgm:pt modelId="{272637E4-1950-4067-91F7-FD9F65F6EDBF}" type="pres">
      <dgm:prSet presAssocID="{3002348D-3BB8-4B75-8C08-B845720C9280}" presName="negativeSpace" presStyleCnt="0"/>
      <dgm:spPr/>
    </dgm:pt>
    <dgm:pt modelId="{B3A20923-AF60-4D99-925D-ED8335810F4E}" type="pres">
      <dgm:prSet presAssocID="{3002348D-3BB8-4B75-8C08-B845720C9280}" presName="childText" presStyleLbl="conFgAcc1" presStyleIdx="0" presStyleCnt="4">
        <dgm:presLayoutVars>
          <dgm:bulletEnabled val="1"/>
        </dgm:presLayoutVars>
      </dgm:prSet>
      <dgm:spPr/>
    </dgm:pt>
    <dgm:pt modelId="{A2D846E1-C9F9-4F88-A044-850B6C53F857}" type="pres">
      <dgm:prSet presAssocID="{976E74CD-9EED-4556-BD6E-00C8AAFD3B5F}" presName="spaceBetweenRectangles" presStyleCnt="0"/>
      <dgm:spPr/>
    </dgm:pt>
    <dgm:pt modelId="{B540A701-1B56-40AA-9B91-79730A8DB5FC}" type="pres">
      <dgm:prSet presAssocID="{A87733EC-684E-4175-B98C-DD3F5C3EA29E}" presName="parentLin" presStyleCnt="0"/>
      <dgm:spPr/>
    </dgm:pt>
    <dgm:pt modelId="{FE90C4BE-832E-4B52-874A-3BEC4361C32F}" type="pres">
      <dgm:prSet presAssocID="{A87733EC-684E-4175-B98C-DD3F5C3EA29E}" presName="parentLeftMargin" presStyleLbl="node1" presStyleIdx="0" presStyleCnt="4"/>
      <dgm:spPr/>
    </dgm:pt>
    <dgm:pt modelId="{3F366216-5E75-4603-A271-329815F2BFC7}" type="pres">
      <dgm:prSet presAssocID="{A87733EC-684E-4175-B98C-DD3F5C3EA29E}" presName="parentText" presStyleLbl="node1" presStyleIdx="1" presStyleCnt="4">
        <dgm:presLayoutVars>
          <dgm:chMax val="0"/>
          <dgm:bulletEnabled val="1"/>
        </dgm:presLayoutVars>
      </dgm:prSet>
      <dgm:spPr/>
    </dgm:pt>
    <dgm:pt modelId="{EE554DD9-C081-49C1-B097-7727758BF386}" type="pres">
      <dgm:prSet presAssocID="{A87733EC-684E-4175-B98C-DD3F5C3EA29E}" presName="negativeSpace" presStyleCnt="0"/>
      <dgm:spPr/>
    </dgm:pt>
    <dgm:pt modelId="{E603A037-3016-4984-A789-F3C1FAF2B08F}" type="pres">
      <dgm:prSet presAssocID="{A87733EC-684E-4175-B98C-DD3F5C3EA29E}" presName="childText" presStyleLbl="conFgAcc1" presStyleIdx="1" presStyleCnt="4">
        <dgm:presLayoutVars>
          <dgm:bulletEnabled val="1"/>
        </dgm:presLayoutVars>
      </dgm:prSet>
      <dgm:spPr/>
    </dgm:pt>
    <dgm:pt modelId="{B0745630-5143-4F63-BA3F-14D889586B9E}" type="pres">
      <dgm:prSet presAssocID="{16ABDBB4-0542-415E-8277-0840C97192F0}" presName="spaceBetweenRectangles" presStyleCnt="0"/>
      <dgm:spPr/>
    </dgm:pt>
    <dgm:pt modelId="{D530C462-3FAB-4040-8F62-7D518A2E9039}" type="pres">
      <dgm:prSet presAssocID="{EC1C63D6-1470-487E-A4E4-FD98517DFA90}" presName="parentLin" presStyleCnt="0"/>
      <dgm:spPr/>
    </dgm:pt>
    <dgm:pt modelId="{ED773839-77DF-415E-A649-017A4A18C778}" type="pres">
      <dgm:prSet presAssocID="{EC1C63D6-1470-487E-A4E4-FD98517DFA90}" presName="parentLeftMargin" presStyleLbl="node1" presStyleIdx="1" presStyleCnt="4"/>
      <dgm:spPr/>
    </dgm:pt>
    <dgm:pt modelId="{C6D66269-88B9-40D9-821C-08816E7EB152}" type="pres">
      <dgm:prSet presAssocID="{EC1C63D6-1470-487E-A4E4-FD98517DFA90}" presName="parentText" presStyleLbl="node1" presStyleIdx="2" presStyleCnt="4">
        <dgm:presLayoutVars>
          <dgm:chMax val="0"/>
          <dgm:bulletEnabled val="1"/>
        </dgm:presLayoutVars>
      </dgm:prSet>
      <dgm:spPr/>
    </dgm:pt>
    <dgm:pt modelId="{18FB7B04-6CB1-4B6A-A0FC-F5B374F5BE63}" type="pres">
      <dgm:prSet presAssocID="{EC1C63D6-1470-487E-A4E4-FD98517DFA90}" presName="negativeSpace" presStyleCnt="0"/>
      <dgm:spPr/>
    </dgm:pt>
    <dgm:pt modelId="{E58B7823-61E2-4C90-A580-08B21F34D235}" type="pres">
      <dgm:prSet presAssocID="{EC1C63D6-1470-487E-A4E4-FD98517DFA90}" presName="childText" presStyleLbl="conFgAcc1" presStyleIdx="2" presStyleCnt="4">
        <dgm:presLayoutVars>
          <dgm:bulletEnabled val="1"/>
        </dgm:presLayoutVars>
      </dgm:prSet>
      <dgm:spPr/>
    </dgm:pt>
    <dgm:pt modelId="{DEB3760D-5C56-4885-8A29-F2689B59F7C3}" type="pres">
      <dgm:prSet presAssocID="{687F0F81-6080-4D57-A992-4DB5C096D181}" presName="spaceBetweenRectangles" presStyleCnt="0"/>
      <dgm:spPr/>
    </dgm:pt>
    <dgm:pt modelId="{5E19B7A1-D846-49FE-A7EC-742E64CD9E4B}" type="pres">
      <dgm:prSet presAssocID="{2C41B906-1281-4A29-95CD-17BFD987C42C}" presName="parentLin" presStyleCnt="0"/>
      <dgm:spPr/>
    </dgm:pt>
    <dgm:pt modelId="{103A9F6F-8284-4518-A3FF-EA07CE14FA60}" type="pres">
      <dgm:prSet presAssocID="{2C41B906-1281-4A29-95CD-17BFD987C42C}" presName="parentLeftMargin" presStyleLbl="node1" presStyleIdx="2" presStyleCnt="4"/>
      <dgm:spPr/>
    </dgm:pt>
    <dgm:pt modelId="{7896E995-32CE-4682-AA15-1E6F9AE6969F}" type="pres">
      <dgm:prSet presAssocID="{2C41B906-1281-4A29-95CD-17BFD987C42C}" presName="parentText" presStyleLbl="node1" presStyleIdx="3" presStyleCnt="4">
        <dgm:presLayoutVars>
          <dgm:chMax val="0"/>
          <dgm:bulletEnabled val="1"/>
        </dgm:presLayoutVars>
      </dgm:prSet>
      <dgm:spPr/>
    </dgm:pt>
    <dgm:pt modelId="{437E96B4-B0BD-42DC-AA74-6423B487391D}" type="pres">
      <dgm:prSet presAssocID="{2C41B906-1281-4A29-95CD-17BFD987C42C}" presName="negativeSpace" presStyleCnt="0"/>
      <dgm:spPr/>
    </dgm:pt>
    <dgm:pt modelId="{17FD9BC1-0B79-4D53-92D9-81D9EABDFE68}" type="pres">
      <dgm:prSet presAssocID="{2C41B906-1281-4A29-95CD-17BFD987C42C}" presName="childText" presStyleLbl="conFgAcc1" presStyleIdx="3" presStyleCnt="4">
        <dgm:presLayoutVars>
          <dgm:bulletEnabled val="1"/>
        </dgm:presLayoutVars>
      </dgm:prSet>
      <dgm:spPr/>
    </dgm:pt>
  </dgm:ptLst>
  <dgm:cxnLst>
    <dgm:cxn modelId="{766C7800-3DF0-4B9D-8F40-967B00ACF950}" srcId="{2C41B906-1281-4A29-95CD-17BFD987C42C}" destId="{3333E4DB-2CBF-4A33-9895-970106A4BF26}" srcOrd="1" destOrd="0" parTransId="{849062EE-E243-412A-BD4C-3975DBBE27FD}" sibTransId="{8334FB99-62CF-4FA3-BCC5-36C8A31D3DE3}"/>
    <dgm:cxn modelId="{08DC6708-467A-470E-860C-1CF5977B95BF}" srcId="{3410BCF5-81A2-4C2D-B1C6-8F2F2E32AF8F}" destId="{EC1C63D6-1470-487E-A4E4-FD98517DFA90}" srcOrd="2" destOrd="0" parTransId="{BCF79925-FC3E-427F-8B1F-A63A0C98AC38}" sibTransId="{687F0F81-6080-4D57-A992-4DB5C096D181}"/>
    <dgm:cxn modelId="{C65BFB2B-91EF-4B25-AD9F-C3D055781597}" type="presOf" srcId="{2C41B906-1281-4A29-95CD-17BFD987C42C}" destId="{7896E995-32CE-4682-AA15-1E6F9AE6969F}" srcOrd="1" destOrd="0" presId="urn:microsoft.com/office/officeart/2005/8/layout/list1"/>
    <dgm:cxn modelId="{B3D81C60-D7AF-4CEF-A671-25233E807813}" srcId="{2C41B906-1281-4A29-95CD-17BFD987C42C}" destId="{DCB51512-CC11-473A-8419-786C7C7C2B5E}" srcOrd="0" destOrd="0" parTransId="{49DF9565-34EF-4B21-89F2-6AB8CBB1ED74}" sibTransId="{3DF33A2B-915D-4B98-9B05-F49CD2B41163}"/>
    <dgm:cxn modelId="{F733B647-6DC1-4957-BA7B-D5A3177B65D6}" type="presOf" srcId="{3410BCF5-81A2-4C2D-B1C6-8F2F2E32AF8F}" destId="{F448A840-3368-42A2-8835-9E025126F0F1}" srcOrd="0" destOrd="0" presId="urn:microsoft.com/office/officeart/2005/8/layout/list1"/>
    <dgm:cxn modelId="{0870BE48-528C-4E82-8377-1BDD433D94E7}" srcId="{EC1C63D6-1470-487E-A4E4-FD98517DFA90}" destId="{ADDA6458-48DF-4EE9-8D88-24488C493E63}" srcOrd="0" destOrd="0" parTransId="{1DDA8FC2-477B-46D5-A19C-471310F2481A}" sibTransId="{B0C6E6BB-092F-4593-8D37-473107E05212}"/>
    <dgm:cxn modelId="{EEDA2F49-7946-4ACC-97F4-74B46AA1D38A}" type="presOf" srcId="{A87733EC-684E-4175-B98C-DD3F5C3EA29E}" destId="{3F366216-5E75-4603-A271-329815F2BFC7}" srcOrd="1" destOrd="0" presId="urn:microsoft.com/office/officeart/2005/8/layout/list1"/>
    <dgm:cxn modelId="{6B276278-8A51-4A88-B9DB-CF8603F112FA}" type="presOf" srcId="{C0FAB60F-0829-4DC7-BBB8-01E5388FDAE9}" destId="{B3A20923-AF60-4D99-925D-ED8335810F4E}" srcOrd="0" destOrd="0" presId="urn:microsoft.com/office/officeart/2005/8/layout/list1"/>
    <dgm:cxn modelId="{43DCA859-08A1-4DBE-9D85-98DBFCB06769}" srcId="{3002348D-3BB8-4B75-8C08-B845720C9280}" destId="{D9918FD4-3A5A-4C6D-87FF-A009BC0304B1}" srcOrd="1" destOrd="0" parTransId="{FCF3FA15-F446-4681-8A5C-0CDDD18AD533}" sibTransId="{C7A5F218-6430-4ED3-9A0F-28205111B042}"/>
    <dgm:cxn modelId="{F827F782-7537-4CE1-AD99-BC2E66DCABDF}" type="presOf" srcId="{D9918FD4-3A5A-4C6D-87FF-A009BC0304B1}" destId="{B3A20923-AF60-4D99-925D-ED8335810F4E}" srcOrd="0" destOrd="1" presId="urn:microsoft.com/office/officeart/2005/8/layout/list1"/>
    <dgm:cxn modelId="{3B4AAC86-1966-4CCB-A7FB-60FE753F235B}" type="presOf" srcId="{3002348D-3BB8-4B75-8C08-B845720C9280}" destId="{4BCDA4C6-2501-43A0-92C4-56944020E2A8}" srcOrd="1" destOrd="0" presId="urn:microsoft.com/office/officeart/2005/8/layout/list1"/>
    <dgm:cxn modelId="{9B35F5B2-D59F-493F-952C-A84064ADE6D7}" srcId="{3410BCF5-81A2-4C2D-B1C6-8F2F2E32AF8F}" destId="{3002348D-3BB8-4B75-8C08-B845720C9280}" srcOrd="0" destOrd="0" parTransId="{4FB7DE72-D0AE-4613-8546-9FDEB910C61F}" sibTransId="{976E74CD-9EED-4556-BD6E-00C8AAFD3B5F}"/>
    <dgm:cxn modelId="{517F9FB3-5067-43FF-A227-75D5A7A374A5}" type="presOf" srcId="{A87733EC-684E-4175-B98C-DD3F5C3EA29E}" destId="{FE90C4BE-832E-4B52-874A-3BEC4361C32F}" srcOrd="0" destOrd="0" presId="urn:microsoft.com/office/officeart/2005/8/layout/list1"/>
    <dgm:cxn modelId="{C3D982BF-2892-4D79-B5D7-523C1D93F591}" type="presOf" srcId="{2C41B906-1281-4A29-95CD-17BFD987C42C}" destId="{103A9F6F-8284-4518-A3FF-EA07CE14FA60}" srcOrd="0" destOrd="0" presId="urn:microsoft.com/office/officeart/2005/8/layout/list1"/>
    <dgm:cxn modelId="{991ACBD4-4709-4E20-B87B-C7672C266CF5}" srcId="{3002348D-3BB8-4B75-8C08-B845720C9280}" destId="{C0FAB60F-0829-4DC7-BBB8-01E5388FDAE9}" srcOrd="0" destOrd="0" parTransId="{FBC2A6C6-9B79-447F-A700-C274AB61E87C}" sibTransId="{8AD7C3AB-6A2C-445B-93A1-9F6269289293}"/>
    <dgm:cxn modelId="{AB66D2D7-25CE-4ABC-97B4-FD41117C614F}" type="presOf" srcId="{DCB51512-CC11-473A-8419-786C7C7C2B5E}" destId="{17FD9BC1-0B79-4D53-92D9-81D9EABDFE68}" srcOrd="0" destOrd="0" presId="urn:microsoft.com/office/officeart/2005/8/layout/list1"/>
    <dgm:cxn modelId="{C20BA3DB-5A97-4BF8-8760-850CCE4D24E7}" type="presOf" srcId="{EC1C63D6-1470-487E-A4E4-FD98517DFA90}" destId="{C6D66269-88B9-40D9-821C-08816E7EB152}" srcOrd="1" destOrd="0" presId="urn:microsoft.com/office/officeart/2005/8/layout/list1"/>
    <dgm:cxn modelId="{4431EEDD-1F9C-4022-A466-E27ACDFEE89A}" srcId="{3410BCF5-81A2-4C2D-B1C6-8F2F2E32AF8F}" destId="{A87733EC-684E-4175-B98C-DD3F5C3EA29E}" srcOrd="1" destOrd="0" parTransId="{A138EEFF-EB25-44FD-98E2-47D3FE24A7B7}" sibTransId="{16ABDBB4-0542-415E-8277-0840C97192F0}"/>
    <dgm:cxn modelId="{A64DC0E0-F355-49FD-B86E-BF75623F1414}" srcId="{A87733EC-684E-4175-B98C-DD3F5C3EA29E}" destId="{715B99DB-6F47-4613-BA85-3B96B2C514FE}" srcOrd="0" destOrd="0" parTransId="{0FAC8CD8-9F3D-4535-AABC-5A7D8451ACA5}" sibTransId="{A6AE201D-8874-4B68-AC52-A73C4D0190E6}"/>
    <dgm:cxn modelId="{440E29E4-260D-4BAA-B9E4-EAA29A7715E1}" srcId="{3410BCF5-81A2-4C2D-B1C6-8F2F2E32AF8F}" destId="{2C41B906-1281-4A29-95CD-17BFD987C42C}" srcOrd="3" destOrd="0" parTransId="{62E21BC6-2277-42C0-93AC-F10DCB2AB549}" sibTransId="{882F3AA3-2B78-42AD-8079-7FB0D940EB8C}"/>
    <dgm:cxn modelId="{413032E6-02D1-4FCF-A711-044EC788F76F}" type="presOf" srcId="{3002348D-3BB8-4B75-8C08-B845720C9280}" destId="{14DED9A9-8492-4E04-90E1-BC42055EAB40}" srcOrd="0" destOrd="0" presId="urn:microsoft.com/office/officeart/2005/8/layout/list1"/>
    <dgm:cxn modelId="{6E1BDDEE-3815-422C-B298-981754365027}" type="presOf" srcId="{3333E4DB-2CBF-4A33-9895-970106A4BF26}" destId="{17FD9BC1-0B79-4D53-92D9-81D9EABDFE68}" srcOrd="0" destOrd="1" presId="urn:microsoft.com/office/officeart/2005/8/layout/list1"/>
    <dgm:cxn modelId="{0DA969F6-74E4-41BF-8181-2624B5637FE9}" type="presOf" srcId="{715B99DB-6F47-4613-BA85-3B96B2C514FE}" destId="{E603A037-3016-4984-A789-F3C1FAF2B08F}" srcOrd="0" destOrd="0" presId="urn:microsoft.com/office/officeart/2005/8/layout/list1"/>
    <dgm:cxn modelId="{D5D08FFE-0866-4F05-BFA7-680C37AE2C10}" type="presOf" srcId="{EC1C63D6-1470-487E-A4E4-FD98517DFA90}" destId="{ED773839-77DF-415E-A649-017A4A18C778}" srcOrd="0" destOrd="0" presId="urn:microsoft.com/office/officeart/2005/8/layout/list1"/>
    <dgm:cxn modelId="{868603FF-5C15-45B7-AF64-5C90E16903F2}" type="presOf" srcId="{ADDA6458-48DF-4EE9-8D88-24488C493E63}" destId="{E58B7823-61E2-4C90-A580-08B21F34D235}" srcOrd="0" destOrd="0" presId="urn:microsoft.com/office/officeart/2005/8/layout/list1"/>
    <dgm:cxn modelId="{F112116E-3CB4-4A4E-9FF4-09410D1A9D00}" type="presParOf" srcId="{F448A840-3368-42A2-8835-9E025126F0F1}" destId="{14D4FD7C-F20F-486A-853E-731CB08254B5}" srcOrd="0" destOrd="0" presId="urn:microsoft.com/office/officeart/2005/8/layout/list1"/>
    <dgm:cxn modelId="{E41A7E77-3FC2-4800-A3E2-5747289CF8A5}" type="presParOf" srcId="{14D4FD7C-F20F-486A-853E-731CB08254B5}" destId="{14DED9A9-8492-4E04-90E1-BC42055EAB40}" srcOrd="0" destOrd="0" presId="urn:microsoft.com/office/officeart/2005/8/layout/list1"/>
    <dgm:cxn modelId="{70CC79F6-EFA5-432C-86D6-2B010718F758}" type="presParOf" srcId="{14D4FD7C-F20F-486A-853E-731CB08254B5}" destId="{4BCDA4C6-2501-43A0-92C4-56944020E2A8}" srcOrd="1" destOrd="0" presId="urn:microsoft.com/office/officeart/2005/8/layout/list1"/>
    <dgm:cxn modelId="{3EB64173-303B-4AE3-A13B-4673ED24DF69}" type="presParOf" srcId="{F448A840-3368-42A2-8835-9E025126F0F1}" destId="{272637E4-1950-4067-91F7-FD9F65F6EDBF}" srcOrd="1" destOrd="0" presId="urn:microsoft.com/office/officeart/2005/8/layout/list1"/>
    <dgm:cxn modelId="{F6DA3612-D3D6-45E0-856C-1A70E8B26F33}" type="presParOf" srcId="{F448A840-3368-42A2-8835-9E025126F0F1}" destId="{B3A20923-AF60-4D99-925D-ED8335810F4E}" srcOrd="2" destOrd="0" presId="urn:microsoft.com/office/officeart/2005/8/layout/list1"/>
    <dgm:cxn modelId="{88C9814E-A2E6-413D-A42C-AEA1A69FF502}" type="presParOf" srcId="{F448A840-3368-42A2-8835-9E025126F0F1}" destId="{A2D846E1-C9F9-4F88-A044-850B6C53F857}" srcOrd="3" destOrd="0" presId="urn:microsoft.com/office/officeart/2005/8/layout/list1"/>
    <dgm:cxn modelId="{1EB3413D-B4A1-43CC-8AEA-9D7A885270A9}" type="presParOf" srcId="{F448A840-3368-42A2-8835-9E025126F0F1}" destId="{B540A701-1B56-40AA-9B91-79730A8DB5FC}" srcOrd="4" destOrd="0" presId="urn:microsoft.com/office/officeart/2005/8/layout/list1"/>
    <dgm:cxn modelId="{0E181776-9948-46D1-8F87-EBB29D990206}" type="presParOf" srcId="{B540A701-1B56-40AA-9B91-79730A8DB5FC}" destId="{FE90C4BE-832E-4B52-874A-3BEC4361C32F}" srcOrd="0" destOrd="0" presId="urn:microsoft.com/office/officeart/2005/8/layout/list1"/>
    <dgm:cxn modelId="{B5FFDC64-2AC8-41D5-ACC5-0ACE268225B4}" type="presParOf" srcId="{B540A701-1B56-40AA-9B91-79730A8DB5FC}" destId="{3F366216-5E75-4603-A271-329815F2BFC7}" srcOrd="1" destOrd="0" presId="urn:microsoft.com/office/officeart/2005/8/layout/list1"/>
    <dgm:cxn modelId="{43A58F82-0D1F-4A02-BE11-179B57EA854F}" type="presParOf" srcId="{F448A840-3368-42A2-8835-9E025126F0F1}" destId="{EE554DD9-C081-49C1-B097-7727758BF386}" srcOrd="5" destOrd="0" presId="urn:microsoft.com/office/officeart/2005/8/layout/list1"/>
    <dgm:cxn modelId="{7C02CAE0-A5F5-4AE0-81AE-62D972920F90}" type="presParOf" srcId="{F448A840-3368-42A2-8835-9E025126F0F1}" destId="{E603A037-3016-4984-A789-F3C1FAF2B08F}" srcOrd="6" destOrd="0" presId="urn:microsoft.com/office/officeart/2005/8/layout/list1"/>
    <dgm:cxn modelId="{920A1611-C000-49A1-8B30-E3D1DBF0FE5A}" type="presParOf" srcId="{F448A840-3368-42A2-8835-9E025126F0F1}" destId="{B0745630-5143-4F63-BA3F-14D889586B9E}" srcOrd="7" destOrd="0" presId="urn:microsoft.com/office/officeart/2005/8/layout/list1"/>
    <dgm:cxn modelId="{F3D8C60E-422D-45D1-A295-FE2727192E69}" type="presParOf" srcId="{F448A840-3368-42A2-8835-9E025126F0F1}" destId="{D530C462-3FAB-4040-8F62-7D518A2E9039}" srcOrd="8" destOrd="0" presId="urn:microsoft.com/office/officeart/2005/8/layout/list1"/>
    <dgm:cxn modelId="{9084EFA7-F536-43B8-BEA1-D6DEA21F57D1}" type="presParOf" srcId="{D530C462-3FAB-4040-8F62-7D518A2E9039}" destId="{ED773839-77DF-415E-A649-017A4A18C778}" srcOrd="0" destOrd="0" presId="urn:microsoft.com/office/officeart/2005/8/layout/list1"/>
    <dgm:cxn modelId="{AC3974C1-CDD4-4EFD-B3F0-4A5233277F1F}" type="presParOf" srcId="{D530C462-3FAB-4040-8F62-7D518A2E9039}" destId="{C6D66269-88B9-40D9-821C-08816E7EB152}" srcOrd="1" destOrd="0" presId="urn:microsoft.com/office/officeart/2005/8/layout/list1"/>
    <dgm:cxn modelId="{68EFAC61-5138-4B45-AEEE-E6CC0C6E9493}" type="presParOf" srcId="{F448A840-3368-42A2-8835-9E025126F0F1}" destId="{18FB7B04-6CB1-4B6A-A0FC-F5B374F5BE63}" srcOrd="9" destOrd="0" presId="urn:microsoft.com/office/officeart/2005/8/layout/list1"/>
    <dgm:cxn modelId="{29744C74-C2A3-4A9B-8469-0A3BB5211FC0}" type="presParOf" srcId="{F448A840-3368-42A2-8835-9E025126F0F1}" destId="{E58B7823-61E2-4C90-A580-08B21F34D235}" srcOrd="10" destOrd="0" presId="urn:microsoft.com/office/officeart/2005/8/layout/list1"/>
    <dgm:cxn modelId="{D9156412-ADB5-43FC-8829-CFDE3D0AE8B1}" type="presParOf" srcId="{F448A840-3368-42A2-8835-9E025126F0F1}" destId="{DEB3760D-5C56-4885-8A29-F2689B59F7C3}" srcOrd="11" destOrd="0" presId="urn:microsoft.com/office/officeart/2005/8/layout/list1"/>
    <dgm:cxn modelId="{6C6818CF-D93E-4B0B-A8A8-1434B03D65BE}" type="presParOf" srcId="{F448A840-3368-42A2-8835-9E025126F0F1}" destId="{5E19B7A1-D846-49FE-A7EC-742E64CD9E4B}" srcOrd="12" destOrd="0" presId="urn:microsoft.com/office/officeart/2005/8/layout/list1"/>
    <dgm:cxn modelId="{DD808181-45D2-4B07-B43E-8E34590118DE}" type="presParOf" srcId="{5E19B7A1-D846-49FE-A7EC-742E64CD9E4B}" destId="{103A9F6F-8284-4518-A3FF-EA07CE14FA60}" srcOrd="0" destOrd="0" presId="urn:microsoft.com/office/officeart/2005/8/layout/list1"/>
    <dgm:cxn modelId="{F0A5BD71-343E-461E-9AD2-D20788824394}" type="presParOf" srcId="{5E19B7A1-D846-49FE-A7EC-742E64CD9E4B}" destId="{7896E995-32CE-4682-AA15-1E6F9AE6969F}" srcOrd="1" destOrd="0" presId="urn:microsoft.com/office/officeart/2005/8/layout/list1"/>
    <dgm:cxn modelId="{E130E0A3-DC05-4769-B78D-19FF53445B46}" type="presParOf" srcId="{F448A840-3368-42A2-8835-9E025126F0F1}" destId="{437E96B4-B0BD-42DC-AA74-6423B487391D}" srcOrd="13" destOrd="0" presId="urn:microsoft.com/office/officeart/2005/8/layout/list1"/>
    <dgm:cxn modelId="{ED0E55E3-91AE-42C1-9EEE-28A91F8140E1}" type="presParOf" srcId="{F448A840-3368-42A2-8835-9E025126F0F1}" destId="{17FD9BC1-0B79-4D53-92D9-81D9EABDFE68}" srcOrd="14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1.xml><?xml version="1.0" encoding="utf-8"?>
<dgm:dataModel xmlns:dgm="http://schemas.openxmlformats.org/drawingml/2006/diagram" xmlns:a="http://schemas.openxmlformats.org/drawingml/2006/main">
  <dgm:ptLst>
    <dgm:pt modelId="{AE49EF90-20F8-4B32-AB71-6F99CF0915E2}" type="doc">
      <dgm:prSet loTypeId="urn:microsoft.com/office/officeart/2016/7/layout/VerticalSolidActionList" loCatId="List" qsTypeId="urn:microsoft.com/office/officeart/2005/8/quickstyle/simple5" qsCatId="simple" csTypeId="urn:microsoft.com/office/officeart/2005/8/colors/colorful2" csCatId="colorful"/>
      <dgm:spPr/>
      <dgm:t>
        <a:bodyPr/>
        <a:lstStyle/>
        <a:p>
          <a:endParaRPr lang="en-US"/>
        </a:p>
      </dgm:t>
    </dgm:pt>
    <dgm:pt modelId="{4EB6B463-E25B-47BB-B730-B87916A18F11}">
      <dgm:prSet/>
      <dgm:spPr/>
      <dgm:t>
        <a:bodyPr/>
        <a:lstStyle/>
        <a:p>
          <a:r>
            <a:rPr lang="en-US"/>
            <a:t>The 3 prefix </a:t>
          </a:r>
        </a:p>
      </dgm:t>
    </dgm:pt>
    <dgm:pt modelId="{C6C753E5-A93F-4261-8590-2C7CAF6E30D5}" type="parTrans" cxnId="{D241EE32-47F0-491A-8AE9-067806C20F05}">
      <dgm:prSet/>
      <dgm:spPr/>
      <dgm:t>
        <a:bodyPr/>
        <a:lstStyle/>
        <a:p>
          <a:endParaRPr lang="en-US"/>
        </a:p>
      </dgm:t>
    </dgm:pt>
    <dgm:pt modelId="{849FE39E-9233-4BD5-B1CE-76D607EC6614}" type="sibTrans" cxnId="{D241EE32-47F0-491A-8AE9-067806C20F05}">
      <dgm:prSet/>
      <dgm:spPr/>
      <dgm:t>
        <a:bodyPr/>
        <a:lstStyle/>
        <a:p>
          <a:endParaRPr lang="en-US"/>
        </a:p>
      </dgm:t>
    </dgm:pt>
    <dgm:pt modelId="{98F59027-D7C1-4D86-B4C8-5E38E24F0013}">
      <dgm:prSet/>
      <dgm:spPr/>
      <dgm:t>
        <a:bodyPr/>
        <a:lstStyle/>
        <a:p>
          <a:r>
            <a:rPr lang="en-US"/>
            <a:t>gives them a hint that </a:t>
          </a:r>
        </a:p>
      </dgm:t>
    </dgm:pt>
    <dgm:pt modelId="{E724AE09-F7B7-4D2A-A77B-3A2B0513B315}" type="parTrans" cxnId="{EBA3E123-AE9A-4D7D-81BC-82D07303F066}">
      <dgm:prSet/>
      <dgm:spPr/>
      <dgm:t>
        <a:bodyPr/>
        <a:lstStyle/>
        <a:p>
          <a:endParaRPr lang="en-US"/>
        </a:p>
      </dgm:t>
    </dgm:pt>
    <dgm:pt modelId="{9CB47FC0-1E27-47F4-A884-D6AE5ABB49C7}" type="sibTrans" cxnId="{EBA3E123-AE9A-4D7D-81BC-82D07303F066}">
      <dgm:prSet/>
      <dgm:spPr/>
      <dgm:t>
        <a:bodyPr/>
        <a:lstStyle/>
        <a:p>
          <a:endParaRPr lang="en-US"/>
        </a:p>
      </dgm:t>
    </dgm:pt>
    <dgm:pt modelId="{8138E1DD-C586-45B9-A326-C30B22806481}">
      <dgm:prSet/>
      <dgm:spPr/>
      <dgm:t>
        <a:bodyPr/>
        <a:lstStyle/>
        <a:p>
          <a:r>
            <a:rPr lang="en-US"/>
            <a:t>this is a special type</a:t>
          </a:r>
          <a:r>
            <a:rPr lang="tr-TR"/>
            <a:t> </a:t>
          </a:r>
          <a:r>
            <a:rPr lang="en-US"/>
            <a:t>of address, </a:t>
          </a:r>
        </a:p>
      </dgm:t>
    </dgm:pt>
    <dgm:pt modelId="{3442FAAB-96EE-4CD7-897D-756FEE04D83E}" type="parTrans" cxnId="{3735E60C-0A41-4076-97DD-B000B559BF3B}">
      <dgm:prSet/>
      <dgm:spPr/>
      <dgm:t>
        <a:bodyPr/>
        <a:lstStyle/>
        <a:p>
          <a:endParaRPr lang="en-US"/>
        </a:p>
      </dgm:t>
    </dgm:pt>
    <dgm:pt modelId="{9E23090E-D38B-4C74-A9A9-94628DC0C5E4}" type="sibTrans" cxnId="{3735E60C-0A41-4076-97DD-B000B559BF3B}">
      <dgm:prSet/>
      <dgm:spPr/>
      <dgm:t>
        <a:bodyPr/>
        <a:lstStyle/>
        <a:p>
          <a:endParaRPr lang="en-US"/>
        </a:p>
      </dgm:t>
    </dgm:pt>
    <dgm:pt modelId="{ABC075FE-3921-438D-81E0-9577CF3771D3}">
      <dgm:prSet/>
      <dgm:spPr/>
      <dgm:t>
        <a:bodyPr/>
        <a:lstStyle/>
        <a:p>
          <a:r>
            <a:rPr lang="en-US"/>
            <a:t>corresponding to a script </a:t>
          </a:r>
        </a:p>
      </dgm:t>
    </dgm:pt>
    <dgm:pt modelId="{C79E5CC7-9A0F-49DD-878C-94CC8D51D7C2}" type="parTrans" cxnId="{554BD86F-49F3-4F44-8089-5A871360FE4E}">
      <dgm:prSet/>
      <dgm:spPr/>
      <dgm:t>
        <a:bodyPr/>
        <a:lstStyle/>
        <a:p>
          <a:endParaRPr lang="en-US"/>
        </a:p>
      </dgm:t>
    </dgm:pt>
    <dgm:pt modelId="{13661CC3-BB9D-42BD-916D-63408F88E398}" type="sibTrans" cxnId="{554BD86F-49F3-4F44-8089-5A871360FE4E}">
      <dgm:prSet/>
      <dgm:spPr/>
      <dgm:t>
        <a:bodyPr/>
        <a:lstStyle/>
        <a:p>
          <a:endParaRPr lang="en-US"/>
        </a:p>
      </dgm:t>
    </dgm:pt>
    <dgm:pt modelId="{875CB2E9-FDFA-405C-AA5B-9B35571A3123}">
      <dgm:prSet/>
      <dgm:spPr/>
      <dgm:t>
        <a:bodyPr/>
        <a:lstStyle/>
        <a:p>
          <a:r>
            <a:rPr lang="en-US"/>
            <a:t>instead of a public key, </a:t>
          </a:r>
        </a:p>
      </dgm:t>
    </dgm:pt>
    <dgm:pt modelId="{309FB13A-714C-41E6-BEA9-3B51E30CD26C}" type="parTrans" cxnId="{BA785959-1225-4556-A330-905855834CBD}">
      <dgm:prSet/>
      <dgm:spPr/>
      <dgm:t>
        <a:bodyPr/>
        <a:lstStyle/>
        <a:p>
          <a:endParaRPr lang="en-US"/>
        </a:p>
      </dgm:t>
    </dgm:pt>
    <dgm:pt modelId="{59898B97-811D-47BC-A94B-13494FAFA2CE}" type="sibTrans" cxnId="{BA785959-1225-4556-A330-905855834CBD}">
      <dgm:prSet/>
      <dgm:spPr/>
      <dgm:t>
        <a:bodyPr/>
        <a:lstStyle/>
        <a:p>
          <a:endParaRPr lang="en-US"/>
        </a:p>
      </dgm:t>
    </dgm:pt>
    <dgm:pt modelId="{92288D71-EEAA-4AF2-B633-620775027F89}">
      <dgm:prSet/>
      <dgm:spPr/>
      <dgm:t>
        <a:bodyPr/>
        <a:lstStyle/>
        <a:p>
          <a:r>
            <a:rPr lang="en-US"/>
            <a:t>but otherwise </a:t>
          </a:r>
        </a:p>
      </dgm:t>
    </dgm:pt>
    <dgm:pt modelId="{FEDDD74C-DD11-4CF2-B292-60C7EF51C8C9}" type="parTrans" cxnId="{050D9D68-CC0C-4A20-8B78-57F8252C1AB1}">
      <dgm:prSet/>
      <dgm:spPr/>
      <dgm:t>
        <a:bodyPr/>
        <a:lstStyle/>
        <a:p>
          <a:endParaRPr lang="en-US"/>
        </a:p>
      </dgm:t>
    </dgm:pt>
    <dgm:pt modelId="{232D139F-CE2B-49AC-A9BE-122A644809A4}" type="sibTrans" cxnId="{050D9D68-CC0C-4A20-8B78-57F8252C1AB1}">
      <dgm:prSet/>
      <dgm:spPr/>
      <dgm:t>
        <a:bodyPr/>
        <a:lstStyle/>
        <a:p>
          <a:endParaRPr lang="en-US"/>
        </a:p>
      </dgm:t>
    </dgm:pt>
    <dgm:pt modelId="{6D99F43F-0EDF-45CC-9A1F-41EE3693E246}">
      <dgm:prSet/>
      <dgm:spPr/>
      <dgm:t>
        <a:bodyPr/>
        <a:lstStyle/>
        <a:p>
          <a:r>
            <a:rPr lang="en-US"/>
            <a:t>it</a:t>
          </a:r>
          <a:r>
            <a:rPr lang="tr-TR"/>
            <a:t> </a:t>
          </a:r>
          <a:r>
            <a:rPr lang="en-US"/>
            <a:t>works in exactly the same way </a:t>
          </a:r>
        </a:p>
      </dgm:t>
    </dgm:pt>
    <dgm:pt modelId="{A2E20A22-898D-4696-AD39-0FEFEE956652}" type="parTrans" cxnId="{F382EA61-C2D7-4EDF-BB39-8832BCB19686}">
      <dgm:prSet/>
      <dgm:spPr/>
      <dgm:t>
        <a:bodyPr/>
        <a:lstStyle/>
        <a:p>
          <a:endParaRPr lang="en-US"/>
        </a:p>
      </dgm:t>
    </dgm:pt>
    <dgm:pt modelId="{7A02C204-13F1-490D-8C7D-AC0C76015824}" type="sibTrans" cxnId="{F382EA61-C2D7-4EDF-BB39-8832BCB19686}">
      <dgm:prSet/>
      <dgm:spPr/>
      <dgm:t>
        <a:bodyPr/>
        <a:lstStyle/>
        <a:p>
          <a:endParaRPr lang="en-US"/>
        </a:p>
      </dgm:t>
    </dgm:pt>
    <dgm:pt modelId="{3642A697-68D0-4245-82AB-B1924940FCEB}">
      <dgm:prSet/>
      <dgm:spPr/>
      <dgm:t>
        <a:bodyPr/>
        <a:lstStyle/>
        <a:p>
          <a:r>
            <a:rPr lang="en-US"/>
            <a:t>as a payment to a bitcoin address.</a:t>
          </a:r>
        </a:p>
      </dgm:t>
    </dgm:pt>
    <dgm:pt modelId="{D4E4F65D-E41D-4BA2-9B3C-80BF666C2036}" type="parTrans" cxnId="{67916E77-C9FF-419C-AD6B-0C3B13EE0314}">
      <dgm:prSet/>
      <dgm:spPr/>
      <dgm:t>
        <a:bodyPr/>
        <a:lstStyle/>
        <a:p>
          <a:endParaRPr lang="en-US"/>
        </a:p>
      </dgm:t>
    </dgm:pt>
    <dgm:pt modelId="{F0169840-6B77-46DE-AA31-8C84EC2F476D}" type="sibTrans" cxnId="{67916E77-C9FF-419C-AD6B-0C3B13EE0314}">
      <dgm:prSet/>
      <dgm:spPr/>
      <dgm:t>
        <a:bodyPr/>
        <a:lstStyle/>
        <a:p>
          <a:endParaRPr lang="en-US"/>
        </a:p>
      </dgm:t>
    </dgm:pt>
    <dgm:pt modelId="{1F53C154-078A-4F60-8FFB-758D2F253C80}">
      <dgm:prSet/>
      <dgm:spPr/>
      <dgm:t>
        <a:bodyPr/>
        <a:lstStyle/>
        <a:p>
          <a:r>
            <a:rPr lang="en-US"/>
            <a:t>P2SH addresses </a:t>
          </a:r>
        </a:p>
      </dgm:t>
    </dgm:pt>
    <dgm:pt modelId="{8DD61D80-050E-41A7-90EF-4E4838B6A34A}" type="parTrans" cxnId="{4D4D99C9-DB06-4BDD-BCED-8F3EAD14E0DE}">
      <dgm:prSet/>
      <dgm:spPr/>
      <dgm:t>
        <a:bodyPr/>
        <a:lstStyle/>
        <a:p>
          <a:endParaRPr lang="en-US"/>
        </a:p>
      </dgm:t>
    </dgm:pt>
    <dgm:pt modelId="{791EE067-0F4C-4D77-B542-2AA2C63398F9}" type="sibTrans" cxnId="{4D4D99C9-DB06-4BDD-BCED-8F3EAD14E0DE}">
      <dgm:prSet/>
      <dgm:spPr/>
      <dgm:t>
        <a:bodyPr/>
        <a:lstStyle/>
        <a:p>
          <a:endParaRPr lang="en-US"/>
        </a:p>
      </dgm:t>
    </dgm:pt>
    <dgm:pt modelId="{3498C576-F212-4DE0-AF17-02DB01F73DFE}">
      <dgm:prSet/>
      <dgm:spPr/>
      <dgm:t>
        <a:bodyPr/>
        <a:lstStyle/>
        <a:p>
          <a:r>
            <a:rPr lang="en-US"/>
            <a:t>hide all of the complexity, </a:t>
          </a:r>
        </a:p>
      </dgm:t>
    </dgm:pt>
    <dgm:pt modelId="{744C18F1-D01C-4D4A-86CB-473A83555975}" type="parTrans" cxnId="{C54C3D94-8ED6-4755-9CD4-14DA5023ADC5}">
      <dgm:prSet/>
      <dgm:spPr/>
      <dgm:t>
        <a:bodyPr/>
        <a:lstStyle/>
        <a:p>
          <a:endParaRPr lang="en-US"/>
        </a:p>
      </dgm:t>
    </dgm:pt>
    <dgm:pt modelId="{13EA3DBB-B638-427B-A7AD-162F57A3C2C0}" type="sibTrans" cxnId="{C54C3D94-8ED6-4755-9CD4-14DA5023ADC5}">
      <dgm:prSet/>
      <dgm:spPr/>
      <dgm:t>
        <a:bodyPr/>
        <a:lstStyle/>
        <a:p>
          <a:endParaRPr lang="en-US"/>
        </a:p>
      </dgm:t>
    </dgm:pt>
    <dgm:pt modelId="{7F1FAF44-BDA6-48AB-A7B0-93E29C9B2F4E}">
      <dgm:prSet/>
      <dgm:spPr/>
      <dgm:t>
        <a:bodyPr/>
        <a:lstStyle/>
        <a:p>
          <a:r>
            <a:rPr lang="en-US"/>
            <a:t>so that the person making a payment </a:t>
          </a:r>
        </a:p>
      </dgm:t>
    </dgm:pt>
    <dgm:pt modelId="{F09ED8CD-A288-4B9B-A514-CF5FCDE2458C}" type="parTrans" cxnId="{5A1F46F0-3560-46B9-888A-FA5971C527C6}">
      <dgm:prSet/>
      <dgm:spPr/>
      <dgm:t>
        <a:bodyPr/>
        <a:lstStyle/>
        <a:p>
          <a:endParaRPr lang="en-US"/>
        </a:p>
      </dgm:t>
    </dgm:pt>
    <dgm:pt modelId="{1C4A4063-6E6B-48BC-9948-B308A8267BB5}" type="sibTrans" cxnId="{5A1F46F0-3560-46B9-888A-FA5971C527C6}">
      <dgm:prSet/>
      <dgm:spPr/>
      <dgm:t>
        <a:bodyPr/>
        <a:lstStyle/>
        <a:p>
          <a:endParaRPr lang="en-US"/>
        </a:p>
      </dgm:t>
    </dgm:pt>
    <dgm:pt modelId="{7E3173C5-DB46-49F4-8F63-A874B5AB6C00}">
      <dgm:prSet/>
      <dgm:spPr/>
      <dgm:t>
        <a:bodyPr/>
        <a:lstStyle/>
        <a:p>
          <a:r>
            <a:rPr lang="en-US"/>
            <a:t>does</a:t>
          </a:r>
          <a:r>
            <a:rPr lang="tr-TR"/>
            <a:t> not see the script</a:t>
          </a:r>
          <a:endParaRPr lang="en-US"/>
        </a:p>
      </dgm:t>
    </dgm:pt>
    <dgm:pt modelId="{626AE7B0-EE26-4AEA-9949-2A83B1EBAEA3}" type="parTrans" cxnId="{2DD80598-DDE7-4DAE-8895-83646994FEEE}">
      <dgm:prSet/>
      <dgm:spPr/>
      <dgm:t>
        <a:bodyPr/>
        <a:lstStyle/>
        <a:p>
          <a:endParaRPr lang="en-US"/>
        </a:p>
      </dgm:t>
    </dgm:pt>
    <dgm:pt modelId="{73481154-D3DB-42F0-9D58-79F44D669C73}" type="sibTrans" cxnId="{2DD80598-DDE7-4DAE-8895-83646994FEEE}">
      <dgm:prSet/>
      <dgm:spPr/>
      <dgm:t>
        <a:bodyPr/>
        <a:lstStyle/>
        <a:p>
          <a:endParaRPr lang="en-US"/>
        </a:p>
      </dgm:t>
    </dgm:pt>
    <dgm:pt modelId="{F2D99F32-5393-4EE9-B4AD-620C1D79B2AD}" type="pres">
      <dgm:prSet presAssocID="{AE49EF90-20F8-4B32-AB71-6F99CF0915E2}" presName="Name0" presStyleCnt="0">
        <dgm:presLayoutVars>
          <dgm:dir/>
          <dgm:animLvl val="lvl"/>
          <dgm:resizeHandles val="exact"/>
        </dgm:presLayoutVars>
      </dgm:prSet>
      <dgm:spPr/>
    </dgm:pt>
    <dgm:pt modelId="{96167007-56F5-464B-A5A2-723DE380E135}" type="pres">
      <dgm:prSet presAssocID="{4EB6B463-E25B-47BB-B730-B87916A18F11}" presName="linNode" presStyleCnt="0"/>
      <dgm:spPr/>
    </dgm:pt>
    <dgm:pt modelId="{7F0C9A2C-C664-4EE0-9437-3217143E7C8A}" type="pres">
      <dgm:prSet presAssocID="{4EB6B463-E25B-47BB-B730-B87916A18F11}" presName="parentText" presStyleLbl="alignNode1" presStyleIdx="0" presStyleCnt="5">
        <dgm:presLayoutVars>
          <dgm:chMax val="1"/>
          <dgm:bulletEnabled/>
        </dgm:presLayoutVars>
      </dgm:prSet>
      <dgm:spPr/>
    </dgm:pt>
    <dgm:pt modelId="{807A149D-AA8A-49B5-B22E-F67F63F9194F}" type="pres">
      <dgm:prSet presAssocID="{4EB6B463-E25B-47BB-B730-B87916A18F11}" presName="descendantText" presStyleLbl="alignAccFollowNode1" presStyleIdx="0" presStyleCnt="5">
        <dgm:presLayoutVars>
          <dgm:bulletEnabled/>
        </dgm:presLayoutVars>
      </dgm:prSet>
      <dgm:spPr/>
    </dgm:pt>
    <dgm:pt modelId="{C0E3CDA1-2EC1-48DF-8DD4-FF23B7E60171}" type="pres">
      <dgm:prSet presAssocID="{849FE39E-9233-4BD5-B1CE-76D607EC6614}" presName="sp" presStyleCnt="0"/>
      <dgm:spPr/>
    </dgm:pt>
    <dgm:pt modelId="{3C227647-ACBB-4484-914F-AECA3DA4B57B}" type="pres">
      <dgm:prSet presAssocID="{ABC075FE-3921-438D-81E0-9577CF3771D3}" presName="linNode" presStyleCnt="0"/>
      <dgm:spPr/>
    </dgm:pt>
    <dgm:pt modelId="{1E896139-B73A-4EFF-94D6-37FE8C1572BE}" type="pres">
      <dgm:prSet presAssocID="{ABC075FE-3921-438D-81E0-9577CF3771D3}" presName="parentText" presStyleLbl="alignNode1" presStyleIdx="1" presStyleCnt="5">
        <dgm:presLayoutVars>
          <dgm:chMax val="1"/>
          <dgm:bulletEnabled/>
        </dgm:presLayoutVars>
      </dgm:prSet>
      <dgm:spPr/>
    </dgm:pt>
    <dgm:pt modelId="{1602793A-FA1A-4303-98E6-A69BAD419CAF}" type="pres">
      <dgm:prSet presAssocID="{ABC075FE-3921-438D-81E0-9577CF3771D3}" presName="descendantText" presStyleLbl="alignAccFollowNode1" presStyleIdx="1" presStyleCnt="5">
        <dgm:presLayoutVars>
          <dgm:bulletEnabled/>
        </dgm:presLayoutVars>
      </dgm:prSet>
      <dgm:spPr/>
    </dgm:pt>
    <dgm:pt modelId="{68D8DEDC-8B84-46D0-8CB8-40469D920C77}" type="pres">
      <dgm:prSet presAssocID="{13661CC3-BB9D-42BD-916D-63408F88E398}" presName="sp" presStyleCnt="0"/>
      <dgm:spPr/>
    </dgm:pt>
    <dgm:pt modelId="{5F4FDDB8-E688-4E4F-8B89-60BEE9E30E37}" type="pres">
      <dgm:prSet presAssocID="{92288D71-EEAA-4AF2-B633-620775027F89}" presName="linNode" presStyleCnt="0"/>
      <dgm:spPr/>
    </dgm:pt>
    <dgm:pt modelId="{FFE5BECF-316F-44C4-948E-7B0C48AF956D}" type="pres">
      <dgm:prSet presAssocID="{92288D71-EEAA-4AF2-B633-620775027F89}" presName="parentText" presStyleLbl="alignNode1" presStyleIdx="2" presStyleCnt="5">
        <dgm:presLayoutVars>
          <dgm:chMax val="1"/>
          <dgm:bulletEnabled/>
        </dgm:presLayoutVars>
      </dgm:prSet>
      <dgm:spPr/>
    </dgm:pt>
    <dgm:pt modelId="{B16421DE-85E1-4458-9254-8D4942D88481}" type="pres">
      <dgm:prSet presAssocID="{92288D71-EEAA-4AF2-B633-620775027F89}" presName="descendantText" presStyleLbl="alignAccFollowNode1" presStyleIdx="2" presStyleCnt="5">
        <dgm:presLayoutVars>
          <dgm:bulletEnabled/>
        </dgm:presLayoutVars>
      </dgm:prSet>
      <dgm:spPr/>
    </dgm:pt>
    <dgm:pt modelId="{EC822A20-ECE2-485B-8BF5-63FBD4133BCA}" type="pres">
      <dgm:prSet presAssocID="{232D139F-CE2B-49AC-A9BE-122A644809A4}" presName="sp" presStyleCnt="0"/>
      <dgm:spPr/>
    </dgm:pt>
    <dgm:pt modelId="{1FF1DB0D-6336-4A8A-9EC2-433DC61E7370}" type="pres">
      <dgm:prSet presAssocID="{1F53C154-078A-4F60-8FFB-758D2F253C80}" presName="linNode" presStyleCnt="0"/>
      <dgm:spPr/>
    </dgm:pt>
    <dgm:pt modelId="{13D29FD8-67AD-4545-B7C1-C115340E4B75}" type="pres">
      <dgm:prSet presAssocID="{1F53C154-078A-4F60-8FFB-758D2F253C80}" presName="parentText" presStyleLbl="alignNode1" presStyleIdx="3" presStyleCnt="5">
        <dgm:presLayoutVars>
          <dgm:chMax val="1"/>
          <dgm:bulletEnabled/>
        </dgm:presLayoutVars>
      </dgm:prSet>
      <dgm:spPr/>
    </dgm:pt>
    <dgm:pt modelId="{AA056A38-1B19-466B-8F07-8FF745216370}" type="pres">
      <dgm:prSet presAssocID="{1F53C154-078A-4F60-8FFB-758D2F253C80}" presName="descendantText" presStyleLbl="alignAccFollowNode1" presStyleIdx="3" presStyleCnt="5">
        <dgm:presLayoutVars>
          <dgm:bulletEnabled/>
        </dgm:presLayoutVars>
      </dgm:prSet>
      <dgm:spPr/>
    </dgm:pt>
    <dgm:pt modelId="{1DAFA959-DA43-43F4-B088-41B4E06F4627}" type="pres">
      <dgm:prSet presAssocID="{791EE067-0F4C-4D77-B542-2AA2C63398F9}" presName="sp" presStyleCnt="0"/>
      <dgm:spPr/>
    </dgm:pt>
    <dgm:pt modelId="{D632C262-6DD0-4B6C-A2A9-58A0FC7D2BE7}" type="pres">
      <dgm:prSet presAssocID="{7F1FAF44-BDA6-48AB-A7B0-93E29C9B2F4E}" presName="linNode" presStyleCnt="0"/>
      <dgm:spPr/>
    </dgm:pt>
    <dgm:pt modelId="{F50506C6-A345-40E0-A396-F11A022D33E5}" type="pres">
      <dgm:prSet presAssocID="{7F1FAF44-BDA6-48AB-A7B0-93E29C9B2F4E}" presName="parentText" presStyleLbl="alignNode1" presStyleIdx="4" presStyleCnt="5">
        <dgm:presLayoutVars>
          <dgm:chMax val="1"/>
          <dgm:bulletEnabled/>
        </dgm:presLayoutVars>
      </dgm:prSet>
      <dgm:spPr/>
    </dgm:pt>
    <dgm:pt modelId="{57069A66-D50E-4AE1-B483-226D218225BF}" type="pres">
      <dgm:prSet presAssocID="{7F1FAF44-BDA6-48AB-A7B0-93E29C9B2F4E}" presName="descendantText" presStyleLbl="alignAccFollowNode1" presStyleIdx="4" presStyleCnt="5">
        <dgm:presLayoutVars>
          <dgm:bulletEnabled/>
        </dgm:presLayoutVars>
      </dgm:prSet>
      <dgm:spPr/>
    </dgm:pt>
  </dgm:ptLst>
  <dgm:cxnLst>
    <dgm:cxn modelId="{9FA65F07-7B7E-4E44-9BBC-E86127CAA1A4}" type="presOf" srcId="{3498C576-F212-4DE0-AF17-02DB01F73DFE}" destId="{AA056A38-1B19-466B-8F07-8FF745216370}" srcOrd="0" destOrd="0" presId="urn:microsoft.com/office/officeart/2016/7/layout/VerticalSolidActionList"/>
    <dgm:cxn modelId="{C72CE80A-A671-402C-AAF5-6A076EADAFA7}" type="presOf" srcId="{ABC075FE-3921-438D-81E0-9577CF3771D3}" destId="{1E896139-B73A-4EFF-94D6-37FE8C1572BE}" srcOrd="0" destOrd="0" presId="urn:microsoft.com/office/officeart/2016/7/layout/VerticalSolidActionList"/>
    <dgm:cxn modelId="{3735E60C-0A41-4076-97DD-B000B559BF3B}" srcId="{4EB6B463-E25B-47BB-B730-B87916A18F11}" destId="{8138E1DD-C586-45B9-A326-C30B22806481}" srcOrd="1" destOrd="0" parTransId="{3442FAAB-96EE-4CD7-897D-756FEE04D83E}" sibTransId="{9E23090E-D38B-4C74-A9A9-94628DC0C5E4}"/>
    <dgm:cxn modelId="{80C9831E-DD06-4970-A42F-D341955F3D40}" type="presOf" srcId="{8138E1DD-C586-45B9-A326-C30B22806481}" destId="{807A149D-AA8A-49B5-B22E-F67F63F9194F}" srcOrd="0" destOrd="1" presId="urn:microsoft.com/office/officeart/2016/7/layout/VerticalSolidActionList"/>
    <dgm:cxn modelId="{EBA3E123-AE9A-4D7D-81BC-82D07303F066}" srcId="{4EB6B463-E25B-47BB-B730-B87916A18F11}" destId="{98F59027-D7C1-4D86-B4C8-5E38E24F0013}" srcOrd="0" destOrd="0" parTransId="{E724AE09-F7B7-4D2A-A77B-3A2B0513B315}" sibTransId="{9CB47FC0-1E27-47F4-A884-D6AE5ABB49C7}"/>
    <dgm:cxn modelId="{D241EE32-47F0-491A-8AE9-067806C20F05}" srcId="{AE49EF90-20F8-4B32-AB71-6F99CF0915E2}" destId="{4EB6B463-E25B-47BB-B730-B87916A18F11}" srcOrd="0" destOrd="0" parTransId="{C6C753E5-A93F-4261-8590-2C7CAF6E30D5}" sibTransId="{849FE39E-9233-4BD5-B1CE-76D607EC6614}"/>
    <dgm:cxn modelId="{FBCA6039-0B02-4F14-8C84-CAE8F26252AD}" type="presOf" srcId="{6D99F43F-0EDF-45CC-9A1F-41EE3693E246}" destId="{B16421DE-85E1-4458-9254-8D4942D88481}" srcOrd="0" destOrd="0" presId="urn:microsoft.com/office/officeart/2016/7/layout/VerticalSolidActionList"/>
    <dgm:cxn modelId="{F382EA61-C2D7-4EDF-BB39-8832BCB19686}" srcId="{92288D71-EEAA-4AF2-B633-620775027F89}" destId="{6D99F43F-0EDF-45CC-9A1F-41EE3693E246}" srcOrd="0" destOrd="0" parTransId="{A2E20A22-898D-4696-AD39-0FEFEE956652}" sibTransId="{7A02C204-13F1-490D-8C7D-AC0C76015824}"/>
    <dgm:cxn modelId="{050D9D68-CC0C-4A20-8B78-57F8252C1AB1}" srcId="{AE49EF90-20F8-4B32-AB71-6F99CF0915E2}" destId="{92288D71-EEAA-4AF2-B633-620775027F89}" srcOrd="2" destOrd="0" parTransId="{FEDDD74C-DD11-4CF2-B292-60C7EF51C8C9}" sibTransId="{232D139F-CE2B-49AC-A9BE-122A644809A4}"/>
    <dgm:cxn modelId="{554BD86F-49F3-4F44-8089-5A871360FE4E}" srcId="{AE49EF90-20F8-4B32-AB71-6F99CF0915E2}" destId="{ABC075FE-3921-438D-81E0-9577CF3771D3}" srcOrd="1" destOrd="0" parTransId="{C79E5CC7-9A0F-49DD-878C-94CC8D51D7C2}" sibTransId="{13661CC3-BB9D-42BD-916D-63408F88E398}"/>
    <dgm:cxn modelId="{282C0755-E20B-44CF-80AC-106F9E8C8E1B}" type="presOf" srcId="{7F1FAF44-BDA6-48AB-A7B0-93E29C9B2F4E}" destId="{F50506C6-A345-40E0-A396-F11A022D33E5}" srcOrd="0" destOrd="0" presId="urn:microsoft.com/office/officeart/2016/7/layout/VerticalSolidActionList"/>
    <dgm:cxn modelId="{67916E77-C9FF-419C-AD6B-0C3B13EE0314}" srcId="{92288D71-EEAA-4AF2-B633-620775027F89}" destId="{3642A697-68D0-4245-82AB-B1924940FCEB}" srcOrd="1" destOrd="0" parTransId="{D4E4F65D-E41D-4BA2-9B3C-80BF666C2036}" sibTransId="{F0169840-6B77-46DE-AA31-8C84EC2F476D}"/>
    <dgm:cxn modelId="{E3F18C57-23D8-43E6-AC36-3241D1EC58E8}" type="presOf" srcId="{98F59027-D7C1-4D86-B4C8-5E38E24F0013}" destId="{807A149D-AA8A-49B5-B22E-F67F63F9194F}" srcOrd="0" destOrd="0" presId="urn:microsoft.com/office/officeart/2016/7/layout/VerticalSolidActionList"/>
    <dgm:cxn modelId="{BA785959-1225-4556-A330-905855834CBD}" srcId="{ABC075FE-3921-438D-81E0-9577CF3771D3}" destId="{875CB2E9-FDFA-405C-AA5B-9B35571A3123}" srcOrd="0" destOrd="0" parTransId="{309FB13A-714C-41E6-BEA9-3B51E30CD26C}" sibTransId="{59898B97-811D-47BC-A94B-13494FAFA2CE}"/>
    <dgm:cxn modelId="{2503DF84-861F-44AA-9D31-95CEDB477153}" type="presOf" srcId="{92288D71-EEAA-4AF2-B633-620775027F89}" destId="{FFE5BECF-316F-44C4-948E-7B0C48AF956D}" srcOrd="0" destOrd="0" presId="urn:microsoft.com/office/officeart/2016/7/layout/VerticalSolidActionList"/>
    <dgm:cxn modelId="{019D588A-A1C7-42FA-A5DE-2B5F47B2B2F9}" type="presOf" srcId="{7E3173C5-DB46-49F4-8F63-A874B5AB6C00}" destId="{57069A66-D50E-4AE1-B483-226D218225BF}" srcOrd="0" destOrd="0" presId="urn:microsoft.com/office/officeart/2016/7/layout/VerticalSolidActionList"/>
    <dgm:cxn modelId="{C54C3D94-8ED6-4755-9CD4-14DA5023ADC5}" srcId="{1F53C154-078A-4F60-8FFB-758D2F253C80}" destId="{3498C576-F212-4DE0-AF17-02DB01F73DFE}" srcOrd="0" destOrd="0" parTransId="{744C18F1-D01C-4D4A-86CB-473A83555975}" sibTransId="{13EA3DBB-B638-427B-A7AD-162F57A3C2C0}"/>
    <dgm:cxn modelId="{2DD80598-DDE7-4DAE-8895-83646994FEEE}" srcId="{7F1FAF44-BDA6-48AB-A7B0-93E29C9B2F4E}" destId="{7E3173C5-DB46-49F4-8F63-A874B5AB6C00}" srcOrd="0" destOrd="0" parTransId="{626AE7B0-EE26-4AEA-9949-2A83B1EBAEA3}" sibTransId="{73481154-D3DB-42F0-9D58-79F44D669C73}"/>
    <dgm:cxn modelId="{48FBB8A6-F7BB-4013-8497-42BBCC33339A}" type="presOf" srcId="{AE49EF90-20F8-4B32-AB71-6F99CF0915E2}" destId="{F2D99F32-5393-4EE9-B4AD-620C1D79B2AD}" srcOrd="0" destOrd="0" presId="urn:microsoft.com/office/officeart/2016/7/layout/VerticalSolidActionList"/>
    <dgm:cxn modelId="{10DC84B1-2CCD-49D0-97FE-AC273CB35262}" type="presOf" srcId="{3642A697-68D0-4245-82AB-B1924940FCEB}" destId="{B16421DE-85E1-4458-9254-8D4942D88481}" srcOrd="0" destOrd="1" presId="urn:microsoft.com/office/officeart/2016/7/layout/VerticalSolidActionList"/>
    <dgm:cxn modelId="{C74EBEC7-E266-454E-9476-D3647110E98B}" type="presOf" srcId="{875CB2E9-FDFA-405C-AA5B-9B35571A3123}" destId="{1602793A-FA1A-4303-98E6-A69BAD419CAF}" srcOrd="0" destOrd="0" presId="urn:microsoft.com/office/officeart/2016/7/layout/VerticalSolidActionList"/>
    <dgm:cxn modelId="{4D4D99C9-DB06-4BDD-BCED-8F3EAD14E0DE}" srcId="{AE49EF90-20F8-4B32-AB71-6F99CF0915E2}" destId="{1F53C154-078A-4F60-8FFB-758D2F253C80}" srcOrd="3" destOrd="0" parTransId="{8DD61D80-050E-41A7-90EF-4E4838B6A34A}" sibTransId="{791EE067-0F4C-4D77-B542-2AA2C63398F9}"/>
    <dgm:cxn modelId="{724702D4-A24A-4457-9F87-66664B9404BD}" type="presOf" srcId="{4EB6B463-E25B-47BB-B730-B87916A18F11}" destId="{7F0C9A2C-C664-4EE0-9437-3217143E7C8A}" srcOrd="0" destOrd="0" presId="urn:microsoft.com/office/officeart/2016/7/layout/VerticalSolidActionList"/>
    <dgm:cxn modelId="{5A1F46F0-3560-46B9-888A-FA5971C527C6}" srcId="{AE49EF90-20F8-4B32-AB71-6F99CF0915E2}" destId="{7F1FAF44-BDA6-48AB-A7B0-93E29C9B2F4E}" srcOrd="4" destOrd="0" parTransId="{F09ED8CD-A288-4B9B-A514-CF5FCDE2458C}" sibTransId="{1C4A4063-6E6B-48BC-9948-B308A8267BB5}"/>
    <dgm:cxn modelId="{C8733BF2-EF26-4D2F-8A43-934872DA0116}" type="presOf" srcId="{1F53C154-078A-4F60-8FFB-758D2F253C80}" destId="{13D29FD8-67AD-4545-B7C1-C115340E4B75}" srcOrd="0" destOrd="0" presId="urn:microsoft.com/office/officeart/2016/7/layout/VerticalSolidActionList"/>
    <dgm:cxn modelId="{EB65713D-3664-4B44-8D51-810DD3C10A46}" type="presParOf" srcId="{F2D99F32-5393-4EE9-B4AD-620C1D79B2AD}" destId="{96167007-56F5-464B-A5A2-723DE380E135}" srcOrd="0" destOrd="0" presId="urn:microsoft.com/office/officeart/2016/7/layout/VerticalSolidActionList"/>
    <dgm:cxn modelId="{3CE4B548-8F96-4F55-88F0-92A2F7FC1A13}" type="presParOf" srcId="{96167007-56F5-464B-A5A2-723DE380E135}" destId="{7F0C9A2C-C664-4EE0-9437-3217143E7C8A}" srcOrd="0" destOrd="0" presId="urn:microsoft.com/office/officeart/2016/7/layout/VerticalSolidActionList"/>
    <dgm:cxn modelId="{69B4D8E5-C57F-4AC7-9893-602C01D3C106}" type="presParOf" srcId="{96167007-56F5-464B-A5A2-723DE380E135}" destId="{807A149D-AA8A-49B5-B22E-F67F63F9194F}" srcOrd="1" destOrd="0" presId="urn:microsoft.com/office/officeart/2016/7/layout/VerticalSolidActionList"/>
    <dgm:cxn modelId="{1DB0B2C1-59F7-440D-941E-A1B08DAF223F}" type="presParOf" srcId="{F2D99F32-5393-4EE9-B4AD-620C1D79B2AD}" destId="{C0E3CDA1-2EC1-48DF-8DD4-FF23B7E60171}" srcOrd="1" destOrd="0" presId="urn:microsoft.com/office/officeart/2016/7/layout/VerticalSolidActionList"/>
    <dgm:cxn modelId="{31C7E9D3-A37A-4793-836C-50A2695C9835}" type="presParOf" srcId="{F2D99F32-5393-4EE9-B4AD-620C1D79B2AD}" destId="{3C227647-ACBB-4484-914F-AECA3DA4B57B}" srcOrd="2" destOrd="0" presId="urn:microsoft.com/office/officeart/2016/7/layout/VerticalSolidActionList"/>
    <dgm:cxn modelId="{BC7B57C7-B1C1-4C76-B326-8D51DDBEBD70}" type="presParOf" srcId="{3C227647-ACBB-4484-914F-AECA3DA4B57B}" destId="{1E896139-B73A-4EFF-94D6-37FE8C1572BE}" srcOrd="0" destOrd="0" presId="urn:microsoft.com/office/officeart/2016/7/layout/VerticalSolidActionList"/>
    <dgm:cxn modelId="{7F1F5FEA-7967-4A41-A078-3E25AC6E7428}" type="presParOf" srcId="{3C227647-ACBB-4484-914F-AECA3DA4B57B}" destId="{1602793A-FA1A-4303-98E6-A69BAD419CAF}" srcOrd="1" destOrd="0" presId="urn:microsoft.com/office/officeart/2016/7/layout/VerticalSolidActionList"/>
    <dgm:cxn modelId="{9D05A905-A5C2-4A59-8084-A5FAD40A37DC}" type="presParOf" srcId="{F2D99F32-5393-4EE9-B4AD-620C1D79B2AD}" destId="{68D8DEDC-8B84-46D0-8CB8-40469D920C77}" srcOrd="3" destOrd="0" presId="urn:microsoft.com/office/officeart/2016/7/layout/VerticalSolidActionList"/>
    <dgm:cxn modelId="{5B80EB71-E3AA-4110-B0E4-A7688433A9E1}" type="presParOf" srcId="{F2D99F32-5393-4EE9-B4AD-620C1D79B2AD}" destId="{5F4FDDB8-E688-4E4F-8B89-60BEE9E30E37}" srcOrd="4" destOrd="0" presId="urn:microsoft.com/office/officeart/2016/7/layout/VerticalSolidActionList"/>
    <dgm:cxn modelId="{48A8ED81-1E9E-4527-87F8-FA6DEA916505}" type="presParOf" srcId="{5F4FDDB8-E688-4E4F-8B89-60BEE9E30E37}" destId="{FFE5BECF-316F-44C4-948E-7B0C48AF956D}" srcOrd="0" destOrd="0" presId="urn:microsoft.com/office/officeart/2016/7/layout/VerticalSolidActionList"/>
    <dgm:cxn modelId="{69FBEAB1-1123-4C76-8BE0-915390D4F635}" type="presParOf" srcId="{5F4FDDB8-E688-4E4F-8B89-60BEE9E30E37}" destId="{B16421DE-85E1-4458-9254-8D4942D88481}" srcOrd="1" destOrd="0" presId="urn:microsoft.com/office/officeart/2016/7/layout/VerticalSolidActionList"/>
    <dgm:cxn modelId="{81FE7AA6-D9BF-49A7-946A-6A8FFA299582}" type="presParOf" srcId="{F2D99F32-5393-4EE9-B4AD-620C1D79B2AD}" destId="{EC822A20-ECE2-485B-8BF5-63FBD4133BCA}" srcOrd="5" destOrd="0" presId="urn:microsoft.com/office/officeart/2016/7/layout/VerticalSolidActionList"/>
    <dgm:cxn modelId="{20F1CA62-2E02-4AAD-8990-69834D4AA438}" type="presParOf" srcId="{F2D99F32-5393-4EE9-B4AD-620C1D79B2AD}" destId="{1FF1DB0D-6336-4A8A-9EC2-433DC61E7370}" srcOrd="6" destOrd="0" presId="urn:microsoft.com/office/officeart/2016/7/layout/VerticalSolidActionList"/>
    <dgm:cxn modelId="{74A008BB-44F4-4208-BFC0-E4180D33AF71}" type="presParOf" srcId="{1FF1DB0D-6336-4A8A-9EC2-433DC61E7370}" destId="{13D29FD8-67AD-4545-B7C1-C115340E4B75}" srcOrd="0" destOrd="0" presId="urn:microsoft.com/office/officeart/2016/7/layout/VerticalSolidActionList"/>
    <dgm:cxn modelId="{6B5E15E4-5D56-48DD-9234-666773B5DB5F}" type="presParOf" srcId="{1FF1DB0D-6336-4A8A-9EC2-433DC61E7370}" destId="{AA056A38-1B19-466B-8F07-8FF745216370}" srcOrd="1" destOrd="0" presId="urn:microsoft.com/office/officeart/2016/7/layout/VerticalSolidActionList"/>
    <dgm:cxn modelId="{A598DCCC-1E64-4F46-8005-24B5BF06D23E}" type="presParOf" srcId="{F2D99F32-5393-4EE9-B4AD-620C1D79B2AD}" destId="{1DAFA959-DA43-43F4-B088-41B4E06F4627}" srcOrd="7" destOrd="0" presId="urn:microsoft.com/office/officeart/2016/7/layout/VerticalSolidActionList"/>
    <dgm:cxn modelId="{97CCEA39-5976-46BF-81A9-17B681FD63A6}" type="presParOf" srcId="{F2D99F32-5393-4EE9-B4AD-620C1D79B2AD}" destId="{D632C262-6DD0-4B6C-A2A9-58A0FC7D2BE7}" srcOrd="8" destOrd="0" presId="urn:microsoft.com/office/officeart/2016/7/layout/VerticalSolidActionList"/>
    <dgm:cxn modelId="{1B1FC84B-21AE-4F15-8E5B-1778C080935F}" type="presParOf" srcId="{D632C262-6DD0-4B6C-A2A9-58A0FC7D2BE7}" destId="{F50506C6-A345-40E0-A396-F11A022D33E5}" srcOrd="0" destOrd="0" presId="urn:microsoft.com/office/officeart/2016/7/layout/VerticalSolidActionList"/>
    <dgm:cxn modelId="{7383D2B5-1FF2-4D48-8D32-6323079812F6}" type="presParOf" srcId="{D632C262-6DD0-4B6C-A2A9-58A0FC7D2BE7}" destId="{57069A66-D50E-4AE1-B483-226D218225BF}" srcOrd="1" destOrd="0" presId="urn:microsoft.com/office/officeart/2016/7/layout/VerticalSolidAc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2.xml><?xml version="1.0" encoding="utf-8"?>
<dgm:dataModel xmlns:dgm="http://schemas.openxmlformats.org/drawingml/2006/diagram" xmlns:a="http://schemas.openxmlformats.org/drawingml/2006/main">
  <dgm:ptLst>
    <dgm:pt modelId="{1DBB9FF7-E7BF-4D65-80CC-CE66400B5C7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F1DF976C-EAF1-4D99-BA68-B041722B25C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Complex scripts </a:t>
          </a:r>
        </a:p>
      </dgm:t>
    </dgm:pt>
    <dgm:pt modelId="{FE895D58-898D-4FAE-86A5-65C56B98C65E}" type="parTrans" cxnId="{AB81DF36-EC82-477B-810B-71ADE76F1F7E}">
      <dgm:prSet/>
      <dgm:spPr/>
      <dgm:t>
        <a:bodyPr/>
        <a:lstStyle/>
        <a:p>
          <a:endParaRPr lang="en-US"/>
        </a:p>
      </dgm:t>
    </dgm:pt>
    <dgm:pt modelId="{01231FAA-9683-4E2C-8ADC-48F62B779B61}" type="sibTrans" cxnId="{AB81DF36-EC82-477B-810B-71ADE76F1F7E}">
      <dgm:prSet/>
      <dgm:spPr/>
      <dgm:t>
        <a:bodyPr/>
        <a:lstStyle/>
        <a:p>
          <a:endParaRPr lang="en-US"/>
        </a:p>
      </dgm:t>
    </dgm:pt>
    <dgm:pt modelId="{5929F0F7-3B7F-47B7-A791-EF38DC79294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are replaced by shorter fingerprints </a:t>
          </a:r>
        </a:p>
      </dgm:t>
    </dgm:pt>
    <dgm:pt modelId="{0AA55EE9-0400-4111-8638-3F78242C037A}" type="parTrans" cxnId="{CA002E52-4D46-4504-99B8-F91368B1BAC4}">
      <dgm:prSet/>
      <dgm:spPr/>
      <dgm:t>
        <a:bodyPr/>
        <a:lstStyle/>
        <a:p>
          <a:endParaRPr lang="en-US"/>
        </a:p>
      </dgm:t>
    </dgm:pt>
    <dgm:pt modelId="{BACEEEF4-0F6F-4F54-AD2F-B55E8DBA87D1}" type="sibTrans" cxnId="{CA002E52-4D46-4504-99B8-F91368B1BAC4}">
      <dgm:prSet/>
      <dgm:spPr/>
      <dgm:t>
        <a:bodyPr/>
        <a:lstStyle/>
        <a:p>
          <a:endParaRPr lang="en-US"/>
        </a:p>
      </dgm:t>
    </dgm:pt>
    <dgm:pt modelId="{DCD008FA-C310-468C-B065-E18D0E87398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the transaction output,</a:t>
          </a:r>
          <a:r>
            <a:rPr lang="tr-TR"/>
            <a:t> </a:t>
          </a:r>
          <a:endParaRPr lang="en-US"/>
        </a:p>
      </dgm:t>
    </dgm:pt>
    <dgm:pt modelId="{39BA39CA-740B-431D-8495-9CE64BF8EF08}" type="parTrans" cxnId="{DA1B47F9-82E7-43A8-B1E4-17FD6C07DDAD}">
      <dgm:prSet/>
      <dgm:spPr/>
      <dgm:t>
        <a:bodyPr/>
        <a:lstStyle/>
        <a:p>
          <a:endParaRPr lang="en-US"/>
        </a:p>
      </dgm:t>
    </dgm:pt>
    <dgm:pt modelId="{63544E72-C591-4BE7-9CBE-1C31E114CB3D}" type="sibTrans" cxnId="{DA1B47F9-82E7-43A8-B1E4-17FD6C07DDAD}">
      <dgm:prSet/>
      <dgm:spPr/>
      <dgm:t>
        <a:bodyPr/>
        <a:lstStyle/>
        <a:p>
          <a:endParaRPr lang="en-US"/>
        </a:p>
      </dgm:t>
    </dgm:pt>
    <dgm:pt modelId="{DC2FEDF2-8C82-482B-99A1-0C8D0CFD616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making the transaction smaller.</a:t>
          </a:r>
        </a:p>
      </dgm:t>
    </dgm:pt>
    <dgm:pt modelId="{2B5314A2-8415-46D9-9BFC-ACE76FF88502}" type="parTrans" cxnId="{0AD7E817-7669-4BA2-B838-629BE6E69413}">
      <dgm:prSet/>
      <dgm:spPr/>
      <dgm:t>
        <a:bodyPr/>
        <a:lstStyle/>
        <a:p>
          <a:endParaRPr lang="en-US"/>
        </a:p>
      </dgm:t>
    </dgm:pt>
    <dgm:pt modelId="{8819119B-8EBD-4331-A277-DE48AAA6E336}" type="sibTrans" cxnId="{0AD7E817-7669-4BA2-B838-629BE6E69413}">
      <dgm:prSet/>
      <dgm:spPr/>
      <dgm:t>
        <a:bodyPr/>
        <a:lstStyle/>
        <a:p>
          <a:endParaRPr lang="en-US"/>
        </a:p>
      </dgm:t>
    </dgm:pt>
    <dgm:pt modelId="{1F2B2F4D-F059-41D2-994C-C7A1A7827E9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Scripts </a:t>
          </a:r>
          <a:r>
            <a:rPr lang="tr-TR"/>
            <a:t>as address</a:t>
          </a:r>
          <a:endParaRPr lang="en-US"/>
        </a:p>
      </dgm:t>
    </dgm:pt>
    <dgm:pt modelId="{3752AE7E-9A8F-43BD-945D-B23764822CBE}" type="parTrans" cxnId="{811CFDE3-FAAE-4739-ABEA-93727A57F179}">
      <dgm:prSet/>
      <dgm:spPr/>
      <dgm:t>
        <a:bodyPr/>
        <a:lstStyle/>
        <a:p>
          <a:endParaRPr lang="en-US"/>
        </a:p>
      </dgm:t>
    </dgm:pt>
    <dgm:pt modelId="{CC315792-A0B7-48CF-9EA8-73386E6CD5A9}" type="sibTrans" cxnId="{811CFDE3-FAAE-4739-ABEA-93727A57F179}">
      <dgm:prSet/>
      <dgm:spPr/>
      <dgm:t>
        <a:bodyPr/>
        <a:lstStyle/>
        <a:p>
          <a:endParaRPr lang="en-US"/>
        </a:p>
      </dgm:t>
    </dgm:pt>
    <dgm:pt modelId="{837BAA29-12C2-467D-883F-DFFA9000B06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Usage</a:t>
          </a:r>
          <a:endParaRPr lang="en-US"/>
        </a:p>
      </dgm:t>
    </dgm:pt>
    <dgm:pt modelId="{7B30B1F0-32EC-467C-AEC3-A094DE57D3B7}" type="parTrans" cxnId="{0628915A-BAE2-4EF8-8932-6E75A632A45E}">
      <dgm:prSet/>
      <dgm:spPr/>
      <dgm:t>
        <a:bodyPr/>
        <a:lstStyle/>
        <a:p>
          <a:endParaRPr lang="en-US"/>
        </a:p>
      </dgm:t>
    </dgm:pt>
    <dgm:pt modelId="{BFF4E8B9-F483-44CC-BE37-874877CF0FCA}" type="sibTrans" cxnId="{0628915A-BAE2-4EF8-8932-6E75A632A45E}">
      <dgm:prSet/>
      <dgm:spPr/>
      <dgm:t>
        <a:bodyPr/>
        <a:lstStyle/>
        <a:p>
          <a:endParaRPr lang="en-US"/>
        </a:p>
      </dgm:t>
    </dgm:pt>
    <dgm:pt modelId="{2133BEFA-2DA7-438F-A159-340918D745A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don’t</a:t>
          </a:r>
          <a:r>
            <a:rPr lang="tr-TR"/>
            <a:t> </a:t>
          </a:r>
          <a:r>
            <a:rPr lang="en-US"/>
            <a:t>need complex engineering to implement P2SH.</a:t>
          </a:r>
        </a:p>
      </dgm:t>
    </dgm:pt>
    <dgm:pt modelId="{973CA7AE-9C9C-45C1-B290-17B4D2BD55B9}" type="parTrans" cxnId="{E70DE8F9-3A6C-4E87-989D-2FD3F25AFC13}">
      <dgm:prSet/>
      <dgm:spPr/>
      <dgm:t>
        <a:bodyPr/>
        <a:lstStyle/>
        <a:p>
          <a:endParaRPr lang="en-US"/>
        </a:p>
      </dgm:t>
    </dgm:pt>
    <dgm:pt modelId="{AA8F2689-7453-4465-8D30-A11EA5AA3763}" type="sibTrans" cxnId="{E70DE8F9-3A6C-4E87-989D-2FD3F25AFC13}">
      <dgm:prSet/>
      <dgm:spPr/>
      <dgm:t>
        <a:bodyPr/>
        <a:lstStyle/>
        <a:p>
          <a:endParaRPr lang="en-US"/>
        </a:p>
      </dgm:t>
    </dgm:pt>
    <dgm:pt modelId="{B9E6FE83-A57A-4AC6-8FFF-8EE6F9E2E29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Scipts </a:t>
          </a:r>
          <a:r>
            <a:rPr lang="en-US" dirty="0"/>
            <a:t>can be coded as an address, </a:t>
          </a:r>
        </a:p>
      </dgm:t>
    </dgm:pt>
    <dgm:pt modelId="{63F427D6-2654-4CA6-B277-C3B40314D4EA}" type="parTrans" cxnId="{64D8C279-9937-4650-93F5-33E4A3ED7E86}">
      <dgm:prSet/>
      <dgm:spPr/>
      <dgm:t>
        <a:bodyPr/>
        <a:lstStyle/>
        <a:p>
          <a:endParaRPr lang="tr-TR"/>
        </a:p>
      </dgm:t>
    </dgm:pt>
    <dgm:pt modelId="{393DF92F-2DB5-4102-908A-DE19C2EED64C}" type="sibTrans" cxnId="{64D8C279-9937-4650-93F5-33E4A3ED7E86}">
      <dgm:prSet/>
      <dgm:spPr/>
      <dgm:t>
        <a:bodyPr/>
        <a:lstStyle/>
        <a:p>
          <a:endParaRPr lang="tr-TR"/>
        </a:p>
      </dgm:t>
    </dgm:pt>
    <dgm:pt modelId="{0E4EB972-6BDE-43C9-9659-C0AF08F4476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sender and the sender’s wallet </a:t>
          </a:r>
        </a:p>
      </dgm:t>
    </dgm:pt>
    <dgm:pt modelId="{BEFCCF0F-EA4F-4265-B0F8-310FD6CEC18E}" type="parTrans" cxnId="{12D58976-65F1-43AB-8B8E-ACC44F90EEDE}">
      <dgm:prSet/>
      <dgm:spPr/>
      <dgm:t>
        <a:bodyPr/>
        <a:lstStyle/>
        <a:p>
          <a:endParaRPr lang="tr-TR"/>
        </a:p>
      </dgm:t>
    </dgm:pt>
    <dgm:pt modelId="{9EB84020-8474-4610-A2DE-11493E98369B}" type="sibTrans" cxnId="{12D58976-65F1-43AB-8B8E-ACC44F90EEDE}">
      <dgm:prSet/>
      <dgm:spPr/>
      <dgm:t>
        <a:bodyPr/>
        <a:lstStyle/>
        <a:p>
          <a:endParaRPr lang="tr-TR"/>
        </a:p>
      </dgm:t>
    </dgm:pt>
    <dgm:pt modelId="{088AF0AD-6FC1-4AB4-BA65-5137B6C132DC}" type="pres">
      <dgm:prSet presAssocID="{1DBB9FF7-E7BF-4D65-80CC-CE66400B5C77}" presName="root" presStyleCnt="0">
        <dgm:presLayoutVars>
          <dgm:dir/>
          <dgm:resizeHandles val="exact"/>
        </dgm:presLayoutVars>
      </dgm:prSet>
      <dgm:spPr/>
    </dgm:pt>
    <dgm:pt modelId="{B000521E-CF4E-48E3-803F-135366A98C34}" type="pres">
      <dgm:prSet presAssocID="{F1DF976C-EAF1-4D99-BA68-B041722B25CD}" presName="compNode" presStyleCnt="0"/>
      <dgm:spPr/>
    </dgm:pt>
    <dgm:pt modelId="{BC55E5DB-6EF7-4A8D-9004-0AC6861EBC48}" type="pres">
      <dgm:prSet presAssocID="{F1DF976C-EAF1-4D99-BA68-B041722B25CD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inger Print"/>
        </a:ext>
      </dgm:extLst>
    </dgm:pt>
    <dgm:pt modelId="{CB8EF929-BC14-430C-B68C-8DCAD7923084}" type="pres">
      <dgm:prSet presAssocID="{F1DF976C-EAF1-4D99-BA68-B041722B25CD}" presName="iconSpace" presStyleCnt="0"/>
      <dgm:spPr/>
    </dgm:pt>
    <dgm:pt modelId="{908F03CD-E8D2-4336-ACF8-BDF5AD38861B}" type="pres">
      <dgm:prSet presAssocID="{F1DF976C-EAF1-4D99-BA68-B041722B25CD}" presName="parTx" presStyleLbl="revTx" presStyleIdx="0" presStyleCnt="6">
        <dgm:presLayoutVars>
          <dgm:chMax val="0"/>
          <dgm:chPref val="0"/>
        </dgm:presLayoutVars>
      </dgm:prSet>
      <dgm:spPr/>
    </dgm:pt>
    <dgm:pt modelId="{779BC9F2-65CE-4089-9879-4727CEBA0859}" type="pres">
      <dgm:prSet presAssocID="{F1DF976C-EAF1-4D99-BA68-B041722B25CD}" presName="txSpace" presStyleCnt="0"/>
      <dgm:spPr/>
    </dgm:pt>
    <dgm:pt modelId="{F29AB258-ED09-4CDC-82E0-DB5CF269BC48}" type="pres">
      <dgm:prSet presAssocID="{F1DF976C-EAF1-4D99-BA68-B041722B25CD}" presName="desTx" presStyleLbl="revTx" presStyleIdx="1" presStyleCnt="6">
        <dgm:presLayoutVars/>
      </dgm:prSet>
      <dgm:spPr/>
    </dgm:pt>
    <dgm:pt modelId="{F318C216-18C9-4E6D-AE0A-449579C037DB}" type="pres">
      <dgm:prSet presAssocID="{01231FAA-9683-4E2C-8ADC-48F62B779B61}" presName="sibTrans" presStyleCnt="0"/>
      <dgm:spPr/>
    </dgm:pt>
    <dgm:pt modelId="{B3AFFD1C-E46C-434E-BF76-CC90BF91B435}" type="pres">
      <dgm:prSet presAssocID="{1F2B2F4D-F059-41D2-994C-C7A1A7827E93}" presName="compNode" presStyleCnt="0"/>
      <dgm:spPr/>
    </dgm:pt>
    <dgm:pt modelId="{E07428A0-5730-4F09-8F4F-6ADAFF79755D}" type="pres">
      <dgm:prSet presAssocID="{1F2B2F4D-F059-41D2-994C-C7A1A7827E93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elge"/>
        </a:ext>
      </dgm:extLst>
    </dgm:pt>
    <dgm:pt modelId="{B65F3A63-8CD2-4435-9B15-D1850631A2E8}" type="pres">
      <dgm:prSet presAssocID="{1F2B2F4D-F059-41D2-994C-C7A1A7827E93}" presName="iconSpace" presStyleCnt="0"/>
      <dgm:spPr/>
    </dgm:pt>
    <dgm:pt modelId="{B4BB7156-4098-40E7-BE23-D4549988C13E}" type="pres">
      <dgm:prSet presAssocID="{1F2B2F4D-F059-41D2-994C-C7A1A7827E93}" presName="parTx" presStyleLbl="revTx" presStyleIdx="2" presStyleCnt="6">
        <dgm:presLayoutVars>
          <dgm:chMax val="0"/>
          <dgm:chPref val="0"/>
        </dgm:presLayoutVars>
      </dgm:prSet>
      <dgm:spPr/>
    </dgm:pt>
    <dgm:pt modelId="{9D1955A6-E9B0-4332-9DAD-A81E9B8006A7}" type="pres">
      <dgm:prSet presAssocID="{1F2B2F4D-F059-41D2-994C-C7A1A7827E93}" presName="txSpace" presStyleCnt="0"/>
      <dgm:spPr/>
    </dgm:pt>
    <dgm:pt modelId="{7EF0021B-AF29-4467-B628-50DA05130322}" type="pres">
      <dgm:prSet presAssocID="{1F2B2F4D-F059-41D2-994C-C7A1A7827E93}" presName="desTx" presStyleLbl="revTx" presStyleIdx="3" presStyleCnt="6">
        <dgm:presLayoutVars/>
      </dgm:prSet>
      <dgm:spPr/>
    </dgm:pt>
    <dgm:pt modelId="{E1740E3C-3DB1-4F27-8E8F-3DFACFE86C63}" type="pres">
      <dgm:prSet presAssocID="{CC315792-A0B7-48CF-9EA8-73386E6CD5A9}" presName="sibTrans" presStyleCnt="0"/>
      <dgm:spPr/>
    </dgm:pt>
    <dgm:pt modelId="{253A8495-D37F-4DE4-9017-2CDD0ABB8570}" type="pres">
      <dgm:prSet presAssocID="{837BAA29-12C2-467D-883F-DFFA9000B06F}" presName="compNode" presStyleCnt="0"/>
      <dgm:spPr/>
    </dgm:pt>
    <dgm:pt modelId="{162CFDE5-4E2C-4CF0-8C3B-73342F5A4ED2}" type="pres">
      <dgm:prSet presAssocID="{837BAA29-12C2-467D-883F-DFFA9000B06F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redit card"/>
        </a:ext>
      </dgm:extLst>
    </dgm:pt>
    <dgm:pt modelId="{7E0FE853-D420-49BC-8DD1-DA8A0538D881}" type="pres">
      <dgm:prSet presAssocID="{837BAA29-12C2-467D-883F-DFFA9000B06F}" presName="iconSpace" presStyleCnt="0"/>
      <dgm:spPr/>
    </dgm:pt>
    <dgm:pt modelId="{15278954-D01E-4D6F-BA44-620082357F38}" type="pres">
      <dgm:prSet presAssocID="{837BAA29-12C2-467D-883F-DFFA9000B06F}" presName="parTx" presStyleLbl="revTx" presStyleIdx="4" presStyleCnt="6">
        <dgm:presLayoutVars>
          <dgm:chMax val="0"/>
          <dgm:chPref val="0"/>
        </dgm:presLayoutVars>
      </dgm:prSet>
      <dgm:spPr/>
    </dgm:pt>
    <dgm:pt modelId="{94FAE85D-DB93-4893-ABC3-DB4E3CABC841}" type="pres">
      <dgm:prSet presAssocID="{837BAA29-12C2-467D-883F-DFFA9000B06F}" presName="txSpace" presStyleCnt="0"/>
      <dgm:spPr/>
    </dgm:pt>
    <dgm:pt modelId="{EC332239-FAD5-43F1-8A31-BAF2F601E6CB}" type="pres">
      <dgm:prSet presAssocID="{837BAA29-12C2-467D-883F-DFFA9000B06F}" presName="desTx" presStyleLbl="revTx" presStyleIdx="5" presStyleCnt="6">
        <dgm:presLayoutVars/>
      </dgm:prSet>
      <dgm:spPr/>
    </dgm:pt>
  </dgm:ptLst>
  <dgm:cxnLst>
    <dgm:cxn modelId="{096C6402-898F-49CE-93BE-6CE098CC1DB5}" type="presOf" srcId="{B9E6FE83-A57A-4AC6-8FFF-8EE6F9E2E290}" destId="{7EF0021B-AF29-4467-B628-50DA05130322}" srcOrd="0" destOrd="0" presId="urn:microsoft.com/office/officeart/2018/5/layout/CenteredIconLabelDescriptionList"/>
    <dgm:cxn modelId="{0AD7E817-7669-4BA2-B838-629BE6E69413}" srcId="{F1DF976C-EAF1-4D99-BA68-B041722B25CD}" destId="{DC2FEDF2-8C82-482B-99A1-0C8D0CFD6162}" srcOrd="2" destOrd="0" parTransId="{2B5314A2-8415-46D9-9BFC-ACE76FF88502}" sibTransId="{8819119B-8EBD-4331-A277-DE48AAA6E336}"/>
    <dgm:cxn modelId="{3B215720-3772-4EBF-8913-BE1D588BB7E4}" type="presOf" srcId="{0E4EB972-6BDE-43C9-9659-C0AF08F44764}" destId="{EC332239-FAD5-43F1-8A31-BAF2F601E6CB}" srcOrd="0" destOrd="0" presId="urn:microsoft.com/office/officeart/2018/5/layout/CenteredIconLabelDescriptionList"/>
    <dgm:cxn modelId="{FA830623-EC09-4D36-BEA9-969D0385B405}" type="presOf" srcId="{837BAA29-12C2-467D-883F-DFFA9000B06F}" destId="{15278954-D01E-4D6F-BA44-620082357F38}" srcOrd="0" destOrd="0" presId="urn:microsoft.com/office/officeart/2018/5/layout/CenteredIconLabelDescriptionList"/>
    <dgm:cxn modelId="{AB81DF36-EC82-477B-810B-71ADE76F1F7E}" srcId="{1DBB9FF7-E7BF-4D65-80CC-CE66400B5C77}" destId="{F1DF976C-EAF1-4D99-BA68-B041722B25CD}" srcOrd="0" destOrd="0" parTransId="{FE895D58-898D-4FAE-86A5-65C56B98C65E}" sibTransId="{01231FAA-9683-4E2C-8ADC-48F62B779B61}"/>
    <dgm:cxn modelId="{8E253F42-D3F1-442C-BD04-EB039FCDB589}" type="presOf" srcId="{1DBB9FF7-E7BF-4D65-80CC-CE66400B5C77}" destId="{088AF0AD-6FC1-4AB4-BA65-5137B6C132DC}" srcOrd="0" destOrd="0" presId="urn:microsoft.com/office/officeart/2018/5/layout/CenteredIconLabelDescriptionList"/>
    <dgm:cxn modelId="{B81D0851-486A-4393-BD39-3C4A9F71AB76}" type="presOf" srcId="{DCD008FA-C310-468C-B065-E18D0E873984}" destId="{F29AB258-ED09-4CDC-82E0-DB5CF269BC48}" srcOrd="0" destOrd="1" presId="urn:microsoft.com/office/officeart/2018/5/layout/CenteredIconLabelDescriptionList"/>
    <dgm:cxn modelId="{CA002E52-4D46-4504-99B8-F91368B1BAC4}" srcId="{F1DF976C-EAF1-4D99-BA68-B041722B25CD}" destId="{5929F0F7-3B7F-47B7-A791-EF38DC792940}" srcOrd="0" destOrd="0" parTransId="{0AA55EE9-0400-4111-8638-3F78242C037A}" sibTransId="{BACEEEF4-0F6F-4F54-AD2F-B55E8DBA87D1}"/>
    <dgm:cxn modelId="{12D58976-65F1-43AB-8B8E-ACC44F90EEDE}" srcId="{837BAA29-12C2-467D-883F-DFFA9000B06F}" destId="{0E4EB972-6BDE-43C9-9659-C0AF08F44764}" srcOrd="0" destOrd="0" parTransId="{BEFCCF0F-EA4F-4265-B0F8-310FD6CEC18E}" sibTransId="{9EB84020-8474-4610-A2DE-11493E98369B}"/>
    <dgm:cxn modelId="{C938E757-9815-46D5-8384-09B950C35EF1}" type="presOf" srcId="{1F2B2F4D-F059-41D2-994C-C7A1A7827E93}" destId="{B4BB7156-4098-40E7-BE23-D4549988C13E}" srcOrd="0" destOrd="0" presId="urn:microsoft.com/office/officeart/2018/5/layout/CenteredIconLabelDescriptionList"/>
    <dgm:cxn modelId="{64D8C279-9937-4650-93F5-33E4A3ED7E86}" srcId="{1F2B2F4D-F059-41D2-994C-C7A1A7827E93}" destId="{B9E6FE83-A57A-4AC6-8FFF-8EE6F9E2E290}" srcOrd="0" destOrd="0" parTransId="{63F427D6-2654-4CA6-B277-C3B40314D4EA}" sibTransId="{393DF92F-2DB5-4102-908A-DE19C2EED64C}"/>
    <dgm:cxn modelId="{0628915A-BAE2-4EF8-8932-6E75A632A45E}" srcId="{1DBB9FF7-E7BF-4D65-80CC-CE66400B5C77}" destId="{837BAA29-12C2-467D-883F-DFFA9000B06F}" srcOrd="2" destOrd="0" parTransId="{7B30B1F0-32EC-467C-AEC3-A094DE57D3B7}" sibTransId="{BFF4E8B9-F483-44CC-BE37-874877CF0FCA}"/>
    <dgm:cxn modelId="{7980219C-1AF1-481D-95CB-0CFA7EC1401D}" type="presOf" srcId="{5929F0F7-3B7F-47B7-A791-EF38DC792940}" destId="{F29AB258-ED09-4CDC-82E0-DB5CF269BC48}" srcOrd="0" destOrd="0" presId="urn:microsoft.com/office/officeart/2018/5/layout/CenteredIconLabelDescriptionList"/>
    <dgm:cxn modelId="{811CFDE3-FAAE-4739-ABEA-93727A57F179}" srcId="{1DBB9FF7-E7BF-4D65-80CC-CE66400B5C77}" destId="{1F2B2F4D-F059-41D2-994C-C7A1A7827E93}" srcOrd="1" destOrd="0" parTransId="{3752AE7E-9A8F-43BD-945D-B23764822CBE}" sibTransId="{CC315792-A0B7-48CF-9EA8-73386E6CD5A9}"/>
    <dgm:cxn modelId="{990C71ED-CA7E-4421-98C6-26A7CB73415C}" type="presOf" srcId="{2133BEFA-2DA7-438F-A159-340918D745AE}" destId="{EC332239-FAD5-43F1-8A31-BAF2F601E6CB}" srcOrd="0" destOrd="1" presId="urn:microsoft.com/office/officeart/2018/5/layout/CenteredIconLabelDescriptionList"/>
    <dgm:cxn modelId="{08D051ED-9D76-4919-A227-21AECA4B4A18}" type="presOf" srcId="{F1DF976C-EAF1-4D99-BA68-B041722B25CD}" destId="{908F03CD-E8D2-4336-ACF8-BDF5AD38861B}" srcOrd="0" destOrd="0" presId="urn:microsoft.com/office/officeart/2018/5/layout/CenteredIconLabelDescriptionList"/>
    <dgm:cxn modelId="{B68BE6F0-3FC7-4D82-8457-D2A4BFCDDA7A}" type="presOf" srcId="{DC2FEDF2-8C82-482B-99A1-0C8D0CFD6162}" destId="{F29AB258-ED09-4CDC-82E0-DB5CF269BC48}" srcOrd="0" destOrd="2" presId="urn:microsoft.com/office/officeart/2018/5/layout/CenteredIconLabelDescriptionList"/>
    <dgm:cxn modelId="{DA1B47F9-82E7-43A8-B1E4-17FD6C07DDAD}" srcId="{F1DF976C-EAF1-4D99-BA68-B041722B25CD}" destId="{DCD008FA-C310-468C-B065-E18D0E873984}" srcOrd="1" destOrd="0" parTransId="{39BA39CA-740B-431D-8495-9CE64BF8EF08}" sibTransId="{63544E72-C591-4BE7-9CBE-1C31E114CB3D}"/>
    <dgm:cxn modelId="{E70DE8F9-3A6C-4E87-989D-2FD3F25AFC13}" srcId="{837BAA29-12C2-467D-883F-DFFA9000B06F}" destId="{2133BEFA-2DA7-438F-A159-340918D745AE}" srcOrd="1" destOrd="0" parTransId="{973CA7AE-9C9C-45C1-B290-17B4D2BD55B9}" sibTransId="{AA8F2689-7453-4465-8D30-A11EA5AA3763}"/>
    <dgm:cxn modelId="{C8D27B8A-7E7F-4131-9313-F85A4AB9D739}" type="presParOf" srcId="{088AF0AD-6FC1-4AB4-BA65-5137B6C132DC}" destId="{B000521E-CF4E-48E3-803F-135366A98C34}" srcOrd="0" destOrd="0" presId="urn:microsoft.com/office/officeart/2018/5/layout/CenteredIconLabelDescriptionList"/>
    <dgm:cxn modelId="{D32DDF86-E543-4D3C-8260-B46D5EE384A6}" type="presParOf" srcId="{B000521E-CF4E-48E3-803F-135366A98C34}" destId="{BC55E5DB-6EF7-4A8D-9004-0AC6861EBC48}" srcOrd="0" destOrd="0" presId="urn:microsoft.com/office/officeart/2018/5/layout/CenteredIconLabelDescriptionList"/>
    <dgm:cxn modelId="{02246E7C-5B04-4A15-B1CD-6B6DE473878C}" type="presParOf" srcId="{B000521E-CF4E-48E3-803F-135366A98C34}" destId="{CB8EF929-BC14-430C-B68C-8DCAD7923084}" srcOrd="1" destOrd="0" presId="urn:microsoft.com/office/officeart/2018/5/layout/CenteredIconLabelDescriptionList"/>
    <dgm:cxn modelId="{38E0393E-06D6-405D-A079-B24152AFB457}" type="presParOf" srcId="{B000521E-CF4E-48E3-803F-135366A98C34}" destId="{908F03CD-E8D2-4336-ACF8-BDF5AD38861B}" srcOrd="2" destOrd="0" presId="urn:microsoft.com/office/officeart/2018/5/layout/CenteredIconLabelDescriptionList"/>
    <dgm:cxn modelId="{886B2372-858F-4363-9D8C-2AF8294B717D}" type="presParOf" srcId="{B000521E-CF4E-48E3-803F-135366A98C34}" destId="{779BC9F2-65CE-4089-9879-4727CEBA0859}" srcOrd="3" destOrd="0" presId="urn:microsoft.com/office/officeart/2018/5/layout/CenteredIconLabelDescriptionList"/>
    <dgm:cxn modelId="{174D0276-CEF1-4D87-8C37-4092211BB2B9}" type="presParOf" srcId="{B000521E-CF4E-48E3-803F-135366A98C34}" destId="{F29AB258-ED09-4CDC-82E0-DB5CF269BC48}" srcOrd="4" destOrd="0" presId="urn:microsoft.com/office/officeart/2018/5/layout/CenteredIconLabelDescriptionList"/>
    <dgm:cxn modelId="{333C06BE-DEFC-4CB8-9AD5-332E5022341F}" type="presParOf" srcId="{088AF0AD-6FC1-4AB4-BA65-5137B6C132DC}" destId="{F318C216-18C9-4E6D-AE0A-449579C037DB}" srcOrd="1" destOrd="0" presId="urn:microsoft.com/office/officeart/2018/5/layout/CenteredIconLabelDescriptionList"/>
    <dgm:cxn modelId="{3C07D67C-F081-4BD5-9253-9F84489B90A0}" type="presParOf" srcId="{088AF0AD-6FC1-4AB4-BA65-5137B6C132DC}" destId="{B3AFFD1C-E46C-434E-BF76-CC90BF91B435}" srcOrd="2" destOrd="0" presId="urn:microsoft.com/office/officeart/2018/5/layout/CenteredIconLabelDescriptionList"/>
    <dgm:cxn modelId="{15B60AFA-A605-4CED-81B3-4B475F0528F3}" type="presParOf" srcId="{B3AFFD1C-E46C-434E-BF76-CC90BF91B435}" destId="{E07428A0-5730-4F09-8F4F-6ADAFF79755D}" srcOrd="0" destOrd="0" presId="urn:microsoft.com/office/officeart/2018/5/layout/CenteredIconLabelDescriptionList"/>
    <dgm:cxn modelId="{FA5B948C-45D4-487A-B42A-B784A02F3EF4}" type="presParOf" srcId="{B3AFFD1C-E46C-434E-BF76-CC90BF91B435}" destId="{B65F3A63-8CD2-4435-9B15-D1850631A2E8}" srcOrd="1" destOrd="0" presId="urn:microsoft.com/office/officeart/2018/5/layout/CenteredIconLabelDescriptionList"/>
    <dgm:cxn modelId="{140FFEC3-8332-4EA9-8EE8-DAAA15B02E5E}" type="presParOf" srcId="{B3AFFD1C-E46C-434E-BF76-CC90BF91B435}" destId="{B4BB7156-4098-40E7-BE23-D4549988C13E}" srcOrd="2" destOrd="0" presId="urn:microsoft.com/office/officeart/2018/5/layout/CenteredIconLabelDescriptionList"/>
    <dgm:cxn modelId="{A1E8A5F2-DC54-4621-97D0-872D316D74EC}" type="presParOf" srcId="{B3AFFD1C-E46C-434E-BF76-CC90BF91B435}" destId="{9D1955A6-E9B0-4332-9DAD-A81E9B8006A7}" srcOrd="3" destOrd="0" presId="urn:microsoft.com/office/officeart/2018/5/layout/CenteredIconLabelDescriptionList"/>
    <dgm:cxn modelId="{6194D9F1-68A6-4028-8F27-D0B729DDE877}" type="presParOf" srcId="{B3AFFD1C-E46C-434E-BF76-CC90BF91B435}" destId="{7EF0021B-AF29-4467-B628-50DA05130322}" srcOrd="4" destOrd="0" presId="urn:microsoft.com/office/officeart/2018/5/layout/CenteredIconLabelDescriptionList"/>
    <dgm:cxn modelId="{F0D545CE-35AB-49D1-BEF3-D03FD6DCF1B8}" type="presParOf" srcId="{088AF0AD-6FC1-4AB4-BA65-5137B6C132DC}" destId="{E1740E3C-3DB1-4F27-8E8F-3DFACFE86C63}" srcOrd="3" destOrd="0" presId="urn:microsoft.com/office/officeart/2018/5/layout/CenteredIconLabelDescriptionList"/>
    <dgm:cxn modelId="{4C8A1168-CC3B-47A3-A43A-BC613B45D3C8}" type="presParOf" srcId="{088AF0AD-6FC1-4AB4-BA65-5137B6C132DC}" destId="{253A8495-D37F-4DE4-9017-2CDD0ABB8570}" srcOrd="4" destOrd="0" presId="urn:microsoft.com/office/officeart/2018/5/layout/CenteredIconLabelDescriptionList"/>
    <dgm:cxn modelId="{85AEDABE-3A93-48AF-A76D-5E4E9F7E2C0E}" type="presParOf" srcId="{253A8495-D37F-4DE4-9017-2CDD0ABB8570}" destId="{162CFDE5-4E2C-4CF0-8C3B-73342F5A4ED2}" srcOrd="0" destOrd="0" presId="urn:microsoft.com/office/officeart/2018/5/layout/CenteredIconLabelDescriptionList"/>
    <dgm:cxn modelId="{637B734A-E327-4B47-8C86-F7554E67A97C}" type="presParOf" srcId="{253A8495-D37F-4DE4-9017-2CDD0ABB8570}" destId="{7E0FE853-D420-49BC-8DD1-DA8A0538D881}" srcOrd="1" destOrd="0" presId="urn:microsoft.com/office/officeart/2018/5/layout/CenteredIconLabelDescriptionList"/>
    <dgm:cxn modelId="{BF0BDB9C-16E0-4F89-9B76-B0BEE13F3C43}" type="presParOf" srcId="{253A8495-D37F-4DE4-9017-2CDD0ABB8570}" destId="{15278954-D01E-4D6F-BA44-620082357F38}" srcOrd="2" destOrd="0" presId="urn:microsoft.com/office/officeart/2018/5/layout/CenteredIconLabelDescriptionList"/>
    <dgm:cxn modelId="{CC1EA978-C127-477A-B5FA-49898A76D2AC}" type="presParOf" srcId="{253A8495-D37F-4DE4-9017-2CDD0ABB8570}" destId="{94FAE85D-DB93-4893-ABC3-DB4E3CABC841}" srcOrd="3" destOrd="0" presId="urn:microsoft.com/office/officeart/2018/5/layout/CenteredIconLabelDescriptionList"/>
    <dgm:cxn modelId="{D136FA74-989B-456D-8A84-D18AB91E23EC}" type="presParOf" srcId="{253A8495-D37F-4DE4-9017-2CDD0ABB8570}" destId="{EC332239-FAD5-43F1-8A31-BAF2F601E6CB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3.xml><?xml version="1.0" encoding="utf-8"?>
<dgm:dataModel xmlns:dgm="http://schemas.openxmlformats.org/drawingml/2006/diagram" xmlns:a="http://schemas.openxmlformats.org/drawingml/2006/main">
  <dgm:ptLst>
    <dgm:pt modelId="{877510BE-0BCA-46DA-B95A-E581FE214AC0}" type="doc">
      <dgm:prSet loTypeId="urn:microsoft.com/office/officeart/2016/7/layout/VerticalSolidActionList" loCatId="List" qsTypeId="urn:microsoft.com/office/officeart/2005/8/quickstyle/simple3" qsCatId="simple" csTypeId="urn:microsoft.com/office/officeart/2005/8/colors/accent2_2" csCatId="accent2" phldr="1"/>
      <dgm:spPr/>
      <dgm:t>
        <a:bodyPr/>
        <a:lstStyle/>
        <a:p>
          <a:endParaRPr lang="en-US"/>
        </a:p>
      </dgm:t>
    </dgm:pt>
    <dgm:pt modelId="{2FA01CC6-54D4-4306-94FB-70B2C63D527F}">
      <dgm:prSet/>
      <dgm:spPr/>
      <dgm:t>
        <a:bodyPr/>
        <a:lstStyle/>
        <a:p>
          <a:r>
            <a:rPr lang="en-US" dirty="0"/>
            <a:t>P2SH</a:t>
          </a:r>
        </a:p>
      </dgm:t>
    </dgm:pt>
    <dgm:pt modelId="{DF70F205-1FC9-476D-917D-E81677E586C6}" type="parTrans" cxnId="{424EB09C-319F-4693-B3D8-A381FBB15FDA}">
      <dgm:prSet/>
      <dgm:spPr/>
      <dgm:t>
        <a:bodyPr/>
        <a:lstStyle/>
        <a:p>
          <a:endParaRPr lang="en-US"/>
        </a:p>
      </dgm:t>
    </dgm:pt>
    <dgm:pt modelId="{D8256675-B746-42FE-AC1B-8391143BE8E7}" type="sibTrans" cxnId="{424EB09C-319F-4693-B3D8-A381FBB15FDA}">
      <dgm:prSet/>
      <dgm:spPr/>
      <dgm:t>
        <a:bodyPr/>
        <a:lstStyle/>
        <a:p>
          <a:endParaRPr lang="en-US"/>
        </a:p>
      </dgm:t>
    </dgm:pt>
    <dgm:pt modelId="{8A722458-D76B-44EA-B27F-D1EB53006284}">
      <dgm:prSet/>
      <dgm:spPr/>
      <dgm:t>
        <a:bodyPr/>
        <a:lstStyle/>
        <a:p>
          <a:r>
            <a:rPr lang="en-US" dirty="0"/>
            <a:t>script </a:t>
          </a:r>
        </a:p>
      </dgm:t>
    </dgm:pt>
    <dgm:pt modelId="{F1471E4F-AFF5-4D80-A658-A79E331853B0}" type="parTrans" cxnId="{73804969-8019-45B5-A022-5478612E83C5}">
      <dgm:prSet/>
      <dgm:spPr/>
      <dgm:t>
        <a:bodyPr/>
        <a:lstStyle/>
        <a:p>
          <a:endParaRPr lang="en-US"/>
        </a:p>
      </dgm:t>
    </dgm:pt>
    <dgm:pt modelId="{DAF2C115-E17F-416D-91FA-1C91E87B0F29}" type="sibTrans" cxnId="{73804969-8019-45B5-A022-5478612E83C5}">
      <dgm:prSet/>
      <dgm:spPr/>
      <dgm:t>
        <a:bodyPr/>
        <a:lstStyle/>
        <a:p>
          <a:endParaRPr lang="en-US"/>
        </a:p>
      </dgm:t>
    </dgm:pt>
    <dgm:pt modelId="{99FEFD3C-2C5C-44F4-89A3-A40B7395796C}">
      <dgm:prSet/>
      <dgm:spPr/>
      <dgm:t>
        <a:bodyPr/>
        <a:lstStyle/>
        <a:p>
          <a:r>
            <a:rPr lang="en-US" dirty="0"/>
            <a:t>constructing the script to the recipient, </a:t>
          </a:r>
        </a:p>
      </dgm:t>
    </dgm:pt>
    <dgm:pt modelId="{A2CB92E4-A64E-499C-B2DD-A0ADA7FEE9EB}" type="parTrans" cxnId="{15116A5E-E5B2-4A53-B696-F8C211687948}">
      <dgm:prSet/>
      <dgm:spPr/>
      <dgm:t>
        <a:bodyPr/>
        <a:lstStyle/>
        <a:p>
          <a:endParaRPr lang="en-US"/>
        </a:p>
      </dgm:t>
    </dgm:pt>
    <dgm:pt modelId="{BBBA76FF-1E5C-4666-B09E-D3231737677E}" type="sibTrans" cxnId="{15116A5E-E5B2-4A53-B696-F8C211687948}">
      <dgm:prSet/>
      <dgm:spPr/>
      <dgm:t>
        <a:bodyPr/>
        <a:lstStyle/>
        <a:p>
          <a:endParaRPr lang="en-US"/>
        </a:p>
      </dgm:t>
    </dgm:pt>
    <dgm:pt modelId="{696851A2-769E-4636-9E87-57F13F33E62D}">
      <dgm:prSet/>
      <dgm:spPr/>
      <dgm:t>
        <a:bodyPr/>
        <a:lstStyle/>
        <a:p>
          <a:r>
            <a:rPr lang="en-US"/>
            <a:t>not the sender.</a:t>
          </a:r>
        </a:p>
      </dgm:t>
    </dgm:pt>
    <dgm:pt modelId="{A1106B56-639D-4757-B87B-497C85CC41CA}" type="parTrans" cxnId="{76DCBAC2-785D-4DD5-BC18-604C3F835684}">
      <dgm:prSet/>
      <dgm:spPr/>
      <dgm:t>
        <a:bodyPr/>
        <a:lstStyle/>
        <a:p>
          <a:endParaRPr lang="en-US"/>
        </a:p>
      </dgm:t>
    </dgm:pt>
    <dgm:pt modelId="{DA7ACBBA-2D83-4306-8C1F-5BC0ECF43E8F}" type="sibTrans" cxnId="{76DCBAC2-785D-4DD5-BC18-604C3F835684}">
      <dgm:prSet/>
      <dgm:spPr/>
      <dgm:t>
        <a:bodyPr/>
        <a:lstStyle/>
        <a:p>
          <a:endParaRPr lang="en-US"/>
        </a:p>
      </dgm:t>
    </dgm:pt>
    <dgm:pt modelId="{AA233878-E0BE-4B61-9303-B406683781EE}">
      <dgm:prSet/>
      <dgm:spPr/>
      <dgm:t>
        <a:bodyPr/>
        <a:lstStyle/>
        <a:p>
          <a:r>
            <a:rPr lang="en-US" dirty="0"/>
            <a:t>data storage</a:t>
          </a:r>
        </a:p>
      </dgm:t>
    </dgm:pt>
    <dgm:pt modelId="{65858B88-9C96-4248-892F-49DA456DA063}" type="parTrans" cxnId="{63C07F89-3975-4D16-9BEA-CF9F6F4D76EE}">
      <dgm:prSet/>
      <dgm:spPr/>
      <dgm:t>
        <a:bodyPr/>
        <a:lstStyle/>
        <a:p>
          <a:endParaRPr lang="en-US"/>
        </a:p>
      </dgm:t>
    </dgm:pt>
    <dgm:pt modelId="{D84F8CE1-31D9-4882-A462-944212203D16}" type="sibTrans" cxnId="{63C07F89-3975-4D16-9BEA-CF9F6F4D76EE}">
      <dgm:prSet/>
      <dgm:spPr/>
      <dgm:t>
        <a:bodyPr/>
        <a:lstStyle/>
        <a:p>
          <a:endParaRPr lang="en-US"/>
        </a:p>
      </dgm:t>
    </dgm:pt>
    <dgm:pt modelId="{6321E981-266B-481A-AAF8-3C26AC51BF30}">
      <dgm:prSet/>
      <dgm:spPr/>
      <dgm:t>
        <a:bodyPr/>
        <a:lstStyle/>
        <a:p>
          <a:r>
            <a:rPr lang="en-US"/>
            <a:t>from the output </a:t>
          </a:r>
          <a:r>
            <a:rPr lang="tr-TR"/>
            <a:t>- </a:t>
          </a:r>
          <a:r>
            <a:rPr lang="en-US"/>
            <a:t>is in the UTXO set</a:t>
          </a:r>
        </a:p>
      </dgm:t>
    </dgm:pt>
    <dgm:pt modelId="{337A9169-31DA-4CC0-828C-7EBB592A7137}" type="parTrans" cxnId="{8EAA02D5-3F2F-47A9-BED4-D9A4B14829F4}">
      <dgm:prSet/>
      <dgm:spPr/>
      <dgm:t>
        <a:bodyPr/>
        <a:lstStyle/>
        <a:p>
          <a:endParaRPr lang="en-US"/>
        </a:p>
      </dgm:t>
    </dgm:pt>
    <dgm:pt modelId="{A0F8F5DB-1C9D-4D78-A17F-BC56984842EB}" type="sibTrans" cxnId="{8EAA02D5-3F2F-47A9-BED4-D9A4B14829F4}">
      <dgm:prSet/>
      <dgm:spPr/>
      <dgm:t>
        <a:bodyPr/>
        <a:lstStyle/>
        <a:p>
          <a:endParaRPr lang="en-US"/>
        </a:p>
      </dgm:t>
    </dgm:pt>
    <dgm:pt modelId="{658959A0-2F88-4B25-A7D5-16A1D9A97750}">
      <dgm:prSet/>
      <dgm:spPr/>
      <dgm:t>
        <a:bodyPr/>
        <a:lstStyle/>
        <a:p>
          <a:r>
            <a:rPr lang="en-US"/>
            <a:t>to the input </a:t>
          </a:r>
          <a:r>
            <a:rPr lang="tr-TR"/>
            <a:t>- </a:t>
          </a:r>
          <a:r>
            <a:rPr lang="en-US"/>
            <a:t>stored on the blockchain</a:t>
          </a:r>
        </a:p>
      </dgm:t>
    </dgm:pt>
    <dgm:pt modelId="{D5C664EA-1FB2-47AB-AF9A-59135541110F}" type="parTrans" cxnId="{621DEEDC-8DA1-4497-A8C1-A077C915A6DE}">
      <dgm:prSet/>
      <dgm:spPr/>
      <dgm:t>
        <a:bodyPr/>
        <a:lstStyle/>
        <a:p>
          <a:endParaRPr lang="en-US"/>
        </a:p>
      </dgm:t>
    </dgm:pt>
    <dgm:pt modelId="{AB1FE173-119E-48CE-ACB3-57FF68181E68}" type="sibTrans" cxnId="{621DEEDC-8DA1-4497-A8C1-A077C915A6DE}">
      <dgm:prSet/>
      <dgm:spPr/>
      <dgm:t>
        <a:bodyPr/>
        <a:lstStyle/>
        <a:p>
          <a:endParaRPr lang="en-US"/>
        </a:p>
      </dgm:t>
    </dgm:pt>
    <dgm:pt modelId="{A4405D72-263A-4623-8953-94B5D077102B}">
      <dgm:prSet/>
      <dgm:spPr/>
      <dgm:t>
        <a:bodyPr/>
        <a:lstStyle/>
        <a:p>
          <a:r>
            <a:rPr lang="en-US" dirty="0"/>
            <a:t>shifts the burden of</a:t>
          </a:r>
        </a:p>
      </dgm:t>
    </dgm:pt>
    <dgm:pt modelId="{5E7049F3-0982-45B6-B814-78FF819AE82A}" type="parTrans" cxnId="{E99BAFBE-02A9-4659-B40A-09D4BA8E7153}">
      <dgm:prSet/>
      <dgm:spPr/>
      <dgm:t>
        <a:bodyPr/>
        <a:lstStyle/>
        <a:p>
          <a:endParaRPr lang="tr-TR"/>
        </a:p>
      </dgm:t>
    </dgm:pt>
    <dgm:pt modelId="{951EFFBF-3831-4BE5-A38C-904329CBB19B}" type="sibTrans" cxnId="{E99BAFBE-02A9-4659-B40A-09D4BA8E7153}">
      <dgm:prSet/>
      <dgm:spPr/>
      <dgm:t>
        <a:bodyPr/>
        <a:lstStyle/>
        <a:p>
          <a:endParaRPr lang="tr-TR"/>
        </a:p>
      </dgm:t>
    </dgm:pt>
    <dgm:pt modelId="{98F7E1B1-BA5B-4C3F-A78A-6FBA5B486D2E}">
      <dgm:prSet/>
      <dgm:spPr/>
      <dgm:t>
        <a:bodyPr/>
        <a:lstStyle/>
        <a:p>
          <a:r>
            <a:rPr lang="en-US" dirty="0"/>
            <a:t>for the long script </a:t>
          </a:r>
        </a:p>
      </dgm:t>
    </dgm:pt>
    <dgm:pt modelId="{4E96DBBB-955B-437A-9681-4150E31FF625}" type="parTrans" cxnId="{688A551E-7832-4BDE-A34F-BB48C9CE2A50}">
      <dgm:prSet/>
      <dgm:spPr/>
      <dgm:t>
        <a:bodyPr/>
        <a:lstStyle/>
        <a:p>
          <a:endParaRPr lang="tr-TR"/>
        </a:p>
      </dgm:t>
    </dgm:pt>
    <dgm:pt modelId="{1EA4E47C-2304-4EAD-9610-C667BAA87F6F}" type="sibTrans" cxnId="{688A551E-7832-4BDE-A34F-BB48C9CE2A50}">
      <dgm:prSet/>
      <dgm:spPr/>
      <dgm:t>
        <a:bodyPr/>
        <a:lstStyle/>
        <a:p>
          <a:endParaRPr lang="tr-TR"/>
        </a:p>
      </dgm:t>
    </dgm:pt>
    <dgm:pt modelId="{6D51E4D0-001C-40B6-93EE-CFA17977D11A}" type="pres">
      <dgm:prSet presAssocID="{877510BE-0BCA-46DA-B95A-E581FE214AC0}" presName="Name0" presStyleCnt="0">
        <dgm:presLayoutVars>
          <dgm:dir/>
          <dgm:animLvl val="lvl"/>
          <dgm:resizeHandles val="exact"/>
        </dgm:presLayoutVars>
      </dgm:prSet>
      <dgm:spPr/>
    </dgm:pt>
    <dgm:pt modelId="{0FDFEBCD-CC8F-4F9C-A845-A308F82C2F94}" type="pres">
      <dgm:prSet presAssocID="{2FA01CC6-54D4-4306-94FB-70B2C63D527F}" presName="linNode" presStyleCnt="0"/>
      <dgm:spPr/>
    </dgm:pt>
    <dgm:pt modelId="{9F7D96FF-23C4-4DF2-B356-1D6EE9F87EF2}" type="pres">
      <dgm:prSet presAssocID="{2FA01CC6-54D4-4306-94FB-70B2C63D527F}" presName="parentText" presStyleLbl="alignNode1" presStyleIdx="0" presStyleCnt="3">
        <dgm:presLayoutVars>
          <dgm:chMax val="1"/>
          <dgm:bulletEnabled/>
        </dgm:presLayoutVars>
      </dgm:prSet>
      <dgm:spPr/>
    </dgm:pt>
    <dgm:pt modelId="{34C4DE11-96DC-4D4F-BE77-8076690E2837}" type="pres">
      <dgm:prSet presAssocID="{2FA01CC6-54D4-4306-94FB-70B2C63D527F}" presName="descendantText" presStyleLbl="alignAccFollowNode1" presStyleIdx="0" presStyleCnt="3">
        <dgm:presLayoutVars>
          <dgm:bulletEnabled/>
        </dgm:presLayoutVars>
      </dgm:prSet>
      <dgm:spPr/>
    </dgm:pt>
    <dgm:pt modelId="{96F64238-7BE2-4A22-A855-FF244A2B8BEC}" type="pres">
      <dgm:prSet presAssocID="{D8256675-B746-42FE-AC1B-8391143BE8E7}" presName="sp" presStyleCnt="0"/>
      <dgm:spPr/>
    </dgm:pt>
    <dgm:pt modelId="{FBE530FD-679B-4E75-B525-2C654B58B05B}" type="pres">
      <dgm:prSet presAssocID="{8A722458-D76B-44EA-B27F-D1EB53006284}" presName="linNode" presStyleCnt="0"/>
      <dgm:spPr/>
    </dgm:pt>
    <dgm:pt modelId="{6AD1FF84-4B01-4178-B87A-29A89CE4B974}" type="pres">
      <dgm:prSet presAssocID="{8A722458-D76B-44EA-B27F-D1EB53006284}" presName="parentText" presStyleLbl="alignNode1" presStyleIdx="1" presStyleCnt="3">
        <dgm:presLayoutVars>
          <dgm:chMax val="1"/>
          <dgm:bulletEnabled/>
        </dgm:presLayoutVars>
      </dgm:prSet>
      <dgm:spPr/>
    </dgm:pt>
    <dgm:pt modelId="{CC58BF20-02F4-48B0-B349-6A7A83DB7BF3}" type="pres">
      <dgm:prSet presAssocID="{8A722458-D76B-44EA-B27F-D1EB53006284}" presName="descendantText" presStyleLbl="alignAccFollowNode1" presStyleIdx="1" presStyleCnt="3">
        <dgm:presLayoutVars>
          <dgm:bulletEnabled/>
        </dgm:presLayoutVars>
      </dgm:prSet>
      <dgm:spPr/>
    </dgm:pt>
    <dgm:pt modelId="{2AF57CB3-3177-4E41-AE0B-8891B24BC0C8}" type="pres">
      <dgm:prSet presAssocID="{DAF2C115-E17F-416D-91FA-1C91E87B0F29}" presName="sp" presStyleCnt="0"/>
      <dgm:spPr/>
    </dgm:pt>
    <dgm:pt modelId="{B88A8C4B-B6DA-4A78-BC52-2530CB6E7A23}" type="pres">
      <dgm:prSet presAssocID="{AA233878-E0BE-4B61-9303-B406683781EE}" presName="linNode" presStyleCnt="0"/>
      <dgm:spPr/>
    </dgm:pt>
    <dgm:pt modelId="{8F6B510A-3F7E-4AF4-B585-AC9FC77DAA9A}" type="pres">
      <dgm:prSet presAssocID="{AA233878-E0BE-4B61-9303-B406683781EE}" presName="parentText" presStyleLbl="alignNode1" presStyleIdx="2" presStyleCnt="3">
        <dgm:presLayoutVars>
          <dgm:chMax val="1"/>
          <dgm:bulletEnabled/>
        </dgm:presLayoutVars>
      </dgm:prSet>
      <dgm:spPr/>
    </dgm:pt>
    <dgm:pt modelId="{70DD2BA0-9EFF-41C9-B692-7F62F275B718}" type="pres">
      <dgm:prSet presAssocID="{AA233878-E0BE-4B61-9303-B406683781EE}" presName="descendantText" presStyleLbl="alignAccFollowNode1" presStyleIdx="2" presStyleCnt="3">
        <dgm:presLayoutVars>
          <dgm:bulletEnabled/>
        </dgm:presLayoutVars>
      </dgm:prSet>
      <dgm:spPr/>
    </dgm:pt>
  </dgm:ptLst>
  <dgm:cxnLst>
    <dgm:cxn modelId="{7A70590F-801C-47C5-809E-4B61162338D6}" type="presOf" srcId="{658959A0-2F88-4B25-A7D5-16A1D9A97750}" destId="{70DD2BA0-9EFF-41C9-B692-7F62F275B718}" srcOrd="0" destOrd="2" presId="urn:microsoft.com/office/officeart/2016/7/layout/VerticalSolidActionList"/>
    <dgm:cxn modelId="{688A551E-7832-4BDE-A34F-BB48C9CE2A50}" srcId="{AA233878-E0BE-4B61-9303-B406683781EE}" destId="{98F7E1B1-BA5B-4C3F-A78A-6FBA5B486D2E}" srcOrd="0" destOrd="0" parTransId="{4E96DBBB-955B-437A-9681-4150E31FF625}" sibTransId="{1EA4E47C-2304-4EAD-9610-C667BAA87F6F}"/>
    <dgm:cxn modelId="{BD76CA33-B7EA-4A72-B760-215BB38E8CB4}" type="presOf" srcId="{A4405D72-263A-4623-8953-94B5D077102B}" destId="{34C4DE11-96DC-4D4F-BE77-8076690E2837}" srcOrd="0" destOrd="0" presId="urn:microsoft.com/office/officeart/2016/7/layout/VerticalSolidActionList"/>
    <dgm:cxn modelId="{48BEEC34-C66D-44BE-9FB9-D62AC0D0A588}" type="presOf" srcId="{877510BE-0BCA-46DA-B95A-E581FE214AC0}" destId="{6D51E4D0-001C-40B6-93EE-CFA17977D11A}" srcOrd="0" destOrd="0" presId="urn:microsoft.com/office/officeart/2016/7/layout/VerticalSolidActionList"/>
    <dgm:cxn modelId="{AEF4E15C-2B74-49A9-99D2-556318F9F731}" type="presOf" srcId="{6321E981-266B-481A-AAF8-3C26AC51BF30}" destId="{70DD2BA0-9EFF-41C9-B692-7F62F275B718}" srcOrd="0" destOrd="1" presId="urn:microsoft.com/office/officeart/2016/7/layout/VerticalSolidActionList"/>
    <dgm:cxn modelId="{15116A5E-E5B2-4A53-B696-F8C211687948}" srcId="{8A722458-D76B-44EA-B27F-D1EB53006284}" destId="{99FEFD3C-2C5C-44F4-89A3-A40B7395796C}" srcOrd="0" destOrd="0" parTransId="{A2CB92E4-A64E-499C-B2DD-A0ADA7FEE9EB}" sibTransId="{BBBA76FF-1E5C-4666-B09E-D3231737677E}"/>
    <dgm:cxn modelId="{73804969-8019-45B5-A022-5478612E83C5}" srcId="{877510BE-0BCA-46DA-B95A-E581FE214AC0}" destId="{8A722458-D76B-44EA-B27F-D1EB53006284}" srcOrd="1" destOrd="0" parTransId="{F1471E4F-AFF5-4D80-A658-A79E331853B0}" sibTransId="{DAF2C115-E17F-416D-91FA-1C91E87B0F29}"/>
    <dgm:cxn modelId="{CFB3FD4C-C4CE-4CC9-AE2D-6265E676F672}" type="presOf" srcId="{AA233878-E0BE-4B61-9303-B406683781EE}" destId="{8F6B510A-3F7E-4AF4-B585-AC9FC77DAA9A}" srcOrd="0" destOrd="0" presId="urn:microsoft.com/office/officeart/2016/7/layout/VerticalSolidActionList"/>
    <dgm:cxn modelId="{379C246D-60F7-49BC-8745-809F03A6BD22}" type="presOf" srcId="{8A722458-D76B-44EA-B27F-D1EB53006284}" destId="{6AD1FF84-4B01-4178-B87A-29A89CE4B974}" srcOrd="0" destOrd="0" presId="urn:microsoft.com/office/officeart/2016/7/layout/VerticalSolidActionList"/>
    <dgm:cxn modelId="{1811424F-F8D5-4D71-85CA-0AED63A62707}" type="presOf" srcId="{99FEFD3C-2C5C-44F4-89A3-A40B7395796C}" destId="{CC58BF20-02F4-48B0-B349-6A7A83DB7BF3}" srcOrd="0" destOrd="0" presId="urn:microsoft.com/office/officeart/2016/7/layout/VerticalSolidActionList"/>
    <dgm:cxn modelId="{9D181956-4302-4A4E-B723-57690B217E9D}" type="presOf" srcId="{2FA01CC6-54D4-4306-94FB-70B2C63D527F}" destId="{9F7D96FF-23C4-4DF2-B356-1D6EE9F87EF2}" srcOrd="0" destOrd="0" presId="urn:microsoft.com/office/officeart/2016/7/layout/VerticalSolidActionList"/>
    <dgm:cxn modelId="{7E729A77-511B-4912-8EC6-E96479EC71DF}" type="presOf" srcId="{696851A2-769E-4636-9E87-57F13F33E62D}" destId="{CC58BF20-02F4-48B0-B349-6A7A83DB7BF3}" srcOrd="0" destOrd="1" presId="urn:microsoft.com/office/officeart/2016/7/layout/VerticalSolidActionList"/>
    <dgm:cxn modelId="{63C07F89-3975-4D16-9BEA-CF9F6F4D76EE}" srcId="{877510BE-0BCA-46DA-B95A-E581FE214AC0}" destId="{AA233878-E0BE-4B61-9303-B406683781EE}" srcOrd="2" destOrd="0" parTransId="{65858B88-9C96-4248-892F-49DA456DA063}" sibTransId="{D84F8CE1-31D9-4882-A462-944212203D16}"/>
    <dgm:cxn modelId="{424EB09C-319F-4693-B3D8-A381FBB15FDA}" srcId="{877510BE-0BCA-46DA-B95A-E581FE214AC0}" destId="{2FA01CC6-54D4-4306-94FB-70B2C63D527F}" srcOrd="0" destOrd="0" parTransId="{DF70F205-1FC9-476D-917D-E81677E586C6}" sibTransId="{D8256675-B746-42FE-AC1B-8391143BE8E7}"/>
    <dgm:cxn modelId="{220C0DBA-63BA-41AA-974A-46C945804789}" type="presOf" srcId="{98F7E1B1-BA5B-4C3F-A78A-6FBA5B486D2E}" destId="{70DD2BA0-9EFF-41C9-B692-7F62F275B718}" srcOrd="0" destOrd="0" presId="urn:microsoft.com/office/officeart/2016/7/layout/VerticalSolidActionList"/>
    <dgm:cxn modelId="{E99BAFBE-02A9-4659-B40A-09D4BA8E7153}" srcId="{2FA01CC6-54D4-4306-94FB-70B2C63D527F}" destId="{A4405D72-263A-4623-8953-94B5D077102B}" srcOrd="0" destOrd="0" parTransId="{5E7049F3-0982-45B6-B814-78FF819AE82A}" sibTransId="{951EFFBF-3831-4BE5-A38C-904329CBB19B}"/>
    <dgm:cxn modelId="{76DCBAC2-785D-4DD5-BC18-604C3F835684}" srcId="{8A722458-D76B-44EA-B27F-D1EB53006284}" destId="{696851A2-769E-4636-9E87-57F13F33E62D}" srcOrd="1" destOrd="0" parTransId="{A1106B56-639D-4757-B87B-497C85CC41CA}" sibTransId="{DA7ACBBA-2D83-4306-8C1F-5BC0ECF43E8F}"/>
    <dgm:cxn modelId="{8EAA02D5-3F2F-47A9-BED4-D9A4B14829F4}" srcId="{AA233878-E0BE-4B61-9303-B406683781EE}" destId="{6321E981-266B-481A-AAF8-3C26AC51BF30}" srcOrd="1" destOrd="0" parTransId="{337A9169-31DA-4CC0-828C-7EBB592A7137}" sibTransId="{A0F8F5DB-1C9D-4D78-A17F-BC56984842EB}"/>
    <dgm:cxn modelId="{621DEEDC-8DA1-4497-A8C1-A077C915A6DE}" srcId="{AA233878-E0BE-4B61-9303-B406683781EE}" destId="{658959A0-2F88-4B25-A7D5-16A1D9A97750}" srcOrd="2" destOrd="0" parTransId="{D5C664EA-1FB2-47AB-AF9A-59135541110F}" sibTransId="{AB1FE173-119E-48CE-ACB3-57FF68181E68}"/>
    <dgm:cxn modelId="{9CDB570D-49C8-4AEA-AB7A-08A6D5611117}" type="presParOf" srcId="{6D51E4D0-001C-40B6-93EE-CFA17977D11A}" destId="{0FDFEBCD-CC8F-4F9C-A845-A308F82C2F94}" srcOrd="0" destOrd="0" presId="urn:microsoft.com/office/officeart/2016/7/layout/VerticalSolidActionList"/>
    <dgm:cxn modelId="{6853CA7C-AB32-4176-8FF8-447CD88CABFD}" type="presParOf" srcId="{0FDFEBCD-CC8F-4F9C-A845-A308F82C2F94}" destId="{9F7D96FF-23C4-4DF2-B356-1D6EE9F87EF2}" srcOrd="0" destOrd="0" presId="urn:microsoft.com/office/officeart/2016/7/layout/VerticalSolidActionList"/>
    <dgm:cxn modelId="{C758F9B0-C126-4819-BC7B-FEB2DAB49BF8}" type="presParOf" srcId="{0FDFEBCD-CC8F-4F9C-A845-A308F82C2F94}" destId="{34C4DE11-96DC-4D4F-BE77-8076690E2837}" srcOrd="1" destOrd="0" presId="urn:microsoft.com/office/officeart/2016/7/layout/VerticalSolidActionList"/>
    <dgm:cxn modelId="{B7C26EF4-5CDA-4EE9-85A8-613BBA581175}" type="presParOf" srcId="{6D51E4D0-001C-40B6-93EE-CFA17977D11A}" destId="{96F64238-7BE2-4A22-A855-FF244A2B8BEC}" srcOrd="1" destOrd="0" presId="urn:microsoft.com/office/officeart/2016/7/layout/VerticalSolidActionList"/>
    <dgm:cxn modelId="{3F565301-B1F5-49D8-86D3-A13BAF72F34B}" type="presParOf" srcId="{6D51E4D0-001C-40B6-93EE-CFA17977D11A}" destId="{FBE530FD-679B-4E75-B525-2C654B58B05B}" srcOrd="2" destOrd="0" presId="urn:microsoft.com/office/officeart/2016/7/layout/VerticalSolidActionList"/>
    <dgm:cxn modelId="{4A74A82A-8051-4556-9F55-CAC1B570ECBD}" type="presParOf" srcId="{FBE530FD-679B-4E75-B525-2C654B58B05B}" destId="{6AD1FF84-4B01-4178-B87A-29A89CE4B974}" srcOrd="0" destOrd="0" presId="urn:microsoft.com/office/officeart/2016/7/layout/VerticalSolidActionList"/>
    <dgm:cxn modelId="{D3AFD9EF-998E-4EF1-93CC-438A5862F914}" type="presParOf" srcId="{FBE530FD-679B-4E75-B525-2C654B58B05B}" destId="{CC58BF20-02F4-48B0-B349-6A7A83DB7BF3}" srcOrd="1" destOrd="0" presId="urn:microsoft.com/office/officeart/2016/7/layout/VerticalSolidActionList"/>
    <dgm:cxn modelId="{B3F101FD-1F4D-4EAF-AE8D-21F80961A31A}" type="presParOf" srcId="{6D51E4D0-001C-40B6-93EE-CFA17977D11A}" destId="{2AF57CB3-3177-4E41-AE0B-8891B24BC0C8}" srcOrd="3" destOrd="0" presId="urn:microsoft.com/office/officeart/2016/7/layout/VerticalSolidActionList"/>
    <dgm:cxn modelId="{76EE1D5F-DE31-492B-B71A-19FF08D81664}" type="presParOf" srcId="{6D51E4D0-001C-40B6-93EE-CFA17977D11A}" destId="{B88A8C4B-B6DA-4A78-BC52-2530CB6E7A23}" srcOrd="4" destOrd="0" presId="urn:microsoft.com/office/officeart/2016/7/layout/VerticalSolidActionList"/>
    <dgm:cxn modelId="{55BA6CFC-B99B-469F-BE36-E15B2D4640B5}" type="presParOf" srcId="{B88A8C4B-B6DA-4A78-BC52-2530CB6E7A23}" destId="{8F6B510A-3F7E-4AF4-B585-AC9FC77DAA9A}" srcOrd="0" destOrd="0" presId="urn:microsoft.com/office/officeart/2016/7/layout/VerticalSolidActionList"/>
    <dgm:cxn modelId="{2033B8CF-205F-4D62-9803-0D2A41D1262B}" type="presParOf" srcId="{B88A8C4B-B6DA-4A78-BC52-2530CB6E7A23}" destId="{70DD2BA0-9EFF-41C9-B692-7F62F275B718}" srcOrd="1" destOrd="0" presId="urn:microsoft.com/office/officeart/2016/7/layout/VerticalSolidAc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4.xml><?xml version="1.0" encoding="utf-8"?>
<dgm:dataModel xmlns:dgm="http://schemas.openxmlformats.org/drawingml/2006/diagram" xmlns:a="http://schemas.openxmlformats.org/drawingml/2006/main">
  <dgm:ptLst>
    <dgm:pt modelId="{E2B748C3-F24D-4E14-BC24-95FA36780598}" type="doc">
      <dgm:prSet loTypeId="urn:microsoft.com/office/officeart/2005/8/layout/vList5" loCatId="list" qsTypeId="urn:microsoft.com/office/officeart/2005/8/quickstyle/simple1" qsCatId="simple" csTypeId="urn:microsoft.com/office/officeart/2005/8/colors/colorful4" csCatId="colorful" phldr="1"/>
      <dgm:spPr/>
      <dgm:t>
        <a:bodyPr/>
        <a:lstStyle/>
        <a:p>
          <a:endParaRPr lang="tr-TR"/>
        </a:p>
      </dgm:t>
    </dgm:pt>
    <dgm:pt modelId="{0A008787-B403-4C85-B56B-26BBDD63269A}">
      <dgm:prSet/>
      <dgm:spPr/>
      <dgm:t>
        <a:bodyPr/>
        <a:lstStyle/>
        <a:p>
          <a:r>
            <a:rPr lang="en-US"/>
            <a:t>P2SH</a:t>
          </a:r>
          <a:endParaRPr lang="tr-TR"/>
        </a:p>
      </dgm:t>
    </dgm:pt>
    <dgm:pt modelId="{2EFEB41C-313A-40A5-8268-B3AB1CB24CD4}" type="parTrans" cxnId="{AAD5DAF2-6AB1-4E58-AD94-24CB57A7A0DB}">
      <dgm:prSet/>
      <dgm:spPr/>
      <dgm:t>
        <a:bodyPr/>
        <a:lstStyle/>
        <a:p>
          <a:endParaRPr lang="tr-TR"/>
        </a:p>
      </dgm:t>
    </dgm:pt>
    <dgm:pt modelId="{368C1729-21AC-41CA-BA16-FB35B9238FD6}" type="sibTrans" cxnId="{AAD5DAF2-6AB1-4E58-AD94-24CB57A7A0DB}">
      <dgm:prSet/>
      <dgm:spPr/>
      <dgm:t>
        <a:bodyPr/>
        <a:lstStyle/>
        <a:p>
          <a:endParaRPr lang="tr-TR"/>
        </a:p>
      </dgm:t>
    </dgm:pt>
    <dgm:pt modelId="{B6E68214-E430-4F10-AE38-0F007949C9BB}">
      <dgm:prSet/>
      <dgm:spPr/>
      <dgm:t>
        <a:bodyPr/>
        <a:lstStyle/>
        <a:p>
          <a:r>
            <a:rPr lang="en-US"/>
            <a:t>from the present time</a:t>
          </a:r>
          <a:r>
            <a:rPr lang="tr-TR"/>
            <a:t> </a:t>
          </a:r>
          <a:r>
            <a:rPr lang="en-US"/>
            <a:t>(payment) </a:t>
          </a:r>
          <a:endParaRPr lang="tr-TR"/>
        </a:p>
      </dgm:t>
    </dgm:pt>
    <dgm:pt modelId="{6B6CD0C4-1707-4877-8E77-E29EFC91CBBB}" type="parTrans" cxnId="{0389AA17-C9B2-44BC-BD25-0C3DD066016F}">
      <dgm:prSet/>
      <dgm:spPr/>
      <dgm:t>
        <a:bodyPr/>
        <a:lstStyle/>
        <a:p>
          <a:endParaRPr lang="tr-TR"/>
        </a:p>
      </dgm:t>
    </dgm:pt>
    <dgm:pt modelId="{B9491A5D-0238-4502-A385-2C2FA543B385}" type="sibTrans" cxnId="{0389AA17-C9B2-44BC-BD25-0C3DD066016F}">
      <dgm:prSet/>
      <dgm:spPr/>
      <dgm:t>
        <a:bodyPr/>
        <a:lstStyle/>
        <a:p>
          <a:endParaRPr lang="tr-TR"/>
        </a:p>
      </dgm:t>
    </dgm:pt>
    <dgm:pt modelId="{EE9FCD33-A656-433E-B7E4-CE4BC911D85A}">
      <dgm:prSet/>
      <dgm:spPr/>
      <dgm:t>
        <a:bodyPr/>
        <a:lstStyle/>
        <a:p>
          <a:r>
            <a:rPr lang="en-US"/>
            <a:t>to a future time (when it is spent).</a:t>
          </a:r>
          <a:endParaRPr lang="tr-TR"/>
        </a:p>
      </dgm:t>
    </dgm:pt>
    <dgm:pt modelId="{B84E518B-B872-47F4-AA30-354C417B3A90}" type="parTrans" cxnId="{61306E7D-FEEB-4DE1-851F-CEF342172E46}">
      <dgm:prSet/>
      <dgm:spPr/>
      <dgm:t>
        <a:bodyPr/>
        <a:lstStyle/>
        <a:p>
          <a:endParaRPr lang="tr-TR"/>
        </a:p>
      </dgm:t>
    </dgm:pt>
    <dgm:pt modelId="{4BC66A14-A519-4DF2-9235-4BB131F1D098}" type="sibTrans" cxnId="{61306E7D-FEEB-4DE1-851F-CEF342172E46}">
      <dgm:prSet/>
      <dgm:spPr/>
      <dgm:t>
        <a:bodyPr/>
        <a:lstStyle/>
        <a:p>
          <a:endParaRPr lang="tr-TR"/>
        </a:p>
      </dgm:t>
    </dgm:pt>
    <dgm:pt modelId="{1C6C8F62-F507-4B90-8E3E-C09E2DA4A5AB}">
      <dgm:prSet/>
      <dgm:spPr/>
      <dgm:t>
        <a:bodyPr/>
        <a:lstStyle/>
        <a:p>
          <a:r>
            <a:rPr lang="en-US"/>
            <a:t>transaction fee</a:t>
          </a:r>
          <a:endParaRPr lang="tr-TR"/>
        </a:p>
      </dgm:t>
    </dgm:pt>
    <dgm:pt modelId="{63939DCA-FEC0-4CB6-85F9-C5C1FE62EAAF}" type="parTrans" cxnId="{2D867087-3A1F-4B55-9860-0B733E4A8B25}">
      <dgm:prSet/>
      <dgm:spPr/>
      <dgm:t>
        <a:bodyPr/>
        <a:lstStyle/>
        <a:p>
          <a:endParaRPr lang="tr-TR"/>
        </a:p>
      </dgm:t>
    </dgm:pt>
    <dgm:pt modelId="{B6F750EC-47DE-4A74-B152-91E6DC1563A8}" type="sibTrans" cxnId="{2D867087-3A1F-4B55-9860-0B733E4A8B25}">
      <dgm:prSet/>
      <dgm:spPr/>
      <dgm:t>
        <a:bodyPr/>
        <a:lstStyle/>
        <a:p>
          <a:endParaRPr lang="tr-TR"/>
        </a:p>
      </dgm:t>
    </dgm:pt>
    <dgm:pt modelId="{5A127923-0154-4D41-8CAB-C669AC07A99C}">
      <dgm:prSet/>
      <dgm:spPr/>
      <dgm:t>
        <a:bodyPr/>
        <a:lstStyle/>
        <a:p>
          <a:r>
            <a:rPr lang="en-US"/>
            <a:t>to the recipient,</a:t>
          </a:r>
          <a:r>
            <a:rPr lang="tr-TR"/>
            <a:t> </a:t>
          </a:r>
        </a:p>
      </dgm:t>
    </dgm:pt>
    <dgm:pt modelId="{6BFD5ED9-3440-4F45-995E-4CC7E5CD3F8E}" type="parTrans" cxnId="{EF13D946-42BF-4870-B367-1D998EE9ED89}">
      <dgm:prSet/>
      <dgm:spPr/>
      <dgm:t>
        <a:bodyPr/>
        <a:lstStyle/>
        <a:p>
          <a:endParaRPr lang="tr-TR"/>
        </a:p>
      </dgm:t>
    </dgm:pt>
    <dgm:pt modelId="{CD902AA4-F77D-4B59-998D-86C5B875108E}" type="sibTrans" cxnId="{EF13D946-42BF-4870-B367-1D998EE9ED89}">
      <dgm:prSet/>
      <dgm:spPr/>
      <dgm:t>
        <a:bodyPr/>
        <a:lstStyle/>
        <a:p>
          <a:endParaRPr lang="tr-TR"/>
        </a:p>
      </dgm:t>
    </dgm:pt>
    <dgm:pt modelId="{758796BA-4B95-4A77-A04B-BC1E5D24BF11}">
      <dgm:prSet/>
      <dgm:spPr/>
      <dgm:t>
        <a:bodyPr/>
        <a:lstStyle/>
        <a:p>
          <a:r>
            <a:rPr lang="en-US" dirty="0"/>
            <a:t>recipient</a:t>
          </a:r>
          <a:endParaRPr lang="tr-TR" dirty="0"/>
        </a:p>
      </dgm:t>
    </dgm:pt>
    <dgm:pt modelId="{61F628A5-8E6E-43E8-B6F5-CC897EF8AA9A}" type="parTrans" cxnId="{10501EDB-B9A8-4CBA-95C7-A61FC0802502}">
      <dgm:prSet/>
      <dgm:spPr/>
      <dgm:t>
        <a:bodyPr/>
        <a:lstStyle/>
        <a:p>
          <a:endParaRPr lang="tr-TR"/>
        </a:p>
      </dgm:t>
    </dgm:pt>
    <dgm:pt modelId="{3E5C0D82-F395-4607-AFE9-44ABF25F6FAD}" type="sibTrans" cxnId="{10501EDB-B9A8-4CBA-95C7-A61FC0802502}">
      <dgm:prSet/>
      <dgm:spPr/>
      <dgm:t>
        <a:bodyPr/>
        <a:lstStyle/>
        <a:p>
          <a:endParaRPr lang="tr-TR"/>
        </a:p>
      </dgm:t>
    </dgm:pt>
    <dgm:pt modelId="{C2F08014-8961-4B1E-8F25-AD4A24A62035}">
      <dgm:prSet/>
      <dgm:spPr/>
      <dgm:t>
        <a:bodyPr/>
        <a:lstStyle/>
        <a:p>
          <a:r>
            <a:rPr lang="en-US"/>
            <a:t>the long redeem script to spend it.</a:t>
          </a:r>
          <a:endParaRPr lang="tr-TR"/>
        </a:p>
      </dgm:t>
    </dgm:pt>
    <dgm:pt modelId="{BF7F5053-33AA-4BB0-B42F-CE607029E25E}" type="parTrans" cxnId="{BEF2BEC6-2CD9-47E1-BA04-DB5FE374F6EE}">
      <dgm:prSet/>
      <dgm:spPr/>
      <dgm:t>
        <a:bodyPr/>
        <a:lstStyle/>
        <a:p>
          <a:endParaRPr lang="tr-TR"/>
        </a:p>
      </dgm:t>
    </dgm:pt>
    <dgm:pt modelId="{BE91811C-E944-47B5-B910-7A8522762730}" type="sibTrans" cxnId="{BEF2BEC6-2CD9-47E1-BA04-DB5FE374F6EE}">
      <dgm:prSet/>
      <dgm:spPr/>
      <dgm:t>
        <a:bodyPr/>
        <a:lstStyle/>
        <a:p>
          <a:endParaRPr lang="tr-TR"/>
        </a:p>
      </dgm:t>
    </dgm:pt>
    <dgm:pt modelId="{71E81325-0F96-4C6E-AF12-B2A084E0BD80}">
      <dgm:prSet/>
      <dgm:spPr/>
      <dgm:t>
        <a:bodyPr/>
        <a:lstStyle/>
        <a:p>
          <a:r>
            <a:rPr lang="tr-TR"/>
            <a:t>Long script</a:t>
          </a:r>
        </a:p>
      </dgm:t>
    </dgm:pt>
    <dgm:pt modelId="{CF0C4E1D-26AC-414C-A88B-618298625777}" type="parTrans" cxnId="{CEF07099-7A92-4371-A93F-128B67E3555A}">
      <dgm:prSet/>
      <dgm:spPr/>
      <dgm:t>
        <a:bodyPr/>
        <a:lstStyle/>
        <a:p>
          <a:endParaRPr lang="tr-TR"/>
        </a:p>
      </dgm:t>
    </dgm:pt>
    <dgm:pt modelId="{2712AE52-DC8C-4216-8D89-6E0E69418A3B}" type="sibTrans" cxnId="{CEF07099-7A92-4371-A93F-128B67E3555A}">
      <dgm:prSet/>
      <dgm:spPr/>
      <dgm:t>
        <a:bodyPr/>
        <a:lstStyle/>
        <a:p>
          <a:endParaRPr lang="tr-TR"/>
        </a:p>
      </dgm:t>
    </dgm:pt>
    <dgm:pt modelId="{BB498FD9-F308-4391-9B49-FAADD6E396AE}">
      <dgm:prSet/>
      <dgm:spPr/>
      <dgm:t>
        <a:bodyPr/>
        <a:lstStyle/>
        <a:p>
          <a:r>
            <a:rPr lang="en-US"/>
            <a:t>in data storage for the long script</a:t>
          </a:r>
          <a:endParaRPr lang="tr-TR"/>
        </a:p>
      </dgm:t>
    </dgm:pt>
    <dgm:pt modelId="{243107FE-CE0B-4A6E-8190-62D637EF128E}" type="parTrans" cxnId="{E585A988-A7EC-4673-ACAF-6F3A5E3EA36E}">
      <dgm:prSet/>
      <dgm:spPr/>
      <dgm:t>
        <a:bodyPr/>
        <a:lstStyle/>
        <a:p>
          <a:endParaRPr lang="tr-TR"/>
        </a:p>
      </dgm:t>
    </dgm:pt>
    <dgm:pt modelId="{7AA61E8B-4CF5-497E-A198-354D63CFCABB}" type="sibTrans" cxnId="{E585A988-A7EC-4673-ACAF-6F3A5E3EA36E}">
      <dgm:prSet/>
      <dgm:spPr/>
      <dgm:t>
        <a:bodyPr/>
        <a:lstStyle/>
        <a:p>
          <a:endParaRPr lang="tr-TR"/>
        </a:p>
      </dgm:t>
    </dgm:pt>
    <dgm:pt modelId="{0C45D6D8-B059-4C26-A210-8BB666642A15}">
      <dgm:prSet/>
      <dgm:spPr/>
      <dgm:t>
        <a:bodyPr/>
        <a:lstStyle/>
        <a:p>
          <a:r>
            <a:rPr lang="en-US"/>
            <a:t>shifts the burden</a:t>
          </a:r>
          <a:endParaRPr lang="tr-TR"/>
        </a:p>
      </dgm:t>
    </dgm:pt>
    <dgm:pt modelId="{9D132223-DDF7-40A2-85C4-585CCC39B40D}" type="parTrans" cxnId="{C91C0FF4-E775-4E9E-8CDE-5FC5414FC2AC}">
      <dgm:prSet/>
      <dgm:spPr/>
      <dgm:t>
        <a:bodyPr/>
        <a:lstStyle/>
        <a:p>
          <a:endParaRPr lang="tr-TR"/>
        </a:p>
      </dgm:t>
    </dgm:pt>
    <dgm:pt modelId="{97625724-9470-4261-8BCC-F45024FF0D3D}" type="sibTrans" cxnId="{C91C0FF4-E775-4E9E-8CDE-5FC5414FC2AC}">
      <dgm:prSet/>
      <dgm:spPr/>
      <dgm:t>
        <a:bodyPr/>
        <a:lstStyle/>
        <a:p>
          <a:endParaRPr lang="tr-TR"/>
        </a:p>
      </dgm:t>
    </dgm:pt>
    <dgm:pt modelId="{6B5CB555-64AB-4A47-828C-10CAC5D108B3}">
      <dgm:prSet/>
      <dgm:spPr/>
      <dgm:t>
        <a:bodyPr/>
        <a:lstStyle/>
        <a:p>
          <a:r>
            <a:rPr lang="en-US"/>
            <a:t>cost of a long script from the sender </a:t>
          </a:r>
          <a:endParaRPr lang="tr-TR"/>
        </a:p>
      </dgm:t>
    </dgm:pt>
    <dgm:pt modelId="{407303AE-1D8B-49A0-9478-184AE1215329}" type="parTrans" cxnId="{2025243E-B55B-4F2B-861C-DBB2E3CB50D5}">
      <dgm:prSet/>
      <dgm:spPr/>
      <dgm:t>
        <a:bodyPr/>
        <a:lstStyle/>
        <a:p>
          <a:endParaRPr lang="tr-TR"/>
        </a:p>
      </dgm:t>
    </dgm:pt>
    <dgm:pt modelId="{4A05D74E-2C34-4BC2-9A6A-BBCB1910C3DB}" type="sibTrans" cxnId="{2025243E-B55B-4F2B-861C-DBB2E3CB50D5}">
      <dgm:prSet/>
      <dgm:spPr/>
      <dgm:t>
        <a:bodyPr/>
        <a:lstStyle/>
        <a:p>
          <a:endParaRPr lang="tr-TR"/>
        </a:p>
      </dgm:t>
    </dgm:pt>
    <dgm:pt modelId="{2AFD176A-FFBE-421D-A44F-5ADA7B7F9C13}">
      <dgm:prSet/>
      <dgm:spPr/>
      <dgm:t>
        <a:bodyPr/>
        <a:lstStyle/>
        <a:p>
          <a:r>
            <a:rPr lang="en-US"/>
            <a:t>has to include </a:t>
          </a:r>
          <a:endParaRPr lang="tr-TR"/>
        </a:p>
      </dgm:t>
    </dgm:pt>
    <dgm:pt modelId="{F2358078-643A-44EA-87F5-719AECCBD8FE}" type="parTrans" cxnId="{D6C64CDD-D23C-4205-9725-EA180E200DA4}">
      <dgm:prSet/>
      <dgm:spPr/>
      <dgm:t>
        <a:bodyPr/>
        <a:lstStyle/>
        <a:p>
          <a:endParaRPr lang="tr-TR"/>
        </a:p>
      </dgm:t>
    </dgm:pt>
    <dgm:pt modelId="{02541D70-2776-4DCA-9A68-F3427FB61590}" type="sibTrans" cxnId="{D6C64CDD-D23C-4205-9725-EA180E200DA4}">
      <dgm:prSet/>
      <dgm:spPr/>
      <dgm:t>
        <a:bodyPr/>
        <a:lstStyle/>
        <a:p>
          <a:endParaRPr lang="tr-TR"/>
        </a:p>
      </dgm:t>
    </dgm:pt>
    <dgm:pt modelId="{9E1A15AC-EBD3-465E-BD32-7E5D1EA24B1C}" type="pres">
      <dgm:prSet presAssocID="{E2B748C3-F24D-4E14-BC24-95FA36780598}" presName="Name0" presStyleCnt="0">
        <dgm:presLayoutVars>
          <dgm:dir/>
          <dgm:animLvl val="lvl"/>
          <dgm:resizeHandles val="exact"/>
        </dgm:presLayoutVars>
      </dgm:prSet>
      <dgm:spPr/>
    </dgm:pt>
    <dgm:pt modelId="{C41E335F-34FC-4593-ABF2-D7F5E5AC7A4D}" type="pres">
      <dgm:prSet presAssocID="{0A008787-B403-4C85-B56B-26BBDD63269A}" presName="linNode" presStyleCnt="0"/>
      <dgm:spPr/>
    </dgm:pt>
    <dgm:pt modelId="{C5E6EC85-1A70-4F81-96C9-A29AECE65A4C}" type="pres">
      <dgm:prSet presAssocID="{0A008787-B403-4C85-B56B-26BBDD63269A}" presName="parentText" presStyleLbl="node1" presStyleIdx="0" presStyleCnt="4">
        <dgm:presLayoutVars>
          <dgm:chMax val="1"/>
          <dgm:bulletEnabled val="1"/>
        </dgm:presLayoutVars>
      </dgm:prSet>
      <dgm:spPr/>
    </dgm:pt>
    <dgm:pt modelId="{2FC969FE-310F-4EEF-8A73-D651BA071249}" type="pres">
      <dgm:prSet presAssocID="{0A008787-B403-4C85-B56B-26BBDD63269A}" presName="descendantText" presStyleLbl="alignAccFollowNode1" presStyleIdx="0" presStyleCnt="4">
        <dgm:presLayoutVars>
          <dgm:bulletEnabled val="1"/>
        </dgm:presLayoutVars>
      </dgm:prSet>
      <dgm:spPr/>
    </dgm:pt>
    <dgm:pt modelId="{992FA56F-ECF3-47FC-A643-F5B5AA7C2B82}" type="pres">
      <dgm:prSet presAssocID="{368C1729-21AC-41CA-BA16-FB35B9238FD6}" presName="sp" presStyleCnt="0"/>
      <dgm:spPr/>
    </dgm:pt>
    <dgm:pt modelId="{3654644D-FF6C-4BB3-83D9-4627F872CD61}" type="pres">
      <dgm:prSet presAssocID="{71E81325-0F96-4C6E-AF12-B2A084E0BD80}" presName="linNode" presStyleCnt="0"/>
      <dgm:spPr/>
    </dgm:pt>
    <dgm:pt modelId="{A6FA8B88-21F4-459A-B0FE-4AB107EEBD4B}" type="pres">
      <dgm:prSet presAssocID="{71E81325-0F96-4C6E-AF12-B2A084E0BD80}" presName="parentText" presStyleLbl="node1" presStyleIdx="1" presStyleCnt="4">
        <dgm:presLayoutVars>
          <dgm:chMax val="1"/>
          <dgm:bulletEnabled val="1"/>
        </dgm:presLayoutVars>
      </dgm:prSet>
      <dgm:spPr/>
    </dgm:pt>
    <dgm:pt modelId="{592F6061-FF22-4DBC-8212-91173AD05AB8}" type="pres">
      <dgm:prSet presAssocID="{71E81325-0F96-4C6E-AF12-B2A084E0BD80}" presName="descendantText" presStyleLbl="alignAccFollowNode1" presStyleIdx="1" presStyleCnt="4">
        <dgm:presLayoutVars>
          <dgm:bulletEnabled val="1"/>
        </dgm:presLayoutVars>
      </dgm:prSet>
      <dgm:spPr/>
    </dgm:pt>
    <dgm:pt modelId="{C03968A7-04D0-4E47-A4FC-92B53CC56BD2}" type="pres">
      <dgm:prSet presAssocID="{2712AE52-DC8C-4216-8D89-6E0E69418A3B}" presName="sp" presStyleCnt="0"/>
      <dgm:spPr/>
    </dgm:pt>
    <dgm:pt modelId="{06B996FE-4ADD-4602-84A2-9FD84C6F9194}" type="pres">
      <dgm:prSet presAssocID="{1C6C8F62-F507-4B90-8E3E-C09E2DA4A5AB}" presName="linNode" presStyleCnt="0"/>
      <dgm:spPr/>
    </dgm:pt>
    <dgm:pt modelId="{9D0BFAE2-C9E4-4F5B-85FB-DB2860357F53}" type="pres">
      <dgm:prSet presAssocID="{1C6C8F62-F507-4B90-8E3E-C09E2DA4A5AB}" presName="parentText" presStyleLbl="node1" presStyleIdx="2" presStyleCnt="4">
        <dgm:presLayoutVars>
          <dgm:chMax val="1"/>
          <dgm:bulletEnabled val="1"/>
        </dgm:presLayoutVars>
      </dgm:prSet>
      <dgm:spPr/>
    </dgm:pt>
    <dgm:pt modelId="{8621D2D9-CDA8-4E99-AD74-460925BE27C2}" type="pres">
      <dgm:prSet presAssocID="{1C6C8F62-F507-4B90-8E3E-C09E2DA4A5AB}" presName="descendantText" presStyleLbl="alignAccFollowNode1" presStyleIdx="2" presStyleCnt="4">
        <dgm:presLayoutVars>
          <dgm:bulletEnabled val="1"/>
        </dgm:presLayoutVars>
      </dgm:prSet>
      <dgm:spPr/>
    </dgm:pt>
    <dgm:pt modelId="{FF56F861-DC18-4A08-B9C9-36D783F9040B}" type="pres">
      <dgm:prSet presAssocID="{B6F750EC-47DE-4A74-B152-91E6DC1563A8}" presName="sp" presStyleCnt="0"/>
      <dgm:spPr/>
    </dgm:pt>
    <dgm:pt modelId="{8698011D-EB20-409A-8567-E7E5FAEBC07F}" type="pres">
      <dgm:prSet presAssocID="{758796BA-4B95-4A77-A04B-BC1E5D24BF11}" presName="linNode" presStyleCnt="0"/>
      <dgm:spPr/>
    </dgm:pt>
    <dgm:pt modelId="{537E5654-F8E2-4A21-BF56-174230997537}" type="pres">
      <dgm:prSet presAssocID="{758796BA-4B95-4A77-A04B-BC1E5D24BF11}" presName="parentText" presStyleLbl="node1" presStyleIdx="3" presStyleCnt="4">
        <dgm:presLayoutVars>
          <dgm:chMax val="1"/>
          <dgm:bulletEnabled val="1"/>
        </dgm:presLayoutVars>
      </dgm:prSet>
      <dgm:spPr/>
    </dgm:pt>
    <dgm:pt modelId="{46B5784A-69B4-459A-9A94-30947D1E6518}" type="pres">
      <dgm:prSet presAssocID="{758796BA-4B95-4A77-A04B-BC1E5D24BF11}" presName="descendantText" presStyleLbl="alignAccFollowNode1" presStyleIdx="3" presStyleCnt="4">
        <dgm:presLayoutVars>
          <dgm:bulletEnabled val="1"/>
        </dgm:presLayoutVars>
      </dgm:prSet>
      <dgm:spPr/>
    </dgm:pt>
  </dgm:ptLst>
  <dgm:cxnLst>
    <dgm:cxn modelId="{95522A06-160C-4C4D-B7F2-D82CAB8F6B08}" type="presOf" srcId="{6B5CB555-64AB-4A47-828C-10CAC5D108B3}" destId="{8621D2D9-CDA8-4E99-AD74-460925BE27C2}" srcOrd="0" destOrd="0" presId="urn:microsoft.com/office/officeart/2005/8/layout/vList5"/>
    <dgm:cxn modelId="{D0A36708-1454-4CE7-AB5F-CAABEDBDAF61}" type="presOf" srcId="{1C6C8F62-F507-4B90-8E3E-C09E2DA4A5AB}" destId="{9D0BFAE2-C9E4-4F5B-85FB-DB2860357F53}" srcOrd="0" destOrd="0" presId="urn:microsoft.com/office/officeart/2005/8/layout/vList5"/>
    <dgm:cxn modelId="{0389AA17-C9B2-44BC-BD25-0C3DD066016F}" srcId="{71E81325-0F96-4C6E-AF12-B2A084E0BD80}" destId="{B6E68214-E430-4F10-AE38-0F007949C9BB}" srcOrd="1" destOrd="0" parTransId="{6B6CD0C4-1707-4877-8E77-E29EFC91CBBB}" sibTransId="{B9491A5D-0238-4502-A385-2C2FA543B385}"/>
    <dgm:cxn modelId="{2025243E-B55B-4F2B-861C-DBB2E3CB50D5}" srcId="{1C6C8F62-F507-4B90-8E3E-C09E2DA4A5AB}" destId="{6B5CB555-64AB-4A47-828C-10CAC5D108B3}" srcOrd="0" destOrd="0" parTransId="{407303AE-1D8B-49A0-9478-184AE1215329}" sibTransId="{4A05D74E-2C34-4BC2-9A6A-BBCB1910C3DB}"/>
    <dgm:cxn modelId="{F73EB041-336A-4809-B4B4-81D0ECF608B3}" type="presOf" srcId="{C2F08014-8961-4B1E-8F25-AD4A24A62035}" destId="{46B5784A-69B4-459A-9A94-30947D1E6518}" srcOrd="0" destOrd="1" presId="urn:microsoft.com/office/officeart/2005/8/layout/vList5"/>
    <dgm:cxn modelId="{39427D66-08A6-41EA-9DAF-33DC42864377}" type="presOf" srcId="{0A008787-B403-4C85-B56B-26BBDD63269A}" destId="{C5E6EC85-1A70-4F81-96C9-A29AECE65A4C}" srcOrd="0" destOrd="0" presId="urn:microsoft.com/office/officeart/2005/8/layout/vList5"/>
    <dgm:cxn modelId="{EF13D946-42BF-4870-B367-1D998EE9ED89}" srcId="{1C6C8F62-F507-4B90-8E3E-C09E2DA4A5AB}" destId="{5A127923-0154-4D41-8CAB-C669AC07A99C}" srcOrd="1" destOrd="0" parTransId="{6BFD5ED9-3440-4F45-995E-4CC7E5CD3F8E}" sibTransId="{CD902AA4-F77D-4B59-998D-86C5B875108E}"/>
    <dgm:cxn modelId="{5D91016A-3CC7-419B-86D0-B36A2AB2D8F2}" type="presOf" srcId="{0C45D6D8-B059-4C26-A210-8BB666642A15}" destId="{2FC969FE-310F-4EEF-8A73-D651BA071249}" srcOrd="0" destOrd="0" presId="urn:microsoft.com/office/officeart/2005/8/layout/vList5"/>
    <dgm:cxn modelId="{1503634B-63FC-454D-B18F-A3C6991CEEA6}" type="presOf" srcId="{758796BA-4B95-4A77-A04B-BC1E5D24BF11}" destId="{537E5654-F8E2-4A21-BF56-174230997537}" srcOrd="0" destOrd="0" presId="urn:microsoft.com/office/officeart/2005/8/layout/vList5"/>
    <dgm:cxn modelId="{61306E7D-FEEB-4DE1-851F-CEF342172E46}" srcId="{71E81325-0F96-4C6E-AF12-B2A084E0BD80}" destId="{EE9FCD33-A656-433E-B7E4-CE4BC911D85A}" srcOrd="2" destOrd="0" parTransId="{B84E518B-B872-47F4-AA30-354C417B3A90}" sibTransId="{4BC66A14-A519-4DF2-9235-4BB131F1D098}"/>
    <dgm:cxn modelId="{2D867087-3A1F-4B55-9860-0B733E4A8B25}" srcId="{E2B748C3-F24D-4E14-BC24-95FA36780598}" destId="{1C6C8F62-F507-4B90-8E3E-C09E2DA4A5AB}" srcOrd="2" destOrd="0" parTransId="{63939DCA-FEC0-4CB6-85F9-C5C1FE62EAAF}" sibTransId="{B6F750EC-47DE-4A74-B152-91E6DC1563A8}"/>
    <dgm:cxn modelId="{E585A988-A7EC-4673-ACAF-6F3A5E3EA36E}" srcId="{71E81325-0F96-4C6E-AF12-B2A084E0BD80}" destId="{BB498FD9-F308-4391-9B49-FAADD6E396AE}" srcOrd="0" destOrd="0" parTransId="{243107FE-CE0B-4A6E-8190-62D637EF128E}" sibTransId="{7AA61E8B-4CF5-497E-A198-354D63CFCABB}"/>
    <dgm:cxn modelId="{4D893C8A-AA59-46EC-9CBC-F77847318032}" type="presOf" srcId="{BB498FD9-F308-4391-9B49-FAADD6E396AE}" destId="{592F6061-FF22-4DBC-8212-91173AD05AB8}" srcOrd="0" destOrd="0" presId="urn:microsoft.com/office/officeart/2005/8/layout/vList5"/>
    <dgm:cxn modelId="{CEF07099-7A92-4371-A93F-128B67E3555A}" srcId="{E2B748C3-F24D-4E14-BC24-95FA36780598}" destId="{71E81325-0F96-4C6E-AF12-B2A084E0BD80}" srcOrd="1" destOrd="0" parTransId="{CF0C4E1D-26AC-414C-A88B-618298625777}" sibTransId="{2712AE52-DC8C-4216-8D89-6E0E69418A3B}"/>
    <dgm:cxn modelId="{EACC9D9C-F4DA-4F3D-91F1-63DF92CC1BCA}" type="presOf" srcId="{5A127923-0154-4D41-8CAB-C669AC07A99C}" destId="{8621D2D9-CDA8-4E99-AD74-460925BE27C2}" srcOrd="0" destOrd="1" presId="urn:microsoft.com/office/officeart/2005/8/layout/vList5"/>
    <dgm:cxn modelId="{57B10FA7-5041-45B5-879E-9C92D6BAE343}" type="presOf" srcId="{71E81325-0F96-4C6E-AF12-B2A084E0BD80}" destId="{A6FA8B88-21F4-459A-B0FE-4AB107EEBD4B}" srcOrd="0" destOrd="0" presId="urn:microsoft.com/office/officeart/2005/8/layout/vList5"/>
    <dgm:cxn modelId="{3F6D41AD-FB30-4DF9-BE7B-F1B4FF20BD7A}" type="presOf" srcId="{EE9FCD33-A656-433E-B7E4-CE4BC911D85A}" destId="{592F6061-FF22-4DBC-8212-91173AD05AB8}" srcOrd="0" destOrd="2" presId="urn:microsoft.com/office/officeart/2005/8/layout/vList5"/>
    <dgm:cxn modelId="{4AD222C1-D39B-43EC-9237-09A5E24D7A3E}" type="presOf" srcId="{2AFD176A-FFBE-421D-A44F-5ADA7B7F9C13}" destId="{46B5784A-69B4-459A-9A94-30947D1E6518}" srcOrd="0" destOrd="0" presId="urn:microsoft.com/office/officeart/2005/8/layout/vList5"/>
    <dgm:cxn modelId="{BEF2BEC6-2CD9-47E1-BA04-DB5FE374F6EE}" srcId="{758796BA-4B95-4A77-A04B-BC1E5D24BF11}" destId="{C2F08014-8961-4B1E-8F25-AD4A24A62035}" srcOrd="1" destOrd="0" parTransId="{BF7F5053-33AA-4BB0-B42F-CE607029E25E}" sibTransId="{BE91811C-E944-47B5-B910-7A8522762730}"/>
    <dgm:cxn modelId="{6AE190CF-E371-4718-B9E5-652B55E0F600}" type="presOf" srcId="{B6E68214-E430-4F10-AE38-0F007949C9BB}" destId="{592F6061-FF22-4DBC-8212-91173AD05AB8}" srcOrd="0" destOrd="1" presId="urn:microsoft.com/office/officeart/2005/8/layout/vList5"/>
    <dgm:cxn modelId="{10501EDB-B9A8-4CBA-95C7-A61FC0802502}" srcId="{E2B748C3-F24D-4E14-BC24-95FA36780598}" destId="{758796BA-4B95-4A77-A04B-BC1E5D24BF11}" srcOrd="3" destOrd="0" parTransId="{61F628A5-8E6E-43E8-B6F5-CC897EF8AA9A}" sibTransId="{3E5C0D82-F395-4607-AFE9-44ABF25F6FAD}"/>
    <dgm:cxn modelId="{D6C64CDD-D23C-4205-9725-EA180E200DA4}" srcId="{758796BA-4B95-4A77-A04B-BC1E5D24BF11}" destId="{2AFD176A-FFBE-421D-A44F-5ADA7B7F9C13}" srcOrd="0" destOrd="0" parTransId="{F2358078-643A-44EA-87F5-719AECCBD8FE}" sibTransId="{02541D70-2776-4DCA-9A68-F3427FB61590}"/>
    <dgm:cxn modelId="{D4AD89EE-1DAD-4AE6-BD7B-13C951CEFACA}" type="presOf" srcId="{E2B748C3-F24D-4E14-BC24-95FA36780598}" destId="{9E1A15AC-EBD3-465E-BD32-7E5D1EA24B1C}" srcOrd="0" destOrd="0" presId="urn:microsoft.com/office/officeart/2005/8/layout/vList5"/>
    <dgm:cxn modelId="{AAD5DAF2-6AB1-4E58-AD94-24CB57A7A0DB}" srcId="{E2B748C3-F24D-4E14-BC24-95FA36780598}" destId="{0A008787-B403-4C85-B56B-26BBDD63269A}" srcOrd="0" destOrd="0" parTransId="{2EFEB41C-313A-40A5-8268-B3AB1CB24CD4}" sibTransId="{368C1729-21AC-41CA-BA16-FB35B9238FD6}"/>
    <dgm:cxn modelId="{C91C0FF4-E775-4E9E-8CDE-5FC5414FC2AC}" srcId="{0A008787-B403-4C85-B56B-26BBDD63269A}" destId="{0C45D6D8-B059-4C26-A210-8BB666642A15}" srcOrd="0" destOrd="0" parTransId="{9D132223-DDF7-40A2-85C4-585CCC39B40D}" sibTransId="{97625724-9470-4261-8BCC-F45024FF0D3D}"/>
    <dgm:cxn modelId="{E76FC6CD-DE95-4142-B624-63088CEC5B83}" type="presParOf" srcId="{9E1A15AC-EBD3-465E-BD32-7E5D1EA24B1C}" destId="{C41E335F-34FC-4593-ABF2-D7F5E5AC7A4D}" srcOrd="0" destOrd="0" presId="urn:microsoft.com/office/officeart/2005/8/layout/vList5"/>
    <dgm:cxn modelId="{A9EE15ED-ED92-4CEA-8F5A-548928B3FE5B}" type="presParOf" srcId="{C41E335F-34FC-4593-ABF2-D7F5E5AC7A4D}" destId="{C5E6EC85-1A70-4F81-96C9-A29AECE65A4C}" srcOrd="0" destOrd="0" presId="urn:microsoft.com/office/officeart/2005/8/layout/vList5"/>
    <dgm:cxn modelId="{5225B5FC-F572-4DC9-BB48-F7920DFAFBBE}" type="presParOf" srcId="{C41E335F-34FC-4593-ABF2-D7F5E5AC7A4D}" destId="{2FC969FE-310F-4EEF-8A73-D651BA071249}" srcOrd="1" destOrd="0" presId="urn:microsoft.com/office/officeart/2005/8/layout/vList5"/>
    <dgm:cxn modelId="{FD6B9AFE-0836-421E-AB8E-A6F9705D0355}" type="presParOf" srcId="{9E1A15AC-EBD3-465E-BD32-7E5D1EA24B1C}" destId="{992FA56F-ECF3-47FC-A643-F5B5AA7C2B82}" srcOrd="1" destOrd="0" presId="urn:microsoft.com/office/officeart/2005/8/layout/vList5"/>
    <dgm:cxn modelId="{DD52283D-0C7E-4C1D-9539-BDA76A692649}" type="presParOf" srcId="{9E1A15AC-EBD3-465E-BD32-7E5D1EA24B1C}" destId="{3654644D-FF6C-4BB3-83D9-4627F872CD61}" srcOrd="2" destOrd="0" presId="urn:microsoft.com/office/officeart/2005/8/layout/vList5"/>
    <dgm:cxn modelId="{19365723-7DA9-4E16-A2E5-B7C6984E8245}" type="presParOf" srcId="{3654644D-FF6C-4BB3-83D9-4627F872CD61}" destId="{A6FA8B88-21F4-459A-B0FE-4AB107EEBD4B}" srcOrd="0" destOrd="0" presId="urn:microsoft.com/office/officeart/2005/8/layout/vList5"/>
    <dgm:cxn modelId="{56931159-E550-4B43-B816-D8F2333BB535}" type="presParOf" srcId="{3654644D-FF6C-4BB3-83D9-4627F872CD61}" destId="{592F6061-FF22-4DBC-8212-91173AD05AB8}" srcOrd="1" destOrd="0" presId="urn:microsoft.com/office/officeart/2005/8/layout/vList5"/>
    <dgm:cxn modelId="{08B81F8B-8FB7-4C19-A751-1905980764C4}" type="presParOf" srcId="{9E1A15AC-EBD3-465E-BD32-7E5D1EA24B1C}" destId="{C03968A7-04D0-4E47-A4FC-92B53CC56BD2}" srcOrd="3" destOrd="0" presId="urn:microsoft.com/office/officeart/2005/8/layout/vList5"/>
    <dgm:cxn modelId="{053D14B0-DF58-46BA-B2EE-E9B212D002F9}" type="presParOf" srcId="{9E1A15AC-EBD3-465E-BD32-7E5D1EA24B1C}" destId="{06B996FE-4ADD-4602-84A2-9FD84C6F9194}" srcOrd="4" destOrd="0" presId="urn:microsoft.com/office/officeart/2005/8/layout/vList5"/>
    <dgm:cxn modelId="{1ADCEE66-4FBC-4E07-AC1C-5B95A33359AB}" type="presParOf" srcId="{06B996FE-4ADD-4602-84A2-9FD84C6F9194}" destId="{9D0BFAE2-C9E4-4F5B-85FB-DB2860357F53}" srcOrd="0" destOrd="0" presId="urn:microsoft.com/office/officeart/2005/8/layout/vList5"/>
    <dgm:cxn modelId="{1896AC61-238B-427C-9784-84D9367461D3}" type="presParOf" srcId="{06B996FE-4ADD-4602-84A2-9FD84C6F9194}" destId="{8621D2D9-CDA8-4E99-AD74-460925BE27C2}" srcOrd="1" destOrd="0" presId="urn:microsoft.com/office/officeart/2005/8/layout/vList5"/>
    <dgm:cxn modelId="{B755930E-6BA9-4546-8C0F-488B5A663463}" type="presParOf" srcId="{9E1A15AC-EBD3-465E-BD32-7E5D1EA24B1C}" destId="{FF56F861-DC18-4A08-B9C9-36D783F9040B}" srcOrd="5" destOrd="0" presId="urn:microsoft.com/office/officeart/2005/8/layout/vList5"/>
    <dgm:cxn modelId="{849ADDBF-B236-4125-8172-DD4162AC09AF}" type="presParOf" srcId="{9E1A15AC-EBD3-465E-BD32-7E5D1EA24B1C}" destId="{8698011D-EB20-409A-8567-E7E5FAEBC07F}" srcOrd="6" destOrd="0" presId="urn:microsoft.com/office/officeart/2005/8/layout/vList5"/>
    <dgm:cxn modelId="{CB4259CD-09A2-43F0-B4E6-285F4D27617A}" type="presParOf" srcId="{8698011D-EB20-409A-8567-E7E5FAEBC07F}" destId="{537E5654-F8E2-4A21-BF56-174230997537}" srcOrd="0" destOrd="0" presId="urn:microsoft.com/office/officeart/2005/8/layout/vList5"/>
    <dgm:cxn modelId="{2871F89A-5F18-4A71-92A3-2C69FF3EDA35}" type="presParOf" srcId="{8698011D-EB20-409A-8567-E7E5FAEBC07F}" destId="{46B5784A-69B4-459A-9A94-30947D1E6518}" srcOrd="1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5.xml><?xml version="1.0" encoding="utf-8"?>
<dgm:dataModel xmlns:dgm="http://schemas.openxmlformats.org/drawingml/2006/diagram" xmlns:a="http://schemas.openxmlformats.org/drawingml/2006/main">
  <dgm:ptLst>
    <dgm:pt modelId="{F4D42F85-2BFA-4D52-903A-A4ADE5ABFB3B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8AEC0A46-F71E-4262-A30E-45E4BDDBABA7}">
      <dgm:prSet/>
      <dgm:spPr/>
      <dgm:t>
        <a:bodyPr/>
        <a:lstStyle/>
        <a:p>
          <a:r>
            <a:rPr lang="tr-TR"/>
            <a:t>Limitation on </a:t>
          </a:r>
          <a:endParaRPr lang="en-US"/>
        </a:p>
      </dgm:t>
    </dgm:pt>
    <dgm:pt modelId="{81A8048A-636B-4117-90EC-F4D706C08F0C}" type="parTrans" cxnId="{822699E8-1215-4CE0-91D2-ECF91E21F6F1}">
      <dgm:prSet/>
      <dgm:spPr/>
      <dgm:t>
        <a:bodyPr/>
        <a:lstStyle/>
        <a:p>
          <a:endParaRPr lang="en-US"/>
        </a:p>
      </dgm:t>
    </dgm:pt>
    <dgm:pt modelId="{4C435DE4-6480-4C80-A394-9663E97E1552}" type="sibTrans" cxnId="{822699E8-1215-4CE0-91D2-ECF91E21F6F1}">
      <dgm:prSet/>
      <dgm:spPr/>
      <dgm:t>
        <a:bodyPr/>
        <a:lstStyle/>
        <a:p>
          <a:endParaRPr lang="en-US"/>
        </a:p>
      </dgm:t>
    </dgm:pt>
    <dgm:pt modelId="{F94962C5-6AB8-4E4B-8E51-D7F313D54A45}">
      <dgm:prSet/>
      <dgm:spPr/>
      <dgm:t>
        <a:bodyPr/>
        <a:lstStyle/>
        <a:p>
          <a:r>
            <a:rPr lang="en-US"/>
            <a:t>Prior </a:t>
          </a:r>
          <a:r>
            <a:rPr lang="en-US" b="1"/>
            <a:t>Pay-to-Script-Hash</a:t>
          </a:r>
          <a:r>
            <a:rPr lang="en-US"/>
            <a:t> </a:t>
          </a:r>
        </a:p>
      </dgm:t>
    </dgm:pt>
    <dgm:pt modelId="{4C5C12DF-E7F3-4466-8BFD-3B61070CA78B}" type="parTrans" cxnId="{DE81D632-899C-4BC2-BC57-3BCF698B2CEC}">
      <dgm:prSet/>
      <dgm:spPr/>
      <dgm:t>
        <a:bodyPr/>
        <a:lstStyle/>
        <a:p>
          <a:endParaRPr lang="en-US"/>
        </a:p>
      </dgm:t>
    </dgm:pt>
    <dgm:pt modelId="{E1AF436B-B7E4-4648-AD37-8F7324FF09C9}" type="sibTrans" cxnId="{DE81D632-899C-4BC2-BC57-3BCF698B2CEC}">
      <dgm:prSet/>
      <dgm:spPr/>
      <dgm:t>
        <a:bodyPr/>
        <a:lstStyle/>
        <a:p>
          <a:endParaRPr lang="en-US"/>
        </a:p>
      </dgm:t>
    </dgm:pt>
    <dgm:pt modelId="{AB94D649-7C3F-4570-89DA-B77297E65D93}">
      <dgm:prSet/>
      <dgm:spPr/>
      <dgm:t>
        <a:bodyPr/>
        <a:lstStyle/>
        <a:p>
          <a:r>
            <a:rPr lang="en-US"/>
            <a:t>version 0.9.2 of the Bitcoin Core client</a:t>
          </a:r>
        </a:p>
      </dgm:t>
    </dgm:pt>
    <dgm:pt modelId="{334857FB-1940-4699-B839-8C983E88B093}" type="parTrans" cxnId="{3F956872-CC66-4C58-8389-E6DEECED635D}">
      <dgm:prSet/>
      <dgm:spPr/>
      <dgm:t>
        <a:bodyPr/>
        <a:lstStyle/>
        <a:p>
          <a:endParaRPr lang="en-US"/>
        </a:p>
      </dgm:t>
    </dgm:pt>
    <dgm:pt modelId="{54D44904-DEE7-4CEC-AEB8-8EA31A8F3214}" type="sibTrans" cxnId="{3F956872-CC66-4C58-8389-E6DEECED635D}">
      <dgm:prSet/>
      <dgm:spPr/>
      <dgm:t>
        <a:bodyPr/>
        <a:lstStyle/>
        <a:p>
          <a:endParaRPr lang="en-US"/>
        </a:p>
      </dgm:t>
    </dgm:pt>
    <dgm:pt modelId="{E725B4CD-D1A5-4AC4-8F66-7F8C8799C4EE}">
      <dgm:prSet/>
      <dgm:spPr/>
      <dgm:t>
        <a:bodyPr/>
        <a:lstStyle/>
        <a:p>
          <a:r>
            <a:rPr lang="en-US" dirty="0"/>
            <a:t>Pay-to-Script-Hash</a:t>
          </a:r>
        </a:p>
      </dgm:t>
    </dgm:pt>
    <dgm:pt modelId="{88C27213-7F88-4064-B99E-DB2F8A5514A3}" type="parTrans" cxnId="{14A80C02-C616-4353-9F93-330AF95C5166}">
      <dgm:prSet/>
      <dgm:spPr/>
      <dgm:t>
        <a:bodyPr/>
        <a:lstStyle/>
        <a:p>
          <a:endParaRPr lang="en-US"/>
        </a:p>
      </dgm:t>
    </dgm:pt>
    <dgm:pt modelId="{A090A4AB-615C-4452-AAAA-8176492A41F0}" type="sibTrans" cxnId="{14A80C02-C616-4353-9F93-330AF95C5166}">
      <dgm:prSet/>
      <dgm:spPr/>
      <dgm:t>
        <a:bodyPr/>
        <a:lstStyle/>
        <a:p>
          <a:endParaRPr lang="en-US"/>
        </a:p>
      </dgm:t>
    </dgm:pt>
    <dgm:pt modelId="{34B19AFB-4D17-4FE0-AD77-9BDDE7FBB49C}">
      <dgm:prSet/>
      <dgm:spPr/>
      <dgm:t>
        <a:bodyPr/>
        <a:lstStyle/>
        <a:p>
          <a:r>
            <a:rPr lang="en-US"/>
            <a:t>by the isStandard() function. </a:t>
          </a:r>
        </a:p>
      </dgm:t>
    </dgm:pt>
    <dgm:pt modelId="{EDB2AF0B-C413-461B-B315-EDA8CA8C2AAD}" type="parTrans" cxnId="{CAB5A9AE-7ECE-43BE-A66B-36009A55B5B0}">
      <dgm:prSet/>
      <dgm:spPr/>
      <dgm:t>
        <a:bodyPr/>
        <a:lstStyle/>
        <a:p>
          <a:endParaRPr lang="en-US"/>
        </a:p>
      </dgm:t>
    </dgm:pt>
    <dgm:pt modelId="{97D6F363-8177-4E83-B97A-9C7F70176D7A}" type="sibTrans" cxnId="{CAB5A9AE-7ECE-43BE-A66B-36009A55B5B0}">
      <dgm:prSet/>
      <dgm:spPr/>
      <dgm:t>
        <a:bodyPr/>
        <a:lstStyle/>
        <a:p>
          <a:endParaRPr lang="en-US"/>
        </a:p>
      </dgm:t>
    </dgm:pt>
    <dgm:pt modelId="{8B3994E9-5245-4CB0-A5EB-5DF222B2C295}">
      <dgm:prSet/>
      <dgm:spPr/>
      <dgm:t>
        <a:bodyPr/>
        <a:lstStyle/>
        <a:p>
          <a:r>
            <a:rPr lang="en-US" dirty="0"/>
            <a:t>was limited to the</a:t>
          </a:r>
          <a:r>
            <a:rPr lang="tr-TR" dirty="0"/>
            <a:t> </a:t>
          </a:r>
          <a:r>
            <a:rPr lang="en-US" dirty="0"/>
            <a:t>standard types of bitcoin transaction scripts</a:t>
          </a:r>
        </a:p>
      </dgm:t>
    </dgm:pt>
    <dgm:pt modelId="{BB92EB11-6EA3-4AF0-ABEB-FBBBB645B93B}" type="parTrans" cxnId="{FCCE4B16-47BA-41D0-971B-2BBE82CE5517}">
      <dgm:prSet/>
      <dgm:spPr/>
      <dgm:t>
        <a:bodyPr/>
        <a:lstStyle/>
        <a:p>
          <a:endParaRPr lang="tr-TR"/>
        </a:p>
      </dgm:t>
    </dgm:pt>
    <dgm:pt modelId="{E4FBE0B0-8E77-4DFA-B088-611BC8370C73}" type="sibTrans" cxnId="{FCCE4B16-47BA-41D0-971B-2BBE82CE5517}">
      <dgm:prSet/>
      <dgm:spPr/>
      <dgm:t>
        <a:bodyPr/>
        <a:lstStyle/>
        <a:p>
          <a:endParaRPr lang="tr-TR"/>
        </a:p>
      </dgm:t>
    </dgm:pt>
    <dgm:pt modelId="{5098AE1D-99BA-492C-A490-1D9E9D848CA6}" type="pres">
      <dgm:prSet presAssocID="{F4D42F85-2BFA-4D52-903A-A4ADE5ABFB3B}" presName="linear" presStyleCnt="0">
        <dgm:presLayoutVars>
          <dgm:dir/>
          <dgm:animLvl val="lvl"/>
          <dgm:resizeHandles val="exact"/>
        </dgm:presLayoutVars>
      </dgm:prSet>
      <dgm:spPr/>
    </dgm:pt>
    <dgm:pt modelId="{54958EAB-73FA-4613-A9A1-987639C810D7}" type="pres">
      <dgm:prSet presAssocID="{8AEC0A46-F71E-4262-A30E-45E4BDDBABA7}" presName="parentLin" presStyleCnt="0"/>
      <dgm:spPr/>
    </dgm:pt>
    <dgm:pt modelId="{5E6357BA-95DC-4797-BF39-07D3352A8BFF}" type="pres">
      <dgm:prSet presAssocID="{8AEC0A46-F71E-4262-A30E-45E4BDDBABA7}" presName="parentLeftMargin" presStyleLbl="node1" presStyleIdx="0" presStyleCnt="2"/>
      <dgm:spPr/>
    </dgm:pt>
    <dgm:pt modelId="{CBAD6F55-D78E-4FDB-87AD-5A49673613F3}" type="pres">
      <dgm:prSet presAssocID="{8AEC0A46-F71E-4262-A30E-45E4BDDBABA7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29EB8E17-154A-4742-8744-77653FBCB9CE}" type="pres">
      <dgm:prSet presAssocID="{8AEC0A46-F71E-4262-A30E-45E4BDDBABA7}" presName="negativeSpace" presStyleCnt="0"/>
      <dgm:spPr/>
    </dgm:pt>
    <dgm:pt modelId="{3E1D8782-DF36-43BB-939E-9D3005440A21}" type="pres">
      <dgm:prSet presAssocID="{8AEC0A46-F71E-4262-A30E-45E4BDDBABA7}" presName="childText" presStyleLbl="conFgAcc1" presStyleIdx="0" presStyleCnt="2">
        <dgm:presLayoutVars>
          <dgm:bulletEnabled val="1"/>
        </dgm:presLayoutVars>
      </dgm:prSet>
      <dgm:spPr/>
    </dgm:pt>
    <dgm:pt modelId="{DDD56716-0F5E-41C6-AA83-B9ECE1DE5ABD}" type="pres">
      <dgm:prSet presAssocID="{4C435DE4-6480-4C80-A394-9663E97E1552}" presName="spaceBetweenRectangles" presStyleCnt="0"/>
      <dgm:spPr/>
    </dgm:pt>
    <dgm:pt modelId="{416E8F1E-98CE-4E3D-A892-E4F9CBED2BEC}" type="pres">
      <dgm:prSet presAssocID="{E725B4CD-D1A5-4AC4-8F66-7F8C8799C4EE}" presName="parentLin" presStyleCnt="0"/>
      <dgm:spPr/>
    </dgm:pt>
    <dgm:pt modelId="{C1628559-CA12-4D6B-AED9-0EBDE0E718BC}" type="pres">
      <dgm:prSet presAssocID="{E725B4CD-D1A5-4AC4-8F66-7F8C8799C4EE}" presName="parentLeftMargin" presStyleLbl="node1" presStyleIdx="0" presStyleCnt="2"/>
      <dgm:spPr/>
    </dgm:pt>
    <dgm:pt modelId="{51490791-1307-4AE9-B041-93CA860978FB}" type="pres">
      <dgm:prSet presAssocID="{E725B4CD-D1A5-4AC4-8F66-7F8C8799C4EE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3028C34B-0644-4A21-AC9B-1287BEE8D508}" type="pres">
      <dgm:prSet presAssocID="{E725B4CD-D1A5-4AC4-8F66-7F8C8799C4EE}" presName="negativeSpace" presStyleCnt="0"/>
      <dgm:spPr/>
    </dgm:pt>
    <dgm:pt modelId="{B5A1B2B4-04F5-4B82-85C6-8C5E91A1E851}" type="pres">
      <dgm:prSet presAssocID="{E725B4CD-D1A5-4AC4-8F66-7F8C8799C4EE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14A80C02-C616-4353-9F93-330AF95C5166}" srcId="{F4D42F85-2BFA-4D52-903A-A4ADE5ABFB3B}" destId="{E725B4CD-D1A5-4AC4-8F66-7F8C8799C4EE}" srcOrd="1" destOrd="0" parTransId="{88C27213-7F88-4064-B99E-DB2F8A5514A3}" sibTransId="{A090A4AB-615C-4452-AAAA-8176492A41F0}"/>
    <dgm:cxn modelId="{FCCE4B16-47BA-41D0-971B-2BBE82CE5517}" srcId="{E725B4CD-D1A5-4AC4-8F66-7F8C8799C4EE}" destId="{8B3994E9-5245-4CB0-A5EB-5DF222B2C295}" srcOrd="0" destOrd="0" parTransId="{BB92EB11-6EA3-4AF0-ABEB-FBBBB645B93B}" sibTransId="{E4FBE0B0-8E77-4DFA-B088-611BC8370C73}"/>
    <dgm:cxn modelId="{F7E9B627-F74D-481D-B976-15060B8961D6}" type="presOf" srcId="{34B19AFB-4D17-4FE0-AD77-9BDDE7FBB49C}" destId="{B5A1B2B4-04F5-4B82-85C6-8C5E91A1E851}" srcOrd="0" destOrd="1" presId="urn:microsoft.com/office/officeart/2005/8/layout/list1"/>
    <dgm:cxn modelId="{CCEAD52D-B5AE-4819-9162-3CD5664908B0}" type="presOf" srcId="{F94962C5-6AB8-4E4B-8E51-D7F313D54A45}" destId="{3E1D8782-DF36-43BB-939E-9D3005440A21}" srcOrd="0" destOrd="0" presId="urn:microsoft.com/office/officeart/2005/8/layout/list1"/>
    <dgm:cxn modelId="{E1EF5F31-50BA-4E1D-A37D-DC8E48015703}" type="presOf" srcId="{8AEC0A46-F71E-4262-A30E-45E4BDDBABA7}" destId="{5E6357BA-95DC-4797-BF39-07D3352A8BFF}" srcOrd="0" destOrd="0" presId="urn:microsoft.com/office/officeart/2005/8/layout/list1"/>
    <dgm:cxn modelId="{DE81D632-899C-4BC2-BC57-3BCF698B2CEC}" srcId="{8AEC0A46-F71E-4262-A30E-45E4BDDBABA7}" destId="{F94962C5-6AB8-4E4B-8E51-D7F313D54A45}" srcOrd="0" destOrd="0" parTransId="{4C5C12DF-E7F3-4466-8BFD-3B61070CA78B}" sibTransId="{E1AF436B-B7E4-4648-AD37-8F7324FF09C9}"/>
    <dgm:cxn modelId="{62445263-754E-4D16-8D5C-A05A5BA9C272}" type="presOf" srcId="{E725B4CD-D1A5-4AC4-8F66-7F8C8799C4EE}" destId="{C1628559-CA12-4D6B-AED9-0EBDE0E718BC}" srcOrd="0" destOrd="0" presId="urn:microsoft.com/office/officeart/2005/8/layout/list1"/>
    <dgm:cxn modelId="{3F956872-CC66-4C58-8389-E6DEECED635D}" srcId="{8AEC0A46-F71E-4262-A30E-45E4BDDBABA7}" destId="{AB94D649-7C3F-4570-89DA-B77297E65D93}" srcOrd="1" destOrd="0" parTransId="{334857FB-1940-4699-B839-8C983E88B093}" sibTransId="{54D44904-DEE7-4CEC-AEB8-8EA31A8F3214}"/>
    <dgm:cxn modelId="{F19B8B55-25B1-4AB9-A306-6F4D04AD35AE}" type="presOf" srcId="{E725B4CD-D1A5-4AC4-8F66-7F8C8799C4EE}" destId="{51490791-1307-4AE9-B041-93CA860978FB}" srcOrd="1" destOrd="0" presId="urn:microsoft.com/office/officeart/2005/8/layout/list1"/>
    <dgm:cxn modelId="{DD0B0E7A-DCC5-4254-94DC-C7CD83E1BB12}" type="presOf" srcId="{8AEC0A46-F71E-4262-A30E-45E4BDDBABA7}" destId="{CBAD6F55-D78E-4FDB-87AD-5A49673613F3}" srcOrd="1" destOrd="0" presId="urn:microsoft.com/office/officeart/2005/8/layout/list1"/>
    <dgm:cxn modelId="{CB928589-6CBE-480F-8C7F-4BC842CFCED2}" type="presOf" srcId="{F4D42F85-2BFA-4D52-903A-A4ADE5ABFB3B}" destId="{5098AE1D-99BA-492C-A490-1D9E9D848CA6}" srcOrd="0" destOrd="0" presId="urn:microsoft.com/office/officeart/2005/8/layout/list1"/>
    <dgm:cxn modelId="{BBB3BFA4-C486-49DD-BB16-ACD0420DA1BC}" type="presOf" srcId="{AB94D649-7C3F-4570-89DA-B77297E65D93}" destId="{3E1D8782-DF36-43BB-939E-9D3005440A21}" srcOrd="0" destOrd="1" presId="urn:microsoft.com/office/officeart/2005/8/layout/list1"/>
    <dgm:cxn modelId="{08E775A9-DEE0-4623-9191-0F9E1EDB565B}" type="presOf" srcId="{8B3994E9-5245-4CB0-A5EB-5DF222B2C295}" destId="{B5A1B2B4-04F5-4B82-85C6-8C5E91A1E851}" srcOrd="0" destOrd="0" presId="urn:microsoft.com/office/officeart/2005/8/layout/list1"/>
    <dgm:cxn modelId="{CAB5A9AE-7ECE-43BE-A66B-36009A55B5B0}" srcId="{E725B4CD-D1A5-4AC4-8F66-7F8C8799C4EE}" destId="{34B19AFB-4D17-4FE0-AD77-9BDDE7FBB49C}" srcOrd="1" destOrd="0" parTransId="{EDB2AF0B-C413-461B-B315-EDA8CA8C2AAD}" sibTransId="{97D6F363-8177-4E83-B97A-9C7F70176D7A}"/>
    <dgm:cxn modelId="{822699E8-1215-4CE0-91D2-ECF91E21F6F1}" srcId="{F4D42F85-2BFA-4D52-903A-A4ADE5ABFB3B}" destId="{8AEC0A46-F71E-4262-A30E-45E4BDDBABA7}" srcOrd="0" destOrd="0" parTransId="{81A8048A-636B-4117-90EC-F4D706C08F0C}" sibTransId="{4C435DE4-6480-4C80-A394-9663E97E1552}"/>
    <dgm:cxn modelId="{8F177CB1-37D8-4E55-8FEC-69A8D57A574C}" type="presParOf" srcId="{5098AE1D-99BA-492C-A490-1D9E9D848CA6}" destId="{54958EAB-73FA-4613-A9A1-987639C810D7}" srcOrd="0" destOrd="0" presId="urn:microsoft.com/office/officeart/2005/8/layout/list1"/>
    <dgm:cxn modelId="{7496A365-E630-4BA3-90A6-606CBEE08303}" type="presParOf" srcId="{54958EAB-73FA-4613-A9A1-987639C810D7}" destId="{5E6357BA-95DC-4797-BF39-07D3352A8BFF}" srcOrd="0" destOrd="0" presId="urn:microsoft.com/office/officeart/2005/8/layout/list1"/>
    <dgm:cxn modelId="{CBF41084-37C7-4B79-9233-BC5F369B7853}" type="presParOf" srcId="{54958EAB-73FA-4613-A9A1-987639C810D7}" destId="{CBAD6F55-D78E-4FDB-87AD-5A49673613F3}" srcOrd="1" destOrd="0" presId="urn:microsoft.com/office/officeart/2005/8/layout/list1"/>
    <dgm:cxn modelId="{F6F52230-2D64-4190-80E3-6A391ECB3989}" type="presParOf" srcId="{5098AE1D-99BA-492C-A490-1D9E9D848CA6}" destId="{29EB8E17-154A-4742-8744-77653FBCB9CE}" srcOrd="1" destOrd="0" presId="urn:microsoft.com/office/officeart/2005/8/layout/list1"/>
    <dgm:cxn modelId="{8086229F-79CF-4DCE-8985-94C6E6CD6FF6}" type="presParOf" srcId="{5098AE1D-99BA-492C-A490-1D9E9D848CA6}" destId="{3E1D8782-DF36-43BB-939E-9D3005440A21}" srcOrd="2" destOrd="0" presId="urn:microsoft.com/office/officeart/2005/8/layout/list1"/>
    <dgm:cxn modelId="{10874AEE-95C5-402A-98A1-EC85736B57F2}" type="presParOf" srcId="{5098AE1D-99BA-492C-A490-1D9E9D848CA6}" destId="{DDD56716-0F5E-41C6-AA83-B9ECE1DE5ABD}" srcOrd="3" destOrd="0" presId="urn:microsoft.com/office/officeart/2005/8/layout/list1"/>
    <dgm:cxn modelId="{64085EC5-558B-40CA-A182-3FED8FAD2DA9}" type="presParOf" srcId="{5098AE1D-99BA-492C-A490-1D9E9D848CA6}" destId="{416E8F1E-98CE-4E3D-A892-E4F9CBED2BEC}" srcOrd="4" destOrd="0" presId="urn:microsoft.com/office/officeart/2005/8/layout/list1"/>
    <dgm:cxn modelId="{8E8DF81D-2E87-4393-82D8-957C0AC60D9E}" type="presParOf" srcId="{416E8F1E-98CE-4E3D-A892-E4F9CBED2BEC}" destId="{C1628559-CA12-4D6B-AED9-0EBDE0E718BC}" srcOrd="0" destOrd="0" presId="urn:microsoft.com/office/officeart/2005/8/layout/list1"/>
    <dgm:cxn modelId="{B8298192-04B6-4E14-A070-7DC09B5FB8EF}" type="presParOf" srcId="{416E8F1E-98CE-4E3D-A892-E4F9CBED2BEC}" destId="{51490791-1307-4AE9-B041-93CA860978FB}" srcOrd="1" destOrd="0" presId="urn:microsoft.com/office/officeart/2005/8/layout/list1"/>
    <dgm:cxn modelId="{79741270-BDA5-41FD-A814-8509F66C416E}" type="presParOf" srcId="{5098AE1D-99BA-492C-A490-1D9E9D848CA6}" destId="{3028C34B-0644-4A21-AC9B-1287BEE8D508}" srcOrd="5" destOrd="0" presId="urn:microsoft.com/office/officeart/2005/8/layout/list1"/>
    <dgm:cxn modelId="{046870FD-5A7B-4662-BC98-6A346F5FAA9C}" type="presParOf" srcId="{5098AE1D-99BA-492C-A490-1D9E9D848CA6}" destId="{B5A1B2B4-04F5-4B82-85C6-8C5E91A1E851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6.xml><?xml version="1.0" encoding="utf-8"?>
<dgm:dataModel xmlns:dgm="http://schemas.openxmlformats.org/drawingml/2006/diagram" xmlns:a="http://schemas.openxmlformats.org/drawingml/2006/main">
  <dgm:ptLst>
    <dgm:pt modelId="{923B1674-85B1-424A-8C13-F6AE82D570A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F53BAD11-1887-4791-ADEF-964754AF658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As of version 0.9.2 of the Bitcoin Core client, </a:t>
          </a:r>
        </a:p>
      </dgm:t>
    </dgm:pt>
    <dgm:pt modelId="{9278E39F-5C6B-4259-9EDD-64D5F0F1E737}" type="parTrans" cxnId="{1D8152FE-2FEB-457A-96CB-785098EB69F0}">
      <dgm:prSet/>
      <dgm:spPr/>
      <dgm:t>
        <a:bodyPr/>
        <a:lstStyle/>
        <a:p>
          <a:endParaRPr lang="en-US"/>
        </a:p>
      </dgm:t>
    </dgm:pt>
    <dgm:pt modelId="{1C5AA7ED-E088-475F-B449-D4092463E3F7}" type="sibTrans" cxnId="{1D8152FE-2FEB-457A-96CB-785098EB69F0}">
      <dgm:prSet/>
      <dgm:spPr/>
      <dgm:t>
        <a:bodyPr/>
        <a:lstStyle/>
        <a:p>
          <a:endParaRPr lang="en-US"/>
        </a:p>
      </dgm:t>
    </dgm:pt>
    <dgm:pt modelId="{44FBD8F5-321B-4077-A39D-AFB7E377E20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P2SH transactions can contain any valid</a:t>
          </a:r>
          <a:r>
            <a:rPr lang="tr-TR"/>
            <a:t> </a:t>
          </a:r>
          <a:r>
            <a:rPr lang="en-US"/>
            <a:t>script, </a:t>
          </a:r>
        </a:p>
      </dgm:t>
    </dgm:pt>
    <dgm:pt modelId="{055C84C0-A40E-4582-BE64-16AC1C9615A9}" type="parTrans" cxnId="{408251FA-58D7-4A97-9E8C-1B38227FD218}">
      <dgm:prSet/>
      <dgm:spPr/>
      <dgm:t>
        <a:bodyPr/>
        <a:lstStyle/>
        <a:p>
          <a:endParaRPr lang="en-US"/>
        </a:p>
      </dgm:t>
    </dgm:pt>
    <dgm:pt modelId="{E939DECD-6071-4F51-B736-3D71A705E776}" type="sibTrans" cxnId="{408251FA-58D7-4A97-9E8C-1B38227FD218}">
      <dgm:prSet/>
      <dgm:spPr/>
      <dgm:t>
        <a:bodyPr/>
        <a:lstStyle/>
        <a:p>
          <a:endParaRPr lang="en-US"/>
        </a:p>
      </dgm:t>
    </dgm:pt>
    <dgm:pt modelId="{1AA4280A-C7D7-4EB8-8576-CB0858D7C44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making the P2SH standard much more flexible</a:t>
          </a:r>
        </a:p>
      </dgm:t>
    </dgm:pt>
    <dgm:pt modelId="{CAF1ABE3-5CE6-42B7-9B2D-2D6924694872}" type="parTrans" cxnId="{C0433979-F5F0-48CA-A779-5174C80799FF}">
      <dgm:prSet/>
      <dgm:spPr/>
      <dgm:t>
        <a:bodyPr/>
        <a:lstStyle/>
        <a:p>
          <a:endParaRPr lang="en-US"/>
        </a:p>
      </dgm:t>
    </dgm:pt>
    <dgm:pt modelId="{7EA8722E-314D-4A1B-BD4C-07E8725631A8}" type="sibTrans" cxnId="{C0433979-F5F0-48CA-A779-5174C80799FF}">
      <dgm:prSet/>
      <dgm:spPr/>
      <dgm:t>
        <a:bodyPr/>
        <a:lstStyle/>
        <a:p>
          <a:endParaRPr lang="en-US"/>
        </a:p>
      </dgm:t>
    </dgm:pt>
    <dgm:pt modelId="{A51346A7-4139-41ED-88BB-B79A865B0C3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allowing for experimentation</a:t>
          </a:r>
        </a:p>
      </dgm:t>
    </dgm:pt>
    <dgm:pt modelId="{14AAB600-9DC3-4E6D-8119-E6258B29202C}" type="parTrans" cxnId="{630B186A-9D72-4023-8798-CC1E79C39893}">
      <dgm:prSet/>
      <dgm:spPr/>
      <dgm:t>
        <a:bodyPr/>
        <a:lstStyle/>
        <a:p>
          <a:endParaRPr lang="en-US"/>
        </a:p>
      </dgm:t>
    </dgm:pt>
    <dgm:pt modelId="{45F4A78A-F681-4BCE-B628-BC20B6955954}" type="sibTrans" cxnId="{630B186A-9D72-4023-8798-CC1E79C39893}">
      <dgm:prSet/>
      <dgm:spPr/>
      <dgm:t>
        <a:bodyPr/>
        <a:lstStyle/>
        <a:p>
          <a:endParaRPr lang="en-US"/>
        </a:p>
      </dgm:t>
    </dgm:pt>
    <dgm:pt modelId="{EA331CD1-9BE0-461E-9181-6DB762DB00E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 many novel and complex types of transactions.</a:t>
          </a:r>
        </a:p>
      </dgm:t>
    </dgm:pt>
    <dgm:pt modelId="{A6479CB2-5E27-481F-B0C6-6E615D1BA1F9}" type="parTrans" cxnId="{0C5C71FB-C224-42BE-A1DA-A57C8F4E656C}">
      <dgm:prSet/>
      <dgm:spPr/>
      <dgm:t>
        <a:bodyPr/>
        <a:lstStyle/>
        <a:p>
          <a:endParaRPr lang="en-US"/>
        </a:p>
      </dgm:t>
    </dgm:pt>
    <dgm:pt modelId="{77F87618-2E9E-4BAC-B6BF-A1C127EF5118}" type="sibTrans" cxnId="{0C5C71FB-C224-42BE-A1DA-A57C8F4E656C}">
      <dgm:prSet/>
      <dgm:spPr/>
      <dgm:t>
        <a:bodyPr/>
        <a:lstStyle/>
        <a:p>
          <a:endParaRPr lang="en-US"/>
        </a:p>
      </dgm:t>
    </dgm:pt>
    <dgm:pt modelId="{686BB740-1761-461C-843A-953507B1A5F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No recursion</a:t>
          </a:r>
          <a:endParaRPr lang="en-US"/>
        </a:p>
      </dgm:t>
    </dgm:pt>
    <dgm:pt modelId="{C19BC8A2-F53F-4DDC-BC7F-11B38D2563B2}" type="parTrans" cxnId="{6830BD98-1CB2-495F-8D58-24E6DC006B9C}">
      <dgm:prSet/>
      <dgm:spPr/>
      <dgm:t>
        <a:bodyPr/>
        <a:lstStyle/>
        <a:p>
          <a:endParaRPr lang="en-US"/>
        </a:p>
      </dgm:t>
    </dgm:pt>
    <dgm:pt modelId="{123E2E09-0B9E-4F69-AAC7-72CECE9D9F5C}" type="sibTrans" cxnId="{6830BD98-1CB2-495F-8D58-24E6DC006B9C}">
      <dgm:prSet/>
      <dgm:spPr/>
      <dgm:t>
        <a:bodyPr/>
        <a:lstStyle/>
        <a:p>
          <a:endParaRPr lang="en-US"/>
        </a:p>
      </dgm:t>
    </dgm:pt>
    <dgm:pt modelId="{284D18D6-D17C-4759-9736-BCCCABD1082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you are not able to put a P2SH inside a P2SH redeem script, </a:t>
          </a:r>
        </a:p>
      </dgm:t>
    </dgm:pt>
    <dgm:pt modelId="{220FB1A1-D029-4DF1-9155-CCC5BFB9E519}" type="parTrans" cxnId="{68736AD1-7C59-4E2B-9899-57D6BBA3943D}">
      <dgm:prSet/>
      <dgm:spPr/>
      <dgm:t>
        <a:bodyPr/>
        <a:lstStyle/>
        <a:p>
          <a:endParaRPr lang="en-US"/>
        </a:p>
      </dgm:t>
    </dgm:pt>
    <dgm:pt modelId="{9843653F-ADED-442A-8B48-513A227E798E}" type="sibTrans" cxnId="{68736AD1-7C59-4E2B-9899-57D6BBA3943D}">
      <dgm:prSet/>
      <dgm:spPr/>
      <dgm:t>
        <a:bodyPr/>
        <a:lstStyle/>
        <a:p>
          <a:endParaRPr lang="en-US"/>
        </a:p>
      </dgm:t>
    </dgm:pt>
    <dgm:pt modelId="{99357EF2-B051-4098-9FEB-EEBCBA47686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because the</a:t>
          </a:r>
          <a:r>
            <a:rPr lang="tr-TR"/>
            <a:t> </a:t>
          </a:r>
          <a:r>
            <a:rPr lang="en-US"/>
            <a:t>P2SH specification is not recursive.</a:t>
          </a:r>
        </a:p>
      </dgm:t>
    </dgm:pt>
    <dgm:pt modelId="{B2CA595D-160B-45AD-9DE7-E46BBF8BECF4}" type="parTrans" cxnId="{D656B5E9-71F4-4B8E-BFBB-78ABA03C85A6}">
      <dgm:prSet/>
      <dgm:spPr/>
      <dgm:t>
        <a:bodyPr/>
        <a:lstStyle/>
        <a:p>
          <a:endParaRPr lang="en-US"/>
        </a:p>
      </dgm:t>
    </dgm:pt>
    <dgm:pt modelId="{8AF78676-B6D5-4927-A07C-E38FDB6DD4D5}" type="sibTrans" cxnId="{D656B5E9-71F4-4B8E-BFBB-78ABA03C85A6}">
      <dgm:prSet/>
      <dgm:spPr/>
      <dgm:t>
        <a:bodyPr/>
        <a:lstStyle/>
        <a:p>
          <a:endParaRPr lang="en-US"/>
        </a:p>
      </dgm:t>
    </dgm:pt>
    <dgm:pt modelId="{A86A4FDC-6B7E-4C80-990D-EB17D9FC09A5}" type="pres">
      <dgm:prSet presAssocID="{923B1674-85B1-424A-8C13-F6AE82D570AB}" presName="root" presStyleCnt="0">
        <dgm:presLayoutVars>
          <dgm:dir/>
          <dgm:resizeHandles val="exact"/>
        </dgm:presLayoutVars>
      </dgm:prSet>
      <dgm:spPr/>
    </dgm:pt>
    <dgm:pt modelId="{0123A9A7-ACF3-4DD9-AA75-AEDC79E09B9A}" type="pres">
      <dgm:prSet presAssocID="{F53BAD11-1887-4791-ADEF-964754AF658E}" presName="compNode" presStyleCnt="0"/>
      <dgm:spPr/>
    </dgm:pt>
    <dgm:pt modelId="{53FA7E1D-6F9A-4AF2-B3B7-F545F0521974}" type="pres">
      <dgm:prSet presAssocID="{F53BAD11-1887-4791-ADEF-964754AF658E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5E8C750C-ED11-4F89-8234-FDB13850F378}" type="pres">
      <dgm:prSet presAssocID="{F53BAD11-1887-4791-ADEF-964754AF658E}" presName="iconSpace" presStyleCnt="0"/>
      <dgm:spPr/>
    </dgm:pt>
    <dgm:pt modelId="{940B0371-0ED5-4296-B806-97711E599B45}" type="pres">
      <dgm:prSet presAssocID="{F53BAD11-1887-4791-ADEF-964754AF658E}" presName="parTx" presStyleLbl="revTx" presStyleIdx="0" presStyleCnt="6">
        <dgm:presLayoutVars>
          <dgm:chMax val="0"/>
          <dgm:chPref val="0"/>
        </dgm:presLayoutVars>
      </dgm:prSet>
      <dgm:spPr/>
    </dgm:pt>
    <dgm:pt modelId="{67A4F0B4-5725-4014-AB55-CAA6C3FF37B5}" type="pres">
      <dgm:prSet presAssocID="{F53BAD11-1887-4791-ADEF-964754AF658E}" presName="txSpace" presStyleCnt="0"/>
      <dgm:spPr/>
    </dgm:pt>
    <dgm:pt modelId="{69255082-EFD5-4F0A-A06B-304FFF63483E}" type="pres">
      <dgm:prSet presAssocID="{F53BAD11-1887-4791-ADEF-964754AF658E}" presName="desTx" presStyleLbl="revTx" presStyleIdx="1" presStyleCnt="6">
        <dgm:presLayoutVars/>
      </dgm:prSet>
      <dgm:spPr/>
    </dgm:pt>
    <dgm:pt modelId="{AB1440D2-E3B1-4466-81A2-D3ECA1A7A4F6}" type="pres">
      <dgm:prSet presAssocID="{1C5AA7ED-E088-475F-B449-D4092463E3F7}" presName="sibTrans" presStyleCnt="0"/>
      <dgm:spPr/>
    </dgm:pt>
    <dgm:pt modelId="{123184C7-AED6-45DC-8ECB-69E71CA58D4D}" type="pres">
      <dgm:prSet presAssocID="{A51346A7-4139-41ED-88BB-B79A865B0C38}" presName="compNode" presStyleCnt="0"/>
      <dgm:spPr/>
    </dgm:pt>
    <dgm:pt modelId="{6D47D805-E3BA-4E46-95EF-59F66600F068}" type="pres">
      <dgm:prSet presAssocID="{A51346A7-4139-41ED-88BB-B79A865B0C38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lim insanı"/>
        </a:ext>
      </dgm:extLst>
    </dgm:pt>
    <dgm:pt modelId="{4E6A0C44-55BC-43DD-B9AC-B1B4E7955914}" type="pres">
      <dgm:prSet presAssocID="{A51346A7-4139-41ED-88BB-B79A865B0C38}" presName="iconSpace" presStyleCnt="0"/>
      <dgm:spPr/>
    </dgm:pt>
    <dgm:pt modelId="{80F125B6-B133-45CF-962A-099902F48FB2}" type="pres">
      <dgm:prSet presAssocID="{A51346A7-4139-41ED-88BB-B79A865B0C38}" presName="parTx" presStyleLbl="revTx" presStyleIdx="2" presStyleCnt="6">
        <dgm:presLayoutVars>
          <dgm:chMax val="0"/>
          <dgm:chPref val="0"/>
        </dgm:presLayoutVars>
      </dgm:prSet>
      <dgm:spPr/>
    </dgm:pt>
    <dgm:pt modelId="{0AB0D7E6-4C1B-4C0A-B94C-E6349C9400DC}" type="pres">
      <dgm:prSet presAssocID="{A51346A7-4139-41ED-88BB-B79A865B0C38}" presName="txSpace" presStyleCnt="0"/>
      <dgm:spPr/>
    </dgm:pt>
    <dgm:pt modelId="{6D215E11-FBED-4C5C-B0A4-45464E97305A}" type="pres">
      <dgm:prSet presAssocID="{A51346A7-4139-41ED-88BB-B79A865B0C38}" presName="desTx" presStyleLbl="revTx" presStyleIdx="3" presStyleCnt="6">
        <dgm:presLayoutVars/>
      </dgm:prSet>
      <dgm:spPr/>
    </dgm:pt>
    <dgm:pt modelId="{C12DDC91-B58F-4017-97BB-8556CAB86BDB}" type="pres">
      <dgm:prSet presAssocID="{45F4A78A-F681-4BCE-B628-BC20B6955954}" presName="sibTrans" presStyleCnt="0"/>
      <dgm:spPr/>
    </dgm:pt>
    <dgm:pt modelId="{4A8D83F4-4F21-4C09-B488-D17C54FE2F16}" type="pres">
      <dgm:prSet presAssocID="{686BB740-1761-461C-843A-953507B1A5F8}" presName="compNode" presStyleCnt="0"/>
      <dgm:spPr/>
    </dgm:pt>
    <dgm:pt modelId="{D1847205-B859-4CB6-B457-3C200311CF18}" type="pres">
      <dgm:prSet presAssocID="{686BB740-1761-461C-843A-953507B1A5F8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Akış Çizelgesi"/>
        </a:ext>
      </dgm:extLst>
    </dgm:pt>
    <dgm:pt modelId="{A8B0B534-26FD-4437-8C91-FF49DF55D4D9}" type="pres">
      <dgm:prSet presAssocID="{686BB740-1761-461C-843A-953507B1A5F8}" presName="iconSpace" presStyleCnt="0"/>
      <dgm:spPr/>
    </dgm:pt>
    <dgm:pt modelId="{4A7BE2EA-DC77-4F3E-B6BA-A08346B003B3}" type="pres">
      <dgm:prSet presAssocID="{686BB740-1761-461C-843A-953507B1A5F8}" presName="parTx" presStyleLbl="revTx" presStyleIdx="4" presStyleCnt="6">
        <dgm:presLayoutVars>
          <dgm:chMax val="0"/>
          <dgm:chPref val="0"/>
        </dgm:presLayoutVars>
      </dgm:prSet>
      <dgm:spPr/>
    </dgm:pt>
    <dgm:pt modelId="{47E7ECE9-DC59-451E-949C-0C6348E2EBBA}" type="pres">
      <dgm:prSet presAssocID="{686BB740-1761-461C-843A-953507B1A5F8}" presName="txSpace" presStyleCnt="0"/>
      <dgm:spPr/>
    </dgm:pt>
    <dgm:pt modelId="{4CB18B1C-50A6-477D-B433-A46808A10C3B}" type="pres">
      <dgm:prSet presAssocID="{686BB740-1761-461C-843A-953507B1A5F8}" presName="desTx" presStyleLbl="revTx" presStyleIdx="5" presStyleCnt="6">
        <dgm:presLayoutVars/>
      </dgm:prSet>
      <dgm:spPr/>
    </dgm:pt>
  </dgm:ptLst>
  <dgm:cxnLst>
    <dgm:cxn modelId="{FCCD8E22-DF79-43B2-B18D-C5E85DD8C474}" type="presOf" srcId="{EA331CD1-9BE0-461E-9181-6DB762DB00EC}" destId="{6D215E11-FBED-4C5C-B0A4-45464E97305A}" srcOrd="0" destOrd="0" presId="urn:microsoft.com/office/officeart/2018/5/layout/CenteredIconLabelDescriptionList"/>
    <dgm:cxn modelId="{9368A260-4102-47D6-A9D8-D102D9D0DF11}" type="presOf" srcId="{99357EF2-B051-4098-9FEB-EEBCBA47686D}" destId="{4CB18B1C-50A6-477D-B433-A46808A10C3B}" srcOrd="0" destOrd="1" presId="urn:microsoft.com/office/officeart/2018/5/layout/CenteredIconLabelDescriptionList"/>
    <dgm:cxn modelId="{630B186A-9D72-4023-8798-CC1E79C39893}" srcId="{923B1674-85B1-424A-8C13-F6AE82D570AB}" destId="{A51346A7-4139-41ED-88BB-B79A865B0C38}" srcOrd="1" destOrd="0" parTransId="{14AAB600-9DC3-4E6D-8119-E6258B29202C}" sibTransId="{45F4A78A-F681-4BCE-B628-BC20B6955954}"/>
    <dgm:cxn modelId="{CC2FAF6E-70BF-4DCA-9A06-B274B66034E6}" type="presOf" srcId="{F53BAD11-1887-4791-ADEF-964754AF658E}" destId="{940B0371-0ED5-4296-B806-97711E599B45}" srcOrd="0" destOrd="0" presId="urn:microsoft.com/office/officeart/2018/5/layout/CenteredIconLabelDescriptionList"/>
    <dgm:cxn modelId="{C0433979-F5F0-48CA-A779-5174C80799FF}" srcId="{F53BAD11-1887-4791-ADEF-964754AF658E}" destId="{1AA4280A-C7D7-4EB8-8576-CB0858D7C442}" srcOrd="1" destOrd="0" parTransId="{CAF1ABE3-5CE6-42B7-9B2D-2D6924694872}" sibTransId="{7EA8722E-314D-4A1B-BD4C-07E8725631A8}"/>
    <dgm:cxn modelId="{F3B08B83-77B6-4856-ADEF-541800F46CDB}" type="presOf" srcId="{A51346A7-4139-41ED-88BB-B79A865B0C38}" destId="{80F125B6-B133-45CF-962A-099902F48FB2}" srcOrd="0" destOrd="0" presId="urn:microsoft.com/office/officeart/2018/5/layout/CenteredIconLabelDescriptionList"/>
    <dgm:cxn modelId="{6F217D8D-67F0-4F42-87B3-4AE820822744}" type="presOf" srcId="{284D18D6-D17C-4759-9736-BCCCABD10822}" destId="{4CB18B1C-50A6-477D-B433-A46808A10C3B}" srcOrd="0" destOrd="0" presId="urn:microsoft.com/office/officeart/2018/5/layout/CenteredIconLabelDescriptionList"/>
    <dgm:cxn modelId="{C5B82E98-7943-4711-8830-90E9A6E42319}" type="presOf" srcId="{923B1674-85B1-424A-8C13-F6AE82D570AB}" destId="{A86A4FDC-6B7E-4C80-990D-EB17D9FC09A5}" srcOrd="0" destOrd="0" presId="urn:microsoft.com/office/officeart/2018/5/layout/CenteredIconLabelDescriptionList"/>
    <dgm:cxn modelId="{6830BD98-1CB2-495F-8D58-24E6DC006B9C}" srcId="{923B1674-85B1-424A-8C13-F6AE82D570AB}" destId="{686BB740-1761-461C-843A-953507B1A5F8}" srcOrd="2" destOrd="0" parTransId="{C19BC8A2-F53F-4DDC-BC7F-11B38D2563B2}" sibTransId="{123E2E09-0B9E-4F69-AAC7-72CECE9D9F5C}"/>
    <dgm:cxn modelId="{A655BD9F-8559-4115-B309-5571BC643598}" type="presOf" srcId="{44FBD8F5-321B-4077-A39D-AFB7E377E204}" destId="{69255082-EFD5-4F0A-A06B-304FFF63483E}" srcOrd="0" destOrd="0" presId="urn:microsoft.com/office/officeart/2018/5/layout/CenteredIconLabelDescriptionList"/>
    <dgm:cxn modelId="{D090ABA5-AFC9-4E30-B90C-B8C557FB6027}" type="presOf" srcId="{1AA4280A-C7D7-4EB8-8576-CB0858D7C442}" destId="{69255082-EFD5-4F0A-A06B-304FFF63483E}" srcOrd="0" destOrd="1" presId="urn:microsoft.com/office/officeart/2018/5/layout/CenteredIconLabelDescriptionList"/>
    <dgm:cxn modelId="{68736AD1-7C59-4E2B-9899-57D6BBA3943D}" srcId="{686BB740-1761-461C-843A-953507B1A5F8}" destId="{284D18D6-D17C-4759-9736-BCCCABD10822}" srcOrd="0" destOrd="0" parTransId="{220FB1A1-D029-4DF1-9155-CCC5BFB9E519}" sibTransId="{9843653F-ADED-442A-8B48-513A227E798E}"/>
    <dgm:cxn modelId="{BEE6A2DD-0568-40D3-9938-C749B92F5384}" type="presOf" srcId="{686BB740-1761-461C-843A-953507B1A5F8}" destId="{4A7BE2EA-DC77-4F3E-B6BA-A08346B003B3}" srcOrd="0" destOrd="0" presId="urn:microsoft.com/office/officeart/2018/5/layout/CenteredIconLabelDescriptionList"/>
    <dgm:cxn modelId="{D656B5E9-71F4-4B8E-BFBB-78ABA03C85A6}" srcId="{686BB740-1761-461C-843A-953507B1A5F8}" destId="{99357EF2-B051-4098-9FEB-EEBCBA47686D}" srcOrd="1" destOrd="0" parTransId="{B2CA595D-160B-45AD-9DE7-E46BBF8BECF4}" sibTransId="{8AF78676-B6D5-4927-A07C-E38FDB6DD4D5}"/>
    <dgm:cxn modelId="{408251FA-58D7-4A97-9E8C-1B38227FD218}" srcId="{F53BAD11-1887-4791-ADEF-964754AF658E}" destId="{44FBD8F5-321B-4077-A39D-AFB7E377E204}" srcOrd="0" destOrd="0" parTransId="{055C84C0-A40E-4582-BE64-16AC1C9615A9}" sibTransId="{E939DECD-6071-4F51-B736-3D71A705E776}"/>
    <dgm:cxn modelId="{0C5C71FB-C224-42BE-A1DA-A57C8F4E656C}" srcId="{A51346A7-4139-41ED-88BB-B79A865B0C38}" destId="{EA331CD1-9BE0-461E-9181-6DB762DB00EC}" srcOrd="0" destOrd="0" parTransId="{A6479CB2-5E27-481F-B0C6-6E615D1BA1F9}" sibTransId="{77F87618-2E9E-4BAC-B6BF-A1C127EF5118}"/>
    <dgm:cxn modelId="{1D8152FE-2FEB-457A-96CB-785098EB69F0}" srcId="{923B1674-85B1-424A-8C13-F6AE82D570AB}" destId="{F53BAD11-1887-4791-ADEF-964754AF658E}" srcOrd="0" destOrd="0" parTransId="{9278E39F-5C6B-4259-9EDD-64D5F0F1E737}" sibTransId="{1C5AA7ED-E088-475F-B449-D4092463E3F7}"/>
    <dgm:cxn modelId="{C10A6E2B-A148-4942-8331-E22B659567D9}" type="presParOf" srcId="{A86A4FDC-6B7E-4C80-990D-EB17D9FC09A5}" destId="{0123A9A7-ACF3-4DD9-AA75-AEDC79E09B9A}" srcOrd="0" destOrd="0" presId="urn:microsoft.com/office/officeart/2018/5/layout/CenteredIconLabelDescriptionList"/>
    <dgm:cxn modelId="{DE2C5FE9-2ADE-4526-AE04-456B9D463CFF}" type="presParOf" srcId="{0123A9A7-ACF3-4DD9-AA75-AEDC79E09B9A}" destId="{53FA7E1D-6F9A-4AF2-B3B7-F545F0521974}" srcOrd="0" destOrd="0" presId="urn:microsoft.com/office/officeart/2018/5/layout/CenteredIconLabelDescriptionList"/>
    <dgm:cxn modelId="{CCE923D3-0813-4865-BCEF-C3FCFF0286A6}" type="presParOf" srcId="{0123A9A7-ACF3-4DD9-AA75-AEDC79E09B9A}" destId="{5E8C750C-ED11-4F89-8234-FDB13850F378}" srcOrd="1" destOrd="0" presId="urn:microsoft.com/office/officeart/2018/5/layout/CenteredIconLabelDescriptionList"/>
    <dgm:cxn modelId="{DD24A606-137B-4827-8213-A5C73F22FBA3}" type="presParOf" srcId="{0123A9A7-ACF3-4DD9-AA75-AEDC79E09B9A}" destId="{940B0371-0ED5-4296-B806-97711E599B45}" srcOrd="2" destOrd="0" presId="urn:microsoft.com/office/officeart/2018/5/layout/CenteredIconLabelDescriptionList"/>
    <dgm:cxn modelId="{92952976-F7B0-45D8-953A-834ABD9C96ED}" type="presParOf" srcId="{0123A9A7-ACF3-4DD9-AA75-AEDC79E09B9A}" destId="{67A4F0B4-5725-4014-AB55-CAA6C3FF37B5}" srcOrd="3" destOrd="0" presId="urn:microsoft.com/office/officeart/2018/5/layout/CenteredIconLabelDescriptionList"/>
    <dgm:cxn modelId="{6F8D5F1E-BFB7-4687-95C2-D930DD84323A}" type="presParOf" srcId="{0123A9A7-ACF3-4DD9-AA75-AEDC79E09B9A}" destId="{69255082-EFD5-4F0A-A06B-304FFF63483E}" srcOrd="4" destOrd="0" presId="urn:microsoft.com/office/officeart/2018/5/layout/CenteredIconLabelDescriptionList"/>
    <dgm:cxn modelId="{2DCBF2B6-508A-4659-9C04-AB83727F7055}" type="presParOf" srcId="{A86A4FDC-6B7E-4C80-990D-EB17D9FC09A5}" destId="{AB1440D2-E3B1-4466-81A2-D3ECA1A7A4F6}" srcOrd="1" destOrd="0" presId="urn:microsoft.com/office/officeart/2018/5/layout/CenteredIconLabelDescriptionList"/>
    <dgm:cxn modelId="{5A8E3169-39ED-44F0-8EAA-B93FB4574656}" type="presParOf" srcId="{A86A4FDC-6B7E-4C80-990D-EB17D9FC09A5}" destId="{123184C7-AED6-45DC-8ECB-69E71CA58D4D}" srcOrd="2" destOrd="0" presId="urn:microsoft.com/office/officeart/2018/5/layout/CenteredIconLabelDescriptionList"/>
    <dgm:cxn modelId="{03DD7119-28E3-44F7-BFBF-92A9595C3824}" type="presParOf" srcId="{123184C7-AED6-45DC-8ECB-69E71CA58D4D}" destId="{6D47D805-E3BA-4E46-95EF-59F66600F068}" srcOrd="0" destOrd="0" presId="urn:microsoft.com/office/officeart/2018/5/layout/CenteredIconLabelDescriptionList"/>
    <dgm:cxn modelId="{8AA42B32-77DF-4170-98C0-40CCCFBD43C7}" type="presParOf" srcId="{123184C7-AED6-45DC-8ECB-69E71CA58D4D}" destId="{4E6A0C44-55BC-43DD-B9AC-B1B4E7955914}" srcOrd="1" destOrd="0" presId="urn:microsoft.com/office/officeart/2018/5/layout/CenteredIconLabelDescriptionList"/>
    <dgm:cxn modelId="{EDE921E4-777E-46FD-9874-A96CE4FE90DA}" type="presParOf" srcId="{123184C7-AED6-45DC-8ECB-69E71CA58D4D}" destId="{80F125B6-B133-45CF-962A-099902F48FB2}" srcOrd="2" destOrd="0" presId="urn:microsoft.com/office/officeart/2018/5/layout/CenteredIconLabelDescriptionList"/>
    <dgm:cxn modelId="{66171613-42CE-4579-AF30-FB1D00D85439}" type="presParOf" srcId="{123184C7-AED6-45DC-8ECB-69E71CA58D4D}" destId="{0AB0D7E6-4C1B-4C0A-B94C-E6349C9400DC}" srcOrd="3" destOrd="0" presId="urn:microsoft.com/office/officeart/2018/5/layout/CenteredIconLabelDescriptionList"/>
    <dgm:cxn modelId="{26C0D2FE-8E39-4A95-9437-EF2184C5FE34}" type="presParOf" srcId="{123184C7-AED6-45DC-8ECB-69E71CA58D4D}" destId="{6D215E11-FBED-4C5C-B0A4-45464E97305A}" srcOrd="4" destOrd="0" presId="urn:microsoft.com/office/officeart/2018/5/layout/CenteredIconLabelDescriptionList"/>
    <dgm:cxn modelId="{FE5184DA-B6BD-4204-8B88-1528CE82270A}" type="presParOf" srcId="{A86A4FDC-6B7E-4C80-990D-EB17D9FC09A5}" destId="{C12DDC91-B58F-4017-97BB-8556CAB86BDB}" srcOrd="3" destOrd="0" presId="urn:microsoft.com/office/officeart/2018/5/layout/CenteredIconLabelDescriptionList"/>
    <dgm:cxn modelId="{1F083581-CAE8-46CC-B463-6A1B61A5733A}" type="presParOf" srcId="{A86A4FDC-6B7E-4C80-990D-EB17D9FC09A5}" destId="{4A8D83F4-4F21-4C09-B488-D17C54FE2F16}" srcOrd="4" destOrd="0" presId="urn:microsoft.com/office/officeart/2018/5/layout/CenteredIconLabelDescriptionList"/>
    <dgm:cxn modelId="{D0C16E9B-53B4-4E57-A8D1-839AF1346275}" type="presParOf" srcId="{4A8D83F4-4F21-4C09-B488-D17C54FE2F16}" destId="{D1847205-B859-4CB6-B457-3C200311CF18}" srcOrd="0" destOrd="0" presId="urn:microsoft.com/office/officeart/2018/5/layout/CenteredIconLabelDescriptionList"/>
    <dgm:cxn modelId="{4DFB0CA5-DF0B-4A49-AE19-001CE6905AE3}" type="presParOf" srcId="{4A8D83F4-4F21-4C09-B488-D17C54FE2F16}" destId="{A8B0B534-26FD-4437-8C91-FF49DF55D4D9}" srcOrd="1" destOrd="0" presId="urn:microsoft.com/office/officeart/2018/5/layout/CenteredIconLabelDescriptionList"/>
    <dgm:cxn modelId="{A1F15815-DBF7-4511-8532-375F96048B64}" type="presParOf" srcId="{4A8D83F4-4F21-4C09-B488-D17C54FE2F16}" destId="{4A7BE2EA-DC77-4F3E-B6BA-A08346B003B3}" srcOrd="2" destOrd="0" presId="urn:microsoft.com/office/officeart/2018/5/layout/CenteredIconLabelDescriptionList"/>
    <dgm:cxn modelId="{651D2570-8C01-4361-B750-B2F0AAF67A10}" type="presParOf" srcId="{4A8D83F4-4F21-4C09-B488-D17C54FE2F16}" destId="{47E7ECE9-DC59-451E-949C-0C6348E2EBBA}" srcOrd="3" destOrd="0" presId="urn:microsoft.com/office/officeart/2018/5/layout/CenteredIconLabelDescriptionList"/>
    <dgm:cxn modelId="{8A17F281-9096-4759-BDE0-FCC4F91546A6}" type="presParOf" srcId="{4A8D83F4-4F21-4C09-B488-D17C54FE2F16}" destId="{4CB18B1C-50A6-477D-B433-A46808A10C3B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7.xml><?xml version="1.0" encoding="utf-8"?>
<dgm:dataModel xmlns:dgm="http://schemas.openxmlformats.org/drawingml/2006/diagram" xmlns:a="http://schemas.openxmlformats.org/drawingml/2006/main">
  <dgm:ptLst>
    <dgm:pt modelId="{1405832E-880B-4AA9-8763-F30466A083B0}" type="doc">
      <dgm:prSet loTypeId="urn:microsoft.com/office/officeart/2005/8/layout/vList5" loCatId="list" qsTypeId="urn:microsoft.com/office/officeart/2005/8/quickstyle/simple2" qsCatId="simple" csTypeId="urn:microsoft.com/office/officeart/2005/8/colors/accent6_4" csCatId="accent6" phldr="1"/>
      <dgm:spPr/>
      <dgm:t>
        <a:bodyPr/>
        <a:lstStyle/>
        <a:p>
          <a:endParaRPr lang="en-US"/>
        </a:p>
      </dgm:t>
    </dgm:pt>
    <dgm:pt modelId="{3BC9408B-8C23-423E-A356-9D97E86C45A1}">
      <dgm:prSet/>
      <dgm:spPr/>
      <dgm:t>
        <a:bodyPr/>
        <a:lstStyle/>
        <a:p>
          <a:r>
            <a:rPr lang="en-US"/>
            <a:t>the redeem script </a:t>
          </a:r>
        </a:p>
      </dgm:t>
    </dgm:pt>
    <dgm:pt modelId="{B83EB917-F246-4355-9F79-44EBDAF522FB}" type="parTrans" cxnId="{1B1C8270-A6F4-4A63-BD6A-37D9C6497488}">
      <dgm:prSet/>
      <dgm:spPr/>
      <dgm:t>
        <a:bodyPr/>
        <a:lstStyle/>
        <a:p>
          <a:endParaRPr lang="en-US"/>
        </a:p>
      </dgm:t>
    </dgm:pt>
    <dgm:pt modelId="{1F6AECC1-69F0-4FAC-AFC8-A7174CFF7469}" type="sibTrans" cxnId="{1B1C8270-A6F4-4A63-BD6A-37D9C6497488}">
      <dgm:prSet/>
      <dgm:spPr/>
      <dgm:t>
        <a:bodyPr/>
        <a:lstStyle/>
        <a:p>
          <a:endParaRPr lang="en-US"/>
        </a:p>
      </dgm:t>
    </dgm:pt>
    <dgm:pt modelId="{196163E6-6859-41CA-8295-09D5E0169DF9}">
      <dgm:prSet/>
      <dgm:spPr/>
      <dgm:t>
        <a:bodyPr/>
        <a:lstStyle/>
        <a:p>
          <a:r>
            <a:rPr lang="en-US"/>
            <a:t>presented in the spending transaction </a:t>
          </a:r>
        </a:p>
      </dgm:t>
    </dgm:pt>
    <dgm:pt modelId="{212370F6-7A79-4254-95F0-D565BAA92B6C}" type="parTrans" cxnId="{99DD8F0A-6782-42EE-98A2-5E3DFE5E7196}">
      <dgm:prSet/>
      <dgm:spPr/>
      <dgm:t>
        <a:bodyPr/>
        <a:lstStyle/>
        <a:p>
          <a:endParaRPr lang="en-US"/>
        </a:p>
      </dgm:t>
    </dgm:pt>
    <dgm:pt modelId="{F352AA8C-7276-4589-8893-02722FF810AC}" type="sibTrans" cxnId="{99DD8F0A-6782-42EE-98A2-5E3DFE5E7196}">
      <dgm:prSet/>
      <dgm:spPr/>
      <dgm:t>
        <a:bodyPr/>
        <a:lstStyle/>
        <a:p>
          <a:endParaRPr lang="en-US"/>
        </a:p>
      </dgm:t>
    </dgm:pt>
    <dgm:pt modelId="{A3A67C76-AF74-420C-B1B9-29F24630D59E}">
      <dgm:prSet/>
      <dgm:spPr/>
      <dgm:t>
        <a:bodyPr/>
        <a:lstStyle/>
        <a:p>
          <a:r>
            <a:rPr lang="tr-TR" dirty="0"/>
            <a:t>Standard Types</a:t>
          </a:r>
          <a:endParaRPr lang="en-US" dirty="0"/>
        </a:p>
      </dgm:t>
    </dgm:pt>
    <dgm:pt modelId="{136DF845-C98A-47FE-A650-E970B173A20E}" type="parTrans" cxnId="{7A1491CD-4DB8-46F9-9E5F-38B7AA3C8D86}">
      <dgm:prSet/>
      <dgm:spPr/>
      <dgm:t>
        <a:bodyPr/>
        <a:lstStyle/>
        <a:p>
          <a:endParaRPr lang="en-US"/>
        </a:p>
      </dgm:t>
    </dgm:pt>
    <dgm:pt modelId="{F5F4791F-D34A-4154-9016-FCDAB81162C7}" type="sibTrans" cxnId="{7A1491CD-4DB8-46F9-9E5F-38B7AA3C8D86}">
      <dgm:prSet/>
      <dgm:spPr/>
      <dgm:t>
        <a:bodyPr/>
        <a:lstStyle/>
        <a:p>
          <a:endParaRPr lang="en-US"/>
        </a:p>
      </dgm:t>
    </dgm:pt>
    <dgm:pt modelId="{693CB035-99B1-45D8-9EDA-55459109C593}">
      <dgm:prSet/>
      <dgm:spPr/>
      <dgm:t>
        <a:bodyPr/>
        <a:lstStyle/>
        <a:p>
          <a:r>
            <a:rPr lang="en-US" dirty="0"/>
            <a:t>P2PK</a:t>
          </a:r>
        </a:p>
      </dgm:t>
    </dgm:pt>
    <dgm:pt modelId="{D95F7A89-E87B-44BD-A14F-04E905006E32}" type="parTrans" cxnId="{97538C1E-F2FF-4EB0-8F69-C1F84907EC70}">
      <dgm:prSet/>
      <dgm:spPr/>
      <dgm:t>
        <a:bodyPr/>
        <a:lstStyle/>
        <a:p>
          <a:endParaRPr lang="en-US"/>
        </a:p>
      </dgm:t>
    </dgm:pt>
    <dgm:pt modelId="{46BF9CD5-682A-4FCE-B5B7-9EECEFFB0F78}" type="sibTrans" cxnId="{97538C1E-F2FF-4EB0-8F69-C1F84907EC70}">
      <dgm:prSet/>
      <dgm:spPr/>
      <dgm:t>
        <a:bodyPr/>
        <a:lstStyle/>
        <a:p>
          <a:endParaRPr lang="en-US"/>
        </a:p>
      </dgm:t>
    </dgm:pt>
    <dgm:pt modelId="{847F8C21-9EDC-48E9-B214-F2C318D12959}">
      <dgm:prSet/>
      <dgm:spPr/>
      <dgm:t>
        <a:bodyPr/>
        <a:lstStyle/>
        <a:p>
          <a:r>
            <a:rPr lang="en-US"/>
            <a:t>P2PKH </a:t>
          </a:r>
        </a:p>
      </dgm:t>
    </dgm:pt>
    <dgm:pt modelId="{C39949C4-605B-49E9-A453-778FCA0A207D}" type="parTrans" cxnId="{915F5755-32FA-4765-A105-33E7475A7687}">
      <dgm:prSet/>
      <dgm:spPr/>
      <dgm:t>
        <a:bodyPr/>
        <a:lstStyle/>
        <a:p>
          <a:endParaRPr lang="en-US"/>
        </a:p>
      </dgm:t>
    </dgm:pt>
    <dgm:pt modelId="{C2807B94-A0CE-4714-8B31-24A13C388DDB}" type="sibTrans" cxnId="{915F5755-32FA-4765-A105-33E7475A7687}">
      <dgm:prSet/>
      <dgm:spPr/>
      <dgm:t>
        <a:bodyPr/>
        <a:lstStyle/>
        <a:p>
          <a:endParaRPr lang="en-US"/>
        </a:p>
      </dgm:t>
    </dgm:pt>
    <dgm:pt modelId="{B6A9D6AB-4D23-432B-ABDF-687287DAA87B}">
      <dgm:prSet/>
      <dgm:spPr/>
      <dgm:t>
        <a:bodyPr/>
        <a:lstStyle/>
        <a:p>
          <a:r>
            <a:rPr lang="en-US"/>
            <a:t>or multisig nature</a:t>
          </a:r>
        </a:p>
      </dgm:t>
    </dgm:pt>
    <dgm:pt modelId="{F37B0BAC-F835-4075-9717-DF4024CA068C}" type="parTrans" cxnId="{4DF1AD72-08E1-42E0-9CD5-521650E2D15C}">
      <dgm:prSet/>
      <dgm:spPr/>
      <dgm:t>
        <a:bodyPr/>
        <a:lstStyle/>
        <a:p>
          <a:endParaRPr lang="en-US"/>
        </a:p>
      </dgm:t>
    </dgm:pt>
    <dgm:pt modelId="{DF92E222-EF33-480F-992B-45825EF9519E}" type="sibTrans" cxnId="{4DF1AD72-08E1-42E0-9CD5-521650E2D15C}">
      <dgm:prSet/>
      <dgm:spPr/>
      <dgm:t>
        <a:bodyPr/>
        <a:lstStyle/>
        <a:p>
          <a:endParaRPr lang="en-US"/>
        </a:p>
      </dgm:t>
    </dgm:pt>
    <dgm:pt modelId="{DDD3278A-0BF8-48BC-8D14-F09D074483FE}">
      <dgm:prSet/>
      <dgm:spPr/>
      <dgm:t>
        <a:bodyPr/>
        <a:lstStyle/>
        <a:p>
          <a:r>
            <a:rPr lang="en-US"/>
            <a:t>excluding </a:t>
          </a:r>
        </a:p>
      </dgm:t>
    </dgm:pt>
    <dgm:pt modelId="{D9F816D8-AC0D-4A05-A371-14C6A4AAE477}" type="parTrans" cxnId="{30D80A7C-BD98-4A93-8B7A-417C205275B3}">
      <dgm:prSet/>
      <dgm:spPr/>
      <dgm:t>
        <a:bodyPr/>
        <a:lstStyle/>
        <a:p>
          <a:endParaRPr lang="en-US"/>
        </a:p>
      </dgm:t>
    </dgm:pt>
    <dgm:pt modelId="{CA492159-4E67-4B19-855E-A74199110E48}" type="sibTrans" cxnId="{30D80A7C-BD98-4A93-8B7A-417C205275B3}">
      <dgm:prSet/>
      <dgm:spPr/>
      <dgm:t>
        <a:bodyPr/>
        <a:lstStyle/>
        <a:p>
          <a:endParaRPr lang="en-US"/>
        </a:p>
      </dgm:t>
    </dgm:pt>
    <dgm:pt modelId="{8217DBCE-47B8-4567-A4AD-B3CCB2BB8188}">
      <dgm:prSet/>
      <dgm:spPr/>
      <dgm:t>
        <a:bodyPr/>
        <a:lstStyle/>
        <a:p>
          <a:r>
            <a:rPr lang="en-US"/>
            <a:t>RETURN and P2SH</a:t>
          </a:r>
          <a:r>
            <a:rPr lang="tr-TR"/>
            <a:t> itself.</a:t>
          </a:r>
          <a:endParaRPr lang="en-US"/>
        </a:p>
      </dgm:t>
    </dgm:pt>
    <dgm:pt modelId="{A1E2EEB0-9C0A-4E66-A366-090CDA6B7BF7}" type="parTrans" cxnId="{8EEEFF42-1548-4ED1-8E90-67DB8D3D3267}">
      <dgm:prSet/>
      <dgm:spPr/>
      <dgm:t>
        <a:bodyPr/>
        <a:lstStyle/>
        <a:p>
          <a:endParaRPr lang="en-US"/>
        </a:p>
      </dgm:t>
    </dgm:pt>
    <dgm:pt modelId="{31228F46-FB0D-4258-A06A-001892901480}" type="sibTrans" cxnId="{8EEEFF42-1548-4ED1-8E90-67DB8D3D3267}">
      <dgm:prSet/>
      <dgm:spPr/>
      <dgm:t>
        <a:bodyPr/>
        <a:lstStyle/>
        <a:p>
          <a:endParaRPr lang="en-US"/>
        </a:p>
      </dgm:t>
    </dgm:pt>
    <dgm:pt modelId="{9C03DBBC-80A9-49F0-9F0E-3FFDE857F70D}">
      <dgm:prSet/>
      <dgm:spPr/>
      <dgm:t>
        <a:bodyPr/>
        <a:lstStyle/>
        <a:p>
          <a:r>
            <a:rPr lang="en-US"/>
            <a:t>could </a:t>
          </a:r>
          <a:r>
            <a:rPr lang="en-US" dirty="0"/>
            <a:t>only be one</a:t>
          </a:r>
          <a:r>
            <a:rPr lang="tr-TR" dirty="0"/>
            <a:t> </a:t>
          </a:r>
          <a:r>
            <a:rPr lang="en-US" dirty="0"/>
            <a:t>of the standard types: </a:t>
          </a:r>
        </a:p>
      </dgm:t>
    </dgm:pt>
    <dgm:pt modelId="{522D1A4C-E345-4F56-9528-AA1A7D8D3B5C}" type="parTrans" cxnId="{259D1AEB-DE5E-4C76-917C-47E3F2A4A4A2}">
      <dgm:prSet/>
      <dgm:spPr/>
      <dgm:t>
        <a:bodyPr/>
        <a:lstStyle/>
        <a:p>
          <a:endParaRPr lang="tr-TR"/>
        </a:p>
      </dgm:t>
    </dgm:pt>
    <dgm:pt modelId="{16F072CA-0522-4377-B5B0-DA940FBBEA9B}" type="sibTrans" cxnId="{259D1AEB-DE5E-4C76-917C-47E3F2A4A4A2}">
      <dgm:prSet/>
      <dgm:spPr/>
      <dgm:t>
        <a:bodyPr/>
        <a:lstStyle/>
        <a:p>
          <a:endParaRPr lang="tr-TR"/>
        </a:p>
      </dgm:t>
    </dgm:pt>
    <dgm:pt modelId="{52F77E16-784B-477C-85E1-2CBEEBF0539D}">
      <dgm:prSet/>
      <dgm:spPr/>
      <dgm:t>
        <a:bodyPr/>
        <a:lstStyle/>
        <a:p>
          <a:r>
            <a:rPr lang="tr-TR" dirty="0"/>
            <a:t>Types</a:t>
          </a:r>
          <a:endParaRPr lang="en-US" dirty="0"/>
        </a:p>
      </dgm:t>
    </dgm:pt>
    <dgm:pt modelId="{0259589F-BBC3-4656-9301-3FB880C3C83A}" type="parTrans" cxnId="{33DC3563-4EC0-4955-A661-3B4D8D6897DA}">
      <dgm:prSet/>
      <dgm:spPr/>
      <dgm:t>
        <a:bodyPr/>
        <a:lstStyle/>
        <a:p>
          <a:endParaRPr lang="tr-TR"/>
        </a:p>
      </dgm:t>
    </dgm:pt>
    <dgm:pt modelId="{A919DBA3-A0BC-47DE-A5A1-9C02D78F361E}" type="sibTrans" cxnId="{33DC3563-4EC0-4955-A661-3B4D8D6897DA}">
      <dgm:prSet/>
      <dgm:spPr/>
      <dgm:t>
        <a:bodyPr/>
        <a:lstStyle/>
        <a:p>
          <a:endParaRPr lang="tr-TR"/>
        </a:p>
      </dgm:t>
    </dgm:pt>
    <dgm:pt modelId="{D25D010B-6088-49D9-9969-9CCC3CB5D383}" type="pres">
      <dgm:prSet presAssocID="{1405832E-880B-4AA9-8763-F30466A083B0}" presName="Name0" presStyleCnt="0">
        <dgm:presLayoutVars>
          <dgm:dir/>
          <dgm:animLvl val="lvl"/>
          <dgm:resizeHandles val="exact"/>
        </dgm:presLayoutVars>
      </dgm:prSet>
      <dgm:spPr/>
    </dgm:pt>
    <dgm:pt modelId="{FF5608BD-1710-4043-AA93-D0602E12A0D8}" type="pres">
      <dgm:prSet presAssocID="{3BC9408B-8C23-423E-A356-9D97E86C45A1}" presName="linNode" presStyleCnt="0"/>
      <dgm:spPr/>
    </dgm:pt>
    <dgm:pt modelId="{48AB47AE-ECA4-4836-9484-5FBF2E162A71}" type="pres">
      <dgm:prSet presAssocID="{3BC9408B-8C23-423E-A356-9D97E86C45A1}" presName="parentText" presStyleLbl="node1" presStyleIdx="0" presStyleCnt="4">
        <dgm:presLayoutVars>
          <dgm:chMax val="1"/>
          <dgm:bulletEnabled val="1"/>
        </dgm:presLayoutVars>
      </dgm:prSet>
      <dgm:spPr/>
    </dgm:pt>
    <dgm:pt modelId="{1C808705-0DF5-4874-8973-9A490FE72652}" type="pres">
      <dgm:prSet presAssocID="{3BC9408B-8C23-423E-A356-9D97E86C45A1}" presName="descendantText" presStyleLbl="alignAccFollowNode1" presStyleIdx="0" presStyleCnt="4">
        <dgm:presLayoutVars>
          <dgm:bulletEnabled val="1"/>
        </dgm:presLayoutVars>
      </dgm:prSet>
      <dgm:spPr/>
    </dgm:pt>
    <dgm:pt modelId="{82571DE8-1A49-4896-843F-F1849DCBF392}" type="pres">
      <dgm:prSet presAssocID="{1F6AECC1-69F0-4FAC-AFC8-A7174CFF7469}" presName="sp" presStyleCnt="0"/>
      <dgm:spPr/>
    </dgm:pt>
    <dgm:pt modelId="{FE20FD01-BA0C-4D9D-BDFE-8D6C8740AA2B}" type="pres">
      <dgm:prSet presAssocID="{A3A67C76-AF74-420C-B1B9-29F24630D59E}" presName="linNode" presStyleCnt="0"/>
      <dgm:spPr/>
    </dgm:pt>
    <dgm:pt modelId="{5AFED2FE-1158-4467-BFE3-2748EAA81605}" type="pres">
      <dgm:prSet presAssocID="{A3A67C76-AF74-420C-B1B9-29F24630D59E}" presName="parentText" presStyleLbl="node1" presStyleIdx="1" presStyleCnt="4">
        <dgm:presLayoutVars>
          <dgm:chMax val="1"/>
          <dgm:bulletEnabled val="1"/>
        </dgm:presLayoutVars>
      </dgm:prSet>
      <dgm:spPr/>
    </dgm:pt>
    <dgm:pt modelId="{D1AB1BC6-761C-479D-AA6D-512B69D42137}" type="pres">
      <dgm:prSet presAssocID="{A3A67C76-AF74-420C-B1B9-29F24630D59E}" presName="descendantText" presStyleLbl="alignAccFollowNode1" presStyleIdx="1" presStyleCnt="4">
        <dgm:presLayoutVars>
          <dgm:bulletEnabled val="1"/>
        </dgm:presLayoutVars>
      </dgm:prSet>
      <dgm:spPr/>
    </dgm:pt>
    <dgm:pt modelId="{5288B441-F0D7-4917-8E23-5D46DEA8F505}" type="pres">
      <dgm:prSet presAssocID="{F5F4791F-D34A-4154-9016-FCDAB81162C7}" presName="sp" presStyleCnt="0"/>
      <dgm:spPr/>
    </dgm:pt>
    <dgm:pt modelId="{F9449835-1E7E-4426-BB35-DEF5BBEB6C09}" type="pres">
      <dgm:prSet presAssocID="{52F77E16-784B-477C-85E1-2CBEEBF0539D}" presName="linNode" presStyleCnt="0"/>
      <dgm:spPr/>
    </dgm:pt>
    <dgm:pt modelId="{E2EDA78C-2ED7-45B3-9D42-7C341F56F3E0}" type="pres">
      <dgm:prSet presAssocID="{52F77E16-784B-477C-85E1-2CBEEBF0539D}" presName="parentText" presStyleLbl="node1" presStyleIdx="2" presStyleCnt="4">
        <dgm:presLayoutVars>
          <dgm:chMax val="1"/>
          <dgm:bulletEnabled val="1"/>
        </dgm:presLayoutVars>
      </dgm:prSet>
      <dgm:spPr/>
    </dgm:pt>
    <dgm:pt modelId="{9F0E8FFE-0778-42A1-8A31-3678CFBC2891}" type="pres">
      <dgm:prSet presAssocID="{52F77E16-784B-477C-85E1-2CBEEBF0539D}" presName="descendantText" presStyleLbl="alignAccFollowNode1" presStyleIdx="2" presStyleCnt="4">
        <dgm:presLayoutVars>
          <dgm:bulletEnabled val="1"/>
        </dgm:presLayoutVars>
      </dgm:prSet>
      <dgm:spPr/>
    </dgm:pt>
    <dgm:pt modelId="{A3B1CECE-08D6-4853-8816-D34CBF023A9E}" type="pres">
      <dgm:prSet presAssocID="{A919DBA3-A0BC-47DE-A5A1-9C02D78F361E}" presName="sp" presStyleCnt="0"/>
      <dgm:spPr/>
    </dgm:pt>
    <dgm:pt modelId="{A749E28B-DB42-44B8-BBD4-2C88958FD2A0}" type="pres">
      <dgm:prSet presAssocID="{DDD3278A-0BF8-48BC-8D14-F09D074483FE}" presName="linNode" presStyleCnt="0"/>
      <dgm:spPr/>
    </dgm:pt>
    <dgm:pt modelId="{2D485A46-F764-4ADE-9027-C608CC2BE8A8}" type="pres">
      <dgm:prSet presAssocID="{DDD3278A-0BF8-48BC-8D14-F09D074483FE}" presName="parentText" presStyleLbl="node1" presStyleIdx="3" presStyleCnt="4">
        <dgm:presLayoutVars>
          <dgm:chMax val="1"/>
          <dgm:bulletEnabled val="1"/>
        </dgm:presLayoutVars>
      </dgm:prSet>
      <dgm:spPr/>
    </dgm:pt>
    <dgm:pt modelId="{08BF3B74-71DB-4517-A3D9-22177CED3FF0}" type="pres">
      <dgm:prSet presAssocID="{DDD3278A-0BF8-48BC-8D14-F09D074483FE}" presName="descendantText" presStyleLbl="alignAccFollowNode1" presStyleIdx="3" presStyleCnt="4">
        <dgm:presLayoutVars>
          <dgm:bulletEnabled val="1"/>
        </dgm:presLayoutVars>
      </dgm:prSet>
      <dgm:spPr/>
    </dgm:pt>
  </dgm:ptLst>
  <dgm:cxnLst>
    <dgm:cxn modelId="{99DD8F0A-6782-42EE-98A2-5E3DFE5E7196}" srcId="{3BC9408B-8C23-423E-A356-9D97E86C45A1}" destId="{196163E6-6859-41CA-8295-09D5E0169DF9}" srcOrd="0" destOrd="0" parTransId="{212370F6-7A79-4254-95F0-D565BAA92B6C}" sibTransId="{F352AA8C-7276-4589-8893-02722FF810AC}"/>
    <dgm:cxn modelId="{2A606F1E-6C28-4B17-AB8C-2AAF0736BB62}" type="presOf" srcId="{8217DBCE-47B8-4567-A4AD-B3CCB2BB8188}" destId="{08BF3B74-71DB-4517-A3D9-22177CED3FF0}" srcOrd="0" destOrd="0" presId="urn:microsoft.com/office/officeart/2005/8/layout/vList5"/>
    <dgm:cxn modelId="{97538C1E-F2FF-4EB0-8F69-C1F84907EC70}" srcId="{52F77E16-784B-477C-85E1-2CBEEBF0539D}" destId="{693CB035-99B1-45D8-9EDA-55459109C593}" srcOrd="0" destOrd="0" parTransId="{D95F7A89-E87B-44BD-A14F-04E905006E32}" sibTransId="{46BF9CD5-682A-4FCE-B5B7-9EECEFFB0F78}"/>
    <dgm:cxn modelId="{C3B06634-FEB6-4622-989E-E103CDB8ADB2}" type="presOf" srcId="{1405832E-880B-4AA9-8763-F30466A083B0}" destId="{D25D010B-6088-49D9-9969-9CCC3CB5D383}" srcOrd="0" destOrd="0" presId="urn:microsoft.com/office/officeart/2005/8/layout/vList5"/>
    <dgm:cxn modelId="{8EEEFF42-1548-4ED1-8E90-67DB8D3D3267}" srcId="{DDD3278A-0BF8-48BC-8D14-F09D074483FE}" destId="{8217DBCE-47B8-4567-A4AD-B3CCB2BB8188}" srcOrd="0" destOrd="0" parTransId="{A1E2EEB0-9C0A-4E66-A366-090CDA6B7BF7}" sibTransId="{31228F46-FB0D-4258-A06A-001892901480}"/>
    <dgm:cxn modelId="{33DC3563-4EC0-4955-A661-3B4D8D6897DA}" srcId="{1405832E-880B-4AA9-8763-F30466A083B0}" destId="{52F77E16-784B-477C-85E1-2CBEEBF0539D}" srcOrd="2" destOrd="0" parTransId="{0259589F-BBC3-4656-9301-3FB880C3C83A}" sibTransId="{A919DBA3-A0BC-47DE-A5A1-9C02D78F361E}"/>
    <dgm:cxn modelId="{300A3F65-13D3-42CC-8F95-44C64A484904}" type="presOf" srcId="{693CB035-99B1-45D8-9EDA-55459109C593}" destId="{9F0E8FFE-0778-42A1-8A31-3678CFBC2891}" srcOrd="0" destOrd="0" presId="urn:microsoft.com/office/officeart/2005/8/layout/vList5"/>
    <dgm:cxn modelId="{1CC6E666-57D1-4B11-9BA7-8118EE15E7D3}" type="presOf" srcId="{9C03DBBC-80A9-49F0-9F0E-3FFDE857F70D}" destId="{D1AB1BC6-761C-479D-AA6D-512B69D42137}" srcOrd="0" destOrd="0" presId="urn:microsoft.com/office/officeart/2005/8/layout/vList5"/>
    <dgm:cxn modelId="{1B1C8270-A6F4-4A63-BD6A-37D9C6497488}" srcId="{1405832E-880B-4AA9-8763-F30466A083B0}" destId="{3BC9408B-8C23-423E-A356-9D97E86C45A1}" srcOrd="0" destOrd="0" parTransId="{B83EB917-F246-4355-9F79-44EBDAF522FB}" sibTransId="{1F6AECC1-69F0-4FAC-AFC8-A7174CFF7469}"/>
    <dgm:cxn modelId="{4DF1AD72-08E1-42E0-9CD5-521650E2D15C}" srcId="{52F77E16-784B-477C-85E1-2CBEEBF0539D}" destId="{B6A9D6AB-4D23-432B-ABDF-687287DAA87B}" srcOrd="2" destOrd="0" parTransId="{F37B0BAC-F835-4075-9717-DF4024CA068C}" sibTransId="{DF92E222-EF33-480F-992B-45825EF9519E}"/>
    <dgm:cxn modelId="{915F5755-32FA-4765-A105-33E7475A7687}" srcId="{52F77E16-784B-477C-85E1-2CBEEBF0539D}" destId="{847F8C21-9EDC-48E9-B214-F2C318D12959}" srcOrd="1" destOrd="0" parTransId="{C39949C4-605B-49E9-A453-778FCA0A207D}" sibTransId="{C2807B94-A0CE-4714-8B31-24A13C388DDB}"/>
    <dgm:cxn modelId="{C6785C59-C6D6-4522-B77D-2B29EB67DDDD}" type="presOf" srcId="{3BC9408B-8C23-423E-A356-9D97E86C45A1}" destId="{48AB47AE-ECA4-4836-9484-5FBF2E162A71}" srcOrd="0" destOrd="0" presId="urn:microsoft.com/office/officeart/2005/8/layout/vList5"/>
    <dgm:cxn modelId="{30D80A7C-BD98-4A93-8B7A-417C205275B3}" srcId="{1405832E-880B-4AA9-8763-F30466A083B0}" destId="{DDD3278A-0BF8-48BC-8D14-F09D074483FE}" srcOrd="3" destOrd="0" parTransId="{D9F816D8-AC0D-4A05-A371-14C6A4AAE477}" sibTransId="{CA492159-4E67-4B19-855E-A74199110E48}"/>
    <dgm:cxn modelId="{9032C380-AEDB-453E-9513-5114DCCB97ED}" type="presOf" srcId="{B6A9D6AB-4D23-432B-ABDF-687287DAA87B}" destId="{9F0E8FFE-0778-42A1-8A31-3678CFBC2891}" srcOrd="0" destOrd="2" presId="urn:microsoft.com/office/officeart/2005/8/layout/vList5"/>
    <dgm:cxn modelId="{82750697-7C51-4BA3-A285-789228DEE150}" type="presOf" srcId="{196163E6-6859-41CA-8295-09D5E0169DF9}" destId="{1C808705-0DF5-4874-8973-9A490FE72652}" srcOrd="0" destOrd="0" presId="urn:microsoft.com/office/officeart/2005/8/layout/vList5"/>
    <dgm:cxn modelId="{AF3015A1-2395-4C4D-9F93-54D1AD683619}" type="presOf" srcId="{847F8C21-9EDC-48E9-B214-F2C318D12959}" destId="{9F0E8FFE-0778-42A1-8A31-3678CFBC2891}" srcOrd="0" destOrd="1" presId="urn:microsoft.com/office/officeart/2005/8/layout/vList5"/>
    <dgm:cxn modelId="{E1FAAECA-C3B0-4149-9BBC-C2B24C385C75}" type="presOf" srcId="{A3A67C76-AF74-420C-B1B9-29F24630D59E}" destId="{5AFED2FE-1158-4467-BFE3-2748EAA81605}" srcOrd="0" destOrd="0" presId="urn:microsoft.com/office/officeart/2005/8/layout/vList5"/>
    <dgm:cxn modelId="{7A1491CD-4DB8-46F9-9E5F-38B7AA3C8D86}" srcId="{1405832E-880B-4AA9-8763-F30466A083B0}" destId="{A3A67C76-AF74-420C-B1B9-29F24630D59E}" srcOrd="1" destOrd="0" parTransId="{136DF845-C98A-47FE-A650-E970B173A20E}" sibTransId="{F5F4791F-D34A-4154-9016-FCDAB81162C7}"/>
    <dgm:cxn modelId="{336D22D0-077D-4A6B-9902-3F38F40EB992}" type="presOf" srcId="{52F77E16-784B-477C-85E1-2CBEEBF0539D}" destId="{E2EDA78C-2ED7-45B3-9D42-7C341F56F3E0}" srcOrd="0" destOrd="0" presId="urn:microsoft.com/office/officeart/2005/8/layout/vList5"/>
    <dgm:cxn modelId="{259D1AEB-DE5E-4C76-917C-47E3F2A4A4A2}" srcId="{A3A67C76-AF74-420C-B1B9-29F24630D59E}" destId="{9C03DBBC-80A9-49F0-9F0E-3FFDE857F70D}" srcOrd="0" destOrd="0" parTransId="{522D1A4C-E345-4F56-9528-AA1A7D8D3B5C}" sibTransId="{16F072CA-0522-4377-B5B0-DA940FBBEA9B}"/>
    <dgm:cxn modelId="{ACF41FEC-17F1-4061-A6A4-06CAA203E42A}" type="presOf" srcId="{DDD3278A-0BF8-48BC-8D14-F09D074483FE}" destId="{2D485A46-F764-4ADE-9027-C608CC2BE8A8}" srcOrd="0" destOrd="0" presId="urn:microsoft.com/office/officeart/2005/8/layout/vList5"/>
    <dgm:cxn modelId="{701544FB-4D18-42E0-9938-434710084D4F}" type="presParOf" srcId="{D25D010B-6088-49D9-9969-9CCC3CB5D383}" destId="{FF5608BD-1710-4043-AA93-D0602E12A0D8}" srcOrd="0" destOrd="0" presId="urn:microsoft.com/office/officeart/2005/8/layout/vList5"/>
    <dgm:cxn modelId="{682B6725-9884-4848-81EA-C2FF4E487B33}" type="presParOf" srcId="{FF5608BD-1710-4043-AA93-D0602E12A0D8}" destId="{48AB47AE-ECA4-4836-9484-5FBF2E162A71}" srcOrd="0" destOrd="0" presId="urn:microsoft.com/office/officeart/2005/8/layout/vList5"/>
    <dgm:cxn modelId="{176C5DF4-30F9-43D9-91A5-B600331B4FE2}" type="presParOf" srcId="{FF5608BD-1710-4043-AA93-D0602E12A0D8}" destId="{1C808705-0DF5-4874-8973-9A490FE72652}" srcOrd="1" destOrd="0" presId="urn:microsoft.com/office/officeart/2005/8/layout/vList5"/>
    <dgm:cxn modelId="{04A14D5D-E5FD-4265-A8AC-08E9749085CE}" type="presParOf" srcId="{D25D010B-6088-49D9-9969-9CCC3CB5D383}" destId="{82571DE8-1A49-4896-843F-F1849DCBF392}" srcOrd="1" destOrd="0" presId="urn:microsoft.com/office/officeart/2005/8/layout/vList5"/>
    <dgm:cxn modelId="{BF901F58-F1F3-4691-9C83-67907FFEBD44}" type="presParOf" srcId="{D25D010B-6088-49D9-9969-9CCC3CB5D383}" destId="{FE20FD01-BA0C-4D9D-BDFE-8D6C8740AA2B}" srcOrd="2" destOrd="0" presId="urn:microsoft.com/office/officeart/2005/8/layout/vList5"/>
    <dgm:cxn modelId="{7BFC73DA-2F22-4466-A7CC-C849801630F3}" type="presParOf" srcId="{FE20FD01-BA0C-4D9D-BDFE-8D6C8740AA2B}" destId="{5AFED2FE-1158-4467-BFE3-2748EAA81605}" srcOrd="0" destOrd="0" presId="urn:microsoft.com/office/officeart/2005/8/layout/vList5"/>
    <dgm:cxn modelId="{5644AAEC-3750-4A8A-A086-FAA0334B4A62}" type="presParOf" srcId="{FE20FD01-BA0C-4D9D-BDFE-8D6C8740AA2B}" destId="{D1AB1BC6-761C-479D-AA6D-512B69D42137}" srcOrd="1" destOrd="0" presId="urn:microsoft.com/office/officeart/2005/8/layout/vList5"/>
    <dgm:cxn modelId="{8EC9458D-E3CE-46D5-A447-26EA1C3EA60F}" type="presParOf" srcId="{D25D010B-6088-49D9-9969-9CCC3CB5D383}" destId="{5288B441-F0D7-4917-8E23-5D46DEA8F505}" srcOrd="3" destOrd="0" presId="urn:microsoft.com/office/officeart/2005/8/layout/vList5"/>
    <dgm:cxn modelId="{C84F65DD-9DC7-4275-948A-DE860CF68D6A}" type="presParOf" srcId="{D25D010B-6088-49D9-9969-9CCC3CB5D383}" destId="{F9449835-1E7E-4426-BB35-DEF5BBEB6C09}" srcOrd="4" destOrd="0" presId="urn:microsoft.com/office/officeart/2005/8/layout/vList5"/>
    <dgm:cxn modelId="{7DC1D25C-E564-4A7C-A7A2-FE8729161E78}" type="presParOf" srcId="{F9449835-1E7E-4426-BB35-DEF5BBEB6C09}" destId="{E2EDA78C-2ED7-45B3-9D42-7C341F56F3E0}" srcOrd="0" destOrd="0" presId="urn:microsoft.com/office/officeart/2005/8/layout/vList5"/>
    <dgm:cxn modelId="{5EDE0FF9-D2E9-42B2-8181-DDF139490581}" type="presParOf" srcId="{F9449835-1E7E-4426-BB35-DEF5BBEB6C09}" destId="{9F0E8FFE-0778-42A1-8A31-3678CFBC2891}" srcOrd="1" destOrd="0" presId="urn:microsoft.com/office/officeart/2005/8/layout/vList5"/>
    <dgm:cxn modelId="{201658A4-B308-4EC1-9206-6D93D122D38B}" type="presParOf" srcId="{D25D010B-6088-49D9-9969-9CCC3CB5D383}" destId="{A3B1CECE-08D6-4853-8816-D34CBF023A9E}" srcOrd="5" destOrd="0" presId="urn:microsoft.com/office/officeart/2005/8/layout/vList5"/>
    <dgm:cxn modelId="{BAC90C55-EC83-4CBB-A04F-FDA2928D67CA}" type="presParOf" srcId="{D25D010B-6088-49D9-9969-9CCC3CB5D383}" destId="{A749E28B-DB42-44B8-BBD4-2C88958FD2A0}" srcOrd="6" destOrd="0" presId="urn:microsoft.com/office/officeart/2005/8/layout/vList5"/>
    <dgm:cxn modelId="{9DEB95A5-3240-4A49-A960-85F929CB940B}" type="presParOf" srcId="{A749E28B-DB42-44B8-BBD4-2C88958FD2A0}" destId="{2D485A46-F764-4ADE-9027-C608CC2BE8A8}" srcOrd="0" destOrd="0" presId="urn:microsoft.com/office/officeart/2005/8/layout/vList5"/>
    <dgm:cxn modelId="{1F32C4E2-BCB7-4A45-89B8-35F192F1BD8C}" type="presParOf" srcId="{A749E28B-DB42-44B8-BBD4-2C88958FD2A0}" destId="{08BF3B74-71DB-4517-A3D9-22177CED3FF0}" srcOrd="1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8.xml><?xml version="1.0" encoding="utf-8"?>
<dgm:dataModel xmlns:dgm="http://schemas.openxmlformats.org/drawingml/2006/diagram" xmlns:a="http://schemas.openxmlformats.org/drawingml/2006/main">
  <dgm:ptLst>
    <dgm:pt modelId="{6B9AEA66-C8FA-473F-8083-76C24035F4DE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4293BFAA-9EF5-47A0-BEC3-543770FCFAD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While it is technically possible </a:t>
          </a:r>
        </a:p>
      </dgm:t>
    </dgm:pt>
    <dgm:pt modelId="{EB98031F-4FBA-41E0-8D4B-48D09AFE0EAE}" type="parTrans" cxnId="{CDF225DF-0DBC-4195-8B32-662B32F65637}">
      <dgm:prSet/>
      <dgm:spPr/>
      <dgm:t>
        <a:bodyPr/>
        <a:lstStyle/>
        <a:p>
          <a:endParaRPr lang="en-US"/>
        </a:p>
      </dgm:t>
    </dgm:pt>
    <dgm:pt modelId="{33D04CCD-5379-42AD-BD56-FD93AE3F6D54}" type="sibTrans" cxnId="{CDF225DF-0DBC-4195-8B32-662B32F65637}">
      <dgm:prSet/>
      <dgm:spPr/>
      <dgm:t>
        <a:bodyPr/>
        <a:lstStyle/>
        <a:p>
          <a:endParaRPr lang="en-US"/>
        </a:p>
      </dgm:t>
    </dgm:pt>
    <dgm:pt modelId="{A5EBE4C4-622B-43D3-BA56-95439957A56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include RETURN</a:t>
          </a:r>
          <a:r>
            <a:rPr lang="tr-TR"/>
            <a:t> </a:t>
          </a:r>
          <a:r>
            <a:rPr lang="en-US"/>
            <a:t>in a redeem script, </a:t>
          </a:r>
        </a:p>
      </dgm:t>
    </dgm:pt>
    <dgm:pt modelId="{7F6C857B-0552-4142-910E-B6F9EDFA3879}" type="parTrans" cxnId="{FFAA4063-3FF1-4426-BEF6-A8BF843749C3}">
      <dgm:prSet/>
      <dgm:spPr/>
      <dgm:t>
        <a:bodyPr/>
        <a:lstStyle/>
        <a:p>
          <a:endParaRPr lang="en-US"/>
        </a:p>
      </dgm:t>
    </dgm:pt>
    <dgm:pt modelId="{9F73C91A-599B-4A42-A170-4BA45CEAB857}" type="sibTrans" cxnId="{FFAA4063-3FF1-4426-BEF6-A8BF843749C3}">
      <dgm:prSet/>
      <dgm:spPr/>
      <dgm:t>
        <a:bodyPr/>
        <a:lstStyle/>
        <a:p>
          <a:endParaRPr lang="en-US"/>
        </a:p>
      </dgm:t>
    </dgm:pt>
    <dgm:pt modelId="{C8D5BB9D-AEA1-4440-B2C6-812EBAD1B74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as nothing in the rules prevents</a:t>
          </a:r>
          <a:r>
            <a:rPr lang="tr-TR"/>
            <a:t>, </a:t>
          </a:r>
          <a:endParaRPr lang="en-US"/>
        </a:p>
      </dgm:t>
    </dgm:pt>
    <dgm:pt modelId="{7BCD19A5-CF19-4427-A7AA-DE1FEC7531D1}" type="parTrans" cxnId="{B641530C-CCFE-4FF2-9B15-1FAAE91B0D45}">
      <dgm:prSet/>
      <dgm:spPr/>
      <dgm:t>
        <a:bodyPr/>
        <a:lstStyle/>
        <a:p>
          <a:endParaRPr lang="en-US"/>
        </a:p>
      </dgm:t>
    </dgm:pt>
    <dgm:pt modelId="{181CEF30-7425-4E2C-B203-0D959659BE87}" type="sibTrans" cxnId="{B641530C-CCFE-4FF2-9B15-1FAAE91B0D45}">
      <dgm:prSet/>
      <dgm:spPr/>
      <dgm:t>
        <a:bodyPr/>
        <a:lstStyle/>
        <a:p>
          <a:endParaRPr lang="en-US"/>
        </a:p>
      </dgm:t>
    </dgm:pt>
    <dgm:pt modelId="{FCE66F68-CF53-487C-8EC8-C8726F60FE0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it is in</a:t>
          </a:r>
          <a:r>
            <a:rPr lang="en-US"/>
            <a:t>practical use </a:t>
          </a:r>
        </a:p>
      </dgm:t>
    </dgm:pt>
    <dgm:pt modelId="{25C6D41E-A900-49CC-892B-354FB4A09BD3}" type="parTrans" cxnId="{7244A62D-38C9-4095-9912-781F1DC1C503}">
      <dgm:prSet/>
      <dgm:spPr/>
      <dgm:t>
        <a:bodyPr/>
        <a:lstStyle/>
        <a:p>
          <a:endParaRPr lang="en-US"/>
        </a:p>
      </dgm:t>
    </dgm:pt>
    <dgm:pt modelId="{762B608A-87E2-4374-81BF-418098149D1C}" type="sibTrans" cxnId="{7244A62D-38C9-4095-9912-781F1DC1C503}">
      <dgm:prSet/>
      <dgm:spPr/>
      <dgm:t>
        <a:bodyPr/>
        <a:lstStyle/>
        <a:p>
          <a:endParaRPr lang="en-US"/>
        </a:p>
      </dgm:t>
    </dgm:pt>
    <dgm:pt modelId="{3F1E670E-8A08-4C20-9FC1-18FFF0BDC0B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because executing RETURN during validation </a:t>
          </a:r>
        </a:p>
      </dgm:t>
    </dgm:pt>
    <dgm:pt modelId="{0656F817-DB2E-42D6-9E00-855DC2E842DB}" type="parTrans" cxnId="{7CFF8404-6F1E-4A02-ABA8-1A171B4C5F22}">
      <dgm:prSet/>
      <dgm:spPr/>
      <dgm:t>
        <a:bodyPr/>
        <a:lstStyle/>
        <a:p>
          <a:endParaRPr lang="en-US"/>
        </a:p>
      </dgm:t>
    </dgm:pt>
    <dgm:pt modelId="{3724509F-BB27-4B38-BF9E-6EB8BA964C7C}" type="sibTrans" cxnId="{7CFF8404-6F1E-4A02-ABA8-1A171B4C5F22}">
      <dgm:prSet/>
      <dgm:spPr/>
      <dgm:t>
        <a:bodyPr/>
        <a:lstStyle/>
        <a:p>
          <a:endParaRPr lang="en-US"/>
        </a:p>
      </dgm:t>
    </dgm:pt>
    <dgm:pt modelId="{D8B405BD-F9E1-418A-8B61-1ED4937666D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will cause the transaction to</a:t>
          </a:r>
          <a:r>
            <a:rPr lang="tr-TR"/>
            <a:t> be marked invalid</a:t>
          </a:r>
          <a:endParaRPr lang="en-US"/>
        </a:p>
      </dgm:t>
    </dgm:pt>
    <dgm:pt modelId="{FA29EE6E-13C8-4361-86F9-B60ED7CF4F28}" type="parTrans" cxnId="{C3DC31BA-9CD1-4917-8C8B-F074035DFAB9}">
      <dgm:prSet/>
      <dgm:spPr/>
      <dgm:t>
        <a:bodyPr/>
        <a:lstStyle/>
        <a:p>
          <a:endParaRPr lang="en-US"/>
        </a:p>
      </dgm:t>
    </dgm:pt>
    <dgm:pt modelId="{3D3CAE2C-6B35-4896-A659-63C312B5D3CE}" type="sibTrans" cxnId="{C3DC31BA-9CD1-4917-8C8B-F074035DFAB9}">
      <dgm:prSet/>
      <dgm:spPr/>
      <dgm:t>
        <a:bodyPr/>
        <a:lstStyle/>
        <a:p>
          <a:endParaRPr lang="en-US"/>
        </a:p>
      </dgm:t>
    </dgm:pt>
    <dgm:pt modelId="{BB3718C3-91F2-4DDE-BA44-B1BE269CB9DD}" type="pres">
      <dgm:prSet presAssocID="{6B9AEA66-C8FA-473F-8083-76C24035F4DE}" presName="root" presStyleCnt="0">
        <dgm:presLayoutVars>
          <dgm:dir/>
          <dgm:resizeHandles val="exact"/>
        </dgm:presLayoutVars>
      </dgm:prSet>
      <dgm:spPr/>
    </dgm:pt>
    <dgm:pt modelId="{79261504-5379-4408-B3F3-06A3DCB472FF}" type="pres">
      <dgm:prSet presAssocID="{4293BFAA-9EF5-47A0-BEC3-543770FCFAD5}" presName="compNode" presStyleCnt="0"/>
      <dgm:spPr/>
    </dgm:pt>
    <dgm:pt modelId="{943A67A2-2C8F-4166-92AE-EB006B9E1323}" type="pres">
      <dgm:prSet presAssocID="{4293BFAA-9EF5-47A0-BEC3-543770FCFAD5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ablo"/>
        </a:ext>
      </dgm:extLst>
    </dgm:pt>
    <dgm:pt modelId="{EDE0A3AB-BE9A-4C68-A34A-93DE30C6C612}" type="pres">
      <dgm:prSet presAssocID="{4293BFAA-9EF5-47A0-BEC3-543770FCFAD5}" presName="iconSpace" presStyleCnt="0"/>
      <dgm:spPr/>
    </dgm:pt>
    <dgm:pt modelId="{0816B8B5-8376-4AFD-AD15-330D5622B366}" type="pres">
      <dgm:prSet presAssocID="{4293BFAA-9EF5-47A0-BEC3-543770FCFAD5}" presName="parTx" presStyleLbl="revTx" presStyleIdx="0" presStyleCnt="4">
        <dgm:presLayoutVars>
          <dgm:chMax val="0"/>
          <dgm:chPref val="0"/>
        </dgm:presLayoutVars>
      </dgm:prSet>
      <dgm:spPr/>
    </dgm:pt>
    <dgm:pt modelId="{A2DAA5B0-449C-456F-BF6E-40369327B5FC}" type="pres">
      <dgm:prSet presAssocID="{4293BFAA-9EF5-47A0-BEC3-543770FCFAD5}" presName="txSpace" presStyleCnt="0"/>
      <dgm:spPr/>
    </dgm:pt>
    <dgm:pt modelId="{2C225782-2F06-41C9-ACD4-544218F9B55A}" type="pres">
      <dgm:prSet presAssocID="{4293BFAA-9EF5-47A0-BEC3-543770FCFAD5}" presName="desTx" presStyleLbl="revTx" presStyleIdx="1" presStyleCnt="4">
        <dgm:presLayoutVars/>
      </dgm:prSet>
      <dgm:spPr/>
    </dgm:pt>
    <dgm:pt modelId="{AB3E7749-60B0-4836-B34B-EA499EAF0658}" type="pres">
      <dgm:prSet presAssocID="{33D04CCD-5379-42AD-BD56-FD93AE3F6D54}" presName="sibTrans" presStyleCnt="0"/>
      <dgm:spPr/>
    </dgm:pt>
    <dgm:pt modelId="{595CFB16-5330-4FF6-B95D-C48284446505}" type="pres">
      <dgm:prSet presAssocID="{FCE66F68-CF53-487C-8EC8-C8726F60FE0F}" presName="compNode" presStyleCnt="0"/>
      <dgm:spPr/>
    </dgm:pt>
    <dgm:pt modelId="{E4F64F8A-ED45-48A4-B96B-15F85C934A19}" type="pres">
      <dgm:prSet presAssocID="{FCE66F68-CF53-487C-8EC8-C8726F60FE0F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apat"/>
        </a:ext>
      </dgm:extLst>
    </dgm:pt>
    <dgm:pt modelId="{6AF4CCEE-7A3C-4347-B854-A243C334A10E}" type="pres">
      <dgm:prSet presAssocID="{FCE66F68-CF53-487C-8EC8-C8726F60FE0F}" presName="iconSpace" presStyleCnt="0"/>
      <dgm:spPr/>
    </dgm:pt>
    <dgm:pt modelId="{FEA3E271-234F-400A-B8FB-B475230F1B18}" type="pres">
      <dgm:prSet presAssocID="{FCE66F68-CF53-487C-8EC8-C8726F60FE0F}" presName="parTx" presStyleLbl="revTx" presStyleIdx="2" presStyleCnt="4">
        <dgm:presLayoutVars>
          <dgm:chMax val="0"/>
          <dgm:chPref val="0"/>
        </dgm:presLayoutVars>
      </dgm:prSet>
      <dgm:spPr/>
    </dgm:pt>
    <dgm:pt modelId="{77A94DC9-B3FA-4E43-A97A-021E8E6AD1FE}" type="pres">
      <dgm:prSet presAssocID="{FCE66F68-CF53-487C-8EC8-C8726F60FE0F}" presName="txSpace" presStyleCnt="0"/>
      <dgm:spPr/>
    </dgm:pt>
    <dgm:pt modelId="{1C8840A3-CD62-4059-9978-21E1E1E9E77B}" type="pres">
      <dgm:prSet presAssocID="{FCE66F68-CF53-487C-8EC8-C8726F60FE0F}" presName="desTx" presStyleLbl="revTx" presStyleIdx="3" presStyleCnt="4">
        <dgm:presLayoutVars/>
      </dgm:prSet>
      <dgm:spPr/>
    </dgm:pt>
  </dgm:ptLst>
  <dgm:cxnLst>
    <dgm:cxn modelId="{7CFF8404-6F1E-4A02-ABA8-1A171B4C5F22}" srcId="{FCE66F68-CF53-487C-8EC8-C8726F60FE0F}" destId="{3F1E670E-8A08-4C20-9FC1-18FFF0BDC0B1}" srcOrd="0" destOrd="0" parTransId="{0656F817-DB2E-42D6-9E00-855DC2E842DB}" sibTransId="{3724509F-BB27-4B38-BF9E-6EB8BA964C7C}"/>
    <dgm:cxn modelId="{B641530C-CCFE-4FF2-9B15-1FAAE91B0D45}" srcId="{4293BFAA-9EF5-47A0-BEC3-543770FCFAD5}" destId="{C8D5BB9D-AEA1-4440-B2C6-812EBAD1B748}" srcOrd="1" destOrd="0" parTransId="{7BCD19A5-CF19-4427-A7AA-DE1FEC7531D1}" sibTransId="{181CEF30-7425-4E2C-B203-0D959659BE87}"/>
    <dgm:cxn modelId="{03404E27-1955-46C3-9E19-FCBD00948510}" type="presOf" srcId="{A5EBE4C4-622B-43D3-BA56-95439957A561}" destId="{2C225782-2F06-41C9-ACD4-544218F9B55A}" srcOrd="0" destOrd="0" presId="urn:microsoft.com/office/officeart/2018/5/layout/CenteredIconLabelDescriptionList"/>
    <dgm:cxn modelId="{7244A62D-38C9-4095-9912-781F1DC1C503}" srcId="{6B9AEA66-C8FA-473F-8083-76C24035F4DE}" destId="{FCE66F68-CF53-487C-8EC8-C8726F60FE0F}" srcOrd="1" destOrd="0" parTransId="{25C6D41E-A900-49CC-892B-354FB4A09BD3}" sibTransId="{762B608A-87E2-4374-81BF-418098149D1C}"/>
    <dgm:cxn modelId="{AD9C382E-FD73-4296-A07D-CD72B7521044}" type="presOf" srcId="{FCE66F68-CF53-487C-8EC8-C8726F60FE0F}" destId="{FEA3E271-234F-400A-B8FB-B475230F1B18}" srcOrd="0" destOrd="0" presId="urn:microsoft.com/office/officeart/2018/5/layout/CenteredIconLabelDescriptionList"/>
    <dgm:cxn modelId="{FFAA4063-3FF1-4426-BEF6-A8BF843749C3}" srcId="{4293BFAA-9EF5-47A0-BEC3-543770FCFAD5}" destId="{A5EBE4C4-622B-43D3-BA56-95439957A561}" srcOrd="0" destOrd="0" parTransId="{7F6C857B-0552-4142-910E-B6F9EDFA3879}" sibTransId="{9F73C91A-599B-4A42-A170-4BA45CEAB857}"/>
    <dgm:cxn modelId="{8F5DBF81-BDCE-4660-9CC0-1F592FB0ACAE}" type="presOf" srcId="{C8D5BB9D-AEA1-4440-B2C6-812EBAD1B748}" destId="{2C225782-2F06-41C9-ACD4-544218F9B55A}" srcOrd="0" destOrd="1" presId="urn:microsoft.com/office/officeart/2018/5/layout/CenteredIconLabelDescriptionList"/>
    <dgm:cxn modelId="{E1BBDE87-8B52-4C73-A3D8-AB840A77C437}" type="presOf" srcId="{3F1E670E-8A08-4C20-9FC1-18FFF0BDC0B1}" destId="{1C8840A3-CD62-4059-9978-21E1E1E9E77B}" srcOrd="0" destOrd="0" presId="urn:microsoft.com/office/officeart/2018/5/layout/CenteredIconLabelDescriptionList"/>
    <dgm:cxn modelId="{602AB0A6-292A-41A6-8EBF-EBFC45E58B71}" type="presOf" srcId="{4293BFAA-9EF5-47A0-BEC3-543770FCFAD5}" destId="{0816B8B5-8376-4AFD-AD15-330D5622B366}" srcOrd="0" destOrd="0" presId="urn:microsoft.com/office/officeart/2018/5/layout/CenteredIconLabelDescriptionList"/>
    <dgm:cxn modelId="{2926C2B6-3228-4C42-83A1-55903EB28C9E}" type="presOf" srcId="{6B9AEA66-C8FA-473F-8083-76C24035F4DE}" destId="{BB3718C3-91F2-4DDE-BA44-B1BE269CB9DD}" srcOrd="0" destOrd="0" presId="urn:microsoft.com/office/officeart/2018/5/layout/CenteredIconLabelDescriptionList"/>
    <dgm:cxn modelId="{C3DC31BA-9CD1-4917-8C8B-F074035DFAB9}" srcId="{FCE66F68-CF53-487C-8EC8-C8726F60FE0F}" destId="{D8B405BD-F9E1-418A-8B61-1ED4937666DE}" srcOrd="1" destOrd="0" parTransId="{FA29EE6E-13C8-4361-86F9-B60ED7CF4F28}" sibTransId="{3D3CAE2C-6B35-4896-A659-63C312B5D3CE}"/>
    <dgm:cxn modelId="{CDF225DF-0DBC-4195-8B32-662B32F65637}" srcId="{6B9AEA66-C8FA-473F-8083-76C24035F4DE}" destId="{4293BFAA-9EF5-47A0-BEC3-543770FCFAD5}" srcOrd="0" destOrd="0" parTransId="{EB98031F-4FBA-41E0-8D4B-48D09AFE0EAE}" sibTransId="{33D04CCD-5379-42AD-BD56-FD93AE3F6D54}"/>
    <dgm:cxn modelId="{423658F4-8CDF-42A3-928D-7A2DDD9D49AF}" type="presOf" srcId="{D8B405BD-F9E1-418A-8B61-1ED4937666DE}" destId="{1C8840A3-CD62-4059-9978-21E1E1E9E77B}" srcOrd="0" destOrd="1" presId="urn:microsoft.com/office/officeart/2018/5/layout/CenteredIconLabelDescriptionList"/>
    <dgm:cxn modelId="{640AF107-5137-41A3-894D-E56D0D651EE3}" type="presParOf" srcId="{BB3718C3-91F2-4DDE-BA44-B1BE269CB9DD}" destId="{79261504-5379-4408-B3F3-06A3DCB472FF}" srcOrd="0" destOrd="0" presId="urn:microsoft.com/office/officeart/2018/5/layout/CenteredIconLabelDescriptionList"/>
    <dgm:cxn modelId="{561B552E-F025-4DA8-AB5D-8484A4B88E8E}" type="presParOf" srcId="{79261504-5379-4408-B3F3-06A3DCB472FF}" destId="{943A67A2-2C8F-4166-92AE-EB006B9E1323}" srcOrd="0" destOrd="0" presId="urn:microsoft.com/office/officeart/2018/5/layout/CenteredIconLabelDescriptionList"/>
    <dgm:cxn modelId="{1C23A110-C06C-4D42-89AE-0042BE43A0CE}" type="presParOf" srcId="{79261504-5379-4408-B3F3-06A3DCB472FF}" destId="{EDE0A3AB-BE9A-4C68-A34A-93DE30C6C612}" srcOrd="1" destOrd="0" presId="urn:microsoft.com/office/officeart/2018/5/layout/CenteredIconLabelDescriptionList"/>
    <dgm:cxn modelId="{1CC9AF33-9E76-460D-B628-FB6B9AA12BD7}" type="presParOf" srcId="{79261504-5379-4408-B3F3-06A3DCB472FF}" destId="{0816B8B5-8376-4AFD-AD15-330D5622B366}" srcOrd="2" destOrd="0" presId="urn:microsoft.com/office/officeart/2018/5/layout/CenteredIconLabelDescriptionList"/>
    <dgm:cxn modelId="{F8A261D1-F3D2-4525-8566-6D7006AAF37C}" type="presParOf" srcId="{79261504-5379-4408-B3F3-06A3DCB472FF}" destId="{A2DAA5B0-449C-456F-BF6E-40369327B5FC}" srcOrd="3" destOrd="0" presId="urn:microsoft.com/office/officeart/2018/5/layout/CenteredIconLabelDescriptionList"/>
    <dgm:cxn modelId="{61E9C8B5-1460-4F26-BB75-395C43CDDFA9}" type="presParOf" srcId="{79261504-5379-4408-B3F3-06A3DCB472FF}" destId="{2C225782-2F06-41C9-ACD4-544218F9B55A}" srcOrd="4" destOrd="0" presId="urn:microsoft.com/office/officeart/2018/5/layout/CenteredIconLabelDescriptionList"/>
    <dgm:cxn modelId="{07F07F77-1804-4F1F-B5CE-AD91514EA264}" type="presParOf" srcId="{BB3718C3-91F2-4DDE-BA44-B1BE269CB9DD}" destId="{AB3E7749-60B0-4836-B34B-EA499EAF0658}" srcOrd="1" destOrd="0" presId="urn:microsoft.com/office/officeart/2018/5/layout/CenteredIconLabelDescriptionList"/>
    <dgm:cxn modelId="{0D901423-7587-45B0-94BB-3199B6829057}" type="presParOf" srcId="{BB3718C3-91F2-4DDE-BA44-B1BE269CB9DD}" destId="{595CFB16-5330-4FF6-B95D-C48284446505}" srcOrd="2" destOrd="0" presId="urn:microsoft.com/office/officeart/2018/5/layout/CenteredIconLabelDescriptionList"/>
    <dgm:cxn modelId="{588EAAE6-37DC-467C-A4A7-3E209A373615}" type="presParOf" srcId="{595CFB16-5330-4FF6-B95D-C48284446505}" destId="{E4F64F8A-ED45-48A4-B96B-15F85C934A19}" srcOrd="0" destOrd="0" presId="urn:microsoft.com/office/officeart/2018/5/layout/CenteredIconLabelDescriptionList"/>
    <dgm:cxn modelId="{C50EE2AC-68CF-4D40-AB0D-49323BD3AA10}" type="presParOf" srcId="{595CFB16-5330-4FF6-B95D-C48284446505}" destId="{6AF4CCEE-7A3C-4347-B854-A243C334A10E}" srcOrd="1" destOrd="0" presId="urn:microsoft.com/office/officeart/2018/5/layout/CenteredIconLabelDescriptionList"/>
    <dgm:cxn modelId="{5EE19085-AD63-46D9-8ED8-86EB06F9DB8E}" type="presParOf" srcId="{595CFB16-5330-4FF6-B95D-C48284446505}" destId="{FEA3E271-234F-400A-B8FB-B475230F1B18}" srcOrd="2" destOrd="0" presId="urn:microsoft.com/office/officeart/2018/5/layout/CenteredIconLabelDescriptionList"/>
    <dgm:cxn modelId="{2E2BFC18-F57D-4C57-A770-42FEF6E02337}" type="presParOf" srcId="{595CFB16-5330-4FF6-B95D-C48284446505}" destId="{77A94DC9-B3FA-4E43-A97A-021E8E6AD1FE}" srcOrd="3" destOrd="0" presId="urn:microsoft.com/office/officeart/2018/5/layout/CenteredIconLabelDescriptionList"/>
    <dgm:cxn modelId="{7F57306A-7915-4923-B453-BCEDDC740052}" type="presParOf" srcId="{595CFB16-5330-4FF6-B95D-C48284446505}" destId="{1C8840A3-CD62-4059-9978-21E1E1E9E77B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9.xml><?xml version="1.0" encoding="utf-8"?>
<dgm:dataModel xmlns:dgm="http://schemas.openxmlformats.org/drawingml/2006/diagram" xmlns:a="http://schemas.openxmlformats.org/drawingml/2006/main">
  <dgm:ptLst>
    <dgm:pt modelId="{C34E65F6-2FBB-4F70-A291-805FBCAA6F13}" type="doc">
      <dgm:prSet loTypeId="urn:microsoft.com/office/officeart/2005/8/layout/vList2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C14023B3-5B83-4544-8DCC-F5CC98E265AF}">
      <dgm:prSet/>
      <dgm:spPr/>
      <dgm:t>
        <a:bodyPr/>
        <a:lstStyle/>
        <a:p>
          <a:r>
            <a:rPr lang="en-US"/>
            <a:t>if you lock an output </a:t>
          </a:r>
        </a:p>
      </dgm:t>
    </dgm:pt>
    <dgm:pt modelId="{892E4410-8CB7-43F8-84D6-534E28763EEF}" type="parTrans" cxnId="{B331F8B4-FBDF-414D-8C8D-CBC2EF7E6B63}">
      <dgm:prSet/>
      <dgm:spPr/>
      <dgm:t>
        <a:bodyPr/>
        <a:lstStyle/>
        <a:p>
          <a:endParaRPr lang="en-US"/>
        </a:p>
      </dgm:t>
    </dgm:pt>
    <dgm:pt modelId="{7958F1CA-7EB9-4934-B5C2-093D02261047}" type="sibTrans" cxnId="{B331F8B4-FBDF-414D-8C8D-CBC2EF7E6B63}">
      <dgm:prSet/>
      <dgm:spPr/>
      <dgm:t>
        <a:bodyPr/>
        <a:lstStyle/>
        <a:p>
          <a:endParaRPr lang="en-US"/>
        </a:p>
      </dgm:t>
    </dgm:pt>
    <dgm:pt modelId="{6302BDB3-244F-41C0-8EC6-BA6F833CFB26}">
      <dgm:prSet/>
      <dgm:spPr/>
      <dgm:t>
        <a:bodyPr/>
        <a:lstStyle/>
        <a:p>
          <a:r>
            <a:rPr lang="en-US" dirty="0"/>
            <a:t>with the hash of an invalid redeem</a:t>
          </a:r>
          <a:r>
            <a:rPr lang="tr-TR" dirty="0"/>
            <a:t> </a:t>
          </a:r>
          <a:r>
            <a:rPr lang="en-US" dirty="0"/>
            <a:t>script</a:t>
          </a:r>
        </a:p>
      </dgm:t>
    </dgm:pt>
    <dgm:pt modelId="{B17BDF8D-2946-4B1D-8FFC-C4008AAC1BE0}" type="parTrans" cxnId="{1AF78DC6-5A42-4962-9B34-19E6C826F128}">
      <dgm:prSet/>
      <dgm:spPr/>
      <dgm:t>
        <a:bodyPr/>
        <a:lstStyle/>
        <a:p>
          <a:endParaRPr lang="en-US"/>
        </a:p>
      </dgm:t>
    </dgm:pt>
    <dgm:pt modelId="{49C516FE-B0EB-4C2B-BA5A-67C4ECD50C2D}" type="sibTrans" cxnId="{1AF78DC6-5A42-4962-9B34-19E6C826F128}">
      <dgm:prSet/>
      <dgm:spPr/>
      <dgm:t>
        <a:bodyPr/>
        <a:lstStyle/>
        <a:p>
          <a:endParaRPr lang="en-US"/>
        </a:p>
      </dgm:t>
    </dgm:pt>
    <dgm:pt modelId="{71935351-B36A-4450-8AC2-829485188897}">
      <dgm:prSet/>
      <dgm:spPr/>
      <dgm:t>
        <a:bodyPr/>
        <a:lstStyle/>
        <a:p>
          <a:r>
            <a:rPr lang="en-US"/>
            <a:t>it will be processed regardless. </a:t>
          </a:r>
        </a:p>
      </dgm:t>
    </dgm:pt>
    <dgm:pt modelId="{6223771B-AA50-4B83-9776-9B0B6FB603BC}" type="parTrans" cxnId="{D7EF5B0C-9F0A-40B6-A2BB-60776F01EDE4}">
      <dgm:prSet/>
      <dgm:spPr/>
      <dgm:t>
        <a:bodyPr/>
        <a:lstStyle/>
        <a:p>
          <a:endParaRPr lang="en-US"/>
        </a:p>
      </dgm:t>
    </dgm:pt>
    <dgm:pt modelId="{23842E51-0A6A-4093-970F-EEE6B5D612BC}" type="sibTrans" cxnId="{D7EF5B0C-9F0A-40B6-A2BB-60776F01EDE4}">
      <dgm:prSet/>
      <dgm:spPr/>
      <dgm:t>
        <a:bodyPr/>
        <a:lstStyle/>
        <a:p>
          <a:endParaRPr lang="en-US"/>
        </a:p>
      </dgm:t>
    </dgm:pt>
    <dgm:pt modelId="{403011EB-9853-4086-963C-959846223A32}">
      <dgm:prSet/>
      <dgm:spPr/>
      <dgm:t>
        <a:bodyPr/>
        <a:lstStyle/>
        <a:p>
          <a:r>
            <a:rPr lang="en-US"/>
            <a:t>because </a:t>
          </a:r>
        </a:p>
      </dgm:t>
    </dgm:pt>
    <dgm:pt modelId="{57A991CD-EBC4-4130-8E0B-D94DF5837DA5}" type="parTrans" cxnId="{B7D69B03-991B-498F-A6A0-606282FB8E8C}">
      <dgm:prSet/>
      <dgm:spPr/>
      <dgm:t>
        <a:bodyPr/>
        <a:lstStyle/>
        <a:p>
          <a:endParaRPr lang="en-US"/>
        </a:p>
      </dgm:t>
    </dgm:pt>
    <dgm:pt modelId="{5C744930-C731-4B76-A784-426AB8CB2D06}" type="sibTrans" cxnId="{B7D69B03-991B-498F-A6A0-606282FB8E8C}">
      <dgm:prSet/>
      <dgm:spPr/>
      <dgm:t>
        <a:bodyPr/>
        <a:lstStyle/>
        <a:p>
          <a:endParaRPr lang="en-US"/>
        </a:p>
      </dgm:t>
    </dgm:pt>
    <dgm:pt modelId="{0E09BE07-F0CF-4EC4-A428-03E14B1D48F3}">
      <dgm:prSet/>
      <dgm:spPr/>
      <dgm:t>
        <a:bodyPr/>
        <a:lstStyle/>
        <a:p>
          <a:r>
            <a:rPr lang="en-US"/>
            <a:t>the redeem script is not presented </a:t>
          </a:r>
        </a:p>
      </dgm:t>
    </dgm:pt>
    <dgm:pt modelId="{6155C6CA-4D48-4E21-9D0B-CBF7B9B9C822}" type="parTrans" cxnId="{B121CDBC-B935-4C9B-BD69-30E618F2E3A8}">
      <dgm:prSet/>
      <dgm:spPr/>
      <dgm:t>
        <a:bodyPr/>
        <a:lstStyle/>
        <a:p>
          <a:endParaRPr lang="en-US"/>
        </a:p>
      </dgm:t>
    </dgm:pt>
    <dgm:pt modelId="{E3C14F23-97CD-4AF9-97AC-8E9D77CFFE78}" type="sibTrans" cxnId="{B121CDBC-B935-4C9B-BD69-30E618F2E3A8}">
      <dgm:prSet/>
      <dgm:spPr/>
      <dgm:t>
        <a:bodyPr/>
        <a:lstStyle/>
        <a:p>
          <a:endParaRPr lang="en-US"/>
        </a:p>
      </dgm:t>
    </dgm:pt>
    <dgm:pt modelId="{2BB37F2E-7BAC-418E-B2F4-6C02FBCF1BB5}">
      <dgm:prSet/>
      <dgm:spPr/>
      <dgm:t>
        <a:bodyPr/>
        <a:lstStyle/>
        <a:p>
          <a:r>
            <a:rPr lang="en-US"/>
            <a:t>to the network until you attempt</a:t>
          </a:r>
          <a:r>
            <a:rPr lang="tr-TR"/>
            <a:t> </a:t>
          </a:r>
          <a:r>
            <a:rPr lang="en-US"/>
            <a:t>to spend a P2SH output,</a:t>
          </a:r>
        </a:p>
      </dgm:t>
    </dgm:pt>
    <dgm:pt modelId="{AE93F868-401E-493E-9EF1-64211772DF79}" type="parTrans" cxnId="{58C0EF08-AD9B-4F88-8F6F-6E5A91190A8E}">
      <dgm:prSet/>
      <dgm:spPr/>
      <dgm:t>
        <a:bodyPr/>
        <a:lstStyle/>
        <a:p>
          <a:endParaRPr lang="en-US"/>
        </a:p>
      </dgm:t>
    </dgm:pt>
    <dgm:pt modelId="{D7B0CF35-2252-4A68-A1EB-BCF311040B15}" type="sibTrans" cxnId="{58C0EF08-AD9B-4F88-8F6F-6E5A91190A8E}">
      <dgm:prSet/>
      <dgm:spPr/>
      <dgm:t>
        <a:bodyPr/>
        <a:lstStyle/>
        <a:p>
          <a:endParaRPr lang="en-US"/>
        </a:p>
      </dgm:t>
    </dgm:pt>
    <dgm:pt modelId="{50BC5615-5FA6-47A6-93E8-2DC37924049E}">
      <dgm:prSet/>
      <dgm:spPr/>
      <dgm:t>
        <a:bodyPr/>
        <a:lstStyle/>
        <a:p>
          <a:r>
            <a:rPr lang="en-US" dirty="0"/>
            <a:t>The UTXO</a:t>
          </a:r>
        </a:p>
      </dgm:t>
    </dgm:pt>
    <dgm:pt modelId="{DA89EF66-3E88-47E6-B656-F9B35AADE90C}" type="parTrans" cxnId="{B87F25D6-748C-45EA-9233-A51F24E75192}">
      <dgm:prSet/>
      <dgm:spPr/>
      <dgm:t>
        <a:bodyPr/>
        <a:lstStyle/>
        <a:p>
          <a:endParaRPr lang="en-US"/>
        </a:p>
      </dgm:t>
    </dgm:pt>
    <dgm:pt modelId="{3804DD47-DAB6-48B7-9B52-D1E5C1396AB7}" type="sibTrans" cxnId="{B87F25D6-748C-45EA-9233-A51F24E75192}">
      <dgm:prSet/>
      <dgm:spPr/>
      <dgm:t>
        <a:bodyPr/>
        <a:lstStyle/>
        <a:p>
          <a:endParaRPr lang="en-US"/>
        </a:p>
      </dgm:t>
    </dgm:pt>
    <dgm:pt modelId="{038976CD-D3BC-43B3-97F7-F707C3D97C41}">
      <dgm:prSet/>
      <dgm:spPr/>
      <dgm:t>
        <a:bodyPr/>
        <a:lstStyle/>
        <a:p>
          <a:r>
            <a:rPr lang="en-US"/>
            <a:t>will be successfully locked. </a:t>
          </a:r>
        </a:p>
      </dgm:t>
    </dgm:pt>
    <dgm:pt modelId="{0BF8C555-76D0-4548-B2D7-A7DABE9012DB}" type="parTrans" cxnId="{C7F1E8B2-4EB3-4A3A-ACDE-46EE15EFFEF1}">
      <dgm:prSet/>
      <dgm:spPr/>
      <dgm:t>
        <a:bodyPr/>
        <a:lstStyle/>
        <a:p>
          <a:endParaRPr lang="tr-TR"/>
        </a:p>
      </dgm:t>
    </dgm:pt>
    <dgm:pt modelId="{98CF738F-4152-45CB-B8AE-5AC63A76B0CF}" type="sibTrans" cxnId="{C7F1E8B2-4EB3-4A3A-ACDE-46EE15EFFEF1}">
      <dgm:prSet/>
      <dgm:spPr/>
      <dgm:t>
        <a:bodyPr/>
        <a:lstStyle/>
        <a:p>
          <a:endParaRPr lang="tr-TR"/>
        </a:p>
      </dgm:t>
    </dgm:pt>
    <dgm:pt modelId="{0DECECAB-A7E3-4115-ACFC-E18E4DDF66DA}" type="pres">
      <dgm:prSet presAssocID="{C34E65F6-2FBB-4F70-A291-805FBCAA6F13}" presName="linear" presStyleCnt="0">
        <dgm:presLayoutVars>
          <dgm:animLvl val="lvl"/>
          <dgm:resizeHandles val="exact"/>
        </dgm:presLayoutVars>
      </dgm:prSet>
      <dgm:spPr/>
    </dgm:pt>
    <dgm:pt modelId="{93823691-7559-4232-AEAA-716B7084E89E}" type="pres">
      <dgm:prSet presAssocID="{C14023B3-5B83-4544-8DCC-F5CC98E265AF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51AEFB43-AB7A-4840-9B35-D60750B9B768}" type="pres">
      <dgm:prSet presAssocID="{C14023B3-5B83-4544-8DCC-F5CC98E265AF}" presName="childText" presStyleLbl="revTx" presStyleIdx="0" presStyleCnt="3">
        <dgm:presLayoutVars>
          <dgm:bulletEnabled val="1"/>
        </dgm:presLayoutVars>
      </dgm:prSet>
      <dgm:spPr/>
    </dgm:pt>
    <dgm:pt modelId="{1156CE61-6792-46E9-A200-057C54BB476A}" type="pres">
      <dgm:prSet presAssocID="{403011EB-9853-4086-963C-959846223A32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268DB2FB-F6C2-4090-9AF1-BD0A7B32AC8B}" type="pres">
      <dgm:prSet presAssocID="{403011EB-9853-4086-963C-959846223A32}" presName="childText" presStyleLbl="revTx" presStyleIdx="1" presStyleCnt="3">
        <dgm:presLayoutVars>
          <dgm:bulletEnabled val="1"/>
        </dgm:presLayoutVars>
      </dgm:prSet>
      <dgm:spPr/>
    </dgm:pt>
    <dgm:pt modelId="{83E1DE04-205B-4D72-B434-4829BCD4F53D}" type="pres">
      <dgm:prSet presAssocID="{50BC5615-5FA6-47A6-93E8-2DC37924049E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05DE8763-9B81-41F2-89A5-362B18171B7E}" type="pres">
      <dgm:prSet presAssocID="{50BC5615-5FA6-47A6-93E8-2DC37924049E}" presName="childText" presStyleLbl="revTx" presStyleIdx="2" presStyleCnt="3">
        <dgm:presLayoutVars>
          <dgm:bulletEnabled val="1"/>
        </dgm:presLayoutVars>
      </dgm:prSet>
      <dgm:spPr/>
    </dgm:pt>
  </dgm:ptLst>
  <dgm:cxnLst>
    <dgm:cxn modelId="{F64B0F02-9FCE-400C-89E6-B5B260E91D9D}" type="presOf" srcId="{038976CD-D3BC-43B3-97F7-F707C3D97C41}" destId="{05DE8763-9B81-41F2-89A5-362B18171B7E}" srcOrd="0" destOrd="0" presId="urn:microsoft.com/office/officeart/2005/8/layout/vList2"/>
    <dgm:cxn modelId="{B7D69B03-991B-498F-A6A0-606282FB8E8C}" srcId="{C34E65F6-2FBB-4F70-A291-805FBCAA6F13}" destId="{403011EB-9853-4086-963C-959846223A32}" srcOrd="1" destOrd="0" parTransId="{57A991CD-EBC4-4130-8E0B-D94DF5837DA5}" sibTransId="{5C744930-C731-4B76-A784-426AB8CB2D06}"/>
    <dgm:cxn modelId="{58C0EF08-AD9B-4F88-8F6F-6E5A91190A8E}" srcId="{403011EB-9853-4086-963C-959846223A32}" destId="{2BB37F2E-7BAC-418E-B2F4-6C02FBCF1BB5}" srcOrd="1" destOrd="0" parTransId="{AE93F868-401E-493E-9EF1-64211772DF79}" sibTransId="{D7B0CF35-2252-4A68-A1EB-BCF311040B15}"/>
    <dgm:cxn modelId="{D7EF5B0C-9F0A-40B6-A2BB-60776F01EDE4}" srcId="{C14023B3-5B83-4544-8DCC-F5CC98E265AF}" destId="{71935351-B36A-4450-8AC2-829485188897}" srcOrd="1" destOrd="0" parTransId="{6223771B-AA50-4B83-9776-9B0B6FB603BC}" sibTransId="{23842E51-0A6A-4093-970F-EEE6B5D612BC}"/>
    <dgm:cxn modelId="{38EA6931-3680-42E9-9CDA-AAE937F55229}" type="presOf" srcId="{6302BDB3-244F-41C0-8EC6-BA6F833CFB26}" destId="{51AEFB43-AB7A-4840-9B35-D60750B9B768}" srcOrd="0" destOrd="0" presId="urn:microsoft.com/office/officeart/2005/8/layout/vList2"/>
    <dgm:cxn modelId="{4C530B6D-E4E5-48D6-9AAF-296F386634C6}" type="presOf" srcId="{2BB37F2E-7BAC-418E-B2F4-6C02FBCF1BB5}" destId="{268DB2FB-F6C2-4090-9AF1-BD0A7B32AC8B}" srcOrd="0" destOrd="1" presId="urn:microsoft.com/office/officeart/2005/8/layout/vList2"/>
    <dgm:cxn modelId="{D80EE754-10A9-4B34-978E-A2D9AE9E8C3D}" type="presOf" srcId="{50BC5615-5FA6-47A6-93E8-2DC37924049E}" destId="{83E1DE04-205B-4D72-B434-4829BCD4F53D}" srcOrd="0" destOrd="0" presId="urn:microsoft.com/office/officeart/2005/8/layout/vList2"/>
    <dgm:cxn modelId="{48577C55-1030-4DCE-A24D-8B0E31F01846}" type="presOf" srcId="{71935351-B36A-4450-8AC2-829485188897}" destId="{51AEFB43-AB7A-4840-9B35-D60750B9B768}" srcOrd="0" destOrd="1" presId="urn:microsoft.com/office/officeart/2005/8/layout/vList2"/>
    <dgm:cxn modelId="{8F197BB1-630C-494D-A8B6-3AC49F088964}" type="presOf" srcId="{C14023B3-5B83-4544-8DCC-F5CC98E265AF}" destId="{93823691-7559-4232-AEAA-716B7084E89E}" srcOrd="0" destOrd="0" presId="urn:microsoft.com/office/officeart/2005/8/layout/vList2"/>
    <dgm:cxn modelId="{C7F1E8B2-4EB3-4A3A-ACDE-46EE15EFFEF1}" srcId="{50BC5615-5FA6-47A6-93E8-2DC37924049E}" destId="{038976CD-D3BC-43B3-97F7-F707C3D97C41}" srcOrd="0" destOrd="0" parTransId="{0BF8C555-76D0-4548-B2D7-A7DABE9012DB}" sibTransId="{98CF738F-4152-45CB-B8AE-5AC63A76B0CF}"/>
    <dgm:cxn modelId="{B331F8B4-FBDF-414D-8C8D-CBC2EF7E6B63}" srcId="{C34E65F6-2FBB-4F70-A291-805FBCAA6F13}" destId="{C14023B3-5B83-4544-8DCC-F5CC98E265AF}" srcOrd="0" destOrd="0" parTransId="{892E4410-8CB7-43F8-84D6-534E28763EEF}" sibTransId="{7958F1CA-7EB9-4934-B5C2-093D02261047}"/>
    <dgm:cxn modelId="{B121CDBC-B935-4C9B-BD69-30E618F2E3A8}" srcId="{403011EB-9853-4086-963C-959846223A32}" destId="{0E09BE07-F0CF-4EC4-A428-03E14B1D48F3}" srcOrd="0" destOrd="0" parTransId="{6155C6CA-4D48-4E21-9D0B-CBF7B9B9C822}" sibTransId="{E3C14F23-97CD-4AF9-97AC-8E9D77CFFE78}"/>
    <dgm:cxn modelId="{45EEC2C2-24DA-4DD3-A1E1-96B0AD861C87}" type="presOf" srcId="{0E09BE07-F0CF-4EC4-A428-03E14B1D48F3}" destId="{268DB2FB-F6C2-4090-9AF1-BD0A7B32AC8B}" srcOrd="0" destOrd="0" presId="urn:microsoft.com/office/officeart/2005/8/layout/vList2"/>
    <dgm:cxn modelId="{1AF78DC6-5A42-4962-9B34-19E6C826F128}" srcId="{C14023B3-5B83-4544-8DCC-F5CC98E265AF}" destId="{6302BDB3-244F-41C0-8EC6-BA6F833CFB26}" srcOrd="0" destOrd="0" parTransId="{B17BDF8D-2946-4B1D-8FFC-C4008AAC1BE0}" sibTransId="{49C516FE-B0EB-4C2B-BA5A-67C4ECD50C2D}"/>
    <dgm:cxn modelId="{B87F25D6-748C-45EA-9233-A51F24E75192}" srcId="{C34E65F6-2FBB-4F70-A291-805FBCAA6F13}" destId="{50BC5615-5FA6-47A6-93E8-2DC37924049E}" srcOrd="2" destOrd="0" parTransId="{DA89EF66-3E88-47E6-B656-F9B35AADE90C}" sibTransId="{3804DD47-DAB6-48B7-9B52-D1E5C1396AB7}"/>
    <dgm:cxn modelId="{00EBDCEC-2CE9-44F1-84CE-8A371F93560C}" type="presOf" srcId="{403011EB-9853-4086-963C-959846223A32}" destId="{1156CE61-6792-46E9-A200-057C54BB476A}" srcOrd="0" destOrd="0" presId="urn:microsoft.com/office/officeart/2005/8/layout/vList2"/>
    <dgm:cxn modelId="{5CC70EFE-592F-4A20-8BE3-9025CD2AB6CB}" type="presOf" srcId="{C34E65F6-2FBB-4F70-A291-805FBCAA6F13}" destId="{0DECECAB-A7E3-4115-ACFC-E18E4DDF66DA}" srcOrd="0" destOrd="0" presId="urn:microsoft.com/office/officeart/2005/8/layout/vList2"/>
    <dgm:cxn modelId="{F4B09DAD-E4B6-4B02-B4ED-D585EC972232}" type="presParOf" srcId="{0DECECAB-A7E3-4115-ACFC-E18E4DDF66DA}" destId="{93823691-7559-4232-AEAA-716B7084E89E}" srcOrd="0" destOrd="0" presId="urn:microsoft.com/office/officeart/2005/8/layout/vList2"/>
    <dgm:cxn modelId="{7495E6E3-9A9D-430F-9661-C98A097D9AC3}" type="presParOf" srcId="{0DECECAB-A7E3-4115-ACFC-E18E4DDF66DA}" destId="{51AEFB43-AB7A-4840-9B35-D60750B9B768}" srcOrd="1" destOrd="0" presId="urn:microsoft.com/office/officeart/2005/8/layout/vList2"/>
    <dgm:cxn modelId="{A75387AE-DF38-42AE-9BAE-A92AA21A715E}" type="presParOf" srcId="{0DECECAB-A7E3-4115-ACFC-E18E4DDF66DA}" destId="{1156CE61-6792-46E9-A200-057C54BB476A}" srcOrd="2" destOrd="0" presId="urn:microsoft.com/office/officeart/2005/8/layout/vList2"/>
    <dgm:cxn modelId="{7B83EEC9-542D-4AAE-9B35-D27AF6A9D734}" type="presParOf" srcId="{0DECECAB-A7E3-4115-ACFC-E18E4DDF66DA}" destId="{268DB2FB-F6C2-4090-9AF1-BD0A7B32AC8B}" srcOrd="3" destOrd="0" presId="urn:microsoft.com/office/officeart/2005/8/layout/vList2"/>
    <dgm:cxn modelId="{74435423-BEBF-4802-BE69-5C18A037DED8}" type="presParOf" srcId="{0DECECAB-A7E3-4115-ACFC-E18E4DDF66DA}" destId="{83E1DE04-205B-4D72-B434-4829BCD4F53D}" srcOrd="4" destOrd="0" presId="urn:microsoft.com/office/officeart/2005/8/layout/vList2"/>
    <dgm:cxn modelId="{7BE194D6-051C-4734-B9A5-87617C8DB245}" type="presParOf" srcId="{0DECECAB-A7E3-4115-ACFC-E18E4DDF66DA}" destId="{05DE8763-9B81-41F2-89A5-362B18171B7E}" srcOrd="5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0.xml><?xml version="1.0" encoding="utf-8"?>
<dgm:dataModel xmlns:dgm="http://schemas.openxmlformats.org/drawingml/2006/diagram" xmlns:a="http://schemas.openxmlformats.org/drawingml/2006/main">
  <dgm:ptLst>
    <dgm:pt modelId="{0CC6ECC9-49E3-4323-A762-059DBCFBC604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2_2" csCatId="accent2" phldr="1"/>
      <dgm:spPr/>
      <dgm:t>
        <a:bodyPr/>
        <a:lstStyle/>
        <a:p>
          <a:endParaRPr lang="en-US"/>
        </a:p>
      </dgm:t>
    </dgm:pt>
    <dgm:pt modelId="{06012405-1E5E-48FA-96A7-8A457D3784B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However,</a:t>
          </a:r>
          <a:r>
            <a:rPr lang="tr-TR"/>
            <a:t> </a:t>
          </a:r>
          <a:endParaRPr lang="en-US"/>
        </a:p>
      </dgm:t>
    </dgm:pt>
    <dgm:pt modelId="{5E27066A-4C43-4C81-8306-71343F220665}" type="parTrans" cxnId="{205FA3A3-DDFF-4C62-8A4F-101C45C9897C}">
      <dgm:prSet/>
      <dgm:spPr/>
      <dgm:t>
        <a:bodyPr/>
        <a:lstStyle/>
        <a:p>
          <a:endParaRPr lang="en-US"/>
        </a:p>
      </dgm:t>
    </dgm:pt>
    <dgm:pt modelId="{46C2E45C-8873-4D20-A381-FFD244F5B3FC}" type="sibTrans" cxnId="{205FA3A3-DDFF-4C62-8A4F-101C45C9897C}">
      <dgm:prSet/>
      <dgm:spPr/>
      <dgm:t>
        <a:bodyPr/>
        <a:lstStyle/>
        <a:p>
          <a:endParaRPr lang="en-US"/>
        </a:p>
      </dgm:t>
    </dgm:pt>
    <dgm:pt modelId="{D6C5B069-0DE0-4E47-993B-F30926E275A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you will not be able to spend it</a:t>
          </a:r>
        </a:p>
      </dgm:t>
    </dgm:pt>
    <dgm:pt modelId="{971BC5D7-85CB-467A-AFE7-4AE3C3DB9B40}" type="parTrans" cxnId="{5E584544-65D2-4868-B6EB-92CB9F4AFB60}">
      <dgm:prSet/>
      <dgm:spPr/>
      <dgm:t>
        <a:bodyPr/>
        <a:lstStyle/>
        <a:p>
          <a:endParaRPr lang="en-US"/>
        </a:p>
      </dgm:t>
    </dgm:pt>
    <dgm:pt modelId="{B3F7299A-90D1-470A-87C1-D52B0A40250E}" type="sibTrans" cxnId="{5E584544-65D2-4868-B6EB-92CB9F4AFB60}">
      <dgm:prSet/>
      <dgm:spPr/>
      <dgm:t>
        <a:bodyPr/>
        <a:lstStyle/>
        <a:p>
          <a:endParaRPr lang="en-US"/>
        </a:p>
      </dgm:t>
    </dgm:pt>
    <dgm:pt modelId="{729E8C39-FABE-46CB-8BC6-08B34090EF6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because it is an invalid script</a:t>
          </a:r>
        </a:p>
      </dgm:t>
    </dgm:pt>
    <dgm:pt modelId="{FDD6774E-9AEC-49A1-A1EC-9B64E5C4E8B6}" type="parTrans" cxnId="{D96746A5-A446-4AAB-8493-8969157E1FC0}">
      <dgm:prSet/>
      <dgm:spPr/>
      <dgm:t>
        <a:bodyPr/>
        <a:lstStyle/>
        <a:p>
          <a:endParaRPr lang="en-US"/>
        </a:p>
      </dgm:t>
    </dgm:pt>
    <dgm:pt modelId="{D85EC750-967B-40F4-9659-C52652FE5E33}" type="sibTrans" cxnId="{D96746A5-A446-4AAB-8493-8969157E1FC0}">
      <dgm:prSet/>
      <dgm:spPr/>
      <dgm:t>
        <a:bodyPr/>
        <a:lstStyle/>
        <a:p>
          <a:endParaRPr lang="en-US"/>
        </a:p>
      </dgm:t>
    </dgm:pt>
    <dgm:pt modelId="{B4F11C28-A76B-4B43-A5B2-C14F0F82517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This creates a risk,</a:t>
          </a:r>
          <a:r>
            <a:rPr lang="tr-TR"/>
            <a:t> </a:t>
          </a:r>
          <a:endParaRPr lang="en-US"/>
        </a:p>
      </dgm:t>
    </dgm:pt>
    <dgm:pt modelId="{BEE14ECE-DFF3-41BD-A276-954E46D8F15B}" type="parTrans" cxnId="{27626CBA-FD2C-4C93-A946-708A0D7FE779}">
      <dgm:prSet/>
      <dgm:spPr/>
      <dgm:t>
        <a:bodyPr/>
        <a:lstStyle/>
        <a:p>
          <a:endParaRPr lang="en-US"/>
        </a:p>
      </dgm:t>
    </dgm:pt>
    <dgm:pt modelId="{3B491AED-4700-4215-9935-DAF7F51C677B}" type="sibTrans" cxnId="{27626CBA-FD2C-4C93-A946-708A0D7FE779}">
      <dgm:prSet/>
      <dgm:spPr/>
      <dgm:t>
        <a:bodyPr/>
        <a:lstStyle/>
        <a:p>
          <a:endParaRPr lang="en-US"/>
        </a:p>
      </dgm:t>
    </dgm:pt>
    <dgm:pt modelId="{2AEEFB74-3CAE-4DE6-9BC2-2CBF09AF2F8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because you can lock bitcoin </a:t>
          </a:r>
        </a:p>
      </dgm:t>
    </dgm:pt>
    <dgm:pt modelId="{C77655FD-6B97-4B45-814A-A97E27EA3615}" type="parTrans" cxnId="{F1068F45-A7F4-44B4-B8C5-146F30C3E5CC}">
      <dgm:prSet/>
      <dgm:spPr/>
      <dgm:t>
        <a:bodyPr/>
        <a:lstStyle/>
        <a:p>
          <a:endParaRPr lang="en-US"/>
        </a:p>
      </dgm:t>
    </dgm:pt>
    <dgm:pt modelId="{01F3034C-7CCD-47EC-95FA-723463270574}" type="sibTrans" cxnId="{F1068F45-A7F4-44B4-B8C5-146F30C3E5CC}">
      <dgm:prSet/>
      <dgm:spPr/>
      <dgm:t>
        <a:bodyPr/>
        <a:lstStyle/>
        <a:p>
          <a:endParaRPr lang="en-US"/>
        </a:p>
      </dgm:t>
    </dgm:pt>
    <dgm:pt modelId="{FA39A46D-C5BA-4E62-B069-2963CEC808F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a P2SH that cannot be spent later.</a:t>
          </a:r>
        </a:p>
      </dgm:t>
    </dgm:pt>
    <dgm:pt modelId="{EE0A47EE-DF6B-4BF5-B011-00BF60F90450}" type="parTrans" cxnId="{A534BB02-76DE-4AF9-A7EF-5BDCCB190CF3}">
      <dgm:prSet/>
      <dgm:spPr/>
      <dgm:t>
        <a:bodyPr/>
        <a:lstStyle/>
        <a:p>
          <a:endParaRPr lang="en-US"/>
        </a:p>
      </dgm:t>
    </dgm:pt>
    <dgm:pt modelId="{7BEE9916-024B-445A-86BD-F862CF5C8B4D}" type="sibTrans" cxnId="{A534BB02-76DE-4AF9-A7EF-5BDCCB190CF3}">
      <dgm:prSet/>
      <dgm:spPr/>
      <dgm:t>
        <a:bodyPr/>
        <a:lstStyle/>
        <a:p>
          <a:endParaRPr lang="en-US"/>
        </a:p>
      </dgm:t>
    </dgm:pt>
    <dgm:pt modelId="{00916F4D-EA4E-45B6-B382-FCEE035E9D80}" type="pres">
      <dgm:prSet presAssocID="{0CC6ECC9-49E3-4323-A762-059DBCFBC604}" presName="root" presStyleCnt="0">
        <dgm:presLayoutVars>
          <dgm:dir/>
          <dgm:resizeHandles val="exact"/>
        </dgm:presLayoutVars>
      </dgm:prSet>
      <dgm:spPr/>
    </dgm:pt>
    <dgm:pt modelId="{4BEE5331-750D-4B63-95CD-C765D2585724}" type="pres">
      <dgm:prSet presAssocID="{06012405-1E5E-48FA-96A7-8A457D3784B5}" presName="compNode" presStyleCnt="0"/>
      <dgm:spPr/>
    </dgm:pt>
    <dgm:pt modelId="{8FCBE712-C13C-4004-BD18-32D21F599F5D}" type="pres">
      <dgm:prSet presAssocID="{06012405-1E5E-48FA-96A7-8A457D3784B5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apat"/>
        </a:ext>
      </dgm:extLst>
    </dgm:pt>
    <dgm:pt modelId="{3D8D4CDE-A67D-4554-9B84-E79054A1932F}" type="pres">
      <dgm:prSet presAssocID="{06012405-1E5E-48FA-96A7-8A457D3784B5}" presName="iconSpace" presStyleCnt="0"/>
      <dgm:spPr/>
    </dgm:pt>
    <dgm:pt modelId="{B6B0427A-CCF3-4275-A61D-D6BDF0ECD55E}" type="pres">
      <dgm:prSet presAssocID="{06012405-1E5E-48FA-96A7-8A457D3784B5}" presName="parTx" presStyleLbl="revTx" presStyleIdx="0" presStyleCnt="4">
        <dgm:presLayoutVars>
          <dgm:chMax val="0"/>
          <dgm:chPref val="0"/>
        </dgm:presLayoutVars>
      </dgm:prSet>
      <dgm:spPr/>
    </dgm:pt>
    <dgm:pt modelId="{F2A4CED6-5AE0-47EF-AFB7-0B3474882FC0}" type="pres">
      <dgm:prSet presAssocID="{06012405-1E5E-48FA-96A7-8A457D3784B5}" presName="txSpace" presStyleCnt="0"/>
      <dgm:spPr/>
    </dgm:pt>
    <dgm:pt modelId="{51502DBC-9390-4F5C-AC12-8E5E06AD1F05}" type="pres">
      <dgm:prSet presAssocID="{06012405-1E5E-48FA-96A7-8A457D3784B5}" presName="desTx" presStyleLbl="revTx" presStyleIdx="1" presStyleCnt="4">
        <dgm:presLayoutVars/>
      </dgm:prSet>
      <dgm:spPr/>
    </dgm:pt>
    <dgm:pt modelId="{A177571A-6421-4B78-B2EE-11E69BB77516}" type="pres">
      <dgm:prSet presAssocID="{46C2E45C-8873-4D20-A381-FFD244F5B3FC}" presName="sibTrans" presStyleCnt="0"/>
      <dgm:spPr/>
    </dgm:pt>
    <dgm:pt modelId="{2B6A3C5A-B917-4EAE-8BAB-0E137FB89C17}" type="pres">
      <dgm:prSet presAssocID="{B4F11C28-A76B-4B43-A5B2-C14F0F82517F}" presName="compNode" presStyleCnt="0"/>
      <dgm:spPr/>
    </dgm:pt>
    <dgm:pt modelId="{6BCA60C9-02E7-488C-B0CE-73E5B55A2B5C}" type="pres">
      <dgm:prSet presAssocID="{B4F11C28-A76B-4B43-A5B2-C14F0F82517F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D71BE603-7255-4FD4-A2F4-0949A790E44E}" type="pres">
      <dgm:prSet presAssocID="{B4F11C28-A76B-4B43-A5B2-C14F0F82517F}" presName="iconSpace" presStyleCnt="0"/>
      <dgm:spPr/>
    </dgm:pt>
    <dgm:pt modelId="{98E952B7-352B-4306-89ED-0FF762330C61}" type="pres">
      <dgm:prSet presAssocID="{B4F11C28-A76B-4B43-A5B2-C14F0F82517F}" presName="parTx" presStyleLbl="revTx" presStyleIdx="2" presStyleCnt="4">
        <dgm:presLayoutVars>
          <dgm:chMax val="0"/>
          <dgm:chPref val="0"/>
        </dgm:presLayoutVars>
      </dgm:prSet>
      <dgm:spPr/>
    </dgm:pt>
    <dgm:pt modelId="{B4C3A36C-D288-4078-8909-6C3CE8B08E98}" type="pres">
      <dgm:prSet presAssocID="{B4F11C28-A76B-4B43-A5B2-C14F0F82517F}" presName="txSpace" presStyleCnt="0"/>
      <dgm:spPr/>
    </dgm:pt>
    <dgm:pt modelId="{E19B7FAA-0529-45EE-AB90-E47426BEA8A3}" type="pres">
      <dgm:prSet presAssocID="{B4F11C28-A76B-4B43-A5B2-C14F0F82517F}" presName="desTx" presStyleLbl="revTx" presStyleIdx="3" presStyleCnt="4">
        <dgm:presLayoutVars/>
      </dgm:prSet>
      <dgm:spPr/>
    </dgm:pt>
  </dgm:ptLst>
  <dgm:cxnLst>
    <dgm:cxn modelId="{A534BB02-76DE-4AF9-A7EF-5BDCCB190CF3}" srcId="{B4F11C28-A76B-4B43-A5B2-C14F0F82517F}" destId="{FA39A46D-C5BA-4E62-B069-2963CEC808FE}" srcOrd="1" destOrd="0" parTransId="{EE0A47EE-DF6B-4BF5-B011-00BF60F90450}" sibTransId="{7BEE9916-024B-445A-86BD-F862CF5C8B4D}"/>
    <dgm:cxn modelId="{88270A18-B34B-417D-8465-356D9CEF9B74}" type="presOf" srcId="{D6C5B069-0DE0-4E47-993B-F30926E275A4}" destId="{51502DBC-9390-4F5C-AC12-8E5E06AD1F05}" srcOrd="0" destOrd="0" presId="urn:microsoft.com/office/officeart/2018/5/layout/CenteredIconLabelDescriptionList"/>
    <dgm:cxn modelId="{5E584544-65D2-4868-B6EB-92CB9F4AFB60}" srcId="{06012405-1E5E-48FA-96A7-8A457D3784B5}" destId="{D6C5B069-0DE0-4E47-993B-F30926E275A4}" srcOrd="0" destOrd="0" parTransId="{971BC5D7-85CB-467A-AFE7-4AE3C3DB9B40}" sibTransId="{B3F7299A-90D1-470A-87C1-D52B0A40250E}"/>
    <dgm:cxn modelId="{F1068F45-A7F4-44B4-B8C5-146F30C3E5CC}" srcId="{B4F11C28-A76B-4B43-A5B2-C14F0F82517F}" destId="{2AEEFB74-3CAE-4DE6-9BC2-2CBF09AF2F8A}" srcOrd="0" destOrd="0" parTransId="{C77655FD-6B97-4B45-814A-A97E27EA3615}" sibTransId="{01F3034C-7CCD-47EC-95FA-723463270574}"/>
    <dgm:cxn modelId="{7CA66B49-8DF6-4354-B6B3-85AC12BA8164}" type="presOf" srcId="{B4F11C28-A76B-4B43-A5B2-C14F0F82517F}" destId="{98E952B7-352B-4306-89ED-0FF762330C61}" srcOrd="0" destOrd="0" presId="urn:microsoft.com/office/officeart/2018/5/layout/CenteredIconLabelDescriptionList"/>
    <dgm:cxn modelId="{0021416C-7975-4923-B30F-E13EAF731A43}" type="presOf" srcId="{2AEEFB74-3CAE-4DE6-9BC2-2CBF09AF2F8A}" destId="{E19B7FAA-0529-45EE-AB90-E47426BEA8A3}" srcOrd="0" destOrd="0" presId="urn:microsoft.com/office/officeart/2018/5/layout/CenteredIconLabelDescriptionList"/>
    <dgm:cxn modelId="{540C9A97-9B00-4F49-BE5A-7263FFCE41FD}" type="presOf" srcId="{06012405-1E5E-48FA-96A7-8A457D3784B5}" destId="{B6B0427A-CCF3-4275-A61D-D6BDF0ECD55E}" srcOrd="0" destOrd="0" presId="urn:microsoft.com/office/officeart/2018/5/layout/CenteredIconLabelDescriptionList"/>
    <dgm:cxn modelId="{79B34A9D-21FE-4580-BD00-3F88D156A761}" type="presOf" srcId="{FA39A46D-C5BA-4E62-B069-2963CEC808FE}" destId="{E19B7FAA-0529-45EE-AB90-E47426BEA8A3}" srcOrd="0" destOrd="1" presId="urn:microsoft.com/office/officeart/2018/5/layout/CenteredIconLabelDescriptionList"/>
    <dgm:cxn modelId="{205FA3A3-DDFF-4C62-8A4F-101C45C9897C}" srcId="{0CC6ECC9-49E3-4323-A762-059DBCFBC604}" destId="{06012405-1E5E-48FA-96A7-8A457D3784B5}" srcOrd="0" destOrd="0" parTransId="{5E27066A-4C43-4C81-8306-71343F220665}" sibTransId="{46C2E45C-8873-4D20-A381-FFD244F5B3FC}"/>
    <dgm:cxn modelId="{DB7DBFA3-FD44-4DA9-8C06-0B33EF98748F}" type="presOf" srcId="{0CC6ECC9-49E3-4323-A762-059DBCFBC604}" destId="{00916F4D-EA4E-45B6-B382-FCEE035E9D80}" srcOrd="0" destOrd="0" presId="urn:microsoft.com/office/officeart/2018/5/layout/CenteredIconLabelDescriptionList"/>
    <dgm:cxn modelId="{D96746A5-A446-4AAB-8493-8969157E1FC0}" srcId="{06012405-1E5E-48FA-96A7-8A457D3784B5}" destId="{729E8C39-FABE-46CB-8BC6-08B34090EF69}" srcOrd="1" destOrd="0" parTransId="{FDD6774E-9AEC-49A1-A1EC-9B64E5C4E8B6}" sibTransId="{D85EC750-967B-40F4-9659-C52652FE5E33}"/>
    <dgm:cxn modelId="{27626CBA-FD2C-4C93-A946-708A0D7FE779}" srcId="{0CC6ECC9-49E3-4323-A762-059DBCFBC604}" destId="{B4F11C28-A76B-4B43-A5B2-C14F0F82517F}" srcOrd="1" destOrd="0" parTransId="{BEE14ECE-DFF3-41BD-A276-954E46D8F15B}" sibTransId="{3B491AED-4700-4215-9935-DAF7F51C677B}"/>
    <dgm:cxn modelId="{62D910EA-9D7E-42DA-85ED-BC497A8872B3}" type="presOf" srcId="{729E8C39-FABE-46CB-8BC6-08B34090EF69}" destId="{51502DBC-9390-4F5C-AC12-8E5E06AD1F05}" srcOrd="0" destOrd="1" presId="urn:microsoft.com/office/officeart/2018/5/layout/CenteredIconLabelDescriptionList"/>
    <dgm:cxn modelId="{1F7D3AB1-5D93-4E52-B93A-3C9D35B40D6A}" type="presParOf" srcId="{00916F4D-EA4E-45B6-B382-FCEE035E9D80}" destId="{4BEE5331-750D-4B63-95CD-C765D2585724}" srcOrd="0" destOrd="0" presId="urn:microsoft.com/office/officeart/2018/5/layout/CenteredIconLabelDescriptionList"/>
    <dgm:cxn modelId="{25E21A9E-D620-4005-A589-891586C9F65C}" type="presParOf" srcId="{4BEE5331-750D-4B63-95CD-C765D2585724}" destId="{8FCBE712-C13C-4004-BD18-32D21F599F5D}" srcOrd="0" destOrd="0" presId="urn:microsoft.com/office/officeart/2018/5/layout/CenteredIconLabelDescriptionList"/>
    <dgm:cxn modelId="{5A3A495C-FB5A-450B-A2FA-673FCC997A0B}" type="presParOf" srcId="{4BEE5331-750D-4B63-95CD-C765D2585724}" destId="{3D8D4CDE-A67D-4554-9B84-E79054A1932F}" srcOrd="1" destOrd="0" presId="urn:microsoft.com/office/officeart/2018/5/layout/CenteredIconLabelDescriptionList"/>
    <dgm:cxn modelId="{73ADAD78-F568-4C8B-A533-900ECEED4AE3}" type="presParOf" srcId="{4BEE5331-750D-4B63-95CD-C765D2585724}" destId="{B6B0427A-CCF3-4275-A61D-D6BDF0ECD55E}" srcOrd="2" destOrd="0" presId="urn:microsoft.com/office/officeart/2018/5/layout/CenteredIconLabelDescriptionList"/>
    <dgm:cxn modelId="{D5BC9C4A-10C5-4F04-AC63-4AA6D2DBC106}" type="presParOf" srcId="{4BEE5331-750D-4B63-95CD-C765D2585724}" destId="{F2A4CED6-5AE0-47EF-AFB7-0B3474882FC0}" srcOrd="3" destOrd="0" presId="urn:microsoft.com/office/officeart/2018/5/layout/CenteredIconLabelDescriptionList"/>
    <dgm:cxn modelId="{63F2ABC7-0363-4CF2-A82B-8D88A726771D}" type="presParOf" srcId="{4BEE5331-750D-4B63-95CD-C765D2585724}" destId="{51502DBC-9390-4F5C-AC12-8E5E06AD1F05}" srcOrd="4" destOrd="0" presId="urn:microsoft.com/office/officeart/2018/5/layout/CenteredIconLabelDescriptionList"/>
    <dgm:cxn modelId="{D36FD25F-F24C-4E1F-BA35-FF6DD729A11B}" type="presParOf" srcId="{00916F4D-EA4E-45B6-B382-FCEE035E9D80}" destId="{A177571A-6421-4B78-B2EE-11E69BB77516}" srcOrd="1" destOrd="0" presId="urn:microsoft.com/office/officeart/2018/5/layout/CenteredIconLabelDescriptionList"/>
    <dgm:cxn modelId="{AEBB71EB-7F99-45FE-B817-391B7821DC1A}" type="presParOf" srcId="{00916F4D-EA4E-45B6-B382-FCEE035E9D80}" destId="{2B6A3C5A-B917-4EAE-8BAB-0E137FB89C17}" srcOrd="2" destOrd="0" presId="urn:microsoft.com/office/officeart/2018/5/layout/CenteredIconLabelDescriptionList"/>
    <dgm:cxn modelId="{E7A7714A-4847-45CB-9A18-F4F604DA6EF8}" type="presParOf" srcId="{2B6A3C5A-B917-4EAE-8BAB-0E137FB89C17}" destId="{6BCA60C9-02E7-488C-B0CE-73E5B55A2B5C}" srcOrd="0" destOrd="0" presId="urn:microsoft.com/office/officeart/2018/5/layout/CenteredIconLabelDescriptionList"/>
    <dgm:cxn modelId="{69B0C2FC-0416-467F-AE1A-19A1427AE13E}" type="presParOf" srcId="{2B6A3C5A-B917-4EAE-8BAB-0E137FB89C17}" destId="{D71BE603-7255-4FD4-A2F4-0949A790E44E}" srcOrd="1" destOrd="0" presId="urn:microsoft.com/office/officeart/2018/5/layout/CenteredIconLabelDescriptionList"/>
    <dgm:cxn modelId="{DF7D0558-6920-4D86-9366-D16A96CBE372}" type="presParOf" srcId="{2B6A3C5A-B917-4EAE-8BAB-0E137FB89C17}" destId="{98E952B7-352B-4306-89ED-0FF762330C61}" srcOrd="2" destOrd="0" presId="urn:microsoft.com/office/officeart/2018/5/layout/CenteredIconLabelDescriptionList"/>
    <dgm:cxn modelId="{B826F768-F527-4F21-9B1C-D696FEE2D12A}" type="presParOf" srcId="{2B6A3C5A-B917-4EAE-8BAB-0E137FB89C17}" destId="{B4C3A36C-D288-4078-8909-6C3CE8B08E98}" srcOrd="3" destOrd="0" presId="urn:microsoft.com/office/officeart/2018/5/layout/CenteredIconLabelDescriptionList"/>
    <dgm:cxn modelId="{43882BB3-ADFC-4661-8AF1-956CABEE21CA}" type="presParOf" srcId="{2B6A3C5A-B917-4EAE-8BAB-0E137FB89C17}" destId="{E19B7FAA-0529-45EE-AB90-E47426BEA8A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1.xml><?xml version="1.0" encoding="utf-8"?>
<dgm:dataModel xmlns:dgm="http://schemas.openxmlformats.org/drawingml/2006/diagram" xmlns:a="http://schemas.openxmlformats.org/drawingml/2006/main">
  <dgm:ptLst>
    <dgm:pt modelId="{3738B55B-504B-46D3-A49E-53BAACCBB0E1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191259F5-2539-47FB-A100-EBB9295E98E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Potantial</a:t>
          </a:r>
          <a:endParaRPr lang="en-US"/>
        </a:p>
      </dgm:t>
    </dgm:pt>
    <dgm:pt modelId="{DAD31831-9B02-4C2C-82A3-17C213BAFE6D}" type="parTrans" cxnId="{B88A9B5A-05EF-43C3-9671-F30F30DECACC}">
      <dgm:prSet/>
      <dgm:spPr/>
      <dgm:t>
        <a:bodyPr/>
        <a:lstStyle/>
        <a:p>
          <a:endParaRPr lang="en-US"/>
        </a:p>
      </dgm:t>
    </dgm:pt>
    <dgm:pt modelId="{ECBE5053-815E-428F-9486-4BEF5B0C1478}" type="sibTrans" cxnId="{B88A9B5A-05EF-43C3-9671-F30F30DECACC}">
      <dgm:prSet/>
      <dgm:spPr/>
      <dgm:t>
        <a:bodyPr/>
        <a:lstStyle/>
        <a:p>
          <a:endParaRPr lang="en-US"/>
        </a:p>
      </dgm:t>
    </dgm:pt>
    <dgm:pt modelId="{FCA726B6-B3C2-4FC8-A592-ACDF50C3A49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Many developers have tried</a:t>
          </a:r>
        </a:p>
      </dgm:t>
    </dgm:pt>
    <dgm:pt modelId="{A7E7BB0B-1E5D-4C21-B5F1-98F9B36721B8}" type="parTrans" cxnId="{6B807B41-1B28-4661-9BDA-0D0E9355731D}">
      <dgm:prSet/>
      <dgm:spPr/>
      <dgm:t>
        <a:bodyPr/>
        <a:lstStyle/>
        <a:p>
          <a:endParaRPr lang="en-US"/>
        </a:p>
      </dgm:t>
    </dgm:pt>
    <dgm:pt modelId="{746F05CD-7E17-4A55-9564-3BEB0BD0AA6F}" type="sibTrans" cxnId="{6B807B41-1B28-4661-9BDA-0D0E9355731D}">
      <dgm:prSet/>
      <dgm:spPr/>
      <dgm:t>
        <a:bodyPr/>
        <a:lstStyle/>
        <a:p>
          <a:endParaRPr lang="en-US"/>
        </a:p>
      </dgm:t>
    </dgm:pt>
    <dgm:pt modelId="{63FDE6FE-2386-4DFD-B67C-5A5DE701A25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take advantage of </a:t>
          </a:r>
        </a:p>
      </dgm:t>
    </dgm:pt>
    <dgm:pt modelId="{D8E1C0A9-AA90-4AAC-A4B6-43BDF93F7D7D}" type="parTrans" cxnId="{8FEC746F-D60F-4E96-B3D6-2D572054649A}">
      <dgm:prSet/>
      <dgm:spPr/>
      <dgm:t>
        <a:bodyPr/>
        <a:lstStyle/>
        <a:p>
          <a:endParaRPr lang="en-US"/>
        </a:p>
      </dgm:t>
    </dgm:pt>
    <dgm:pt modelId="{F911F3F2-992A-4409-946A-A9D80984D690}" type="sibTrans" cxnId="{8FEC746F-D60F-4E96-B3D6-2D572054649A}">
      <dgm:prSet/>
      <dgm:spPr/>
      <dgm:t>
        <a:bodyPr/>
        <a:lstStyle/>
        <a:p>
          <a:endParaRPr lang="en-US"/>
        </a:p>
      </dgm:t>
    </dgm:pt>
    <dgm:pt modelId="{7E0323FF-1D28-44C5-BD9D-871D1695289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security and resilience of the system</a:t>
          </a:r>
          <a:r>
            <a:rPr lang="tr-TR" dirty="0"/>
            <a:t> </a:t>
          </a:r>
          <a:r>
            <a:rPr lang="en-US" dirty="0"/>
            <a:t>for applications</a:t>
          </a:r>
          <a:r>
            <a:rPr lang="tr-TR" dirty="0"/>
            <a:t> </a:t>
          </a:r>
          <a:endParaRPr lang="en-US" dirty="0"/>
        </a:p>
      </dgm:t>
    </dgm:pt>
    <dgm:pt modelId="{76200442-64EF-41AE-90CC-D7754896B7B6}" type="parTrans" cxnId="{5630ECFE-2201-4DC5-BA4F-BBE3F0303E2A}">
      <dgm:prSet/>
      <dgm:spPr/>
      <dgm:t>
        <a:bodyPr/>
        <a:lstStyle/>
        <a:p>
          <a:endParaRPr lang="en-US"/>
        </a:p>
      </dgm:t>
    </dgm:pt>
    <dgm:pt modelId="{81FB4115-A4F1-4FAD-8292-415F55C264E5}" type="sibTrans" cxnId="{5630ECFE-2201-4DC5-BA4F-BBE3F0303E2A}">
      <dgm:prSet/>
      <dgm:spPr/>
      <dgm:t>
        <a:bodyPr/>
        <a:lstStyle/>
        <a:p>
          <a:endParaRPr lang="en-US"/>
        </a:p>
      </dgm:t>
    </dgm:pt>
    <dgm:pt modelId="{2CF29A09-98AA-43C3-909D-C5152E550EF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such as </a:t>
          </a:r>
        </a:p>
      </dgm:t>
    </dgm:pt>
    <dgm:pt modelId="{EACB87E0-543A-447F-A021-308182AC85F3}" type="parTrans" cxnId="{7F92E8E5-5C82-44A0-9381-202369D87FA3}">
      <dgm:prSet/>
      <dgm:spPr/>
      <dgm:t>
        <a:bodyPr/>
        <a:lstStyle/>
        <a:p>
          <a:endParaRPr lang="en-US"/>
        </a:p>
      </dgm:t>
    </dgm:pt>
    <dgm:pt modelId="{308BB70D-F5F0-4693-854F-8BF473B72FAC}" type="sibTrans" cxnId="{7F92E8E5-5C82-44A0-9381-202369D87FA3}">
      <dgm:prSet/>
      <dgm:spPr/>
      <dgm:t>
        <a:bodyPr/>
        <a:lstStyle/>
        <a:p>
          <a:endParaRPr lang="en-US"/>
        </a:p>
      </dgm:t>
    </dgm:pt>
    <dgm:pt modelId="{017DA1F5-3FD5-4FFF-9B00-972CB0268EB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digital notary services, </a:t>
          </a:r>
        </a:p>
      </dgm:t>
    </dgm:pt>
    <dgm:pt modelId="{15797222-3939-4AEB-A7A6-A69712DBBF07}" type="parTrans" cxnId="{56F7DCCC-8EBB-474E-96C6-EC4C40C45F45}">
      <dgm:prSet/>
      <dgm:spPr/>
      <dgm:t>
        <a:bodyPr/>
        <a:lstStyle/>
        <a:p>
          <a:endParaRPr lang="en-US"/>
        </a:p>
      </dgm:t>
    </dgm:pt>
    <dgm:pt modelId="{2A8E2584-B252-428F-AA95-C12357889EFC}" type="sibTrans" cxnId="{56F7DCCC-8EBB-474E-96C6-EC4C40C45F45}">
      <dgm:prSet/>
      <dgm:spPr/>
      <dgm:t>
        <a:bodyPr/>
        <a:lstStyle/>
        <a:p>
          <a:endParaRPr lang="en-US"/>
        </a:p>
      </dgm:t>
    </dgm:pt>
    <dgm:pt modelId="{54678C85-C6CB-4872-8E5B-634A166F0C6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stock certificates,</a:t>
          </a:r>
        </a:p>
      </dgm:t>
    </dgm:pt>
    <dgm:pt modelId="{2E4BD1A1-2DB2-475B-A318-6F23F8FF9DD9}" type="parTrans" cxnId="{AD6B8669-5BE8-44DB-90E1-1B4E1427BAF2}">
      <dgm:prSet/>
      <dgm:spPr/>
      <dgm:t>
        <a:bodyPr/>
        <a:lstStyle/>
        <a:p>
          <a:endParaRPr lang="en-US"/>
        </a:p>
      </dgm:t>
    </dgm:pt>
    <dgm:pt modelId="{0CFEEFB9-0148-4215-9910-46F6293886B1}" type="sibTrans" cxnId="{AD6B8669-5BE8-44DB-90E1-1B4E1427BAF2}">
      <dgm:prSet/>
      <dgm:spPr/>
      <dgm:t>
        <a:bodyPr/>
        <a:lstStyle/>
        <a:p>
          <a:endParaRPr lang="en-US"/>
        </a:p>
      </dgm:t>
    </dgm:pt>
    <dgm:pt modelId="{D8DB3775-B0F9-432F-B2DC-F5681AD5E63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smart contracts.</a:t>
          </a:r>
        </a:p>
      </dgm:t>
    </dgm:pt>
    <dgm:pt modelId="{C9EC5AC7-4890-44EA-9ED8-F53D2AE3C4B6}" type="parTrans" cxnId="{198ADC60-30A2-48B6-8F08-03ED10621E99}">
      <dgm:prSet/>
      <dgm:spPr/>
      <dgm:t>
        <a:bodyPr/>
        <a:lstStyle/>
        <a:p>
          <a:endParaRPr lang="en-US"/>
        </a:p>
      </dgm:t>
    </dgm:pt>
    <dgm:pt modelId="{8BF3F9F7-48FA-4E88-A54F-867B60D7F6A4}" type="sibTrans" cxnId="{198ADC60-30A2-48B6-8F08-03ED10621E99}">
      <dgm:prSet/>
      <dgm:spPr/>
      <dgm:t>
        <a:bodyPr/>
        <a:lstStyle/>
        <a:p>
          <a:endParaRPr lang="en-US"/>
        </a:p>
      </dgm:t>
    </dgm:pt>
    <dgm:pt modelId="{DA74F56F-8BE0-4FF6-9BF9-D1E69D4372E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blockchain </a:t>
          </a:r>
          <a:r>
            <a:rPr lang="tr-TR" dirty="0"/>
            <a:t> </a:t>
          </a:r>
          <a:r>
            <a:rPr lang="en-US" dirty="0"/>
            <a:t>has potential uses</a:t>
          </a:r>
        </a:p>
      </dgm:t>
    </dgm:pt>
    <dgm:pt modelId="{1C63A671-BEBB-4DB6-B97B-777CA01E3BCC}" type="parTrans" cxnId="{5640649C-12D7-47A2-BF5A-3603B5F72CB9}">
      <dgm:prSet/>
      <dgm:spPr/>
      <dgm:t>
        <a:bodyPr/>
        <a:lstStyle/>
        <a:p>
          <a:endParaRPr lang="tr-TR"/>
        </a:p>
      </dgm:t>
    </dgm:pt>
    <dgm:pt modelId="{D1C9879C-A637-446D-804D-9C15BCD01087}" type="sibTrans" cxnId="{5640649C-12D7-47A2-BF5A-3603B5F72CB9}">
      <dgm:prSet/>
      <dgm:spPr/>
      <dgm:t>
        <a:bodyPr/>
        <a:lstStyle/>
        <a:p>
          <a:endParaRPr lang="tr-TR"/>
        </a:p>
      </dgm:t>
    </dgm:pt>
    <dgm:pt modelId="{CFD4B672-BC02-40A4-8125-C3EF83CA17D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 </a:t>
          </a:r>
          <a:r>
            <a:rPr lang="en-US" dirty="0"/>
            <a:t>far</a:t>
          </a:r>
          <a:r>
            <a:rPr lang="tr-TR" dirty="0"/>
            <a:t> </a:t>
          </a:r>
          <a:r>
            <a:rPr lang="en-US" dirty="0"/>
            <a:t>beyond payments. </a:t>
          </a:r>
        </a:p>
      </dgm:t>
    </dgm:pt>
    <dgm:pt modelId="{954580FE-D19E-4CA4-80E6-2C1E2E5847DE}" type="parTrans" cxnId="{F0DD30ED-D16F-4779-9DEB-4A6FC3360A71}">
      <dgm:prSet/>
      <dgm:spPr/>
      <dgm:t>
        <a:bodyPr/>
        <a:lstStyle/>
        <a:p>
          <a:endParaRPr lang="tr-TR"/>
        </a:p>
      </dgm:t>
    </dgm:pt>
    <dgm:pt modelId="{8259DC1F-5F1D-48AD-BA26-7F4151BCB6A5}" type="sibTrans" cxnId="{F0DD30ED-D16F-4779-9DEB-4A6FC3360A71}">
      <dgm:prSet/>
      <dgm:spPr/>
      <dgm:t>
        <a:bodyPr/>
        <a:lstStyle/>
        <a:p>
          <a:endParaRPr lang="tr-TR"/>
        </a:p>
      </dgm:t>
    </dgm:pt>
    <dgm:pt modelId="{A5680B9E-5C92-4F85-B03F-DB053BAC026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Trials</a:t>
          </a:r>
          <a:endParaRPr lang="en-US"/>
        </a:p>
      </dgm:t>
    </dgm:pt>
    <dgm:pt modelId="{F6F2F97E-3DA5-4CBA-A6C5-EBA9AEE34420}" type="parTrans" cxnId="{B1C0D5DC-ABC4-4AC8-B1D6-3B1E2FD4037A}">
      <dgm:prSet/>
      <dgm:spPr/>
      <dgm:t>
        <a:bodyPr/>
        <a:lstStyle/>
        <a:p>
          <a:endParaRPr lang="tr-TR"/>
        </a:p>
      </dgm:t>
    </dgm:pt>
    <dgm:pt modelId="{503CEA9E-6231-4527-9A29-75F5A323841C}" type="sibTrans" cxnId="{B1C0D5DC-ABC4-4AC8-B1D6-3B1E2FD4037A}">
      <dgm:prSet/>
      <dgm:spPr/>
      <dgm:t>
        <a:bodyPr/>
        <a:lstStyle/>
        <a:p>
          <a:endParaRPr lang="tr-TR"/>
        </a:p>
      </dgm:t>
    </dgm:pt>
    <dgm:pt modelId="{088F2D5D-B2C9-4BCE-9770-2EC853D7E7E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For</a:t>
          </a:r>
          <a:endParaRPr lang="en-US"/>
        </a:p>
      </dgm:t>
    </dgm:pt>
    <dgm:pt modelId="{11026925-E094-4DA0-951C-A42D8353F323}" type="parTrans" cxnId="{B553317D-ABB8-45F0-81FA-8E9FC6833867}">
      <dgm:prSet/>
      <dgm:spPr/>
      <dgm:t>
        <a:bodyPr/>
        <a:lstStyle/>
        <a:p>
          <a:endParaRPr lang="tr-TR"/>
        </a:p>
      </dgm:t>
    </dgm:pt>
    <dgm:pt modelId="{34DA5A08-5FB0-4D21-973A-64EB05858A58}" type="sibTrans" cxnId="{B553317D-ABB8-45F0-81FA-8E9FC6833867}">
      <dgm:prSet/>
      <dgm:spPr/>
      <dgm:t>
        <a:bodyPr/>
        <a:lstStyle/>
        <a:p>
          <a:endParaRPr lang="tr-TR"/>
        </a:p>
      </dgm:t>
    </dgm:pt>
    <dgm:pt modelId="{E21C0C4C-20A4-437C-A735-1996D5FFD35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</a:t>
          </a:r>
          <a:r>
            <a:rPr lang="en-US" dirty="0"/>
            <a:t>use the transaction scripting language</a:t>
          </a:r>
          <a:r>
            <a:rPr lang="tr-TR" dirty="0"/>
            <a:t> </a:t>
          </a:r>
          <a:endParaRPr lang="en-US" dirty="0"/>
        </a:p>
      </dgm:t>
    </dgm:pt>
    <dgm:pt modelId="{91D05098-0647-49B8-A7B7-675EC89B00C0}" type="parTrans" cxnId="{46A347FF-D09D-4082-A29B-79933B1FA521}">
      <dgm:prSet/>
      <dgm:spPr/>
      <dgm:t>
        <a:bodyPr/>
        <a:lstStyle/>
        <a:p>
          <a:endParaRPr lang="tr-TR"/>
        </a:p>
      </dgm:t>
    </dgm:pt>
    <dgm:pt modelId="{79382F4E-203A-47B9-AADD-0E1F28D4B3F1}" type="sibTrans" cxnId="{46A347FF-D09D-4082-A29B-79933B1FA521}">
      <dgm:prSet/>
      <dgm:spPr/>
      <dgm:t>
        <a:bodyPr/>
        <a:lstStyle/>
        <a:p>
          <a:endParaRPr lang="tr-TR"/>
        </a:p>
      </dgm:t>
    </dgm:pt>
    <dgm:pt modelId="{8672EE3F-7C7B-4577-9E51-ACCB7AFBB155}" type="pres">
      <dgm:prSet presAssocID="{3738B55B-504B-46D3-A49E-53BAACCBB0E1}" presName="root" presStyleCnt="0">
        <dgm:presLayoutVars>
          <dgm:dir/>
          <dgm:resizeHandles val="exact"/>
        </dgm:presLayoutVars>
      </dgm:prSet>
      <dgm:spPr/>
    </dgm:pt>
    <dgm:pt modelId="{AB1ED10D-5D5B-4A14-BBF5-9EB17475D811}" type="pres">
      <dgm:prSet presAssocID="{191259F5-2539-47FB-A100-EBB9295E98EC}" presName="compNode" presStyleCnt="0"/>
      <dgm:spPr/>
    </dgm:pt>
    <dgm:pt modelId="{7193ABE6-C473-4F37-9D2A-A7D69483732F}" type="pres">
      <dgm:prSet presAssocID="{191259F5-2539-47FB-A100-EBB9295E98EC}" presName="iconRect" presStyleLbl="node1" presStyleIdx="0" presStyleCnt="4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ar"/>
        </a:ext>
      </dgm:extLst>
    </dgm:pt>
    <dgm:pt modelId="{CF300D30-1523-4E73-A31D-D04DAC592FC8}" type="pres">
      <dgm:prSet presAssocID="{191259F5-2539-47FB-A100-EBB9295E98EC}" presName="iconSpace" presStyleCnt="0"/>
      <dgm:spPr/>
    </dgm:pt>
    <dgm:pt modelId="{14979212-BBF1-47BE-A8A6-04CC09194126}" type="pres">
      <dgm:prSet presAssocID="{191259F5-2539-47FB-A100-EBB9295E98EC}" presName="parTx" presStyleLbl="revTx" presStyleIdx="0" presStyleCnt="8">
        <dgm:presLayoutVars>
          <dgm:chMax val="0"/>
          <dgm:chPref val="0"/>
        </dgm:presLayoutVars>
      </dgm:prSet>
      <dgm:spPr/>
    </dgm:pt>
    <dgm:pt modelId="{3BB36BA2-BFE7-43A5-A985-94F48B815421}" type="pres">
      <dgm:prSet presAssocID="{191259F5-2539-47FB-A100-EBB9295E98EC}" presName="txSpace" presStyleCnt="0"/>
      <dgm:spPr/>
    </dgm:pt>
    <dgm:pt modelId="{BC03DA1E-8113-4346-9772-A1E2BF309BED}" type="pres">
      <dgm:prSet presAssocID="{191259F5-2539-47FB-A100-EBB9295E98EC}" presName="desTx" presStyleLbl="revTx" presStyleIdx="1" presStyleCnt="8">
        <dgm:presLayoutVars/>
      </dgm:prSet>
      <dgm:spPr/>
    </dgm:pt>
    <dgm:pt modelId="{8ED58A90-8E91-4CF0-AB3A-017FE0E16F6C}" type="pres">
      <dgm:prSet presAssocID="{ECBE5053-815E-428F-9486-4BEF5B0C1478}" presName="sibTrans" presStyleCnt="0"/>
      <dgm:spPr/>
    </dgm:pt>
    <dgm:pt modelId="{DB48F85B-6226-43B6-8837-17FC758DA24D}" type="pres">
      <dgm:prSet presAssocID="{A5680B9E-5C92-4F85-B03F-DB053BAC026D}" presName="compNode" presStyleCnt="0"/>
      <dgm:spPr/>
    </dgm:pt>
    <dgm:pt modelId="{34A3947C-63E7-41A3-90B6-D294D3287D5E}" type="pres">
      <dgm:prSet presAssocID="{A5680B9E-5C92-4F85-B03F-DB053BAC026D}" presName="iconRect" presStyleLbl="node1" presStyleIdx="1" presStyleCnt="4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ploma"/>
        </a:ext>
      </dgm:extLst>
    </dgm:pt>
    <dgm:pt modelId="{45D2AC3C-07D1-4D10-B1EB-F37BB519EBCD}" type="pres">
      <dgm:prSet presAssocID="{A5680B9E-5C92-4F85-B03F-DB053BAC026D}" presName="iconSpace" presStyleCnt="0"/>
      <dgm:spPr/>
    </dgm:pt>
    <dgm:pt modelId="{875F1074-C003-49CB-9724-F527E5E28559}" type="pres">
      <dgm:prSet presAssocID="{A5680B9E-5C92-4F85-B03F-DB053BAC026D}" presName="parTx" presStyleLbl="revTx" presStyleIdx="2" presStyleCnt="8">
        <dgm:presLayoutVars>
          <dgm:chMax val="0"/>
          <dgm:chPref val="0"/>
        </dgm:presLayoutVars>
      </dgm:prSet>
      <dgm:spPr/>
    </dgm:pt>
    <dgm:pt modelId="{584E4612-EA94-4169-8489-52BD5C908648}" type="pres">
      <dgm:prSet presAssocID="{A5680B9E-5C92-4F85-B03F-DB053BAC026D}" presName="txSpace" presStyleCnt="0"/>
      <dgm:spPr/>
    </dgm:pt>
    <dgm:pt modelId="{AEE813DB-1905-45D3-A343-0937DCB6A8D7}" type="pres">
      <dgm:prSet presAssocID="{A5680B9E-5C92-4F85-B03F-DB053BAC026D}" presName="desTx" presStyleLbl="revTx" presStyleIdx="3" presStyleCnt="8">
        <dgm:presLayoutVars/>
      </dgm:prSet>
      <dgm:spPr/>
    </dgm:pt>
    <dgm:pt modelId="{878C44E9-EEEB-40FB-AE49-6787D09FFC6B}" type="pres">
      <dgm:prSet presAssocID="{503CEA9E-6231-4527-9A29-75F5A323841C}" presName="sibTrans" presStyleCnt="0"/>
      <dgm:spPr/>
    </dgm:pt>
    <dgm:pt modelId="{29547548-1DB3-40A5-885F-585188107BDD}" type="pres">
      <dgm:prSet presAssocID="{088F2D5D-B2C9-4BCE-9770-2EC853D7E7EF}" presName="compNode" presStyleCnt="0"/>
      <dgm:spPr/>
    </dgm:pt>
    <dgm:pt modelId="{F14F3D07-36E3-4FD7-9C2F-85BD2D843F82}" type="pres">
      <dgm:prSet presAssocID="{088F2D5D-B2C9-4BCE-9770-2EC853D7E7EF}" presName="iconRect" presStyleLbl="node1" presStyleIdx="2" presStyleCnt="4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ullanıcı"/>
        </a:ext>
      </dgm:extLst>
    </dgm:pt>
    <dgm:pt modelId="{1971B85B-9D9B-46FD-B04E-672194B0FC30}" type="pres">
      <dgm:prSet presAssocID="{088F2D5D-B2C9-4BCE-9770-2EC853D7E7EF}" presName="iconSpace" presStyleCnt="0"/>
      <dgm:spPr/>
    </dgm:pt>
    <dgm:pt modelId="{6DA9DB67-9F76-4AF5-A73F-84F76261F561}" type="pres">
      <dgm:prSet presAssocID="{088F2D5D-B2C9-4BCE-9770-2EC853D7E7EF}" presName="parTx" presStyleLbl="revTx" presStyleIdx="4" presStyleCnt="8">
        <dgm:presLayoutVars>
          <dgm:chMax val="0"/>
          <dgm:chPref val="0"/>
        </dgm:presLayoutVars>
      </dgm:prSet>
      <dgm:spPr/>
    </dgm:pt>
    <dgm:pt modelId="{388C752E-15F8-4A65-8246-612DE5DD4A24}" type="pres">
      <dgm:prSet presAssocID="{088F2D5D-B2C9-4BCE-9770-2EC853D7E7EF}" presName="txSpace" presStyleCnt="0"/>
      <dgm:spPr/>
    </dgm:pt>
    <dgm:pt modelId="{BDDDF3AD-CEC6-4609-A98E-87898DACBEF3}" type="pres">
      <dgm:prSet presAssocID="{088F2D5D-B2C9-4BCE-9770-2EC853D7E7EF}" presName="desTx" presStyleLbl="revTx" presStyleIdx="5" presStyleCnt="8">
        <dgm:presLayoutVars/>
      </dgm:prSet>
      <dgm:spPr/>
    </dgm:pt>
    <dgm:pt modelId="{006D9CAD-3CD3-4927-8342-D66239198B7E}" type="pres">
      <dgm:prSet presAssocID="{34DA5A08-5FB0-4D21-973A-64EB05858A58}" presName="sibTrans" presStyleCnt="0"/>
      <dgm:spPr/>
    </dgm:pt>
    <dgm:pt modelId="{6C2FA329-483F-4E1C-8FFF-CCB079A31DF6}" type="pres">
      <dgm:prSet presAssocID="{2CF29A09-98AA-43C3-909D-C5152E550EFA}" presName="compNode" presStyleCnt="0"/>
      <dgm:spPr/>
    </dgm:pt>
    <dgm:pt modelId="{35F61D46-D7B4-4F40-99BF-249F0DA283EA}" type="pres">
      <dgm:prSet presAssocID="{2CF29A09-98AA-43C3-909D-C5152E550EFA}" presName="iconRect" presStyleLbl="node1" presStyleIdx="3" presStyleCnt="4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ilitle"/>
        </a:ext>
      </dgm:extLst>
    </dgm:pt>
    <dgm:pt modelId="{DC7E8EFE-AE4C-4354-8AB0-EBD6B539F0EC}" type="pres">
      <dgm:prSet presAssocID="{2CF29A09-98AA-43C3-909D-C5152E550EFA}" presName="iconSpace" presStyleCnt="0"/>
      <dgm:spPr/>
    </dgm:pt>
    <dgm:pt modelId="{3D733C6C-C95D-4769-988E-A0B07ED711CE}" type="pres">
      <dgm:prSet presAssocID="{2CF29A09-98AA-43C3-909D-C5152E550EFA}" presName="parTx" presStyleLbl="revTx" presStyleIdx="6" presStyleCnt="8">
        <dgm:presLayoutVars>
          <dgm:chMax val="0"/>
          <dgm:chPref val="0"/>
        </dgm:presLayoutVars>
      </dgm:prSet>
      <dgm:spPr/>
    </dgm:pt>
    <dgm:pt modelId="{E8BD2AA7-BE74-41E6-BE5C-9418BA2E7BEE}" type="pres">
      <dgm:prSet presAssocID="{2CF29A09-98AA-43C3-909D-C5152E550EFA}" presName="txSpace" presStyleCnt="0"/>
      <dgm:spPr/>
    </dgm:pt>
    <dgm:pt modelId="{8EF9261A-A892-40D3-B360-8049D9863BC7}" type="pres">
      <dgm:prSet presAssocID="{2CF29A09-98AA-43C3-909D-C5152E550EFA}" presName="desTx" presStyleLbl="revTx" presStyleIdx="7" presStyleCnt="8">
        <dgm:presLayoutVars/>
      </dgm:prSet>
      <dgm:spPr/>
    </dgm:pt>
  </dgm:ptLst>
  <dgm:cxnLst>
    <dgm:cxn modelId="{264A081C-FC91-46FC-B854-F510BADA2634}" type="presOf" srcId="{D8DB3775-B0F9-432F-B2DC-F5681AD5E639}" destId="{8EF9261A-A892-40D3-B360-8049D9863BC7}" srcOrd="0" destOrd="2" presId="urn:microsoft.com/office/officeart/2018/5/layout/CenteredIconLabelDescriptionList"/>
    <dgm:cxn modelId="{BB8ACE2C-FACC-463D-8771-2EAEE56EA1D5}" type="presOf" srcId="{7E0323FF-1D28-44C5-BD9D-871D16952890}" destId="{BDDDF3AD-CEC6-4609-A98E-87898DACBEF3}" srcOrd="0" destOrd="1" presId="urn:microsoft.com/office/officeart/2018/5/layout/CenteredIconLabelDescriptionList"/>
    <dgm:cxn modelId="{17ABFF5E-367A-4E37-AE9D-375705546E36}" type="presOf" srcId="{54678C85-C6CB-4872-8E5B-634A166F0C63}" destId="{8EF9261A-A892-40D3-B360-8049D9863BC7}" srcOrd="0" destOrd="1" presId="urn:microsoft.com/office/officeart/2018/5/layout/CenteredIconLabelDescriptionList"/>
    <dgm:cxn modelId="{198ADC60-30A2-48B6-8F08-03ED10621E99}" srcId="{2CF29A09-98AA-43C3-909D-C5152E550EFA}" destId="{D8DB3775-B0F9-432F-B2DC-F5681AD5E639}" srcOrd="2" destOrd="0" parTransId="{C9EC5AC7-4890-44EA-9ED8-F53D2AE3C4B6}" sibTransId="{8BF3F9F7-48FA-4E88-A54F-867B60D7F6A4}"/>
    <dgm:cxn modelId="{6B807B41-1B28-4661-9BDA-0D0E9355731D}" srcId="{A5680B9E-5C92-4F85-B03F-DB053BAC026D}" destId="{FCA726B6-B3C2-4FC8-A592-ACDF50C3A499}" srcOrd="0" destOrd="0" parTransId="{A7E7BB0B-1E5D-4C21-B5F1-98F9B36721B8}" sibTransId="{746F05CD-7E17-4A55-9564-3BEB0BD0AA6F}"/>
    <dgm:cxn modelId="{93D08E44-94C8-49D4-9B77-411B87C17CB0}" type="presOf" srcId="{191259F5-2539-47FB-A100-EBB9295E98EC}" destId="{14979212-BBF1-47BE-A8A6-04CC09194126}" srcOrd="0" destOrd="0" presId="urn:microsoft.com/office/officeart/2018/5/layout/CenteredIconLabelDescriptionList"/>
    <dgm:cxn modelId="{AD6B8669-5BE8-44DB-90E1-1B4E1427BAF2}" srcId="{2CF29A09-98AA-43C3-909D-C5152E550EFA}" destId="{54678C85-C6CB-4872-8E5B-634A166F0C63}" srcOrd="1" destOrd="0" parTransId="{2E4BD1A1-2DB2-475B-A318-6F23F8FF9DD9}" sibTransId="{0CFEEFB9-0148-4215-9910-46F6293886B1}"/>
    <dgm:cxn modelId="{8FEC746F-D60F-4E96-B3D6-2D572054649A}" srcId="{088F2D5D-B2C9-4BCE-9770-2EC853D7E7EF}" destId="{63FDE6FE-2386-4DFD-B67C-5A5DE701A255}" srcOrd="0" destOrd="0" parTransId="{D8E1C0A9-AA90-4AAC-A4B6-43BDF93F7D7D}" sibTransId="{F911F3F2-992A-4409-946A-A9D80984D690}"/>
    <dgm:cxn modelId="{98A41A52-7949-4814-A26A-763B854433CC}" type="presOf" srcId="{A5680B9E-5C92-4F85-B03F-DB053BAC026D}" destId="{875F1074-C003-49CB-9724-F527E5E28559}" srcOrd="0" destOrd="0" presId="urn:microsoft.com/office/officeart/2018/5/layout/CenteredIconLabelDescriptionList"/>
    <dgm:cxn modelId="{29FFCC74-45D9-4A37-B9FD-29930006DFBA}" type="presOf" srcId="{3738B55B-504B-46D3-A49E-53BAACCBB0E1}" destId="{8672EE3F-7C7B-4577-9E51-ACCB7AFBB155}" srcOrd="0" destOrd="0" presId="urn:microsoft.com/office/officeart/2018/5/layout/CenteredIconLabelDescriptionList"/>
    <dgm:cxn modelId="{B88A9B5A-05EF-43C3-9671-F30F30DECACC}" srcId="{3738B55B-504B-46D3-A49E-53BAACCBB0E1}" destId="{191259F5-2539-47FB-A100-EBB9295E98EC}" srcOrd="0" destOrd="0" parTransId="{DAD31831-9B02-4C2C-82A3-17C213BAFE6D}" sibTransId="{ECBE5053-815E-428F-9486-4BEF5B0C1478}"/>
    <dgm:cxn modelId="{7E19787B-8912-46B9-A5C9-A64198BD246C}" type="presOf" srcId="{E21C0C4C-20A4-437C-A735-1996D5FFD35D}" destId="{AEE813DB-1905-45D3-A343-0937DCB6A8D7}" srcOrd="0" destOrd="1" presId="urn:microsoft.com/office/officeart/2018/5/layout/CenteredIconLabelDescriptionList"/>
    <dgm:cxn modelId="{B553317D-ABB8-45F0-81FA-8E9FC6833867}" srcId="{3738B55B-504B-46D3-A49E-53BAACCBB0E1}" destId="{088F2D5D-B2C9-4BCE-9770-2EC853D7E7EF}" srcOrd="2" destOrd="0" parTransId="{11026925-E094-4DA0-951C-A42D8353F323}" sibTransId="{34DA5A08-5FB0-4D21-973A-64EB05858A58}"/>
    <dgm:cxn modelId="{9E855480-5431-466A-9633-F1E093F76706}" type="presOf" srcId="{FCA726B6-B3C2-4FC8-A592-ACDF50C3A499}" destId="{AEE813DB-1905-45D3-A343-0937DCB6A8D7}" srcOrd="0" destOrd="0" presId="urn:microsoft.com/office/officeart/2018/5/layout/CenteredIconLabelDescriptionList"/>
    <dgm:cxn modelId="{5640649C-12D7-47A2-BF5A-3603B5F72CB9}" srcId="{191259F5-2539-47FB-A100-EBB9295E98EC}" destId="{DA74F56F-8BE0-4FF6-9BF9-D1E69D4372E1}" srcOrd="0" destOrd="0" parTransId="{1C63A671-BEBB-4DB6-B97B-777CA01E3BCC}" sibTransId="{D1C9879C-A637-446D-804D-9C15BCD01087}"/>
    <dgm:cxn modelId="{5CADD4A2-FBDD-4F21-BD87-CEF2097E9887}" type="presOf" srcId="{017DA1F5-3FD5-4FFF-9B00-972CB0268EBC}" destId="{8EF9261A-A892-40D3-B360-8049D9863BC7}" srcOrd="0" destOrd="0" presId="urn:microsoft.com/office/officeart/2018/5/layout/CenteredIconLabelDescriptionList"/>
    <dgm:cxn modelId="{64DEB2BB-25B6-40AC-872C-749BC909083C}" type="presOf" srcId="{DA74F56F-8BE0-4FF6-9BF9-D1E69D4372E1}" destId="{BC03DA1E-8113-4346-9772-A1E2BF309BED}" srcOrd="0" destOrd="0" presId="urn:microsoft.com/office/officeart/2018/5/layout/CenteredIconLabelDescriptionList"/>
    <dgm:cxn modelId="{6AD748C1-DD1B-4816-878D-6F3D8856D37E}" type="presOf" srcId="{2CF29A09-98AA-43C3-909D-C5152E550EFA}" destId="{3D733C6C-C95D-4769-988E-A0B07ED711CE}" srcOrd="0" destOrd="0" presId="urn:microsoft.com/office/officeart/2018/5/layout/CenteredIconLabelDescriptionList"/>
    <dgm:cxn modelId="{D244D0C5-9A33-4532-A97B-80AEEFE88C6D}" type="presOf" srcId="{63FDE6FE-2386-4DFD-B67C-5A5DE701A255}" destId="{BDDDF3AD-CEC6-4609-A98E-87898DACBEF3}" srcOrd="0" destOrd="0" presId="urn:microsoft.com/office/officeart/2018/5/layout/CenteredIconLabelDescriptionList"/>
    <dgm:cxn modelId="{8C26FDC5-8573-4DDF-A014-6DB171CF36FD}" type="presOf" srcId="{088F2D5D-B2C9-4BCE-9770-2EC853D7E7EF}" destId="{6DA9DB67-9F76-4AF5-A73F-84F76261F561}" srcOrd="0" destOrd="0" presId="urn:microsoft.com/office/officeart/2018/5/layout/CenteredIconLabelDescriptionList"/>
    <dgm:cxn modelId="{E51E3DC9-9BE2-413A-9263-077403B4425A}" type="presOf" srcId="{CFD4B672-BC02-40A4-8125-C3EF83CA17D7}" destId="{BC03DA1E-8113-4346-9772-A1E2BF309BED}" srcOrd="0" destOrd="1" presId="urn:microsoft.com/office/officeart/2018/5/layout/CenteredIconLabelDescriptionList"/>
    <dgm:cxn modelId="{56F7DCCC-8EBB-474E-96C6-EC4C40C45F45}" srcId="{2CF29A09-98AA-43C3-909D-C5152E550EFA}" destId="{017DA1F5-3FD5-4FFF-9B00-972CB0268EBC}" srcOrd="0" destOrd="0" parTransId="{15797222-3939-4AEB-A7A6-A69712DBBF07}" sibTransId="{2A8E2584-B252-428F-AA95-C12357889EFC}"/>
    <dgm:cxn modelId="{B1C0D5DC-ABC4-4AC8-B1D6-3B1E2FD4037A}" srcId="{3738B55B-504B-46D3-A49E-53BAACCBB0E1}" destId="{A5680B9E-5C92-4F85-B03F-DB053BAC026D}" srcOrd="1" destOrd="0" parTransId="{F6F2F97E-3DA5-4CBA-A6C5-EBA9AEE34420}" sibTransId="{503CEA9E-6231-4527-9A29-75F5A323841C}"/>
    <dgm:cxn modelId="{7F92E8E5-5C82-44A0-9381-202369D87FA3}" srcId="{3738B55B-504B-46D3-A49E-53BAACCBB0E1}" destId="{2CF29A09-98AA-43C3-909D-C5152E550EFA}" srcOrd="3" destOrd="0" parTransId="{EACB87E0-543A-447F-A021-308182AC85F3}" sibTransId="{308BB70D-F5F0-4693-854F-8BF473B72FAC}"/>
    <dgm:cxn modelId="{F0DD30ED-D16F-4779-9DEB-4A6FC3360A71}" srcId="{191259F5-2539-47FB-A100-EBB9295E98EC}" destId="{CFD4B672-BC02-40A4-8125-C3EF83CA17D7}" srcOrd="1" destOrd="0" parTransId="{954580FE-D19E-4CA4-80E6-2C1E2E5847DE}" sibTransId="{8259DC1F-5F1D-48AD-BA26-7F4151BCB6A5}"/>
    <dgm:cxn modelId="{5630ECFE-2201-4DC5-BA4F-BBE3F0303E2A}" srcId="{088F2D5D-B2C9-4BCE-9770-2EC853D7E7EF}" destId="{7E0323FF-1D28-44C5-BD9D-871D16952890}" srcOrd="1" destOrd="0" parTransId="{76200442-64EF-41AE-90CC-D7754896B7B6}" sibTransId="{81FB4115-A4F1-4FAD-8292-415F55C264E5}"/>
    <dgm:cxn modelId="{46A347FF-D09D-4082-A29B-79933B1FA521}" srcId="{A5680B9E-5C92-4F85-B03F-DB053BAC026D}" destId="{E21C0C4C-20A4-437C-A735-1996D5FFD35D}" srcOrd="1" destOrd="0" parTransId="{91D05098-0647-49B8-A7B7-675EC89B00C0}" sibTransId="{79382F4E-203A-47B9-AADD-0E1F28D4B3F1}"/>
    <dgm:cxn modelId="{E863ED2F-1879-4396-9173-B877DE5D1069}" type="presParOf" srcId="{8672EE3F-7C7B-4577-9E51-ACCB7AFBB155}" destId="{AB1ED10D-5D5B-4A14-BBF5-9EB17475D811}" srcOrd="0" destOrd="0" presId="urn:microsoft.com/office/officeart/2018/5/layout/CenteredIconLabelDescriptionList"/>
    <dgm:cxn modelId="{047152E7-2253-4F1D-B301-8A4F89EEB3D5}" type="presParOf" srcId="{AB1ED10D-5D5B-4A14-BBF5-9EB17475D811}" destId="{7193ABE6-C473-4F37-9D2A-A7D69483732F}" srcOrd="0" destOrd="0" presId="urn:microsoft.com/office/officeart/2018/5/layout/CenteredIconLabelDescriptionList"/>
    <dgm:cxn modelId="{824E021F-5682-4FA5-9E62-8A613AB9A88A}" type="presParOf" srcId="{AB1ED10D-5D5B-4A14-BBF5-9EB17475D811}" destId="{CF300D30-1523-4E73-A31D-D04DAC592FC8}" srcOrd="1" destOrd="0" presId="urn:microsoft.com/office/officeart/2018/5/layout/CenteredIconLabelDescriptionList"/>
    <dgm:cxn modelId="{D41B1A6C-465A-4C1A-84FB-8E46D29B1B52}" type="presParOf" srcId="{AB1ED10D-5D5B-4A14-BBF5-9EB17475D811}" destId="{14979212-BBF1-47BE-A8A6-04CC09194126}" srcOrd="2" destOrd="0" presId="urn:microsoft.com/office/officeart/2018/5/layout/CenteredIconLabelDescriptionList"/>
    <dgm:cxn modelId="{F7589A20-F0CA-438D-A57E-E3EF319FB89F}" type="presParOf" srcId="{AB1ED10D-5D5B-4A14-BBF5-9EB17475D811}" destId="{3BB36BA2-BFE7-43A5-A985-94F48B815421}" srcOrd="3" destOrd="0" presId="urn:microsoft.com/office/officeart/2018/5/layout/CenteredIconLabelDescriptionList"/>
    <dgm:cxn modelId="{51C8A159-440C-4272-8C70-B9A7BCE4825F}" type="presParOf" srcId="{AB1ED10D-5D5B-4A14-BBF5-9EB17475D811}" destId="{BC03DA1E-8113-4346-9772-A1E2BF309BED}" srcOrd="4" destOrd="0" presId="urn:microsoft.com/office/officeart/2018/5/layout/CenteredIconLabelDescriptionList"/>
    <dgm:cxn modelId="{BBBC9938-D6A8-4D9B-AF10-EF59CD024C6C}" type="presParOf" srcId="{8672EE3F-7C7B-4577-9E51-ACCB7AFBB155}" destId="{8ED58A90-8E91-4CF0-AB3A-017FE0E16F6C}" srcOrd="1" destOrd="0" presId="urn:microsoft.com/office/officeart/2018/5/layout/CenteredIconLabelDescriptionList"/>
    <dgm:cxn modelId="{01565BE8-3EDA-42DC-B25E-46CCCBD9296B}" type="presParOf" srcId="{8672EE3F-7C7B-4577-9E51-ACCB7AFBB155}" destId="{DB48F85B-6226-43B6-8837-17FC758DA24D}" srcOrd="2" destOrd="0" presId="urn:microsoft.com/office/officeart/2018/5/layout/CenteredIconLabelDescriptionList"/>
    <dgm:cxn modelId="{8AC6904D-7A75-4B0E-B4DF-E768938A1D2B}" type="presParOf" srcId="{DB48F85B-6226-43B6-8837-17FC758DA24D}" destId="{34A3947C-63E7-41A3-90B6-D294D3287D5E}" srcOrd="0" destOrd="0" presId="urn:microsoft.com/office/officeart/2018/5/layout/CenteredIconLabelDescriptionList"/>
    <dgm:cxn modelId="{6167F789-C537-4480-BFEA-9127688EA5BF}" type="presParOf" srcId="{DB48F85B-6226-43B6-8837-17FC758DA24D}" destId="{45D2AC3C-07D1-4D10-B1EB-F37BB519EBCD}" srcOrd="1" destOrd="0" presId="urn:microsoft.com/office/officeart/2018/5/layout/CenteredIconLabelDescriptionList"/>
    <dgm:cxn modelId="{60406AF5-D171-42AC-B9A7-AEE2355C9080}" type="presParOf" srcId="{DB48F85B-6226-43B6-8837-17FC758DA24D}" destId="{875F1074-C003-49CB-9724-F527E5E28559}" srcOrd="2" destOrd="0" presId="urn:microsoft.com/office/officeart/2018/5/layout/CenteredIconLabelDescriptionList"/>
    <dgm:cxn modelId="{5FD909B8-7FE7-4880-824A-20B0781415C0}" type="presParOf" srcId="{DB48F85B-6226-43B6-8837-17FC758DA24D}" destId="{584E4612-EA94-4169-8489-52BD5C908648}" srcOrd="3" destOrd="0" presId="urn:microsoft.com/office/officeart/2018/5/layout/CenteredIconLabelDescriptionList"/>
    <dgm:cxn modelId="{52C25442-7744-46BE-ABE2-7BCD0A78BD1D}" type="presParOf" srcId="{DB48F85B-6226-43B6-8837-17FC758DA24D}" destId="{AEE813DB-1905-45D3-A343-0937DCB6A8D7}" srcOrd="4" destOrd="0" presId="urn:microsoft.com/office/officeart/2018/5/layout/CenteredIconLabelDescriptionList"/>
    <dgm:cxn modelId="{981E8856-822B-49A6-8A31-B279F0856658}" type="presParOf" srcId="{8672EE3F-7C7B-4577-9E51-ACCB7AFBB155}" destId="{878C44E9-EEEB-40FB-AE49-6787D09FFC6B}" srcOrd="3" destOrd="0" presId="urn:microsoft.com/office/officeart/2018/5/layout/CenteredIconLabelDescriptionList"/>
    <dgm:cxn modelId="{228FD293-FFC0-439E-A570-DB1734199D69}" type="presParOf" srcId="{8672EE3F-7C7B-4577-9E51-ACCB7AFBB155}" destId="{29547548-1DB3-40A5-885F-585188107BDD}" srcOrd="4" destOrd="0" presId="urn:microsoft.com/office/officeart/2018/5/layout/CenteredIconLabelDescriptionList"/>
    <dgm:cxn modelId="{D4F7DF62-FE56-4DF1-9299-3E6ABA0ED3AB}" type="presParOf" srcId="{29547548-1DB3-40A5-885F-585188107BDD}" destId="{F14F3D07-36E3-4FD7-9C2F-85BD2D843F82}" srcOrd="0" destOrd="0" presId="urn:microsoft.com/office/officeart/2018/5/layout/CenteredIconLabelDescriptionList"/>
    <dgm:cxn modelId="{B8CBDB8F-2E21-4EB6-86EF-033451FF96C2}" type="presParOf" srcId="{29547548-1DB3-40A5-885F-585188107BDD}" destId="{1971B85B-9D9B-46FD-B04E-672194B0FC30}" srcOrd="1" destOrd="0" presId="urn:microsoft.com/office/officeart/2018/5/layout/CenteredIconLabelDescriptionList"/>
    <dgm:cxn modelId="{CAE9ADA6-F185-4C31-AAB2-B6D1E5354078}" type="presParOf" srcId="{29547548-1DB3-40A5-885F-585188107BDD}" destId="{6DA9DB67-9F76-4AF5-A73F-84F76261F561}" srcOrd="2" destOrd="0" presId="urn:microsoft.com/office/officeart/2018/5/layout/CenteredIconLabelDescriptionList"/>
    <dgm:cxn modelId="{55DE4E37-E3D6-424B-B64A-F3055AFFB563}" type="presParOf" srcId="{29547548-1DB3-40A5-885F-585188107BDD}" destId="{388C752E-15F8-4A65-8246-612DE5DD4A24}" srcOrd="3" destOrd="0" presId="urn:microsoft.com/office/officeart/2018/5/layout/CenteredIconLabelDescriptionList"/>
    <dgm:cxn modelId="{CE4CBDD0-71CB-4804-9B13-A434A1AC8862}" type="presParOf" srcId="{29547548-1DB3-40A5-885F-585188107BDD}" destId="{BDDDF3AD-CEC6-4609-A98E-87898DACBEF3}" srcOrd="4" destOrd="0" presId="urn:microsoft.com/office/officeart/2018/5/layout/CenteredIconLabelDescriptionList"/>
    <dgm:cxn modelId="{FD1BAF95-0B9F-4A1B-AF52-945699A5AD05}" type="presParOf" srcId="{8672EE3F-7C7B-4577-9E51-ACCB7AFBB155}" destId="{006D9CAD-3CD3-4927-8342-D66239198B7E}" srcOrd="5" destOrd="0" presId="urn:microsoft.com/office/officeart/2018/5/layout/CenteredIconLabelDescriptionList"/>
    <dgm:cxn modelId="{0B81538A-9456-4338-B385-C4C64942BE0B}" type="presParOf" srcId="{8672EE3F-7C7B-4577-9E51-ACCB7AFBB155}" destId="{6C2FA329-483F-4E1C-8FFF-CCB079A31DF6}" srcOrd="6" destOrd="0" presId="urn:microsoft.com/office/officeart/2018/5/layout/CenteredIconLabelDescriptionList"/>
    <dgm:cxn modelId="{09CCE5D0-A4D1-4157-90CC-E5A15CC465F9}" type="presParOf" srcId="{6C2FA329-483F-4E1C-8FFF-CCB079A31DF6}" destId="{35F61D46-D7B4-4F40-99BF-249F0DA283EA}" srcOrd="0" destOrd="0" presId="urn:microsoft.com/office/officeart/2018/5/layout/CenteredIconLabelDescriptionList"/>
    <dgm:cxn modelId="{40500547-D043-432F-B6AA-C1371946C845}" type="presParOf" srcId="{6C2FA329-483F-4E1C-8FFF-CCB079A31DF6}" destId="{DC7E8EFE-AE4C-4354-8AB0-EBD6B539F0EC}" srcOrd="1" destOrd="0" presId="urn:microsoft.com/office/officeart/2018/5/layout/CenteredIconLabelDescriptionList"/>
    <dgm:cxn modelId="{7260E892-8400-41DC-AEC5-DAFB556E2694}" type="presParOf" srcId="{6C2FA329-483F-4E1C-8FFF-CCB079A31DF6}" destId="{3D733C6C-C95D-4769-988E-A0B07ED711CE}" srcOrd="2" destOrd="0" presId="urn:microsoft.com/office/officeart/2018/5/layout/CenteredIconLabelDescriptionList"/>
    <dgm:cxn modelId="{010D7DE9-6279-4714-8CD8-D5B143DA93A5}" type="presParOf" srcId="{6C2FA329-483F-4E1C-8FFF-CCB079A31DF6}" destId="{E8BD2AA7-BE74-41E6-BE5C-9418BA2E7BEE}" srcOrd="3" destOrd="0" presId="urn:microsoft.com/office/officeart/2018/5/layout/CenteredIconLabelDescriptionList"/>
    <dgm:cxn modelId="{18B91E68-88A6-444D-8FE1-26C6C950E17C}" type="presParOf" srcId="{6C2FA329-483F-4E1C-8FFF-CCB079A31DF6}" destId="{8EF9261A-A892-40D3-B360-8049D9863BC7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2.xml><?xml version="1.0" encoding="utf-8"?>
<dgm:dataModel xmlns:dgm="http://schemas.openxmlformats.org/drawingml/2006/diagram" xmlns:a="http://schemas.openxmlformats.org/drawingml/2006/main">
  <dgm:ptLst>
    <dgm:pt modelId="{9C69CCC6-BA97-4AFF-8CE8-E9465748DB89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41172EFA-0208-49CF-BBAE-A474EDCF01E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Early attempts</a:t>
          </a:r>
          <a:r>
            <a:rPr lang="tr-TR"/>
            <a:t> </a:t>
          </a:r>
          <a:endParaRPr lang="en-US"/>
        </a:p>
      </dgm:t>
    </dgm:pt>
    <dgm:pt modelId="{46A907C6-9949-45CF-BC84-96E7E3EC49DA}" type="parTrans" cxnId="{2DA89B00-5F60-4052-9785-E4CF9C49CB47}">
      <dgm:prSet/>
      <dgm:spPr/>
      <dgm:t>
        <a:bodyPr/>
        <a:lstStyle/>
        <a:p>
          <a:endParaRPr lang="en-US"/>
        </a:p>
      </dgm:t>
    </dgm:pt>
    <dgm:pt modelId="{AAC39C9F-D24F-475B-BDB1-F46C17A31CC4}" type="sibTrans" cxnId="{2DA89B00-5F60-4052-9785-E4CF9C49CB47}">
      <dgm:prSet/>
      <dgm:spPr/>
      <dgm:t>
        <a:bodyPr/>
        <a:lstStyle/>
        <a:p>
          <a:endParaRPr lang="en-US"/>
        </a:p>
      </dgm:t>
    </dgm:pt>
    <dgm:pt modelId="{DF4D3584-048F-47C9-8DE1-52C6C4F0469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use bitcoin’s script language </a:t>
          </a:r>
        </a:p>
      </dgm:t>
    </dgm:pt>
    <dgm:pt modelId="{994320F5-21D2-42D8-805A-171795EC1166}" type="parTrans" cxnId="{259CCE10-448C-4B4B-B0D2-CDC6440F9AD2}">
      <dgm:prSet/>
      <dgm:spPr/>
      <dgm:t>
        <a:bodyPr/>
        <a:lstStyle/>
        <a:p>
          <a:endParaRPr lang="en-US"/>
        </a:p>
      </dgm:t>
    </dgm:pt>
    <dgm:pt modelId="{96601753-5408-4E1D-B6CB-524C468AE8C2}" type="sibTrans" cxnId="{259CCE10-448C-4B4B-B0D2-CDC6440F9AD2}">
      <dgm:prSet/>
      <dgm:spPr/>
      <dgm:t>
        <a:bodyPr/>
        <a:lstStyle/>
        <a:p>
          <a:endParaRPr lang="en-US"/>
        </a:p>
      </dgm:t>
    </dgm:pt>
    <dgm:pt modelId="{373F85DC-4FB0-438D-A0B0-A4BB5F90559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involved </a:t>
          </a:r>
        </a:p>
      </dgm:t>
    </dgm:pt>
    <dgm:pt modelId="{342862F5-B818-4309-BB44-480C8457E10A}" type="parTrans" cxnId="{FCE9969C-C767-40DA-A464-8414D569FEDF}">
      <dgm:prSet/>
      <dgm:spPr/>
      <dgm:t>
        <a:bodyPr/>
        <a:lstStyle/>
        <a:p>
          <a:endParaRPr lang="en-US"/>
        </a:p>
      </dgm:t>
    </dgm:pt>
    <dgm:pt modelId="{C6C4706D-C693-418E-9641-A994E480025D}" type="sibTrans" cxnId="{FCE9969C-C767-40DA-A464-8414D569FEDF}">
      <dgm:prSet/>
      <dgm:spPr/>
      <dgm:t>
        <a:bodyPr/>
        <a:lstStyle/>
        <a:p>
          <a:endParaRPr lang="en-US"/>
        </a:p>
      </dgm:t>
    </dgm:pt>
    <dgm:pt modelId="{1AAD745A-A3B2-4DD8-932A-12F8ADBC0F0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creating transaction outputs</a:t>
          </a:r>
          <a:r>
            <a:rPr lang="tr-TR"/>
            <a:t> </a:t>
          </a:r>
          <a:endParaRPr lang="en-US"/>
        </a:p>
      </dgm:t>
    </dgm:pt>
    <dgm:pt modelId="{9B8EB8E4-33CF-49A7-BF56-39BA887B9E68}" type="parTrans" cxnId="{1EFDF61C-0CAA-43D5-9A53-3C4203759C74}">
      <dgm:prSet/>
      <dgm:spPr/>
      <dgm:t>
        <a:bodyPr/>
        <a:lstStyle/>
        <a:p>
          <a:endParaRPr lang="en-US"/>
        </a:p>
      </dgm:t>
    </dgm:pt>
    <dgm:pt modelId="{22C769B2-2567-4001-9DD7-E8577A074787}" type="sibTrans" cxnId="{1EFDF61C-0CAA-43D5-9A53-3C4203759C74}">
      <dgm:prSet/>
      <dgm:spPr/>
      <dgm:t>
        <a:bodyPr/>
        <a:lstStyle/>
        <a:p>
          <a:endParaRPr lang="en-US"/>
        </a:p>
      </dgm:t>
    </dgm:pt>
    <dgm:pt modelId="{76C78F9D-5978-4D97-8D13-CAAB749DE4F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that recorded data on the blockchain; </a:t>
          </a:r>
        </a:p>
      </dgm:t>
    </dgm:pt>
    <dgm:pt modelId="{F8894B48-EACF-4194-83EA-70D8D39473A4}" type="parTrans" cxnId="{01BB09C5-02EA-449D-A412-FF0A7ADEFECE}">
      <dgm:prSet/>
      <dgm:spPr/>
      <dgm:t>
        <a:bodyPr/>
        <a:lstStyle/>
        <a:p>
          <a:endParaRPr lang="en-US"/>
        </a:p>
      </dgm:t>
    </dgm:pt>
    <dgm:pt modelId="{EDB4758C-FA88-429F-BDE7-10AA53715A04}" type="sibTrans" cxnId="{01BB09C5-02EA-449D-A412-FF0A7ADEFECE}">
      <dgm:prSet/>
      <dgm:spPr/>
      <dgm:t>
        <a:bodyPr/>
        <a:lstStyle/>
        <a:p>
          <a:endParaRPr lang="en-US"/>
        </a:p>
      </dgm:t>
    </dgm:pt>
    <dgm:pt modelId="{72757A30-A050-4068-9FA9-54212D0859A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for example, </a:t>
          </a:r>
        </a:p>
      </dgm:t>
    </dgm:pt>
    <dgm:pt modelId="{C2AEE51E-7AD7-43CD-8C76-1FECE1277D29}" type="parTrans" cxnId="{02ED0FFC-6B00-49E3-B9CA-99C20469E865}">
      <dgm:prSet/>
      <dgm:spPr/>
      <dgm:t>
        <a:bodyPr/>
        <a:lstStyle/>
        <a:p>
          <a:endParaRPr lang="en-US"/>
        </a:p>
      </dgm:t>
    </dgm:pt>
    <dgm:pt modelId="{86F10728-B433-4F11-A03E-363FBBBF1353}" type="sibTrans" cxnId="{02ED0FFC-6B00-49E3-B9CA-99C20469E865}">
      <dgm:prSet/>
      <dgm:spPr/>
      <dgm:t>
        <a:bodyPr/>
        <a:lstStyle/>
        <a:p>
          <a:endParaRPr lang="en-US"/>
        </a:p>
      </dgm:t>
    </dgm:pt>
    <dgm:pt modelId="{37540884-C68F-4B34-BA23-1E64DDE8A11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record a digital fingerprint</a:t>
          </a:r>
          <a:r>
            <a:rPr lang="tr-TR"/>
            <a:t> </a:t>
          </a:r>
          <a:endParaRPr lang="en-US"/>
        </a:p>
      </dgm:t>
    </dgm:pt>
    <dgm:pt modelId="{A1C95C8A-1507-4366-8FD0-DD2FB53ED611}" type="parTrans" cxnId="{4B25ED5D-FA75-4CEA-BDC4-CF9933DD6247}">
      <dgm:prSet/>
      <dgm:spPr/>
      <dgm:t>
        <a:bodyPr/>
        <a:lstStyle/>
        <a:p>
          <a:endParaRPr lang="en-US"/>
        </a:p>
      </dgm:t>
    </dgm:pt>
    <dgm:pt modelId="{68C96B22-7FD2-4D79-9C8D-DFE4689EFE29}" type="sibTrans" cxnId="{4B25ED5D-FA75-4CEA-BDC4-CF9933DD6247}">
      <dgm:prSet/>
      <dgm:spPr/>
      <dgm:t>
        <a:bodyPr/>
        <a:lstStyle/>
        <a:p>
          <a:endParaRPr lang="en-US"/>
        </a:p>
      </dgm:t>
    </dgm:pt>
    <dgm:pt modelId="{4DB1E86D-D005-4015-8BED-B068401C2E0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of a file in such a way that </a:t>
          </a:r>
        </a:p>
      </dgm:t>
    </dgm:pt>
    <dgm:pt modelId="{8B8B0CCC-5E0C-47E3-87CC-5EDC844A4D53}" type="parTrans" cxnId="{DD8092AF-4D1F-411C-B867-3E2BBBA81C89}">
      <dgm:prSet/>
      <dgm:spPr/>
      <dgm:t>
        <a:bodyPr/>
        <a:lstStyle/>
        <a:p>
          <a:endParaRPr lang="en-US"/>
        </a:p>
      </dgm:t>
    </dgm:pt>
    <dgm:pt modelId="{FF310FA9-8148-46EF-B02B-D145BE74063D}" type="sibTrans" cxnId="{DD8092AF-4D1F-411C-B867-3E2BBBA81C89}">
      <dgm:prSet/>
      <dgm:spPr/>
      <dgm:t>
        <a:bodyPr/>
        <a:lstStyle/>
        <a:p>
          <a:endParaRPr lang="en-US"/>
        </a:p>
      </dgm:t>
    </dgm:pt>
    <dgm:pt modelId="{6A264A04-22EF-408F-AD0A-E7F0D1D139C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anyone could establish </a:t>
          </a:r>
        </a:p>
      </dgm:t>
    </dgm:pt>
    <dgm:pt modelId="{5552FCB3-30A1-4A58-998E-09B9E4421BCF}" type="parTrans" cxnId="{CA8712C8-A2E9-4066-BE9C-C5ECAF765B5C}">
      <dgm:prSet/>
      <dgm:spPr/>
      <dgm:t>
        <a:bodyPr/>
        <a:lstStyle/>
        <a:p>
          <a:endParaRPr lang="en-US"/>
        </a:p>
      </dgm:t>
    </dgm:pt>
    <dgm:pt modelId="{3CCC501B-FF06-43D0-955E-88941F91377D}" type="sibTrans" cxnId="{CA8712C8-A2E9-4066-BE9C-C5ECAF765B5C}">
      <dgm:prSet/>
      <dgm:spPr/>
      <dgm:t>
        <a:bodyPr/>
        <a:lstStyle/>
        <a:p>
          <a:endParaRPr lang="en-US"/>
        </a:p>
      </dgm:t>
    </dgm:pt>
    <dgm:pt modelId="{A1975D95-4080-4AD9-B73A-5826952297D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proof-of-existence of that file </a:t>
          </a:r>
        </a:p>
      </dgm:t>
    </dgm:pt>
    <dgm:pt modelId="{80C16CFA-F087-428E-863E-255640CA5A34}" type="parTrans" cxnId="{5EB79BA8-A9B6-4EF9-8E81-FAB81DAEA0CB}">
      <dgm:prSet/>
      <dgm:spPr/>
      <dgm:t>
        <a:bodyPr/>
        <a:lstStyle/>
        <a:p>
          <a:endParaRPr lang="en-US"/>
        </a:p>
      </dgm:t>
    </dgm:pt>
    <dgm:pt modelId="{5C25CD53-0297-4102-A4C7-09C0C8587C27}" type="sibTrans" cxnId="{5EB79BA8-A9B6-4EF9-8E81-FAB81DAEA0CB}">
      <dgm:prSet/>
      <dgm:spPr/>
      <dgm:t>
        <a:bodyPr/>
        <a:lstStyle/>
        <a:p>
          <a:endParaRPr lang="en-US"/>
        </a:p>
      </dgm:t>
    </dgm:pt>
    <dgm:pt modelId="{C57A9609-74BD-4B2B-B869-BB920E52AAB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 a</a:t>
          </a:r>
          <a:r>
            <a:rPr lang="tr-TR"/>
            <a:t> </a:t>
          </a:r>
          <a:r>
            <a:rPr lang="en-US"/>
            <a:t>specific date by reference to that transaction.</a:t>
          </a:r>
        </a:p>
      </dgm:t>
    </dgm:pt>
    <dgm:pt modelId="{89775781-188A-40B0-AFB5-0259283137D3}" type="parTrans" cxnId="{C4112E3C-65F4-492B-BC19-C0EABAD8276F}">
      <dgm:prSet/>
      <dgm:spPr/>
      <dgm:t>
        <a:bodyPr/>
        <a:lstStyle/>
        <a:p>
          <a:endParaRPr lang="en-US"/>
        </a:p>
      </dgm:t>
    </dgm:pt>
    <dgm:pt modelId="{E3B8DF98-0A18-42E7-9747-D5646282BBE2}" type="sibTrans" cxnId="{C4112E3C-65F4-492B-BC19-C0EABAD8276F}">
      <dgm:prSet/>
      <dgm:spPr/>
      <dgm:t>
        <a:bodyPr/>
        <a:lstStyle/>
        <a:p>
          <a:endParaRPr lang="en-US"/>
        </a:p>
      </dgm:t>
    </dgm:pt>
    <dgm:pt modelId="{7D702661-481E-443E-B004-79A59BE5C178}" type="pres">
      <dgm:prSet presAssocID="{9C69CCC6-BA97-4AFF-8CE8-E9465748DB89}" presName="root" presStyleCnt="0">
        <dgm:presLayoutVars>
          <dgm:dir/>
          <dgm:resizeHandles val="exact"/>
        </dgm:presLayoutVars>
      </dgm:prSet>
      <dgm:spPr/>
    </dgm:pt>
    <dgm:pt modelId="{B0801B69-6311-4512-8138-1018D40191EE}" type="pres">
      <dgm:prSet presAssocID="{41172EFA-0208-49CF-BBAE-A474EDCF01EF}" presName="compNode" presStyleCnt="0"/>
      <dgm:spPr/>
    </dgm:pt>
    <dgm:pt modelId="{FD68C7A9-F903-4C53-BC9D-913920B73664}" type="pres">
      <dgm:prSet presAssocID="{41172EFA-0208-49CF-BBAE-A474EDCF01EF}" presName="iconRect" presStyleLbl="node1" presStyleIdx="0" presStyleCnt="4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ead with Gears"/>
        </a:ext>
      </dgm:extLst>
    </dgm:pt>
    <dgm:pt modelId="{1749D95A-4058-48B7-A115-87CD42031F8C}" type="pres">
      <dgm:prSet presAssocID="{41172EFA-0208-49CF-BBAE-A474EDCF01EF}" presName="iconSpace" presStyleCnt="0"/>
      <dgm:spPr/>
    </dgm:pt>
    <dgm:pt modelId="{6A1B5B8C-00AC-49BA-AD2C-242E56B1EA7D}" type="pres">
      <dgm:prSet presAssocID="{41172EFA-0208-49CF-BBAE-A474EDCF01EF}" presName="parTx" presStyleLbl="revTx" presStyleIdx="0" presStyleCnt="8">
        <dgm:presLayoutVars>
          <dgm:chMax val="0"/>
          <dgm:chPref val="0"/>
        </dgm:presLayoutVars>
      </dgm:prSet>
      <dgm:spPr/>
    </dgm:pt>
    <dgm:pt modelId="{F12E3CCD-56A7-4078-BD7A-17DD968C4C38}" type="pres">
      <dgm:prSet presAssocID="{41172EFA-0208-49CF-BBAE-A474EDCF01EF}" presName="txSpace" presStyleCnt="0"/>
      <dgm:spPr/>
    </dgm:pt>
    <dgm:pt modelId="{E7BBBF6C-9F2A-4950-B11E-D290BC819BC3}" type="pres">
      <dgm:prSet presAssocID="{41172EFA-0208-49CF-BBAE-A474EDCF01EF}" presName="desTx" presStyleLbl="revTx" presStyleIdx="1" presStyleCnt="8">
        <dgm:presLayoutVars/>
      </dgm:prSet>
      <dgm:spPr/>
    </dgm:pt>
    <dgm:pt modelId="{DD39E666-ED5D-4375-9759-C780B439B877}" type="pres">
      <dgm:prSet presAssocID="{AAC39C9F-D24F-475B-BDB1-F46C17A31CC4}" presName="sibTrans" presStyleCnt="0"/>
      <dgm:spPr/>
    </dgm:pt>
    <dgm:pt modelId="{47AE9C90-7E2C-4BB3-AB1C-770A8047F761}" type="pres">
      <dgm:prSet presAssocID="{373F85DC-4FB0-438D-A0B0-A4BB5F905592}" presName="compNode" presStyleCnt="0"/>
      <dgm:spPr/>
    </dgm:pt>
    <dgm:pt modelId="{6A963E5B-2A1A-4B11-AD06-A02452F0916A}" type="pres">
      <dgm:prSet presAssocID="{373F85DC-4FB0-438D-A0B0-A4BB5F905592}" presName="iconRect" presStyleLbl="node1" presStyleIdx="1" presStyleCnt="4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ilidi Aç"/>
        </a:ext>
      </dgm:extLst>
    </dgm:pt>
    <dgm:pt modelId="{0290E623-392F-4206-9A28-1F5E5F83838A}" type="pres">
      <dgm:prSet presAssocID="{373F85DC-4FB0-438D-A0B0-A4BB5F905592}" presName="iconSpace" presStyleCnt="0"/>
      <dgm:spPr/>
    </dgm:pt>
    <dgm:pt modelId="{A91DFE8D-17E2-4F38-8CD8-693B0569A118}" type="pres">
      <dgm:prSet presAssocID="{373F85DC-4FB0-438D-A0B0-A4BB5F905592}" presName="parTx" presStyleLbl="revTx" presStyleIdx="2" presStyleCnt="8">
        <dgm:presLayoutVars>
          <dgm:chMax val="0"/>
          <dgm:chPref val="0"/>
        </dgm:presLayoutVars>
      </dgm:prSet>
      <dgm:spPr/>
    </dgm:pt>
    <dgm:pt modelId="{D21A784D-5FD7-47F1-A4D7-C5741D2E6FCC}" type="pres">
      <dgm:prSet presAssocID="{373F85DC-4FB0-438D-A0B0-A4BB5F905592}" presName="txSpace" presStyleCnt="0"/>
      <dgm:spPr/>
    </dgm:pt>
    <dgm:pt modelId="{C71872F9-C2F4-45C4-88C4-A91DD6CF8627}" type="pres">
      <dgm:prSet presAssocID="{373F85DC-4FB0-438D-A0B0-A4BB5F905592}" presName="desTx" presStyleLbl="revTx" presStyleIdx="3" presStyleCnt="8">
        <dgm:presLayoutVars/>
      </dgm:prSet>
      <dgm:spPr/>
    </dgm:pt>
    <dgm:pt modelId="{2119D86F-BD89-4D61-A5C4-8C5258AE3428}" type="pres">
      <dgm:prSet presAssocID="{C6C4706D-C693-418E-9641-A994E480025D}" presName="sibTrans" presStyleCnt="0"/>
      <dgm:spPr/>
    </dgm:pt>
    <dgm:pt modelId="{588FCD4F-E771-4E6E-9F51-838C1B90AA26}" type="pres">
      <dgm:prSet presAssocID="{72757A30-A050-4068-9FA9-54212D0859AA}" presName="compNode" presStyleCnt="0"/>
      <dgm:spPr/>
    </dgm:pt>
    <dgm:pt modelId="{8413A29B-C777-4331-821E-E826FDEC60CD}" type="pres">
      <dgm:prSet presAssocID="{72757A30-A050-4068-9FA9-54212D0859AA}" presName="iconRect" presStyleLbl="node1" presStyleIdx="2" presStyleCnt="4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inger Print"/>
        </a:ext>
      </dgm:extLst>
    </dgm:pt>
    <dgm:pt modelId="{FE434E6A-4CF9-4CB1-B99D-52C25F5C3360}" type="pres">
      <dgm:prSet presAssocID="{72757A30-A050-4068-9FA9-54212D0859AA}" presName="iconSpace" presStyleCnt="0"/>
      <dgm:spPr/>
    </dgm:pt>
    <dgm:pt modelId="{2CF12803-7834-4E67-A6C1-2ABBEBD95BCA}" type="pres">
      <dgm:prSet presAssocID="{72757A30-A050-4068-9FA9-54212D0859AA}" presName="parTx" presStyleLbl="revTx" presStyleIdx="4" presStyleCnt="8">
        <dgm:presLayoutVars>
          <dgm:chMax val="0"/>
          <dgm:chPref val="0"/>
        </dgm:presLayoutVars>
      </dgm:prSet>
      <dgm:spPr/>
    </dgm:pt>
    <dgm:pt modelId="{2171A67B-E3BC-4EB8-95EC-801AD2268E3A}" type="pres">
      <dgm:prSet presAssocID="{72757A30-A050-4068-9FA9-54212D0859AA}" presName="txSpace" presStyleCnt="0"/>
      <dgm:spPr/>
    </dgm:pt>
    <dgm:pt modelId="{F6AC5E09-6149-428B-9A2C-ED924AB63AFB}" type="pres">
      <dgm:prSet presAssocID="{72757A30-A050-4068-9FA9-54212D0859AA}" presName="desTx" presStyleLbl="revTx" presStyleIdx="5" presStyleCnt="8">
        <dgm:presLayoutVars/>
      </dgm:prSet>
      <dgm:spPr/>
    </dgm:pt>
    <dgm:pt modelId="{5381AB31-6D87-4A4B-8093-D58696922117}" type="pres">
      <dgm:prSet presAssocID="{86F10728-B433-4F11-A03E-363FBBBF1353}" presName="sibTrans" presStyleCnt="0"/>
      <dgm:spPr/>
    </dgm:pt>
    <dgm:pt modelId="{FCBBE3B6-51C8-4446-8CC1-4F8BFD9D8FDF}" type="pres">
      <dgm:prSet presAssocID="{6A264A04-22EF-408F-AD0A-E7F0D1D139CF}" presName="compNode" presStyleCnt="0"/>
      <dgm:spPr/>
    </dgm:pt>
    <dgm:pt modelId="{07486046-2147-4971-89CC-40A0226EC861}" type="pres">
      <dgm:prSet presAssocID="{6A264A04-22EF-408F-AD0A-E7F0D1D139CF}" presName="iconRect" presStyleLbl="node1" presStyleIdx="3" presStyleCnt="4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pen Folder"/>
        </a:ext>
      </dgm:extLst>
    </dgm:pt>
    <dgm:pt modelId="{09DB32C4-9179-4655-82DD-6F3BAA1EEB49}" type="pres">
      <dgm:prSet presAssocID="{6A264A04-22EF-408F-AD0A-E7F0D1D139CF}" presName="iconSpace" presStyleCnt="0"/>
      <dgm:spPr/>
    </dgm:pt>
    <dgm:pt modelId="{BDB4585A-A679-43AD-8646-621E74B02D41}" type="pres">
      <dgm:prSet presAssocID="{6A264A04-22EF-408F-AD0A-E7F0D1D139CF}" presName="parTx" presStyleLbl="revTx" presStyleIdx="6" presStyleCnt="8">
        <dgm:presLayoutVars>
          <dgm:chMax val="0"/>
          <dgm:chPref val="0"/>
        </dgm:presLayoutVars>
      </dgm:prSet>
      <dgm:spPr/>
    </dgm:pt>
    <dgm:pt modelId="{96842E6B-D4BD-470B-800C-B51CAF0022F7}" type="pres">
      <dgm:prSet presAssocID="{6A264A04-22EF-408F-AD0A-E7F0D1D139CF}" presName="txSpace" presStyleCnt="0"/>
      <dgm:spPr/>
    </dgm:pt>
    <dgm:pt modelId="{525E6292-8E39-4D33-8C65-25A774A150C0}" type="pres">
      <dgm:prSet presAssocID="{6A264A04-22EF-408F-AD0A-E7F0D1D139CF}" presName="desTx" presStyleLbl="revTx" presStyleIdx="7" presStyleCnt="8">
        <dgm:presLayoutVars/>
      </dgm:prSet>
      <dgm:spPr/>
    </dgm:pt>
  </dgm:ptLst>
  <dgm:cxnLst>
    <dgm:cxn modelId="{2DA89B00-5F60-4052-9785-E4CF9C49CB47}" srcId="{9C69CCC6-BA97-4AFF-8CE8-E9465748DB89}" destId="{41172EFA-0208-49CF-BBAE-A474EDCF01EF}" srcOrd="0" destOrd="0" parTransId="{46A907C6-9949-45CF-BC84-96E7E3EC49DA}" sibTransId="{AAC39C9F-D24F-475B-BDB1-F46C17A31CC4}"/>
    <dgm:cxn modelId="{3058C800-2E84-49D1-BEAE-EA15217448C3}" type="presOf" srcId="{C57A9609-74BD-4B2B-B869-BB920E52AAB4}" destId="{525E6292-8E39-4D33-8C65-25A774A150C0}" srcOrd="0" destOrd="1" presId="urn:microsoft.com/office/officeart/2018/5/layout/CenteredIconLabelDescriptionList"/>
    <dgm:cxn modelId="{259CCE10-448C-4B4B-B0D2-CDC6440F9AD2}" srcId="{41172EFA-0208-49CF-BBAE-A474EDCF01EF}" destId="{DF4D3584-048F-47C9-8DE1-52C6C4F0469C}" srcOrd="0" destOrd="0" parTransId="{994320F5-21D2-42D8-805A-171795EC1166}" sibTransId="{96601753-5408-4E1D-B6CB-524C468AE8C2}"/>
    <dgm:cxn modelId="{1EFDF61C-0CAA-43D5-9A53-3C4203759C74}" srcId="{373F85DC-4FB0-438D-A0B0-A4BB5F905592}" destId="{1AAD745A-A3B2-4DD8-932A-12F8ADBC0F04}" srcOrd="0" destOrd="0" parTransId="{9B8EB8E4-33CF-49A7-BF56-39BA887B9E68}" sibTransId="{22C769B2-2567-4001-9DD7-E8577A074787}"/>
    <dgm:cxn modelId="{0AA69D25-54B9-4C69-968C-54EE13E7F3C9}" type="presOf" srcId="{6A264A04-22EF-408F-AD0A-E7F0D1D139CF}" destId="{BDB4585A-A679-43AD-8646-621E74B02D41}" srcOrd="0" destOrd="0" presId="urn:microsoft.com/office/officeart/2018/5/layout/CenteredIconLabelDescriptionList"/>
    <dgm:cxn modelId="{3FE4C726-0379-4686-B3F5-4C148B4351B3}" type="presOf" srcId="{9C69CCC6-BA97-4AFF-8CE8-E9465748DB89}" destId="{7D702661-481E-443E-B004-79A59BE5C178}" srcOrd="0" destOrd="0" presId="urn:microsoft.com/office/officeart/2018/5/layout/CenteredIconLabelDescriptionList"/>
    <dgm:cxn modelId="{EF7BEA33-CE02-4CC9-A0BF-52A95A3DB001}" type="presOf" srcId="{76C78F9D-5978-4D97-8D13-CAAB749DE4F7}" destId="{C71872F9-C2F4-45C4-88C4-A91DD6CF8627}" srcOrd="0" destOrd="1" presId="urn:microsoft.com/office/officeart/2018/5/layout/CenteredIconLabelDescriptionList"/>
    <dgm:cxn modelId="{1DBBD035-B2AE-4A07-8F91-4A696470342B}" type="presOf" srcId="{41172EFA-0208-49CF-BBAE-A474EDCF01EF}" destId="{6A1B5B8C-00AC-49BA-AD2C-242E56B1EA7D}" srcOrd="0" destOrd="0" presId="urn:microsoft.com/office/officeart/2018/5/layout/CenteredIconLabelDescriptionList"/>
    <dgm:cxn modelId="{C4112E3C-65F4-492B-BC19-C0EABAD8276F}" srcId="{6A264A04-22EF-408F-AD0A-E7F0D1D139CF}" destId="{C57A9609-74BD-4B2B-B869-BB920E52AAB4}" srcOrd="1" destOrd="0" parTransId="{89775781-188A-40B0-AFB5-0259283137D3}" sibTransId="{E3B8DF98-0A18-42E7-9747-D5646282BBE2}"/>
    <dgm:cxn modelId="{4B25ED5D-FA75-4CEA-BDC4-CF9933DD6247}" srcId="{72757A30-A050-4068-9FA9-54212D0859AA}" destId="{37540884-C68F-4B34-BA23-1E64DDE8A11B}" srcOrd="0" destOrd="0" parTransId="{A1C95C8A-1507-4366-8FD0-DD2FB53ED611}" sibTransId="{68C96B22-7FD2-4D79-9C8D-DFE4689EFE29}"/>
    <dgm:cxn modelId="{075DA343-3659-4940-930F-EAC515516EE4}" type="presOf" srcId="{37540884-C68F-4B34-BA23-1E64DDE8A11B}" destId="{F6AC5E09-6149-428B-9A2C-ED924AB63AFB}" srcOrd="0" destOrd="0" presId="urn:microsoft.com/office/officeart/2018/5/layout/CenteredIconLabelDescriptionList"/>
    <dgm:cxn modelId="{3FC2166A-BF9B-497C-8F5A-EAAB8C4935BD}" type="presOf" srcId="{4DB1E86D-D005-4015-8BED-B068401C2E0C}" destId="{F6AC5E09-6149-428B-9A2C-ED924AB63AFB}" srcOrd="0" destOrd="1" presId="urn:microsoft.com/office/officeart/2018/5/layout/CenteredIconLabelDescriptionList"/>
    <dgm:cxn modelId="{29575F6F-A512-4838-8615-E0F2EE909750}" type="presOf" srcId="{72757A30-A050-4068-9FA9-54212D0859AA}" destId="{2CF12803-7834-4E67-A6C1-2ABBEBD95BCA}" srcOrd="0" destOrd="0" presId="urn:microsoft.com/office/officeart/2018/5/layout/CenteredIconLabelDescriptionList"/>
    <dgm:cxn modelId="{923F0254-12ED-45BF-BECD-4CD8AB1AE6AC}" type="presOf" srcId="{1AAD745A-A3B2-4DD8-932A-12F8ADBC0F04}" destId="{C71872F9-C2F4-45C4-88C4-A91DD6CF8627}" srcOrd="0" destOrd="0" presId="urn:microsoft.com/office/officeart/2018/5/layout/CenteredIconLabelDescriptionList"/>
    <dgm:cxn modelId="{0568F97B-03C8-4C8E-AD9C-A93B4B12641E}" type="presOf" srcId="{DF4D3584-048F-47C9-8DE1-52C6C4F0469C}" destId="{E7BBBF6C-9F2A-4950-B11E-D290BC819BC3}" srcOrd="0" destOrd="0" presId="urn:microsoft.com/office/officeart/2018/5/layout/CenteredIconLabelDescriptionList"/>
    <dgm:cxn modelId="{FCE9969C-C767-40DA-A464-8414D569FEDF}" srcId="{9C69CCC6-BA97-4AFF-8CE8-E9465748DB89}" destId="{373F85DC-4FB0-438D-A0B0-A4BB5F905592}" srcOrd="1" destOrd="0" parTransId="{342862F5-B818-4309-BB44-480C8457E10A}" sibTransId="{C6C4706D-C693-418E-9641-A994E480025D}"/>
    <dgm:cxn modelId="{30F8339F-63DC-48D6-AA5C-6333A146CEE5}" type="presOf" srcId="{373F85DC-4FB0-438D-A0B0-A4BB5F905592}" destId="{A91DFE8D-17E2-4F38-8CD8-693B0569A118}" srcOrd="0" destOrd="0" presId="urn:microsoft.com/office/officeart/2018/5/layout/CenteredIconLabelDescriptionList"/>
    <dgm:cxn modelId="{5EB79BA8-A9B6-4EF9-8E81-FAB81DAEA0CB}" srcId="{6A264A04-22EF-408F-AD0A-E7F0D1D139CF}" destId="{A1975D95-4080-4AD9-B73A-5826952297D7}" srcOrd="0" destOrd="0" parTransId="{80C16CFA-F087-428E-863E-255640CA5A34}" sibTransId="{5C25CD53-0297-4102-A4C7-09C0C8587C27}"/>
    <dgm:cxn modelId="{DD8092AF-4D1F-411C-B867-3E2BBBA81C89}" srcId="{72757A30-A050-4068-9FA9-54212D0859AA}" destId="{4DB1E86D-D005-4015-8BED-B068401C2E0C}" srcOrd="1" destOrd="0" parTransId="{8B8B0CCC-5E0C-47E3-87CC-5EDC844A4D53}" sibTransId="{FF310FA9-8148-46EF-B02B-D145BE74063D}"/>
    <dgm:cxn modelId="{DFB268C0-4F14-4826-973F-F4C0B23758F2}" type="presOf" srcId="{A1975D95-4080-4AD9-B73A-5826952297D7}" destId="{525E6292-8E39-4D33-8C65-25A774A150C0}" srcOrd="0" destOrd="0" presId="urn:microsoft.com/office/officeart/2018/5/layout/CenteredIconLabelDescriptionList"/>
    <dgm:cxn modelId="{01BB09C5-02EA-449D-A412-FF0A7ADEFECE}" srcId="{373F85DC-4FB0-438D-A0B0-A4BB5F905592}" destId="{76C78F9D-5978-4D97-8D13-CAAB749DE4F7}" srcOrd="1" destOrd="0" parTransId="{F8894B48-EACF-4194-83EA-70D8D39473A4}" sibTransId="{EDB4758C-FA88-429F-BDE7-10AA53715A04}"/>
    <dgm:cxn modelId="{CA8712C8-A2E9-4066-BE9C-C5ECAF765B5C}" srcId="{9C69CCC6-BA97-4AFF-8CE8-E9465748DB89}" destId="{6A264A04-22EF-408F-AD0A-E7F0D1D139CF}" srcOrd="3" destOrd="0" parTransId="{5552FCB3-30A1-4A58-998E-09B9E4421BCF}" sibTransId="{3CCC501B-FF06-43D0-955E-88941F91377D}"/>
    <dgm:cxn modelId="{02ED0FFC-6B00-49E3-B9CA-99C20469E865}" srcId="{9C69CCC6-BA97-4AFF-8CE8-E9465748DB89}" destId="{72757A30-A050-4068-9FA9-54212D0859AA}" srcOrd="2" destOrd="0" parTransId="{C2AEE51E-7AD7-43CD-8C76-1FECE1277D29}" sibTransId="{86F10728-B433-4F11-A03E-363FBBBF1353}"/>
    <dgm:cxn modelId="{DC40DE4E-C27A-4310-8FC6-D7720D8B44E1}" type="presParOf" srcId="{7D702661-481E-443E-B004-79A59BE5C178}" destId="{B0801B69-6311-4512-8138-1018D40191EE}" srcOrd="0" destOrd="0" presId="urn:microsoft.com/office/officeart/2018/5/layout/CenteredIconLabelDescriptionList"/>
    <dgm:cxn modelId="{BE051BFD-829B-4A53-A39A-4FBD0F6ADA68}" type="presParOf" srcId="{B0801B69-6311-4512-8138-1018D40191EE}" destId="{FD68C7A9-F903-4C53-BC9D-913920B73664}" srcOrd="0" destOrd="0" presId="urn:microsoft.com/office/officeart/2018/5/layout/CenteredIconLabelDescriptionList"/>
    <dgm:cxn modelId="{B3269F56-8883-4A16-8958-771B42DEAA21}" type="presParOf" srcId="{B0801B69-6311-4512-8138-1018D40191EE}" destId="{1749D95A-4058-48B7-A115-87CD42031F8C}" srcOrd="1" destOrd="0" presId="urn:microsoft.com/office/officeart/2018/5/layout/CenteredIconLabelDescriptionList"/>
    <dgm:cxn modelId="{A4156580-E695-46BC-BA66-DE7344DFA6D6}" type="presParOf" srcId="{B0801B69-6311-4512-8138-1018D40191EE}" destId="{6A1B5B8C-00AC-49BA-AD2C-242E56B1EA7D}" srcOrd="2" destOrd="0" presId="urn:microsoft.com/office/officeart/2018/5/layout/CenteredIconLabelDescriptionList"/>
    <dgm:cxn modelId="{1235E4C7-E7E3-4B1E-9728-3ADE8968E004}" type="presParOf" srcId="{B0801B69-6311-4512-8138-1018D40191EE}" destId="{F12E3CCD-56A7-4078-BD7A-17DD968C4C38}" srcOrd="3" destOrd="0" presId="urn:microsoft.com/office/officeart/2018/5/layout/CenteredIconLabelDescriptionList"/>
    <dgm:cxn modelId="{481599C7-B3B2-4A75-BEA4-6A3A94BFF3B6}" type="presParOf" srcId="{B0801B69-6311-4512-8138-1018D40191EE}" destId="{E7BBBF6C-9F2A-4950-B11E-D290BC819BC3}" srcOrd="4" destOrd="0" presId="urn:microsoft.com/office/officeart/2018/5/layout/CenteredIconLabelDescriptionList"/>
    <dgm:cxn modelId="{5B0D66CB-FD7E-4077-82DC-6D26BE071F73}" type="presParOf" srcId="{7D702661-481E-443E-B004-79A59BE5C178}" destId="{DD39E666-ED5D-4375-9759-C780B439B877}" srcOrd="1" destOrd="0" presId="urn:microsoft.com/office/officeart/2018/5/layout/CenteredIconLabelDescriptionList"/>
    <dgm:cxn modelId="{23BB5051-389A-40E7-8D28-3F35BE6C5656}" type="presParOf" srcId="{7D702661-481E-443E-B004-79A59BE5C178}" destId="{47AE9C90-7E2C-4BB3-AB1C-770A8047F761}" srcOrd="2" destOrd="0" presId="urn:microsoft.com/office/officeart/2018/5/layout/CenteredIconLabelDescriptionList"/>
    <dgm:cxn modelId="{BABB8AEF-9DDE-4805-9233-CF5E84CFD0EE}" type="presParOf" srcId="{47AE9C90-7E2C-4BB3-AB1C-770A8047F761}" destId="{6A963E5B-2A1A-4B11-AD06-A02452F0916A}" srcOrd="0" destOrd="0" presId="urn:microsoft.com/office/officeart/2018/5/layout/CenteredIconLabelDescriptionList"/>
    <dgm:cxn modelId="{EAA77942-0E7D-4E87-B486-FD2C4077BCDF}" type="presParOf" srcId="{47AE9C90-7E2C-4BB3-AB1C-770A8047F761}" destId="{0290E623-392F-4206-9A28-1F5E5F83838A}" srcOrd="1" destOrd="0" presId="urn:microsoft.com/office/officeart/2018/5/layout/CenteredIconLabelDescriptionList"/>
    <dgm:cxn modelId="{D44E42C8-D971-463C-95EC-2665BE17BB2D}" type="presParOf" srcId="{47AE9C90-7E2C-4BB3-AB1C-770A8047F761}" destId="{A91DFE8D-17E2-4F38-8CD8-693B0569A118}" srcOrd="2" destOrd="0" presId="urn:microsoft.com/office/officeart/2018/5/layout/CenteredIconLabelDescriptionList"/>
    <dgm:cxn modelId="{7060D2BB-A761-4215-AC83-F1A0675E81E4}" type="presParOf" srcId="{47AE9C90-7E2C-4BB3-AB1C-770A8047F761}" destId="{D21A784D-5FD7-47F1-A4D7-C5741D2E6FCC}" srcOrd="3" destOrd="0" presId="urn:microsoft.com/office/officeart/2018/5/layout/CenteredIconLabelDescriptionList"/>
    <dgm:cxn modelId="{7B58E370-C7D3-46FF-A8A4-944D8E9BFA54}" type="presParOf" srcId="{47AE9C90-7E2C-4BB3-AB1C-770A8047F761}" destId="{C71872F9-C2F4-45C4-88C4-A91DD6CF8627}" srcOrd="4" destOrd="0" presId="urn:microsoft.com/office/officeart/2018/5/layout/CenteredIconLabelDescriptionList"/>
    <dgm:cxn modelId="{728CD8CE-89B8-4AB6-BDD4-885C642DA6D3}" type="presParOf" srcId="{7D702661-481E-443E-B004-79A59BE5C178}" destId="{2119D86F-BD89-4D61-A5C4-8C5258AE3428}" srcOrd="3" destOrd="0" presId="urn:microsoft.com/office/officeart/2018/5/layout/CenteredIconLabelDescriptionList"/>
    <dgm:cxn modelId="{B5D9CD33-3F90-4AE9-B7AC-4693BA6C5605}" type="presParOf" srcId="{7D702661-481E-443E-B004-79A59BE5C178}" destId="{588FCD4F-E771-4E6E-9F51-838C1B90AA26}" srcOrd="4" destOrd="0" presId="urn:microsoft.com/office/officeart/2018/5/layout/CenteredIconLabelDescriptionList"/>
    <dgm:cxn modelId="{21AC690B-EB48-48AB-A05E-EB0D7FCCE474}" type="presParOf" srcId="{588FCD4F-E771-4E6E-9F51-838C1B90AA26}" destId="{8413A29B-C777-4331-821E-E826FDEC60CD}" srcOrd="0" destOrd="0" presId="urn:microsoft.com/office/officeart/2018/5/layout/CenteredIconLabelDescriptionList"/>
    <dgm:cxn modelId="{4FE33328-295E-42D1-B88D-B47693AE0BAE}" type="presParOf" srcId="{588FCD4F-E771-4E6E-9F51-838C1B90AA26}" destId="{FE434E6A-4CF9-4CB1-B99D-52C25F5C3360}" srcOrd="1" destOrd="0" presId="urn:microsoft.com/office/officeart/2018/5/layout/CenteredIconLabelDescriptionList"/>
    <dgm:cxn modelId="{33C1A722-7CD8-4059-B52A-1ECFB4329791}" type="presParOf" srcId="{588FCD4F-E771-4E6E-9F51-838C1B90AA26}" destId="{2CF12803-7834-4E67-A6C1-2ABBEBD95BCA}" srcOrd="2" destOrd="0" presId="urn:microsoft.com/office/officeart/2018/5/layout/CenteredIconLabelDescriptionList"/>
    <dgm:cxn modelId="{955614DC-C00B-43F5-B889-1D81114AA587}" type="presParOf" srcId="{588FCD4F-E771-4E6E-9F51-838C1B90AA26}" destId="{2171A67B-E3BC-4EB8-95EC-801AD2268E3A}" srcOrd="3" destOrd="0" presId="urn:microsoft.com/office/officeart/2018/5/layout/CenteredIconLabelDescriptionList"/>
    <dgm:cxn modelId="{FCD50952-2161-45C2-9FD9-F082623DEAC7}" type="presParOf" srcId="{588FCD4F-E771-4E6E-9F51-838C1B90AA26}" destId="{F6AC5E09-6149-428B-9A2C-ED924AB63AFB}" srcOrd="4" destOrd="0" presId="urn:microsoft.com/office/officeart/2018/5/layout/CenteredIconLabelDescriptionList"/>
    <dgm:cxn modelId="{946C1F1D-BAB0-4A58-BB00-F487817CCD65}" type="presParOf" srcId="{7D702661-481E-443E-B004-79A59BE5C178}" destId="{5381AB31-6D87-4A4B-8093-D58696922117}" srcOrd="5" destOrd="0" presId="urn:microsoft.com/office/officeart/2018/5/layout/CenteredIconLabelDescriptionList"/>
    <dgm:cxn modelId="{3BD3CD0A-550D-4FBD-A32F-01E5A5242C84}" type="presParOf" srcId="{7D702661-481E-443E-B004-79A59BE5C178}" destId="{FCBBE3B6-51C8-4446-8CC1-4F8BFD9D8FDF}" srcOrd="6" destOrd="0" presId="urn:microsoft.com/office/officeart/2018/5/layout/CenteredIconLabelDescriptionList"/>
    <dgm:cxn modelId="{15F0994E-F33E-4C25-9FF5-622F9CA64BAB}" type="presParOf" srcId="{FCBBE3B6-51C8-4446-8CC1-4F8BFD9D8FDF}" destId="{07486046-2147-4971-89CC-40A0226EC861}" srcOrd="0" destOrd="0" presId="urn:microsoft.com/office/officeart/2018/5/layout/CenteredIconLabelDescriptionList"/>
    <dgm:cxn modelId="{0C6A03AC-8266-47C8-8F3B-7BDC5DC89420}" type="presParOf" srcId="{FCBBE3B6-51C8-4446-8CC1-4F8BFD9D8FDF}" destId="{09DB32C4-9179-4655-82DD-6F3BAA1EEB49}" srcOrd="1" destOrd="0" presId="urn:microsoft.com/office/officeart/2018/5/layout/CenteredIconLabelDescriptionList"/>
    <dgm:cxn modelId="{4426B96F-6A73-4ACF-B7E1-A99E967FC761}" type="presParOf" srcId="{FCBBE3B6-51C8-4446-8CC1-4F8BFD9D8FDF}" destId="{BDB4585A-A679-43AD-8646-621E74B02D41}" srcOrd="2" destOrd="0" presId="urn:microsoft.com/office/officeart/2018/5/layout/CenteredIconLabelDescriptionList"/>
    <dgm:cxn modelId="{7A02B0AF-BCBC-4BD0-9526-749E12DE2229}" type="presParOf" srcId="{FCBBE3B6-51C8-4446-8CC1-4F8BFD9D8FDF}" destId="{96842E6B-D4BD-470B-800C-B51CAF0022F7}" srcOrd="3" destOrd="0" presId="urn:microsoft.com/office/officeart/2018/5/layout/CenteredIconLabelDescriptionList"/>
    <dgm:cxn modelId="{AB1F5FBA-5C26-42E4-A67B-51E7CB660969}" type="presParOf" srcId="{FCBBE3B6-51C8-4446-8CC1-4F8BFD9D8FDF}" destId="{525E6292-8E39-4D33-8C65-25A774A150C0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3.xml><?xml version="1.0" encoding="utf-8"?>
<dgm:dataModel xmlns:dgm="http://schemas.openxmlformats.org/drawingml/2006/diagram" xmlns:a="http://schemas.openxmlformats.org/drawingml/2006/main">
  <dgm:ptLst>
    <dgm:pt modelId="{E4E4989E-1121-44DF-A69D-A554502873B3}" type="doc">
      <dgm:prSet loTypeId="urn:microsoft.com/office/officeart/2005/8/layout/vList2" loCatId="list" qsTypeId="urn:microsoft.com/office/officeart/2005/8/quickstyle/simple1" qsCatId="simple" csTypeId="urn:microsoft.com/office/officeart/2005/8/colors/colorful5" csCatId="colorful"/>
      <dgm:spPr/>
      <dgm:t>
        <a:bodyPr/>
        <a:lstStyle/>
        <a:p>
          <a:endParaRPr lang="en-US"/>
        </a:p>
      </dgm:t>
    </dgm:pt>
    <dgm:pt modelId="{E746BEC1-0279-4D56-909B-4BF5EE5DD93B}">
      <dgm:prSet/>
      <dgm:spPr/>
      <dgm:t>
        <a:bodyPr/>
        <a:lstStyle/>
        <a:p>
          <a:r>
            <a:rPr lang="en-US"/>
            <a:t>Those who object </a:t>
          </a:r>
        </a:p>
      </dgm:t>
    </dgm:pt>
    <dgm:pt modelId="{8D524525-E680-4971-A107-B6599CFD6776}" type="parTrans" cxnId="{524637C1-32E3-46DF-BB6D-8F8A9D010705}">
      <dgm:prSet/>
      <dgm:spPr/>
      <dgm:t>
        <a:bodyPr/>
        <a:lstStyle/>
        <a:p>
          <a:endParaRPr lang="en-US"/>
        </a:p>
      </dgm:t>
    </dgm:pt>
    <dgm:pt modelId="{F058F664-93A9-4DCD-B94C-993E7C8B6580}" type="sibTrans" cxnId="{524637C1-32E3-46DF-BB6D-8F8A9D010705}">
      <dgm:prSet/>
      <dgm:spPr/>
      <dgm:t>
        <a:bodyPr/>
        <a:lstStyle/>
        <a:p>
          <a:endParaRPr lang="en-US"/>
        </a:p>
      </dgm:t>
    </dgm:pt>
    <dgm:pt modelId="{3F984EFB-93B5-4530-B3D4-A5A5FDE8BD93}">
      <dgm:prSet/>
      <dgm:spPr/>
      <dgm:t>
        <a:bodyPr/>
        <a:lstStyle/>
        <a:p>
          <a:r>
            <a:rPr lang="en-US"/>
            <a:t>to the inclusion</a:t>
          </a:r>
          <a:r>
            <a:rPr lang="tr-TR"/>
            <a:t> </a:t>
          </a:r>
          <a:r>
            <a:rPr lang="en-US"/>
            <a:t>of nonpayment data </a:t>
          </a:r>
        </a:p>
      </dgm:t>
    </dgm:pt>
    <dgm:pt modelId="{F84F847C-4F24-43EA-B1F3-741FD62A657C}" type="parTrans" cxnId="{A9FCBCF3-B01E-4E58-8D71-1F9491D96830}">
      <dgm:prSet/>
      <dgm:spPr/>
      <dgm:t>
        <a:bodyPr/>
        <a:lstStyle/>
        <a:p>
          <a:endParaRPr lang="en-US"/>
        </a:p>
      </dgm:t>
    </dgm:pt>
    <dgm:pt modelId="{1DB22CA0-B950-4D6E-A83B-8736BA1AA50F}" type="sibTrans" cxnId="{A9FCBCF3-B01E-4E58-8D71-1F9491D96830}">
      <dgm:prSet/>
      <dgm:spPr/>
      <dgm:t>
        <a:bodyPr/>
        <a:lstStyle/>
        <a:p>
          <a:endParaRPr lang="en-US"/>
        </a:p>
      </dgm:t>
    </dgm:pt>
    <dgm:pt modelId="{9DD8389A-77DE-421A-9D3E-5A0CAAC88CA6}">
      <dgm:prSet/>
      <dgm:spPr/>
      <dgm:t>
        <a:bodyPr/>
        <a:lstStyle/>
        <a:p>
          <a:r>
            <a:rPr lang="en-US"/>
            <a:t>argue that </a:t>
          </a:r>
        </a:p>
      </dgm:t>
    </dgm:pt>
    <dgm:pt modelId="{14867763-7586-478D-B98E-D6C525189264}" type="parTrans" cxnId="{0F48C9FE-6400-4846-AF46-FCEAA9DE7FC9}">
      <dgm:prSet/>
      <dgm:spPr/>
      <dgm:t>
        <a:bodyPr/>
        <a:lstStyle/>
        <a:p>
          <a:endParaRPr lang="en-US"/>
        </a:p>
      </dgm:t>
    </dgm:pt>
    <dgm:pt modelId="{303191B1-5B89-49C8-86A9-0DEB5E21F7A9}" type="sibTrans" cxnId="{0F48C9FE-6400-4846-AF46-FCEAA9DE7FC9}">
      <dgm:prSet/>
      <dgm:spPr/>
      <dgm:t>
        <a:bodyPr/>
        <a:lstStyle/>
        <a:p>
          <a:endParaRPr lang="en-US"/>
        </a:p>
      </dgm:t>
    </dgm:pt>
    <dgm:pt modelId="{6C98335C-28A3-44D0-86D3-425512186C6F}">
      <dgm:prSet/>
      <dgm:spPr/>
      <dgm:t>
        <a:bodyPr/>
        <a:lstStyle/>
        <a:p>
          <a:r>
            <a:rPr lang="en-US"/>
            <a:t>it causes “blockchain bloat,” </a:t>
          </a:r>
        </a:p>
      </dgm:t>
    </dgm:pt>
    <dgm:pt modelId="{B6D38E75-E024-4007-9B29-27268AB01FEC}" type="parTrans" cxnId="{7900AF9E-FA5B-4D23-9836-1A7CE7DF313D}">
      <dgm:prSet/>
      <dgm:spPr/>
      <dgm:t>
        <a:bodyPr/>
        <a:lstStyle/>
        <a:p>
          <a:endParaRPr lang="en-US"/>
        </a:p>
      </dgm:t>
    </dgm:pt>
    <dgm:pt modelId="{3D4D8A55-9FC4-4B64-9526-493F1E63864B}" type="sibTrans" cxnId="{7900AF9E-FA5B-4D23-9836-1A7CE7DF313D}">
      <dgm:prSet/>
      <dgm:spPr/>
      <dgm:t>
        <a:bodyPr/>
        <a:lstStyle/>
        <a:p>
          <a:endParaRPr lang="en-US"/>
        </a:p>
      </dgm:t>
    </dgm:pt>
    <dgm:pt modelId="{000C969D-11B9-4583-9D9E-4DA2FD195336}">
      <dgm:prSet/>
      <dgm:spPr/>
      <dgm:t>
        <a:bodyPr/>
        <a:lstStyle/>
        <a:p>
          <a:r>
            <a:rPr lang="en-US"/>
            <a:t>burdening those</a:t>
          </a:r>
          <a:r>
            <a:rPr lang="tr-TR"/>
            <a:t> </a:t>
          </a:r>
          <a:r>
            <a:rPr lang="en-US"/>
            <a:t>running full bitcoin nodes </a:t>
          </a:r>
        </a:p>
      </dgm:t>
    </dgm:pt>
    <dgm:pt modelId="{DB679441-EF01-42F9-AC5E-4922302E7B1F}" type="parTrans" cxnId="{66CF56B4-BD3A-4967-8933-E4D99DCFEAF5}">
      <dgm:prSet/>
      <dgm:spPr/>
      <dgm:t>
        <a:bodyPr/>
        <a:lstStyle/>
        <a:p>
          <a:endParaRPr lang="en-US"/>
        </a:p>
      </dgm:t>
    </dgm:pt>
    <dgm:pt modelId="{46455DEE-343A-4601-83F1-6862A0B9ADAB}" type="sibTrans" cxnId="{66CF56B4-BD3A-4967-8933-E4D99DCFEAF5}">
      <dgm:prSet/>
      <dgm:spPr/>
      <dgm:t>
        <a:bodyPr/>
        <a:lstStyle/>
        <a:p>
          <a:endParaRPr lang="en-US"/>
        </a:p>
      </dgm:t>
    </dgm:pt>
    <dgm:pt modelId="{48549ED0-3339-46DC-B7D8-E8D644D3CDFB}">
      <dgm:prSet/>
      <dgm:spPr/>
      <dgm:t>
        <a:bodyPr/>
        <a:lstStyle/>
        <a:p>
          <a:r>
            <a:rPr lang="en-US"/>
            <a:t>with carrying the cost of disk storage </a:t>
          </a:r>
        </a:p>
      </dgm:t>
    </dgm:pt>
    <dgm:pt modelId="{CC5EEB9F-6557-4647-90D2-1ED673AFA731}" type="parTrans" cxnId="{31F79536-3A7C-458A-BF36-8F9C5A4D6F15}">
      <dgm:prSet/>
      <dgm:spPr/>
      <dgm:t>
        <a:bodyPr/>
        <a:lstStyle/>
        <a:p>
          <a:endParaRPr lang="en-US"/>
        </a:p>
      </dgm:t>
    </dgm:pt>
    <dgm:pt modelId="{5F54E47A-8BDD-431E-B1F4-7AF54D8B5AD0}" type="sibTrans" cxnId="{31F79536-3A7C-458A-BF36-8F9C5A4D6F15}">
      <dgm:prSet/>
      <dgm:spPr/>
      <dgm:t>
        <a:bodyPr/>
        <a:lstStyle/>
        <a:p>
          <a:endParaRPr lang="en-US"/>
        </a:p>
      </dgm:t>
    </dgm:pt>
    <dgm:pt modelId="{EFA66015-AEA1-4C19-BD90-0CF00D517FEE}">
      <dgm:prSet/>
      <dgm:spPr/>
      <dgm:t>
        <a:bodyPr/>
        <a:lstStyle/>
        <a:p>
          <a:r>
            <a:rPr lang="en-US"/>
            <a:t>for data that the</a:t>
          </a:r>
          <a:r>
            <a:rPr lang="tr-TR"/>
            <a:t> </a:t>
          </a:r>
          <a:r>
            <a:rPr lang="en-US"/>
            <a:t>blockchain </a:t>
          </a:r>
        </a:p>
      </dgm:t>
    </dgm:pt>
    <dgm:pt modelId="{B6C0D894-F9AD-4CEC-9501-218B9C3ECF30}" type="parTrans" cxnId="{C0284050-4BAE-4C5A-B59F-02DB5C74C72E}">
      <dgm:prSet/>
      <dgm:spPr/>
      <dgm:t>
        <a:bodyPr/>
        <a:lstStyle/>
        <a:p>
          <a:endParaRPr lang="en-US"/>
        </a:p>
      </dgm:t>
    </dgm:pt>
    <dgm:pt modelId="{F08E2AB9-DD3C-453B-B3AD-5BC5C86941CE}" type="sibTrans" cxnId="{C0284050-4BAE-4C5A-B59F-02DB5C74C72E}">
      <dgm:prSet/>
      <dgm:spPr/>
      <dgm:t>
        <a:bodyPr/>
        <a:lstStyle/>
        <a:p>
          <a:endParaRPr lang="en-US"/>
        </a:p>
      </dgm:t>
    </dgm:pt>
    <dgm:pt modelId="{5B7068C7-5BD6-4572-B3BA-D5960D331EF9}">
      <dgm:prSet/>
      <dgm:spPr/>
      <dgm:t>
        <a:bodyPr/>
        <a:lstStyle/>
        <a:p>
          <a:r>
            <a:rPr lang="en-US"/>
            <a:t>was not intended to carry. </a:t>
          </a:r>
        </a:p>
      </dgm:t>
    </dgm:pt>
    <dgm:pt modelId="{D02393FD-3EE2-4B74-B4DD-E4C19336DF05}" type="parTrans" cxnId="{E48B4E0F-F05C-42BE-838A-42FE4868CAED}">
      <dgm:prSet/>
      <dgm:spPr/>
      <dgm:t>
        <a:bodyPr/>
        <a:lstStyle/>
        <a:p>
          <a:endParaRPr lang="en-US"/>
        </a:p>
      </dgm:t>
    </dgm:pt>
    <dgm:pt modelId="{6330BA82-912D-4BF4-AAFA-D79A745071ED}" type="sibTrans" cxnId="{E48B4E0F-F05C-42BE-838A-42FE4868CAED}">
      <dgm:prSet/>
      <dgm:spPr/>
      <dgm:t>
        <a:bodyPr/>
        <a:lstStyle/>
        <a:p>
          <a:endParaRPr lang="en-US"/>
        </a:p>
      </dgm:t>
    </dgm:pt>
    <dgm:pt modelId="{C0DF4F2C-8E5F-4568-B442-E71FC2B10A7C}" type="pres">
      <dgm:prSet presAssocID="{E4E4989E-1121-44DF-A69D-A554502873B3}" presName="linear" presStyleCnt="0">
        <dgm:presLayoutVars>
          <dgm:animLvl val="lvl"/>
          <dgm:resizeHandles val="exact"/>
        </dgm:presLayoutVars>
      </dgm:prSet>
      <dgm:spPr/>
    </dgm:pt>
    <dgm:pt modelId="{4988A10A-6A50-4AA4-B2AD-D9678D9F4368}" type="pres">
      <dgm:prSet presAssocID="{E746BEC1-0279-4D56-909B-4BF5EE5DD93B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896C8C75-B710-4214-8FC7-EA2DCD5B189B}" type="pres">
      <dgm:prSet presAssocID="{E746BEC1-0279-4D56-909B-4BF5EE5DD93B}" presName="childText" presStyleLbl="revTx" presStyleIdx="0" presStyleCnt="3">
        <dgm:presLayoutVars>
          <dgm:bulletEnabled val="1"/>
        </dgm:presLayoutVars>
      </dgm:prSet>
      <dgm:spPr/>
    </dgm:pt>
    <dgm:pt modelId="{5FAF748F-9E07-41E0-B809-D3C0C9B728AC}" type="pres">
      <dgm:prSet presAssocID="{9DD8389A-77DE-421A-9D3E-5A0CAAC88CA6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8004533A-A583-4AB8-8044-A0D8D3554CFC}" type="pres">
      <dgm:prSet presAssocID="{9DD8389A-77DE-421A-9D3E-5A0CAAC88CA6}" presName="childText" presStyleLbl="revTx" presStyleIdx="1" presStyleCnt="3">
        <dgm:presLayoutVars>
          <dgm:bulletEnabled val="1"/>
        </dgm:presLayoutVars>
      </dgm:prSet>
      <dgm:spPr/>
    </dgm:pt>
    <dgm:pt modelId="{08D80DE7-69AA-4772-B19E-E161FC41AADD}" type="pres">
      <dgm:prSet presAssocID="{48549ED0-3339-46DC-B7D8-E8D644D3CDFB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3308D81F-B533-4706-874A-F8604081C0B3}" type="pres">
      <dgm:prSet presAssocID="{48549ED0-3339-46DC-B7D8-E8D644D3CDFB}" presName="childText" presStyleLbl="revTx" presStyleIdx="2" presStyleCnt="3">
        <dgm:presLayoutVars>
          <dgm:bulletEnabled val="1"/>
        </dgm:presLayoutVars>
      </dgm:prSet>
      <dgm:spPr/>
    </dgm:pt>
  </dgm:ptLst>
  <dgm:cxnLst>
    <dgm:cxn modelId="{E48B4E0F-F05C-42BE-838A-42FE4868CAED}" srcId="{48549ED0-3339-46DC-B7D8-E8D644D3CDFB}" destId="{5B7068C7-5BD6-4572-B3BA-D5960D331EF9}" srcOrd="1" destOrd="0" parTransId="{D02393FD-3EE2-4B74-B4DD-E4C19336DF05}" sibTransId="{6330BA82-912D-4BF4-AAFA-D79A745071ED}"/>
    <dgm:cxn modelId="{31F79536-3A7C-458A-BF36-8F9C5A4D6F15}" srcId="{E4E4989E-1121-44DF-A69D-A554502873B3}" destId="{48549ED0-3339-46DC-B7D8-E8D644D3CDFB}" srcOrd="2" destOrd="0" parTransId="{CC5EEB9F-6557-4647-90D2-1ED673AFA731}" sibTransId="{5F54E47A-8BDD-431E-B1F4-7AF54D8B5AD0}"/>
    <dgm:cxn modelId="{646CB16F-52EC-4944-994A-94F183B87445}" type="presOf" srcId="{EFA66015-AEA1-4C19-BD90-0CF00D517FEE}" destId="{3308D81F-B533-4706-874A-F8604081C0B3}" srcOrd="0" destOrd="0" presId="urn:microsoft.com/office/officeart/2005/8/layout/vList2"/>
    <dgm:cxn modelId="{C0284050-4BAE-4C5A-B59F-02DB5C74C72E}" srcId="{48549ED0-3339-46DC-B7D8-E8D644D3CDFB}" destId="{EFA66015-AEA1-4C19-BD90-0CF00D517FEE}" srcOrd="0" destOrd="0" parTransId="{B6C0D894-F9AD-4CEC-9501-218B9C3ECF30}" sibTransId="{F08E2AB9-DD3C-453B-B3AD-5BC5C86941CE}"/>
    <dgm:cxn modelId="{0D4B5951-DE59-4509-8C34-45CB28C92E34}" type="presOf" srcId="{E4E4989E-1121-44DF-A69D-A554502873B3}" destId="{C0DF4F2C-8E5F-4568-B442-E71FC2B10A7C}" srcOrd="0" destOrd="0" presId="urn:microsoft.com/office/officeart/2005/8/layout/vList2"/>
    <dgm:cxn modelId="{16744858-45FF-451B-9554-7BA942E3DFF3}" type="presOf" srcId="{000C969D-11B9-4583-9D9E-4DA2FD195336}" destId="{8004533A-A583-4AB8-8044-A0D8D3554CFC}" srcOrd="0" destOrd="1" presId="urn:microsoft.com/office/officeart/2005/8/layout/vList2"/>
    <dgm:cxn modelId="{1723D37F-414E-4AB3-A538-54ACA16CCC20}" type="presOf" srcId="{48549ED0-3339-46DC-B7D8-E8D644D3CDFB}" destId="{08D80DE7-69AA-4772-B19E-E161FC41AADD}" srcOrd="0" destOrd="0" presId="urn:microsoft.com/office/officeart/2005/8/layout/vList2"/>
    <dgm:cxn modelId="{3192848C-0071-487E-80EC-EC5A62445C14}" type="presOf" srcId="{5B7068C7-5BD6-4572-B3BA-D5960D331EF9}" destId="{3308D81F-B533-4706-874A-F8604081C0B3}" srcOrd="0" destOrd="1" presId="urn:microsoft.com/office/officeart/2005/8/layout/vList2"/>
    <dgm:cxn modelId="{CC050391-7EF3-4453-9114-38940E155771}" type="presOf" srcId="{3F984EFB-93B5-4530-B3D4-A5A5FDE8BD93}" destId="{896C8C75-B710-4214-8FC7-EA2DCD5B189B}" srcOrd="0" destOrd="0" presId="urn:microsoft.com/office/officeart/2005/8/layout/vList2"/>
    <dgm:cxn modelId="{7900AF9E-FA5B-4D23-9836-1A7CE7DF313D}" srcId="{9DD8389A-77DE-421A-9D3E-5A0CAAC88CA6}" destId="{6C98335C-28A3-44D0-86D3-425512186C6F}" srcOrd="0" destOrd="0" parTransId="{B6D38E75-E024-4007-9B29-27268AB01FEC}" sibTransId="{3D4D8A55-9FC4-4B64-9526-493F1E63864B}"/>
    <dgm:cxn modelId="{1EECFFB2-6442-4382-B570-CE66C7067A84}" type="presOf" srcId="{6C98335C-28A3-44D0-86D3-425512186C6F}" destId="{8004533A-A583-4AB8-8044-A0D8D3554CFC}" srcOrd="0" destOrd="0" presId="urn:microsoft.com/office/officeart/2005/8/layout/vList2"/>
    <dgm:cxn modelId="{66CF56B4-BD3A-4967-8933-E4D99DCFEAF5}" srcId="{9DD8389A-77DE-421A-9D3E-5A0CAAC88CA6}" destId="{000C969D-11B9-4583-9D9E-4DA2FD195336}" srcOrd="1" destOrd="0" parTransId="{DB679441-EF01-42F9-AC5E-4922302E7B1F}" sibTransId="{46455DEE-343A-4601-83F1-6862A0B9ADAB}"/>
    <dgm:cxn modelId="{524637C1-32E3-46DF-BB6D-8F8A9D010705}" srcId="{E4E4989E-1121-44DF-A69D-A554502873B3}" destId="{E746BEC1-0279-4D56-909B-4BF5EE5DD93B}" srcOrd="0" destOrd="0" parTransId="{8D524525-E680-4971-A107-B6599CFD6776}" sibTransId="{F058F664-93A9-4DCD-B94C-993E7C8B6580}"/>
    <dgm:cxn modelId="{ECC483DE-410C-4D61-9819-ABEFB37B87C8}" type="presOf" srcId="{E746BEC1-0279-4D56-909B-4BF5EE5DD93B}" destId="{4988A10A-6A50-4AA4-B2AD-D9678D9F4368}" srcOrd="0" destOrd="0" presId="urn:microsoft.com/office/officeart/2005/8/layout/vList2"/>
    <dgm:cxn modelId="{A9FCBCF3-B01E-4E58-8D71-1F9491D96830}" srcId="{E746BEC1-0279-4D56-909B-4BF5EE5DD93B}" destId="{3F984EFB-93B5-4530-B3D4-A5A5FDE8BD93}" srcOrd="0" destOrd="0" parTransId="{F84F847C-4F24-43EA-B1F3-741FD62A657C}" sibTransId="{1DB22CA0-B950-4D6E-A83B-8736BA1AA50F}"/>
    <dgm:cxn modelId="{FC668EF8-11B8-4DF7-9E2D-3B795F0C0862}" type="presOf" srcId="{9DD8389A-77DE-421A-9D3E-5A0CAAC88CA6}" destId="{5FAF748F-9E07-41E0-B809-D3C0C9B728AC}" srcOrd="0" destOrd="0" presId="urn:microsoft.com/office/officeart/2005/8/layout/vList2"/>
    <dgm:cxn modelId="{0F48C9FE-6400-4846-AF46-FCEAA9DE7FC9}" srcId="{E4E4989E-1121-44DF-A69D-A554502873B3}" destId="{9DD8389A-77DE-421A-9D3E-5A0CAAC88CA6}" srcOrd="1" destOrd="0" parTransId="{14867763-7586-478D-B98E-D6C525189264}" sibTransId="{303191B1-5B89-49C8-86A9-0DEB5E21F7A9}"/>
    <dgm:cxn modelId="{4A1BDDC7-C512-4FFF-95B8-32B939B0DE95}" type="presParOf" srcId="{C0DF4F2C-8E5F-4568-B442-E71FC2B10A7C}" destId="{4988A10A-6A50-4AA4-B2AD-D9678D9F4368}" srcOrd="0" destOrd="0" presId="urn:microsoft.com/office/officeart/2005/8/layout/vList2"/>
    <dgm:cxn modelId="{1FB5956D-A37E-4958-B486-EC4E14B08EA3}" type="presParOf" srcId="{C0DF4F2C-8E5F-4568-B442-E71FC2B10A7C}" destId="{896C8C75-B710-4214-8FC7-EA2DCD5B189B}" srcOrd="1" destOrd="0" presId="urn:microsoft.com/office/officeart/2005/8/layout/vList2"/>
    <dgm:cxn modelId="{B0C04A90-48D8-4238-B4D3-82F04DD8F4E9}" type="presParOf" srcId="{C0DF4F2C-8E5F-4568-B442-E71FC2B10A7C}" destId="{5FAF748F-9E07-41E0-B809-D3C0C9B728AC}" srcOrd="2" destOrd="0" presId="urn:microsoft.com/office/officeart/2005/8/layout/vList2"/>
    <dgm:cxn modelId="{CBDDF49E-D748-42F5-98CF-A81D7BE9D4C5}" type="presParOf" srcId="{C0DF4F2C-8E5F-4568-B442-E71FC2B10A7C}" destId="{8004533A-A583-4AB8-8044-A0D8D3554CFC}" srcOrd="3" destOrd="0" presId="urn:microsoft.com/office/officeart/2005/8/layout/vList2"/>
    <dgm:cxn modelId="{934A2470-2BC5-4A68-8C3C-1A9C7FA37214}" type="presParOf" srcId="{C0DF4F2C-8E5F-4568-B442-E71FC2B10A7C}" destId="{08D80DE7-69AA-4772-B19E-E161FC41AADD}" srcOrd="4" destOrd="0" presId="urn:microsoft.com/office/officeart/2005/8/layout/vList2"/>
    <dgm:cxn modelId="{78A2851E-D08E-4930-B69E-A88B57B14125}" type="presParOf" srcId="{C0DF4F2C-8E5F-4568-B442-E71FC2B10A7C}" destId="{3308D81F-B533-4706-874A-F8604081C0B3}" srcOrd="5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4.xml><?xml version="1.0" encoding="utf-8"?>
<dgm:dataModel xmlns:dgm="http://schemas.openxmlformats.org/drawingml/2006/diagram" xmlns:a="http://schemas.openxmlformats.org/drawingml/2006/main">
  <dgm:ptLst>
    <dgm:pt modelId="{BEDAEDC8-DB50-40FA-A939-352390CD71A1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28ED1EFB-BED1-4FD6-BF77-C1A5C0BDBCF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such transactions </a:t>
          </a:r>
        </a:p>
      </dgm:t>
    </dgm:pt>
    <dgm:pt modelId="{BC87ADDE-E3B0-4EBC-B71C-C5685C083802}" type="parTrans" cxnId="{CEFE1F97-AE1C-45EC-862E-7D7591311275}">
      <dgm:prSet/>
      <dgm:spPr/>
      <dgm:t>
        <a:bodyPr/>
        <a:lstStyle/>
        <a:p>
          <a:endParaRPr lang="en-US"/>
        </a:p>
      </dgm:t>
    </dgm:pt>
    <dgm:pt modelId="{DCF7B639-1D9F-4F7D-B77E-1E51EC88B155}" type="sibTrans" cxnId="{CEFE1F97-AE1C-45EC-862E-7D7591311275}">
      <dgm:prSet/>
      <dgm:spPr/>
      <dgm:t>
        <a:bodyPr/>
        <a:lstStyle/>
        <a:p>
          <a:endParaRPr lang="en-US"/>
        </a:p>
      </dgm:t>
    </dgm:pt>
    <dgm:pt modelId="{AF9DE4F2-7ADF-45B0-9563-332BC9A0F6A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create UTXO that</a:t>
          </a:r>
          <a:r>
            <a:rPr lang="tr-TR"/>
            <a:t> </a:t>
          </a:r>
          <a:r>
            <a:rPr lang="en-US"/>
            <a:t>cannot be spent,</a:t>
          </a:r>
        </a:p>
      </dgm:t>
    </dgm:pt>
    <dgm:pt modelId="{958FC590-4610-4A7E-BB5E-2E1D2C6E27CA}" type="parTrans" cxnId="{40CECFD1-BE09-4A7E-BB75-67AE60F8079B}">
      <dgm:prSet/>
      <dgm:spPr/>
      <dgm:t>
        <a:bodyPr/>
        <a:lstStyle/>
        <a:p>
          <a:endParaRPr lang="en-US"/>
        </a:p>
      </dgm:t>
    </dgm:pt>
    <dgm:pt modelId="{91E3B0B7-F884-4A66-8CD2-30205A4B03FB}" type="sibTrans" cxnId="{40CECFD1-BE09-4A7E-BB75-67AE60F8079B}">
      <dgm:prSet/>
      <dgm:spPr/>
      <dgm:t>
        <a:bodyPr/>
        <a:lstStyle/>
        <a:p>
          <a:endParaRPr lang="en-US"/>
        </a:p>
      </dgm:t>
    </dgm:pt>
    <dgm:pt modelId="{EF5EAC08-E3AC-48BB-AC13-524E049B0E6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using the destination bitcoin address </a:t>
          </a:r>
        </a:p>
      </dgm:t>
    </dgm:pt>
    <dgm:pt modelId="{E74CF4A4-9CD5-43F9-AB3F-5AD2E37483BF}" type="parTrans" cxnId="{F5E1D621-6F0E-4FBC-B916-74B626CAE5D5}">
      <dgm:prSet/>
      <dgm:spPr/>
      <dgm:t>
        <a:bodyPr/>
        <a:lstStyle/>
        <a:p>
          <a:endParaRPr lang="en-US"/>
        </a:p>
      </dgm:t>
    </dgm:pt>
    <dgm:pt modelId="{123417F1-A9F1-4BD1-B270-9D60F636E7C7}" type="sibTrans" cxnId="{F5E1D621-6F0E-4FBC-B916-74B626CAE5D5}">
      <dgm:prSet/>
      <dgm:spPr/>
      <dgm:t>
        <a:bodyPr/>
        <a:lstStyle/>
        <a:p>
          <a:endParaRPr lang="en-US"/>
        </a:p>
      </dgm:t>
    </dgm:pt>
    <dgm:pt modelId="{E59F3F52-568D-4D63-8AA8-6482B5389B5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as a freeform 20-byte field.</a:t>
          </a:r>
        </a:p>
      </dgm:t>
    </dgm:pt>
    <dgm:pt modelId="{6FB17ECF-F9B0-49A0-A53A-93AE530F7F2B}" type="parTrans" cxnId="{A3925744-A96F-4D69-A430-B12617B5D8FB}">
      <dgm:prSet/>
      <dgm:spPr/>
      <dgm:t>
        <a:bodyPr/>
        <a:lstStyle/>
        <a:p>
          <a:endParaRPr lang="en-US"/>
        </a:p>
      </dgm:t>
    </dgm:pt>
    <dgm:pt modelId="{1F40767D-C8D1-4C5C-910F-613AA09452ED}" type="sibTrans" cxnId="{A3925744-A96F-4D69-A430-B12617B5D8FB}">
      <dgm:prSet/>
      <dgm:spPr/>
      <dgm:t>
        <a:bodyPr/>
        <a:lstStyle/>
        <a:p>
          <a:endParaRPr lang="en-US"/>
        </a:p>
      </dgm:t>
    </dgm:pt>
    <dgm:pt modelId="{5279C3C5-E32B-4899-A7E7-9007E3A0F6A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Because the address is used for data, </a:t>
          </a:r>
        </a:p>
      </dgm:t>
    </dgm:pt>
    <dgm:pt modelId="{A1D42364-B0AE-46ED-BEE9-1B7856502732}" type="parTrans" cxnId="{4DCE0823-5A31-4D44-ADB5-648672533B2B}">
      <dgm:prSet/>
      <dgm:spPr/>
      <dgm:t>
        <a:bodyPr/>
        <a:lstStyle/>
        <a:p>
          <a:endParaRPr lang="en-US"/>
        </a:p>
      </dgm:t>
    </dgm:pt>
    <dgm:pt modelId="{80504CCF-3F5E-4CB7-9CE7-E67EEA0CA724}" type="sibTrans" cxnId="{4DCE0823-5A31-4D44-ADB5-648672533B2B}">
      <dgm:prSet/>
      <dgm:spPr/>
      <dgm:t>
        <a:bodyPr/>
        <a:lstStyle/>
        <a:p>
          <a:endParaRPr lang="en-US"/>
        </a:p>
      </dgm:t>
    </dgm:pt>
    <dgm:pt modelId="{0F11F0B6-B241-4A7B-B276-E3F8A3D886B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it doesn’t correspond to a private key </a:t>
          </a:r>
        </a:p>
      </dgm:t>
    </dgm:pt>
    <dgm:pt modelId="{D1C00A25-9892-4A95-948B-E332F0E53CB6}" type="parTrans" cxnId="{EC109F33-40EC-4E82-A68A-EC10948DA452}">
      <dgm:prSet/>
      <dgm:spPr/>
      <dgm:t>
        <a:bodyPr/>
        <a:lstStyle/>
        <a:p>
          <a:endParaRPr lang="en-US"/>
        </a:p>
      </dgm:t>
    </dgm:pt>
    <dgm:pt modelId="{CDD219A9-0F00-4725-B0E8-069826DDC653}" type="sibTrans" cxnId="{EC109F33-40EC-4E82-A68A-EC10948DA452}">
      <dgm:prSet/>
      <dgm:spPr/>
      <dgm:t>
        <a:bodyPr/>
        <a:lstStyle/>
        <a:p>
          <a:endParaRPr lang="en-US"/>
        </a:p>
      </dgm:t>
    </dgm:pt>
    <dgm:pt modelId="{3CFA6A07-98C5-4B7D-B8D1-0671FF9AF02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the</a:t>
          </a:r>
          <a:r>
            <a:rPr lang="tr-TR"/>
            <a:t> </a:t>
          </a:r>
          <a:r>
            <a:rPr lang="en-US"/>
            <a:t>resulting UTXO can </a:t>
          </a:r>
        </a:p>
      </dgm:t>
    </dgm:pt>
    <dgm:pt modelId="{0B9105A8-3714-4416-8BF0-43E29496A9C6}" type="parTrans" cxnId="{EB09B01B-39E0-429C-A005-E1F9F0B9A2A9}">
      <dgm:prSet/>
      <dgm:spPr/>
      <dgm:t>
        <a:bodyPr/>
        <a:lstStyle/>
        <a:p>
          <a:endParaRPr lang="en-US"/>
        </a:p>
      </dgm:t>
    </dgm:pt>
    <dgm:pt modelId="{9AB83CC7-24EE-4D9B-AD1B-FC86E4E936E6}" type="sibTrans" cxnId="{EB09B01B-39E0-429C-A005-E1F9F0B9A2A9}">
      <dgm:prSet/>
      <dgm:spPr/>
      <dgm:t>
        <a:bodyPr/>
        <a:lstStyle/>
        <a:p>
          <a:endParaRPr lang="en-US"/>
        </a:p>
      </dgm:t>
    </dgm:pt>
    <dgm:pt modelId="{64650600-9578-4901-A018-B323D1EF645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never be spent; it’s a fake payment. </a:t>
          </a:r>
        </a:p>
      </dgm:t>
    </dgm:pt>
    <dgm:pt modelId="{C1633408-4ECA-40CC-80F6-5E1474C6B481}" type="parTrans" cxnId="{691C12E8-DED6-49CA-82BF-B08E9DB66CDB}">
      <dgm:prSet/>
      <dgm:spPr/>
      <dgm:t>
        <a:bodyPr/>
        <a:lstStyle/>
        <a:p>
          <a:endParaRPr lang="en-US"/>
        </a:p>
      </dgm:t>
    </dgm:pt>
    <dgm:pt modelId="{0587C023-EC76-496F-B889-F9BD873B12E7}" type="sibTrans" cxnId="{691C12E8-DED6-49CA-82BF-B08E9DB66CDB}">
      <dgm:prSet/>
      <dgm:spPr/>
      <dgm:t>
        <a:bodyPr/>
        <a:lstStyle/>
        <a:p>
          <a:endParaRPr lang="en-US"/>
        </a:p>
      </dgm:t>
    </dgm:pt>
    <dgm:pt modelId="{9AC68606-8CF4-4BD5-9CF9-7E886088292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These transactions </a:t>
          </a:r>
        </a:p>
      </dgm:t>
    </dgm:pt>
    <dgm:pt modelId="{90D27788-2D41-41BF-BD1B-DA0DF62780B1}" type="parTrans" cxnId="{717D26EA-B266-4211-A223-7FF702E11DBB}">
      <dgm:prSet/>
      <dgm:spPr/>
      <dgm:t>
        <a:bodyPr/>
        <a:lstStyle/>
        <a:p>
          <a:endParaRPr lang="en-US"/>
        </a:p>
      </dgm:t>
    </dgm:pt>
    <dgm:pt modelId="{D603AAB3-9DF9-4A6C-9EE9-20B1364791AE}" type="sibTrans" cxnId="{717D26EA-B266-4211-A223-7FF702E11DBB}">
      <dgm:prSet/>
      <dgm:spPr/>
      <dgm:t>
        <a:bodyPr/>
        <a:lstStyle/>
        <a:p>
          <a:endParaRPr lang="en-US"/>
        </a:p>
      </dgm:t>
    </dgm:pt>
    <dgm:pt modelId="{8DB0647E-67E9-4FD8-8F46-2D960124077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never removed from the UTXO set</a:t>
          </a:r>
        </a:p>
      </dgm:t>
    </dgm:pt>
    <dgm:pt modelId="{75B32C1A-63E6-4A04-BD0B-A42D12D7E329}" type="parTrans" cxnId="{511F2DA9-2DE6-4810-BAFB-53A88FD702F6}">
      <dgm:prSet/>
      <dgm:spPr/>
      <dgm:t>
        <a:bodyPr/>
        <a:lstStyle/>
        <a:p>
          <a:endParaRPr lang="en-US"/>
        </a:p>
      </dgm:t>
    </dgm:pt>
    <dgm:pt modelId="{D4CEE794-1CB8-4BF7-A74B-313C692B34D3}" type="sibTrans" cxnId="{511F2DA9-2DE6-4810-BAFB-53A88FD702F6}">
      <dgm:prSet/>
      <dgm:spPr/>
      <dgm:t>
        <a:bodyPr/>
        <a:lstStyle/>
        <a:p>
          <a:endParaRPr lang="en-US"/>
        </a:p>
      </dgm:t>
    </dgm:pt>
    <dgm:pt modelId="{78D453C1-C04E-475D-9EE8-94ED0FC4355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cause the size of</a:t>
          </a:r>
          <a:r>
            <a:rPr lang="tr-TR"/>
            <a:t> </a:t>
          </a:r>
          <a:r>
            <a:rPr lang="en-US"/>
            <a:t>the UTXO database </a:t>
          </a:r>
        </a:p>
      </dgm:t>
    </dgm:pt>
    <dgm:pt modelId="{4E8ECAAC-AA86-4B9F-BCFD-3C43E5EE07BA}" type="parTrans" cxnId="{728BE126-D984-4FAF-A647-ABE8358EE470}">
      <dgm:prSet/>
      <dgm:spPr/>
      <dgm:t>
        <a:bodyPr/>
        <a:lstStyle/>
        <a:p>
          <a:endParaRPr lang="en-US"/>
        </a:p>
      </dgm:t>
    </dgm:pt>
    <dgm:pt modelId="{B54E794D-8ED6-4D32-8758-170EDCC20DB9}" type="sibTrans" cxnId="{728BE126-D984-4FAF-A647-ABE8358EE470}">
      <dgm:prSet/>
      <dgm:spPr/>
      <dgm:t>
        <a:bodyPr/>
        <a:lstStyle/>
        <a:p>
          <a:endParaRPr lang="en-US"/>
        </a:p>
      </dgm:t>
    </dgm:pt>
    <dgm:pt modelId="{D2605F2C-B40E-446C-A212-16D31A97BD5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forever increase, or “bloat.”</a:t>
          </a:r>
        </a:p>
      </dgm:t>
    </dgm:pt>
    <dgm:pt modelId="{3D981BAF-B03B-435B-AB37-A5B545970B6B}" type="parTrans" cxnId="{E13E3207-9097-4701-933A-F5A71AB215E6}">
      <dgm:prSet/>
      <dgm:spPr/>
      <dgm:t>
        <a:bodyPr/>
        <a:lstStyle/>
        <a:p>
          <a:endParaRPr lang="en-US"/>
        </a:p>
      </dgm:t>
    </dgm:pt>
    <dgm:pt modelId="{9D6AB76D-46A9-498E-B4A9-3C2A293086D3}" type="sibTrans" cxnId="{E13E3207-9097-4701-933A-F5A71AB215E6}">
      <dgm:prSet/>
      <dgm:spPr/>
      <dgm:t>
        <a:bodyPr/>
        <a:lstStyle/>
        <a:p>
          <a:endParaRPr lang="en-US"/>
        </a:p>
      </dgm:t>
    </dgm:pt>
    <dgm:pt modelId="{DB7A44C2-7BE6-4F31-9F14-111F10B50A33}" type="pres">
      <dgm:prSet presAssocID="{BEDAEDC8-DB50-40FA-A939-352390CD71A1}" presName="root" presStyleCnt="0">
        <dgm:presLayoutVars>
          <dgm:dir/>
          <dgm:resizeHandles val="exact"/>
        </dgm:presLayoutVars>
      </dgm:prSet>
      <dgm:spPr/>
    </dgm:pt>
    <dgm:pt modelId="{E2478DF7-7760-4938-B1D5-D0C386636DFB}" type="pres">
      <dgm:prSet presAssocID="{28ED1EFB-BED1-4FD6-BF77-C1A5C0BDBCF1}" presName="compNode" presStyleCnt="0"/>
      <dgm:spPr/>
    </dgm:pt>
    <dgm:pt modelId="{B9F1310A-A8BA-4C2D-BB70-1008DABF3F1F}" type="pres">
      <dgm:prSet presAssocID="{28ED1EFB-BED1-4FD6-BF77-C1A5C0BDBCF1}" presName="bgRect" presStyleLbl="bgShp" presStyleIdx="0" presStyleCnt="6"/>
      <dgm:spPr/>
    </dgm:pt>
    <dgm:pt modelId="{ABD954CA-1519-4121-ABC7-B8F231A7F5CE}" type="pres">
      <dgm:prSet presAssocID="{28ED1EFB-BED1-4FD6-BF77-C1A5C0BDBCF1}" presName="iconRect" presStyleLbl="node1" presStyleIdx="0" presStyleCnt="6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ğlı değil"/>
        </a:ext>
      </dgm:extLst>
    </dgm:pt>
    <dgm:pt modelId="{3893BCA9-D432-4223-AFC0-0B6B932D03B2}" type="pres">
      <dgm:prSet presAssocID="{28ED1EFB-BED1-4FD6-BF77-C1A5C0BDBCF1}" presName="spaceRect" presStyleCnt="0"/>
      <dgm:spPr/>
    </dgm:pt>
    <dgm:pt modelId="{881C9EAB-FD39-4AFB-9ADF-A688BD8EF2AA}" type="pres">
      <dgm:prSet presAssocID="{28ED1EFB-BED1-4FD6-BF77-C1A5C0BDBCF1}" presName="parTx" presStyleLbl="revTx" presStyleIdx="0" presStyleCnt="12">
        <dgm:presLayoutVars>
          <dgm:chMax val="0"/>
          <dgm:chPref val="0"/>
        </dgm:presLayoutVars>
      </dgm:prSet>
      <dgm:spPr/>
    </dgm:pt>
    <dgm:pt modelId="{69B71A30-ECCF-48B1-88A9-78C4090381F0}" type="pres">
      <dgm:prSet presAssocID="{28ED1EFB-BED1-4FD6-BF77-C1A5C0BDBCF1}" presName="desTx" presStyleLbl="revTx" presStyleIdx="1" presStyleCnt="12">
        <dgm:presLayoutVars/>
      </dgm:prSet>
      <dgm:spPr/>
    </dgm:pt>
    <dgm:pt modelId="{3CA69065-E442-418B-A6AD-B2BA67362768}" type="pres">
      <dgm:prSet presAssocID="{DCF7B639-1D9F-4F7D-B77E-1E51EC88B155}" presName="sibTrans" presStyleCnt="0"/>
      <dgm:spPr/>
    </dgm:pt>
    <dgm:pt modelId="{E4780FE1-62B4-4148-B48C-9E18A683911C}" type="pres">
      <dgm:prSet presAssocID="{EF5EAC08-E3AC-48BB-AC13-524E049B0E6D}" presName="compNode" presStyleCnt="0"/>
      <dgm:spPr/>
    </dgm:pt>
    <dgm:pt modelId="{E7DCE13A-F92F-4CB7-B0E1-6BE52C45F1C5}" type="pres">
      <dgm:prSet presAssocID="{EF5EAC08-E3AC-48BB-AC13-524E049B0E6D}" presName="bgRect" presStyleLbl="bgShp" presStyleIdx="1" presStyleCnt="6"/>
      <dgm:spPr/>
    </dgm:pt>
    <dgm:pt modelId="{3E60DFFE-B20D-4AD9-ABD9-E49416B1FDB3}" type="pres">
      <dgm:prSet presAssocID="{EF5EAC08-E3AC-48BB-AC13-524E049B0E6D}" presName="iconRect" presStyleLbl="node1" presStyleIdx="1" presStyleCnt="6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05FF9A7F-3742-4201-A337-0C772582F9B0}" type="pres">
      <dgm:prSet presAssocID="{EF5EAC08-E3AC-48BB-AC13-524E049B0E6D}" presName="spaceRect" presStyleCnt="0"/>
      <dgm:spPr/>
    </dgm:pt>
    <dgm:pt modelId="{D22376FD-36B9-4A93-9F24-73BE5143F79E}" type="pres">
      <dgm:prSet presAssocID="{EF5EAC08-E3AC-48BB-AC13-524E049B0E6D}" presName="parTx" presStyleLbl="revTx" presStyleIdx="2" presStyleCnt="12">
        <dgm:presLayoutVars>
          <dgm:chMax val="0"/>
          <dgm:chPref val="0"/>
        </dgm:presLayoutVars>
      </dgm:prSet>
      <dgm:spPr/>
    </dgm:pt>
    <dgm:pt modelId="{C238A03F-086D-4708-9E86-EA5DDC560129}" type="pres">
      <dgm:prSet presAssocID="{EF5EAC08-E3AC-48BB-AC13-524E049B0E6D}" presName="desTx" presStyleLbl="revTx" presStyleIdx="3" presStyleCnt="12">
        <dgm:presLayoutVars/>
      </dgm:prSet>
      <dgm:spPr/>
    </dgm:pt>
    <dgm:pt modelId="{30B48961-E483-4A57-A26B-FB3CAFC86790}" type="pres">
      <dgm:prSet presAssocID="{123417F1-A9F1-4BD1-B270-9D60F636E7C7}" presName="sibTrans" presStyleCnt="0"/>
      <dgm:spPr/>
    </dgm:pt>
    <dgm:pt modelId="{D404BFD7-EAE0-44A8-9341-6F7CBFEB23EB}" type="pres">
      <dgm:prSet presAssocID="{5279C3C5-E32B-4899-A7E7-9007E3A0F6AA}" presName="compNode" presStyleCnt="0"/>
      <dgm:spPr/>
    </dgm:pt>
    <dgm:pt modelId="{A7877BCF-A1A3-4D6B-BCB9-6550A3F4D027}" type="pres">
      <dgm:prSet presAssocID="{5279C3C5-E32B-4899-A7E7-9007E3A0F6AA}" presName="bgRect" presStyleLbl="bgShp" presStyleIdx="2" presStyleCnt="6"/>
      <dgm:spPr/>
    </dgm:pt>
    <dgm:pt modelId="{C299DB20-2F28-49A4-A5E9-CE7EDE312106}" type="pres">
      <dgm:prSet presAssocID="{5279C3C5-E32B-4899-A7E7-9007E3A0F6AA}" presName="iconRect" presStyleLbl="node1" presStyleIdx="2" presStyleCnt="6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Anahtar"/>
        </a:ext>
      </dgm:extLst>
    </dgm:pt>
    <dgm:pt modelId="{8C41C2DD-9F4F-4DDE-B003-2B4D68C537BB}" type="pres">
      <dgm:prSet presAssocID="{5279C3C5-E32B-4899-A7E7-9007E3A0F6AA}" presName="spaceRect" presStyleCnt="0"/>
      <dgm:spPr/>
    </dgm:pt>
    <dgm:pt modelId="{D3A99E98-F3ED-4FF2-9EE3-F0B1CBD554FA}" type="pres">
      <dgm:prSet presAssocID="{5279C3C5-E32B-4899-A7E7-9007E3A0F6AA}" presName="parTx" presStyleLbl="revTx" presStyleIdx="4" presStyleCnt="12">
        <dgm:presLayoutVars>
          <dgm:chMax val="0"/>
          <dgm:chPref val="0"/>
        </dgm:presLayoutVars>
      </dgm:prSet>
      <dgm:spPr/>
    </dgm:pt>
    <dgm:pt modelId="{7C5E2E76-3107-44F1-81B2-F36A6D8F012C}" type="pres">
      <dgm:prSet presAssocID="{5279C3C5-E32B-4899-A7E7-9007E3A0F6AA}" presName="desTx" presStyleLbl="revTx" presStyleIdx="5" presStyleCnt="12">
        <dgm:presLayoutVars/>
      </dgm:prSet>
      <dgm:spPr/>
    </dgm:pt>
    <dgm:pt modelId="{BC9C6814-C41A-42A6-A4AF-5A5C30BACB4E}" type="pres">
      <dgm:prSet presAssocID="{80504CCF-3F5E-4CB7-9CE7-E67EEA0CA724}" presName="sibTrans" presStyleCnt="0"/>
      <dgm:spPr/>
    </dgm:pt>
    <dgm:pt modelId="{2A45A2F7-FF64-44B6-9A96-915476BD0D4E}" type="pres">
      <dgm:prSet presAssocID="{3CFA6A07-98C5-4B7D-B8D1-0671FF9AF02F}" presName="compNode" presStyleCnt="0"/>
      <dgm:spPr/>
    </dgm:pt>
    <dgm:pt modelId="{115DD73D-2B0E-4727-8694-DCC952D795F9}" type="pres">
      <dgm:prSet presAssocID="{3CFA6A07-98C5-4B7D-B8D1-0671FF9AF02F}" presName="bgRect" presStyleLbl="bgShp" presStyleIdx="3" presStyleCnt="6"/>
      <dgm:spPr/>
    </dgm:pt>
    <dgm:pt modelId="{C58D2164-0F96-4893-A2DB-BCCCC6B45F39}" type="pres">
      <dgm:prSet presAssocID="{3CFA6A07-98C5-4B7D-B8D1-0671FF9AF02F}" presName="iconRect" presStyleLbl="node1" presStyleIdx="3" presStyleCnt="6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oyguncu"/>
        </a:ext>
      </dgm:extLst>
    </dgm:pt>
    <dgm:pt modelId="{30B3D1DB-60C8-4656-B96E-A70648E58BFD}" type="pres">
      <dgm:prSet presAssocID="{3CFA6A07-98C5-4B7D-B8D1-0671FF9AF02F}" presName="spaceRect" presStyleCnt="0"/>
      <dgm:spPr/>
    </dgm:pt>
    <dgm:pt modelId="{73DDDFC9-CB73-4D8D-8CA7-BE04FA05E6A8}" type="pres">
      <dgm:prSet presAssocID="{3CFA6A07-98C5-4B7D-B8D1-0671FF9AF02F}" presName="parTx" presStyleLbl="revTx" presStyleIdx="6" presStyleCnt="12">
        <dgm:presLayoutVars>
          <dgm:chMax val="0"/>
          <dgm:chPref val="0"/>
        </dgm:presLayoutVars>
      </dgm:prSet>
      <dgm:spPr/>
    </dgm:pt>
    <dgm:pt modelId="{E5EA837B-A5B8-4220-9663-F709E6CBE98F}" type="pres">
      <dgm:prSet presAssocID="{3CFA6A07-98C5-4B7D-B8D1-0671FF9AF02F}" presName="desTx" presStyleLbl="revTx" presStyleIdx="7" presStyleCnt="12">
        <dgm:presLayoutVars/>
      </dgm:prSet>
      <dgm:spPr/>
    </dgm:pt>
    <dgm:pt modelId="{FD560761-410F-47F2-BAF0-C5499D7CD049}" type="pres">
      <dgm:prSet presAssocID="{9AB83CC7-24EE-4D9B-AD1B-FC86E4E936E6}" presName="sibTrans" presStyleCnt="0"/>
      <dgm:spPr/>
    </dgm:pt>
    <dgm:pt modelId="{7394289E-C2BE-41D3-BE49-E764DC6F289A}" type="pres">
      <dgm:prSet presAssocID="{9AC68606-8CF4-4BD5-9CF9-7E886088292E}" presName="compNode" presStyleCnt="0"/>
      <dgm:spPr/>
    </dgm:pt>
    <dgm:pt modelId="{5EEEE7BE-A70C-4E06-BD61-91B693042264}" type="pres">
      <dgm:prSet presAssocID="{9AC68606-8CF4-4BD5-9CF9-7E886088292E}" presName="bgRect" presStyleLbl="bgShp" presStyleIdx="4" presStyleCnt="6"/>
      <dgm:spPr/>
    </dgm:pt>
    <dgm:pt modelId="{51EE57F4-451C-44BB-A17D-66E036A88C39}" type="pres">
      <dgm:prSet presAssocID="{9AC68606-8CF4-4BD5-9CF9-7E886088292E}" presName="iconRect" presStyleLbl="node1" presStyleIdx="4" presStyleCnt="6"/>
      <dgm:spPr>
        <a:blipFill>
          <a:blip xmlns:r="http://schemas.openxmlformats.org/officeDocument/2006/relationships"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apat"/>
        </a:ext>
      </dgm:extLst>
    </dgm:pt>
    <dgm:pt modelId="{D5E26819-44DF-4152-93D7-CBC25B93509B}" type="pres">
      <dgm:prSet presAssocID="{9AC68606-8CF4-4BD5-9CF9-7E886088292E}" presName="spaceRect" presStyleCnt="0"/>
      <dgm:spPr/>
    </dgm:pt>
    <dgm:pt modelId="{84469314-8200-41A7-A507-2453387A4684}" type="pres">
      <dgm:prSet presAssocID="{9AC68606-8CF4-4BD5-9CF9-7E886088292E}" presName="parTx" presStyleLbl="revTx" presStyleIdx="8" presStyleCnt="12">
        <dgm:presLayoutVars>
          <dgm:chMax val="0"/>
          <dgm:chPref val="0"/>
        </dgm:presLayoutVars>
      </dgm:prSet>
      <dgm:spPr/>
    </dgm:pt>
    <dgm:pt modelId="{5ECD3AA8-9091-4367-AA8F-8B2C3F13EB63}" type="pres">
      <dgm:prSet presAssocID="{9AC68606-8CF4-4BD5-9CF9-7E886088292E}" presName="desTx" presStyleLbl="revTx" presStyleIdx="9" presStyleCnt="12">
        <dgm:presLayoutVars/>
      </dgm:prSet>
      <dgm:spPr/>
    </dgm:pt>
    <dgm:pt modelId="{F3E383DB-53C4-41E9-BF9B-8997569A5425}" type="pres">
      <dgm:prSet presAssocID="{D603AAB3-9DF9-4A6C-9EE9-20B1364791AE}" presName="sibTrans" presStyleCnt="0"/>
      <dgm:spPr/>
    </dgm:pt>
    <dgm:pt modelId="{BF240998-E7D4-4896-A7A2-E5F4744D0C68}" type="pres">
      <dgm:prSet presAssocID="{78D453C1-C04E-475D-9EE8-94ED0FC43552}" presName="compNode" presStyleCnt="0"/>
      <dgm:spPr/>
    </dgm:pt>
    <dgm:pt modelId="{EA71BBE2-43F4-4F1F-9031-9244BAFE8023}" type="pres">
      <dgm:prSet presAssocID="{78D453C1-C04E-475D-9EE8-94ED0FC43552}" presName="bgRect" presStyleLbl="bgShp" presStyleIdx="5" presStyleCnt="6"/>
      <dgm:spPr/>
    </dgm:pt>
    <dgm:pt modelId="{6463D366-F6CC-4470-BC56-7B646EE0F8F9}" type="pres">
      <dgm:prSet presAssocID="{78D453C1-C04E-475D-9EE8-94ED0FC43552}" presName="iconRect" presStyleLbl="node1" presStyleIdx="5" presStyleCnt="6"/>
      <dgm:spPr>
        <a:blipFill>
          <a:blip xmlns:r="http://schemas.openxmlformats.org/officeDocument/2006/relationships"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a"/>
        </a:ext>
      </dgm:extLst>
    </dgm:pt>
    <dgm:pt modelId="{C8859971-AE4D-45EE-A805-4E678DDB1359}" type="pres">
      <dgm:prSet presAssocID="{78D453C1-C04E-475D-9EE8-94ED0FC43552}" presName="spaceRect" presStyleCnt="0"/>
      <dgm:spPr/>
    </dgm:pt>
    <dgm:pt modelId="{70E77BDE-15C5-42B9-AE2D-2A7D52347A44}" type="pres">
      <dgm:prSet presAssocID="{78D453C1-C04E-475D-9EE8-94ED0FC43552}" presName="parTx" presStyleLbl="revTx" presStyleIdx="10" presStyleCnt="12">
        <dgm:presLayoutVars>
          <dgm:chMax val="0"/>
          <dgm:chPref val="0"/>
        </dgm:presLayoutVars>
      </dgm:prSet>
      <dgm:spPr/>
    </dgm:pt>
    <dgm:pt modelId="{1AB1C2EE-86B2-418A-A464-F0D072F0D58F}" type="pres">
      <dgm:prSet presAssocID="{78D453C1-C04E-475D-9EE8-94ED0FC43552}" presName="desTx" presStyleLbl="revTx" presStyleIdx="11" presStyleCnt="12">
        <dgm:presLayoutVars/>
      </dgm:prSet>
      <dgm:spPr/>
    </dgm:pt>
  </dgm:ptLst>
  <dgm:cxnLst>
    <dgm:cxn modelId="{E13E3207-9097-4701-933A-F5A71AB215E6}" srcId="{78D453C1-C04E-475D-9EE8-94ED0FC43552}" destId="{D2605F2C-B40E-446C-A212-16D31A97BD52}" srcOrd="0" destOrd="0" parTransId="{3D981BAF-B03B-435B-AB37-A5B545970B6B}" sibTransId="{9D6AB76D-46A9-498E-B4A9-3C2A293086D3}"/>
    <dgm:cxn modelId="{A49B6E07-5FB2-4823-B324-F93120F052E6}" type="presOf" srcId="{5279C3C5-E32B-4899-A7E7-9007E3A0F6AA}" destId="{D3A99E98-F3ED-4FF2-9EE3-F0B1CBD554FA}" srcOrd="0" destOrd="0" presId="urn:microsoft.com/office/officeart/2018/2/layout/IconVerticalSolidList"/>
    <dgm:cxn modelId="{EB09B01B-39E0-429C-A005-E1F9F0B9A2A9}" srcId="{BEDAEDC8-DB50-40FA-A939-352390CD71A1}" destId="{3CFA6A07-98C5-4B7D-B8D1-0671FF9AF02F}" srcOrd="3" destOrd="0" parTransId="{0B9105A8-3714-4416-8BF0-43E29496A9C6}" sibTransId="{9AB83CC7-24EE-4D9B-AD1B-FC86E4E936E6}"/>
    <dgm:cxn modelId="{F5E1D621-6F0E-4FBC-B916-74B626CAE5D5}" srcId="{BEDAEDC8-DB50-40FA-A939-352390CD71A1}" destId="{EF5EAC08-E3AC-48BB-AC13-524E049B0E6D}" srcOrd="1" destOrd="0" parTransId="{E74CF4A4-9CD5-43F9-AB3F-5AD2E37483BF}" sibTransId="{123417F1-A9F1-4BD1-B270-9D60F636E7C7}"/>
    <dgm:cxn modelId="{4DCE0823-5A31-4D44-ADB5-648672533B2B}" srcId="{BEDAEDC8-DB50-40FA-A939-352390CD71A1}" destId="{5279C3C5-E32B-4899-A7E7-9007E3A0F6AA}" srcOrd="2" destOrd="0" parTransId="{A1D42364-B0AE-46ED-BEE9-1B7856502732}" sibTransId="{80504CCF-3F5E-4CB7-9CE7-E67EEA0CA724}"/>
    <dgm:cxn modelId="{728BE126-D984-4FAF-A647-ABE8358EE470}" srcId="{BEDAEDC8-DB50-40FA-A939-352390CD71A1}" destId="{78D453C1-C04E-475D-9EE8-94ED0FC43552}" srcOrd="5" destOrd="0" parTransId="{4E8ECAAC-AA86-4B9F-BCFD-3C43E5EE07BA}" sibTransId="{B54E794D-8ED6-4D32-8758-170EDCC20DB9}"/>
    <dgm:cxn modelId="{3EA7682C-63DE-4DBB-B850-91DC27998A94}" type="presOf" srcId="{AF9DE4F2-7ADF-45B0-9563-332BC9A0F6A7}" destId="{69B71A30-ECCF-48B1-88A9-78C4090381F0}" srcOrd="0" destOrd="0" presId="urn:microsoft.com/office/officeart/2018/2/layout/IconVerticalSolidList"/>
    <dgm:cxn modelId="{EC109F33-40EC-4E82-A68A-EC10948DA452}" srcId="{5279C3C5-E32B-4899-A7E7-9007E3A0F6AA}" destId="{0F11F0B6-B241-4A7B-B276-E3F8A3D886BE}" srcOrd="0" destOrd="0" parTransId="{D1C00A25-9892-4A95-948B-E332F0E53CB6}" sibTransId="{CDD219A9-0F00-4725-B0E8-069826DDC653}"/>
    <dgm:cxn modelId="{A3925744-A96F-4D69-A430-B12617B5D8FB}" srcId="{EF5EAC08-E3AC-48BB-AC13-524E049B0E6D}" destId="{E59F3F52-568D-4D63-8AA8-6482B5389B51}" srcOrd="0" destOrd="0" parTransId="{6FB17ECF-F9B0-49A0-A53A-93AE530F7F2B}" sibTransId="{1F40767D-C8D1-4C5C-910F-613AA09452ED}"/>
    <dgm:cxn modelId="{1AB9ED47-9D6B-4A07-A9DF-832ADAD31C98}" type="presOf" srcId="{D2605F2C-B40E-446C-A212-16D31A97BD52}" destId="{1AB1C2EE-86B2-418A-A464-F0D072F0D58F}" srcOrd="0" destOrd="0" presId="urn:microsoft.com/office/officeart/2018/2/layout/IconVerticalSolidList"/>
    <dgm:cxn modelId="{E5F4C270-CB8B-4E3E-8D09-0686238571CF}" type="presOf" srcId="{0F11F0B6-B241-4A7B-B276-E3F8A3D886BE}" destId="{7C5E2E76-3107-44F1-81B2-F36A6D8F012C}" srcOrd="0" destOrd="0" presId="urn:microsoft.com/office/officeart/2018/2/layout/IconVerticalSolidList"/>
    <dgm:cxn modelId="{6EF17772-5767-4D6A-A003-2EE214E3E748}" type="presOf" srcId="{EF5EAC08-E3AC-48BB-AC13-524E049B0E6D}" destId="{D22376FD-36B9-4A93-9F24-73BE5143F79E}" srcOrd="0" destOrd="0" presId="urn:microsoft.com/office/officeart/2018/2/layout/IconVerticalSolidList"/>
    <dgm:cxn modelId="{81AF1455-F65A-41D1-86DC-E70B052DF776}" type="presOf" srcId="{BEDAEDC8-DB50-40FA-A939-352390CD71A1}" destId="{DB7A44C2-7BE6-4F31-9F14-111F10B50A33}" srcOrd="0" destOrd="0" presId="urn:microsoft.com/office/officeart/2018/2/layout/IconVerticalSolidList"/>
    <dgm:cxn modelId="{85323A77-66F8-45C7-80BF-6B569437DB9F}" type="presOf" srcId="{9AC68606-8CF4-4BD5-9CF9-7E886088292E}" destId="{84469314-8200-41A7-A507-2453387A4684}" srcOrd="0" destOrd="0" presId="urn:microsoft.com/office/officeart/2018/2/layout/IconVerticalSolidList"/>
    <dgm:cxn modelId="{77232478-D853-4D28-946E-3E2AD1CA2918}" type="presOf" srcId="{64650600-9578-4901-A018-B323D1EF6456}" destId="{E5EA837B-A5B8-4220-9663-F709E6CBE98F}" srcOrd="0" destOrd="0" presId="urn:microsoft.com/office/officeart/2018/2/layout/IconVerticalSolidList"/>
    <dgm:cxn modelId="{F12C0989-C181-46DE-A16D-85A855026694}" type="presOf" srcId="{3CFA6A07-98C5-4B7D-B8D1-0671FF9AF02F}" destId="{73DDDFC9-CB73-4D8D-8CA7-BE04FA05E6A8}" srcOrd="0" destOrd="0" presId="urn:microsoft.com/office/officeart/2018/2/layout/IconVerticalSolidList"/>
    <dgm:cxn modelId="{CEFE1F97-AE1C-45EC-862E-7D7591311275}" srcId="{BEDAEDC8-DB50-40FA-A939-352390CD71A1}" destId="{28ED1EFB-BED1-4FD6-BF77-C1A5C0BDBCF1}" srcOrd="0" destOrd="0" parTransId="{BC87ADDE-E3B0-4EBC-B71C-C5685C083802}" sibTransId="{DCF7B639-1D9F-4F7D-B77E-1E51EC88B155}"/>
    <dgm:cxn modelId="{B2539B9E-F43E-43DC-8DD6-129C947C3BEA}" type="presOf" srcId="{28ED1EFB-BED1-4FD6-BF77-C1A5C0BDBCF1}" destId="{881C9EAB-FD39-4AFB-9ADF-A688BD8EF2AA}" srcOrd="0" destOrd="0" presId="urn:microsoft.com/office/officeart/2018/2/layout/IconVerticalSolidList"/>
    <dgm:cxn modelId="{511F2DA9-2DE6-4810-BAFB-53A88FD702F6}" srcId="{9AC68606-8CF4-4BD5-9CF9-7E886088292E}" destId="{8DB0647E-67E9-4FD8-8F46-2D9601240773}" srcOrd="0" destOrd="0" parTransId="{75B32C1A-63E6-4A04-BD0B-A42D12D7E329}" sibTransId="{D4CEE794-1CB8-4BF7-A74B-313C692B34D3}"/>
    <dgm:cxn modelId="{6C07AFB5-4FC9-4E10-A801-51671A4821C7}" type="presOf" srcId="{E59F3F52-568D-4D63-8AA8-6482B5389B51}" destId="{C238A03F-086D-4708-9E86-EA5DDC560129}" srcOrd="0" destOrd="0" presId="urn:microsoft.com/office/officeart/2018/2/layout/IconVerticalSolidList"/>
    <dgm:cxn modelId="{CE7DAAC0-5211-4F49-8ED4-DADD9A11191B}" type="presOf" srcId="{8DB0647E-67E9-4FD8-8F46-2D9601240773}" destId="{5ECD3AA8-9091-4367-AA8F-8B2C3F13EB63}" srcOrd="0" destOrd="0" presId="urn:microsoft.com/office/officeart/2018/2/layout/IconVerticalSolidList"/>
    <dgm:cxn modelId="{7B77E9CC-B52F-40A0-91F4-41F04BE9FEC4}" type="presOf" srcId="{78D453C1-C04E-475D-9EE8-94ED0FC43552}" destId="{70E77BDE-15C5-42B9-AE2D-2A7D52347A44}" srcOrd="0" destOrd="0" presId="urn:microsoft.com/office/officeart/2018/2/layout/IconVerticalSolidList"/>
    <dgm:cxn modelId="{40CECFD1-BE09-4A7E-BB75-67AE60F8079B}" srcId="{28ED1EFB-BED1-4FD6-BF77-C1A5C0BDBCF1}" destId="{AF9DE4F2-7ADF-45B0-9563-332BC9A0F6A7}" srcOrd="0" destOrd="0" parTransId="{958FC590-4610-4A7E-BB5E-2E1D2C6E27CA}" sibTransId="{91E3B0B7-F884-4A66-8CD2-30205A4B03FB}"/>
    <dgm:cxn modelId="{691C12E8-DED6-49CA-82BF-B08E9DB66CDB}" srcId="{3CFA6A07-98C5-4B7D-B8D1-0671FF9AF02F}" destId="{64650600-9578-4901-A018-B323D1EF6456}" srcOrd="0" destOrd="0" parTransId="{C1633408-4ECA-40CC-80F6-5E1474C6B481}" sibTransId="{0587C023-EC76-496F-B889-F9BD873B12E7}"/>
    <dgm:cxn modelId="{717D26EA-B266-4211-A223-7FF702E11DBB}" srcId="{BEDAEDC8-DB50-40FA-A939-352390CD71A1}" destId="{9AC68606-8CF4-4BD5-9CF9-7E886088292E}" srcOrd="4" destOrd="0" parTransId="{90D27788-2D41-41BF-BD1B-DA0DF62780B1}" sibTransId="{D603AAB3-9DF9-4A6C-9EE9-20B1364791AE}"/>
    <dgm:cxn modelId="{B53EB14C-5859-44DD-B314-51FBF4D9B269}" type="presParOf" srcId="{DB7A44C2-7BE6-4F31-9F14-111F10B50A33}" destId="{E2478DF7-7760-4938-B1D5-D0C386636DFB}" srcOrd="0" destOrd="0" presId="urn:microsoft.com/office/officeart/2018/2/layout/IconVerticalSolidList"/>
    <dgm:cxn modelId="{FC457DE7-AFEE-46FD-B2D7-690AD4C5E7CF}" type="presParOf" srcId="{E2478DF7-7760-4938-B1D5-D0C386636DFB}" destId="{B9F1310A-A8BA-4C2D-BB70-1008DABF3F1F}" srcOrd="0" destOrd="0" presId="urn:microsoft.com/office/officeart/2018/2/layout/IconVerticalSolidList"/>
    <dgm:cxn modelId="{6833F10C-22DB-4658-9506-6A98351D8188}" type="presParOf" srcId="{E2478DF7-7760-4938-B1D5-D0C386636DFB}" destId="{ABD954CA-1519-4121-ABC7-B8F231A7F5CE}" srcOrd="1" destOrd="0" presId="urn:microsoft.com/office/officeart/2018/2/layout/IconVerticalSolidList"/>
    <dgm:cxn modelId="{E3D67F1F-A15A-4D11-BA92-CFD267B530E8}" type="presParOf" srcId="{E2478DF7-7760-4938-B1D5-D0C386636DFB}" destId="{3893BCA9-D432-4223-AFC0-0B6B932D03B2}" srcOrd="2" destOrd="0" presId="urn:microsoft.com/office/officeart/2018/2/layout/IconVerticalSolidList"/>
    <dgm:cxn modelId="{213E5278-27C1-4758-A990-0C0060E13F99}" type="presParOf" srcId="{E2478DF7-7760-4938-B1D5-D0C386636DFB}" destId="{881C9EAB-FD39-4AFB-9ADF-A688BD8EF2AA}" srcOrd="3" destOrd="0" presId="urn:microsoft.com/office/officeart/2018/2/layout/IconVerticalSolidList"/>
    <dgm:cxn modelId="{F58F0583-4FA0-41C5-9461-D35B2992E2D5}" type="presParOf" srcId="{E2478DF7-7760-4938-B1D5-D0C386636DFB}" destId="{69B71A30-ECCF-48B1-88A9-78C4090381F0}" srcOrd="4" destOrd="0" presId="urn:microsoft.com/office/officeart/2018/2/layout/IconVerticalSolidList"/>
    <dgm:cxn modelId="{E990D57C-426C-442E-A070-61B563D905E1}" type="presParOf" srcId="{DB7A44C2-7BE6-4F31-9F14-111F10B50A33}" destId="{3CA69065-E442-418B-A6AD-B2BA67362768}" srcOrd="1" destOrd="0" presId="urn:microsoft.com/office/officeart/2018/2/layout/IconVerticalSolidList"/>
    <dgm:cxn modelId="{7D4F0C65-2733-4F4A-B215-81DD622EE422}" type="presParOf" srcId="{DB7A44C2-7BE6-4F31-9F14-111F10B50A33}" destId="{E4780FE1-62B4-4148-B48C-9E18A683911C}" srcOrd="2" destOrd="0" presId="urn:microsoft.com/office/officeart/2018/2/layout/IconVerticalSolidList"/>
    <dgm:cxn modelId="{70C7732C-A7A6-48E4-9186-65BCD49EEC04}" type="presParOf" srcId="{E4780FE1-62B4-4148-B48C-9E18A683911C}" destId="{E7DCE13A-F92F-4CB7-B0E1-6BE52C45F1C5}" srcOrd="0" destOrd="0" presId="urn:microsoft.com/office/officeart/2018/2/layout/IconVerticalSolidList"/>
    <dgm:cxn modelId="{A04887B0-BFC1-433B-A7DB-EFA145ED70A6}" type="presParOf" srcId="{E4780FE1-62B4-4148-B48C-9E18A683911C}" destId="{3E60DFFE-B20D-4AD9-ABD9-E49416B1FDB3}" srcOrd="1" destOrd="0" presId="urn:microsoft.com/office/officeart/2018/2/layout/IconVerticalSolidList"/>
    <dgm:cxn modelId="{4A70C694-7891-4558-A696-8527B07D65CE}" type="presParOf" srcId="{E4780FE1-62B4-4148-B48C-9E18A683911C}" destId="{05FF9A7F-3742-4201-A337-0C772582F9B0}" srcOrd="2" destOrd="0" presId="urn:microsoft.com/office/officeart/2018/2/layout/IconVerticalSolidList"/>
    <dgm:cxn modelId="{0DDC8337-CEC9-4578-9D61-81A716C35C89}" type="presParOf" srcId="{E4780FE1-62B4-4148-B48C-9E18A683911C}" destId="{D22376FD-36B9-4A93-9F24-73BE5143F79E}" srcOrd="3" destOrd="0" presId="urn:microsoft.com/office/officeart/2018/2/layout/IconVerticalSolidList"/>
    <dgm:cxn modelId="{6B4F3D1F-6027-45B5-8067-9F790E4315EC}" type="presParOf" srcId="{E4780FE1-62B4-4148-B48C-9E18A683911C}" destId="{C238A03F-086D-4708-9E86-EA5DDC560129}" srcOrd="4" destOrd="0" presId="urn:microsoft.com/office/officeart/2018/2/layout/IconVerticalSolidList"/>
    <dgm:cxn modelId="{61426845-E1C2-4E45-94A3-ACFB512806E8}" type="presParOf" srcId="{DB7A44C2-7BE6-4F31-9F14-111F10B50A33}" destId="{30B48961-E483-4A57-A26B-FB3CAFC86790}" srcOrd="3" destOrd="0" presId="urn:microsoft.com/office/officeart/2018/2/layout/IconVerticalSolidList"/>
    <dgm:cxn modelId="{0407868C-AFA8-45D5-8C5F-4862C80C62ED}" type="presParOf" srcId="{DB7A44C2-7BE6-4F31-9F14-111F10B50A33}" destId="{D404BFD7-EAE0-44A8-9341-6F7CBFEB23EB}" srcOrd="4" destOrd="0" presId="urn:microsoft.com/office/officeart/2018/2/layout/IconVerticalSolidList"/>
    <dgm:cxn modelId="{45C3E271-DCAA-473F-B4C8-BBDA1DAD34B0}" type="presParOf" srcId="{D404BFD7-EAE0-44A8-9341-6F7CBFEB23EB}" destId="{A7877BCF-A1A3-4D6B-BCB9-6550A3F4D027}" srcOrd="0" destOrd="0" presId="urn:microsoft.com/office/officeart/2018/2/layout/IconVerticalSolidList"/>
    <dgm:cxn modelId="{1B84FDED-37ED-4236-A9C4-6C79DE9752BB}" type="presParOf" srcId="{D404BFD7-EAE0-44A8-9341-6F7CBFEB23EB}" destId="{C299DB20-2F28-49A4-A5E9-CE7EDE312106}" srcOrd="1" destOrd="0" presId="urn:microsoft.com/office/officeart/2018/2/layout/IconVerticalSolidList"/>
    <dgm:cxn modelId="{F76D5F8D-82E2-4D65-B4A6-17F9C64D23D5}" type="presParOf" srcId="{D404BFD7-EAE0-44A8-9341-6F7CBFEB23EB}" destId="{8C41C2DD-9F4F-4DDE-B003-2B4D68C537BB}" srcOrd="2" destOrd="0" presId="urn:microsoft.com/office/officeart/2018/2/layout/IconVerticalSolidList"/>
    <dgm:cxn modelId="{2AF8F4A0-D7AC-40B7-A4AC-07F1049F5001}" type="presParOf" srcId="{D404BFD7-EAE0-44A8-9341-6F7CBFEB23EB}" destId="{D3A99E98-F3ED-4FF2-9EE3-F0B1CBD554FA}" srcOrd="3" destOrd="0" presId="urn:microsoft.com/office/officeart/2018/2/layout/IconVerticalSolidList"/>
    <dgm:cxn modelId="{CBD4447D-D151-457A-A69F-E0FF4130F63E}" type="presParOf" srcId="{D404BFD7-EAE0-44A8-9341-6F7CBFEB23EB}" destId="{7C5E2E76-3107-44F1-81B2-F36A6D8F012C}" srcOrd="4" destOrd="0" presId="urn:microsoft.com/office/officeart/2018/2/layout/IconVerticalSolidList"/>
    <dgm:cxn modelId="{76921845-1CE7-4D9D-933E-FB103C83F21D}" type="presParOf" srcId="{DB7A44C2-7BE6-4F31-9F14-111F10B50A33}" destId="{BC9C6814-C41A-42A6-A4AF-5A5C30BACB4E}" srcOrd="5" destOrd="0" presId="urn:microsoft.com/office/officeart/2018/2/layout/IconVerticalSolidList"/>
    <dgm:cxn modelId="{366036D2-B5E5-4260-B474-176134D15159}" type="presParOf" srcId="{DB7A44C2-7BE6-4F31-9F14-111F10B50A33}" destId="{2A45A2F7-FF64-44B6-9A96-915476BD0D4E}" srcOrd="6" destOrd="0" presId="urn:microsoft.com/office/officeart/2018/2/layout/IconVerticalSolidList"/>
    <dgm:cxn modelId="{E5176C42-09C4-401A-943C-40EB2062A1E6}" type="presParOf" srcId="{2A45A2F7-FF64-44B6-9A96-915476BD0D4E}" destId="{115DD73D-2B0E-4727-8694-DCC952D795F9}" srcOrd="0" destOrd="0" presId="urn:microsoft.com/office/officeart/2018/2/layout/IconVerticalSolidList"/>
    <dgm:cxn modelId="{3E48B59C-F4BE-41FF-8359-3A6C259F0431}" type="presParOf" srcId="{2A45A2F7-FF64-44B6-9A96-915476BD0D4E}" destId="{C58D2164-0F96-4893-A2DB-BCCCC6B45F39}" srcOrd="1" destOrd="0" presId="urn:microsoft.com/office/officeart/2018/2/layout/IconVerticalSolidList"/>
    <dgm:cxn modelId="{47293A9E-4A51-4462-9642-68C2F1704877}" type="presParOf" srcId="{2A45A2F7-FF64-44B6-9A96-915476BD0D4E}" destId="{30B3D1DB-60C8-4656-B96E-A70648E58BFD}" srcOrd="2" destOrd="0" presId="urn:microsoft.com/office/officeart/2018/2/layout/IconVerticalSolidList"/>
    <dgm:cxn modelId="{E48FD09F-FB61-494E-92B6-096ED1653219}" type="presParOf" srcId="{2A45A2F7-FF64-44B6-9A96-915476BD0D4E}" destId="{73DDDFC9-CB73-4D8D-8CA7-BE04FA05E6A8}" srcOrd="3" destOrd="0" presId="urn:microsoft.com/office/officeart/2018/2/layout/IconVerticalSolidList"/>
    <dgm:cxn modelId="{00ECEB34-72D0-4046-A12F-D65C7977F243}" type="presParOf" srcId="{2A45A2F7-FF64-44B6-9A96-915476BD0D4E}" destId="{E5EA837B-A5B8-4220-9663-F709E6CBE98F}" srcOrd="4" destOrd="0" presId="urn:microsoft.com/office/officeart/2018/2/layout/IconVerticalSolidList"/>
    <dgm:cxn modelId="{A07931F9-50A9-4273-B379-590C1D4F3083}" type="presParOf" srcId="{DB7A44C2-7BE6-4F31-9F14-111F10B50A33}" destId="{FD560761-410F-47F2-BAF0-C5499D7CD049}" srcOrd="7" destOrd="0" presId="urn:microsoft.com/office/officeart/2018/2/layout/IconVerticalSolidList"/>
    <dgm:cxn modelId="{E0DDEBD6-30FC-46C5-8390-DE6CB90DAD96}" type="presParOf" srcId="{DB7A44C2-7BE6-4F31-9F14-111F10B50A33}" destId="{7394289E-C2BE-41D3-BE49-E764DC6F289A}" srcOrd="8" destOrd="0" presId="urn:microsoft.com/office/officeart/2018/2/layout/IconVerticalSolidList"/>
    <dgm:cxn modelId="{AC8F2945-FE11-4ADF-A785-7723F5062177}" type="presParOf" srcId="{7394289E-C2BE-41D3-BE49-E764DC6F289A}" destId="{5EEEE7BE-A70C-4E06-BD61-91B693042264}" srcOrd="0" destOrd="0" presId="urn:microsoft.com/office/officeart/2018/2/layout/IconVerticalSolidList"/>
    <dgm:cxn modelId="{46609B9F-1038-4D91-8556-A3994A5B0A66}" type="presParOf" srcId="{7394289E-C2BE-41D3-BE49-E764DC6F289A}" destId="{51EE57F4-451C-44BB-A17D-66E036A88C39}" srcOrd="1" destOrd="0" presId="urn:microsoft.com/office/officeart/2018/2/layout/IconVerticalSolidList"/>
    <dgm:cxn modelId="{82FBC65D-E481-4666-ADEB-7361FF8DBC0E}" type="presParOf" srcId="{7394289E-C2BE-41D3-BE49-E764DC6F289A}" destId="{D5E26819-44DF-4152-93D7-CBC25B93509B}" srcOrd="2" destOrd="0" presId="urn:microsoft.com/office/officeart/2018/2/layout/IconVerticalSolidList"/>
    <dgm:cxn modelId="{14A4E3A5-235F-45E7-A06A-9E7FAF05E4A3}" type="presParOf" srcId="{7394289E-C2BE-41D3-BE49-E764DC6F289A}" destId="{84469314-8200-41A7-A507-2453387A4684}" srcOrd="3" destOrd="0" presId="urn:microsoft.com/office/officeart/2018/2/layout/IconVerticalSolidList"/>
    <dgm:cxn modelId="{0E096352-8C18-4CEA-8902-80E175A7E833}" type="presParOf" srcId="{7394289E-C2BE-41D3-BE49-E764DC6F289A}" destId="{5ECD3AA8-9091-4367-AA8F-8B2C3F13EB63}" srcOrd="4" destOrd="0" presId="urn:microsoft.com/office/officeart/2018/2/layout/IconVerticalSolidList"/>
    <dgm:cxn modelId="{0D3FF597-B960-49AE-92BA-0A1A6B8C67B6}" type="presParOf" srcId="{DB7A44C2-7BE6-4F31-9F14-111F10B50A33}" destId="{F3E383DB-53C4-41E9-BF9B-8997569A5425}" srcOrd="9" destOrd="0" presId="urn:microsoft.com/office/officeart/2018/2/layout/IconVerticalSolidList"/>
    <dgm:cxn modelId="{6AE4DEFE-D222-447B-98A6-BDC1E282BC56}" type="presParOf" srcId="{DB7A44C2-7BE6-4F31-9F14-111F10B50A33}" destId="{BF240998-E7D4-4896-A7A2-E5F4744D0C68}" srcOrd="10" destOrd="0" presId="urn:microsoft.com/office/officeart/2018/2/layout/IconVerticalSolidList"/>
    <dgm:cxn modelId="{3A09E564-9B55-4FE6-911D-696937650700}" type="presParOf" srcId="{BF240998-E7D4-4896-A7A2-E5F4744D0C68}" destId="{EA71BBE2-43F4-4F1F-9031-9244BAFE8023}" srcOrd="0" destOrd="0" presId="urn:microsoft.com/office/officeart/2018/2/layout/IconVerticalSolidList"/>
    <dgm:cxn modelId="{CC4CADB5-28AF-4E12-A588-2417828C0A21}" type="presParOf" srcId="{BF240998-E7D4-4896-A7A2-E5F4744D0C68}" destId="{6463D366-F6CC-4470-BC56-7B646EE0F8F9}" srcOrd="1" destOrd="0" presId="urn:microsoft.com/office/officeart/2018/2/layout/IconVerticalSolidList"/>
    <dgm:cxn modelId="{60742340-672A-4306-A414-5CD8427596FD}" type="presParOf" srcId="{BF240998-E7D4-4896-A7A2-E5F4744D0C68}" destId="{C8859971-AE4D-45EE-A805-4E678DDB1359}" srcOrd="2" destOrd="0" presId="urn:microsoft.com/office/officeart/2018/2/layout/IconVerticalSolidList"/>
    <dgm:cxn modelId="{E1848B04-57D5-4FAC-A30A-01FF2AE47BC1}" type="presParOf" srcId="{BF240998-E7D4-4896-A7A2-E5F4744D0C68}" destId="{70E77BDE-15C5-42B9-AE2D-2A7D52347A44}" srcOrd="3" destOrd="0" presId="urn:microsoft.com/office/officeart/2018/2/layout/IconVerticalSolidList"/>
    <dgm:cxn modelId="{DD7AABF8-965B-4EFC-A975-6A22D915AC3A}" type="presParOf" srcId="{BF240998-E7D4-4896-A7A2-E5F4744D0C68}" destId="{1AB1C2EE-86B2-418A-A464-F0D072F0D58F}" srcOrd="4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5.xml><?xml version="1.0" encoding="utf-8"?>
<dgm:dataModel xmlns:dgm="http://schemas.openxmlformats.org/drawingml/2006/diagram" xmlns:a="http://schemas.openxmlformats.org/drawingml/2006/main">
  <dgm:ptLst>
    <dgm:pt modelId="{D60C9522-98ED-4C24-812B-40988448ADC3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E13EDE26-31DC-4F9F-B584-B3A8593BEB0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In version 0.9 of the Bitcoin Core client, </a:t>
          </a:r>
        </a:p>
      </dgm:t>
    </dgm:pt>
    <dgm:pt modelId="{B4D5F9A0-A5AC-41DC-8A33-5DE79C59AF3B}" type="parTrans" cxnId="{224CD8F7-ED43-499F-91F0-D5CBAEB76C6F}">
      <dgm:prSet/>
      <dgm:spPr/>
      <dgm:t>
        <a:bodyPr/>
        <a:lstStyle/>
        <a:p>
          <a:endParaRPr lang="en-US"/>
        </a:p>
      </dgm:t>
    </dgm:pt>
    <dgm:pt modelId="{2385E9D5-A36A-4730-8B5B-34906331EF17}" type="sibTrans" cxnId="{224CD8F7-ED43-499F-91F0-D5CBAEB76C6F}">
      <dgm:prSet/>
      <dgm:spPr/>
      <dgm:t>
        <a:bodyPr/>
        <a:lstStyle/>
        <a:p>
          <a:endParaRPr lang="en-US"/>
        </a:p>
      </dgm:t>
    </dgm:pt>
    <dgm:pt modelId="{B9E3AB92-B765-4FA2-ACD0-90BC16A7A65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compromise was reached </a:t>
          </a:r>
        </a:p>
      </dgm:t>
    </dgm:pt>
    <dgm:pt modelId="{49AE3EEE-5E53-405F-A20C-3F4C2A5B67A5}" type="parTrans" cxnId="{B09C5985-3CFD-45B6-9A29-8AF0C1307E98}">
      <dgm:prSet/>
      <dgm:spPr/>
      <dgm:t>
        <a:bodyPr/>
        <a:lstStyle/>
        <a:p>
          <a:endParaRPr lang="en-US"/>
        </a:p>
      </dgm:t>
    </dgm:pt>
    <dgm:pt modelId="{0EB9FC94-2A7B-48D3-A642-EEFD6817C222}" type="sibTrans" cxnId="{B09C5985-3CFD-45B6-9A29-8AF0C1307E98}">
      <dgm:prSet/>
      <dgm:spPr/>
      <dgm:t>
        <a:bodyPr/>
        <a:lstStyle/>
        <a:p>
          <a:endParaRPr lang="en-US"/>
        </a:p>
      </dgm:t>
    </dgm:pt>
    <dgm:pt modelId="{68C7FDC9-7C35-4806-9BE2-2FD014863E0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 the introduction</a:t>
          </a:r>
          <a:r>
            <a:rPr lang="tr-TR"/>
            <a:t> </a:t>
          </a:r>
          <a:r>
            <a:rPr lang="en-US"/>
            <a:t>of the RETURN operator. </a:t>
          </a:r>
        </a:p>
      </dgm:t>
    </dgm:pt>
    <dgm:pt modelId="{16F2EAB9-0CDE-410A-ABF6-18FE3C6FF785}" type="parTrans" cxnId="{ECEBA2F6-5C59-4168-BD31-EF0C39FE8544}">
      <dgm:prSet/>
      <dgm:spPr/>
      <dgm:t>
        <a:bodyPr/>
        <a:lstStyle/>
        <a:p>
          <a:endParaRPr lang="en-US"/>
        </a:p>
      </dgm:t>
    </dgm:pt>
    <dgm:pt modelId="{288BB4C2-919B-4405-A6EA-6306E7AAE1FA}" type="sibTrans" cxnId="{ECEBA2F6-5C59-4168-BD31-EF0C39FE8544}">
      <dgm:prSet/>
      <dgm:spPr/>
      <dgm:t>
        <a:bodyPr/>
        <a:lstStyle/>
        <a:p>
          <a:endParaRPr lang="en-US"/>
        </a:p>
      </dgm:t>
    </dgm:pt>
    <dgm:pt modelId="{F379BED1-9086-4C04-825A-2574496FF78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RETURN </a:t>
          </a:r>
        </a:p>
      </dgm:t>
    </dgm:pt>
    <dgm:pt modelId="{BBB5FEE0-88A0-4A71-B418-1CD0E3ADF988}" type="parTrans" cxnId="{CCCF4613-0998-41BF-B7FD-9B027FDA7F5C}">
      <dgm:prSet/>
      <dgm:spPr/>
      <dgm:t>
        <a:bodyPr/>
        <a:lstStyle/>
        <a:p>
          <a:endParaRPr lang="en-US"/>
        </a:p>
      </dgm:t>
    </dgm:pt>
    <dgm:pt modelId="{F0B232CE-47CE-411E-AE7C-24794AADBDE9}" type="sibTrans" cxnId="{CCCF4613-0998-41BF-B7FD-9B027FDA7F5C}">
      <dgm:prSet/>
      <dgm:spPr/>
      <dgm:t>
        <a:bodyPr/>
        <a:lstStyle/>
        <a:p>
          <a:endParaRPr lang="en-US"/>
        </a:p>
      </dgm:t>
    </dgm:pt>
    <dgm:pt modelId="{29168317-FD5E-4A5A-8AEA-5429134B259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allows developers to add 80 bytes </a:t>
          </a:r>
        </a:p>
      </dgm:t>
    </dgm:pt>
    <dgm:pt modelId="{37620824-982D-443B-B2F7-AE6D982EF047}" type="parTrans" cxnId="{E4A327DE-996B-4BBF-81A6-411E8CFFC045}">
      <dgm:prSet/>
      <dgm:spPr/>
      <dgm:t>
        <a:bodyPr/>
        <a:lstStyle/>
        <a:p>
          <a:endParaRPr lang="en-US"/>
        </a:p>
      </dgm:t>
    </dgm:pt>
    <dgm:pt modelId="{511753CE-F636-48F3-A5E6-EC9F41EC6697}" type="sibTrans" cxnId="{E4A327DE-996B-4BBF-81A6-411E8CFFC045}">
      <dgm:prSet/>
      <dgm:spPr/>
      <dgm:t>
        <a:bodyPr/>
        <a:lstStyle/>
        <a:p>
          <a:endParaRPr lang="en-US"/>
        </a:p>
      </dgm:t>
    </dgm:pt>
    <dgm:pt modelId="{8C3503BD-F1D9-4F61-86F5-D31F6680ADF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of nonpayment data to a transaction output. </a:t>
          </a:r>
        </a:p>
      </dgm:t>
    </dgm:pt>
    <dgm:pt modelId="{74987E7A-3D7B-4801-AEBD-E3A9C582AA9C}" type="parTrans" cxnId="{44855D77-51DB-4C22-B6EA-E4CA6A5EC1CF}">
      <dgm:prSet/>
      <dgm:spPr/>
      <dgm:t>
        <a:bodyPr/>
        <a:lstStyle/>
        <a:p>
          <a:endParaRPr lang="en-US"/>
        </a:p>
      </dgm:t>
    </dgm:pt>
    <dgm:pt modelId="{97F700DC-2D96-4CC2-B2E5-5C586E98A121}" type="sibTrans" cxnId="{44855D77-51DB-4C22-B6EA-E4CA6A5EC1CF}">
      <dgm:prSet/>
      <dgm:spPr/>
      <dgm:t>
        <a:bodyPr/>
        <a:lstStyle/>
        <a:p>
          <a:endParaRPr lang="en-US"/>
        </a:p>
      </dgm:t>
    </dgm:pt>
    <dgm:pt modelId="{C03868DC-B478-477A-A455-784ED52B203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</a:t>
          </a:r>
          <a:r>
            <a:rPr lang="tr-TR"/>
            <a:t> </a:t>
          </a:r>
          <a:r>
            <a:rPr lang="en-US"/>
            <a:t>RETURN operator </a:t>
          </a:r>
        </a:p>
      </dgm:t>
    </dgm:pt>
    <dgm:pt modelId="{D5A48E9C-EE33-4F93-AD3D-639308FF15CB}" type="parTrans" cxnId="{3F569EDB-FA41-48C5-BF32-0E9692F27CEC}">
      <dgm:prSet/>
      <dgm:spPr/>
      <dgm:t>
        <a:bodyPr/>
        <a:lstStyle/>
        <a:p>
          <a:endParaRPr lang="en-US"/>
        </a:p>
      </dgm:t>
    </dgm:pt>
    <dgm:pt modelId="{C95F3E22-E9C0-443F-95A5-4435381A6F7E}" type="sibTrans" cxnId="{3F569EDB-FA41-48C5-BF32-0E9692F27CEC}">
      <dgm:prSet/>
      <dgm:spPr/>
      <dgm:t>
        <a:bodyPr/>
        <a:lstStyle/>
        <a:p>
          <a:endParaRPr lang="en-US"/>
        </a:p>
      </dgm:t>
    </dgm:pt>
    <dgm:pt modelId="{847DC32A-2B5C-41F1-9034-B023028923A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creates an explicitly </a:t>
          </a:r>
          <a:r>
            <a:rPr lang="en-US" i="1"/>
            <a:t>provably unspendable </a:t>
          </a:r>
          <a:r>
            <a:rPr lang="en-US"/>
            <a:t>output, </a:t>
          </a:r>
        </a:p>
      </dgm:t>
    </dgm:pt>
    <dgm:pt modelId="{2FC2C831-0030-49AC-993C-0DA9359C7D6C}" type="parTrans" cxnId="{15D3875D-D7F8-4935-B1A2-647C51F7306B}">
      <dgm:prSet/>
      <dgm:spPr/>
      <dgm:t>
        <a:bodyPr/>
        <a:lstStyle/>
        <a:p>
          <a:endParaRPr lang="en-US"/>
        </a:p>
      </dgm:t>
    </dgm:pt>
    <dgm:pt modelId="{660262F5-2EC5-48F7-8214-13EB4AB94015}" type="sibTrans" cxnId="{15D3875D-D7F8-4935-B1A2-647C51F7306B}">
      <dgm:prSet/>
      <dgm:spPr/>
      <dgm:t>
        <a:bodyPr/>
        <a:lstStyle/>
        <a:p>
          <a:endParaRPr lang="en-US"/>
        </a:p>
      </dgm:t>
    </dgm:pt>
    <dgm:pt modelId="{5A30FECD-CDBE-4C4E-8CAA-E0076422717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which does not</a:t>
          </a:r>
          <a:r>
            <a:rPr lang="tr-TR"/>
            <a:t> </a:t>
          </a:r>
          <a:r>
            <a:rPr lang="en-US"/>
            <a:t>need to be stored in the UTXO set.</a:t>
          </a:r>
        </a:p>
      </dgm:t>
    </dgm:pt>
    <dgm:pt modelId="{F4C8468E-970F-4A9B-818D-D9A0696ADFA0}" type="parTrans" cxnId="{B251CD62-9B00-4886-9799-60756EFEBC49}">
      <dgm:prSet/>
      <dgm:spPr/>
      <dgm:t>
        <a:bodyPr/>
        <a:lstStyle/>
        <a:p>
          <a:endParaRPr lang="en-US"/>
        </a:p>
      </dgm:t>
    </dgm:pt>
    <dgm:pt modelId="{88F51081-13B8-4B48-A3A5-9EC4EEFCE07C}" type="sibTrans" cxnId="{B251CD62-9B00-4886-9799-60756EFEBC49}">
      <dgm:prSet/>
      <dgm:spPr/>
      <dgm:t>
        <a:bodyPr/>
        <a:lstStyle/>
        <a:p>
          <a:endParaRPr lang="en-US"/>
        </a:p>
      </dgm:t>
    </dgm:pt>
    <dgm:pt modelId="{81DFFBF2-0329-42E4-9772-46D76F17D17D}" type="pres">
      <dgm:prSet presAssocID="{D60C9522-98ED-4C24-812B-40988448ADC3}" presName="root" presStyleCnt="0">
        <dgm:presLayoutVars>
          <dgm:dir/>
          <dgm:resizeHandles val="exact"/>
        </dgm:presLayoutVars>
      </dgm:prSet>
      <dgm:spPr/>
    </dgm:pt>
    <dgm:pt modelId="{2EF52AAA-6649-4977-9E8F-6E7E4D9BED89}" type="pres">
      <dgm:prSet presAssocID="{E13EDE26-31DC-4F9F-B584-B3A8593BEB03}" presName="compNode" presStyleCnt="0"/>
      <dgm:spPr/>
    </dgm:pt>
    <dgm:pt modelId="{80BA65B8-5CA6-4D0E-873B-07A477F253FF}" type="pres">
      <dgm:prSet presAssocID="{E13EDE26-31DC-4F9F-B584-B3A8593BEB03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551887F8-372C-4479-944E-67867C9B135B}" type="pres">
      <dgm:prSet presAssocID="{E13EDE26-31DC-4F9F-B584-B3A8593BEB03}" presName="iconSpace" presStyleCnt="0"/>
      <dgm:spPr/>
    </dgm:pt>
    <dgm:pt modelId="{99C05382-7A49-4C57-99FE-517AD438D0C2}" type="pres">
      <dgm:prSet presAssocID="{E13EDE26-31DC-4F9F-B584-B3A8593BEB03}" presName="parTx" presStyleLbl="revTx" presStyleIdx="0" presStyleCnt="6">
        <dgm:presLayoutVars>
          <dgm:chMax val="0"/>
          <dgm:chPref val="0"/>
        </dgm:presLayoutVars>
      </dgm:prSet>
      <dgm:spPr/>
    </dgm:pt>
    <dgm:pt modelId="{B6D7D887-E38E-4C88-A752-992570F82F53}" type="pres">
      <dgm:prSet presAssocID="{E13EDE26-31DC-4F9F-B584-B3A8593BEB03}" presName="txSpace" presStyleCnt="0"/>
      <dgm:spPr/>
    </dgm:pt>
    <dgm:pt modelId="{DDAD2047-D370-466C-8CE9-AD77D2E700E0}" type="pres">
      <dgm:prSet presAssocID="{E13EDE26-31DC-4F9F-B584-B3A8593BEB03}" presName="desTx" presStyleLbl="revTx" presStyleIdx="1" presStyleCnt="6">
        <dgm:presLayoutVars/>
      </dgm:prSet>
      <dgm:spPr/>
    </dgm:pt>
    <dgm:pt modelId="{39B9C058-E368-44CB-8430-9D24EBBD814A}" type="pres">
      <dgm:prSet presAssocID="{2385E9D5-A36A-4730-8B5B-34906331EF17}" presName="sibTrans" presStyleCnt="0"/>
      <dgm:spPr/>
    </dgm:pt>
    <dgm:pt modelId="{E1BDFF60-C03D-4151-9549-BC8D0F220BD6}" type="pres">
      <dgm:prSet presAssocID="{F379BED1-9086-4C04-825A-2574496FF780}" presName="compNode" presStyleCnt="0"/>
      <dgm:spPr/>
    </dgm:pt>
    <dgm:pt modelId="{0D1E839F-72DE-46C5-B6CB-A53318935479}" type="pres">
      <dgm:prSet presAssocID="{F379BED1-9086-4C04-825A-2574496FF780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İşlemci"/>
        </a:ext>
      </dgm:extLst>
    </dgm:pt>
    <dgm:pt modelId="{E289626D-1916-4230-960D-2E8773372B6D}" type="pres">
      <dgm:prSet presAssocID="{F379BED1-9086-4C04-825A-2574496FF780}" presName="iconSpace" presStyleCnt="0"/>
      <dgm:spPr/>
    </dgm:pt>
    <dgm:pt modelId="{B9685DA4-A764-43BA-8349-051939F6052A}" type="pres">
      <dgm:prSet presAssocID="{F379BED1-9086-4C04-825A-2574496FF780}" presName="parTx" presStyleLbl="revTx" presStyleIdx="2" presStyleCnt="6">
        <dgm:presLayoutVars>
          <dgm:chMax val="0"/>
          <dgm:chPref val="0"/>
        </dgm:presLayoutVars>
      </dgm:prSet>
      <dgm:spPr/>
    </dgm:pt>
    <dgm:pt modelId="{4AA659CA-5277-45D8-BB45-E3A459F68623}" type="pres">
      <dgm:prSet presAssocID="{F379BED1-9086-4C04-825A-2574496FF780}" presName="txSpace" presStyleCnt="0"/>
      <dgm:spPr/>
    </dgm:pt>
    <dgm:pt modelId="{9945FD45-EA30-4AED-AEE5-B3505FDD5BE5}" type="pres">
      <dgm:prSet presAssocID="{F379BED1-9086-4C04-825A-2574496FF780}" presName="desTx" presStyleLbl="revTx" presStyleIdx="3" presStyleCnt="6">
        <dgm:presLayoutVars/>
      </dgm:prSet>
      <dgm:spPr/>
    </dgm:pt>
    <dgm:pt modelId="{7C2C4F51-9322-4262-8E78-C47922D998E9}" type="pres">
      <dgm:prSet presAssocID="{F0B232CE-47CE-411E-AE7C-24794AADBDE9}" presName="sibTrans" presStyleCnt="0"/>
      <dgm:spPr/>
    </dgm:pt>
    <dgm:pt modelId="{F560B838-63D2-4E78-89F5-C645530B4AE4}" type="pres">
      <dgm:prSet presAssocID="{C03868DC-B478-477A-A455-784ED52B2030}" presName="compNode" presStyleCnt="0"/>
      <dgm:spPr/>
    </dgm:pt>
    <dgm:pt modelId="{FAD60031-75E0-4B74-86E5-109D263FD9A0}" type="pres">
      <dgm:prSet presAssocID="{C03868DC-B478-477A-A455-784ED52B2030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ğlı değil"/>
        </a:ext>
      </dgm:extLst>
    </dgm:pt>
    <dgm:pt modelId="{06935E00-46EC-4974-8B1C-4B87DB286DC1}" type="pres">
      <dgm:prSet presAssocID="{C03868DC-B478-477A-A455-784ED52B2030}" presName="iconSpace" presStyleCnt="0"/>
      <dgm:spPr/>
    </dgm:pt>
    <dgm:pt modelId="{C3C523F4-B558-47B1-ABE1-A9D7EE17398D}" type="pres">
      <dgm:prSet presAssocID="{C03868DC-B478-477A-A455-784ED52B2030}" presName="parTx" presStyleLbl="revTx" presStyleIdx="4" presStyleCnt="6">
        <dgm:presLayoutVars>
          <dgm:chMax val="0"/>
          <dgm:chPref val="0"/>
        </dgm:presLayoutVars>
      </dgm:prSet>
      <dgm:spPr/>
    </dgm:pt>
    <dgm:pt modelId="{69062D8F-77EE-4D6A-A721-BADFDD464012}" type="pres">
      <dgm:prSet presAssocID="{C03868DC-B478-477A-A455-784ED52B2030}" presName="txSpace" presStyleCnt="0"/>
      <dgm:spPr/>
    </dgm:pt>
    <dgm:pt modelId="{5162C44F-9C01-4B22-AB28-D1AF30B5F4E5}" type="pres">
      <dgm:prSet presAssocID="{C03868DC-B478-477A-A455-784ED52B2030}" presName="desTx" presStyleLbl="revTx" presStyleIdx="5" presStyleCnt="6">
        <dgm:presLayoutVars/>
      </dgm:prSet>
      <dgm:spPr/>
    </dgm:pt>
  </dgm:ptLst>
  <dgm:cxnLst>
    <dgm:cxn modelId="{CCCF4613-0998-41BF-B7FD-9B027FDA7F5C}" srcId="{D60C9522-98ED-4C24-812B-40988448ADC3}" destId="{F379BED1-9086-4C04-825A-2574496FF780}" srcOrd="1" destOrd="0" parTransId="{BBB5FEE0-88A0-4A71-B418-1CD0E3ADF988}" sibTransId="{F0B232CE-47CE-411E-AE7C-24794AADBDE9}"/>
    <dgm:cxn modelId="{EE4DAC1E-1DC9-443A-9D28-0DD85A2F3C14}" type="presOf" srcId="{8C3503BD-F1D9-4F61-86F5-D31F6680ADF9}" destId="{9945FD45-EA30-4AED-AEE5-B3505FDD5BE5}" srcOrd="0" destOrd="1" presId="urn:microsoft.com/office/officeart/2018/5/layout/CenteredIconLabelDescriptionList"/>
    <dgm:cxn modelId="{15D3875D-D7F8-4935-B1A2-647C51F7306B}" srcId="{C03868DC-B478-477A-A455-784ED52B2030}" destId="{847DC32A-2B5C-41F1-9034-B023028923AD}" srcOrd="0" destOrd="0" parTransId="{2FC2C831-0030-49AC-993C-0DA9359C7D6C}" sibTransId="{660262F5-2EC5-48F7-8214-13EB4AB94015}"/>
    <dgm:cxn modelId="{04839260-728B-4076-BF31-05F56963DD71}" type="presOf" srcId="{B9E3AB92-B765-4FA2-ACD0-90BC16A7A656}" destId="{DDAD2047-D370-466C-8CE9-AD77D2E700E0}" srcOrd="0" destOrd="0" presId="urn:microsoft.com/office/officeart/2018/5/layout/CenteredIconLabelDescriptionList"/>
    <dgm:cxn modelId="{B251CD62-9B00-4886-9799-60756EFEBC49}" srcId="{C03868DC-B478-477A-A455-784ED52B2030}" destId="{5A30FECD-CDBE-4C4E-8CAA-E00764227172}" srcOrd="1" destOrd="0" parTransId="{F4C8468E-970F-4A9B-818D-D9A0696ADFA0}" sibTransId="{88F51081-13B8-4B48-A3A5-9EC4EEFCE07C}"/>
    <dgm:cxn modelId="{5A80114B-49A4-4156-9516-8244A33F23A5}" type="presOf" srcId="{5A30FECD-CDBE-4C4E-8CAA-E00764227172}" destId="{5162C44F-9C01-4B22-AB28-D1AF30B5F4E5}" srcOrd="0" destOrd="1" presId="urn:microsoft.com/office/officeart/2018/5/layout/CenteredIconLabelDescriptionList"/>
    <dgm:cxn modelId="{44855D77-51DB-4C22-B6EA-E4CA6A5EC1CF}" srcId="{F379BED1-9086-4C04-825A-2574496FF780}" destId="{8C3503BD-F1D9-4F61-86F5-D31F6680ADF9}" srcOrd="1" destOrd="0" parTransId="{74987E7A-3D7B-4801-AEBD-E3A9C582AA9C}" sibTransId="{97F700DC-2D96-4CC2-B2E5-5C586E98A121}"/>
    <dgm:cxn modelId="{B09C5985-3CFD-45B6-9A29-8AF0C1307E98}" srcId="{E13EDE26-31DC-4F9F-B584-B3A8593BEB03}" destId="{B9E3AB92-B765-4FA2-ACD0-90BC16A7A656}" srcOrd="0" destOrd="0" parTransId="{49AE3EEE-5E53-405F-A20C-3F4C2A5B67A5}" sibTransId="{0EB9FC94-2A7B-48D3-A642-EEFD6817C222}"/>
    <dgm:cxn modelId="{570EA3A9-952A-485C-855B-1DB0AF57FF85}" type="presOf" srcId="{68C7FDC9-7C35-4806-9BE2-2FD014863E0C}" destId="{DDAD2047-D370-466C-8CE9-AD77D2E700E0}" srcOrd="0" destOrd="1" presId="urn:microsoft.com/office/officeart/2018/5/layout/CenteredIconLabelDescriptionList"/>
    <dgm:cxn modelId="{428354AB-1960-4986-9663-CDD4CAF5B180}" type="presOf" srcId="{E13EDE26-31DC-4F9F-B584-B3A8593BEB03}" destId="{99C05382-7A49-4C57-99FE-517AD438D0C2}" srcOrd="0" destOrd="0" presId="urn:microsoft.com/office/officeart/2018/5/layout/CenteredIconLabelDescriptionList"/>
    <dgm:cxn modelId="{6EA1A2B6-814E-402E-9569-E7A77BE56016}" type="presOf" srcId="{C03868DC-B478-477A-A455-784ED52B2030}" destId="{C3C523F4-B558-47B1-ABE1-A9D7EE17398D}" srcOrd="0" destOrd="0" presId="urn:microsoft.com/office/officeart/2018/5/layout/CenteredIconLabelDescriptionList"/>
    <dgm:cxn modelId="{B6EDA5CC-BD55-4645-9FE8-E687A539EEDF}" type="presOf" srcId="{F379BED1-9086-4C04-825A-2574496FF780}" destId="{B9685DA4-A764-43BA-8349-051939F6052A}" srcOrd="0" destOrd="0" presId="urn:microsoft.com/office/officeart/2018/5/layout/CenteredIconLabelDescriptionList"/>
    <dgm:cxn modelId="{3F569EDB-FA41-48C5-BF32-0E9692F27CEC}" srcId="{D60C9522-98ED-4C24-812B-40988448ADC3}" destId="{C03868DC-B478-477A-A455-784ED52B2030}" srcOrd="2" destOrd="0" parTransId="{D5A48E9C-EE33-4F93-AD3D-639308FF15CB}" sibTransId="{C95F3E22-E9C0-443F-95A5-4435381A6F7E}"/>
    <dgm:cxn modelId="{E4A327DE-996B-4BBF-81A6-411E8CFFC045}" srcId="{F379BED1-9086-4C04-825A-2574496FF780}" destId="{29168317-FD5E-4A5A-8AEA-5429134B259F}" srcOrd="0" destOrd="0" parTransId="{37620824-982D-443B-B2F7-AE6D982EF047}" sibTransId="{511753CE-F636-48F3-A5E6-EC9F41EC6697}"/>
    <dgm:cxn modelId="{FFA3C8EA-11BD-469A-A4FE-0458E4A8A54C}" type="presOf" srcId="{847DC32A-2B5C-41F1-9034-B023028923AD}" destId="{5162C44F-9C01-4B22-AB28-D1AF30B5F4E5}" srcOrd="0" destOrd="0" presId="urn:microsoft.com/office/officeart/2018/5/layout/CenteredIconLabelDescriptionList"/>
    <dgm:cxn modelId="{ECEBA2F6-5C59-4168-BD31-EF0C39FE8544}" srcId="{E13EDE26-31DC-4F9F-B584-B3A8593BEB03}" destId="{68C7FDC9-7C35-4806-9BE2-2FD014863E0C}" srcOrd="1" destOrd="0" parTransId="{16F2EAB9-0CDE-410A-ABF6-18FE3C6FF785}" sibTransId="{288BB4C2-919B-4405-A6EA-6306E7AAE1FA}"/>
    <dgm:cxn modelId="{224CD8F7-ED43-499F-91F0-D5CBAEB76C6F}" srcId="{D60C9522-98ED-4C24-812B-40988448ADC3}" destId="{E13EDE26-31DC-4F9F-B584-B3A8593BEB03}" srcOrd="0" destOrd="0" parTransId="{B4D5F9A0-A5AC-41DC-8A33-5DE79C59AF3B}" sibTransId="{2385E9D5-A36A-4730-8B5B-34906331EF17}"/>
    <dgm:cxn modelId="{E38346FE-7733-49ED-B44B-74A550D80066}" type="presOf" srcId="{D60C9522-98ED-4C24-812B-40988448ADC3}" destId="{81DFFBF2-0329-42E4-9772-46D76F17D17D}" srcOrd="0" destOrd="0" presId="urn:microsoft.com/office/officeart/2018/5/layout/CenteredIconLabelDescriptionList"/>
    <dgm:cxn modelId="{864822FF-5E68-4EEA-AA6A-701DAFDE80E3}" type="presOf" srcId="{29168317-FD5E-4A5A-8AEA-5429134B259F}" destId="{9945FD45-EA30-4AED-AEE5-B3505FDD5BE5}" srcOrd="0" destOrd="0" presId="urn:microsoft.com/office/officeart/2018/5/layout/CenteredIconLabelDescriptionList"/>
    <dgm:cxn modelId="{1C698808-ADDD-4583-B0B3-205DE679D3F1}" type="presParOf" srcId="{81DFFBF2-0329-42E4-9772-46D76F17D17D}" destId="{2EF52AAA-6649-4977-9E8F-6E7E4D9BED89}" srcOrd="0" destOrd="0" presId="urn:microsoft.com/office/officeart/2018/5/layout/CenteredIconLabelDescriptionList"/>
    <dgm:cxn modelId="{AB2BCE34-0C86-4FF4-9651-4234DD650581}" type="presParOf" srcId="{2EF52AAA-6649-4977-9E8F-6E7E4D9BED89}" destId="{80BA65B8-5CA6-4D0E-873B-07A477F253FF}" srcOrd="0" destOrd="0" presId="urn:microsoft.com/office/officeart/2018/5/layout/CenteredIconLabelDescriptionList"/>
    <dgm:cxn modelId="{D8F4C05D-1347-4D56-AC35-8541A754C107}" type="presParOf" srcId="{2EF52AAA-6649-4977-9E8F-6E7E4D9BED89}" destId="{551887F8-372C-4479-944E-67867C9B135B}" srcOrd="1" destOrd="0" presId="urn:microsoft.com/office/officeart/2018/5/layout/CenteredIconLabelDescriptionList"/>
    <dgm:cxn modelId="{A8DF7AF7-7AF0-4E03-B35E-EC485652E404}" type="presParOf" srcId="{2EF52AAA-6649-4977-9E8F-6E7E4D9BED89}" destId="{99C05382-7A49-4C57-99FE-517AD438D0C2}" srcOrd="2" destOrd="0" presId="urn:microsoft.com/office/officeart/2018/5/layout/CenteredIconLabelDescriptionList"/>
    <dgm:cxn modelId="{6E5EDC58-A7CD-4EB4-8294-D03CF50E9717}" type="presParOf" srcId="{2EF52AAA-6649-4977-9E8F-6E7E4D9BED89}" destId="{B6D7D887-E38E-4C88-A752-992570F82F53}" srcOrd="3" destOrd="0" presId="urn:microsoft.com/office/officeart/2018/5/layout/CenteredIconLabelDescriptionList"/>
    <dgm:cxn modelId="{66EC7A70-EDD4-44B0-B5F3-969D6571DEE7}" type="presParOf" srcId="{2EF52AAA-6649-4977-9E8F-6E7E4D9BED89}" destId="{DDAD2047-D370-466C-8CE9-AD77D2E700E0}" srcOrd="4" destOrd="0" presId="urn:microsoft.com/office/officeart/2018/5/layout/CenteredIconLabelDescriptionList"/>
    <dgm:cxn modelId="{1C9D6378-82D7-4272-AE12-5C35DE3D77AC}" type="presParOf" srcId="{81DFFBF2-0329-42E4-9772-46D76F17D17D}" destId="{39B9C058-E368-44CB-8430-9D24EBBD814A}" srcOrd="1" destOrd="0" presId="urn:microsoft.com/office/officeart/2018/5/layout/CenteredIconLabelDescriptionList"/>
    <dgm:cxn modelId="{4A1B9BA4-03E5-445A-AF68-D8E6EF636B88}" type="presParOf" srcId="{81DFFBF2-0329-42E4-9772-46D76F17D17D}" destId="{E1BDFF60-C03D-4151-9549-BC8D0F220BD6}" srcOrd="2" destOrd="0" presId="urn:microsoft.com/office/officeart/2018/5/layout/CenteredIconLabelDescriptionList"/>
    <dgm:cxn modelId="{4949E3F1-DDDE-445D-83F7-478539B8AFF6}" type="presParOf" srcId="{E1BDFF60-C03D-4151-9549-BC8D0F220BD6}" destId="{0D1E839F-72DE-46C5-B6CB-A53318935479}" srcOrd="0" destOrd="0" presId="urn:microsoft.com/office/officeart/2018/5/layout/CenteredIconLabelDescriptionList"/>
    <dgm:cxn modelId="{B29EAB59-C52A-4048-A3B9-19BD46692563}" type="presParOf" srcId="{E1BDFF60-C03D-4151-9549-BC8D0F220BD6}" destId="{E289626D-1916-4230-960D-2E8773372B6D}" srcOrd="1" destOrd="0" presId="urn:microsoft.com/office/officeart/2018/5/layout/CenteredIconLabelDescriptionList"/>
    <dgm:cxn modelId="{A37365B2-474A-40FB-9B7D-5D803CF5AAB4}" type="presParOf" srcId="{E1BDFF60-C03D-4151-9549-BC8D0F220BD6}" destId="{B9685DA4-A764-43BA-8349-051939F6052A}" srcOrd="2" destOrd="0" presId="urn:microsoft.com/office/officeart/2018/5/layout/CenteredIconLabelDescriptionList"/>
    <dgm:cxn modelId="{A238402C-D506-4E6E-9195-1D5F0319F2CF}" type="presParOf" srcId="{E1BDFF60-C03D-4151-9549-BC8D0F220BD6}" destId="{4AA659CA-5277-45D8-BB45-E3A459F68623}" srcOrd="3" destOrd="0" presId="urn:microsoft.com/office/officeart/2018/5/layout/CenteredIconLabelDescriptionList"/>
    <dgm:cxn modelId="{0BCA10D6-3BBE-4CDC-80BB-BB3E062E5724}" type="presParOf" srcId="{E1BDFF60-C03D-4151-9549-BC8D0F220BD6}" destId="{9945FD45-EA30-4AED-AEE5-B3505FDD5BE5}" srcOrd="4" destOrd="0" presId="urn:microsoft.com/office/officeart/2018/5/layout/CenteredIconLabelDescriptionList"/>
    <dgm:cxn modelId="{19A57176-9663-4DB8-8BF1-F4790693136D}" type="presParOf" srcId="{81DFFBF2-0329-42E4-9772-46D76F17D17D}" destId="{7C2C4F51-9322-4262-8E78-C47922D998E9}" srcOrd="3" destOrd="0" presId="urn:microsoft.com/office/officeart/2018/5/layout/CenteredIconLabelDescriptionList"/>
    <dgm:cxn modelId="{1ADBC306-6AC7-41B5-BC67-E67B9C4AF415}" type="presParOf" srcId="{81DFFBF2-0329-42E4-9772-46D76F17D17D}" destId="{F560B838-63D2-4E78-89F5-C645530B4AE4}" srcOrd="4" destOrd="0" presId="urn:microsoft.com/office/officeart/2018/5/layout/CenteredIconLabelDescriptionList"/>
    <dgm:cxn modelId="{E75AD2B1-8514-4670-A36E-B07E4364875E}" type="presParOf" srcId="{F560B838-63D2-4E78-89F5-C645530B4AE4}" destId="{FAD60031-75E0-4B74-86E5-109D263FD9A0}" srcOrd="0" destOrd="0" presId="urn:microsoft.com/office/officeart/2018/5/layout/CenteredIconLabelDescriptionList"/>
    <dgm:cxn modelId="{B4550F70-CBD1-4156-A1D6-A7B328C47C92}" type="presParOf" srcId="{F560B838-63D2-4E78-89F5-C645530B4AE4}" destId="{06935E00-46EC-4974-8B1C-4B87DB286DC1}" srcOrd="1" destOrd="0" presId="urn:microsoft.com/office/officeart/2018/5/layout/CenteredIconLabelDescriptionList"/>
    <dgm:cxn modelId="{64C97ACF-20CA-443E-8654-F0D92D407C23}" type="presParOf" srcId="{F560B838-63D2-4E78-89F5-C645530B4AE4}" destId="{C3C523F4-B558-47B1-ABE1-A9D7EE17398D}" srcOrd="2" destOrd="0" presId="urn:microsoft.com/office/officeart/2018/5/layout/CenteredIconLabelDescriptionList"/>
    <dgm:cxn modelId="{E6361D98-512A-4CE4-B84C-8A9DF0A02D0B}" type="presParOf" srcId="{F560B838-63D2-4E78-89F5-C645530B4AE4}" destId="{69062D8F-77EE-4D6A-A721-BADFDD464012}" srcOrd="3" destOrd="0" presId="urn:microsoft.com/office/officeart/2018/5/layout/CenteredIconLabelDescriptionList"/>
    <dgm:cxn modelId="{35148945-8B15-4F73-A558-DE853D482816}" type="presParOf" srcId="{F560B838-63D2-4E78-89F5-C645530B4AE4}" destId="{5162C44F-9C01-4B22-AB28-D1AF30B5F4E5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6.xml><?xml version="1.0" encoding="utf-8"?>
<dgm:dataModel xmlns:dgm="http://schemas.openxmlformats.org/drawingml/2006/diagram" xmlns:a="http://schemas.openxmlformats.org/drawingml/2006/main">
  <dgm:ptLst>
    <dgm:pt modelId="{3169F392-1A07-4955-B2C9-BAA24B69ABE1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07C3B896-B1FE-4EDF-87C5-F952E2DB800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RETURN outputs </a:t>
          </a:r>
        </a:p>
      </dgm:t>
    </dgm:pt>
    <dgm:pt modelId="{118737DD-F01B-426D-A2D6-2EBB58D8FEEE}" type="parTrans" cxnId="{760483F5-1F23-44AB-B891-0812E6B57C4D}">
      <dgm:prSet/>
      <dgm:spPr/>
      <dgm:t>
        <a:bodyPr/>
        <a:lstStyle/>
        <a:p>
          <a:endParaRPr lang="en-US"/>
        </a:p>
      </dgm:t>
    </dgm:pt>
    <dgm:pt modelId="{35FD5319-BA9C-42C8-BC29-96356F7EC739}" type="sibTrans" cxnId="{760483F5-1F23-44AB-B891-0812E6B57C4D}">
      <dgm:prSet/>
      <dgm:spPr/>
      <dgm:t>
        <a:bodyPr/>
        <a:lstStyle/>
        <a:p>
          <a:endParaRPr lang="en-US"/>
        </a:p>
      </dgm:t>
    </dgm:pt>
    <dgm:pt modelId="{34EE84BA-8859-4EFC-906F-86F30CB73FB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are recorded on the blockchain,</a:t>
          </a:r>
          <a:r>
            <a:rPr lang="tr-TR"/>
            <a:t> </a:t>
          </a:r>
          <a:endParaRPr lang="en-US"/>
        </a:p>
      </dgm:t>
    </dgm:pt>
    <dgm:pt modelId="{8D2E4504-31C9-4138-B02F-86DC49865640}" type="parTrans" cxnId="{7FE405F2-68FA-425C-88EF-9BE6D96EAAC8}">
      <dgm:prSet/>
      <dgm:spPr/>
      <dgm:t>
        <a:bodyPr/>
        <a:lstStyle/>
        <a:p>
          <a:endParaRPr lang="en-US"/>
        </a:p>
      </dgm:t>
    </dgm:pt>
    <dgm:pt modelId="{F8759D24-327E-443C-9DA6-FEC2323DC9C3}" type="sibTrans" cxnId="{7FE405F2-68FA-425C-88EF-9BE6D96EAAC8}">
      <dgm:prSet/>
      <dgm:spPr/>
      <dgm:t>
        <a:bodyPr/>
        <a:lstStyle/>
        <a:p>
          <a:endParaRPr lang="en-US"/>
        </a:p>
      </dgm:t>
    </dgm:pt>
    <dgm:pt modelId="{C62E375F-5B30-40C7-8593-3AA03C9D9EE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so they consume disk space and contribute</a:t>
          </a:r>
        </a:p>
      </dgm:t>
    </dgm:pt>
    <dgm:pt modelId="{EB1AF114-EA21-4E45-BCCF-4B3526F08FDB}" type="parTrans" cxnId="{719A73DF-4DEB-41A9-B885-D155B93F7C5B}">
      <dgm:prSet/>
      <dgm:spPr/>
      <dgm:t>
        <a:bodyPr/>
        <a:lstStyle/>
        <a:p>
          <a:endParaRPr lang="en-US"/>
        </a:p>
      </dgm:t>
    </dgm:pt>
    <dgm:pt modelId="{57FB5527-36AE-41EB-A746-6EF1382D0908}" type="sibTrans" cxnId="{719A73DF-4DEB-41A9-B885-D155B93F7C5B}">
      <dgm:prSet/>
      <dgm:spPr/>
      <dgm:t>
        <a:bodyPr/>
        <a:lstStyle/>
        <a:p>
          <a:endParaRPr lang="en-US"/>
        </a:p>
      </dgm:t>
    </dgm:pt>
    <dgm:pt modelId="{76EE9CE1-FD8D-4937-888A-8A65E9071BC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the increase in the blockchain’s size, </a:t>
          </a:r>
        </a:p>
      </dgm:t>
    </dgm:pt>
    <dgm:pt modelId="{5A816B56-6BB1-4DA7-951A-B0D101EA166C}" type="parTrans" cxnId="{64759B79-9340-4F34-B49E-EA50938685C3}">
      <dgm:prSet/>
      <dgm:spPr/>
      <dgm:t>
        <a:bodyPr/>
        <a:lstStyle/>
        <a:p>
          <a:endParaRPr lang="en-US"/>
        </a:p>
      </dgm:t>
    </dgm:pt>
    <dgm:pt modelId="{8B34019B-3B22-4553-8CFE-2016787BFF2E}" type="sibTrans" cxnId="{64759B79-9340-4F34-B49E-EA50938685C3}">
      <dgm:prSet/>
      <dgm:spPr/>
      <dgm:t>
        <a:bodyPr/>
        <a:lstStyle/>
        <a:p>
          <a:endParaRPr lang="en-US"/>
        </a:p>
      </dgm:t>
    </dgm:pt>
    <dgm:pt modelId="{6CE47499-0CC8-4776-9DFC-5C8F82548E1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but</a:t>
          </a:r>
          <a:r>
            <a:rPr lang="tr-TR"/>
            <a:t> </a:t>
          </a:r>
          <a:r>
            <a:rPr lang="en-US"/>
            <a:t>they are not stored in the UTXO set </a:t>
          </a:r>
        </a:p>
      </dgm:t>
    </dgm:pt>
    <dgm:pt modelId="{5B5C0429-5243-4E83-B4D1-8DBE9246D10F}" type="parTrans" cxnId="{6E6DF59F-8B63-4F32-BC3D-920A8BFCFC06}">
      <dgm:prSet/>
      <dgm:spPr/>
      <dgm:t>
        <a:bodyPr/>
        <a:lstStyle/>
        <a:p>
          <a:endParaRPr lang="en-US"/>
        </a:p>
      </dgm:t>
    </dgm:pt>
    <dgm:pt modelId="{79A66A85-3F5C-4E92-A48C-FD991E6E55AD}" type="sibTrans" cxnId="{6E6DF59F-8B63-4F32-BC3D-920A8BFCFC06}">
      <dgm:prSet/>
      <dgm:spPr/>
      <dgm:t>
        <a:bodyPr/>
        <a:lstStyle/>
        <a:p>
          <a:endParaRPr lang="en-US"/>
        </a:p>
      </dgm:t>
    </dgm:pt>
    <dgm:pt modelId="{7BFA8122-7EEF-44EF-8FB3-005FB4F03FF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therefore </a:t>
          </a:r>
        </a:p>
      </dgm:t>
    </dgm:pt>
    <dgm:pt modelId="{990E57AC-68F0-4655-B0F7-8EDC9BCA131E}" type="parTrans" cxnId="{963D7F48-9C1C-43CF-9033-202A44DDE566}">
      <dgm:prSet/>
      <dgm:spPr/>
      <dgm:t>
        <a:bodyPr/>
        <a:lstStyle/>
        <a:p>
          <a:endParaRPr lang="en-US"/>
        </a:p>
      </dgm:t>
    </dgm:pt>
    <dgm:pt modelId="{BE07A62F-0DC0-4898-87D0-8C0875C37D6E}" type="sibTrans" cxnId="{963D7F48-9C1C-43CF-9033-202A44DDE566}">
      <dgm:prSet/>
      <dgm:spPr/>
      <dgm:t>
        <a:bodyPr/>
        <a:lstStyle/>
        <a:p>
          <a:endParaRPr lang="en-US"/>
        </a:p>
      </dgm:t>
    </dgm:pt>
    <dgm:pt modelId="{3D733DC5-E357-4D85-8035-EBF5C414481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do not bloat the UTXO memory</a:t>
          </a:r>
          <a:r>
            <a:rPr lang="tr-TR"/>
            <a:t> </a:t>
          </a:r>
          <a:r>
            <a:rPr lang="en-US"/>
            <a:t>pool </a:t>
          </a:r>
        </a:p>
      </dgm:t>
    </dgm:pt>
    <dgm:pt modelId="{AD262361-D4E0-4F38-9A93-21802A025CE1}" type="parTrans" cxnId="{5D2D8326-BFCE-47D7-861E-E6554D02CB07}">
      <dgm:prSet/>
      <dgm:spPr/>
      <dgm:t>
        <a:bodyPr/>
        <a:lstStyle/>
        <a:p>
          <a:endParaRPr lang="en-US"/>
        </a:p>
      </dgm:t>
    </dgm:pt>
    <dgm:pt modelId="{EAF5C75C-4D16-4E52-9EEA-782361B7A794}" type="sibTrans" cxnId="{5D2D8326-BFCE-47D7-861E-E6554D02CB07}">
      <dgm:prSet/>
      <dgm:spPr/>
      <dgm:t>
        <a:bodyPr/>
        <a:lstStyle/>
        <a:p>
          <a:endParaRPr lang="en-US"/>
        </a:p>
      </dgm:t>
    </dgm:pt>
    <dgm:pt modelId="{8E1F6974-65E2-4BC8-868A-9914F8E2825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burden full nodes </a:t>
          </a:r>
        </a:p>
      </dgm:t>
    </dgm:pt>
    <dgm:pt modelId="{005B2C81-DE58-4CB8-9392-6318D7F483A9}" type="parTrans" cxnId="{37DF3115-5F5A-4047-A004-FF66411092D1}">
      <dgm:prSet/>
      <dgm:spPr/>
      <dgm:t>
        <a:bodyPr/>
        <a:lstStyle/>
        <a:p>
          <a:endParaRPr lang="en-US"/>
        </a:p>
      </dgm:t>
    </dgm:pt>
    <dgm:pt modelId="{961DF9A5-C6E7-479A-9BBF-116395EA43F4}" type="sibTrans" cxnId="{37DF3115-5F5A-4047-A004-FF66411092D1}">
      <dgm:prSet/>
      <dgm:spPr/>
      <dgm:t>
        <a:bodyPr/>
        <a:lstStyle/>
        <a:p>
          <a:endParaRPr lang="en-US"/>
        </a:p>
      </dgm:t>
    </dgm:pt>
    <dgm:pt modelId="{895C9197-DF17-4D6E-B915-A2B487313B9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 the cost of more expensive RAM.</a:t>
          </a:r>
        </a:p>
      </dgm:t>
    </dgm:pt>
    <dgm:pt modelId="{84166153-30C0-4B91-9F1F-A6006A55E4AA}" type="parTrans" cxnId="{CFD85665-E176-4605-AAFF-6808EC1616F3}">
      <dgm:prSet/>
      <dgm:spPr/>
      <dgm:t>
        <a:bodyPr/>
        <a:lstStyle/>
        <a:p>
          <a:endParaRPr lang="en-US"/>
        </a:p>
      </dgm:t>
    </dgm:pt>
    <dgm:pt modelId="{F9F158E0-9B71-43AF-A800-D23CB6452934}" type="sibTrans" cxnId="{CFD85665-E176-4605-AAFF-6808EC1616F3}">
      <dgm:prSet/>
      <dgm:spPr/>
      <dgm:t>
        <a:bodyPr/>
        <a:lstStyle/>
        <a:p>
          <a:endParaRPr lang="en-US"/>
        </a:p>
      </dgm:t>
    </dgm:pt>
    <dgm:pt modelId="{3529DAEB-A3AA-4B2C-B7B9-4C25E4FD24FD}" type="pres">
      <dgm:prSet presAssocID="{3169F392-1A07-4955-B2C9-BAA24B69ABE1}" presName="root" presStyleCnt="0">
        <dgm:presLayoutVars>
          <dgm:dir/>
          <dgm:resizeHandles val="exact"/>
        </dgm:presLayoutVars>
      </dgm:prSet>
      <dgm:spPr/>
    </dgm:pt>
    <dgm:pt modelId="{A7F015EF-0D6D-4E05-AA9B-B23A3742CCF6}" type="pres">
      <dgm:prSet presAssocID="{07C3B896-B1FE-4EDF-87C5-F952E2DB800B}" presName="compNode" presStyleCnt="0"/>
      <dgm:spPr/>
    </dgm:pt>
    <dgm:pt modelId="{7D02348E-FCFA-4372-8252-567E70AEC3C9}" type="pres">
      <dgm:prSet presAssocID="{07C3B896-B1FE-4EDF-87C5-F952E2DB800B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eyik"/>
        </a:ext>
      </dgm:extLst>
    </dgm:pt>
    <dgm:pt modelId="{8CD1C8EF-FFB3-405B-ACAD-E26623AC2E6D}" type="pres">
      <dgm:prSet presAssocID="{07C3B896-B1FE-4EDF-87C5-F952E2DB800B}" presName="iconSpace" presStyleCnt="0"/>
      <dgm:spPr/>
    </dgm:pt>
    <dgm:pt modelId="{4441B5C6-00CA-434F-BD4C-66ABFA8F88CA}" type="pres">
      <dgm:prSet presAssocID="{07C3B896-B1FE-4EDF-87C5-F952E2DB800B}" presName="parTx" presStyleLbl="revTx" presStyleIdx="0" presStyleCnt="6">
        <dgm:presLayoutVars>
          <dgm:chMax val="0"/>
          <dgm:chPref val="0"/>
        </dgm:presLayoutVars>
      </dgm:prSet>
      <dgm:spPr/>
    </dgm:pt>
    <dgm:pt modelId="{8D338BF2-2A4F-401C-BEFE-3143FCAFF822}" type="pres">
      <dgm:prSet presAssocID="{07C3B896-B1FE-4EDF-87C5-F952E2DB800B}" presName="txSpace" presStyleCnt="0"/>
      <dgm:spPr/>
    </dgm:pt>
    <dgm:pt modelId="{469B2B01-1D0D-49D4-B07F-01020CCA96E6}" type="pres">
      <dgm:prSet presAssocID="{07C3B896-B1FE-4EDF-87C5-F952E2DB800B}" presName="desTx" presStyleLbl="revTx" presStyleIdx="1" presStyleCnt="6">
        <dgm:presLayoutVars/>
      </dgm:prSet>
      <dgm:spPr/>
    </dgm:pt>
    <dgm:pt modelId="{85C79E9F-6147-4E27-833D-7EF4A27FEAD7}" type="pres">
      <dgm:prSet presAssocID="{35FD5319-BA9C-42C8-BC29-96356F7EC739}" presName="sibTrans" presStyleCnt="0"/>
      <dgm:spPr/>
    </dgm:pt>
    <dgm:pt modelId="{3AE7AA4A-B226-4225-9603-1F5D2A6D1943}" type="pres">
      <dgm:prSet presAssocID="{C62E375F-5B30-40C7-8593-3AA03C9D9EE9}" presName="compNode" presStyleCnt="0"/>
      <dgm:spPr/>
    </dgm:pt>
    <dgm:pt modelId="{3DB467E2-800E-4B6D-973B-F9093AD3F472}" type="pres">
      <dgm:prSet presAssocID="{C62E375F-5B30-40C7-8593-3AA03C9D9EE9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k"/>
        </a:ext>
      </dgm:extLst>
    </dgm:pt>
    <dgm:pt modelId="{FEF52455-D9F4-4613-8EAC-541246256BB6}" type="pres">
      <dgm:prSet presAssocID="{C62E375F-5B30-40C7-8593-3AA03C9D9EE9}" presName="iconSpace" presStyleCnt="0"/>
      <dgm:spPr/>
    </dgm:pt>
    <dgm:pt modelId="{D72ED402-55CC-45A0-9C7B-D618B9545713}" type="pres">
      <dgm:prSet presAssocID="{C62E375F-5B30-40C7-8593-3AA03C9D9EE9}" presName="parTx" presStyleLbl="revTx" presStyleIdx="2" presStyleCnt="6">
        <dgm:presLayoutVars>
          <dgm:chMax val="0"/>
          <dgm:chPref val="0"/>
        </dgm:presLayoutVars>
      </dgm:prSet>
      <dgm:spPr/>
    </dgm:pt>
    <dgm:pt modelId="{225E6DB5-F5D2-466E-9950-6C0A31FC6A0E}" type="pres">
      <dgm:prSet presAssocID="{C62E375F-5B30-40C7-8593-3AA03C9D9EE9}" presName="txSpace" presStyleCnt="0"/>
      <dgm:spPr/>
    </dgm:pt>
    <dgm:pt modelId="{7E49E61B-3EC1-41CA-8606-411FFCBFE338}" type="pres">
      <dgm:prSet presAssocID="{C62E375F-5B30-40C7-8593-3AA03C9D9EE9}" presName="desTx" presStyleLbl="revTx" presStyleIdx="3" presStyleCnt="6">
        <dgm:presLayoutVars/>
      </dgm:prSet>
      <dgm:spPr/>
    </dgm:pt>
    <dgm:pt modelId="{F9D3F1F9-285A-4414-9D1E-BDB2013C2333}" type="pres">
      <dgm:prSet presAssocID="{57FB5527-36AE-41EB-A746-6EF1382D0908}" presName="sibTrans" presStyleCnt="0"/>
      <dgm:spPr/>
    </dgm:pt>
    <dgm:pt modelId="{6423737B-1B94-4B53-B6F4-96FCB7E0549F}" type="pres">
      <dgm:prSet presAssocID="{7BFA8122-7EEF-44EF-8FB3-005FB4F03FF6}" presName="compNode" presStyleCnt="0"/>
      <dgm:spPr/>
    </dgm:pt>
    <dgm:pt modelId="{D237348E-2E0F-4087-96CB-F079DAF49064}" type="pres">
      <dgm:prSet presAssocID="{7BFA8122-7EEF-44EF-8FB3-005FB4F03FF6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Veri tabanı"/>
        </a:ext>
      </dgm:extLst>
    </dgm:pt>
    <dgm:pt modelId="{C86470B0-10A0-4D2B-A980-627DF997D325}" type="pres">
      <dgm:prSet presAssocID="{7BFA8122-7EEF-44EF-8FB3-005FB4F03FF6}" presName="iconSpace" presStyleCnt="0"/>
      <dgm:spPr/>
    </dgm:pt>
    <dgm:pt modelId="{9368F76B-71E5-436C-83E9-D2FA8881D29D}" type="pres">
      <dgm:prSet presAssocID="{7BFA8122-7EEF-44EF-8FB3-005FB4F03FF6}" presName="parTx" presStyleLbl="revTx" presStyleIdx="4" presStyleCnt="6">
        <dgm:presLayoutVars>
          <dgm:chMax val="0"/>
          <dgm:chPref val="0"/>
        </dgm:presLayoutVars>
      </dgm:prSet>
      <dgm:spPr/>
    </dgm:pt>
    <dgm:pt modelId="{75207350-EF73-42AD-97EC-A03E6CC4DDE4}" type="pres">
      <dgm:prSet presAssocID="{7BFA8122-7EEF-44EF-8FB3-005FB4F03FF6}" presName="txSpace" presStyleCnt="0"/>
      <dgm:spPr/>
    </dgm:pt>
    <dgm:pt modelId="{C86D61BB-1758-46C0-99F8-610504D58583}" type="pres">
      <dgm:prSet presAssocID="{7BFA8122-7EEF-44EF-8FB3-005FB4F03FF6}" presName="desTx" presStyleLbl="revTx" presStyleIdx="5" presStyleCnt="6">
        <dgm:presLayoutVars/>
      </dgm:prSet>
      <dgm:spPr/>
    </dgm:pt>
  </dgm:ptLst>
  <dgm:cxnLst>
    <dgm:cxn modelId="{7760D20F-F103-45DA-AA34-9B6F0A51385A}" type="presOf" srcId="{3D733DC5-E357-4D85-8035-EBF5C414481A}" destId="{C86D61BB-1758-46C0-99F8-610504D58583}" srcOrd="0" destOrd="0" presId="urn:microsoft.com/office/officeart/2018/5/layout/CenteredIconLabelDescriptionList"/>
    <dgm:cxn modelId="{37DF3115-5F5A-4047-A004-FF66411092D1}" srcId="{7BFA8122-7EEF-44EF-8FB3-005FB4F03FF6}" destId="{8E1F6974-65E2-4BC8-868A-9914F8E2825C}" srcOrd="1" destOrd="0" parTransId="{005B2C81-DE58-4CB8-9392-6318D7F483A9}" sibTransId="{961DF9A5-C6E7-479A-9BBF-116395EA43F4}"/>
    <dgm:cxn modelId="{0D3F3016-0F30-4ABC-AA23-7FC2A0FF46ED}" type="presOf" srcId="{8E1F6974-65E2-4BC8-868A-9914F8E2825C}" destId="{C86D61BB-1758-46C0-99F8-610504D58583}" srcOrd="0" destOrd="1" presId="urn:microsoft.com/office/officeart/2018/5/layout/CenteredIconLabelDescriptionList"/>
    <dgm:cxn modelId="{5D2D8326-BFCE-47D7-861E-E6554D02CB07}" srcId="{7BFA8122-7EEF-44EF-8FB3-005FB4F03FF6}" destId="{3D733DC5-E357-4D85-8035-EBF5C414481A}" srcOrd="0" destOrd="0" parTransId="{AD262361-D4E0-4F38-9A93-21802A025CE1}" sibTransId="{EAF5C75C-4D16-4E52-9EEA-782361B7A794}"/>
    <dgm:cxn modelId="{131FAB39-F946-409E-8F05-FAF768459610}" type="presOf" srcId="{6CE47499-0CC8-4776-9DFC-5C8F82548E15}" destId="{7E49E61B-3EC1-41CA-8606-411FFCBFE338}" srcOrd="0" destOrd="1" presId="urn:microsoft.com/office/officeart/2018/5/layout/CenteredIconLabelDescriptionList"/>
    <dgm:cxn modelId="{CFD85665-E176-4605-AAFF-6808EC1616F3}" srcId="{7BFA8122-7EEF-44EF-8FB3-005FB4F03FF6}" destId="{895C9197-DF17-4D6E-B915-A2B487313B9C}" srcOrd="2" destOrd="0" parTransId="{84166153-30C0-4B91-9F1F-A6006A55E4AA}" sibTransId="{F9F158E0-9B71-43AF-A800-D23CB6452934}"/>
    <dgm:cxn modelId="{6CE06546-14FC-42C5-98E1-2ABCBFD154C7}" type="presOf" srcId="{07C3B896-B1FE-4EDF-87C5-F952E2DB800B}" destId="{4441B5C6-00CA-434F-BD4C-66ABFA8F88CA}" srcOrd="0" destOrd="0" presId="urn:microsoft.com/office/officeart/2018/5/layout/CenteredIconLabelDescriptionList"/>
    <dgm:cxn modelId="{963D7F48-9C1C-43CF-9033-202A44DDE566}" srcId="{3169F392-1A07-4955-B2C9-BAA24B69ABE1}" destId="{7BFA8122-7EEF-44EF-8FB3-005FB4F03FF6}" srcOrd="2" destOrd="0" parTransId="{990E57AC-68F0-4655-B0F7-8EDC9BCA131E}" sibTransId="{BE07A62F-0DC0-4898-87D0-8C0875C37D6E}"/>
    <dgm:cxn modelId="{317CC94C-185F-4214-8266-4A830583A174}" type="presOf" srcId="{7BFA8122-7EEF-44EF-8FB3-005FB4F03FF6}" destId="{9368F76B-71E5-436C-83E9-D2FA8881D29D}" srcOrd="0" destOrd="0" presId="urn:microsoft.com/office/officeart/2018/5/layout/CenteredIconLabelDescriptionList"/>
    <dgm:cxn modelId="{C8F78A76-496B-458F-8336-EA7F47D53902}" type="presOf" srcId="{895C9197-DF17-4D6E-B915-A2B487313B9C}" destId="{C86D61BB-1758-46C0-99F8-610504D58583}" srcOrd="0" destOrd="2" presId="urn:microsoft.com/office/officeart/2018/5/layout/CenteredIconLabelDescriptionList"/>
    <dgm:cxn modelId="{64759B79-9340-4F34-B49E-EA50938685C3}" srcId="{C62E375F-5B30-40C7-8593-3AA03C9D9EE9}" destId="{76EE9CE1-FD8D-4937-888A-8A65E9071BCD}" srcOrd="0" destOrd="0" parTransId="{5A816B56-6BB1-4DA7-951A-B0D101EA166C}" sibTransId="{8B34019B-3B22-4553-8CFE-2016787BFF2E}"/>
    <dgm:cxn modelId="{2129E391-2697-4159-8B8C-768F66DEAB52}" type="presOf" srcId="{34EE84BA-8859-4EFC-906F-86F30CB73FBE}" destId="{469B2B01-1D0D-49D4-B07F-01020CCA96E6}" srcOrd="0" destOrd="0" presId="urn:microsoft.com/office/officeart/2018/5/layout/CenteredIconLabelDescriptionList"/>
    <dgm:cxn modelId="{CD7A1098-2592-4587-ACEA-B50FDB4117C6}" type="presOf" srcId="{C62E375F-5B30-40C7-8593-3AA03C9D9EE9}" destId="{D72ED402-55CC-45A0-9C7B-D618B9545713}" srcOrd="0" destOrd="0" presId="urn:microsoft.com/office/officeart/2018/5/layout/CenteredIconLabelDescriptionList"/>
    <dgm:cxn modelId="{6E6DF59F-8B63-4F32-BC3D-920A8BFCFC06}" srcId="{C62E375F-5B30-40C7-8593-3AA03C9D9EE9}" destId="{6CE47499-0CC8-4776-9DFC-5C8F82548E15}" srcOrd="1" destOrd="0" parTransId="{5B5C0429-5243-4E83-B4D1-8DBE9246D10F}" sibTransId="{79A66A85-3F5C-4E92-A48C-FD991E6E55AD}"/>
    <dgm:cxn modelId="{719A73DF-4DEB-41A9-B885-D155B93F7C5B}" srcId="{3169F392-1A07-4955-B2C9-BAA24B69ABE1}" destId="{C62E375F-5B30-40C7-8593-3AA03C9D9EE9}" srcOrd="1" destOrd="0" parTransId="{EB1AF114-EA21-4E45-BCCF-4B3526F08FDB}" sibTransId="{57FB5527-36AE-41EB-A746-6EF1382D0908}"/>
    <dgm:cxn modelId="{7FE405F2-68FA-425C-88EF-9BE6D96EAAC8}" srcId="{07C3B896-B1FE-4EDF-87C5-F952E2DB800B}" destId="{34EE84BA-8859-4EFC-906F-86F30CB73FBE}" srcOrd="0" destOrd="0" parTransId="{8D2E4504-31C9-4138-B02F-86DC49865640}" sibTransId="{F8759D24-327E-443C-9DA6-FEC2323DC9C3}"/>
    <dgm:cxn modelId="{760483F5-1F23-44AB-B891-0812E6B57C4D}" srcId="{3169F392-1A07-4955-B2C9-BAA24B69ABE1}" destId="{07C3B896-B1FE-4EDF-87C5-F952E2DB800B}" srcOrd="0" destOrd="0" parTransId="{118737DD-F01B-426D-A2D6-2EBB58D8FEEE}" sibTransId="{35FD5319-BA9C-42C8-BC29-96356F7EC739}"/>
    <dgm:cxn modelId="{EE8870F8-440E-40C4-8321-A06B3135FDF2}" type="presOf" srcId="{3169F392-1A07-4955-B2C9-BAA24B69ABE1}" destId="{3529DAEB-A3AA-4B2C-B7B9-4C25E4FD24FD}" srcOrd="0" destOrd="0" presId="urn:microsoft.com/office/officeart/2018/5/layout/CenteredIconLabelDescriptionList"/>
    <dgm:cxn modelId="{D8457BFE-5BB0-444B-B408-F65B1F850771}" type="presOf" srcId="{76EE9CE1-FD8D-4937-888A-8A65E9071BCD}" destId="{7E49E61B-3EC1-41CA-8606-411FFCBFE338}" srcOrd="0" destOrd="0" presId="urn:microsoft.com/office/officeart/2018/5/layout/CenteredIconLabelDescriptionList"/>
    <dgm:cxn modelId="{5CDD37A9-5587-486C-A5FC-79BE110171D3}" type="presParOf" srcId="{3529DAEB-A3AA-4B2C-B7B9-4C25E4FD24FD}" destId="{A7F015EF-0D6D-4E05-AA9B-B23A3742CCF6}" srcOrd="0" destOrd="0" presId="urn:microsoft.com/office/officeart/2018/5/layout/CenteredIconLabelDescriptionList"/>
    <dgm:cxn modelId="{02BD712F-F635-4BFE-9630-940FCA483C0F}" type="presParOf" srcId="{A7F015EF-0D6D-4E05-AA9B-B23A3742CCF6}" destId="{7D02348E-FCFA-4372-8252-567E70AEC3C9}" srcOrd="0" destOrd="0" presId="urn:microsoft.com/office/officeart/2018/5/layout/CenteredIconLabelDescriptionList"/>
    <dgm:cxn modelId="{9644B5CA-1126-4A06-9128-FEEBEAAB0B5D}" type="presParOf" srcId="{A7F015EF-0D6D-4E05-AA9B-B23A3742CCF6}" destId="{8CD1C8EF-FFB3-405B-ACAD-E26623AC2E6D}" srcOrd="1" destOrd="0" presId="urn:microsoft.com/office/officeart/2018/5/layout/CenteredIconLabelDescriptionList"/>
    <dgm:cxn modelId="{F98094F9-6FA0-4172-B96C-51A8B575455D}" type="presParOf" srcId="{A7F015EF-0D6D-4E05-AA9B-B23A3742CCF6}" destId="{4441B5C6-00CA-434F-BD4C-66ABFA8F88CA}" srcOrd="2" destOrd="0" presId="urn:microsoft.com/office/officeart/2018/5/layout/CenteredIconLabelDescriptionList"/>
    <dgm:cxn modelId="{EF1D7E54-C3DB-486A-89EE-CBDFCD5D4432}" type="presParOf" srcId="{A7F015EF-0D6D-4E05-AA9B-B23A3742CCF6}" destId="{8D338BF2-2A4F-401C-BEFE-3143FCAFF822}" srcOrd="3" destOrd="0" presId="urn:microsoft.com/office/officeart/2018/5/layout/CenteredIconLabelDescriptionList"/>
    <dgm:cxn modelId="{1C0CBB4E-01FD-4891-9F5D-46CEB2D6B644}" type="presParOf" srcId="{A7F015EF-0D6D-4E05-AA9B-B23A3742CCF6}" destId="{469B2B01-1D0D-49D4-B07F-01020CCA96E6}" srcOrd="4" destOrd="0" presId="urn:microsoft.com/office/officeart/2018/5/layout/CenteredIconLabelDescriptionList"/>
    <dgm:cxn modelId="{2C9E00A9-9461-408B-BC2B-79AD431FE140}" type="presParOf" srcId="{3529DAEB-A3AA-4B2C-B7B9-4C25E4FD24FD}" destId="{85C79E9F-6147-4E27-833D-7EF4A27FEAD7}" srcOrd="1" destOrd="0" presId="urn:microsoft.com/office/officeart/2018/5/layout/CenteredIconLabelDescriptionList"/>
    <dgm:cxn modelId="{FC7311C5-E21A-4EEF-8522-6863FEC944A4}" type="presParOf" srcId="{3529DAEB-A3AA-4B2C-B7B9-4C25E4FD24FD}" destId="{3AE7AA4A-B226-4225-9603-1F5D2A6D1943}" srcOrd="2" destOrd="0" presId="urn:microsoft.com/office/officeart/2018/5/layout/CenteredIconLabelDescriptionList"/>
    <dgm:cxn modelId="{D60602FB-B7E2-4A01-8A82-6B53FDA4323B}" type="presParOf" srcId="{3AE7AA4A-B226-4225-9603-1F5D2A6D1943}" destId="{3DB467E2-800E-4B6D-973B-F9093AD3F472}" srcOrd="0" destOrd="0" presId="urn:microsoft.com/office/officeart/2018/5/layout/CenteredIconLabelDescriptionList"/>
    <dgm:cxn modelId="{9F27B388-8F3D-4221-AECD-00AD754682A0}" type="presParOf" srcId="{3AE7AA4A-B226-4225-9603-1F5D2A6D1943}" destId="{FEF52455-D9F4-4613-8EAC-541246256BB6}" srcOrd="1" destOrd="0" presId="urn:microsoft.com/office/officeart/2018/5/layout/CenteredIconLabelDescriptionList"/>
    <dgm:cxn modelId="{D5711B26-C604-45FD-BD43-001CA68C630C}" type="presParOf" srcId="{3AE7AA4A-B226-4225-9603-1F5D2A6D1943}" destId="{D72ED402-55CC-45A0-9C7B-D618B9545713}" srcOrd="2" destOrd="0" presId="urn:microsoft.com/office/officeart/2018/5/layout/CenteredIconLabelDescriptionList"/>
    <dgm:cxn modelId="{F85ED01D-48F8-41D2-A977-0D615D71D67F}" type="presParOf" srcId="{3AE7AA4A-B226-4225-9603-1F5D2A6D1943}" destId="{225E6DB5-F5D2-466E-9950-6C0A31FC6A0E}" srcOrd="3" destOrd="0" presId="urn:microsoft.com/office/officeart/2018/5/layout/CenteredIconLabelDescriptionList"/>
    <dgm:cxn modelId="{36F74EAE-EC59-43D3-AB08-786866B7112F}" type="presParOf" srcId="{3AE7AA4A-B226-4225-9603-1F5D2A6D1943}" destId="{7E49E61B-3EC1-41CA-8606-411FFCBFE338}" srcOrd="4" destOrd="0" presId="urn:microsoft.com/office/officeart/2018/5/layout/CenteredIconLabelDescriptionList"/>
    <dgm:cxn modelId="{5AA92C9F-08AB-4006-9E45-AC9A05AC0BC4}" type="presParOf" srcId="{3529DAEB-A3AA-4B2C-B7B9-4C25E4FD24FD}" destId="{F9D3F1F9-285A-4414-9D1E-BDB2013C2333}" srcOrd="3" destOrd="0" presId="urn:microsoft.com/office/officeart/2018/5/layout/CenteredIconLabelDescriptionList"/>
    <dgm:cxn modelId="{018DB84B-C91B-4AB0-A5A8-1EFA18F85105}" type="presParOf" srcId="{3529DAEB-A3AA-4B2C-B7B9-4C25E4FD24FD}" destId="{6423737B-1B94-4B53-B6F4-96FCB7E0549F}" srcOrd="4" destOrd="0" presId="urn:microsoft.com/office/officeart/2018/5/layout/CenteredIconLabelDescriptionList"/>
    <dgm:cxn modelId="{A5CB42FC-0656-4E9B-9975-D2E1443F3607}" type="presParOf" srcId="{6423737B-1B94-4B53-B6F4-96FCB7E0549F}" destId="{D237348E-2E0F-4087-96CB-F079DAF49064}" srcOrd="0" destOrd="0" presId="urn:microsoft.com/office/officeart/2018/5/layout/CenteredIconLabelDescriptionList"/>
    <dgm:cxn modelId="{F5B44F19-6B6A-47E1-B9F0-BFC96D25EDC7}" type="presParOf" srcId="{6423737B-1B94-4B53-B6F4-96FCB7E0549F}" destId="{C86470B0-10A0-4D2B-A980-627DF997D325}" srcOrd="1" destOrd="0" presId="urn:microsoft.com/office/officeart/2018/5/layout/CenteredIconLabelDescriptionList"/>
    <dgm:cxn modelId="{F7ADA7E0-0DD1-4BFA-A47C-E1038FDAD2C9}" type="presParOf" srcId="{6423737B-1B94-4B53-B6F4-96FCB7E0549F}" destId="{9368F76B-71E5-436C-83E9-D2FA8881D29D}" srcOrd="2" destOrd="0" presId="urn:microsoft.com/office/officeart/2018/5/layout/CenteredIconLabelDescriptionList"/>
    <dgm:cxn modelId="{791F93EB-BD8F-44FF-8B81-6859233F9DA2}" type="presParOf" srcId="{6423737B-1B94-4B53-B6F4-96FCB7E0549F}" destId="{75207350-EF73-42AD-97EC-A03E6CC4DDE4}" srcOrd="3" destOrd="0" presId="urn:microsoft.com/office/officeart/2018/5/layout/CenteredIconLabelDescriptionList"/>
    <dgm:cxn modelId="{67AA0235-1DA9-43AB-AC07-BAAE4168554F}" type="presParOf" srcId="{6423737B-1B94-4B53-B6F4-96FCB7E0549F}" destId="{C86D61BB-1758-46C0-99F8-610504D5858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7.xml><?xml version="1.0" encoding="utf-8"?>
<dgm:dataModel xmlns:dgm="http://schemas.openxmlformats.org/drawingml/2006/diagram" xmlns:a="http://schemas.openxmlformats.org/drawingml/2006/main">
  <dgm:ptLst>
    <dgm:pt modelId="{1E7CAB1F-0650-4864-A111-5933F411DBBE}" type="doc">
      <dgm:prSet loTypeId="urn:microsoft.com/office/officeart/2005/8/layout/list1" loCatId="list" qsTypeId="urn:microsoft.com/office/officeart/2005/8/quickstyle/simple3" qsCatId="simple" csTypeId="urn:microsoft.com/office/officeart/2005/8/colors/accent2_1" csCatId="accent2"/>
      <dgm:spPr/>
      <dgm:t>
        <a:bodyPr/>
        <a:lstStyle/>
        <a:p>
          <a:endParaRPr lang="en-US"/>
        </a:p>
      </dgm:t>
    </dgm:pt>
    <dgm:pt modelId="{997FF2BD-2E16-42DF-A3F2-23B0EED47668}">
      <dgm:prSet/>
      <dgm:spPr/>
      <dgm:t>
        <a:bodyPr/>
        <a:lstStyle/>
        <a:p>
          <a:r>
            <a:rPr lang="en-US"/>
            <a:t>RETURN scripts look like this:</a:t>
          </a:r>
        </a:p>
      </dgm:t>
    </dgm:pt>
    <dgm:pt modelId="{C7FEC0FC-78B9-410A-923A-9E79029BD1D1}" type="parTrans" cxnId="{92CA6541-712B-428B-8E28-4CD7F639A442}">
      <dgm:prSet/>
      <dgm:spPr/>
      <dgm:t>
        <a:bodyPr/>
        <a:lstStyle/>
        <a:p>
          <a:endParaRPr lang="en-US"/>
        </a:p>
      </dgm:t>
    </dgm:pt>
    <dgm:pt modelId="{53BD84C8-2778-4AA1-8495-2F43E5D9C184}" type="sibTrans" cxnId="{92CA6541-712B-428B-8E28-4CD7F639A442}">
      <dgm:prSet/>
      <dgm:spPr/>
      <dgm:t>
        <a:bodyPr/>
        <a:lstStyle/>
        <a:p>
          <a:endParaRPr lang="en-US"/>
        </a:p>
      </dgm:t>
    </dgm:pt>
    <dgm:pt modelId="{C92FEDC3-3AC5-4296-9F16-2BBC58B229D8}">
      <dgm:prSet/>
      <dgm:spPr/>
      <dgm:t>
        <a:bodyPr/>
        <a:lstStyle/>
        <a:p>
          <a:r>
            <a:rPr lang="tr-TR"/>
            <a:t>RETURN &lt;data&gt;</a:t>
          </a:r>
          <a:endParaRPr lang="en-US"/>
        </a:p>
      </dgm:t>
    </dgm:pt>
    <dgm:pt modelId="{6F3168AA-63CC-40EE-887F-98AD015FBA6C}" type="parTrans" cxnId="{5B573744-5FDE-4796-86CE-1AA0C09D70D6}">
      <dgm:prSet/>
      <dgm:spPr/>
      <dgm:t>
        <a:bodyPr/>
        <a:lstStyle/>
        <a:p>
          <a:endParaRPr lang="en-US"/>
        </a:p>
      </dgm:t>
    </dgm:pt>
    <dgm:pt modelId="{A1493424-5BA7-4DF8-BE0C-559411C5D49B}" type="sibTrans" cxnId="{5B573744-5FDE-4796-86CE-1AA0C09D70D6}">
      <dgm:prSet/>
      <dgm:spPr/>
      <dgm:t>
        <a:bodyPr/>
        <a:lstStyle/>
        <a:p>
          <a:endParaRPr lang="en-US"/>
        </a:p>
      </dgm:t>
    </dgm:pt>
    <dgm:pt modelId="{2024EC5C-6EB5-4F58-B556-D8BE8C91E40D}">
      <dgm:prSet/>
      <dgm:spPr/>
      <dgm:t>
        <a:bodyPr/>
        <a:lstStyle/>
        <a:p>
          <a:r>
            <a:rPr lang="en-US"/>
            <a:t>The data portion is </a:t>
          </a:r>
        </a:p>
      </dgm:t>
    </dgm:pt>
    <dgm:pt modelId="{74A180AE-DAC6-47A8-AA39-D7F1B5378B33}" type="parTrans" cxnId="{46892ED3-8ACF-4F61-B5EC-BCE6B1EAAA7E}">
      <dgm:prSet/>
      <dgm:spPr/>
      <dgm:t>
        <a:bodyPr/>
        <a:lstStyle/>
        <a:p>
          <a:endParaRPr lang="en-US"/>
        </a:p>
      </dgm:t>
    </dgm:pt>
    <dgm:pt modelId="{65113C8E-7C7B-463C-96B0-6CC5E96EBBC9}" type="sibTrans" cxnId="{46892ED3-8ACF-4F61-B5EC-BCE6B1EAAA7E}">
      <dgm:prSet/>
      <dgm:spPr/>
      <dgm:t>
        <a:bodyPr/>
        <a:lstStyle/>
        <a:p>
          <a:endParaRPr lang="en-US"/>
        </a:p>
      </dgm:t>
    </dgm:pt>
    <dgm:pt modelId="{85A81892-E89B-4680-A8C7-9E28C7646435}">
      <dgm:prSet/>
      <dgm:spPr/>
      <dgm:t>
        <a:bodyPr/>
        <a:lstStyle/>
        <a:p>
          <a:r>
            <a:rPr lang="en-US"/>
            <a:t>limited to 80 bytes </a:t>
          </a:r>
        </a:p>
      </dgm:t>
    </dgm:pt>
    <dgm:pt modelId="{4149AD0C-B182-454D-872A-2F165B82C66B}" type="parTrans" cxnId="{73057A8C-7C7C-491B-AE60-A88322E76104}">
      <dgm:prSet/>
      <dgm:spPr/>
      <dgm:t>
        <a:bodyPr/>
        <a:lstStyle/>
        <a:p>
          <a:endParaRPr lang="en-US"/>
        </a:p>
      </dgm:t>
    </dgm:pt>
    <dgm:pt modelId="{DF3A39EC-B3C3-49C1-B32E-12055ED9BACF}" type="sibTrans" cxnId="{73057A8C-7C7C-491B-AE60-A88322E76104}">
      <dgm:prSet/>
      <dgm:spPr/>
      <dgm:t>
        <a:bodyPr/>
        <a:lstStyle/>
        <a:p>
          <a:endParaRPr lang="en-US"/>
        </a:p>
      </dgm:t>
    </dgm:pt>
    <dgm:pt modelId="{8366424A-6345-4EA3-8593-4D73F76090D0}">
      <dgm:prSet/>
      <dgm:spPr/>
      <dgm:t>
        <a:bodyPr/>
        <a:lstStyle/>
        <a:p>
          <a:r>
            <a:rPr lang="en-US"/>
            <a:t>and most often represents a hash, </a:t>
          </a:r>
        </a:p>
      </dgm:t>
    </dgm:pt>
    <dgm:pt modelId="{3AC6BA24-E956-4DC8-B82F-3EEF29900E87}" type="parTrans" cxnId="{F1779CFB-D67F-401B-872F-E892965E57CE}">
      <dgm:prSet/>
      <dgm:spPr/>
      <dgm:t>
        <a:bodyPr/>
        <a:lstStyle/>
        <a:p>
          <a:endParaRPr lang="en-US"/>
        </a:p>
      </dgm:t>
    </dgm:pt>
    <dgm:pt modelId="{FC240B04-1298-428A-B55C-58DA884E222C}" type="sibTrans" cxnId="{F1779CFB-D67F-401B-872F-E892965E57CE}">
      <dgm:prSet/>
      <dgm:spPr/>
      <dgm:t>
        <a:bodyPr/>
        <a:lstStyle/>
        <a:p>
          <a:endParaRPr lang="en-US"/>
        </a:p>
      </dgm:t>
    </dgm:pt>
    <dgm:pt modelId="{751B160F-1FD6-4994-84C0-859BD5F90BB0}">
      <dgm:prSet/>
      <dgm:spPr/>
      <dgm:t>
        <a:bodyPr/>
        <a:lstStyle/>
        <a:p>
          <a:r>
            <a:rPr lang="en-US"/>
            <a:t>such as the</a:t>
          </a:r>
          <a:r>
            <a:rPr lang="tr-TR"/>
            <a:t> </a:t>
          </a:r>
          <a:r>
            <a:rPr lang="en-US"/>
            <a:t>output from the SHA256 algorithm (32 bytes). </a:t>
          </a:r>
        </a:p>
      </dgm:t>
    </dgm:pt>
    <dgm:pt modelId="{9876872C-0B61-42B9-BA48-4FF805C414A3}" type="parTrans" cxnId="{96314342-0A9D-4EFD-8BEF-E9543E3CB497}">
      <dgm:prSet/>
      <dgm:spPr/>
      <dgm:t>
        <a:bodyPr/>
        <a:lstStyle/>
        <a:p>
          <a:endParaRPr lang="en-US"/>
        </a:p>
      </dgm:t>
    </dgm:pt>
    <dgm:pt modelId="{A1C5053A-E0E3-4DED-929A-94755EA7486F}" type="sibTrans" cxnId="{96314342-0A9D-4EFD-8BEF-E9543E3CB497}">
      <dgm:prSet/>
      <dgm:spPr/>
      <dgm:t>
        <a:bodyPr/>
        <a:lstStyle/>
        <a:p>
          <a:endParaRPr lang="en-US"/>
        </a:p>
      </dgm:t>
    </dgm:pt>
    <dgm:pt modelId="{E0713D34-E895-45F2-B0A2-F020AD2665B5}">
      <dgm:prSet/>
      <dgm:spPr/>
      <dgm:t>
        <a:bodyPr/>
        <a:lstStyle/>
        <a:p>
          <a:r>
            <a:rPr lang="en-US"/>
            <a:t>Many applications </a:t>
          </a:r>
        </a:p>
      </dgm:t>
    </dgm:pt>
    <dgm:pt modelId="{CB40E258-2F84-4CF6-AA2F-9F77C58874BA}" type="parTrans" cxnId="{87B0E745-50F9-4779-928A-8618D9CFC269}">
      <dgm:prSet/>
      <dgm:spPr/>
      <dgm:t>
        <a:bodyPr/>
        <a:lstStyle/>
        <a:p>
          <a:endParaRPr lang="en-US"/>
        </a:p>
      </dgm:t>
    </dgm:pt>
    <dgm:pt modelId="{006AC6D7-38AC-44C6-AF95-781A704AB956}" type="sibTrans" cxnId="{87B0E745-50F9-4779-928A-8618D9CFC269}">
      <dgm:prSet/>
      <dgm:spPr/>
      <dgm:t>
        <a:bodyPr/>
        <a:lstStyle/>
        <a:p>
          <a:endParaRPr lang="en-US"/>
        </a:p>
      </dgm:t>
    </dgm:pt>
    <dgm:pt modelId="{22160DA2-8CB8-4AED-9C12-B100FFDF6FEF}">
      <dgm:prSet/>
      <dgm:spPr/>
      <dgm:t>
        <a:bodyPr/>
        <a:lstStyle/>
        <a:p>
          <a:r>
            <a:rPr lang="en-US"/>
            <a:t>put a prefix in front</a:t>
          </a:r>
          <a:r>
            <a:rPr lang="tr-TR"/>
            <a:t> </a:t>
          </a:r>
          <a:r>
            <a:rPr lang="en-US"/>
            <a:t>of the data </a:t>
          </a:r>
        </a:p>
      </dgm:t>
    </dgm:pt>
    <dgm:pt modelId="{0948B5AD-9E48-438A-A65E-FF7BE2520515}" type="parTrans" cxnId="{537AE707-22BB-4281-AAD8-918D241C6F4F}">
      <dgm:prSet/>
      <dgm:spPr/>
      <dgm:t>
        <a:bodyPr/>
        <a:lstStyle/>
        <a:p>
          <a:endParaRPr lang="en-US"/>
        </a:p>
      </dgm:t>
    </dgm:pt>
    <dgm:pt modelId="{204F4A07-58FC-458F-A46F-715D0BEEE533}" type="sibTrans" cxnId="{537AE707-22BB-4281-AAD8-918D241C6F4F}">
      <dgm:prSet/>
      <dgm:spPr/>
      <dgm:t>
        <a:bodyPr/>
        <a:lstStyle/>
        <a:p>
          <a:endParaRPr lang="en-US"/>
        </a:p>
      </dgm:t>
    </dgm:pt>
    <dgm:pt modelId="{CE1F1A08-8896-4412-BFAC-FBEF60561668}">
      <dgm:prSet/>
      <dgm:spPr/>
      <dgm:t>
        <a:bodyPr/>
        <a:lstStyle/>
        <a:p>
          <a:r>
            <a:rPr lang="en-US"/>
            <a:t>to help identify the application. </a:t>
          </a:r>
        </a:p>
      </dgm:t>
    </dgm:pt>
    <dgm:pt modelId="{42E88488-279B-4107-8DE6-F1E45E82AC2E}" type="parTrans" cxnId="{78AE8072-F4C7-4540-8C36-402AE0442B23}">
      <dgm:prSet/>
      <dgm:spPr/>
      <dgm:t>
        <a:bodyPr/>
        <a:lstStyle/>
        <a:p>
          <a:endParaRPr lang="en-US"/>
        </a:p>
      </dgm:t>
    </dgm:pt>
    <dgm:pt modelId="{5F9826B2-9C13-44C1-AA63-8D3A53D235C3}" type="sibTrans" cxnId="{78AE8072-F4C7-4540-8C36-402AE0442B23}">
      <dgm:prSet/>
      <dgm:spPr/>
      <dgm:t>
        <a:bodyPr/>
        <a:lstStyle/>
        <a:p>
          <a:endParaRPr lang="en-US"/>
        </a:p>
      </dgm:t>
    </dgm:pt>
    <dgm:pt modelId="{5C52BC9E-23EC-4C16-B82A-BE7963A9556F}" type="pres">
      <dgm:prSet presAssocID="{1E7CAB1F-0650-4864-A111-5933F411DBBE}" presName="linear" presStyleCnt="0">
        <dgm:presLayoutVars>
          <dgm:dir/>
          <dgm:animLvl val="lvl"/>
          <dgm:resizeHandles val="exact"/>
        </dgm:presLayoutVars>
      </dgm:prSet>
      <dgm:spPr/>
    </dgm:pt>
    <dgm:pt modelId="{1ADFB14E-8870-4C14-8E80-A49CE0B082E9}" type="pres">
      <dgm:prSet presAssocID="{997FF2BD-2E16-42DF-A3F2-23B0EED47668}" presName="parentLin" presStyleCnt="0"/>
      <dgm:spPr/>
    </dgm:pt>
    <dgm:pt modelId="{5B300221-00C5-42F6-BCE2-E293F34E00B5}" type="pres">
      <dgm:prSet presAssocID="{997FF2BD-2E16-42DF-A3F2-23B0EED47668}" presName="parentLeftMargin" presStyleLbl="node1" presStyleIdx="0" presStyleCnt="4"/>
      <dgm:spPr/>
    </dgm:pt>
    <dgm:pt modelId="{C47722C1-1564-4A57-808F-E039704201C1}" type="pres">
      <dgm:prSet presAssocID="{997FF2BD-2E16-42DF-A3F2-23B0EED47668}" presName="parentText" presStyleLbl="node1" presStyleIdx="0" presStyleCnt="4">
        <dgm:presLayoutVars>
          <dgm:chMax val="0"/>
          <dgm:bulletEnabled val="1"/>
        </dgm:presLayoutVars>
      </dgm:prSet>
      <dgm:spPr/>
    </dgm:pt>
    <dgm:pt modelId="{703B9251-832A-404E-A296-603A72BCA079}" type="pres">
      <dgm:prSet presAssocID="{997FF2BD-2E16-42DF-A3F2-23B0EED47668}" presName="negativeSpace" presStyleCnt="0"/>
      <dgm:spPr/>
    </dgm:pt>
    <dgm:pt modelId="{1ED4E6B5-AABF-4513-96B3-B3A86211F3F1}" type="pres">
      <dgm:prSet presAssocID="{997FF2BD-2E16-42DF-A3F2-23B0EED47668}" presName="childText" presStyleLbl="conFgAcc1" presStyleIdx="0" presStyleCnt="4">
        <dgm:presLayoutVars>
          <dgm:bulletEnabled val="1"/>
        </dgm:presLayoutVars>
      </dgm:prSet>
      <dgm:spPr/>
    </dgm:pt>
    <dgm:pt modelId="{AC7F4871-1BC2-474C-8952-E31C908E08E4}" type="pres">
      <dgm:prSet presAssocID="{53BD84C8-2778-4AA1-8495-2F43E5D9C184}" presName="spaceBetweenRectangles" presStyleCnt="0"/>
      <dgm:spPr/>
    </dgm:pt>
    <dgm:pt modelId="{7771AA1F-86F3-4F30-BB79-94B78CECD017}" type="pres">
      <dgm:prSet presAssocID="{C92FEDC3-3AC5-4296-9F16-2BBC58B229D8}" presName="parentLin" presStyleCnt="0"/>
      <dgm:spPr/>
    </dgm:pt>
    <dgm:pt modelId="{81A339A6-C3E9-4967-8B61-CD9421D1F59A}" type="pres">
      <dgm:prSet presAssocID="{C92FEDC3-3AC5-4296-9F16-2BBC58B229D8}" presName="parentLeftMargin" presStyleLbl="node1" presStyleIdx="0" presStyleCnt="4"/>
      <dgm:spPr/>
    </dgm:pt>
    <dgm:pt modelId="{EC6AD519-2E50-4737-9D5B-FC6182EC7879}" type="pres">
      <dgm:prSet presAssocID="{C92FEDC3-3AC5-4296-9F16-2BBC58B229D8}" presName="parentText" presStyleLbl="node1" presStyleIdx="1" presStyleCnt="4">
        <dgm:presLayoutVars>
          <dgm:chMax val="0"/>
          <dgm:bulletEnabled val="1"/>
        </dgm:presLayoutVars>
      </dgm:prSet>
      <dgm:spPr/>
    </dgm:pt>
    <dgm:pt modelId="{A08FFB3A-5EB6-4D63-AA98-CC71BE0FDB36}" type="pres">
      <dgm:prSet presAssocID="{C92FEDC3-3AC5-4296-9F16-2BBC58B229D8}" presName="negativeSpace" presStyleCnt="0"/>
      <dgm:spPr/>
    </dgm:pt>
    <dgm:pt modelId="{2332FE92-2341-437A-9C00-31A0F9657169}" type="pres">
      <dgm:prSet presAssocID="{C92FEDC3-3AC5-4296-9F16-2BBC58B229D8}" presName="childText" presStyleLbl="conFgAcc1" presStyleIdx="1" presStyleCnt="4">
        <dgm:presLayoutVars>
          <dgm:bulletEnabled val="1"/>
        </dgm:presLayoutVars>
      </dgm:prSet>
      <dgm:spPr/>
    </dgm:pt>
    <dgm:pt modelId="{C0325F68-8D5F-42FF-B581-C24E2EDA5139}" type="pres">
      <dgm:prSet presAssocID="{A1493424-5BA7-4DF8-BE0C-559411C5D49B}" presName="spaceBetweenRectangles" presStyleCnt="0"/>
      <dgm:spPr/>
    </dgm:pt>
    <dgm:pt modelId="{51CB31FF-18A1-4880-87D0-617735EBDAC8}" type="pres">
      <dgm:prSet presAssocID="{2024EC5C-6EB5-4F58-B556-D8BE8C91E40D}" presName="parentLin" presStyleCnt="0"/>
      <dgm:spPr/>
    </dgm:pt>
    <dgm:pt modelId="{DA5988A5-076C-404F-8750-A00F0BE43057}" type="pres">
      <dgm:prSet presAssocID="{2024EC5C-6EB5-4F58-B556-D8BE8C91E40D}" presName="parentLeftMargin" presStyleLbl="node1" presStyleIdx="1" presStyleCnt="4"/>
      <dgm:spPr/>
    </dgm:pt>
    <dgm:pt modelId="{A11E81A8-9EF7-46FC-9C61-2B5E2E3DE5E1}" type="pres">
      <dgm:prSet presAssocID="{2024EC5C-6EB5-4F58-B556-D8BE8C91E40D}" presName="parentText" presStyleLbl="node1" presStyleIdx="2" presStyleCnt="4">
        <dgm:presLayoutVars>
          <dgm:chMax val="0"/>
          <dgm:bulletEnabled val="1"/>
        </dgm:presLayoutVars>
      </dgm:prSet>
      <dgm:spPr/>
    </dgm:pt>
    <dgm:pt modelId="{99249DEA-788E-455F-A5DE-C7BACFA04852}" type="pres">
      <dgm:prSet presAssocID="{2024EC5C-6EB5-4F58-B556-D8BE8C91E40D}" presName="negativeSpace" presStyleCnt="0"/>
      <dgm:spPr/>
    </dgm:pt>
    <dgm:pt modelId="{E07BA4A7-E13C-4D3A-8635-6ABE6633E3A5}" type="pres">
      <dgm:prSet presAssocID="{2024EC5C-6EB5-4F58-B556-D8BE8C91E40D}" presName="childText" presStyleLbl="conFgAcc1" presStyleIdx="2" presStyleCnt="4">
        <dgm:presLayoutVars>
          <dgm:bulletEnabled val="1"/>
        </dgm:presLayoutVars>
      </dgm:prSet>
      <dgm:spPr/>
    </dgm:pt>
    <dgm:pt modelId="{7F1C54F4-94CF-4302-A7BA-2E9C51B166EE}" type="pres">
      <dgm:prSet presAssocID="{65113C8E-7C7B-463C-96B0-6CC5E96EBBC9}" presName="spaceBetweenRectangles" presStyleCnt="0"/>
      <dgm:spPr/>
    </dgm:pt>
    <dgm:pt modelId="{92FFD9E7-8F36-4F8F-94B7-44643B60A807}" type="pres">
      <dgm:prSet presAssocID="{E0713D34-E895-45F2-B0A2-F020AD2665B5}" presName="parentLin" presStyleCnt="0"/>
      <dgm:spPr/>
    </dgm:pt>
    <dgm:pt modelId="{546C67C8-8C9F-41B8-A877-034FD6E29443}" type="pres">
      <dgm:prSet presAssocID="{E0713D34-E895-45F2-B0A2-F020AD2665B5}" presName="parentLeftMargin" presStyleLbl="node1" presStyleIdx="2" presStyleCnt="4"/>
      <dgm:spPr/>
    </dgm:pt>
    <dgm:pt modelId="{71E0CB0A-13D0-411D-9989-9149F596FF2E}" type="pres">
      <dgm:prSet presAssocID="{E0713D34-E895-45F2-B0A2-F020AD2665B5}" presName="parentText" presStyleLbl="node1" presStyleIdx="3" presStyleCnt="4">
        <dgm:presLayoutVars>
          <dgm:chMax val="0"/>
          <dgm:bulletEnabled val="1"/>
        </dgm:presLayoutVars>
      </dgm:prSet>
      <dgm:spPr/>
    </dgm:pt>
    <dgm:pt modelId="{739BAF45-C09F-4CC5-B44C-604F27AB555D}" type="pres">
      <dgm:prSet presAssocID="{E0713D34-E895-45F2-B0A2-F020AD2665B5}" presName="negativeSpace" presStyleCnt="0"/>
      <dgm:spPr/>
    </dgm:pt>
    <dgm:pt modelId="{8A30A20C-7A7E-448C-ACA7-3D4439F44962}" type="pres">
      <dgm:prSet presAssocID="{E0713D34-E895-45F2-B0A2-F020AD2665B5}" presName="childText" presStyleLbl="conFgAcc1" presStyleIdx="3" presStyleCnt="4">
        <dgm:presLayoutVars>
          <dgm:bulletEnabled val="1"/>
        </dgm:presLayoutVars>
      </dgm:prSet>
      <dgm:spPr/>
    </dgm:pt>
  </dgm:ptLst>
  <dgm:cxnLst>
    <dgm:cxn modelId="{537AE707-22BB-4281-AAD8-918D241C6F4F}" srcId="{E0713D34-E895-45F2-B0A2-F020AD2665B5}" destId="{22160DA2-8CB8-4AED-9C12-B100FFDF6FEF}" srcOrd="0" destOrd="0" parTransId="{0948B5AD-9E48-438A-A65E-FF7BE2520515}" sibTransId="{204F4A07-58FC-458F-A46F-715D0BEEE533}"/>
    <dgm:cxn modelId="{3C274E0C-1E8C-43E8-8AF4-05A56E05D9E3}" type="presOf" srcId="{E0713D34-E895-45F2-B0A2-F020AD2665B5}" destId="{71E0CB0A-13D0-411D-9989-9149F596FF2E}" srcOrd="1" destOrd="0" presId="urn:microsoft.com/office/officeart/2005/8/layout/list1"/>
    <dgm:cxn modelId="{8BF51B1D-3C12-4CE6-B332-C8B0EE2A9EEF}" type="presOf" srcId="{2024EC5C-6EB5-4F58-B556-D8BE8C91E40D}" destId="{DA5988A5-076C-404F-8750-A00F0BE43057}" srcOrd="0" destOrd="0" presId="urn:microsoft.com/office/officeart/2005/8/layout/list1"/>
    <dgm:cxn modelId="{B463B221-8FA3-4C66-9765-A2FB8276E2E0}" type="presOf" srcId="{997FF2BD-2E16-42DF-A3F2-23B0EED47668}" destId="{5B300221-00C5-42F6-BCE2-E293F34E00B5}" srcOrd="0" destOrd="0" presId="urn:microsoft.com/office/officeart/2005/8/layout/list1"/>
    <dgm:cxn modelId="{6DEA725B-F3A0-48DB-9001-6E749178D92A}" type="presOf" srcId="{1E7CAB1F-0650-4864-A111-5933F411DBBE}" destId="{5C52BC9E-23EC-4C16-B82A-BE7963A9556F}" srcOrd="0" destOrd="0" presId="urn:microsoft.com/office/officeart/2005/8/layout/list1"/>
    <dgm:cxn modelId="{92CA6541-712B-428B-8E28-4CD7F639A442}" srcId="{1E7CAB1F-0650-4864-A111-5933F411DBBE}" destId="{997FF2BD-2E16-42DF-A3F2-23B0EED47668}" srcOrd="0" destOrd="0" parTransId="{C7FEC0FC-78B9-410A-923A-9E79029BD1D1}" sibTransId="{53BD84C8-2778-4AA1-8495-2F43E5D9C184}"/>
    <dgm:cxn modelId="{96314342-0A9D-4EFD-8BEF-E9543E3CB497}" srcId="{2024EC5C-6EB5-4F58-B556-D8BE8C91E40D}" destId="{751B160F-1FD6-4994-84C0-859BD5F90BB0}" srcOrd="2" destOrd="0" parTransId="{9876872C-0B61-42B9-BA48-4FF805C414A3}" sibTransId="{A1C5053A-E0E3-4DED-929A-94755EA7486F}"/>
    <dgm:cxn modelId="{5B573744-5FDE-4796-86CE-1AA0C09D70D6}" srcId="{1E7CAB1F-0650-4864-A111-5933F411DBBE}" destId="{C92FEDC3-3AC5-4296-9F16-2BBC58B229D8}" srcOrd="1" destOrd="0" parTransId="{6F3168AA-63CC-40EE-887F-98AD015FBA6C}" sibTransId="{A1493424-5BA7-4DF8-BE0C-559411C5D49B}"/>
    <dgm:cxn modelId="{87B0E745-50F9-4779-928A-8618D9CFC269}" srcId="{1E7CAB1F-0650-4864-A111-5933F411DBBE}" destId="{E0713D34-E895-45F2-B0A2-F020AD2665B5}" srcOrd="3" destOrd="0" parTransId="{CB40E258-2F84-4CF6-AA2F-9F77C58874BA}" sibTransId="{006AC6D7-38AC-44C6-AF95-781A704AB956}"/>
    <dgm:cxn modelId="{9D76D066-0A5F-41E1-A26C-41CF35CD18D7}" type="presOf" srcId="{CE1F1A08-8896-4412-BFAC-FBEF60561668}" destId="{8A30A20C-7A7E-448C-ACA7-3D4439F44962}" srcOrd="0" destOrd="1" presId="urn:microsoft.com/office/officeart/2005/8/layout/list1"/>
    <dgm:cxn modelId="{2EE8D54D-5FC8-46DB-9D57-490210A1AE95}" type="presOf" srcId="{997FF2BD-2E16-42DF-A3F2-23B0EED47668}" destId="{C47722C1-1564-4A57-808F-E039704201C1}" srcOrd="1" destOrd="0" presId="urn:microsoft.com/office/officeart/2005/8/layout/list1"/>
    <dgm:cxn modelId="{9865B751-97E3-4DCF-A8AD-164B00D02785}" type="presOf" srcId="{C92FEDC3-3AC5-4296-9F16-2BBC58B229D8}" destId="{81A339A6-C3E9-4967-8B61-CD9421D1F59A}" srcOrd="0" destOrd="0" presId="urn:microsoft.com/office/officeart/2005/8/layout/list1"/>
    <dgm:cxn modelId="{78AE8072-F4C7-4540-8C36-402AE0442B23}" srcId="{E0713D34-E895-45F2-B0A2-F020AD2665B5}" destId="{CE1F1A08-8896-4412-BFAC-FBEF60561668}" srcOrd="1" destOrd="0" parTransId="{42E88488-279B-4107-8DE6-F1E45E82AC2E}" sibTransId="{5F9826B2-9C13-44C1-AA63-8D3A53D235C3}"/>
    <dgm:cxn modelId="{123C9F75-BFA7-418D-87CF-F691FADCA76F}" type="presOf" srcId="{22160DA2-8CB8-4AED-9C12-B100FFDF6FEF}" destId="{8A30A20C-7A7E-448C-ACA7-3D4439F44962}" srcOrd="0" destOrd="0" presId="urn:microsoft.com/office/officeart/2005/8/layout/list1"/>
    <dgm:cxn modelId="{9F103D5A-01A5-41F1-9341-A88DFF977BA0}" type="presOf" srcId="{E0713D34-E895-45F2-B0A2-F020AD2665B5}" destId="{546C67C8-8C9F-41B8-A877-034FD6E29443}" srcOrd="0" destOrd="0" presId="urn:microsoft.com/office/officeart/2005/8/layout/list1"/>
    <dgm:cxn modelId="{73057A8C-7C7C-491B-AE60-A88322E76104}" srcId="{2024EC5C-6EB5-4F58-B556-D8BE8C91E40D}" destId="{85A81892-E89B-4680-A8C7-9E28C7646435}" srcOrd="0" destOrd="0" parTransId="{4149AD0C-B182-454D-872A-2F165B82C66B}" sibTransId="{DF3A39EC-B3C3-49C1-B32E-12055ED9BACF}"/>
    <dgm:cxn modelId="{31E53C90-C1BD-4D2E-8BF5-E3ACACF25608}" type="presOf" srcId="{751B160F-1FD6-4994-84C0-859BD5F90BB0}" destId="{E07BA4A7-E13C-4D3A-8635-6ABE6633E3A5}" srcOrd="0" destOrd="2" presId="urn:microsoft.com/office/officeart/2005/8/layout/list1"/>
    <dgm:cxn modelId="{797EC0AF-980D-489A-98EF-BE688E3BE3A7}" type="presOf" srcId="{85A81892-E89B-4680-A8C7-9E28C7646435}" destId="{E07BA4A7-E13C-4D3A-8635-6ABE6633E3A5}" srcOrd="0" destOrd="0" presId="urn:microsoft.com/office/officeart/2005/8/layout/list1"/>
    <dgm:cxn modelId="{46892ED3-8ACF-4F61-B5EC-BCE6B1EAAA7E}" srcId="{1E7CAB1F-0650-4864-A111-5933F411DBBE}" destId="{2024EC5C-6EB5-4F58-B556-D8BE8C91E40D}" srcOrd="2" destOrd="0" parTransId="{74A180AE-DAC6-47A8-AA39-D7F1B5378B33}" sibTransId="{65113C8E-7C7B-463C-96B0-6CC5E96EBBC9}"/>
    <dgm:cxn modelId="{304EB0DA-1F29-4796-8172-A15EB072F2D9}" type="presOf" srcId="{8366424A-6345-4EA3-8593-4D73F76090D0}" destId="{E07BA4A7-E13C-4D3A-8635-6ABE6633E3A5}" srcOrd="0" destOrd="1" presId="urn:microsoft.com/office/officeart/2005/8/layout/list1"/>
    <dgm:cxn modelId="{201222E5-8AAD-4857-9C27-CE8993EF8556}" type="presOf" srcId="{2024EC5C-6EB5-4F58-B556-D8BE8C91E40D}" destId="{A11E81A8-9EF7-46FC-9C61-2B5E2E3DE5E1}" srcOrd="1" destOrd="0" presId="urn:microsoft.com/office/officeart/2005/8/layout/list1"/>
    <dgm:cxn modelId="{F1779CFB-D67F-401B-872F-E892965E57CE}" srcId="{2024EC5C-6EB5-4F58-B556-D8BE8C91E40D}" destId="{8366424A-6345-4EA3-8593-4D73F76090D0}" srcOrd="1" destOrd="0" parTransId="{3AC6BA24-E956-4DC8-B82F-3EEF29900E87}" sibTransId="{FC240B04-1298-428A-B55C-58DA884E222C}"/>
    <dgm:cxn modelId="{940627FF-12F6-40B2-9BC3-BBA7B99D6CF6}" type="presOf" srcId="{C92FEDC3-3AC5-4296-9F16-2BBC58B229D8}" destId="{EC6AD519-2E50-4737-9D5B-FC6182EC7879}" srcOrd="1" destOrd="0" presId="urn:microsoft.com/office/officeart/2005/8/layout/list1"/>
    <dgm:cxn modelId="{5B28B548-7D72-4A6F-88E4-2EE3DCB01E81}" type="presParOf" srcId="{5C52BC9E-23EC-4C16-B82A-BE7963A9556F}" destId="{1ADFB14E-8870-4C14-8E80-A49CE0B082E9}" srcOrd="0" destOrd="0" presId="urn:microsoft.com/office/officeart/2005/8/layout/list1"/>
    <dgm:cxn modelId="{C2BD6584-9403-4892-AA0C-5292A1759A2F}" type="presParOf" srcId="{1ADFB14E-8870-4C14-8E80-A49CE0B082E9}" destId="{5B300221-00C5-42F6-BCE2-E293F34E00B5}" srcOrd="0" destOrd="0" presId="urn:microsoft.com/office/officeart/2005/8/layout/list1"/>
    <dgm:cxn modelId="{708568B9-1EC9-4090-B41A-EEF30364BB2B}" type="presParOf" srcId="{1ADFB14E-8870-4C14-8E80-A49CE0B082E9}" destId="{C47722C1-1564-4A57-808F-E039704201C1}" srcOrd="1" destOrd="0" presId="urn:microsoft.com/office/officeart/2005/8/layout/list1"/>
    <dgm:cxn modelId="{9221180F-505F-4F26-BFFF-F9C4EC69E818}" type="presParOf" srcId="{5C52BC9E-23EC-4C16-B82A-BE7963A9556F}" destId="{703B9251-832A-404E-A296-603A72BCA079}" srcOrd="1" destOrd="0" presId="urn:microsoft.com/office/officeart/2005/8/layout/list1"/>
    <dgm:cxn modelId="{5957B872-731B-4504-927B-E6A0D5C79A51}" type="presParOf" srcId="{5C52BC9E-23EC-4C16-B82A-BE7963A9556F}" destId="{1ED4E6B5-AABF-4513-96B3-B3A86211F3F1}" srcOrd="2" destOrd="0" presId="urn:microsoft.com/office/officeart/2005/8/layout/list1"/>
    <dgm:cxn modelId="{888C4A75-15E8-4364-B7BE-BDDA8122129F}" type="presParOf" srcId="{5C52BC9E-23EC-4C16-B82A-BE7963A9556F}" destId="{AC7F4871-1BC2-474C-8952-E31C908E08E4}" srcOrd="3" destOrd="0" presId="urn:microsoft.com/office/officeart/2005/8/layout/list1"/>
    <dgm:cxn modelId="{5E9E16B3-B0E1-441D-98EA-90DC13A6D0A2}" type="presParOf" srcId="{5C52BC9E-23EC-4C16-B82A-BE7963A9556F}" destId="{7771AA1F-86F3-4F30-BB79-94B78CECD017}" srcOrd="4" destOrd="0" presId="urn:microsoft.com/office/officeart/2005/8/layout/list1"/>
    <dgm:cxn modelId="{5C100E96-CD24-456F-8FFA-4C898C2307F4}" type="presParOf" srcId="{7771AA1F-86F3-4F30-BB79-94B78CECD017}" destId="{81A339A6-C3E9-4967-8B61-CD9421D1F59A}" srcOrd="0" destOrd="0" presId="urn:microsoft.com/office/officeart/2005/8/layout/list1"/>
    <dgm:cxn modelId="{A2198C32-3D45-4AA5-B347-4D49144DA60B}" type="presParOf" srcId="{7771AA1F-86F3-4F30-BB79-94B78CECD017}" destId="{EC6AD519-2E50-4737-9D5B-FC6182EC7879}" srcOrd="1" destOrd="0" presId="urn:microsoft.com/office/officeart/2005/8/layout/list1"/>
    <dgm:cxn modelId="{CDD52DD2-6F54-40BA-A8A0-C51F99005A7B}" type="presParOf" srcId="{5C52BC9E-23EC-4C16-B82A-BE7963A9556F}" destId="{A08FFB3A-5EB6-4D63-AA98-CC71BE0FDB36}" srcOrd="5" destOrd="0" presId="urn:microsoft.com/office/officeart/2005/8/layout/list1"/>
    <dgm:cxn modelId="{2F9757EA-049D-41C8-B8BA-AB5903932AA2}" type="presParOf" srcId="{5C52BC9E-23EC-4C16-B82A-BE7963A9556F}" destId="{2332FE92-2341-437A-9C00-31A0F9657169}" srcOrd="6" destOrd="0" presId="urn:microsoft.com/office/officeart/2005/8/layout/list1"/>
    <dgm:cxn modelId="{9267181F-CEA5-402C-86C4-ED13D5C24AB7}" type="presParOf" srcId="{5C52BC9E-23EC-4C16-B82A-BE7963A9556F}" destId="{C0325F68-8D5F-42FF-B581-C24E2EDA5139}" srcOrd="7" destOrd="0" presId="urn:microsoft.com/office/officeart/2005/8/layout/list1"/>
    <dgm:cxn modelId="{94F48330-5816-488B-A1D8-45D21662380A}" type="presParOf" srcId="{5C52BC9E-23EC-4C16-B82A-BE7963A9556F}" destId="{51CB31FF-18A1-4880-87D0-617735EBDAC8}" srcOrd="8" destOrd="0" presId="urn:microsoft.com/office/officeart/2005/8/layout/list1"/>
    <dgm:cxn modelId="{10CB6EBD-FBA5-4C2F-93B4-18A5B0A5AF87}" type="presParOf" srcId="{51CB31FF-18A1-4880-87D0-617735EBDAC8}" destId="{DA5988A5-076C-404F-8750-A00F0BE43057}" srcOrd="0" destOrd="0" presId="urn:microsoft.com/office/officeart/2005/8/layout/list1"/>
    <dgm:cxn modelId="{DB6935B3-013B-40D3-9303-2258E03523A8}" type="presParOf" srcId="{51CB31FF-18A1-4880-87D0-617735EBDAC8}" destId="{A11E81A8-9EF7-46FC-9C61-2B5E2E3DE5E1}" srcOrd="1" destOrd="0" presId="urn:microsoft.com/office/officeart/2005/8/layout/list1"/>
    <dgm:cxn modelId="{514A95A3-753B-4291-A63D-A8BC33986237}" type="presParOf" srcId="{5C52BC9E-23EC-4C16-B82A-BE7963A9556F}" destId="{99249DEA-788E-455F-A5DE-C7BACFA04852}" srcOrd="9" destOrd="0" presId="urn:microsoft.com/office/officeart/2005/8/layout/list1"/>
    <dgm:cxn modelId="{4C55274A-E63B-4469-A024-C2E2C906E834}" type="presParOf" srcId="{5C52BC9E-23EC-4C16-B82A-BE7963A9556F}" destId="{E07BA4A7-E13C-4D3A-8635-6ABE6633E3A5}" srcOrd="10" destOrd="0" presId="urn:microsoft.com/office/officeart/2005/8/layout/list1"/>
    <dgm:cxn modelId="{5F1310EE-A305-4749-8CD9-2102DDBC373F}" type="presParOf" srcId="{5C52BC9E-23EC-4C16-B82A-BE7963A9556F}" destId="{7F1C54F4-94CF-4302-A7BA-2E9C51B166EE}" srcOrd="11" destOrd="0" presId="urn:microsoft.com/office/officeart/2005/8/layout/list1"/>
    <dgm:cxn modelId="{8683E71B-AA27-4A6E-B80E-D6C2DA536B2B}" type="presParOf" srcId="{5C52BC9E-23EC-4C16-B82A-BE7963A9556F}" destId="{92FFD9E7-8F36-4F8F-94B7-44643B60A807}" srcOrd="12" destOrd="0" presId="urn:microsoft.com/office/officeart/2005/8/layout/list1"/>
    <dgm:cxn modelId="{86A4C7B4-1F62-4479-A95D-F90D2B8C2C08}" type="presParOf" srcId="{92FFD9E7-8F36-4F8F-94B7-44643B60A807}" destId="{546C67C8-8C9F-41B8-A877-034FD6E29443}" srcOrd="0" destOrd="0" presId="urn:microsoft.com/office/officeart/2005/8/layout/list1"/>
    <dgm:cxn modelId="{CD92FCAB-688C-422F-8A18-5431EC505CFD}" type="presParOf" srcId="{92FFD9E7-8F36-4F8F-94B7-44643B60A807}" destId="{71E0CB0A-13D0-411D-9989-9149F596FF2E}" srcOrd="1" destOrd="0" presId="urn:microsoft.com/office/officeart/2005/8/layout/list1"/>
    <dgm:cxn modelId="{39F09C9C-57F8-4368-9F3A-4F9A29E31B0B}" type="presParOf" srcId="{5C52BC9E-23EC-4C16-B82A-BE7963A9556F}" destId="{739BAF45-C09F-4CC5-B44C-604F27AB555D}" srcOrd="13" destOrd="0" presId="urn:microsoft.com/office/officeart/2005/8/layout/list1"/>
    <dgm:cxn modelId="{40B0B4BA-F853-4E82-BCA5-BC0C8440762B}" type="presParOf" srcId="{5C52BC9E-23EC-4C16-B82A-BE7963A9556F}" destId="{8A30A20C-7A7E-448C-ACA7-3D4439F44962}" srcOrd="14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8.xml><?xml version="1.0" encoding="utf-8"?>
<dgm:dataModel xmlns:dgm="http://schemas.openxmlformats.org/drawingml/2006/diagram" xmlns:a="http://schemas.openxmlformats.org/drawingml/2006/main">
  <dgm:ptLst>
    <dgm:pt modelId="{90AC820D-772F-4C84-A77D-D5DCB826D5C9}" type="doc">
      <dgm:prSet loTypeId="urn:microsoft.com/office/officeart/2005/8/layout/list1" loCatId="list" qsTypeId="urn:microsoft.com/office/officeart/2005/8/quickstyle/simple3" qsCatId="simple" csTypeId="urn:microsoft.com/office/officeart/2005/8/colors/accent4_1" csCatId="accent4"/>
      <dgm:spPr/>
      <dgm:t>
        <a:bodyPr/>
        <a:lstStyle/>
        <a:p>
          <a:endParaRPr lang="en-US"/>
        </a:p>
      </dgm:t>
    </dgm:pt>
    <dgm:pt modelId="{8E63E617-F9F1-4015-95C2-689407ADC037}">
      <dgm:prSet/>
      <dgm:spPr/>
      <dgm:t>
        <a:bodyPr/>
        <a:lstStyle/>
        <a:p>
          <a:r>
            <a:rPr lang="en-US"/>
            <a:t>For example, </a:t>
          </a:r>
        </a:p>
      </dgm:t>
    </dgm:pt>
    <dgm:pt modelId="{511BA532-BD9C-4265-91CA-CF30511EF27C}" type="parTrans" cxnId="{4C5E6E07-9734-4365-A819-0B37AD098C58}">
      <dgm:prSet/>
      <dgm:spPr/>
      <dgm:t>
        <a:bodyPr/>
        <a:lstStyle/>
        <a:p>
          <a:endParaRPr lang="en-US"/>
        </a:p>
      </dgm:t>
    </dgm:pt>
    <dgm:pt modelId="{E7F8F516-E3BF-4D8A-B6FF-14283F9399E8}" type="sibTrans" cxnId="{4C5E6E07-9734-4365-A819-0B37AD098C58}">
      <dgm:prSet/>
      <dgm:spPr/>
      <dgm:t>
        <a:bodyPr/>
        <a:lstStyle/>
        <a:p>
          <a:endParaRPr lang="en-US"/>
        </a:p>
      </dgm:t>
    </dgm:pt>
    <dgm:pt modelId="{3B7CC2C6-8F84-4F0B-B02D-1AACA3C85870}">
      <dgm:prSet/>
      <dgm:spPr/>
      <dgm:t>
        <a:bodyPr/>
        <a:lstStyle/>
        <a:p>
          <a:r>
            <a:rPr lang="en-US"/>
            <a:t>the Proof of Existence digital</a:t>
          </a:r>
          <a:r>
            <a:rPr lang="tr-TR"/>
            <a:t> </a:t>
          </a:r>
          <a:r>
            <a:rPr lang="en-US"/>
            <a:t>notarization service </a:t>
          </a:r>
        </a:p>
      </dgm:t>
    </dgm:pt>
    <dgm:pt modelId="{3914284A-F061-404F-A9E4-48A59E50B058}" type="parTrans" cxnId="{499EE77D-8013-40B7-82DD-A2D8E1A96779}">
      <dgm:prSet/>
      <dgm:spPr/>
      <dgm:t>
        <a:bodyPr/>
        <a:lstStyle/>
        <a:p>
          <a:endParaRPr lang="en-US"/>
        </a:p>
      </dgm:t>
    </dgm:pt>
    <dgm:pt modelId="{440AB900-586D-45AE-8E30-3E4006F93B48}" type="sibTrans" cxnId="{499EE77D-8013-40B7-82DD-A2D8E1A96779}">
      <dgm:prSet/>
      <dgm:spPr/>
      <dgm:t>
        <a:bodyPr/>
        <a:lstStyle/>
        <a:p>
          <a:endParaRPr lang="en-US"/>
        </a:p>
      </dgm:t>
    </dgm:pt>
    <dgm:pt modelId="{9A755C66-7EBC-434C-9B95-2064111DFCBE}">
      <dgm:prSet/>
      <dgm:spPr/>
      <dgm:t>
        <a:bodyPr/>
        <a:lstStyle/>
        <a:p>
          <a:r>
            <a:rPr lang="en-US"/>
            <a:t>uses the 8-byte prefix DOCPROOF, </a:t>
          </a:r>
        </a:p>
      </dgm:t>
    </dgm:pt>
    <dgm:pt modelId="{D5162FB2-0142-4C6A-B55F-152D1B088FD9}" type="parTrans" cxnId="{AEC13BAE-E0A2-4F77-BDAB-C2E9DE160965}">
      <dgm:prSet/>
      <dgm:spPr/>
      <dgm:t>
        <a:bodyPr/>
        <a:lstStyle/>
        <a:p>
          <a:endParaRPr lang="en-US"/>
        </a:p>
      </dgm:t>
    </dgm:pt>
    <dgm:pt modelId="{1453092A-4164-4243-96C2-D9B20E0A571E}" type="sibTrans" cxnId="{AEC13BAE-E0A2-4F77-BDAB-C2E9DE160965}">
      <dgm:prSet/>
      <dgm:spPr/>
      <dgm:t>
        <a:bodyPr/>
        <a:lstStyle/>
        <a:p>
          <a:endParaRPr lang="en-US"/>
        </a:p>
      </dgm:t>
    </dgm:pt>
    <dgm:pt modelId="{399005EF-E5A7-4ED9-886C-D175068870FB}">
      <dgm:prSet/>
      <dgm:spPr/>
      <dgm:t>
        <a:bodyPr/>
        <a:lstStyle/>
        <a:p>
          <a:r>
            <a:rPr lang="en-US"/>
            <a:t>which is ASCII encoded as </a:t>
          </a:r>
        </a:p>
      </dgm:t>
    </dgm:pt>
    <dgm:pt modelId="{6190FEEF-E8F2-4D56-80D0-7BB409FCCBC0}" type="parTrans" cxnId="{0E1618BF-D49E-46FB-9DA9-26C1C36347DC}">
      <dgm:prSet/>
      <dgm:spPr/>
      <dgm:t>
        <a:bodyPr/>
        <a:lstStyle/>
        <a:p>
          <a:endParaRPr lang="en-US"/>
        </a:p>
      </dgm:t>
    </dgm:pt>
    <dgm:pt modelId="{B3FA5B06-F918-4753-AD5B-39F4BD77420E}" type="sibTrans" cxnId="{0E1618BF-D49E-46FB-9DA9-26C1C36347DC}">
      <dgm:prSet/>
      <dgm:spPr/>
      <dgm:t>
        <a:bodyPr/>
        <a:lstStyle/>
        <a:p>
          <a:endParaRPr lang="en-US"/>
        </a:p>
      </dgm:t>
    </dgm:pt>
    <dgm:pt modelId="{AFCCFE6E-0CF0-40CE-B3FE-C40EC812FD64}">
      <dgm:prSet/>
      <dgm:spPr/>
      <dgm:t>
        <a:bodyPr/>
        <a:lstStyle/>
        <a:p>
          <a:r>
            <a:rPr lang="en-US"/>
            <a:t>44</a:t>
          </a:r>
          <a:r>
            <a:rPr lang="tr-TR"/>
            <a:t> 4f 43 50 52 4f 4f 46 in hexadecimal.</a:t>
          </a:r>
          <a:endParaRPr lang="en-US"/>
        </a:p>
      </dgm:t>
    </dgm:pt>
    <dgm:pt modelId="{B85E981C-1496-482A-991E-68E88C6D4558}" type="parTrans" cxnId="{72E65E70-1FAB-455D-98E9-C89E501DE96F}">
      <dgm:prSet/>
      <dgm:spPr/>
      <dgm:t>
        <a:bodyPr/>
        <a:lstStyle/>
        <a:p>
          <a:endParaRPr lang="en-US"/>
        </a:p>
      </dgm:t>
    </dgm:pt>
    <dgm:pt modelId="{338C1456-6366-4548-9FD7-61B5BBDD13DE}" type="sibTrans" cxnId="{72E65E70-1FAB-455D-98E9-C89E501DE96F}">
      <dgm:prSet/>
      <dgm:spPr/>
      <dgm:t>
        <a:bodyPr/>
        <a:lstStyle/>
        <a:p>
          <a:endParaRPr lang="en-US"/>
        </a:p>
      </dgm:t>
    </dgm:pt>
    <dgm:pt modelId="{6568B317-7377-4890-A166-580D5F002F83}" type="pres">
      <dgm:prSet presAssocID="{90AC820D-772F-4C84-A77D-D5DCB826D5C9}" presName="linear" presStyleCnt="0">
        <dgm:presLayoutVars>
          <dgm:dir/>
          <dgm:animLvl val="lvl"/>
          <dgm:resizeHandles val="exact"/>
        </dgm:presLayoutVars>
      </dgm:prSet>
      <dgm:spPr/>
    </dgm:pt>
    <dgm:pt modelId="{FEEAD824-9470-4E11-917E-D2B6C96AF2EF}" type="pres">
      <dgm:prSet presAssocID="{8E63E617-F9F1-4015-95C2-689407ADC037}" presName="parentLin" presStyleCnt="0"/>
      <dgm:spPr/>
    </dgm:pt>
    <dgm:pt modelId="{D869BD46-6CDB-448A-9EAC-AA6DA4831A03}" type="pres">
      <dgm:prSet presAssocID="{8E63E617-F9F1-4015-95C2-689407ADC037}" presName="parentLeftMargin" presStyleLbl="node1" presStyleIdx="0" presStyleCnt="2"/>
      <dgm:spPr/>
    </dgm:pt>
    <dgm:pt modelId="{69838A13-1D76-4179-B21F-5E4EDC43C5F0}" type="pres">
      <dgm:prSet presAssocID="{8E63E617-F9F1-4015-95C2-689407ADC037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99E9972F-F7D2-4853-8C19-1FF0ED823E2F}" type="pres">
      <dgm:prSet presAssocID="{8E63E617-F9F1-4015-95C2-689407ADC037}" presName="negativeSpace" presStyleCnt="0"/>
      <dgm:spPr/>
    </dgm:pt>
    <dgm:pt modelId="{53A00FA2-4FB0-44D9-AC6D-63EA1A389EAF}" type="pres">
      <dgm:prSet presAssocID="{8E63E617-F9F1-4015-95C2-689407ADC037}" presName="childText" presStyleLbl="conFgAcc1" presStyleIdx="0" presStyleCnt="2">
        <dgm:presLayoutVars>
          <dgm:bulletEnabled val="1"/>
        </dgm:presLayoutVars>
      </dgm:prSet>
      <dgm:spPr/>
    </dgm:pt>
    <dgm:pt modelId="{DB8C2680-2B99-4430-98FD-55C42714F10E}" type="pres">
      <dgm:prSet presAssocID="{E7F8F516-E3BF-4D8A-B6FF-14283F9399E8}" presName="spaceBetweenRectangles" presStyleCnt="0"/>
      <dgm:spPr/>
    </dgm:pt>
    <dgm:pt modelId="{2C0F1C0C-14AC-4C9C-9721-EB8A7F04371B}" type="pres">
      <dgm:prSet presAssocID="{399005EF-E5A7-4ED9-886C-D175068870FB}" presName="parentLin" presStyleCnt="0"/>
      <dgm:spPr/>
    </dgm:pt>
    <dgm:pt modelId="{FC86672F-5CF8-44AF-BED0-677A008BF5ED}" type="pres">
      <dgm:prSet presAssocID="{399005EF-E5A7-4ED9-886C-D175068870FB}" presName="parentLeftMargin" presStyleLbl="node1" presStyleIdx="0" presStyleCnt="2"/>
      <dgm:spPr/>
    </dgm:pt>
    <dgm:pt modelId="{36D662B4-99C1-4A26-AE44-7282A623864C}" type="pres">
      <dgm:prSet presAssocID="{399005EF-E5A7-4ED9-886C-D175068870FB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1191980F-A8B9-43E5-9F4A-545FB153DAF4}" type="pres">
      <dgm:prSet presAssocID="{399005EF-E5A7-4ED9-886C-D175068870FB}" presName="negativeSpace" presStyleCnt="0"/>
      <dgm:spPr/>
    </dgm:pt>
    <dgm:pt modelId="{3FEFF8F0-6BF2-4708-87E7-1E1D1F6BA6F7}" type="pres">
      <dgm:prSet presAssocID="{399005EF-E5A7-4ED9-886C-D175068870FB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8E19D005-DD7E-45D3-A12A-53EBAA9C7273}" type="presOf" srcId="{8E63E617-F9F1-4015-95C2-689407ADC037}" destId="{69838A13-1D76-4179-B21F-5E4EDC43C5F0}" srcOrd="1" destOrd="0" presId="urn:microsoft.com/office/officeart/2005/8/layout/list1"/>
    <dgm:cxn modelId="{4C5E6E07-9734-4365-A819-0B37AD098C58}" srcId="{90AC820D-772F-4C84-A77D-D5DCB826D5C9}" destId="{8E63E617-F9F1-4015-95C2-689407ADC037}" srcOrd="0" destOrd="0" parTransId="{511BA532-BD9C-4265-91CA-CF30511EF27C}" sibTransId="{E7F8F516-E3BF-4D8A-B6FF-14283F9399E8}"/>
    <dgm:cxn modelId="{9A1DBC09-1984-484F-8C64-6D624ED558E5}" type="presOf" srcId="{3B7CC2C6-8F84-4F0B-B02D-1AACA3C85870}" destId="{53A00FA2-4FB0-44D9-AC6D-63EA1A389EAF}" srcOrd="0" destOrd="0" presId="urn:microsoft.com/office/officeart/2005/8/layout/list1"/>
    <dgm:cxn modelId="{13BD360C-8B78-4657-ACE7-5F0605B67EA0}" type="presOf" srcId="{399005EF-E5A7-4ED9-886C-D175068870FB}" destId="{36D662B4-99C1-4A26-AE44-7282A623864C}" srcOrd="1" destOrd="0" presId="urn:microsoft.com/office/officeart/2005/8/layout/list1"/>
    <dgm:cxn modelId="{28DADB6B-40A8-4546-9FFC-D619675EC7BB}" type="presOf" srcId="{9A755C66-7EBC-434C-9B95-2064111DFCBE}" destId="{53A00FA2-4FB0-44D9-AC6D-63EA1A389EAF}" srcOrd="0" destOrd="1" presId="urn:microsoft.com/office/officeart/2005/8/layout/list1"/>
    <dgm:cxn modelId="{72E65E70-1FAB-455D-98E9-C89E501DE96F}" srcId="{399005EF-E5A7-4ED9-886C-D175068870FB}" destId="{AFCCFE6E-0CF0-40CE-B3FE-C40EC812FD64}" srcOrd="0" destOrd="0" parTransId="{B85E981C-1496-482A-991E-68E88C6D4558}" sibTransId="{338C1456-6366-4548-9FD7-61B5BBDD13DE}"/>
    <dgm:cxn modelId="{42F85473-C86B-447C-A730-21A66D2FF50B}" type="presOf" srcId="{8E63E617-F9F1-4015-95C2-689407ADC037}" destId="{D869BD46-6CDB-448A-9EAC-AA6DA4831A03}" srcOrd="0" destOrd="0" presId="urn:microsoft.com/office/officeart/2005/8/layout/list1"/>
    <dgm:cxn modelId="{A9403778-3D8E-4E0F-869E-3B75241B5188}" type="presOf" srcId="{AFCCFE6E-0CF0-40CE-B3FE-C40EC812FD64}" destId="{3FEFF8F0-6BF2-4708-87E7-1E1D1F6BA6F7}" srcOrd="0" destOrd="0" presId="urn:microsoft.com/office/officeart/2005/8/layout/list1"/>
    <dgm:cxn modelId="{499EE77D-8013-40B7-82DD-A2D8E1A96779}" srcId="{8E63E617-F9F1-4015-95C2-689407ADC037}" destId="{3B7CC2C6-8F84-4F0B-B02D-1AACA3C85870}" srcOrd="0" destOrd="0" parTransId="{3914284A-F061-404F-A9E4-48A59E50B058}" sibTransId="{440AB900-586D-45AE-8E30-3E4006F93B48}"/>
    <dgm:cxn modelId="{F7D7078E-0216-4492-A9E5-6E2AFD71B15C}" type="presOf" srcId="{90AC820D-772F-4C84-A77D-D5DCB826D5C9}" destId="{6568B317-7377-4890-A166-580D5F002F83}" srcOrd="0" destOrd="0" presId="urn:microsoft.com/office/officeart/2005/8/layout/list1"/>
    <dgm:cxn modelId="{AEC13BAE-E0A2-4F77-BDAB-C2E9DE160965}" srcId="{8E63E617-F9F1-4015-95C2-689407ADC037}" destId="{9A755C66-7EBC-434C-9B95-2064111DFCBE}" srcOrd="1" destOrd="0" parTransId="{D5162FB2-0142-4C6A-B55F-152D1B088FD9}" sibTransId="{1453092A-4164-4243-96C2-D9B20E0A571E}"/>
    <dgm:cxn modelId="{0E1618BF-D49E-46FB-9DA9-26C1C36347DC}" srcId="{90AC820D-772F-4C84-A77D-D5DCB826D5C9}" destId="{399005EF-E5A7-4ED9-886C-D175068870FB}" srcOrd="1" destOrd="0" parTransId="{6190FEEF-E8F2-4D56-80D0-7BB409FCCBC0}" sibTransId="{B3FA5B06-F918-4753-AD5B-39F4BD77420E}"/>
    <dgm:cxn modelId="{616DF2C4-44B2-4B84-BD3E-5BA787D97D83}" type="presOf" srcId="{399005EF-E5A7-4ED9-886C-D175068870FB}" destId="{FC86672F-5CF8-44AF-BED0-677A008BF5ED}" srcOrd="0" destOrd="0" presId="urn:microsoft.com/office/officeart/2005/8/layout/list1"/>
    <dgm:cxn modelId="{37CB3DAA-4325-4BAA-A5B9-BBD2D0AEDD41}" type="presParOf" srcId="{6568B317-7377-4890-A166-580D5F002F83}" destId="{FEEAD824-9470-4E11-917E-D2B6C96AF2EF}" srcOrd="0" destOrd="0" presId="urn:microsoft.com/office/officeart/2005/8/layout/list1"/>
    <dgm:cxn modelId="{5CEDF82E-83AA-4542-944D-DDD3584CEEEC}" type="presParOf" srcId="{FEEAD824-9470-4E11-917E-D2B6C96AF2EF}" destId="{D869BD46-6CDB-448A-9EAC-AA6DA4831A03}" srcOrd="0" destOrd="0" presId="urn:microsoft.com/office/officeart/2005/8/layout/list1"/>
    <dgm:cxn modelId="{DE6B71CE-F398-4309-AD6E-97754784EB1C}" type="presParOf" srcId="{FEEAD824-9470-4E11-917E-D2B6C96AF2EF}" destId="{69838A13-1D76-4179-B21F-5E4EDC43C5F0}" srcOrd="1" destOrd="0" presId="urn:microsoft.com/office/officeart/2005/8/layout/list1"/>
    <dgm:cxn modelId="{6F6BF7F2-B1AB-4391-BCA4-AF31DDAE2A3E}" type="presParOf" srcId="{6568B317-7377-4890-A166-580D5F002F83}" destId="{99E9972F-F7D2-4853-8C19-1FF0ED823E2F}" srcOrd="1" destOrd="0" presId="urn:microsoft.com/office/officeart/2005/8/layout/list1"/>
    <dgm:cxn modelId="{B2C027A1-C223-4DA0-B5E4-C82DB5C0D429}" type="presParOf" srcId="{6568B317-7377-4890-A166-580D5F002F83}" destId="{53A00FA2-4FB0-44D9-AC6D-63EA1A389EAF}" srcOrd="2" destOrd="0" presId="urn:microsoft.com/office/officeart/2005/8/layout/list1"/>
    <dgm:cxn modelId="{4425FFFF-8240-492F-A156-D5B06B9EC88C}" type="presParOf" srcId="{6568B317-7377-4890-A166-580D5F002F83}" destId="{DB8C2680-2B99-4430-98FD-55C42714F10E}" srcOrd="3" destOrd="0" presId="urn:microsoft.com/office/officeart/2005/8/layout/list1"/>
    <dgm:cxn modelId="{990FCC04-7B15-4A5F-A0F1-996953E5BFF6}" type="presParOf" srcId="{6568B317-7377-4890-A166-580D5F002F83}" destId="{2C0F1C0C-14AC-4C9C-9721-EB8A7F04371B}" srcOrd="4" destOrd="0" presId="urn:microsoft.com/office/officeart/2005/8/layout/list1"/>
    <dgm:cxn modelId="{82722360-A51C-4251-A439-0794B3A6FF3A}" type="presParOf" srcId="{2C0F1C0C-14AC-4C9C-9721-EB8A7F04371B}" destId="{FC86672F-5CF8-44AF-BED0-677A008BF5ED}" srcOrd="0" destOrd="0" presId="urn:microsoft.com/office/officeart/2005/8/layout/list1"/>
    <dgm:cxn modelId="{063BEE90-BCD5-4C42-8C03-654E07B31053}" type="presParOf" srcId="{2C0F1C0C-14AC-4C9C-9721-EB8A7F04371B}" destId="{36D662B4-99C1-4A26-AE44-7282A623864C}" srcOrd="1" destOrd="0" presId="urn:microsoft.com/office/officeart/2005/8/layout/list1"/>
    <dgm:cxn modelId="{6BF43BAD-30BF-4FE5-AB05-0F677E6D4EDB}" type="presParOf" srcId="{6568B317-7377-4890-A166-580D5F002F83}" destId="{1191980F-A8B9-43E5-9F4A-545FB153DAF4}" srcOrd="5" destOrd="0" presId="urn:microsoft.com/office/officeart/2005/8/layout/list1"/>
    <dgm:cxn modelId="{906BDCA5-9BB8-49D1-8939-A7244DBC1F29}" type="presParOf" srcId="{6568B317-7377-4890-A166-580D5F002F83}" destId="{3FEFF8F0-6BF2-4708-87E7-1E1D1F6BA6F7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9.xml><?xml version="1.0" encoding="utf-8"?>
<dgm:dataModel xmlns:dgm="http://schemas.openxmlformats.org/drawingml/2006/diagram" xmlns:a="http://schemas.openxmlformats.org/drawingml/2006/main">
  <dgm:ptLst>
    <dgm:pt modelId="{F2B193B2-E6EF-4D64-AFF0-5A1C46DC2C55}" type="doc">
      <dgm:prSet loTypeId="urn:microsoft.com/office/officeart/2005/8/layout/vList5" loCatId="list" qsTypeId="urn:microsoft.com/office/officeart/2005/8/quickstyle/simple4" qsCatId="simple" csTypeId="urn:microsoft.com/office/officeart/2005/8/colors/accent2_2" csCatId="accent2"/>
      <dgm:spPr/>
      <dgm:t>
        <a:bodyPr/>
        <a:lstStyle/>
        <a:p>
          <a:endParaRPr lang="en-US"/>
        </a:p>
      </dgm:t>
    </dgm:pt>
    <dgm:pt modelId="{51E8C1B8-1D8B-4CE2-ABF6-AAD0DAA021E9}">
      <dgm:prSet/>
      <dgm:spPr/>
      <dgm:t>
        <a:bodyPr/>
        <a:lstStyle/>
        <a:p>
          <a:r>
            <a:rPr lang="en-US"/>
            <a:t>there is no “unlocking script” </a:t>
          </a:r>
        </a:p>
      </dgm:t>
    </dgm:pt>
    <dgm:pt modelId="{CC18C941-C70C-49FA-AA59-C993F67E5949}" type="parTrans" cxnId="{746D1BC9-F87B-486B-9E63-484E15243B6D}">
      <dgm:prSet/>
      <dgm:spPr/>
      <dgm:t>
        <a:bodyPr/>
        <a:lstStyle/>
        <a:p>
          <a:endParaRPr lang="en-US"/>
        </a:p>
      </dgm:t>
    </dgm:pt>
    <dgm:pt modelId="{C7859A70-E19F-4692-BC68-B71E9227970A}" type="sibTrans" cxnId="{746D1BC9-F87B-486B-9E63-484E15243B6D}">
      <dgm:prSet/>
      <dgm:spPr/>
      <dgm:t>
        <a:bodyPr/>
        <a:lstStyle/>
        <a:p>
          <a:endParaRPr lang="en-US"/>
        </a:p>
      </dgm:t>
    </dgm:pt>
    <dgm:pt modelId="{E75D11C8-A8AA-4B49-B3FA-9A088D226CA9}">
      <dgm:prSet/>
      <dgm:spPr/>
      <dgm:t>
        <a:bodyPr/>
        <a:lstStyle/>
        <a:p>
          <a:r>
            <a:rPr lang="en-US"/>
            <a:t>that corresponds to RETURN </a:t>
          </a:r>
        </a:p>
      </dgm:t>
    </dgm:pt>
    <dgm:pt modelId="{3350D114-6167-40D4-8C73-8F4F6737D1DE}" type="parTrans" cxnId="{3B4B99B9-14E8-4794-8C9C-590D9872B232}">
      <dgm:prSet/>
      <dgm:spPr/>
      <dgm:t>
        <a:bodyPr/>
        <a:lstStyle/>
        <a:p>
          <a:endParaRPr lang="en-US"/>
        </a:p>
      </dgm:t>
    </dgm:pt>
    <dgm:pt modelId="{7AA677FE-55F9-49F7-B0EB-7141ACB6B735}" type="sibTrans" cxnId="{3B4B99B9-14E8-4794-8C9C-590D9872B232}">
      <dgm:prSet/>
      <dgm:spPr/>
      <dgm:t>
        <a:bodyPr/>
        <a:lstStyle/>
        <a:p>
          <a:endParaRPr lang="en-US"/>
        </a:p>
      </dgm:t>
    </dgm:pt>
    <dgm:pt modelId="{4E048356-4918-4656-B074-732EF52D9CB0}">
      <dgm:prSet/>
      <dgm:spPr/>
      <dgm:t>
        <a:bodyPr/>
        <a:lstStyle/>
        <a:p>
          <a:r>
            <a:rPr lang="en-US"/>
            <a:t>that</a:t>
          </a:r>
          <a:r>
            <a:rPr lang="tr-TR"/>
            <a:t> </a:t>
          </a:r>
          <a:r>
            <a:rPr lang="en-US"/>
            <a:t>could possibly be used to “spend” a RETURN output. </a:t>
          </a:r>
        </a:p>
      </dgm:t>
    </dgm:pt>
    <dgm:pt modelId="{F52CBA14-7D43-4BCB-BE67-8ECA5A8DD0DD}" type="parTrans" cxnId="{CAC28698-3019-4008-BCE0-3623798437CB}">
      <dgm:prSet/>
      <dgm:spPr/>
      <dgm:t>
        <a:bodyPr/>
        <a:lstStyle/>
        <a:p>
          <a:endParaRPr lang="en-US"/>
        </a:p>
      </dgm:t>
    </dgm:pt>
    <dgm:pt modelId="{189FB7CF-4C32-40B5-9BCE-25657F81A365}" type="sibTrans" cxnId="{CAC28698-3019-4008-BCE0-3623798437CB}">
      <dgm:prSet/>
      <dgm:spPr/>
      <dgm:t>
        <a:bodyPr/>
        <a:lstStyle/>
        <a:p>
          <a:endParaRPr lang="en-US"/>
        </a:p>
      </dgm:t>
    </dgm:pt>
    <dgm:pt modelId="{DB4C6DB5-8DEB-4092-A432-57B4EE9D573A}">
      <dgm:prSet/>
      <dgm:spPr/>
      <dgm:t>
        <a:bodyPr/>
        <a:lstStyle/>
        <a:p>
          <a:r>
            <a:rPr lang="en-US"/>
            <a:t>The whole point of RETURN is that</a:t>
          </a:r>
          <a:r>
            <a:rPr lang="tr-TR"/>
            <a:t> </a:t>
          </a:r>
          <a:endParaRPr lang="en-US"/>
        </a:p>
      </dgm:t>
    </dgm:pt>
    <dgm:pt modelId="{45A10CEA-146D-4EBF-B959-79B02BE1447B}" type="parTrans" cxnId="{2E3ED28D-1DA2-476C-B9C9-4DFDA5E8439A}">
      <dgm:prSet/>
      <dgm:spPr/>
      <dgm:t>
        <a:bodyPr/>
        <a:lstStyle/>
        <a:p>
          <a:endParaRPr lang="en-US"/>
        </a:p>
      </dgm:t>
    </dgm:pt>
    <dgm:pt modelId="{788199E4-575E-48D4-9EAD-588A4063FD8D}" type="sibTrans" cxnId="{2E3ED28D-1DA2-476C-B9C9-4DFDA5E8439A}">
      <dgm:prSet/>
      <dgm:spPr/>
      <dgm:t>
        <a:bodyPr/>
        <a:lstStyle/>
        <a:p>
          <a:endParaRPr lang="en-US"/>
        </a:p>
      </dgm:t>
    </dgm:pt>
    <dgm:pt modelId="{F89BE7AA-B8DD-4823-BF4B-F2707FA2AF53}">
      <dgm:prSet/>
      <dgm:spPr/>
      <dgm:t>
        <a:bodyPr/>
        <a:lstStyle/>
        <a:p>
          <a:r>
            <a:rPr lang="en-US"/>
            <a:t>you can’t spend the money locked in that output, </a:t>
          </a:r>
        </a:p>
      </dgm:t>
    </dgm:pt>
    <dgm:pt modelId="{AD651ED3-40EB-4A23-9E5C-55D623F48BF1}" type="parTrans" cxnId="{F7FCDA07-998B-433C-9A54-51E5090B3CE9}">
      <dgm:prSet/>
      <dgm:spPr/>
      <dgm:t>
        <a:bodyPr/>
        <a:lstStyle/>
        <a:p>
          <a:endParaRPr lang="en-US"/>
        </a:p>
      </dgm:t>
    </dgm:pt>
    <dgm:pt modelId="{C799B298-CB1B-495A-9011-F4E975287E27}" type="sibTrans" cxnId="{F7FCDA07-998B-433C-9A54-51E5090B3CE9}">
      <dgm:prSet/>
      <dgm:spPr/>
      <dgm:t>
        <a:bodyPr/>
        <a:lstStyle/>
        <a:p>
          <a:endParaRPr lang="en-US"/>
        </a:p>
      </dgm:t>
    </dgm:pt>
    <dgm:pt modelId="{4C7687A6-5CB4-4B21-A843-BC6760478DF1}">
      <dgm:prSet/>
      <dgm:spPr/>
      <dgm:t>
        <a:bodyPr/>
        <a:lstStyle/>
        <a:p>
          <a:r>
            <a:rPr lang="en-US"/>
            <a:t>therefore it does not need </a:t>
          </a:r>
        </a:p>
      </dgm:t>
    </dgm:pt>
    <dgm:pt modelId="{DDEC8C27-F670-4066-AB5E-1D9842D0D747}" type="parTrans" cxnId="{84147C56-DF31-411F-9899-7EC90E22E930}">
      <dgm:prSet/>
      <dgm:spPr/>
      <dgm:t>
        <a:bodyPr/>
        <a:lstStyle/>
        <a:p>
          <a:endParaRPr lang="en-US"/>
        </a:p>
      </dgm:t>
    </dgm:pt>
    <dgm:pt modelId="{0D344263-6072-478F-888A-43F0CF7080F4}" type="sibTrans" cxnId="{84147C56-DF31-411F-9899-7EC90E22E930}">
      <dgm:prSet/>
      <dgm:spPr/>
      <dgm:t>
        <a:bodyPr/>
        <a:lstStyle/>
        <a:p>
          <a:endParaRPr lang="en-US"/>
        </a:p>
      </dgm:t>
    </dgm:pt>
    <dgm:pt modelId="{AB70D249-FA35-4B09-B153-9611E86B9314}">
      <dgm:prSet/>
      <dgm:spPr/>
      <dgm:t>
        <a:bodyPr/>
        <a:lstStyle/>
        <a:p>
          <a:r>
            <a:rPr lang="en-US"/>
            <a:t>to be</a:t>
          </a:r>
          <a:r>
            <a:rPr lang="tr-TR"/>
            <a:t> </a:t>
          </a:r>
          <a:r>
            <a:rPr lang="en-US"/>
            <a:t>held in the UTXO set as potentially spendable—</a:t>
          </a:r>
        </a:p>
      </dgm:t>
    </dgm:pt>
    <dgm:pt modelId="{9F629CDC-E915-4001-AC4D-A4DFBA91B24E}" type="parTrans" cxnId="{E5B54F44-6A74-4304-8877-F8238C83EFB2}">
      <dgm:prSet/>
      <dgm:spPr/>
      <dgm:t>
        <a:bodyPr/>
        <a:lstStyle/>
        <a:p>
          <a:endParaRPr lang="en-US"/>
        </a:p>
      </dgm:t>
    </dgm:pt>
    <dgm:pt modelId="{3CC2E7B3-876F-4FF7-A1DB-C9E3F9EFA4B1}" type="sibTrans" cxnId="{E5B54F44-6A74-4304-8877-F8238C83EFB2}">
      <dgm:prSet/>
      <dgm:spPr/>
      <dgm:t>
        <a:bodyPr/>
        <a:lstStyle/>
        <a:p>
          <a:endParaRPr lang="en-US"/>
        </a:p>
      </dgm:t>
    </dgm:pt>
    <dgm:pt modelId="{3615FCFA-C4D4-4DC0-BFF9-F847DC38350D}">
      <dgm:prSet/>
      <dgm:spPr/>
      <dgm:t>
        <a:bodyPr/>
        <a:lstStyle/>
        <a:p>
          <a:r>
            <a:rPr lang="en-US"/>
            <a:t>RETURN is </a:t>
          </a:r>
          <a:r>
            <a:rPr lang="en-US" i="1"/>
            <a:t>provably unspendable</a:t>
          </a:r>
          <a:r>
            <a:rPr lang="en-US"/>
            <a:t>.</a:t>
          </a:r>
        </a:p>
      </dgm:t>
    </dgm:pt>
    <dgm:pt modelId="{DC21C906-B6ED-467C-AAAE-DC1A63821445}" type="parTrans" cxnId="{840B0676-FB7E-4BA0-896A-0E05BB056BD9}">
      <dgm:prSet/>
      <dgm:spPr/>
      <dgm:t>
        <a:bodyPr/>
        <a:lstStyle/>
        <a:p>
          <a:endParaRPr lang="en-US"/>
        </a:p>
      </dgm:t>
    </dgm:pt>
    <dgm:pt modelId="{BFADAFBE-D364-43C6-B1B6-907326702DE8}" type="sibTrans" cxnId="{840B0676-FB7E-4BA0-896A-0E05BB056BD9}">
      <dgm:prSet/>
      <dgm:spPr/>
      <dgm:t>
        <a:bodyPr/>
        <a:lstStyle/>
        <a:p>
          <a:endParaRPr lang="en-US"/>
        </a:p>
      </dgm:t>
    </dgm:pt>
    <dgm:pt modelId="{F518E5BF-9A1D-41AB-928A-0470E4E885F8}">
      <dgm:prSet/>
      <dgm:spPr/>
      <dgm:t>
        <a:bodyPr/>
        <a:lstStyle/>
        <a:p>
          <a:r>
            <a:rPr lang="en-US"/>
            <a:t>RETURN is usually</a:t>
          </a:r>
        </a:p>
      </dgm:t>
    </dgm:pt>
    <dgm:pt modelId="{8FA84AD8-728F-4C92-A853-EF2FFA454AA5}" type="parTrans" cxnId="{1808A298-AC2D-4C77-BD05-CA6D788D4600}">
      <dgm:prSet/>
      <dgm:spPr/>
      <dgm:t>
        <a:bodyPr/>
        <a:lstStyle/>
        <a:p>
          <a:endParaRPr lang="en-US"/>
        </a:p>
      </dgm:t>
    </dgm:pt>
    <dgm:pt modelId="{7A7719E4-CD35-419B-9B8E-4E7960017A0E}" type="sibTrans" cxnId="{1808A298-AC2D-4C77-BD05-CA6D788D4600}">
      <dgm:prSet/>
      <dgm:spPr/>
      <dgm:t>
        <a:bodyPr/>
        <a:lstStyle/>
        <a:p>
          <a:endParaRPr lang="en-US"/>
        </a:p>
      </dgm:t>
    </dgm:pt>
    <dgm:pt modelId="{C3FFEA35-AF76-48B4-A6F2-722349265824}">
      <dgm:prSet/>
      <dgm:spPr/>
      <dgm:t>
        <a:bodyPr/>
        <a:lstStyle/>
        <a:p>
          <a:r>
            <a:rPr lang="en-US"/>
            <a:t>an output with a zero bitcoin amount, </a:t>
          </a:r>
        </a:p>
      </dgm:t>
    </dgm:pt>
    <dgm:pt modelId="{0BB81D27-722E-4AC2-8BB1-E02B3D2B2EF8}" type="parTrans" cxnId="{F972F5E2-E265-4A32-B780-C701A1BBB8DB}">
      <dgm:prSet/>
      <dgm:spPr/>
      <dgm:t>
        <a:bodyPr/>
        <a:lstStyle/>
        <a:p>
          <a:endParaRPr lang="en-US"/>
        </a:p>
      </dgm:t>
    </dgm:pt>
    <dgm:pt modelId="{6B58AE38-F1D2-4623-AC16-433251B6A549}" type="sibTrans" cxnId="{F972F5E2-E265-4A32-B780-C701A1BBB8DB}">
      <dgm:prSet/>
      <dgm:spPr/>
      <dgm:t>
        <a:bodyPr/>
        <a:lstStyle/>
        <a:p>
          <a:endParaRPr lang="en-US"/>
        </a:p>
      </dgm:t>
    </dgm:pt>
    <dgm:pt modelId="{58335959-FBB4-414B-A35B-39F3CD1AAC7B}">
      <dgm:prSet/>
      <dgm:spPr/>
      <dgm:t>
        <a:bodyPr/>
        <a:lstStyle/>
        <a:p>
          <a:r>
            <a:rPr lang="en-US"/>
            <a:t>because any bitcoin assigned</a:t>
          </a:r>
          <a:r>
            <a:rPr lang="tr-TR"/>
            <a:t> </a:t>
          </a:r>
          <a:endParaRPr lang="en-US"/>
        </a:p>
      </dgm:t>
    </dgm:pt>
    <dgm:pt modelId="{D5C93AF2-1260-4339-8BA5-B9DA6B6DE63B}" type="parTrans" cxnId="{5BE063E8-E38A-4E1F-98C3-D1607819F045}">
      <dgm:prSet/>
      <dgm:spPr/>
      <dgm:t>
        <a:bodyPr/>
        <a:lstStyle/>
        <a:p>
          <a:endParaRPr lang="en-US"/>
        </a:p>
      </dgm:t>
    </dgm:pt>
    <dgm:pt modelId="{0E491149-C878-4AF0-B3A3-CD67556A5CBE}" type="sibTrans" cxnId="{5BE063E8-E38A-4E1F-98C3-D1607819F045}">
      <dgm:prSet/>
      <dgm:spPr/>
      <dgm:t>
        <a:bodyPr/>
        <a:lstStyle/>
        <a:p>
          <a:endParaRPr lang="en-US"/>
        </a:p>
      </dgm:t>
    </dgm:pt>
    <dgm:pt modelId="{2757FDE2-12B1-4456-A08B-4EF1A4FB2AE8}">
      <dgm:prSet/>
      <dgm:spPr/>
      <dgm:t>
        <a:bodyPr/>
        <a:lstStyle/>
        <a:p>
          <a:r>
            <a:rPr lang="en-US"/>
            <a:t>to such an output is effectively lost forever.</a:t>
          </a:r>
        </a:p>
      </dgm:t>
    </dgm:pt>
    <dgm:pt modelId="{F09D5CE4-4CA5-43D2-B6BB-D212A8386C8C}" type="parTrans" cxnId="{FAABFC4C-AF28-449C-961D-7E6776220939}">
      <dgm:prSet/>
      <dgm:spPr/>
      <dgm:t>
        <a:bodyPr/>
        <a:lstStyle/>
        <a:p>
          <a:endParaRPr lang="en-US"/>
        </a:p>
      </dgm:t>
    </dgm:pt>
    <dgm:pt modelId="{DCB3EA68-DD0E-4544-8D90-25532D64767A}" type="sibTrans" cxnId="{FAABFC4C-AF28-449C-961D-7E6776220939}">
      <dgm:prSet/>
      <dgm:spPr/>
      <dgm:t>
        <a:bodyPr/>
        <a:lstStyle/>
        <a:p>
          <a:endParaRPr lang="en-US"/>
        </a:p>
      </dgm:t>
    </dgm:pt>
    <dgm:pt modelId="{78A4AAD9-7324-47FA-A1F4-00A674D8CE4C}" type="pres">
      <dgm:prSet presAssocID="{F2B193B2-E6EF-4D64-AFF0-5A1C46DC2C55}" presName="Name0" presStyleCnt="0">
        <dgm:presLayoutVars>
          <dgm:dir/>
          <dgm:animLvl val="lvl"/>
          <dgm:resizeHandles val="exact"/>
        </dgm:presLayoutVars>
      </dgm:prSet>
      <dgm:spPr/>
    </dgm:pt>
    <dgm:pt modelId="{6DC57EC2-FDD1-4CB2-AED8-78B5871056DE}" type="pres">
      <dgm:prSet presAssocID="{51E8C1B8-1D8B-4CE2-ABF6-AAD0DAA021E9}" presName="linNode" presStyleCnt="0"/>
      <dgm:spPr/>
    </dgm:pt>
    <dgm:pt modelId="{60D828C0-E0AB-4055-91C4-3E9B6CC82A1F}" type="pres">
      <dgm:prSet presAssocID="{51E8C1B8-1D8B-4CE2-ABF6-AAD0DAA021E9}" presName="parentText" presStyleLbl="node1" presStyleIdx="0" presStyleCnt="5">
        <dgm:presLayoutVars>
          <dgm:chMax val="1"/>
          <dgm:bulletEnabled val="1"/>
        </dgm:presLayoutVars>
      </dgm:prSet>
      <dgm:spPr/>
    </dgm:pt>
    <dgm:pt modelId="{2C2F8CA5-6ED5-4FAC-AC64-107A4AA3707B}" type="pres">
      <dgm:prSet presAssocID="{51E8C1B8-1D8B-4CE2-ABF6-AAD0DAA021E9}" presName="descendantText" presStyleLbl="alignAccFollowNode1" presStyleIdx="0" presStyleCnt="5">
        <dgm:presLayoutVars>
          <dgm:bulletEnabled val="1"/>
        </dgm:presLayoutVars>
      </dgm:prSet>
      <dgm:spPr/>
    </dgm:pt>
    <dgm:pt modelId="{B0B90E35-442F-4950-B8EF-D8213E71D9E2}" type="pres">
      <dgm:prSet presAssocID="{C7859A70-E19F-4692-BC68-B71E9227970A}" presName="sp" presStyleCnt="0"/>
      <dgm:spPr/>
    </dgm:pt>
    <dgm:pt modelId="{5CDA36FD-A5B7-40F5-8FDD-9D351226B9BA}" type="pres">
      <dgm:prSet presAssocID="{DB4C6DB5-8DEB-4092-A432-57B4EE9D573A}" presName="linNode" presStyleCnt="0"/>
      <dgm:spPr/>
    </dgm:pt>
    <dgm:pt modelId="{5DDEDE83-6B0D-4FF6-BBB3-522732EE7C02}" type="pres">
      <dgm:prSet presAssocID="{DB4C6DB5-8DEB-4092-A432-57B4EE9D573A}" presName="parentText" presStyleLbl="node1" presStyleIdx="1" presStyleCnt="5">
        <dgm:presLayoutVars>
          <dgm:chMax val="1"/>
          <dgm:bulletEnabled val="1"/>
        </dgm:presLayoutVars>
      </dgm:prSet>
      <dgm:spPr/>
    </dgm:pt>
    <dgm:pt modelId="{8255AA4E-B3C6-4C95-AC66-25A4E8E3D2CF}" type="pres">
      <dgm:prSet presAssocID="{DB4C6DB5-8DEB-4092-A432-57B4EE9D573A}" presName="descendantText" presStyleLbl="alignAccFollowNode1" presStyleIdx="1" presStyleCnt="5">
        <dgm:presLayoutVars>
          <dgm:bulletEnabled val="1"/>
        </dgm:presLayoutVars>
      </dgm:prSet>
      <dgm:spPr/>
    </dgm:pt>
    <dgm:pt modelId="{D4A2FDF7-893F-43C6-894F-D7BC847E26BA}" type="pres">
      <dgm:prSet presAssocID="{788199E4-575E-48D4-9EAD-588A4063FD8D}" presName="sp" presStyleCnt="0"/>
      <dgm:spPr/>
    </dgm:pt>
    <dgm:pt modelId="{597C79FC-65B8-4D7E-AC8F-2937BEC2BBDC}" type="pres">
      <dgm:prSet presAssocID="{4C7687A6-5CB4-4B21-A843-BC6760478DF1}" presName="linNode" presStyleCnt="0"/>
      <dgm:spPr/>
    </dgm:pt>
    <dgm:pt modelId="{CCCD73F0-8339-456D-84E5-1DAE1514A485}" type="pres">
      <dgm:prSet presAssocID="{4C7687A6-5CB4-4B21-A843-BC6760478DF1}" presName="parentText" presStyleLbl="node1" presStyleIdx="2" presStyleCnt="5">
        <dgm:presLayoutVars>
          <dgm:chMax val="1"/>
          <dgm:bulletEnabled val="1"/>
        </dgm:presLayoutVars>
      </dgm:prSet>
      <dgm:spPr/>
    </dgm:pt>
    <dgm:pt modelId="{2F652030-162C-42CF-8C87-A0BB4565B34C}" type="pres">
      <dgm:prSet presAssocID="{4C7687A6-5CB4-4B21-A843-BC6760478DF1}" presName="descendantText" presStyleLbl="alignAccFollowNode1" presStyleIdx="2" presStyleCnt="5">
        <dgm:presLayoutVars>
          <dgm:bulletEnabled val="1"/>
        </dgm:presLayoutVars>
      </dgm:prSet>
      <dgm:spPr/>
    </dgm:pt>
    <dgm:pt modelId="{09A4CC03-7EAF-4C18-B188-752920A50C7B}" type="pres">
      <dgm:prSet presAssocID="{0D344263-6072-478F-888A-43F0CF7080F4}" presName="sp" presStyleCnt="0"/>
      <dgm:spPr/>
    </dgm:pt>
    <dgm:pt modelId="{85259F22-09E2-4664-8BB5-A5CD39B317C5}" type="pres">
      <dgm:prSet presAssocID="{F518E5BF-9A1D-41AB-928A-0470E4E885F8}" presName="linNode" presStyleCnt="0"/>
      <dgm:spPr/>
    </dgm:pt>
    <dgm:pt modelId="{93071519-85AD-47F5-9D4F-9B7354225D53}" type="pres">
      <dgm:prSet presAssocID="{F518E5BF-9A1D-41AB-928A-0470E4E885F8}" presName="parentText" presStyleLbl="node1" presStyleIdx="3" presStyleCnt="5">
        <dgm:presLayoutVars>
          <dgm:chMax val="1"/>
          <dgm:bulletEnabled val="1"/>
        </dgm:presLayoutVars>
      </dgm:prSet>
      <dgm:spPr/>
    </dgm:pt>
    <dgm:pt modelId="{76921F3F-A4D0-4620-903D-7199DBA9A3FF}" type="pres">
      <dgm:prSet presAssocID="{F518E5BF-9A1D-41AB-928A-0470E4E885F8}" presName="descendantText" presStyleLbl="alignAccFollowNode1" presStyleIdx="3" presStyleCnt="5">
        <dgm:presLayoutVars>
          <dgm:bulletEnabled val="1"/>
        </dgm:presLayoutVars>
      </dgm:prSet>
      <dgm:spPr/>
    </dgm:pt>
    <dgm:pt modelId="{05A84F22-EA6D-4FBD-A268-95D40237FE95}" type="pres">
      <dgm:prSet presAssocID="{7A7719E4-CD35-419B-9B8E-4E7960017A0E}" presName="sp" presStyleCnt="0"/>
      <dgm:spPr/>
    </dgm:pt>
    <dgm:pt modelId="{6885160B-870B-4E32-9993-4142EDEB8FDF}" type="pres">
      <dgm:prSet presAssocID="{58335959-FBB4-414B-A35B-39F3CD1AAC7B}" presName="linNode" presStyleCnt="0"/>
      <dgm:spPr/>
    </dgm:pt>
    <dgm:pt modelId="{ED333993-15E5-4D48-9E3A-73B74E1F17C0}" type="pres">
      <dgm:prSet presAssocID="{58335959-FBB4-414B-A35B-39F3CD1AAC7B}" presName="parentText" presStyleLbl="node1" presStyleIdx="4" presStyleCnt="5">
        <dgm:presLayoutVars>
          <dgm:chMax val="1"/>
          <dgm:bulletEnabled val="1"/>
        </dgm:presLayoutVars>
      </dgm:prSet>
      <dgm:spPr/>
    </dgm:pt>
    <dgm:pt modelId="{2691E3F5-B3D8-482A-B82F-3B116ACDD8E6}" type="pres">
      <dgm:prSet presAssocID="{58335959-FBB4-414B-A35B-39F3CD1AAC7B}" presName="descendantText" presStyleLbl="alignAccFollowNode1" presStyleIdx="4" presStyleCnt="5">
        <dgm:presLayoutVars>
          <dgm:bulletEnabled val="1"/>
        </dgm:presLayoutVars>
      </dgm:prSet>
      <dgm:spPr/>
    </dgm:pt>
  </dgm:ptLst>
  <dgm:cxnLst>
    <dgm:cxn modelId="{F7FCDA07-998B-433C-9A54-51E5090B3CE9}" srcId="{DB4C6DB5-8DEB-4092-A432-57B4EE9D573A}" destId="{F89BE7AA-B8DD-4823-BF4B-F2707FA2AF53}" srcOrd="0" destOrd="0" parTransId="{AD651ED3-40EB-4A23-9E5C-55D623F48BF1}" sibTransId="{C799B298-CB1B-495A-9011-F4E975287E27}"/>
    <dgm:cxn modelId="{202C0F32-1CC4-419E-BC96-B14EA6919EAE}" type="presOf" srcId="{C3FFEA35-AF76-48B4-A6F2-722349265824}" destId="{76921F3F-A4D0-4620-903D-7199DBA9A3FF}" srcOrd="0" destOrd="0" presId="urn:microsoft.com/office/officeart/2005/8/layout/vList5"/>
    <dgm:cxn modelId="{F6841F33-2E3F-4233-91D0-875CF0BD8D7D}" type="presOf" srcId="{AB70D249-FA35-4B09-B153-9611E86B9314}" destId="{2F652030-162C-42CF-8C87-A0BB4565B34C}" srcOrd="0" destOrd="0" presId="urn:microsoft.com/office/officeart/2005/8/layout/vList5"/>
    <dgm:cxn modelId="{21B10439-2A15-4D24-B9F5-EE520F8EBC3B}" type="presOf" srcId="{4C7687A6-5CB4-4B21-A843-BC6760478DF1}" destId="{CCCD73F0-8339-456D-84E5-1DAE1514A485}" srcOrd="0" destOrd="0" presId="urn:microsoft.com/office/officeart/2005/8/layout/vList5"/>
    <dgm:cxn modelId="{E5B54F44-6A74-4304-8877-F8238C83EFB2}" srcId="{4C7687A6-5CB4-4B21-A843-BC6760478DF1}" destId="{AB70D249-FA35-4B09-B153-9611E86B9314}" srcOrd="0" destOrd="0" parTransId="{9F629CDC-E915-4001-AC4D-A4DFBA91B24E}" sibTransId="{3CC2E7B3-876F-4FF7-A1DB-C9E3F9EFA4B1}"/>
    <dgm:cxn modelId="{ED359249-B8C1-4B13-A42F-AA72FF2978D8}" type="presOf" srcId="{F2B193B2-E6EF-4D64-AFF0-5A1C46DC2C55}" destId="{78A4AAD9-7324-47FA-A1F4-00A674D8CE4C}" srcOrd="0" destOrd="0" presId="urn:microsoft.com/office/officeart/2005/8/layout/vList5"/>
    <dgm:cxn modelId="{FAABFC4C-AF28-449C-961D-7E6776220939}" srcId="{58335959-FBB4-414B-A35B-39F3CD1AAC7B}" destId="{2757FDE2-12B1-4456-A08B-4EF1A4FB2AE8}" srcOrd="0" destOrd="0" parTransId="{F09D5CE4-4CA5-43D2-B6BB-D212A8386C8C}" sibTransId="{DCB3EA68-DD0E-4544-8D90-25532D64767A}"/>
    <dgm:cxn modelId="{840B0676-FB7E-4BA0-896A-0E05BB056BD9}" srcId="{4C7687A6-5CB4-4B21-A843-BC6760478DF1}" destId="{3615FCFA-C4D4-4DC0-BFF9-F847DC38350D}" srcOrd="1" destOrd="0" parTransId="{DC21C906-B6ED-467C-AAAE-DC1A63821445}" sibTransId="{BFADAFBE-D364-43C6-B1B6-907326702DE8}"/>
    <dgm:cxn modelId="{84147C56-DF31-411F-9899-7EC90E22E930}" srcId="{F2B193B2-E6EF-4D64-AFF0-5A1C46DC2C55}" destId="{4C7687A6-5CB4-4B21-A843-BC6760478DF1}" srcOrd="2" destOrd="0" parTransId="{DDEC8C27-F670-4066-AB5E-1D9842D0D747}" sibTransId="{0D344263-6072-478F-888A-43F0CF7080F4}"/>
    <dgm:cxn modelId="{E252195A-BED2-41D8-B2CC-B91274566AC5}" type="presOf" srcId="{DB4C6DB5-8DEB-4092-A432-57B4EE9D573A}" destId="{5DDEDE83-6B0D-4FF6-BBB3-522732EE7C02}" srcOrd="0" destOrd="0" presId="urn:microsoft.com/office/officeart/2005/8/layout/vList5"/>
    <dgm:cxn modelId="{241BEF82-BEFD-4AF1-868E-CDFF9FDC539F}" type="presOf" srcId="{51E8C1B8-1D8B-4CE2-ABF6-AAD0DAA021E9}" destId="{60D828C0-E0AB-4055-91C4-3E9B6CC82A1F}" srcOrd="0" destOrd="0" presId="urn:microsoft.com/office/officeart/2005/8/layout/vList5"/>
    <dgm:cxn modelId="{2E3ED28D-1DA2-476C-B9C9-4DFDA5E8439A}" srcId="{F2B193B2-E6EF-4D64-AFF0-5A1C46DC2C55}" destId="{DB4C6DB5-8DEB-4092-A432-57B4EE9D573A}" srcOrd="1" destOrd="0" parTransId="{45A10CEA-146D-4EBF-B959-79B02BE1447B}" sibTransId="{788199E4-575E-48D4-9EAD-588A4063FD8D}"/>
    <dgm:cxn modelId="{CAC28698-3019-4008-BCE0-3623798437CB}" srcId="{51E8C1B8-1D8B-4CE2-ABF6-AAD0DAA021E9}" destId="{4E048356-4918-4656-B074-732EF52D9CB0}" srcOrd="1" destOrd="0" parTransId="{F52CBA14-7D43-4BCB-BE67-8ECA5A8DD0DD}" sibTransId="{189FB7CF-4C32-40B5-9BCE-25657F81A365}"/>
    <dgm:cxn modelId="{1808A298-AC2D-4C77-BD05-CA6D788D4600}" srcId="{F2B193B2-E6EF-4D64-AFF0-5A1C46DC2C55}" destId="{F518E5BF-9A1D-41AB-928A-0470E4E885F8}" srcOrd="3" destOrd="0" parTransId="{8FA84AD8-728F-4C92-A853-EF2FFA454AA5}" sibTransId="{7A7719E4-CD35-419B-9B8E-4E7960017A0E}"/>
    <dgm:cxn modelId="{E833AAA8-E58B-439B-9AFF-4BB2FCA87AA1}" type="presOf" srcId="{2757FDE2-12B1-4456-A08B-4EF1A4FB2AE8}" destId="{2691E3F5-B3D8-482A-B82F-3B116ACDD8E6}" srcOrd="0" destOrd="0" presId="urn:microsoft.com/office/officeart/2005/8/layout/vList5"/>
    <dgm:cxn modelId="{3B4B99B9-14E8-4794-8C9C-590D9872B232}" srcId="{51E8C1B8-1D8B-4CE2-ABF6-AAD0DAA021E9}" destId="{E75D11C8-A8AA-4B49-B3FA-9A088D226CA9}" srcOrd="0" destOrd="0" parTransId="{3350D114-6167-40D4-8C73-8F4F6737D1DE}" sibTransId="{7AA677FE-55F9-49F7-B0EB-7141ACB6B735}"/>
    <dgm:cxn modelId="{746D1BC9-F87B-486B-9E63-484E15243B6D}" srcId="{F2B193B2-E6EF-4D64-AFF0-5A1C46DC2C55}" destId="{51E8C1B8-1D8B-4CE2-ABF6-AAD0DAA021E9}" srcOrd="0" destOrd="0" parTransId="{CC18C941-C70C-49FA-AA59-C993F67E5949}" sibTransId="{C7859A70-E19F-4692-BC68-B71E9227970A}"/>
    <dgm:cxn modelId="{CFC64DCA-DC87-4DF0-AB12-04459DE02AE6}" type="presOf" srcId="{F518E5BF-9A1D-41AB-928A-0470E4E885F8}" destId="{93071519-85AD-47F5-9D4F-9B7354225D53}" srcOrd="0" destOrd="0" presId="urn:microsoft.com/office/officeart/2005/8/layout/vList5"/>
    <dgm:cxn modelId="{6271E9CB-A8F4-4C32-B1F1-A374F93A1B7E}" type="presOf" srcId="{F89BE7AA-B8DD-4823-BF4B-F2707FA2AF53}" destId="{8255AA4E-B3C6-4C95-AC66-25A4E8E3D2CF}" srcOrd="0" destOrd="0" presId="urn:microsoft.com/office/officeart/2005/8/layout/vList5"/>
    <dgm:cxn modelId="{9EE261CF-C51A-48D8-8091-D6356C9AB78E}" type="presOf" srcId="{E75D11C8-A8AA-4B49-B3FA-9A088D226CA9}" destId="{2C2F8CA5-6ED5-4FAC-AC64-107A4AA3707B}" srcOrd="0" destOrd="0" presId="urn:microsoft.com/office/officeart/2005/8/layout/vList5"/>
    <dgm:cxn modelId="{AC8F96D9-869F-42C1-90D0-11E2C2FF10E7}" type="presOf" srcId="{4E048356-4918-4656-B074-732EF52D9CB0}" destId="{2C2F8CA5-6ED5-4FAC-AC64-107A4AA3707B}" srcOrd="0" destOrd="1" presId="urn:microsoft.com/office/officeart/2005/8/layout/vList5"/>
    <dgm:cxn modelId="{D38344DA-ED91-4BB9-B2B5-7FC79C78A530}" type="presOf" srcId="{58335959-FBB4-414B-A35B-39F3CD1AAC7B}" destId="{ED333993-15E5-4D48-9E3A-73B74E1F17C0}" srcOrd="0" destOrd="0" presId="urn:microsoft.com/office/officeart/2005/8/layout/vList5"/>
    <dgm:cxn modelId="{2E9203DC-44C4-4868-9D6A-D4B27435A224}" type="presOf" srcId="{3615FCFA-C4D4-4DC0-BFF9-F847DC38350D}" destId="{2F652030-162C-42CF-8C87-A0BB4565B34C}" srcOrd="0" destOrd="1" presId="urn:microsoft.com/office/officeart/2005/8/layout/vList5"/>
    <dgm:cxn modelId="{F972F5E2-E265-4A32-B780-C701A1BBB8DB}" srcId="{F518E5BF-9A1D-41AB-928A-0470E4E885F8}" destId="{C3FFEA35-AF76-48B4-A6F2-722349265824}" srcOrd="0" destOrd="0" parTransId="{0BB81D27-722E-4AC2-8BB1-E02B3D2B2EF8}" sibTransId="{6B58AE38-F1D2-4623-AC16-433251B6A549}"/>
    <dgm:cxn modelId="{5BE063E8-E38A-4E1F-98C3-D1607819F045}" srcId="{F2B193B2-E6EF-4D64-AFF0-5A1C46DC2C55}" destId="{58335959-FBB4-414B-A35B-39F3CD1AAC7B}" srcOrd="4" destOrd="0" parTransId="{D5C93AF2-1260-4339-8BA5-B9DA6B6DE63B}" sibTransId="{0E491149-C878-4AF0-B3A3-CD67556A5CBE}"/>
    <dgm:cxn modelId="{97DE8087-A9E7-4A87-92EF-B99E08963092}" type="presParOf" srcId="{78A4AAD9-7324-47FA-A1F4-00A674D8CE4C}" destId="{6DC57EC2-FDD1-4CB2-AED8-78B5871056DE}" srcOrd="0" destOrd="0" presId="urn:microsoft.com/office/officeart/2005/8/layout/vList5"/>
    <dgm:cxn modelId="{9E7F301F-96AE-47FC-93DB-63E6B46058DB}" type="presParOf" srcId="{6DC57EC2-FDD1-4CB2-AED8-78B5871056DE}" destId="{60D828C0-E0AB-4055-91C4-3E9B6CC82A1F}" srcOrd="0" destOrd="0" presId="urn:microsoft.com/office/officeart/2005/8/layout/vList5"/>
    <dgm:cxn modelId="{BEA3A72B-93F2-4A19-A602-A40D77A55330}" type="presParOf" srcId="{6DC57EC2-FDD1-4CB2-AED8-78B5871056DE}" destId="{2C2F8CA5-6ED5-4FAC-AC64-107A4AA3707B}" srcOrd="1" destOrd="0" presId="urn:microsoft.com/office/officeart/2005/8/layout/vList5"/>
    <dgm:cxn modelId="{6573146B-67BC-4952-8756-3E439C62BD14}" type="presParOf" srcId="{78A4AAD9-7324-47FA-A1F4-00A674D8CE4C}" destId="{B0B90E35-442F-4950-B8EF-D8213E71D9E2}" srcOrd="1" destOrd="0" presId="urn:microsoft.com/office/officeart/2005/8/layout/vList5"/>
    <dgm:cxn modelId="{4AB16EC3-9D5F-4E9C-A052-18A5337001F4}" type="presParOf" srcId="{78A4AAD9-7324-47FA-A1F4-00A674D8CE4C}" destId="{5CDA36FD-A5B7-40F5-8FDD-9D351226B9BA}" srcOrd="2" destOrd="0" presId="urn:microsoft.com/office/officeart/2005/8/layout/vList5"/>
    <dgm:cxn modelId="{037C271A-D1BD-4917-8CFC-050F00686B1A}" type="presParOf" srcId="{5CDA36FD-A5B7-40F5-8FDD-9D351226B9BA}" destId="{5DDEDE83-6B0D-4FF6-BBB3-522732EE7C02}" srcOrd="0" destOrd="0" presId="urn:microsoft.com/office/officeart/2005/8/layout/vList5"/>
    <dgm:cxn modelId="{C6721863-2B7C-497A-B47C-763D6D55B664}" type="presParOf" srcId="{5CDA36FD-A5B7-40F5-8FDD-9D351226B9BA}" destId="{8255AA4E-B3C6-4C95-AC66-25A4E8E3D2CF}" srcOrd="1" destOrd="0" presId="urn:microsoft.com/office/officeart/2005/8/layout/vList5"/>
    <dgm:cxn modelId="{DA245576-214A-40E2-8857-4F0675987C0D}" type="presParOf" srcId="{78A4AAD9-7324-47FA-A1F4-00A674D8CE4C}" destId="{D4A2FDF7-893F-43C6-894F-D7BC847E26BA}" srcOrd="3" destOrd="0" presId="urn:microsoft.com/office/officeart/2005/8/layout/vList5"/>
    <dgm:cxn modelId="{4B0A2D31-9749-43CF-A5CD-337B7622205D}" type="presParOf" srcId="{78A4AAD9-7324-47FA-A1F4-00A674D8CE4C}" destId="{597C79FC-65B8-4D7E-AC8F-2937BEC2BBDC}" srcOrd="4" destOrd="0" presId="urn:microsoft.com/office/officeart/2005/8/layout/vList5"/>
    <dgm:cxn modelId="{9111D525-9B79-47AB-B881-7AC2C694A4D5}" type="presParOf" srcId="{597C79FC-65B8-4D7E-AC8F-2937BEC2BBDC}" destId="{CCCD73F0-8339-456D-84E5-1DAE1514A485}" srcOrd="0" destOrd="0" presId="urn:microsoft.com/office/officeart/2005/8/layout/vList5"/>
    <dgm:cxn modelId="{F820C1A5-75C0-42FA-A5FE-F3D961DAEDC2}" type="presParOf" srcId="{597C79FC-65B8-4D7E-AC8F-2937BEC2BBDC}" destId="{2F652030-162C-42CF-8C87-A0BB4565B34C}" srcOrd="1" destOrd="0" presId="urn:microsoft.com/office/officeart/2005/8/layout/vList5"/>
    <dgm:cxn modelId="{74BD20EB-FBF8-4541-AC72-228BD59ED283}" type="presParOf" srcId="{78A4AAD9-7324-47FA-A1F4-00A674D8CE4C}" destId="{09A4CC03-7EAF-4C18-B188-752920A50C7B}" srcOrd="5" destOrd="0" presId="urn:microsoft.com/office/officeart/2005/8/layout/vList5"/>
    <dgm:cxn modelId="{B778CC69-4FAB-4CE8-A806-1F8CC6588D44}" type="presParOf" srcId="{78A4AAD9-7324-47FA-A1F4-00A674D8CE4C}" destId="{85259F22-09E2-4664-8BB5-A5CD39B317C5}" srcOrd="6" destOrd="0" presId="urn:microsoft.com/office/officeart/2005/8/layout/vList5"/>
    <dgm:cxn modelId="{D754B76B-E9B8-498A-B0EE-64A324ABA747}" type="presParOf" srcId="{85259F22-09E2-4664-8BB5-A5CD39B317C5}" destId="{93071519-85AD-47F5-9D4F-9B7354225D53}" srcOrd="0" destOrd="0" presId="urn:microsoft.com/office/officeart/2005/8/layout/vList5"/>
    <dgm:cxn modelId="{2E135D1C-7843-48B7-AA4C-043DBD207627}" type="presParOf" srcId="{85259F22-09E2-4664-8BB5-A5CD39B317C5}" destId="{76921F3F-A4D0-4620-903D-7199DBA9A3FF}" srcOrd="1" destOrd="0" presId="urn:microsoft.com/office/officeart/2005/8/layout/vList5"/>
    <dgm:cxn modelId="{737F0267-77D2-4AD4-BA03-F0F66BD614A9}" type="presParOf" srcId="{78A4AAD9-7324-47FA-A1F4-00A674D8CE4C}" destId="{05A84F22-EA6D-4FBD-A268-95D40237FE95}" srcOrd="7" destOrd="0" presId="urn:microsoft.com/office/officeart/2005/8/layout/vList5"/>
    <dgm:cxn modelId="{4EC58154-DDCE-4D81-817D-D4F947D8B4AB}" type="presParOf" srcId="{78A4AAD9-7324-47FA-A1F4-00A674D8CE4C}" destId="{6885160B-870B-4E32-9993-4142EDEB8FDF}" srcOrd="8" destOrd="0" presId="urn:microsoft.com/office/officeart/2005/8/layout/vList5"/>
    <dgm:cxn modelId="{1E1F90CC-5132-482C-9B35-D80BB68599FF}" type="presParOf" srcId="{6885160B-870B-4E32-9993-4142EDEB8FDF}" destId="{ED333993-15E5-4D48-9E3A-73B74E1F17C0}" srcOrd="0" destOrd="0" presId="urn:microsoft.com/office/officeart/2005/8/layout/vList5"/>
    <dgm:cxn modelId="{8ED7B09A-56E0-4B2B-B1F4-CD2DF7BA2860}" type="presParOf" srcId="{6885160B-870B-4E32-9993-4142EDEB8FDF}" destId="{2691E3F5-B3D8-482A-B82F-3B116ACDD8E6}" srcOrd="1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0.xml><?xml version="1.0" encoding="utf-8"?>
<dgm:dataModel xmlns:dgm="http://schemas.openxmlformats.org/drawingml/2006/diagram" xmlns:a="http://schemas.openxmlformats.org/drawingml/2006/main">
  <dgm:ptLst>
    <dgm:pt modelId="{AEEC6964-E3F8-425A-8FD5-156930158BBB}" type="doc">
      <dgm:prSet loTypeId="urn:microsoft.com/office/officeart/2005/8/layout/vList5" loCatId="list" qsTypeId="urn:microsoft.com/office/officeart/2005/8/quickstyle/simple1" qsCatId="simple" csTypeId="urn:microsoft.com/office/officeart/2005/8/colors/accent5_2" csCatId="accent5" phldr="1"/>
      <dgm:spPr/>
      <dgm:t>
        <a:bodyPr/>
        <a:lstStyle/>
        <a:p>
          <a:endParaRPr lang="en-US"/>
        </a:p>
      </dgm:t>
    </dgm:pt>
    <dgm:pt modelId="{93A5A9E5-2F13-4846-B4D8-0E43C9885673}">
      <dgm:prSet/>
      <dgm:spPr/>
      <dgm:t>
        <a:bodyPr/>
        <a:lstStyle/>
        <a:p>
          <a:r>
            <a:rPr lang="en-US"/>
            <a:t>If a RETURN is </a:t>
          </a:r>
        </a:p>
      </dgm:t>
    </dgm:pt>
    <dgm:pt modelId="{E923AC46-58F0-4CC5-BFB7-85E661EA45C4}" type="parTrans" cxnId="{2AC9820F-7AE9-423C-BF85-A2581E12ED06}">
      <dgm:prSet/>
      <dgm:spPr/>
      <dgm:t>
        <a:bodyPr/>
        <a:lstStyle/>
        <a:p>
          <a:endParaRPr lang="en-US"/>
        </a:p>
      </dgm:t>
    </dgm:pt>
    <dgm:pt modelId="{1DE266E2-0902-46E8-8A76-5CB6638CB5ED}" type="sibTrans" cxnId="{2AC9820F-7AE9-423C-BF85-A2581E12ED06}">
      <dgm:prSet/>
      <dgm:spPr/>
      <dgm:t>
        <a:bodyPr/>
        <a:lstStyle/>
        <a:p>
          <a:endParaRPr lang="en-US"/>
        </a:p>
      </dgm:t>
    </dgm:pt>
    <dgm:pt modelId="{212B496F-8860-4657-B4AA-334A10263A71}">
      <dgm:prSet/>
      <dgm:spPr/>
      <dgm:t>
        <a:bodyPr/>
        <a:lstStyle/>
        <a:p>
          <a:r>
            <a:rPr lang="en-US"/>
            <a:t>referenced as an input in a</a:t>
          </a:r>
          <a:r>
            <a:rPr lang="tr-TR"/>
            <a:t> </a:t>
          </a:r>
          <a:r>
            <a:rPr lang="en-US"/>
            <a:t>transaction, </a:t>
          </a:r>
        </a:p>
      </dgm:t>
    </dgm:pt>
    <dgm:pt modelId="{05DAF41D-68F8-4D21-A787-4F0C840A7000}" type="parTrans" cxnId="{2842DBC8-D759-4D66-ADE6-F480F0E23931}">
      <dgm:prSet/>
      <dgm:spPr/>
      <dgm:t>
        <a:bodyPr/>
        <a:lstStyle/>
        <a:p>
          <a:endParaRPr lang="en-US"/>
        </a:p>
      </dgm:t>
    </dgm:pt>
    <dgm:pt modelId="{CA681537-8205-40D3-8CA7-18B2D2E4958E}" type="sibTrans" cxnId="{2842DBC8-D759-4D66-ADE6-F480F0E23931}">
      <dgm:prSet/>
      <dgm:spPr/>
      <dgm:t>
        <a:bodyPr/>
        <a:lstStyle/>
        <a:p>
          <a:endParaRPr lang="en-US"/>
        </a:p>
      </dgm:t>
    </dgm:pt>
    <dgm:pt modelId="{AC299817-2C53-4577-9566-9514729A52CA}">
      <dgm:prSet/>
      <dgm:spPr/>
      <dgm:t>
        <a:bodyPr/>
        <a:lstStyle/>
        <a:p>
          <a:r>
            <a:rPr lang="en-US"/>
            <a:t>the script validation engine </a:t>
          </a:r>
        </a:p>
      </dgm:t>
    </dgm:pt>
    <dgm:pt modelId="{659EB07F-E1DF-4432-A4F5-FD0E54DD73EA}" type="parTrans" cxnId="{829D9ACB-462A-4E11-8143-2D9A6C7FD767}">
      <dgm:prSet/>
      <dgm:spPr/>
      <dgm:t>
        <a:bodyPr/>
        <a:lstStyle/>
        <a:p>
          <a:endParaRPr lang="en-US"/>
        </a:p>
      </dgm:t>
    </dgm:pt>
    <dgm:pt modelId="{2DAAC101-A570-41EA-BE1F-04EBAB15B9E8}" type="sibTrans" cxnId="{829D9ACB-462A-4E11-8143-2D9A6C7FD767}">
      <dgm:prSet/>
      <dgm:spPr/>
      <dgm:t>
        <a:bodyPr/>
        <a:lstStyle/>
        <a:p>
          <a:endParaRPr lang="en-US"/>
        </a:p>
      </dgm:t>
    </dgm:pt>
    <dgm:pt modelId="{7BAA9958-9930-4093-8A3F-E489A71240A7}">
      <dgm:prSet/>
      <dgm:spPr/>
      <dgm:t>
        <a:bodyPr/>
        <a:lstStyle/>
        <a:p>
          <a:r>
            <a:rPr lang="en-US"/>
            <a:t>will halt the execution of the validation script</a:t>
          </a:r>
          <a:r>
            <a:rPr lang="tr-TR"/>
            <a:t> </a:t>
          </a:r>
          <a:endParaRPr lang="en-US"/>
        </a:p>
      </dgm:t>
    </dgm:pt>
    <dgm:pt modelId="{C75F9F36-E122-4A35-B2F4-F2EEC48C7265}" type="parTrans" cxnId="{2D622625-6F20-44E7-946C-38FDF1AB4901}">
      <dgm:prSet/>
      <dgm:spPr/>
      <dgm:t>
        <a:bodyPr/>
        <a:lstStyle/>
        <a:p>
          <a:endParaRPr lang="en-US"/>
        </a:p>
      </dgm:t>
    </dgm:pt>
    <dgm:pt modelId="{3B7C459E-A9C2-40B3-97A8-E698AE0078B4}" type="sibTrans" cxnId="{2D622625-6F20-44E7-946C-38FDF1AB4901}">
      <dgm:prSet/>
      <dgm:spPr/>
      <dgm:t>
        <a:bodyPr/>
        <a:lstStyle/>
        <a:p>
          <a:endParaRPr lang="en-US"/>
        </a:p>
      </dgm:t>
    </dgm:pt>
    <dgm:pt modelId="{87FDEF19-6AA7-47ED-A22F-C408B2C7AD0B}">
      <dgm:prSet/>
      <dgm:spPr/>
      <dgm:t>
        <a:bodyPr/>
        <a:lstStyle/>
        <a:p>
          <a:r>
            <a:rPr lang="en-US"/>
            <a:t>and mark the transaction as invalid. </a:t>
          </a:r>
        </a:p>
      </dgm:t>
    </dgm:pt>
    <dgm:pt modelId="{F9C12B91-4FE2-465F-9E41-53D42E93D4D3}" type="parTrans" cxnId="{C21C1071-CAEF-4211-93F7-6147D11DDCCC}">
      <dgm:prSet/>
      <dgm:spPr/>
      <dgm:t>
        <a:bodyPr/>
        <a:lstStyle/>
        <a:p>
          <a:endParaRPr lang="en-US"/>
        </a:p>
      </dgm:t>
    </dgm:pt>
    <dgm:pt modelId="{9F1C5D66-28DE-4DAC-9919-CA59A21D4CCB}" type="sibTrans" cxnId="{C21C1071-CAEF-4211-93F7-6147D11DDCCC}">
      <dgm:prSet/>
      <dgm:spPr/>
      <dgm:t>
        <a:bodyPr/>
        <a:lstStyle/>
        <a:p>
          <a:endParaRPr lang="en-US"/>
        </a:p>
      </dgm:t>
    </dgm:pt>
    <dgm:pt modelId="{02404D1A-2AEC-4676-84F7-1E74EE858DE4}">
      <dgm:prSet/>
      <dgm:spPr/>
      <dgm:t>
        <a:bodyPr/>
        <a:lstStyle/>
        <a:p>
          <a:r>
            <a:rPr lang="en-US"/>
            <a:t>The execution of RETURN </a:t>
          </a:r>
        </a:p>
      </dgm:t>
    </dgm:pt>
    <dgm:pt modelId="{616763FA-CFD8-40DD-AC58-D73098298A1E}" type="parTrans" cxnId="{E0091893-873A-4978-8B53-D7DDE9A02255}">
      <dgm:prSet/>
      <dgm:spPr/>
      <dgm:t>
        <a:bodyPr/>
        <a:lstStyle/>
        <a:p>
          <a:endParaRPr lang="en-US"/>
        </a:p>
      </dgm:t>
    </dgm:pt>
    <dgm:pt modelId="{712CDB0F-2D41-477B-8D8D-5CADC82D7016}" type="sibTrans" cxnId="{E0091893-873A-4978-8B53-D7DDE9A02255}">
      <dgm:prSet/>
      <dgm:spPr/>
      <dgm:t>
        <a:bodyPr/>
        <a:lstStyle/>
        <a:p>
          <a:endParaRPr lang="en-US"/>
        </a:p>
      </dgm:t>
    </dgm:pt>
    <dgm:pt modelId="{48DFDC76-7C43-44EB-A023-1E1BAAC9ADBE}">
      <dgm:prSet/>
      <dgm:spPr/>
      <dgm:t>
        <a:bodyPr/>
        <a:lstStyle/>
        <a:p>
          <a:r>
            <a:rPr lang="en-US"/>
            <a:t>essentially causes the</a:t>
          </a:r>
          <a:r>
            <a:rPr lang="tr-TR"/>
            <a:t> </a:t>
          </a:r>
          <a:r>
            <a:rPr lang="en-US"/>
            <a:t>script </a:t>
          </a:r>
        </a:p>
      </dgm:t>
    </dgm:pt>
    <dgm:pt modelId="{A8C98865-7BE0-4EF9-A62F-D29F8815A560}" type="parTrans" cxnId="{19A92674-DF74-4743-B471-5E9A31AAD36C}">
      <dgm:prSet/>
      <dgm:spPr/>
      <dgm:t>
        <a:bodyPr/>
        <a:lstStyle/>
        <a:p>
          <a:endParaRPr lang="en-US"/>
        </a:p>
      </dgm:t>
    </dgm:pt>
    <dgm:pt modelId="{BE1D1235-A114-4C88-B6C0-B7C9C1D7C4A5}" type="sibTrans" cxnId="{19A92674-DF74-4743-B471-5E9A31AAD36C}">
      <dgm:prSet/>
      <dgm:spPr/>
      <dgm:t>
        <a:bodyPr/>
        <a:lstStyle/>
        <a:p>
          <a:endParaRPr lang="en-US"/>
        </a:p>
      </dgm:t>
    </dgm:pt>
    <dgm:pt modelId="{FEF3CF11-FDAE-4F72-BDD5-A2A05F62DD7A}">
      <dgm:prSet/>
      <dgm:spPr/>
      <dgm:t>
        <a:bodyPr/>
        <a:lstStyle/>
        <a:p>
          <a:r>
            <a:rPr lang="en-US"/>
            <a:t>to “RETURN” with a FALSE and halt. </a:t>
          </a:r>
        </a:p>
      </dgm:t>
    </dgm:pt>
    <dgm:pt modelId="{9AE72397-C34F-470D-8E30-7373F05334BC}" type="parTrans" cxnId="{FE8C1760-2006-49F7-9985-70B2E1E53033}">
      <dgm:prSet/>
      <dgm:spPr/>
      <dgm:t>
        <a:bodyPr/>
        <a:lstStyle/>
        <a:p>
          <a:endParaRPr lang="en-US"/>
        </a:p>
      </dgm:t>
    </dgm:pt>
    <dgm:pt modelId="{C1C765B4-287B-41C1-96F0-F6D1CE063DBC}" type="sibTrans" cxnId="{FE8C1760-2006-49F7-9985-70B2E1E53033}">
      <dgm:prSet/>
      <dgm:spPr/>
      <dgm:t>
        <a:bodyPr/>
        <a:lstStyle/>
        <a:p>
          <a:endParaRPr lang="en-US"/>
        </a:p>
      </dgm:t>
    </dgm:pt>
    <dgm:pt modelId="{97886016-E3C4-401E-ACC4-D60DF2DC2DB9}">
      <dgm:prSet/>
      <dgm:spPr/>
      <dgm:t>
        <a:bodyPr/>
        <a:lstStyle/>
        <a:p>
          <a:r>
            <a:rPr lang="en-US"/>
            <a:t>Thus, </a:t>
          </a:r>
        </a:p>
      </dgm:t>
    </dgm:pt>
    <dgm:pt modelId="{A3768D36-6C2D-4887-86E1-67C5F0B4B19E}" type="parTrans" cxnId="{D5C2CB4D-927B-4180-8D9E-34BB592BBDF3}">
      <dgm:prSet/>
      <dgm:spPr/>
      <dgm:t>
        <a:bodyPr/>
        <a:lstStyle/>
        <a:p>
          <a:endParaRPr lang="en-US"/>
        </a:p>
      </dgm:t>
    </dgm:pt>
    <dgm:pt modelId="{1FE0BD6B-06F9-4A3C-9016-E954B603B192}" type="sibTrans" cxnId="{D5C2CB4D-927B-4180-8D9E-34BB592BBDF3}">
      <dgm:prSet/>
      <dgm:spPr/>
      <dgm:t>
        <a:bodyPr/>
        <a:lstStyle/>
        <a:p>
          <a:endParaRPr lang="en-US"/>
        </a:p>
      </dgm:t>
    </dgm:pt>
    <dgm:pt modelId="{63033907-DD69-41D3-BF7E-5C5405680E99}">
      <dgm:prSet/>
      <dgm:spPr/>
      <dgm:t>
        <a:bodyPr/>
        <a:lstStyle/>
        <a:p>
          <a:r>
            <a:rPr lang="en-US"/>
            <a:t>if you accidentally reference a</a:t>
          </a:r>
          <a:r>
            <a:rPr lang="tr-TR"/>
            <a:t> </a:t>
          </a:r>
          <a:r>
            <a:rPr lang="en-US"/>
            <a:t>RETURN output</a:t>
          </a:r>
        </a:p>
      </dgm:t>
    </dgm:pt>
    <dgm:pt modelId="{91CEF143-FAD8-4725-BA0D-09EC7CB26C3A}" type="parTrans" cxnId="{DA57A077-65BE-4C45-979A-52D816E9C089}">
      <dgm:prSet/>
      <dgm:spPr/>
      <dgm:t>
        <a:bodyPr/>
        <a:lstStyle/>
        <a:p>
          <a:endParaRPr lang="en-US"/>
        </a:p>
      </dgm:t>
    </dgm:pt>
    <dgm:pt modelId="{072B0500-51FD-443B-8208-D9108DE78860}" type="sibTrans" cxnId="{DA57A077-65BE-4C45-979A-52D816E9C089}">
      <dgm:prSet/>
      <dgm:spPr/>
      <dgm:t>
        <a:bodyPr/>
        <a:lstStyle/>
        <a:p>
          <a:endParaRPr lang="en-US"/>
        </a:p>
      </dgm:t>
    </dgm:pt>
    <dgm:pt modelId="{A271951A-939F-4F33-B992-BBA2FBA5C1A8}">
      <dgm:prSet/>
      <dgm:spPr/>
      <dgm:t>
        <a:bodyPr/>
        <a:lstStyle/>
        <a:p>
          <a:r>
            <a:rPr lang="en-US"/>
            <a:t>as an input in a transaction, </a:t>
          </a:r>
        </a:p>
      </dgm:t>
    </dgm:pt>
    <dgm:pt modelId="{BFE9C33C-AFB0-4ED1-9F3B-BB6667F61C58}" type="parTrans" cxnId="{4D62C24B-E49E-473B-9E78-06B65F2EA215}">
      <dgm:prSet/>
      <dgm:spPr/>
      <dgm:t>
        <a:bodyPr/>
        <a:lstStyle/>
        <a:p>
          <a:endParaRPr lang="en-US"/>
        </a:p>
      </dgm:t>
    </dgm:pt>
    <dgm:pt modelId="{BB3346BE-ECDB-4044-9E22-F235223C2167}" type="sibTrans" cxnId="{4D62C24B-E49E-473B-9E78-06B65F2EA215}">
      <dgm:prSet/>
      <dgm:spPr/>
      <dgm:t>
        <a:bodyPr/>
        <a:lstStyle/>
        <a:p>
          <a:endParaRPr lang="en-US"/>
        </a:p>
      </dgm:t>
    </dgm:pt>
    <dgm:pt modelId="{AB09BCFB-4190-4C11-9B45-95DF4BE299E1}">
      <dgm:prSet/>
      <dgm:spPr/>
      <dgm:t>
        <a:bodyPr/>
        <a:lstStyle/>
        <a:p>
          <a:r>
            <a:rPr lang="en-US" dirty="0"/>
            <a:t>that transaction is invalid.</a:t>
          </a:r>
        </a:p>
      </dgm:t>
    </dgm:pt>
    <dgm:pt modelId="{E3F7AD4F-EE2F-458D-817F-115C152987EC}" type="parTrans" cxnId="{80C4B5AA-9FCB-4863-B305-BDD012C4D26F}">
      <dgm:prSet/>
      <dgm:spPr/>
      <dgm:t>
        <a:bodyPr/>
        <a:lstStyle/>
        <a:p>
          <a:endParaRPr lang="en-US"/>
        </a:p>
      </dgm:t>
    </dgm:pt>
    <dgm:pt modelId="{BCBB96BC-B750-4FE3-B6FD-ADCDF6206955}" type="sibTrans" cxnId="{80C4B5AA-9FCB-4863-B305-BDD012C4D26F}">
      <dgm:prSet/>
      <dgm:spPr/>
      <dgm:t>
        <a:bodyPr/>
        <a:lstStyle/>
        <a:p>
          <a:endParaRPr lang="en-US"/>
        </a:p>
      </dgm:t>
    </dgm:pt>
    <dgm:pt modelId="{F597B5F2-F8A9-49F0-A996-1DEE2E46E0CD}" type="pres">
      <dgm:prSet presAssocID="{AEEC6964-E3F8-425A-8FD5-156930158BBB}" presName="Name0" presStyleCnt="0">
        <dgm:presLayoutVars>
          <dgm:dir/>
          <dgm:animLvl val="lvl"/>
          <dgm:resizeHandles val="exact"/>
        </dgm:presLayoutVars>
      </dgm:prSet>
      <dgm:spPr/>
    </dgm:pt>
    <dgm:pt modelId="{7EE4E416-0E59-455F-ABF3-B74645331EF4}" type="pres">
      <dgm:prSet presAssocID="{93A5A9E5-2F13-4846-B4D8-0E43C9885673}" presName="linNode" presStyleCnt="0"/>
      <dgm:spPr/>
    </dgm:pt>
    <dgm:pt modelId="{AAEB83DE-FB94-4CD1-A5F1-F8BD43CE57A7}" type="pres">
      <dgm:prSet presAssocID="{93A5A9E5-2F13-4846-B4D8-0E43C9885673}" presName="parentText" presStyleLbl="node1" presStyleIdx="0" presStyleCnt="4">
        <dgm:presLayoutVars>
          <dgm:chMax val="1"/>
          <dgm:bulletEnabled val="1"/>
        </dgm:presLayoutVars>
      </dgm:prSet>
      <dgm:spPr/>
    </dgm:pt>
    <dgm:pt modelId="{EBB578E0-349F-4FBD-A886-BBD4F8B03C71}" type="pres">
      <dgm:prSet presAssocID="{93A5A9E5-2F13-4846-B4D8-0E43C9885673}" presName="descendantText" presStyleLbl="alignAccFollowNode1" presStyleIdx="0" presStyleCnt="4">
        <dgm:presLayoutVars>
          <dgm:bulletEnabled val="1"/>
        </dgm:presLayoutVars>
      </dgm:prSet>
      <dgm:spPr/>
    </dgm:pt>
    <dgm:pt modelId="{566D3466-3033-44FF-89AA-0E5906DBBAED}" type="pres">
      <dgm:prSet presAssocID="{1DE266E2-0902-46E8-8A76-5CB6638CB5ED}" presName="sp" presStyleCnt="0"/>
      <dgm:spPr/>
    </dgm:pt>
    <dgm:pt modelId="{6AD5366D-693F-483F-BF81-EFF58C3A95AC}" type="pres">
      <dgm:prSet presAssocID="{AC299817-2C53-4577-9566-9514729A52CA}" presName="linNode" presStyleCnt="0"/>
      <dgm:spPr/>
    </dgm:pt>
    <dgm:pt modelId="{5B224C47-9598-45F4-838A-3ECEFAAA0FEF}" type="pres">
      <dgm:prSet presAssocID="{AC299817-2C53-4577-9566-9514729A52CA}" presName="parentText" presStyleLbl="node1" presStyleIdx="1" presStyleCnt="4">
        <dgm:presLayoutVars>
          <dgm:chMax val="1"/>
          <dgm:bulletEnabled val="1"/>
        </dgm:presLayoutVars>
      </dgm:prSet>
      <dgm:spPr/>
    </dgm:pt>
    <dgm:pt modelId="{1CDA951B-618E-4B70-82C9-008B921047CE}" type="pres">
      <dgm:prSet presAssocID="{AC299817-2C53-4577-9566-9514729A52CA}" presName="descendantText" presStyleLbl="alignAccFollowNode1" presStyleIdx="1" presStyleCnt="4">
        <dgm:presLayoutVars>
          <dgm:bulletEnabled val="1"/>
        </dgm:presLayoutVars>
      </dgm:prSet>
      <dgm:spPr/>
    </dgm:pt>
    <dgm:pt modelId="{4DC233F0-62B7-48E4-A9AD-DDE80DA7D7E0}" type="pres">
      <dgm:prSet presAssocID="{2DAAC101-A570-41EA-BE1F-04EBAB15B9E8}" presName="sp" presStyleCnt="0"/>
      <dgm:spPr/>
    </dgm:pt>
    <dgm:pt modelId="{714AF97A-E2B3-4704-A40A-DAE82A4457AB}" type="pres">
      <dgm:prSet presAssocID="{02404D1A-2AEC-4676-84F7-1E74EE858DE4}" presName="linNode" presStyleCnt="0"/>
      <dgm:spPr/>
    </dgm:pt>
    <dgm:pt modelId="{E64CFB81-B017-4C73-8E68-0BAA4B4FA7DE}" type="pres">
      <dgm:prSet presAssocID="{02404D1A-2AEC-4676-84F7-1E74EE858DE4}" presName="parentText" presStyleLbl="node1" presStyleIdx="2" presStyleCnt="4">
        <dgm:presLayoutVars>
          <dgm:chMax val="1"/>
          <dgm:bulletEnabled val="1"/>
        </dgm:presLayoutVars>
      </dgm:prSet>
      <dgm:spPr/>
    </dgm:pt>
    <dgm:pt modelId="{117FE884-CDC8-4698-A7D9-2FBD008B3346}" type="pres">
      <dgm:prSet presAssocID="{02404D1A-2AEC-4676-84F7-1E74EE858DE4}" presName="descendantText" presStyleLbl="alignAccFollowNode1" presStyleIdx="2" presStyleCnt="4">
        <dgm:presLayoutVars>
          <dgm:bulletEnabled val="1"/>
        </dgm:presLayoutVars>
      </dgm:prSet>
      <dgm:spPr/>
    </dgm:pt>
    <dgm:pt modelId="{CD55AB6E-9316-4E3F-B05C-718DDCEBF15A}" type="pres">
      <dgm:prSet presAssocID="{712CDB0F-2D41-477B-8D8D-5CADC82D7016}" presName="sp" presStyleCnt="0"/>
      <dgm:spPr/>
    </dgm:pt>
    <dgm:pt modelId="{709162DB-7D74-46D1-8EAD-3E37EFF21923}" type="pres">
      <dgm:prSet presAssocID="{97886016-E3C4-401E-ACC4-D60DF2DC2DB9}" presName="linNode" presStyleCnt="0"/>
      <dgm:spPr/>
    </dgm:pt>
    <dgm:pt modelId="{7C1B4CBF-25DF-4BBA-B1AB-81C8BD88D977}" type="pres">
      <dgm:prSet presAssocID="{97886016-E3C4-401E-ACC4-D60DF2DC2DB9}" presName="parentText" presStyleLbl="node1" presStyleIdx="3" presStyleCnt="4">
        <dgm:presLayoutVars>
          <dgm:chMax val="1"/>
          <dgm:bulletEnabled val="1"/>
        </dgm:presLayoutVars>
      </dgm:prSet>
      <dgm:spPr/>
    </dgm:pt>
    <dgm:pt modelId="{CF2ADA12-B305-4D90-B024-0718EA779A4F}" type="pres">
      <dgm:prSet presAssocID="{97886016-E3C4-401E-ACC4-D60DF2DC2DB9}" presName="descendantText" presStyleLbl="alignAccFollowNode1" presStyleIdx="3" presStyleCnt="4">
        <dgm:presLayoutVars>
          <dgm:bulletEnabled val="1"/>
        </dgm:presLayoutVars>
      </dgm:prSet>
      <dgm:spPr/>
    </dgm:pt>
  </dgm:ptLst>
  <dgm:cxnLst>
    <dgm:cxn modelId="{30725702-3E28-4616-B7E8-C210F0951292}" type="presOf" srcId="{FEF3CF11-FDAE-4F72-BDD5-A2A05F62DD7A}" destId="{117FE884-CDC8-4698-A7D9-2FBD008B3346}" srcOrd="0" destOrd="1" presId="urn:microsoft.com/office/officeart/2005/8/layout/vList5"/>
    <dgm:cxn modelId="{CAA47E02-0887-421A-B51A-F19FD22D4584}" type="presOf" srcId="{87FDEF19-6AA7-47ED-A22F-C408B2C7AD0B}" destId="{1CDA951B-618E-4B70-82C9-008B921047CE}" srcOrd="0" destOrd="1" presId="urn:microsoft.com/office/officeart/2005/8/layout/vList5"/>
    <dgm:cxn modelId="{2AC9820F-7AE9-423C-BF85-A2581E12ED06}" srcId="{AEEC6964-E3F8-425A-8FD5-156930158BBB}" destId="{93A5A9E5-2F13-4846-B4D8-0E43C9885673}" srcOrd="0" destOrd="0" parTransId="{E923AC46-58F0-4CC5-BFB7-85E661EA45C4}" sibTransId="{1DE266E2-0902-46E8-8A76-5CB6638CB5ED}"/>
    <dgm:cxn modelId="{E0219D14-CB48-4A0D-ADAE-CC2A9444632D}" type="presOf" srcId="{97886016-E3C4-401E-ACC4-D60DF2DC2DB9}" destId="{7C1B4CBF-25DF-4BBA-B1AB-81C8BD88D977}" srcOrd="0" destOrd="0" presId="urn:microsoft.com/office/officeart/2005/8/layout/vList5"/>
    <dgm:cxn modelId="{2D622625-6F20-44E7-946C-38FDF1AB4901}" srcId="{AC299817-2C53-4577-9566-9514729A52CA}" destId="{7BAA9958-9930-4093-8A3F-E489A71240A7}" srcOrd="0" destOrd="0" parTransId="{C75F9F36-E122-4A35-B2F4-F2EEC48C7265}" sibTransId="{3B7C459E-A9C2-40B3-97A8-E698AE0078B4}"/>
    <dgm:cxn modelId="{FE8C1760-2006-49F7-9985-70B2E1E53033}" srcId="{02404D1A-2AEC-4676-84F7-1E74EE858DE4}" destId="{FEF3CF11-FDAE-4F72-BDD5-A2A05F62DD7A}" srcOrd="1" destOrd="0" parTransId="{9AE72397-C34F-470D-8E30-7373F05334BC}" sibTransId="{C1C765B4-287B-41C1-96F0-F6D1CE063DBC}"/>
    <dgm:cxn modelId="{4D62C24B-E49E-473B-9E78-06B65F2EA215}" srcId="{97886016-E3C4-401E-ACC4-D60DF2DC2DB9}" destId="{A271951A-939F-4F33-B992-BBA2FBA5C1A8}" srcOrd="1" destOrd="0" parTransId="{BFE9C33C-AFB0-4ED1-9F3B-BB6667F61C58}" sibTransId="{BB3346BE-ECDB-4044-9E22-F235223C2167}"/>
    <dgm:cxn modelId="{D5C2CB4D-927B-4180-8D9E-34BB592BBDF3}" srcId="{AEEC6964-E3F8-425A-8FD5-156930158BBB}" destId="{97886016-E3C4-401E-ACC4-D60DF2DC2DB9}" srcOrd="3" destOrd="0" parTransId="{A3768D36-6C2D-4887-86E1-67C5F0B4B19E}" sibTransId="{1FE0BD6B-06F9-4A3C-9016-E954B603B192}"/>
    <dgm:cxn modelId="{C21C1071-CAEF-4211-93F7-6147D11DDCCC}" srcId="{AC299817-2C53-4577-9566-9514729A52CA}" destId="{87FDEF19-6AA7-47ED-A22F-C408B2C7AD0B}" srcOrd="1" destOrd="0" parTransId="{F9C12B91-4FE2-465F-9E41-53D42E93D4D3}" sibTransId="{9F1C5D66-28DE-4DAC-9919-CA59A21D4CCB}"/>
    <dgm:cxn modelId="{B5674252-8FEC-4001-A9FF-0818B96D56D0}" type="presOf" srcId="{AC299817-2C53-4577-9566-9514729A52CA}" destId="{5B224C47-9598-45F4-838A-3ECEFAAA0FEF}" srcOrd="0" destOrd="0" presId="urn:microsoft.com/office/officeart/2005/8/layout/vList5"/>
    <dgm:cxn modelId="{A26AB673-9302-4720-B79D-8A5FEDCA2FC1}" type="presOf" srcId="{63033907-DD69-41D3-BF7E-5C5405680E99}" destId="{CF2ADA12-B305-4D90-B024-0718EA779A4F}" srcOrd="0" destOrd="0" presId="urn:microsoft.com/office/officeart/2005/8/layout/vList5"/>
    <dgm:cxn modelId="{19A92674-DF74-4743-B471-5E9A31AAD36C}" srcId="{02404D1A-2AEC-4676-84F7-1E74EE858DE4}" destId="{48DFDC76-7C43-44EB-A023-1E1BAAC9ADBE}" srcOrd="0" destOrd="0" parTransId="{A8C98865-7BE0-4EF9-A62F-D29F8815A560}" sibTransId="{BE1D1235-A114-4C88-B6C0-B7C9C1D7C4A5}"/>
    <dgm:cxn modelId="{C6300C76-AD6F-4ECB-84E2-DBDDE013622A}" type="presOf" srcId="{AB09BCFB-4190-4C11-9B45-95DF4BE299E1}" destId="{CF2ADA12-B305-4D90-B024-0718EA779A4F}" srcOrd="0" destOrd="2" presId="urn:microsoft.com/office/officeart/2005/8/layout/vList5"/>
    <dgm:cxn modelId="{DA57A077-65BE-4C45-979A-52D816E9C089}" srcId="{97886016-E3C4-401E-ACC4-D60DF2DC2DB9}" destId="{63033907-DD69-41D3-BF7E-5C5405680E99}" srcOrd="0" destOrd="0" parTransId="{91CEF143-FAD8-4725-BA0D-09EC7CB26C3A}" sibTransId="{072B0500-51FD-443B-8208-D9108DE78860}"/>
    <dgm:cxn modelId="{E0091893-873A-4978-8B53-D7DDE9A02255}" srcId="{AEEC6964-E3F8-425A-8FD5-156930158BBB}" destId="{02404D1A-2AEC-4676-84F7-1E74EE858DE4}" srcOrd="2" destOrd="0" parTransId="{616763FA-CFD8-40DD-AC58-D73098298A1E}" sibTransId="{712CDB0F-2D41-477B-8D8D-5CADC82D7016}"/>
    <dgm:cxn modelId="{945A49A3-721B-4E9F-B088-C168B57E57BB}" type="presOf" srcId="{48DFDC76-7C43-44EB-A023-1E1BAAC9ADBE}" destId="{117FE884-CDC8-4698-A7D9-2FBD008B3346}" srcOrd="0" destOrd="0" presId="urn:microsoft.com/office/officeart/2005/8/layout/vList5"/>
    <dgm:cxn modelId="{80C4B5AA-9FCB-4863-B305-BDD012C4D26F}" srcId="{97886016-E3C4-401E-ACC4-D60DF2DC2DB9}" destId="{AB09BCFB-4190-4C11-9B45-95DF4BE299E1}" srcOrd="2" destOrd="0" parTransId="{E3F7AD4F-EE2F-458D-817F-115C152987EC}" sibTransId="{BCBB96BC-B750-4FE3-B6FD-ADCDF6206955}"/>
    <dgm:cxn modelId="{A1E0F1BD-6026-4C28-BB45-F313C931917A}" type="presOf" srcId="{7BAA9958-9930-4093-8A3F-E489A71240A7}" destId="{1CDA951B-618E-4B70-82C9-008B921047CE}" srcOrd="0" destOrd="0" presId="urn:microsoft.com/office/officeart/2005/8/layout/vList5"/>
    <dgm:cxn modelId="{2842DBC8-D759-4D66-ADE6-F480F0E23931}" srcId="{93A5A9E5-2F13-4846-B4D8-0E43C9885673}" destId="{212B496F-8860-4657-B4AA-334A10263A71}" srcOrd="0" destOrd="0" parTransId="{05DAF41D-68F8-4D21-A787-4F0C840A7000}" sibTransId="{CA681537-8205-40D3-8CA7-18B2D2E4958E}"/>
    <dgm:cxn modelId="{829D9ACB-462A-4E11-8143-2D9A6C7FD767}" srcId="{AEEC6964-E3F8-425A-8FD5-156930158BBB}" destId="{AC299817-2C53-4577-9566-9514729A52CA}" srcOrd="1" destOrd="0" parTransId="{659EB07F-E1DF-4432-A4F5-FD0E54DD73EA}" sibTransId="{2DAAC101-A570-41EA-BE1F-04EBAB15B9E8}"/>
    <dgm:cxn modelId="{428CFFD3-264F-4FF2-A649-AA16C5B78C4F}" type="presOf" srcId="{A271951A-939F-4F33-B992-BBA2FBA5C1A8}" destId="{CF2ADA12-B305-4D90-B024-0718EA779A4F}" srcOrd="0" destOrd="1" presId="urn:microsoft.com/office/officeart/2005/8/layout/vList5"/>
    <dgm:cxn modelId="{20CA54DA-4E25-425F-82DD-0279C5070E7E}" type="presOf" srcId="{212B496F-8860-4657-B4AA-334A10263A71}" destId="{EBB578E0-349F-4FBD-A886-BBD4F8B03C71}" srcOrd="0" destOrd="0" presId="urn:microsoft.com/office/officeart/2005/8/layout/vList5"/>
    <dgm:cxn modelId="{1CBD97F8-1C1E-42B5-AE69-20DD00404FFA}" type="presOf" srcId="{AEEC6964-E3F8-425A-8FD5-156930158BBB}" destId="{F597B5F2-F8A9-49F0-A996-1DEE2E46E0CD}" srcOrd="0" destOrd="0" presId="urn:microsoft.com/office/officeart/2005/8/layout/vList5"/>
    <dgm:cxn modelId="{C75F1DFA-12EC-41DF-85BE-790C8C6A51B2}" type="presOf" srcId="{02404D1A-2AEC-4676-84F7-1E74EE858DE4}" destId="{E64CFB81-B017-4C73-8E68-0BAA4B4FA7DE}" srcOrd="0" destOrd="0" presId="urn:microsoft.com/office/officeart/2005/8/layout/vList5"/>
    <dgm:cxn modelId="{51837EFA-E257-4DF3-9DBD-1959001D78C0}" type="presOf" srcId="{93A5A9E5-2F13-4846-B4D8-0E43C9885673}" destId="{AAEB83DE-FB94-4CD1-A5F1-F8BD43CE57A7}" srcOrd="0" destOrd="0" presId="urn:microsoft.com/office/officeart/2005/8/layout/vList5"/>
    <dgm:cxn modelId="{781A456B-65A1-4322-B7EF-96999ADE64CD}" type="presParOf" srcId="{F597B5F2-F8A9-49F0-A996-1DEE2E46E0CD}" destId="{7EE4E416-0E59-455F-ABF3-B74645331EF4}" srcOrd="0" destOrd="0" presId="urn:microsoft.com/office/officeart/2005/8/layout/vList5"/>
    <dgm:cxn modelId="{8694BF98-339F-4C22-B29E-B1BF75F254D0}" type="presParOf" srcId="{7EE4E416-0E59-455F-ABF3-B74645331EF4}" destId="{AAEB83DE-FB94-4CD1-A5F1-F8BD43CE57A7}" srcOrd="0" destOrd="0" presId="urn:microsoft.com/office/officeart/2005/8/layout/vList5"/>
    <dgm:cxn modelId="{FF02B977-F88B-4D3B-8201-8DC36B7A1DC7}" type="presParOf" srcId="{7EE4E416-0E59-455F-ABF3-B74645331EF4}" destId="{EBB578E0-349F-4FBD-A886-BBD4F8B03C71}" srcOrd="1" destOrd="0" presId="urn:microsoft.com/office/officeart/2005/8/layout/vList5"/>
    <dgm:cxn modelId="{B2AF4BC4-41E0-4FAA-B29E-3DE8AC130C03}" type="presParOf" srcId="{F597B5F2-F8A9-49F0-A996-1DEE2E46E0CD}" destId="{566D3466-3033-44FF-89AA-0E5906DBBAED}" srcOrd="1" destOrd="0" presId="urn:microsoft.com/office/officeart/2005/8/layout/vList5"/>
    <dgm:cxn modelId="{E45B4A0A-4664-4AAC-A6B7-3BEE64A92561}" type="presParOf" srcId="{F597B5F2-F8A9-49F0-A996-1DEE2E46E0CD}" destId="{6AD5366D-693F-483F-BF81-EFF58C3A95AC}" srcOrd="2" destOrd="0" presId="urn:microsoft.com/office/officeart/2005/8/layout/vList5"/>
    <dgm:cxn modelId="{CD734791-3145-46CC-8686-DECF94B4E1A7}" type="presParOf" srcId="{6AD5366D-693F-483F-BF81-EFF58C3A95AC}" destId="{5B224C47-9598-45F4-838A-3ECEFAAA0FEF}" srcOrd="0" destOrd="0" presId="urn:microsoft.com/office/officeart/2005/8/layout/vList5"/>
    <dgm:cxn modelId="{54469832-D342-4D61-9110-0747CF2B30E3}" type="presParOf" srcId="{6AD5366D-693F-483F-BF81-EFF58C3A95AC}" destId="{1CDA951B-618E-4B70-82C9-008B921047CE}" srcOrd="1" destOrd="0" presId="urn:microsoft.com/office/officeart/2005/8/layout/vList5"/>
    <dgm:cxn modelId="{20F89EF7-1398-451D-8578-728BA0B09A69}" type="presParOf" srcId="{F597B5F2-F8A9-49F0-A996-1DEE2E46E0CD}" destId="{4DC233F0-62B7-48E4-A9AD-DDE80DA7D7E0}" srcOrd="3" destOrd="0" presId="urn:microsoft.com/office/officeart/2005/8/layout/vList5"/>
    <dgm:cxn modelId="{4405440D-0881-402D-8AA7-F4B68105B463}" type="presParOf" srcId="{F597B5F2-F8A9-49F0-A996-1DEE2E46E0CD}" destId="{714AF97A-E2B3-4704-A40A-DAE82A4457AB}" srcOrd="4" destOrd="0" presId="urn:microsoft.com/office/officeart/2005/8/layout/vList5"/>
    <dgm:cxn modelId="{397699D1-3AD2-4B00-8190-334B11C265A0}" type="presParOf" srcId="{714AF97A-E2B3-4704-A40A-DAE82A4457AB}" destId="{E64CFB81-B017-4C73-8E68-0BAA4B4FA7DE}" srcOrd="0" destOrd="0" presId="urn:microsoft.com/office/officeart/2005/8/layout/vList5"/>
    <dgm:cxn modelId="{C65C55BF-A072-41E1-803C-7654AED67E14}" type="presParOf" srcId="{714AF97A-E2B3-4704-A40A-DAE82A4457AB}" destId="{117FE884-CDC8-4698-A7D9-2FBD008B3346}" srcOrd="1" destOrd="0" presId="urn:microsoft.com/office/officeart/2005/8/layout/vList5"/>
    <dgm:cxn modelId="{42728A18-20CC-4004-A39A-DEFC3DCDC0B2}" type="presParOf" srcId="{F597B5F2-F8A9-49F0-A996-1DEE2E46E0CD}" destId="{CD55AB6E-9316-4E3F-B05C-718DDCEBF15A}" srcOrd="5" destOrd="0" presId="urn:microsoft.com/office/officeart/2005/8/layout/vList5"/>
    <dgm:cxn modelId="{BB7CC362-7E71-46B3-AD97-9C2C4E5AB01A}" type="presParOf" srcId="{F597B5F2-F8A9-49F0-A996-1DEE2E46E0CD}" destId="{709162DB-7D74-46D1-8EAD-3E37EFF21923}" srcOrd="6" destOrd="0" presId="urn:microsoft.com/office/officeart/2005/8/layout/vList5"/>
    <dgm:cxn modelId="{B27C14C4-62E9-4BC2-9A97-217E27DE43F5}" type="presParOf" srcId="{709162DB-7D74-46D1-8EAD-3E37EFF21923}" destId="{7C1B4CBF-25DF-4BBA-B1AB-81C8BD88D977}" srcOrd="0" destOrd="0" presId="urn:microsoft.com/office/officeart/2005/8/layout/vList5"/>
    <dgm:cxn modelId="{07290774-A104-4F08-A264-675E4D88C906}" type="presParOf" srcId="{709162DB-7D74-46D1-8EAD-3E37EFF21923}" destId="{CF2ADA12-B305-4D90-B024-0718EA779A4F}" srcOrd="1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1.xml><?xml version="1.0" encoding="utf-8"?>
<dgm:dataModel xmlns:dgm="http://schemas.openxmlformats.org/drawingml/2006/diagram" xmlns:a="http://schemas.openxmlformats.org/drawingml/2006/main">
  <dgm:ptLst>
    <dgm:pt modelId="{24EF77B4-FBC2-47F9-83CB-A4D4E994E8A3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6A9585EF-EB9C-4823-B184-93DBE28B397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 standard transaction </a:t>
          </a:r>
        </a:p>
      </dgm:t>
    </dgm:pt>
    <dgm:pt modelId="{6D15B9C6-3EF7-41CE-A213-D766EB0C4BEF}" type="parTrans" cxnId="{0E1F1A83-0174-49E5-B2D5-238A9804A571}">
      <dgm:prSet/>
      <dgm:spPr/>
      <dgm:t>
        <a:bodyPr/>
        <a:lstStyle/>
        <a:p>
          <a:endParaRPr lang="en-US"/>
        </a:p>
      </dgm:t>
    </dgm:pt>
    <dgm:pt modelId="{7AA246AA-9B80-4DB2-8D62-0FE77BE3DC63}" type="sibTrans" cxnId="{0E1F1A83-0174-49E5-B2D5-238A9804A571}">
      <dgm:prSet/>
      <dgm:spPr/>
      <dgm:t>
        <a:bodyPr/>
        <a:lstStyle/>
        <a:p>
          <a:endParaRPr lang="en-US"/>
        </a:p>
      </dgm:t>
    </dgm:pt>
    <dgm:pt modelId="{3FE87DEA-1E4F-49F8-8E7A-650FC7ACC89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conforms to the </a:t>
          </a:r>
          <a:r>
            <a:rPr lang="en-US" dirty="0" err="1"/>
            <a:t>isStandard</a:t>
          </a:r>
          <a:r>
            <a:rPr lang="en-US" dirty="0"/>
            <a:t>() checks </a:t>
          </a:r>
        </a:p>
      </dgm:t>
    </dgm:pt>
    <dgm:pt modelId="{57CC4C4A-8D33-4C93-90C6-25AB1B74B199}" type="parTrans" cxnId="{F8A96F1B-B038-47E3-9CF0-B0EBC31D8D99}">
      <dgm:prSet/>
      <dgm:spPr/>
      <dgm:t>
        <a:bodyPr/>
        <a:lstStyle/>
        <a:p>
          <a:endParaRPr lang="en-US"/>
        </a:p>
      </dgm:t>
    </dgm:pt>
    <dgm:pt modelId="{F4ED2B35-2901-4A7D-BE85-4A3C0620260D}" type="sibTrans" cxnId="{F8A96F1B-B038-47E3-9CF0-B0EBC31D8D99}">
      <dgm:prSet/>
      <dgm:spPr/>
      <dgm:t>
        <a:bodyPr/>
        <a:lstStyle/>
        <a:p>
          <a:endParaRPr lang="en-US"/>
        </a:p>
      </dgm:t>
    </dgm:pt>
    <dgm:pt modelId="{550FBB5E-F9CC-4781-A7CF-AD1F09C1272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can have</a:t>
          </a:r>
          <a:r>
            <a:rPr lang="tr-TR"/>
            <a:t> </a:t>
          </a:r>
          <a:r>
            <a:rPr lang="en-US"/>
            <a:t>only one RETURN output. </a:t>
          </a:r>
        </a:p>
      </dgm:t>
    </dgm:pt>
    <dgm:pt modelId="{2E41337B-16BB-4847-B128-409F39825C33}" type="parTrans" cxnId="{975913A2-C8CC-4A6D-8717-AB16AAFECF0F}">
      <dgm:prSet/>
      <dgm:spPr/>
      <dgm:t>
        <a:bodyPr/>
        <a:lstStyle/>
        <a:p>
          <a:endParaRPr lang="en-US"/>
        </a:p>
      </dgm:t>
    </dgm:pt>
    <dgm:pt modelId="{D20A1652-AB98-4196-A86C-98FC069F7F49}" type="sibTrans" cxnId="{975913A2-C8CC-4A6D-8717-AB16AAFECF0F}">
      <dgm:prSet/>
      <dgm:spPr/>
      <dgm:t>
        <a:bodyPr/>
        <a:lstStyle/>
        <a:p>
          <a:endParaRPr lang="en-US"/>
        </a:p>
      </dgm:t>
    </dgm:pt>
    <dgm:pt modelId="{3B487EE6-CB40-475F-90B7-63B21764096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Combination is possible</a:t>
          </a:r>
          <a:endParaRPr lang="en-US"/>
        </a:p>
      </dgm:t>
    </dgm:pt>
    <dgm:pt modelId="{E9867A78-D2F1-4B04-A07D-EA2E004CBFD7}" type="parTrans" cxnId="{BB59E19A-D2C5-4851-AE67-9707777EF0A5}">
      <dgm:prSet/>
      <dgm:spPr/>
      <dgm:t>
        <a:bodyPr/>
        <a:lstStyle/>
        <a:p>
          <a:endParaRPr lang="en-US"/>
        </a:p>
      </dgm:t>
    </dgm:pt>
    <dgm:pt modelId="{C20DEEE2-7170-446A-91B2-A1F679F059B5}" type="sibTrans" cxnId="{BB59E19A-D2C5-4851-AE67-9707777EF0A5}">
      <dgm:prSet/>
      <dgm:spPr/>
      <dgm:t>
        <a:bodyPr/>
        <a:lstStyle/>
        <a:p>
          <a:endParaRPr lang="en-US"/>
        </a:p>
      </dgm:t>
    </dgm:pt>
    <dgm:pt modelId="{E707D5FF-415B-41B0-BD10-8E7CD07A8E4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can be combined in a</a:t>
          </a:r>
          <a:r>
            <a:rPr lang="tr-TR"/>
            <a:t> </a:t>
          </a:r>
          <a:r>
            <a:rPr lang="en-US"/>
            <a:t>transaction </a:t>
          </a:r>
        </a:p>
      </dgm:t>
    </dgm:pt>
    <dgm:pt modelId="{41D3DE74-2622-4F16-AC18-2C95D82E4FC4}" type="parTrans" cxnId="{A8B1889C-81C4-4B72-848B-046761110798}">
      <dgm:prSet/>
      <dgm:spPr/>
      <dgm:t>
        <a:bodyPr/>
        <a:lstStyle/>
        <a:p>
          <a:endParaRPr lang="en-US"/>
        </a:p>
      </dgm:t>
    </dgm:pt>
    <dgm:pt modelId="{6F46A652-129E-419B-ADC6-AD8829E5DB5A}" type="sibTrans" cxnId="{A8B1889C-81C4-4B72-848B-046761110798}">
      <dgm:prSet/>
      <dgm:spPr/>
      <dgm:t>
        <a:bodyPr/>
        <a:lstStyle/>
        <a:p>
          <a:endParaRPr lang="en-US"/>
        </a:p>
      </dgm:t>
    </dgm:pt>
    <dgm:pt modelId="{C20B2472-90D0-46A6-AD29-DF94022BE23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 outputs of any other type.</a:t>
          </a:r>
        </a:p>
      </dgm:t>
    </dgm:pt>
    <dgm:pt modelId="{E6DEC0F5-C2E1-45C5-858F-0AA33F2C6B7D}" type="parTrans" cxnId="{108448DC-3F53-4DEA-908B-D2506400060B}">
      <dgm:prSet/>
      <dgm:spPr/>
      <dgm:t>
        <a:bodyPr/>
        <a:lstStyle/>
        <a:p>
          <a:endParaRPr lang="en-US"/>
        </a:p>
      </dgm:t>
    </dgm:pt>
    <dgm:pt modelId="{0C645164-33F1-4052-9C44-C74D1A584552}" type="sibTrans" cxnId="{108448DC-3F53-4DEA-908B-D2506400060B}">
      <dgm:prSet/>
      <dgm:spPr/>
      <dgm:t>
        <a:bodyPr/>
        <a:lstStyle/>
        <a:p>
          <a:endParaRPr lang="en-US"/>
        </a:p>
      </dgm:t>
    </dgm:pt>
    <dgm:pt modelId="{FC4326AF-0973-4B32-838F-496DE0FCA42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Two new command-line options </a:t>
          </a:r>
        </a:p>
      </dgm:t>
    </dgm:pt>
    <dgm:pt modelId="{7F2D9D40-D073-4F09-A351-0833C30CD789}" type="parTrans" cxnId="{23ED9624-E699-4A99-B81C-5545FFF899AE}">
      <dgm:prSet/>
      <dgm:spPr/>
      <dgm:t>
        <a:bodyPr/>
        <a:lstStyle/>
        <a:p>
          <a:endParaRPr lang="en-US"/>
        </a:p>
      </dgm:t>
    </dgm:pt>
    <dgm:pt modelId="{904C9672-D3DD-41AD-B85B-5ADF46FC67A1}" type="sibTrans" cxnId="{23ED9624-E699-4A99-B81C-5545FFF899AE}">
      <dgm:prSet/>
      <dgm:spPr/>
      <dgm:t>
        <a:bodyPr/>
        <a:lstStyle/>
        <a:p>
          <a:endParaRPr lang="en-US"/>
        </a:p>
      </dgm:t>
    </dgm:pt>
    <dgm:pt modelId="{AD09C7C5-E791-4ED1-8E31-69C16BC53A5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have been added in Bitcoin Core</a:t>
          </a:r>
        </a:p>
      </dgm:t>
    </dgm:pt>
    <dgm:pt modelId="{B1A9A3EC-38C5-4B72-A7C9-CEBE7743E2AF}" type="parTrans" cxnId="{07E58277-DC92-4140-99F0-EA63229EF5B3}">
      <dgm:prSet/>
      <dgm:spPr/>
      <dgm:t>
        <a:bodyPr/>
        <a:lstStyle/>
        <a:p>
          <a:endParaRPr lang="en-US"/>
        </a:p>
      </dgm:t>
    </dgm:pt>
    <dgm:pt modelId="{B564267D-1B75-4669-990A-0F7236F1185A}" type="sibTrans" cxnId="{07E58277-DC92-4140-99F0-EA63229EF5B3}">
      <dgm:prSet/>
      <dgm:spPr/>
      <dgm:t>
        <a:bodyPr/>
        <a:lstStyle/>
        <a:p>
          <a:endParaRPr lang="en-US"/>
        </a:p>
      </dgm:t>
    </dgm:pt>
    <dgm:pt modelId="{35445A40-BF24-4161-8215-881815B32C3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0.10 Command line options</a:t>
          </a:r>
          <a:endParaRPr lang="en-US"/>
        </a:p>
      </dgm:t>
    </dgm:pt>
    <dgm:pt modelId="{DF2FC989-9F4C-4853-AC30-35971F76B09A}" type="parTrans" cxnId="{5CCFF323-7E19-42FF-8E36-2B7B1E5EA386}">
      <dgm:prSet/>
      <dgm:spPr/>
      <dgm:t>
        <a:bodyPr/>
        <a:lstStyle/>
        <a:p>
          <a:endParaRPr lang="en-US"/>
        </a:p>
      </dgm:t>
    </dgm:pt>
    <dgm:pt modelId="{B15810F2-F41D-4E2D-8D66-1457DDD2357D}" type="sibTrans" cxnId="{5CCFF323-7E19-42FF-8E36-2B7B1E5EA386}">
      <dgm:prSet/>
      <dgm:spPr/>
      <dgm:t>
        <a:bodyPr/>
        <a:lstStyle/>
        <a:p>
          <a:endParaRPr lang="en-US"/>
        </a:p>
      </dgm:t>
    </dgm:pt>
    <dgm:pt modelId="{22435610-3DC3-4017-84CD-2FA6007A4B8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option</a:t>
          </a:r>
          <a:r>
            <a:rPr lang="tr-TR" dirty="0"/>
            <a:t> </a:t>
          </a:r>
          <a:r>
            <a:rPr lang="tr-TR" dirty="0" err="1"/>
            <a:t>datacarriersize</a:t>
          </a:r>
          <a:endParaRPr lang="en-US" dirty="0"/>
        </a:p>
      </dgm:t>
    </dgm:pt>
    <dgm:pt modelId="{76EB9B2C-C0B2-4263-BB90-825890155533}" type="parTrans" cxnId="{23C11A04-4FB5-4ABE-9077-A1FECB281CF3}">
      <dgm:prSet/>
      <dgm:spPr/>
      <dgm:t>
        <a:bodyPr/>
        <a:lstStyle/>
        <a:p>
          <a:endParaRPr lang="en-US"/>
        </a:p>
      </dgm:t>
    </dgm:pt>
    <dgm:pt modelId="{DFA77726-3B09-40A8-B2AC-FBF1B49A6083}" type="sibTrans" cxnId="{23C11A04-4FB5-4ABE-9077-A1FECB281CF3}">
      <dgm:prSet/>
      <dgm:spPr/>
      <dgm:t>
        <a:bodyPr/>
        <a:lstStyle/>
        <a:p>
          <a:endParaRPr lang="en-US"/>
        </a:p>
      </dgm:t>
    </dgm:pt>
    <dgm:pt modelId="{3FD32584-FE27-4BB0-9618-D4954D98513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One Return</a:t>
          </a:r>
          <a:endParaRPr lang="en-US"/>
        </a:p>
      </dgm:t>
    </dgm:pt>
    <dgm:pt modelId="{1579CAA0-8DE3-4A37-83BA-7541F65C6004}" type="parTrans" cxnId="{F8E1F56E-F94F-4B23-9F82-90FC7BC67838}">
      <dgm:prSet/>
      <dgm:spPr/>
      <dgm:t>
        <a:bodyPr/>
        <a:lstStyle/>
        <a:p>
          <a:endParaRPr lang="tr-TR"/>
        </a:p>
      </dgm:t>
    </dgm:pt>
    <dgm:pt modelId="{9586BE93-0E4E-40E0-B159-5B0028172F7B}" type="sibTrans" cxnId="{F8E1F56E-F94F-4B23-9F82-90FC7BC67838}">
      <dgm:prSet/>
      <dgm:spPr/>
      <dgm:t>
        <a:bodyPr/>
        <a:lstStyle/>
        <a:p>
          <a:endParaRPr lang="tr-TR"/>
        </a:p>
      </dgm:t>
    </dgm:pt>
    <dgm:pt modelId="{4217AA17-48F8-4FCF-A3D4-BF5ECF092FC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However,</a:t>
          </a:r>
          <a:r>
            <a:rPr lang="tr-TR" dirty="0"/>
            <a:t> </a:t>
          </a:r>
          <a:r>
            <a:rPr lang="en-US" dirty="0"/>
            <a:t>a single RETURN output </a:t>
          </a:r>
        </a:p>
      </dgm:t>
    </dgm:pt>
    <dgm:pt modelId="{0311323E-E061-4BAA-A6CB-3A7E8B23FA22}" type="parTrans" cxnId="{4CBC24E3-A607-47D5-BA75-FA47F0BB987D}">
      <dgm:prSet/>
      <dgm:spPr/>
      <dgm:t>
        <a:bodyPr/>
        <a:lstStyle/>
        <a:p>
          <a:endParaRPr lang="tr-TR"/>
        </a:p>
      </dgm:t>
    </dgm:pt>
    <dgm:pt modelId="{4F90865C-5358-4D2F-A514-2B0393073E0F}" type="sibTrans" cxnId="{4CBC24E3-A607-47D5-BA75-FA47F0BB987D}">
      <dgm:prSet/>
      <dgm:spPr/>
      <dgm:t>
        <a:bodyPr/>
        <a:lstStyle/>
        <a:p>
          <a:endParaRPr lang="tr-TR"/>
        </a:p>
      </dgm:t>
    </dgm:pt>
    <dgm:pt modelId="{DC30001A-07E9-4ACA-A709-6695DEE5A0D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as </a:t>
          </a:r>
          <a:r>
            <a:rPr lang="en-US" dirty="0"/>
            <a:t>of version 0.10.</a:t>
          </a:r>
        </a:p>
      </dgm:t>
    </dgm:pt>
    <dgm:pt modelId="{E5BB4CB1-1F9C-4B7E-8CFC-32A6AB87FE67}" type="parTrans" cxnId="{C6ED1413-0BC0-4B48-977D-1B32112E803E}">
      <dgm:prSet/>
      <dgm:spPr/>
      <dgm:t>
        <a:bodyPr/>
        <a:lstStyle/>
        <a:p>
          <a:endParaRPr lang="tr-TR"/>
        </a:p>
      </dgm:t>
    </dgm:pt>
    <dgm:pt modelId="{C1F4DABF-5440-48E7-8A93-8B1CD6E6CE35}" type="sibTrans" cxnId="{C6ED1413-0BC0-4B48-977D-1B32112E803E}">
      <dgm:prSet/>
      <dgm:spPr/>
      <dgm:t>
        <a:bodyPr/>
        <a:lstStyle/>
        <a:p>
          <a:endParaRPr lang="tr-TR"/>
        </a:p>
      </dgm:t>
    </dgm:pt>
    <dgm:pt modelId="{0DF5AC3E-F065-4343-BF93-CA9DF791321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</a:t>
          </a:r>
          <a:r>
            <a:rPr lang="tr-TR" dirty="0" err="1"/>
            <a:t>option</a:t>
          </a:r>
          <a:r>
            <a:rPr lang="tr-TR" dirty="0"/>
            <a:t> </a:t>
          </a:r>
          <a:r>
            <a:rPr lang="tr-TR" dirty="0" err="1"/>
            <a:t>datacarrier</a:t>
          </a:r>
          <a:endParaRPr lang="en-US" dirty="0"/>
        </a:p>
      </dgm:t>
    </dgm:pt>
    <dgm:pt modelId="{EA214282-4802-40CA-A5AA-1C58788F36C0}" type="parTrans" cxnId="{4E46CC24-B9E4-4B8A-9636-F79991B530EF}">
      <dgm:prSet/>
      <dgm:spPr/>
      <dgm:t>
        <a:bodyPr/>
        <a:lstStyle/>
        <a:p>
          <a:endParaRPr lang="tr-TR"/>
        </a:p>
      </dgm:t>
    </dgm:pt>
    <dgm:pt modelId="{AAB039EE-F755-47DB-A961-BF720E388BCE}" type="sibTrans" cxnId="{4E46CC24-B9E4-4B8A-9636-F79991B530EF}">
      <dgm:prSet/>
      <dgm:spPr/>
      <dgm:t>
        <a:bodyPr/>
        <a:lstStyle/>
        <a:p>
          <a:endParaRPr lang="tr-TR"/>
        </a:p>
      </dgm:t>
    </dgm:pt>
    <dgm:pt modelId="{DF50D76E-77EF-44F7-9D81-5772533B164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New command line options</a:t>
          </a:r>
          <a:endParaRPr lang="en-US"/>
        </a:p>
      </dgm:t>
    </dgm:pt>
    <dgm:pt modelId="{9C53F06D-6809-4B35-9695-12898AADBC3B}" type="parTrans" cxnId="{831F2B56-C24A-4EB6-BFD1-73A5D9600569}">
      <dgm:prSet/>
      <dgm:spPr/>
      <dgm:t>
        <a:bodyPr/>
        <a:lstStyle/>
        <a:p>
          <a:endParaRPr lang="tr-TR"/>
        </a:p>
      </dgm:t>
    </dgm:pt>
    <dgm:pt modelId="{575028CA-2625-463C-B05D-C140F3DFE337}" type="sibTrans" cxnId="{831F2B56-C24A-4EB6-BFD1-73A5D9600569}">
      <dgm:prSet/>
      <dgm:spPr/>
      <dgm:t>
        <a:bodyPr/>
        <a:lstStyle/>
        <a:p>
          <a:endParaRPr lang="tr-TR"/>
        </a:p>
      </dgm:t>
    </dgm:pt>
    <dgm:pt modelId="{5F8B6568-63C8-46F0-9DF3-E88D2F355F31}" type="pres">
      <dgm:prSet presAssocID="{24EF77B4-FBC2-47F9-83CB-A4D4E994E8A3}" presName="root" presStyleCnt="0">
        <dgm:presLayoutVars>
          <dgm:dir/>
          <dgm:resizeHandles val="exact"/>
        </dgm:presLayoutVars>
      </dgm:prSet>
      <dgm:spPr/>
    </dgm:pt>
    <dgm:pt modelId="{7FEC68FB-D2C8-44C6-AA62-8376FDEEBCEC}" type="pres">
      <dgm:prSet presAssocID="{3FD32584-FE27-4BB0-9618-D4954D985138}" presName="compNode" presStyleCnt="0"/>
      <dgm:spPr/>
    </dgm:pt>
    <dgm:pt modelId="{F78C0A45-1CB8-438E-B5C8-05A259031905}" type="pres">
      <dgm:prSet presAssocID="{3FD32584-FE27-4BB0-9618-D4954D985138}" presName="iconRect" presStyleLbl="node1" presStyleIdx="0" presStyleCnt="4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Akış Çizelgesi"/>
        </a:ext>
      </dgm:extLst>
    </dgm:pt>
    <dgm:pt modelId="{4B2EBC72-2006-42D5-B38B-A432079D8973}" type="pres">
      <dgm:prSet presAssocID="{3FD32584-FE27-4BB0-9618-D4954D985138}" presName="iconSpace" presStyleCnt="0"/>
      <dgm:spPr/>
    </dgm:pt>
    <dgm:pt modelId="{138D49AC-FB78-444A-94AA-C62989949994}" type="pres">
      <dgm:prSet presAssocID="{3FD32584-FE27-4BB0-9618-D4954D985138}" presName="parTx" presStyleLbl="revTx" presStyleIdx="0" presStyleCnt="8">
        <dgm:presLayoutVars>
          <dgm:chMax val="0"/>
          <dgm:chPref val="0"/>
        </dgm:presLayoutVars>
      </dgm:prSet>
      <dgm:spPr/>
    </dgm:pt>
    <dgm:pt modelId="{BE665852-9E1B-47FB-997D-AD0AC930D8BB}" type="pres">
      <dgm:prSet presAssocID="{3FD32584-FE27-4BB0-9618-D4954D985138}" presName="txSpace" presStyleCnt="0"/>
      <dgm:spPr/>
    </dgm:pt>
    <dgm:pt modelId="{C3775807-BF1C-46CE-870D-498EEB57118F}" type="pres">
      <dgm:prSet presAssocID="{3FD32584-FE27-4BB0-9618-D4954D985138}" presName="desTx" presStyleLbl="revTx" presStyleIdx="1" presStyleCnt="8">
        <dgm:presLayoutVars/>
      </dgm:prSet>
      <dgm:spPr/>
    </dgm:pt>
    <dgm:pt modelId="{15099896-8BAE-4EAB-8E90-9C1F3ED126C3}" type="pres">
      <dgm:prSet presAssocID="{9586BE93-0E4E-40E0-B159-5B0028172F7B}" presName="sibTrans" presStyleCnt="0"/>
      <dgm:spPr/>
    </dgm:pt>
    <dgm:pt modelId="{7B35422E-C4C8-490F-BA25-1805CEFA1AE4}" type="pres">
      <dgm:prSet presAssocID="{3B487EE6-CB40-475F-90B7-63B217640965}" presName="compNode" presStyleCnt="0"/>
      <dgm:spPr/>
    </dgm:pt>
    <dgm:pt modelId="{35A38194-921B-4DFA-BDC0-A22F45356C56}" type="pres">
      <dgm:prSet presAssocID="{3B487EE6-CB40-475F-90B7-63B217640965}" presName="iconRect" presStyleLbl="node1" presStyleIdx="1" presStyleCnt="4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CD66AF11-448B-4931-AEB6-A276F0F7BB0A}" type="pres">
      <dgm:prSet presAssocID="{3B487EE6-CB40-475F-90B7-63B217640965}" presName="iconSpace" presStyleCnt="0"/>
      <dgm:spPr/>
    </dgm:pt>
    <dgm:pt modelId="{F6D94A26-E90E-4570-91A6-D8FA70853245}" type="pres">
      <dgm:prSet presAssocID="{3B487EE6-CB40-475F-90B7-63B217640965}" presName="parTx" presStyleLbl="revTx" presStyleIdx="2" presStyleCnt="8">
        <dgm:presLayoutVars>
          <dgm:chMax val="0"/>
          <dgm:chPref val="0"/>
        </dgm:presLayoutVars>
      </dgm:prSet>
      <dgm:spPr/>
    </dgm:pt>
    <dgm:pt modelId="{21C04338-77E7-4B4A-AA00-93BC4E7BB229}" type="pres">
      <dgm:prSet presAssocID="{3B487EE6-CB40-475F-90B7-63B217640965}" presName="txSpace" presStyleCnt="0"/>
      <dgm:spPr/>
    </dgm:pt>
    <dgm:pt modelId="{FE9182DB-D99B-4C1A-A8B3-7374B4E8C29B}" type="pres">
      <dgm:prSet presAssocID="{3B487EE6-CB40-475F-90B7-63B217640965}" presName="desTx" presStyleLbl="revTx" presStyleIdx="3" presStyleCnt="8">
        <dgm:presLayoutVars/>
      </dgm:prSet>
      <dgm:spPr/>
    </dgm:pt>
    <dgm:pt modelId="{7D9A0097-36FE-4FA4-A26D-6070512886E3}" type="pres">
      <dgm:prSet presAssocID="{C20DEEE2-7170-446A-91B2-A1F679F059B5}" presName="sibTrans" presStyleCnt="0"/>
      <dgm:spPr/>
    </dgm:pt>
    <dgm:pt modelId="{F2AE6669-9054-4B5C-8657-494F19E782A9}" type="pres">
      <dgm:prSet presAssocID="{DF50D76E-77EF-44F7-9D81-5772533B1646}" presName="compNode" presStyleCnt="0"/>
      <dgm:spPr/>
    </dgm:pt>
    <dgm:pt modelId="{2EBB5682-E1EC-4A1A-98A3-3EE22C5E30AE}" type="pres">
      <dgm:prSet presAssocID="{DF50D76E-77EF-44F7-9D81-5772533B1646}" presName="iconRect" presStyleLbl="node1" presStyleIdx="2" presStyleCnt="4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 Check"/>
        </a:ext>
      </dgm:extLst>
    </dgm:pt>
    <dgm:pt modelId="{DD8063F5-77E4-4074-BB7B-AEA88B8D3B95}" type="pres">
      <dgm:prSet presAssocID="{DF50D76E-77EF-44F7-9D81-5772533B1646}" presName="iconSpace" presStyleCnt="0"/>
      <dgm:spPr/>
    </dgm:pt>
    <dgm:pt modelId="{94487D6E-0031-46B0-8E1B-4252273C15FC}" type="pres">
      <dgm:prSet presAssocID="{DF50D76E-77EF-44F7-9D81-5772533B1646}" presName="parTx" presStyleLbl="revTx" presStyleIdx="4" presStyleCnt="8">
        <dgm:presLayoutVars>
          <dgm:chMax val="0"/>
          <dgm:chPref val="0"/>
        </dgm:presLayoutVars>
      </dgm:prSet>
      <dgm:spPr/>
    </dgm:pt>
    <dgm:pt modelId="{AB7B90DD-A28A-4111-9EB0-0586ED3D28D4}" type="pres">
      <dgm:prSet presAssocID="{DF50D76E-77EF-44F7-9D81-5772533B1646}" presName="txSpace" presStyleCnt="0"/>
      <dgm:spPr/>
    </dgm:pt>
    <dgm:pt modelId="{7380852F-25D0-4C3F-8A0B-F830232F8FB9}" type="pres">
      <dgm:prSet presAssocID="{DF50D76E-77EF-44F7-9D81-5772533B1646}" presName="desTx" presStyleLbl="revTx" presStyleIdx="5" presStyleCnt="8">
        <dgm:presLayoutVars/>
      </dgm:prSet>
      <dgm:spPr/>
    </dgm:pt>
    <dgm:pt modelId="{2F0312D9-3C47-47BD-ADFE-7D7C10C4AEF9}" type="pres">
      <dgm:prSet presAssocID="{575028CA-2625-463C-B05D-C140F3DFE337}" presName="sibTrans" presStyleCnt="0"/>
      <dgm:spPr/>
    </dgm:pt>
    <dgm:pt modelId="{5DD272DF-538A-4BB7-8DBF-183E7A0486B1}" type="pres">
      <dgm:prSet presAssocID="{35445A40-BF24-4161-8215-881815B32C32}" presName="compNode" presStyleCnt="0"/>
      <dgm:spPr/>
    </dgm:pt>
    <dgm:pt modelId="{0EBF1983-EE87-45B3-B78B-FFF72EEDA2F2}" type="pres">
      <dgm:prSet presAssocID="{35445A40-BF24-4161-8215-881815B32C32}" presName="iconRect" presStyleLbl="node1" presStyleIdx="3" presStyleCnt="4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imsah"/>
        </a:ext>
      </dgm:extLst>
    </dgm:pt>
    <dgm:pt modelId="{8317BD69-D68F-46B8-AF4C-B6EEB0CE1F57}" type="pres">
      <dgm:prSet presAssocID="{35445A40-BF24-4161-8215-881815B32C32}" presName="iconSpace" presStyleCnt="0"/>
      <dgm:spPr/>
    </dgm:pt>
    <dgm:pt modelId="{EE34CD1C-0852-41A5-8550-69EA2EFC0699}" type="pres">
      <dgm:prSet presAssocID="{35445A40-BF24-4161-8215-881815B32C32}" presName="parTx" presStyleLbl="revTx" presStyleIdx="6" presStyleCnt="8">
        <dgm:presLayoutVars>
          <dgm:chMax val="0"/>
          <dgm:chPref val="0"/>
        </dgm:presLayoutVars>
      </dgm:prSet>
      <dgm:spPr/>
    </dgm:pt>
    <dgm:pt modelId="{ACDB932F-6A69-4645-8DC1-9A52BAD19410}" type="pres">
      <dgm:prSet presAssocID="{35445A40-BF24-4161-8215-881815B32C32}" presName="txSpace" presStyleCnt="0"/>
      <dgm:spPr/>
    </dgm:pt>
    <dgm:pt modelId="{74300EE3-477A-43B7-BBA6-70A3B80F461B}" type="pres">
      <dgm:prSet presAssocID="{35445A40-BF24-4161-8215-881815B32C32}" presName="desTx" presStyleLbl="revTx" presStyleIdx="7" presStyleCnt="8">
        <dgm:presLayoutVars/>
      </dgm:prSet>
      <dgm:spPr/>
    </dgm:pt>
  </dgm:ptLst>
  <dgm:cxnLst>
    <dgm:cxn modelId="{23C11A04-4FB5-4ABE-9077-A1FECB281CF3}" srcId="{35445A40-BF24-4161-8215-881815B32C32}" destId="{22435610-3DC3-4017-84CD-2FA6007A4B86}" srcOrd="1" destOrd="0" parTransId="{76EB9B2C-C0B2-4263-BB90-825890155533}" sibTransId="{DFA77726-3B09-40A8-B2AC-FBF1B49A6083}"/>
    <dgm:cxn modelId="{C6ED1413-0BC0-4B48-977D-1B32112E803E}" srcId="{DF50D76E-77EF-44F7-9D81-5772533B1646}" destId="{DC30001A-07E9-4ACA-A709-6695DEE5A0D9}" srcOrd="2" destOrd="0" parTransId="{E5BB4CB1-1F9C-4B7E-8CFC-32A6AB87FE67}" sibTransId="{C1F4DABF-5440-48E7-8A93-8B1CD6E6CE35}"/>
    <dgm:cxn modelId="{72823E14-95B8-4E2A-BB14-6FC5B86824F2}" type="presOf" srcId="{E707D5FF-415B-41B0-BD10-8E7CD07A8E41}" destId="{FE9182DB-D99B-4C1A-A8B3-7374B4E8C29B}" srcOrd="0" destOrd="1" presId="urn:microsoft.com/office/officeart/2018/5/layout/CenteredIconLabelDescriptionList"/>
    <dgm:cxn modelId="{F8A96F1B-B038-47E3-9CF0-B0EBC31D8D99}" srcId="{3FD32584-FE27-4BB0-9618-D4954D985138}" destId="{3FE87DEA-1E4F-49F8-8E7A-650FC7ACC892}" srcOrd="1" destOrd="0" parTransId="{57CC4C4A-8D33-4C93-90C6-25AB1B74B199}" sibTransId="{F4ED2B35-2901-4A7D-BE85-4A3C0620260D}"/>
    <dgm:cxn modelId="{069A541F-6A6D-416E-B3BE-45DB393AAF31}" type="presOf" srcId="{DC30001A-07E9-4ACA-A709-6695DEE5A0D9}" destId="{7380852F-25D0-4C3F-8A0B-F830232F8FB9}" srcOrd="0" destOrd="2" presId="urn:microsoft.com/office/officeart/2018/5/layout/CenteredIconLabelDescriptionList"/>
    <dgm:cxn modelId="{5CCFF323-7E19-42FF-8E36-2B7B1E5EA386}" srcId="{24EF77B4-FBC2-47F9-83CB-A4D4E994E8A3}" destId="{35445A40-BF24-4161-8215-881815B32C32}" srcOrd="3" destOrd="0" parTransId="{DF2FC989-9F4C-4853-AC30-35971F76B09A}" sibTransId="{B15810F2-F41D-4E2D-8D66-1457DDD2357D}"/>
    <dgm:cxn modelId="{23ED9624-E699-4A99-B81C-5545FFF899AE}" srcId="{DF50D76E-77EF-44F7-9D81-5772533B1646}" destId="{FC4326AF-0973-4B32-838F-496DE0FCA42F}" srcOrd="0" destOrd="0" parTransId="{7F2D9D40-D073-4F09-A351-0833C30CD789}" sibTransId="{904C9672-D3DD-41AD-B85B-5ADF46FC67A1}"/>
    <dgm:cxn modelId="{91F5C924-168E-4C13-8AE5-58AA2ED63F79}" type="presOf" srcId="{3FE87DEA-1E4F-49F8-8E7A-650FC7ACC892}" destId="{C3775807-BF1C-46CE-870D-498EEB57118F}" srcOrd="0" destOrd="1" presId="urn:microsoft.com/office/officeart/2018/5/layout/CenteredIconLabelDescriptionList"/>
    <dgm:cxn modelId="{4E46CC24-B9E4-4B8A-9636-F79991B530EF}" srcId="{35445A40-BF24-4161-8215-881815B32C32}" destId="{0DF5AC3E-F065-4343-BF93-CA9DF7913212}" srcOrd="0" destOrd="0" parTransId="{EA214282-4802-40CA-A5AA-1C58788F36C0}" sibTransId="{AAB039EE-F755-47DB-A961-BF720E388BCE}"/>
    <dgm:cxn modelId="{71AD8F25-32B8-4734-8180-6AD587EFC822}" type="presOf" srcId="{DF50D76E-77EF-44F7-9D81-5772533B1646}" destId="{94487D6E-0031-46B0-8E1B-4252273C15FC}" srcOrd="0" destOrd="0" presId="urn:microsoft.com/office/officeart/2018/5/layout/CenteredIconLabelDescriptionList"/>
    <dgm:cxn modelId="{03D1FF37-98D8-41A5-8C58-FEDFF2B6687D}" type="presOf" srcId="{AD09C7C5-E791-4ED1-8E31-69C16BC53A56}" destId="{7380852F-25D0-4C3F-8A0B-F830232F8FB9}" srcOrd="0" destOrd="1" presId="urn:microsoft.com/office/officeart/2018/5/layout/CenteredIconLabelDescriptionList"/>
    <dgm:cxn modelId="{F8E1F56E-F94F-4B23-9F82-90FC7BC67838}" srcId="{24EF77B4-FBC2-47F9-83CB-A4D4E994E8A3}" destId="{3FD32584-FE27-4BB0-9618-D4954D985138}" srcOrd="0" destOrd="0" parTransId="{1579CAA0-8DE3-4A37-83BA-7541F65C6004}" sibTransId="{9586BE93-0E4E-40E0-B159-5B0028172F7B}"/>
    <dgm:cxn modelId="{69967B50-CF55-4CCA-8DF6-DA73877DAD20}" type="presOf" srcId="{3FD32584-FE27-4BB0-9618-D4954D985138}" destId="{138D49AC-FB78-444A-94AA-C62989949994}" srcOrd="0" destOrd="0" presId="urn:microsoft.com/office/officeart/2018/5/layout/CenteredIconLabelDescriptionList"/>
    <dgm:cxn modelId="{03FFD772-EB50-486D-A26F-98A30730CD1A}" type="presOf" srcId="{4217AA17-48F8-4FCF-A3D4-BF5ECF092FC9}" destId="{FE9182DB-D99B-4C1A-A8B3-7374B4E8C29B}" srcOrd="0" destOrd="0" presId="urn:microsoft.com/office/officeart/2018/5/layout/CenteredIconLabelDescriptionList"/>
    <dgm:cxn modelId="{BF4B8855-BD75-40E9-8744-028DBEE44C7D}" type="presOf" srcId="{35445A40-BF24-4161-8215-881815B32C32}" destId="{EE34CD1C-0852-41A5-8550-69EA2EFC0699}" srcOrd="0" destOrd="0" presId="urn:microsoft.com/office/officeart/2018/5/layout/CenteredIconLabelDescriptionList"/>
    <dgm:cxn modelId="{831F2B56-C24A-4EB6-BFD1-73A5D9600569}" srcId="{24EF77B4-FBC2-47F9-83CB-A4D4E994E8A3}" destId="{DF50D76E-77EF-44F7-9D81-5772533B1646}" srcOrd="2" destOrd="0" parTransId="{9C53F06D-6809-4B35-9695-12898AADBC3B}" sibTransId="{575028CA-2625-463C-B05D-C140F3DFE337}"/>
    <dgm:cxn modelId="{DC043676-0C65-493F-97D0-A0BC8D32DCE6}" type="presOf" srcId="{3B487EE6-CB40-475F-90B7-63B217640965}" destId="{F6D94A26-E90E-4570-91A6-D8FA70853245}" srcOrd="0" destOrd="0" presId="urn:microsoft.com/office/officeart/2018/5/layout/CenteredIconLabelDescriptionList"/>
    <dgm:cxn modelId="{07E58277-DC92-4140-99F0-EA63229EF5B3}" srcId="{DF50D76E-77EF-44F7-9D81-5772533B1646}" destId="{AD09C7C5-E791-4ED1-8E31-69C16BC53A56}" srcOrd="1" destOrd="0" parTransId="{B1A9A3EC-38C5-4B72-A7C9-CEBE7743E2AF}" sibTransId="{B564267D-1B75-4669-990A-0F7236F1185A}"/>
    <dgm:cxn modelId="{29AA8B5A-7AE3-4872-9555-CD5E40BE1E26}" type="presOf" srcId="{24EF77B4-FBC2-47F9-83CB-A4D4E994E8A3}" destId="{5F8B6568-63C8-46F0-9DF3-E88D2F355F31}" srcOrd="0" destOrd="0" presId="urn:microsoft.com/office/officeart/2018/5/layout/CenteredIconLabelDescriptionList"/>
    <dgm:cxn modelId="{0E1F1A83-0174-49E5-B2D5-238A9804A571}" srcId="{3FD32584-FE27-4BB0-9618-D4954D985138}" destId="{6A9585EF-EB9C-4823-B184-93DBE28B3972}" srcOrd="0" destOrd="0" parTransId="{6D15B9C6-3EF7-41CE-A213-D766EB0C4BEF}" sibTransId="{7AA246AA-9B80-4DB2-8D62-0FE77BE3DC63}"/>
    <dgm:cxn modelId="{BB59E19A-D2C5-4851-AE67-9707777EF0A5}" srcId="{24EF77B4-FBC2-47F9-83CB-A4D4E994E8A3}" destId="{3B487EE6-CB40-475F-90B7-63B217640965}" srcOrd="1" destOrd="0" parTransId="{E9867A78-D2F1-4B04-A07D-EA2E004CBFD7}" sibTransId="{C20DEEE2-7170-446A-91B2-A1F679F059B5}"/>
    <dgm:cxn modelId="{A8B1889C-81C4-4B72-848B-046761110798}" srcId="{3B487EE6-CB40-475F-90B7-63B217640965}" destId="{E707D5FF-415B-41B0-BD10-8E7CD07A8E41}" srcOrd="1" destOrd="0" parTransId="{41D3DE74-2622-4F16-AC18-2C95D82E4FC4}" sibTransId="{6F46A652-129E-419B-ADC6-AD8829E5DB5A}"/>
    <dgm:cxn modelId="{975913A2-C8CC-4A6D-8717-AB16AAFECF0F}" srcId="{3FD32584-FE27-4BB0-9618-D4954D985138}" destId="{550FBB5E-F9CC-4781-A7CF-AD1F09C12723}" srcOrd="2" destOrd="0" parTransId="{2E41337B-16BB-4847-B128-409F39825C33}" sibTransId="{D20A1652-AB98-4196-A86C-98FC069F7F49}"/>
    <dgm:cxn modelId="{2DDC8CA8-810E-4C1D-8C31-5C8077E5734A}" type="presOf" srcId="{550FBB5E-F9CC-4781-A7CF-AD1F09C12723}" destId="{C3775807-BF1C-46CE-870D-498EEB57118F}" srcOrd="0" destOrd="2" presId="urn:microsoft.com/office/officeart/2018/5/layout/CenteredIconLabelDescriptionList"/>
    <dgm:cxn modelId="{6F56BAB6-CA55-4892-9352-FBB800161ACD}" type="presOf" srcId="{C20B2472-90D0-46A6-AD29-DF94022BE232}" destId="{FE9182DB-D99B-4C1A-A8B3-7374B4E8C29B}" srcOrd="0" destOrd="2" presId="urn:microsoft.com/office/officeart/2018/5/layout/CenteredIconLabelDescriptionList"/>
    <dgm:cxn modelId="{43A99EC4-BED3-4FA4-A6EB-8751961E22D7}" type="presOf" srcId="{FC4326AF-0973-4B32-838F-496DE0FCA42F}" destId="{7380852F-25D0-4C3F-8A0B-F830232F8FB9}" srcOrd="0" destOrd="0" presId="urn:microsoft.com/office/officeart/2018/5/layout/CenteredIconLabelDescriptionList"/>
    <dgm:cxn modelId="{108448DC-3F53-4DEA-908B-D2506400060B}" srcId="{3B487EE6-CB40-475F-90B7-63B217640965}" destId="{C20B2472-90D0-46A6-AD29-DF94022BE232}" srcOrd="2" destOrd="0" parTransId="{E6DEC0F5-C2E1-45C5-858F-0AA33F2C6B7D}" sibTransId="{0C645164-33F1-4052-9C44-C74D1A584552}"/>
    <dgm:cxn modelId="{65BE8BDF-744C-4219-873F-7F16F90C5EDD}" type="presOf" srcId="{6A9585EF-EB9C-4823-B184-93DBE28B3972}" destId="{C3775807-BF1C-46CE-870D-498EEB57118F}" srcOrd="0" destOrd="0" presId="urn:microsoft.com/office/officeart/2018/5/layout/CenteredIconLabelDescriptionList"/>
    <dgm:cxn modelId="{4CBC24E3-A607-47D5-BA75-FA47F0BB987D}" srcId="{3B487EE6-CB40-475F-90B7-63B217640965}" destId="{4217AA17-48F8-4FCF-A3D4-BF5ECF092FC9}" srcOrd="0" destOrd="0" parTransId="{0311323E-E061-4BAA-A6CB-3A7E8B23FA22}" sibTransId="{4F90865C-5358-4D2F-A514-2B0393073E0F}"/>
    <dgm:cxn modelId="{25113CEA-9834-4014-82E6-A8331BD7BD3F}" type="presOf" srcId="{0DF5AC3E-F065-4343-BF93-CA9DF7913212}" destId="{74300EE3-477A-43B7-BBA6-70A3B80F461B}" srcOrd="0" destOrd="0" presId="urn:microsoft.com/office/officeart/2018/5/layout/CenteredIconLabelDescriptionList"/>
    <dgm:cxn modelId="{DACB41ED-E469-4BF0-B8E3-8B464B001038}" type="presOf" srcId="{22435610-3DC3-4017-84CD-2FA6007A4B86}" destId="{74300EE3-477A-43B7-BBA6-70A3B80F461B}" srcOrd="0" destOrd="1" presId="urn:microsoft.com/office/officeart/2018/5/layout/CenteredIconLabelDescriptionList"/>
    <dgm:cxn modelId="{055B0A6A-8317-4336-B209-67609CEF4E54}" type="presParOf" srcId="{5F8B6568-63C8-46F0-9DF3-E88D2F355F31}" destId="{7FEC68FB-D2C8-44C6-AA62-8376FDEEBCEC}" srcOrd="0" destOrd="0" presId="urn:microsoft.com/office/officeart/2018/5/layout/CenteredIconLabelDescriptionList"/>
    <dgm:cxn modelId="{F11BFE32-7F1F-4EDA-BE64-344173BDD484}" type="presParOf" srcId="{7FEC68FB-D2C8-44C6-AA62-8376FDEEBCEC}" destId="{F78C0A45-1CB8-438E-B5C8-05A259031905}" srcOrd="0" destOrd="0" presId="urn:microsoft.com/office/officeart/2018/5/layout/CenteredIconLabelDescriptionList"/>
    <dgm:cxn modelId="{77AD25E6-2B5C-4B11-96AE-AEAFE62C2665}" type="presParOf" srcId="{7FEC68FB-D2C8-44C6-AA62-8376FDEEBCEC}" destId="{4B2EBC72-2006-42D5-B38B-A432079D8973}" srcOrd="1" destOrd="0" presId="urn:microsoft.com/office/officeart/2018/5/layout/CenteredIconLabelDescriptionList"/>
    <dgm:cxn modelId="{543AFB29-8B60-490A-83CE-AC053FAFE01D}" type="presParOf" srcId="{7FEC68FB-D2C8-44C6-AA62-8376FDEEBCEC}" destId="{138D49AC-FB78-444A-94AA-C62989949994}" srcOrd="2" destOrd="0" presId="urn:microsoft.com/office/officeart/2018/5/layout/CenteredIconLabelDescriptionList"/>
    <dgm:cxn modelId="{472C0D94-355C-4E5B-BF1F-D2D3EEF92439}" type="presParOf" srcId="{7FEC68FB-D2C8-44C6-AA62-8376FDEEBCEC}" destId="{BE665852-9E1B-47FB-997D-AD0AC930D8BB}" srcOrd="3" destOrd="0" presId="urn:microsoft.com/office/officeart/2018/5/layout/CenteredIconLabelDescriptionList"/>
    <dgm:cxn modelId="{AA7D5D38-4907-45E1-8BE6-2388CDBAD576}" type="presParOf" srcId="{7FEC68FB-D2C8-44C6-AA62-8376FDEEBCEC}" destId="{C3775807-BF1C-46CE-870D-498EEB57118F}" srcOrd="4" destOrd="0" presId="urn:microsoft.com/office/officeart/2018/5/layout/CenteredIconLabelDescriptionList"/>
    <dgm:cxn modelId="{303D6354-EAD4-4851-A806-705F1C509EAE}" type="presParOf" srcId="{5F8B6568-63C8-46F0-9DF3-E88D2F355F31}" destId="{15099896-8BAE-4EAB-8E90-9C1F3ED126C3}" srcOrd="1" destOrd="0" presId="urn:microsoft.com/office/officeart/2018/5/layout/CenteredIconLabelDescriptionList"/>
    <dgm:cxn modelId="{7AE69A24-B9EB-4F97-AEE7-F1DFB4E51530}" type="presParOf" srcId="{5F8B6568-63C8-46F0-9DF3-E88D2F355F31}" destId="{7B35422E-C4C8-490F-BA25-1805CEFA1AE4}" srcOrd="2" destOrd="0" presId="urn:microsoft.com/office/officeart/2018/5/layout/CenteredIconLabelDescriptionList"/>
    <dgm:cxn modelId="{93B254C3-C626-408A-912F-A5953101571D}" type="presParOf" srcId="{7B35422E-C4C8-490F-BA25-1805CEFA1AE4}" destId="{35A38194-921B-4DFA-BDC0-A22F45356C56}" srcOrd="0" destOrd="0" presId="urn:microsoft.com/office/officeart/2018/5/layout/CenteredIconLabelDescriptionList"/>
    <dgm:cxn modelId="{5A617681-E399-42E0-8EA3-E8DB2D30FF4A}" type="presParOf" srcId="{7B35422E-C4C8-490F-BA25-1805CEFA1AE4}" destId="{CD66AF11-448B-4931-AEB6-A276F0F7BB0A}" srcOrd="1" destOrd="0" presId="urn:microsoft.com/office/officeart/2018/5/layout/CenteredIconLabelDescriptionList"/>
    <dgm:cxn modelId="{CF8C945F-BE2B-4322-ACF9-7E83AF36AA9B}" type="presParOf" srcId="{7B35422E-C4C8-490F-BA25-1805CEFA1AE4}" destId="{F6D94A26-E90E-4570-91A6-D8FA70853245}" srcOrd="2" destOrd="0" presId="urn:microsoft.com/office/officeart/2018/5/layout/CenteredIconLabelDescriptionList"/>
    <dgm:cxn modelId="{D4DCBC81-3684-4FC6-8E92-F0E7F013E355}" type="presParOf" srcId="{7B35422E-C4C8-490F-BA25-1805CEFA1AE4}" destId="{21C04338-77E7-4B4A-AA00-93BC4E7BB229}" srcOrd="3" destOrd="0" presId="urn:microsoft.com/office/officeart/2018/5/layout/CenteredIconLabelDescriptionList"/>
    <dgm:cxn modelId="{68603F8C-790B-4E0B-90E3-56033138B8C1}" type="presParOf" srcId="{7B35422E-C4C8-490F-BA25-1805CEFA1AE4}" destId="{FE9182DB-D99B-4C1A-A8B3-7374B4E8C29B}" srcOrd="4" destOrd="0" presId="urn:microsoft.com/office/officeart/2018/5/layout/CenteredIconLabelDescriptionList"/>
    <dgm:cxn modelId="{3AA9DB12-998C-43F2-AC41-48B58740CF07}" type="presParOf" srcId="{5F8B6568-63C8-46F0-9DF3-E88D2F355F31}" destId="{7D9A0097-36FE-4FA4-A26D-6070512886E3}" srcOrd="3" destOrd="0" presId="urn:microsoft.com/office/officeart/2018/5/layout/CenteredIconLabelDescriptionList"/>
    <dgm:cxn modelId="{CC0F03B2-D049-47D4-A405-4042265847AC}" type="presParOf" srcId="{5F8B6568-63C8-46F0-9DF3-E88D2F355F31}" destId="{F2AE6669-9054-4B5C-8657-494F19E782A9}" srcOrd="4" destOrd="0" presId="urn:microsoft.com/office/officeart/2018/5/layout/CenteredIconLabelDescriptionList"/>
    <dgm:cxn modelId="{8B0E2653-279B-49FC-9CF8-5FB02063F00F}" type="presParOf" srcId="{F2AE6669-9054-4B5C-8657-494F19E782A9}" destId="{2EBB5682-E1EC-4A1A-98A3-3EE22C5E30AE}" srcOrd="0" destOrd="0" presId="urn:microsoft.com/office/officeart/2018/5/layout/CenteredIconLabelDescriptionList"/>
    <dgm:cxn modelId="{97A11469-87C1-47B6-A119-A073C2459EF6}" type="presParOf" srcId="{F2AE6669-9054-4B5C-8657-494F19E782A9}" destId="{DD8063F5-77E4-4074-BB7B-AEA88B8D3B95}" srcOrd="1" destOrd="0" presId="urn:microsoft.com/office/officeart/2018/5/layout/CenteredIconLabelDescriptionList"/>
    <dgm:cxn modelId="{5C2E4A81-AB21-49B0-A40D-48353B2EE91B}" type="presParOf" srcId="{F2AE6669-9054-4B5C-8657-494F19E782A9}" destId="{94487D6E-0031-46B0-8E1B-4252273C15FC}" srcOrd="2" destOrd="0" presId="urn:microsoft.com/office/officeart/2018/5/layout/CenteredIconLabelDescriptionList"/>
    <dgm:cxn modelId="{4503D1CA-2F37-4365-88C6-DBE45C63FC7A}" type="presParOf" srcId="{F2AE6669-9054-4B5C-8657-494F19E782A9}" destId="{AB7B90DD-A28A-4111-9EB0-0586ED3D28D4}" srcOrd="3" destOrd="0" presId="urn:microsoft.com/office/officeart/2018/5/layout/CenteredIconLabelDescriptionList"/>
    <dgm:cxn modelId="{DDB8FDD2-5601-474B-BAD0-84BF358D92BB}" type="presParOf" srcId="{F2AE6669-9054-4B5C-8657-494F19E782A9}" destId="{7380852F-25D0-4C3F-8A0B-F830232F8FB9}" srcOrd="4" destOrd="0" presId="urn:microsoft.com/office/officeart/2018/5/layout/CenteredIconLabelDescriptionList"/>
    <dgm:cxn modelId="{167A8745-00AD-44DC-8B62-7A39589F7B92}" type="presParOf" srcId="{5F8B6568-63C8-46F0-9DF3-E88D2F355F31}" destId="{2F0312D9-3C47-47BD-ADFE-7D7C10C4AEF9}" srcOrd="5" destOrd="0" presId="urn:microsoft.com/office/officeart/2018/5/layout/CenteredIconLabelDescriptionList"/>
    <dgm:cxn modelId="{DACA4732-B013-4111-9A23-CB25C6BADD82}" type="presParOf" srcId="{5F8B6568-63C8-46F0-9DF3-E88D2F355F31}" destId="{5DD272DF-538A-4BB7-8DBF-183E7A0486B1}" srcOrd="6" destOrd="0" presId="urn:microsoft.com/office/officeart/2018/5/layout/CenteredIconLabelDescriptionList"/>
    <dgm:cxn modelId="{398B8087-0E7F-4C4E-82A5-3EB64332153E}" type="presParOf" srcId="{5DD272DF-538A-4BB7-8DBF-183E7A0486B1}" destId="{0EBF1983-EE87-45B3-B78B-FFF72EEDA2F2}" srcOrd="0" destOrd="0" presId="urn:microsoft.com/office/officeart/2018/5/layout/CenteredIconLabelDescriptionList"/>
    <dgm:cxn modelId="{9405C53F-71C8-4CDD-B1B4-0992281BA800}" type="presParOf" srcId="{5DD272DF-538A-4BB7-8DBF-183E7A0486B1}" destId="{8317BD69-D68F-46B8-AF4C-B6EEB0CE1F57}" srcOrd="1" destOrd="0" presId="urn:microsoft.com/office/officeart/2018/5/layout/CenteredIconLabelDescriptionList"/>
    <dgm:cxn modelId="{9D424CCD-41C9-4E6A-AB7F-2A0F23C1F672}" type="presParOf" srcId="{5DD272DF-538A-4BB7-8DBF-183E7A0486B1}" destId="{EE34CD1C-0852-41A5-8550-69EA2EFC0699}" srcOrd="2" destOrd="0" presId="urn:microsoft.com/office/officeart/2018/5/layout/CenteredIconLabelDescriptionList"/>
    <dgm:cxn modelId="{BA59EB03-53F6-45DD-835B-80B907E6BC4D}" type="presParOf" srcId="{5DD272DF-538A-4BB7-8DBF-183E7A0486B1}" destId="{ACDB932F-6A69-4645-8DC1-9A52BAD19410}" srcOrd="3" destOrd="0" presId="urn:microsoft.com/office/officeart/2018/5/layout/CenteredIconLabelDescriptionList"/>
    <dgm:cxn modelId="{1729F15F-4119-4EF1-803B-E0E39E5EF382}" type="presParOf" srcId="{5DD272DF-538A-4BB7-8DBF-183E7A0486B1}" destId="{74300EE3-477A-43B7-BBA6-70A3B80F461B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2.xml><?xml version="1.0" encoding="utf-8"?>
<dgm:dataModel xmlns:dgm="http://schemas.openxmlformats.org/drawingml/2006/diagram" xmlns:a="http://schemas.openxmlformats.org/drawingml/2006/main">
  <dgm:ptLst>
    <dgm:pt modelId="{454A279E-CD6E-4832-AD1E-FD63672EA4C8}" type="doc">
      <dgm:prSet loTypeId="urn:microsoft.com/office/officeart/2005/8/layout/vList5" loCatId="list" qsTypeId="urn:microsoft.com/office/officeart/2005/8/quickstyle/simple1" qsCatId="simple" csTypeId="urn:microsoft.com/office/officeart/2005/8/colors/colorful5" csCatId="colorful"/>
      <dgm:spPr/>
      <dgm:t>
        <a:bodyPr/>
        <a:lstStyle/>
        <a:p>
          <a:endParaRPr lang="en-US"/>
        </a:p>
      </dgm:t>
    </dgm:pt>
    <dgm:pt modelId="{002BF75E-0A7D-4900-AAE5-B0A367F5FC87}">
      <dgm:prSet/>
      <dgm:spPr/>
      <dgm:t>
        <a:bodyPr/>
        <a:lstStyle/>
        <a:p>
          <a:r>
            <a:rPr lang="tr-TR"/>
            <a:t>The option datacarrier</a:t>
          </a:r>
          <a:endParaRPr lang="en-US"/>
        </a:p>
      </dgm:t>
    </dgm:pt>
    <dgm:pt modelId="{A8A98CB1-8027-423C-911F-828357A067F3}" type="parTrans" cxnId="{E0ABC030-0345-4918-932F-C68537690D78}">
      <dgm:prSet/>
      <dgm:spPr/>
      <dgm:t>
        <a:bodyPr/>
        <a:lstStyle/>
        <a:p>
          <a:endParaRPr lang="en-US"/>
        </a:p>
      </dgm:t>
    </dgm:pt>
    <dgm:pt modelId="{F69A6C3D-539E-43CC-BB7C-5646E3EB6B1C}" type="sibTrans" cxnId="{E0ABC030-0345-4918-932F-C68537690D78}">
      <dgm:prSet/>
      <dgm:spPr/>
      <dgm:t>
        <a:bodyPr/>
        <a:lstStyle/>
        <a:p>
          <a:endParaRPr lang="en-US"/>
        </a:p>
      </dgm:t>
    </dgm:pt>
    <dgm:pt modelId="{E535EE38-577D-4B2B-8E44-3CA5CCA5C814}">
      <dgm:prSet/>
      <dgm:spPr/>
      <dgm:t>
        <a:bodyPr/>
        <a:lstStyle/>
        <a:p>
          <a:r>
            <a:rPr lang="en-US"/>
            <a:t>controls relay and mining of RETURN transactions, </a:t>
          </a:r>
        </a:p>
      </dgm:t>
    </dgm:pt>
    <dgm:pt modelId="{E5339506-E186-47F9-AF01-FD4E2AED1ECB}" type="parTrans" cxnId="{1F3251DC-5449-4C8F-AE7A-DA03888454F1}">
      <dgm:prSet/>
      <dgm:spPr/>
      <dgm:t>
        <a:bodyPr/>
        <a:lstStyle/>
        <a:p>
          <a:endParaRPr lang="en-US"/>
        </a:p>
      </dgm:t>
    </dgm:pt>
    <dgm:pt modelId="{DA25E34D-48FA-4064-8C25-9627407D1A08}" type="sibTrans" cxnId="{1F3251DC-5449-4C8F-AE7A-DA03888454F1}">
      <dgm:prSet/>
      <dgm:spPr/>
      <dgm:t>
        <a:bodyPr/>
        <a:lstStyle/>
        <a:p>
          <a:endParaRPr lang="en-US"/>
        </a:p>
      </dgm:t>
    </dgm:pt>
    <dgm:pt modelId="{FD673B07-4DC6-400A-B3A2-0F69174D7DBA}">
      <dgm:prSet/>
      <dgm:spPr/>
      <dgm:t>
        <a:bodyPr/>
        <a:lstStyle/>
        <a:p>
          <a:r>
            <a:rPr lang="en-US"/>
            <a:t>with the</a:t>
          </a:r>
          <a:r>
            <a:rPr lang="tr-TR"/>
            <a:t> </a:t>
          </a:r>
          <a:r>
            <a:rPr lang="en-US"/>
            <a:t>default set to “1” to allow them.</a:t>
          </a:r>
        </a:p>
      </dgm:t>
    </dgm:pt>
    <dgm:pt modelId="{11FC9316-6F53-4434-A646-76AC006A050E}" type="parTrans" cxnId="{12A27CFB-FC98-4233-8CBC-42804A8F6A53}">
      <dgm:prSet/>
      <dgm:spPr/>
      <dgm:t>
        <a:bodyPr/>
        <a:lstStyle/>
        <a:p>
          <a:endParaRPr lang="en-US"/>
        </a:p>
      </dgm:t>
    </dgm:pt>
    <dgm:pt modelId="{59010360-037B-4007-8C40-0ED11A49A1B3}" type="sibTrans" cxnId="{12A27CFB-FC98-4233-8CBC-42804A8F6A53}">
      <dgm:prSet/>
      <dgm:spPr/>
      <dgm:t>
        <a:bodyPr/>
        <a:lstStyle/>
        <a:p>
          <a:endParaRPr lang="en-US"/>
        </a:p>
      </dgm:t>
    </dgm:pt>
    <dgm:pt modelId="{67B19EAF-59F8-4704-ACD8-9BC45CE9106D}">
      <dgm:prSet/>
      <dgm:spPr/>
      <dgm:t>
        <a:bodyPr/>
        <a:lstStyle/>
        <a:p>
          <a:r>
            <a:rPr lang="tr-TR"/>
            <a:t>The option datacarriersize</a:t>
          </a:r>
          <a:endParaRPr lang="en-US"/>
        </a:p>
      </dgm:t>
    </dgm:pt>
    <dgm:pt modelId="{923D7536-4EAC-4F29-9CE7-B3643AAE130C}" type="parTrans" cxnId="{81325925-067F-4A53-8CA6-C5A39F304FDE}">
      <dgm:prSet/>
      <dgm:spPr/>
      <dgm:t>
        <a:bodyPr/>
        <a:lstStyle/>
        <a:p>
          <a:endParaRPr lang="en-US"/>
        </a:p>
      </dgm:t>
    </dgm:pt>
    <dgm:pt modelId="{8FFA1F94-1FC1-43DE-9145-4234436905FD}" type="sibTrans" cxnId="{81325925-067F-4A53-8CA6-C5A39F304FDE}">
      <dgm:prSet/>
      <dgm:spPr/>
      <dgm:t>
        <a:bodyPr/>
        <a:lstStyle/>
        <a:p>
          <a:endParaRPr lang="en-US"/>
        </a:p>
      </dgm:t>
    </dgm:pt>
    <dgm:pt modelId="{2DA1C106-2DCC-4310-B1C9-F0C2D1C7DD89}">
      <dgm:prSet/>
      <dgm:spPr/>
      <dgm:t>
        <a:bodyPr/>
        <a:lstStyle/>
        <a:p>
          <a:r>
            <a:rPr lang="tr-TR"/>
            <a:t>takes a numeric argument </a:t>
          </a:r>
          <a:endParaRPr lang="en-US"/>
        </a:p>
      </dgm:t>
    </dgm:pt>
    <dgm:pt modelId="{E2FA1269-468A-4740-BDB5-C141683D3798}" type="parTrans" cxnId="{B0A6637F-46A6-463D-8694-BD06DDA2735C}">
      <dgm:prSet/>
      <dgm:spPr/>
      <dgm:t>
        <a:bodyPr/>
        <a:lstStyle/>
        <a:p>
          <a:endParaRPr lang="en-US"/>
        </a:p>
      </dgm:t>
    </dgm:pt>
    <dgm:pt modelId="{225FE527-9AF2-4A5C-9869-27C44E98B33F}" type="sibTrans" cxnId="{B0A6637F-46A6-463D-8694-BD06DDA2735C}">
      <dgm:prSet/>
      <dgm:spPr/>
      <dgm:t>
        <a:bodyPr/>
        <a:lstStyle/>
        <a:p>
          <a:endParaRPr lang="en-US"/>
        </a:p>
      </dgm:t>
    </dgm:pt>
    <dgm:pt modelId="{B702DCE0-104D-4495-9D3C-ACC73FB545D9}">
      <dgm:prSet/>
      <dgm:spPr/>
      <dgm:t>
        <a:bodyPr/>
        <a:lstStyle/>
        <a:p>
          <a:r>
            <a:rPr lang="en-US"/>
            <a:t>specifying the maximum size in bytes of the RETURN script, </a:t>
          </a:r>
        </a:p>
      </dgm:t>
    </dgm:pt>
    <dgm:pt modelId="{45CD9D07-0CE1-4AC1-A0E4-C69F6EDB99A9}" type="parTrans" cxnId="{40DC9AD7-1E8F-4B36-BAAE-8AE59168D57C}">
      <dgm:prSet/>
      <dgm:spPr/>
      <dgm:t>
        <a:bodyPr/>
        <a:lstStyle/>
        <a:p>
          <a:endParaRPr lang="en-US"/>
        </a:p>
      </dgm:t>
    </dgm:pt>
    <dgm:pt modelId="{64D99276-265C-4D80-958D-E2EFBAB61E2B}" type="sibTrans" cxnId="{40DC9AD7-1E8F-4B36-BAAE-8AE59168D57C}">
      <dgm:prSet/>
      <dgm:spPr/>
      <dgm:t>
        <a:bodyPr/>
        <a:lstStyle/>
        <a:p>
          <a:endParaRPr lang="en-US"/>
        </a:p>
      </dgm:t>
    </dgm:pt>
    <dgm:pt modelId="{D07BED98-D73D-4D75-8188-01C428F255AE}">
      <dgm:prSet/>
      <dgm:spPr/>
      <dgm:t>
        <a:bodyPr/>
        <a:lstStyle/>
        <a:p>
          <a:r>
            <a:rPr lang="en-US"/>
            <a:t>83 bytes by default,</a:t>
          </a:r>
          <a:r>
            <a:rPr lang="tr-TR"/>
            <a:t> </a:t>
          </a:r>
          <a:endParaRPr lang="en-US"/>
        </a:p>
      </dgm:t>
    </dgm:pt>
    <dgm:pt modelId="{342BBFAD-7EE3-4490-8A91-A88C8C6B6318}" type="parTrans" cxnId="{F48447BC-EBCB-479F-B6A6-ADC26C6B62FF}">
      <dgm:prSet/>
      <dgm:spPr/>
      <dgm:t>
        <a:bodyPr/>
        <a:lstStyle/>
        <a:p>
          <a:endParaRPr lang="en-US"/>
        </a:p>
      </dgm:t>
    </dgm:pt>
    <dgm:pt modelId="{D22CD58A-BF87-4BF4-8F00-4DC5B097D910}" type="sibTrans" cxnId="{F48447BC-EBCB-479F-B6A6-ADC26C6B62FF}">
      <dgm:prSet/>
      <dgm:spPr/>
      <dgm:t>
        <a:bodyPr/>
        <a:lstStyle/>
        <a:p>
          <a:endParaRPr lang="en-US"/>
        </a:p>
      </dgm:t>
    </dgm:pt>
    <dgm:pt modelId="{8C923467-524F-4CA7-A3C2-0E2DF7ADB802}">
      <dgm:prSet/>
      <dgm:spPr/>
      <dgm:t>
        <a:bodyPr/>
        <a:lstStyle/>
        <a:p>
          <a:r>
            <a:rPr lang="en-US"/>
            <a:t>a maximum of 80 bytes of RETURN data </a:t>
          </a:r>
        </a:p>
      </dgm:t>
    </dgm:pt>
    <dgm:pt modelId="{4B135F4D-AC9F-49E2-8DC4-64D24EA7AC42}" type="parTrans" cxnId="{53E222E1-3F50-4C68-A70A-3DF38FCED0A1}">
      <dgm:prSet/>
      <dgm:spPr/>
      <dgm:t>
        <a:bodyPr/>
        <a:lstStyle/>
        <a:p>
          <a:endParaRPr lang="en-US"/>
        </a:p>
      </dgm:t>
    </dgm:pt>
    <dgm:pt modelId="{CBD60D18-8A49-47CA-B91E-CBB98F3C8B7F}" type="sibTrans" cxnId="{53E222E1-3F50-4C68-A70A-3DF38FCED0A1}">
      <dgm:prSet/>
      <dgm:spPr/>
      <dgm:t>
        <a:bodyPr/>
        <a:lstStyle/>
        <a:p>
          <a:endParaRPr lang="en-US"/>
        </a:p>
      </dgm:t>
    </dgm:pt>
    <dgm:pt modelId="{94AC006B-4B20-417C-B874-A7FABD4F62A5}">
      <dgm:prSet/>
      <dgm:spPr/>
      <dgm:t>
        <a:bodyPr/>
        <a:lstStyle/>
        <a:p>
          <a:r>
            <a:rPr lang="en-US"/>
            <a:t>one byte of RETURN</a:t>
          </a:r>
          <a:r>
            <a:rPr lang="tr-TR"/>
            <a:t> </a:t>
          </a:r>
          <a:r>
            <a:rPr lang="en-US"/>
            <a:t>opcode </a:t>
          </a:r>
        </a:p>
      </dgm:t>
    </dgm:pt>
    <dgm:pt modelId="{A14A523B-829B-44E0-9013-564B419E3171}" type="parTrans" cxnId="{06001753-6D44-42FD-8224-ACFED550EFA5}">
      <dgm:prSet/>
      <dgm:spPr/>
      <dgm:t>
        <a:bodyPr/>
        <a:lstStyle/>
        <a:p>
          <a:endParaRPr lang="en-US"/>
        </a:p>
      </dgm:t>
    </dgm:pt>
    <dgm:pt modelId="{0EEBB2D7-8FF7-40DB-955D-323BBCBA3AE6}" type="sibTrans" cxnId="{06001753-6D44-42FD-8224-ACFED550EFA5}">
      <dgm:prSet/>
      <dgm:spPr/>
      <dgm:t>
        <a:bodyPr/>
        <a:lstStyle/>
        <a:p>
          <a:endParaRPr lang="en-US"/>
        </a:p>
      </dgm:t>
    </dgm:pt>
    <dgm:pt modelId="{1F3B8EC5-2714-4FF7-8131-DCDDE3AD1A33}">
      <dgm:prSet/>
      <dgm:spPr/>
      <dgm:t>
        <a:bodyPr/>
        <a:lstStyle/>
        <a:p>
          <a:r>
            <a:rPr lang="en-US"/>
            <a:t>two bytes of PUSHDATA opcode</a:t>
          </a:r>
        </a:p>
      </dgm:t>
    </dgm:pt>
    <dgm:pt modelId="{021FEBDB-3B73-4B48-A6AF-CDC2E9584DDC}" type="parTrans" cxnId="{870F9C2A-E8C5-49F9-9FAB-4269B2E58183}">
      <dgm:prSet/>
      <dgm:spPr/>
      <dgm:t>
        <a:bodyPr/>
        <a:lstStyle/>
        <a:p>
          <a:endParaRPr lang="en-US"/>
        </a:p>
      </dgm:t>
    </dgm:pt>
    <dgm:pt modelId="{E566F607-7DD7-4D88-AABF-09B22CB876D9}" type="sibTrans" cxnId="{870F9C2A-E8C5-49F9-9FAB-4269B2E58183}">
      <dgm:prSet/>
      <dgm:spPr/>
      <dgm:t>
        <a:bodyPr/>
        <a:lstStyle/>
        <a:p>
          <a:endParaRPr lang="en-US"/>
        </a:p>
      </dgm:t>
    </dgm:pt>
    <dgm:pt modelId="{9F417864-31F8-4A96-8090-B2658D64B7B9}" type="pres">
      <dgm:prSet presAssocID="{454A279E-CD6E-4832-AD1E-FD63672EA4C8}" presName="Name0" presStyleCnt="0">
        <dgm:presLayoutVars>
          <dgm:dir/>
          <dgm:animLvl val="lvl"/>
          <dgm:resizeHandles val="exact"/>
        </dgm:presLayoutVars>
      </dgm:prSet>
      <dgm:spPr/>
    </dgm:pt>
    <dgm:pt modelId="{B3EECC5F-9400-44AD-9D41-8ADF40FE208A}" type="pres">
      <dgm:prSet presAssocID="{002BF75E-0A7D-4900-AAE5-B0A367F5FC87}" presName="linNode" presStyleCnt="0"/>
      <dgm:spPr/>
    </dgm:pt>
    <dgm:pt modelId="{FE9A04C5-A60B-468D-AFCE-97618598E2BB}" type="pres">
      <dgm:prSet presAssocID="{002BF75E-0A7D-4900-AAE5-B0A367F5FC87}" presName="parentText" presStyleLbl="node1" presStyleIdx="0" presStyleCnt="3">
        <dgm:presLayoutVars>
          <dgm:chMax val="1"/>
          <dgm:bulletEnabled val="1"/>
        </dgm:presLayoutVars>
      </dgm:prSet>
      <dgm:spPr/>
    </dgm:pt>
    <dgm:pt modelId="{C4B07DCD-6D98-4BE6-81E5-1640EC548B2B}" type="pres">
      <dgm:prSet presAssocID="{002BF75E-0A7D-4900-AAE5-B0A367F5FC87}" presName="descendantText" presStyleLbl="alignAccFollowNode1" presStyleIdx="0" presStyleCnt="3">
        <dgm:presLayoutVars>
          <dgm:bulletEnabled val="1"/>
        </dgm:presLayoutVars>
      </dgm:prSet>
      <dgm:spPr/>
    </dgm:pt>
    <dgm:pt modelId="{ED890D47-09CC-4F66-8C6E-0B46E6DC350D}" type="pres">
      <dgm:prSet presAssocID="{F69A6C3D-539E-43CC-BB7C-5646E3EB6B1C}" presName="sp" presStyleCnt="0"/>
      <dgm:spPr/>
    </dgm:pt>
    <dgm:pt modelId="{E799AF69-5A44-4415-AE25-9C5143B7EA21}" type="pres">
      <dgm:prSet presAssocID="{67B19EAF-59F8-4704-ACD8-9BC45CE9106D}" presName="linNode" presStyleCnt="0"/>
      <dgm:spPr/>
    </dgm:pt>
    <dgm:pt modelId="{39F9F326-999B-4D95-B75A-256077AFB0B2}" type="pres">
      <dgm:prSet presAssocID="{67B19EAF-59F8-4704-ACD8-9BC45CE9106D}" presName="parentText" presStyleLbl="node1" presStyleIdx="1" presStyleCnt="3">
        <dgm:presLayoutVars>
          <dgm:chMax val="1"/>
          <dgm:bulletEnabled val="1"/>
        </dgm:presLayoutVars>
      </dgm:prSet>
      <dgm:spPr/>
    </dgm:pt>
    <dgm:pt modelId="{9AB88D67-5E61-483A-AA32-421A262F0F06}" type="pres">
      <dgm:prSet presAssocID="{67B19EAF-59F8-4704-ACD8-9BC45CE9106D}" presName="descendantText" presStyleLbl="alignAccFollowNode1" presStyleIdx="1" presStyleCnt="3">
        <dgm:presLayoutVars>
          <dgm:bulletEnabled val="1"/>
        </dgm:presLayoutVars>
      </dgm:prSet>
      <dgm:spPr/>
    </dgm:pt>
    <dgm:pt modelId="{59D22D33-99B2-4921-A3C0-2A236FF9DCBD}" type="pres">
      <dgm:prSet presAssocID="{8FFA1F94-1FC1-43DE-9145-4234436905FD}" presName="sp" presStyleCnt="0"/>
      <dgm:spPr/>
    </dgm:pt>
    <dgm:pt modelId="{C392822B-8EF4-4A6A-A161-ECB373DB4785}" type="pres">
      <dgm:prSet presAssocID="{D07BED98-D73D-4D75-8188-01C428F255AE}" presName="linNode" presStyleCnt="0"/>
      <dgm:spPr/>
    </dgm:pt>
    <dgm:pt modelId="{7D414C78-CE31-4D3B-BFD4-05F4D8F8033E}" type="pres">
      <dgm:prSet presAssocID="{D07BED98-D73D-4D75-8188-01C428F255AE}" presName="parentText" presStyleLbl="node1" presStyleIdx="2" presStyleCnt="3">
        <dgm:presLayoutVars>
          <dgm:chMax val="1"/>
          <dgm:bulletEnabled val="1"/>
        </dgm:presLayoutVars>
      </dgm:prSet>
      <dgm:spPr/>
    </dgm:pt>
    <dgm:pt modelId="{F6E91634-344D-4646-95A3-C8996BC305D5}" type="pres">
      <dgm:prSet presAssocID="{D07BED98-D73D-4D75-8188-01C428F255AE}" presName="descendantText" presStyleLbl="alignAccFollowNode1" presStyleIdx="2" presStyleCnt="3">
        <dgm:presLayoutVars>
          <dgm:bulletEnabled val="1"/>
        </dgm:presLayoutVars>
      </dgm:prSet>
      <dgm:spPr/>
    </dgm:pt>
  </dgm:ptLst>
  <dgm:cxnLst>
    <dgm:cxn modelId="{F6200312-F89C-42FF-B437-BEFFC93382E7}" type="presOf" srcId="{002BF75E-0A7D-4900-AAE5-B0A367F5FC87}" destId="{FE9A04C5-A60B-468D-AFCE-97618598E2BB}" srcOrd="0" destOrd="0" presId="urn:microsoft.com/office/officeart/2005/8/layout/vList5"/>
    <dgm:cxn modelId="{81325925-067F-4A53-8CA6-C5A39F304FDE}" srcId="{454A279E-CD6E-4832-AD1E-FD63672EA4C8}" destId="{67B19EAF-59F8-4704-ACD8-9BC45CE9106D}" srcOrd="1" destOrd="0" parTransId="{923D7536-4EAC-4F29-9CE7-B3643AAE130C}" sibTransId="{8FFA1F94-1FC1-43DE-9145-4234436905FD}"/>
    <dgm:cxn modelId="{870F9C2A-E8C5-49F9-9FAB-4269B2E58183}" srcId="{D07BED98-D73D-4D75-8188-01C428F255AE}" destId="{1F3B8EC5-2714-4FF7-8131-DCDDE3AD1A33}" srcOrd="2" destOrd="0" parTransId="{021FEBDB-3B73-4B48-A6AF-CDC2E9584DDC}" sibTransId="{E566F607-7DD7-4D88-AABF-09B22CB876D9}"/>
    <dgm:cxn modelId="{B665CB2F-DB40-4EE3-BDD1-0DE8EFD0C161}" type="presOf" srcId="{8C923467-524F-4CA7-A3C2-0E2DF7ADB802}" destId="{F6E91634-344D-4646-95A3-C8996BC305D5}" srcOrd="0" destOrd="0" presId="urn:microsoft.com/office/officeart/2005/8/layout/vList5"/>
    <dgm:cxn modelId="{E0ABC030-0345-4918-932F-C68537690D78}" srcId="{454A279E-CD6E-4832-AD1E-FD63672EA4C8}" destId="{002BF75E-0A7D-4900-AAE5-B0A367F5FC87}" srcOrd="0" destOrd="0" parTransId="{A8A98CB1-8027-423C-911F-828357A067F3}" sibTransId="{F69A6C3D-539E-43CC-BB7C-5646E3EB6B1C}"/>
    <dgm:cxn modelId="{FEBEBD65-065D-4FBA-BE74-A1A37AED5FDB}" type="presOf" srcId="{67B19EAF-59F8-4704-ACD8-9BC45CE9106D}" destId="{39F9F326-999B-4D95-B75A-256077AFB0B2}" srcOrd="0" destOrd="0" presId="urn:microsoft.com/office/officeart/2005/8/layout/vList5"/>
    <dgm:cxn modelId="{06001753-6D44-42FD-8224-ACFED550EFA5}" srcId="{D07BED98-D73D-4D75-8188-01C428F255AE}" destId="{94AC006B-4B20-417C-B874-A7FABD4F62A5}" srcOrd="1" destOrd="0" parTransId="{A14A523B-829B-44E0-9013-564B419E3171}" sibTransId="{0EEBB2D7-8FF7-40DB-955D-323BBCBA3AE6}"/>
    <dgm:cxn modelId="{B0A6637F-46A6-463D-8694-BD06DDA2735C}" srcId="{67B19EAF-59F8-4704-ACD8-9BC45CE9106D}" destId="{2DA1C106-2DCC-4310-B1C9-F0C2D1C7DD89}" srcOrd="0" destOrd="0" parTransId="{E2FA1269-468A-4740-BDB5-C141683D3798}" sibTransId="{225FE527-9AF2-4A5C-9869-27C44E98B33F}"/>
    <dgm:cxn modelId="{122DF490-83EF-4010-85B4-C171191D1BB9}" type="presOf" srcId="{454A279E-CD6E-4832-AD1E-FD63672EA4C8}" destId="{9F417864-31F8-4A96-8090-B2658D64B7B9}" srcOrd="0" destOrd="0" presId="urn:microsoft.com/office/officeart/2005/8/layout/vList5"/>
    <dgm:cxn modelId="{695CFDA9-6BBA-4F6F-B523-2C9120A60703}" type="presOf" srcId="{FD673B07-4DC6-400A-B3A2-0F69174D7DBA}" destId="{C4B07DCD-6D98-4BE6-81E5-1640EC548B2B}" srcOrd="0" destOrd="1" presId="urn:microsoft.com/office/officeart/2005/8/layout/vList5"/>
    <dgm:cxn modelId="{724A98AF-B158-4800-9583-877BF9B56641}" type="presOf" srcId="{B702DCE0-104D-4495-9D3C-ACC73FB545D9}" destId="{9AB88D67-5E61-483A-AA32-421A262F0F06}" srcOrd="0" destOrd="1" presId="urn:microsoft.com/office/officeart/2005/8/layout/vList5"/>
    <dgm:cxn modelId="{2F4C3BB2-8729-4B95-934E-781BEC39DDE1}" type="presOf" srcId="{1F3B8EC5-2714-4FF7-8131-DCDDE3AD1A33}" destId="{F6E91634-344D-4646-95A3-C8996BC305D5}" srcOrd="0" destOrd="2" presId="urn:microsoft.com/office/officeart/2005/8/layout/vList5"/>
    <dgm:cxn modelId="{F48447BC-EBCB-479F-B6A6-ADC26C6B62FF}" srcId="{454A279E-CD6E-4832-AD1E-FD63672EA4C8}" destId="{D07BED98-D73D-4D75-8188-01C428F255AE}" srcOrd="2" destOrd="0" parTransId="{342BBFAD-7EE3-4490-8A91-A88C8C6B6318}" sibTransId="{D22CD58A-BF87-4BF4-8F00-4DC5B097D910}"/>
    <dgm:cxn modelId="{B12745CC-AECE-40B1-B1F0-222D355D1072}" type="presOf" srcId="{D07BED98-D73D-4D75-8188-01C428F255AE}" destId="{7D414C78-CE31-4D3B-BFD4-05F4D8F8033E}" srcOrd="0" destOrd="0" presId="urn:microsoft.com/office/officeart/2005/8/layout/vList5"/>
    <dgm:cxn modelId="{40DC9AD7-1E8F-4B36-BAAE-8AE59168D57C}" srcId="{67B19EAF-59F8-4704-ACD8-9BC45CE9106D}" destId="{B702DCE0-104D-4495-9D3C-ACC73FB545D9}" srcOrd="1" destOrd="0" parTransId="{45CD9D07-0CE1-4AC1-A0E4-C69F6EDB99A9}" sibTransId="{64D99276-265C-4D80-958D-E2EFBAB61E2B}"/>
    <dgm:cxn modelId="{5B48BADA-A546-4925-8B6B-31FFCAE1F7B9}" type="presOf" srcId="{2DA1C106-2DCC-4310-B1C9-F0C2D1C7DD89}" destId="{9AB88D67-5E61-483A-AA32-421A262F0F06}" srcOrd="0" destOrd="0" presId="urn:microsoft.com/office/officeart/2005/8/layout/vList5"/>
    <dgm:cxn modelId="{1F3251DC-5449-4C8F-AE7A-DA03888454F1}" srcId="{002BF75E-0A7D-4900-AAE5-B0A367F5FC87}" destId="{E535EE38-577D-4B2B-8E44-3CA5CCA5C814}" srcOrd="0" destOrd="0" parTransId="{E5339506-E186-47F9-AF01-FD4E2AED1ECB}" sibTransId="{DA25E34D-48FA-4064-8C25-9627407D1A08}"/>
    <dgm:cxn modelId="{53E222E1-3F50-4C68-A70A-3DF38FCED0A1}" srcId="{D07BED98-D73D-4D75-8188-01C428F255AE}" destId="{8C923467-524F-4CA7-A3C2-0E2DF7ADB802}" srcOrd="0" destOrd="0" parTransId="{4B135F4D-AC9F-49E2-8DC4-64D24EA7AC42}" sibTransId="{CBD60D18-8A49-47CA-B91E-CBB98F3C8B7F}"/>
    <dgm:cxn modelId="{748F21F9-7C39-479A-BFA6-8C1E7F337563}" type="presOf" srcId="{E535EE38-577D-4B2B-8E44-3CA5CCA5C814}" destId="{C4B07DCD-6D98-4BE6-81E5-1640EC548B2B}" srcOrd="0" destOrd="0" presId="urn:microsoft.com/office/officeart/2005/8/layout/vList5"/>
    <dgm:cxn modelId="{69E666FA-E136-4C0B-95D1-0E119F0512B4}" type="presOf" srcId="{94AC006B-4B20-417C-B874-A7FABD4F62A5}" destId="{F6E91634-344D-4646-95A3-C8996BC305D5}" srcOrd="0" destOrd="1" presId="urn:microsoft.com/office/officeart/2005/8/layout/vList5"/>
    <dgm:cxn modelId="{12A27CFB-FC98-4233-8CBC-42804A8F6A53}" srcId="{002BF75E-0A7D-4900-AAE5-B0A367F5FC87}" destId="{FD673B07-4DC6-400A-B3A2-0F69174D7DBA}" srcOrd="1" destOrd="0" parTransId="{11FC9316-6F53-4434-A646-76AC006A050E}" sibTransId="{59010360-037B-4007-8C40-0ED11A49A1B3}"/>
    <dgm:cxn modelId="{E350781E-C9D5-4C58-959D-5C563367B331}" type="presParOf" srcId="{9F417864-31F8-4A96-8090-B2658D64B7B9}" destId="{B3EECC5F-9400-44AD-9D41-8ADF40FE208A}" srcOrd="0" destOrd="0" presId="urn:microsoft.com/office/officeart/2005/8/layout/vList5"/>
    <dgm:cxn modelId="{4BFF4BA7-1F37-43B8-973C-3B23E71B2CD3}" type="presParOf" srcId="{B3EECC5F-9400-44AD-9D41-8ADF40FE208A}" destId="{FE9A04C5-A60B-468D-AFCE-97618598E2BB}" srcOrd="0" destOrd="0" presId="urn:microsoft.com/office/officeart/2005/8/layout/vList5"/>
    <dgm:cxn modelId="{47092BF6-4DDE-4DED-99DD-689D7AF310C9}" type="presParOf" srcId="{B3EECC5F-9400-44AD-9D41-8ADF40FE208A}" destId="{C4B07DCD-6D98-4BE6-81E5-1640EC548B2B}" srcOrd="1" destOrd="0" presId="urn:microsoft.com/office/officeart/2005/8/layout/vList5"/>
    <dgm:cxn modelId="{2B8099AB-0E7E-4B9B-BADF-D38318C35C2D}" type="presParOf" srcId="{9F417864-31F8-4A96-8090-B2658D64B7B9}" destId="{ED890D47-09CC-4F66-8C6E-0B46E6DC350D}" srcOrd="1" destOrd="0" presId="urn:microsoft.com/office/officeart/2005/8/layout/vList5"/>
    <dgm:cxn modelId="{13CA921D-8848-4C2A-867D-D62F351EC5E8}" type="presParOf" srcId="{9F417864-31F8-4A96-8090-B2658D64B7B9}" destId="{E799AF69-5A44-4415-AE25-9C5143B7EA21}" srcOrd="2" destOrd="0" presId="urn:microsoft.com/office/officeart/2005/8/layout/vList5"/>
    <dgm:cxn modelId="{7AF875AB-230A-4D21-BF42-5B987EC67333}" type="presParOf" srcId="{E799AF69-5A44-4415-AE25-9C5143B7EA21}" destId="{39F9F326-999B-4D95-B75A-256077AFB0B2}" srcOrd="0" destOrd="0" presId="urn:microsoft.com/office/officeart/2005/8/layout/vList5"/>
    <dgm:cxn modelId="{49996FC3-7C17-4D25-990E-74B871E342A0}" type="presParOf" srcId="{E799AF69-5A44-4415-AE25-9C5143B7EA21}" destId="{9AB88D67-5E61-483A-AA32-421A262F0F06}" srcOrd="1" destOrd="0" presId="urn:microsoft.com/office/officeart/2005/8/layout/vList5"/>
    <dgm:cxn modelId="{C0EFA33F-7789-4B5B-9D0D-E1930B174D6D}" type="presParOf" srcId="{9F417864-31F8-4A96-8090-B2658D64B7B9}" destId="{59D22D33-99B2-4921-A3C0-2A236FF9DCBD}" srcOrd="3" destOrd="0" presId="urn:microsoft.com/office/officeart/2005/8/layout/vList5"/>
    <dgm:cxn modelId="{D22F0CED-A169-4C00-9B6B-0A72C6A2D13F}" type="presParOf" srcId="{9F417864-31F8-4A96-8090-B2658D64B7B9}" destId="{C392822B-8EF4-4A6A-A161-ECB373DB4785}" srcOrd="4" destOrd="0" presId="urn:microsoft.com/office/officeart/2005/8/layout/vList5"/>
    <dgm:cxn modelId="{65F1B68B-DD01-4AF2-B554-F0F6CDFE1C20}" type="presParOf" srcId="{C392822B-8EF4-4A6A-A161-ECB373DB4785}" destId="{7D414C78-CE31-4D3B-BFD4-05F4D8F8033E}" srcOrd="0" destOrd="0" presId="urn:microsoft.com/office/officeart/2005/8/layout/vList5"/>
    <dgm:cxn modelId="{AD2E9849-A0F8-4295-9936-970A63E3F696}" type="presParOf" srcId="{C392822B-8EF4-4A6A-A161-ECB373DB4785}" destId="{F6E91634-344D-4646-95A3-C8996BC305D5}" srcOrd="1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3.xml><?xml version="1.0" encoding="utf-8"?>
<dgm:dataModel xmlns:dgm="http://schemas.openxmlformats.org/drawingml/2006/diagram" xmlns:a="http://schemas.openxmlformats.org/drawingml/2006/main">
  <dgm:ptLst>
    <dgm:pt modelId="{E16B250E-F07F-42A8-AA0A-590E4F9C280A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02A5B13A-4754-4646-B58E-20EA4A471D1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Timelocks are </a:t>
          </a:r>
        </a:p>
      </dgm:t>
    </dgm:pt>
    <dgm:pt modelId="{26DDF90E-1DD2-4C8C-9ED7-EC04F91B31DA}" type="parTrans" cxnId="{48C97F8C-4B5C-4A06-91F1-06D431177E9D}">
      <dgm:prSet/>
      <dgm:spPr/>
      <dgm:t>
        <a:bodyPr/>
        <a:lstStyle/>
        <a:p>
          <a:endParaRPr lang="en-US"/>
        </a:p>
      </dgm:t>
    </dgm:pt>
    <dgm:pt modelId="{3DC7F527-E975-4ACA-80BE-BA79EBBC0832}" type="sibTrans" cxnId="{48C97F8C-4B5C-4A06-91F1-06D431177E9D}">
      <dgm:prSet/>
      <dgm:spPr/>
      <dgm:t>
        <a:bodyPr/>
        <a:lstStyle/>
        <a:p>
          <a:endParaRPr lang="en-US"/>
        </a:p>
      </dgm:t>
    </dgm:pt>
    <dgm:pt modelId="{C94C5CE4-705A-4146-9CB4-D074E1F271E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restrictions on transactions or outputs </a:t>
          </a:r>
        </a:p>
      </dgm:t>
    </dgm:pt>
    <dgm:pt modelId="{5541F40A-B353-4106-9B84-B5E74DD371A1}" type="parTrans" cxnId="{A98CAD4C-D72F-48B0-9442-5815A89322A5}">
      <dgm:prSet/>
      <dgm:spPr/>
      <dgm:t>
        <a:bodyPr/>
        <a:lstStyle/>
        <a:p>
          <a:endParaRPr lang="en-US"/>
        </a:p>
      </dgm:t>
    </dgm:pt>
    <dgm:pt modelId="{92A09EC0-90DC-499E-B3C4-28691AF725E2}" type="sibTrans" cxnId="{A98CAD4C-D72F-48B0-9442-5815A89322A5}">
      <dgm:prSet/>
      <dgm:spPr/>
      <dgm:t>
        <a:bodyPr/>
        <a:lstStyle/>
        <a:p>
          <a:endParaRPr lang="en-US"/>
        </a:p>
      </dgm:t>
    </dgm:pt>
    <dgm:pt modelId="{CB1E8022-4E7F-43DF-A0E4-84576B07164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that only allow spending after a</a:t>
          </a:r>
          <a:r>
            <a:rPr lang="tr-TR"/>
            <a:t> </a:t>
          </a:r>
          <a:r>
            <a:rPr lang="en-US"/>
            <a:t>point in time. </a:t>
          </a:r>
        </a:p>
      </dgm:t>
    </dgm:pt>
    <dgm:pt modelId="{A7ABAFB4-909B-49FA-9CBA-F05D6012A891}" type="parTrans" cxnId="{3A67568B-AF06-4DC5-A994-4F8F3E2FA7F1}">
      <dgm:prSet/>
      <dgm:spPr/>
      <dgm:t>
        <a:bodyPr/>
        <a:lstStyle/>
        <a:p>
          <a:endParaRPr lang="en-US"/>
        </a:p>
      </dgm:t>
    </dgm:pt>
    <dgm:pt modelId="{8CEF7C61-C6B6-4FC9-8F45-52E3C4B34122}" type="sibTrans" cxnId="{3A67568B-AF06-4DC5-A994-4F8F3E2FA7F1}">
      <dgm:prSet/>
      <dgm:spPr/>
      <dgm:t>
        <a:bodyPr/>
        <a:lstStyle/>
        <a:p>
          <a:endParaRPr lang="en-US"/>
        </a:p>
      </dgm:t>
    </dgm:pt>
    <dgm:pt modelId="{DCFE8E6B-E723-4A1B-AA5F-1F3BB59AAAC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Bitcoin has had </a:t>
          </a:r>
        </a:p>
      </dgm:t>
    </dgm:pt>
    <dgm:pt modelId="{02273A14-BD7D-4FB2-BE22-0790A461224C}" type="parTrans" cxnId="{153DF88E-8872-4262-9FAA-B69772F49332}">
      <dgm:prSet/>
      <dgm:spPr/>
      <dgm:t>
        <a:bodyPr/>
        <a:lstStyle/>
        <a:p>
          <a:endParaRPr lang="en-US"/>
        </a:p>
      </dgm:t>
    </dgm:pt>
    <dgm:pt modelId="{2EEABFF6-97D5-4771-A782-EC6E4F86A4AA}" type="sibTrans" cxnId="{153DF88E-8872-4262-9FAA-B69772F49332}">
      <dgm:prSet/>
      <dgm:spPr/>
      <dgm:t>
        <a:bodyPr/>
        <a:lstStyle/>
        <a:p>
          <a:endParaRPr lang="en-US"/>
        </a:p>
      </dgm:t>
    </dgm:pt>
    <dgm:pt modelId="{6B33A202-C2E1-4A9C-A707-2C37FD424F8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transaction-level timelock feature </a:t>
          </a:r>
        </a:p>
      </dgm:t>
    </dgm:pt>
    <dgm:pt modelId="{D6354CC9-D40D-4050-A78B-78556B7402E1}" type="parTrans" cxnId="{F75E60FD-DC6F-490D-AA92-57EF6D0A712B}">
      <dgm:prSet/>
      <dgm:spPr/>
      <dgm:t>
        <a:bodyPr/>
        <a:lstStyle/>
        <a:p>
          <a:endParaRPr lang="en-US"/>
        </a:p>
      </dgm:t>
    </dgm:pt>
    <dgm:pt modelId="{20E0378D-827F-4305-B38D-3F8A4FDEF917}" type="sibTrans" cxnId="{F75E60FD-DC6F-490D-AA92-57EF6D0A712B}">
      <dgm:prSet/>
      <dgm:spPr/>
      <dgm:t>
        <a:bodyPr/>
        <a:lstStyle/>
        <a:p>
          <a:endParaRPr lang="en-US"/>
        </a:p>
      </dgm:t>
    </dgm:pt>
    <dgm:pt modelId="{AD2FC195-CCEA-49DB-A2A0-FBF4B6C81A2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from the beginning.</a:t>
          </a:r>
        </a:p>
      </dgm:t>
    </dgm:pt>
    <dgm:pt modelId="{D33A5FC4-3C5F-481C-ADD6-EE568B9716ED}" type="parTrans" cxnId="{DBA5E43F-392D-45E6-9745-EACB134BCA06}">
      <dgm:prSet/>
      <dgm:spPr/>
      <dgm:t>
        <a:bodyPr/>
        <a:lstStyle/>
        <a:p>
          <a:endParaRPr lang="en-US"/>
        </a:p>
      </dgm:t>
    </dgm:pt>
    <dgm:pt modelId="{70607905-4F62-4B85-81AF-4559D1232794}" type="sibTrans" cxnId="{DBA5E43F-392D-45E6-9745-EACB134BCA06}">
      <dgm:prSet/>
      <dgm:spPr/>
      <dgm:t>
        <a:bodyPr/>
        <a:lstStyle/>
        <a:p>
          <a:endParaRPr lang="en-US"/>
        </a:p>
      </dgm:t>
    </dgm:pt>
    <dgm:pt modelId="{FD5949D9-6127-4CFA-86A1-DB3002EB6B5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It is implemented </a:t>
          </a:r>
        </a:p>
      </dgm:t>
    </dgm:pt>
    <dgm:pt modelId="{20E5F64E-DA34-44CA-9BA4-0C75BE6DEED6}" type="parTrans" cxnId="{2CABFFD0-5000-49E0-9302-D66B8574B89C}">
      <dgm:prSet/>
      <dgm:spPr/>
      <dgm:t>
        <a:bodyPr/>
        <a:lstStyle/>
        <a:p>
          <a:endParaRPr lang="en-US"/>
        </a:p>
      </dgm:t>
    </dgm:pt>
    <dgm:pt modelId="{25F3631C-D91C-4FB1-ADAC-4BC6D88E8B5F}" type="sibTrans" cxnId="{2CABFFD0-5000-49E0-9302-D66B8574B89C}">
      <dgm:prSet/>
      <dgm:spPr/>
      <dgm:t>
        <a:bodyPr/>
        <a:lstStyle/>
        <a:p>
          <a:endParaRPr lang="en-US"/>
        </a:p>
      </dgm:t>
    </dgm:pt>
    <dgm:pt modelId="{C1B25F28-D515-4335-BFF4-3E217BFEFAD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by the nLocktime field in a transaction. </a:t>
          </a:r>
        </a:p>
      </dgm:t>
    </dgm:pt>
    <dgm:pt modelId="{A805AAEA-1B27-4AEE-8B1B-AE5F6D218348}" type="parTrans" cxnId="{E5468E01-3D0D-4177-9F5D-8C0F00B753D3}">
      <dgm:prSet/>
      <dgm:spPr/>
      <dgm:t>
        <a:bodyPr/>
        <a:lstStyle/>
        <a:p>
          <a:endParaRPr lang="en-US"/>
        </a:p>
      </dgm:t>
    </dgm:pt>
    <dgm:pt modelId="{B2F9AC58-CFD5-44FD-BE9B-C31A1302254D}" type="sibTrans" cxnId="{E5468E01-3D0D-4177-9F5D-8C0F00B753D3}">
      <dgm:prSet/>
      <dgm:spPr/>
      <dgm:t>
        <a:bodyPr/>
        <a:lstStyle/>
        <a:p>
          <a:endParaRPr lang="en-US"/>
        </a:p>
      </dgm:t>
    </dgm:pt>
    <dgm:pt modelId="{9EA25E5D-CC41-49E8-B400-C09E08A46A3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Two new timelock</a:t>
          </a:r>
          <a:r>
            <a:rPr lang="tr-TR"/>
            <a:t> </a:t>
          </a:r>
          <a:r>
            <a:rPr lang="en-US"/>
            <a:t>features </a:t>
          </a:r>
        </a:p>
      </dgm:t>
    </dgm:pt>
    <dgm:pt modelId="{CB93D444-B5CE-4C16-A400-AB22CA36995B}" type="parTrans" cxnId="{C5A1044B-9AB5-4D8D-944F-9EAF849452E6}">
      <dgm:prSet/>
      <dgm:spPr/>
      <dgm:t>
        <a:bodyPr/>
        <a:lstStyle/>
        <a:p>
          <a:endParaRPr lang="en-US"/>
        </a:p>
      </dgm:t>
    </dgm:pt>
    <dgm:pt modelId="{A11EED86-FB53-4CC7-9BA0-B2639BBB598E}" type="sibTrans" cxnId="{C5A1044B-9AB5-4D8D-944F-9EAF849452E6}">
      <dgm:prSet/>
      <dgm:spPr/>
      <dgm:t>
        <a:bodyPr/>
        <a:lstStyle/>
        <a:p>
          <a:endParaRPr lang="en-US"/>
        </a:p>
      </dgm:t>
    </dgm:pt>
    <dgm:pt modelId="{1C4ACAC5-296F-4CA6-834E-38415E84A87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were introduced in late 2015 and mid-2016</a:t>
          </a:r>
        </a:p>
      </dgm:t>
    </dgm:pt>
    <dgm:pt modelId="{43319636-61C4-46B2-9D50-584944D5760D}" type="parTrans" cxnId="{743CBA4F-999A-4524-B129-CE24856750A0}">
      <dgm:prSet/>
      <dgm:spPr/>
      <dgm:t>
        <a:bodyPr/>
        <a:lstStyle/>
        <a:p>
          <a:endParaRPr lang="en-US"/>
        </a:p>
      </dgm:t>
    </dgm:pt>
    <dgm:pt modelId="{7E34EFD4-9F2C-47DE-BBD0-C67D218D71B3}" type="sibTrans" cxnId="{743CBA4F-999A-4524-B129-CE24856750A0}">
      <dgm:prSet/>
      <dgm:spPr/>
      <dgm:t>
        <a:bodyPr/>
        <a:lstStyle/>
        <a:p>
          <a:endParaRPr lang="en-US"/>
        </a:p>
      </dgm:t>
    </dgm:pt>
    <dgm:pt modelId="{4955DAA1-2E3C-41E2-A1E1-9FEBF219BE2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that offer UTXO-level </a:t>
          </a:r>
          <a:r>
            <a:rPr lang="en-US" dirty="0" err="1"/>
            <a:t>timelocks</a:t>
          </a:r>
          <a:r>
            <a:rPr lang="en-US" dirty="0"/>
            <a:t>.</a:t>
          </a:r>
        </a:p>
      </dgm:t>
    </dgm:pt>
    <dgm:pt modelId="{3437D044-709B-4EE9-8841-73CACE4B3D51}" type="parTrans" cxnId="{39932EEE-992C-47B1-BC89-092042089C50}">
      <dgm:prSet/>
      <dgm:spPr/>
      <dgm:t>
        <a:bodyPr/>
        <a:lstStyle/>
        <a:p>
          <a:endParaRPr lang="en-US"/>
        </a:p>
      </dgm:t>
    </dgm:pt>
    <dgm:pt modelId="{0E617176-AE3E-47B2-BDFF-E482DB60C705}" type="sibTrans" cxnId="{39932EEE-992C-47B1-BC89-092042089C50}">
      <dgm:prSet/>
      <dgm:spPr/>
      <dgm:t>
        <a:bodyPr/>
        <a:lstStyle/>
        <a:p>
          <a:endParaRPr lang="en-US"/>
        </a:p>
      </dgm:t>
    </dgm:pt>
    <dgm:pt modelId="{098A05F4-1AD8-44F2-8315-5D21558E066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CHECKLOCKTIMEVERIFY </a:t>
          </a:r>
        </a:p>
      </dgm:t>
    </dgm:pt>
    <dgm:pt modelId="{AD7B80B5-A818-4C48-8C63-CC03BCDDE2AA}" type="parTrans" cxnId="{398A5F14-915E-4E04-A5AC-7FE4CCA15F13}">
      <dgm:prSet/>
      <dgm:spPr/>
      <dgm:t>
        <a:bodyPr/>
        <a:lstStyle/>
        <a:p>
          <a:endParaRPr lang="en-US"/>
        </a:p>
      </dgm:t>
    </dgm:pt>
    <dgm:pt modelId="{55CD92C9-DE55-4817-B981-23FB20B2A214}" type="sibTrans" cxnId="{398A5F14-915E-4E04-A5AC-7FE4CCA15F13}">
      <dgm:prSet/>
      <dgm:spPr/>
      <dgm:t>
        <a:bodyPr/>
        <a:lstStyle/>
        <a:p>
          <a:endParaRPr lang="en-US"/>
        </a:p>
      </dgm:t>
    </dgm:pt>
    <dgm:pt modelId="{0775ABEF-3ADF-45F1-8197-FDCEB06E107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CHECKSEQUENCEVERIFY</a:t>
          </a:r>
        </a:p>
      </dgm:t>
    </dgm:pt>
    <dgm:pt modelId="{595B936C-DFAA-4D8F-A334-C2DAD2403B74}" type="parTrans" cxnId="{DF2A93F7-A2F4-4B76-A197-BD23BBF3611F}">
      <dgm:prSet/>
      <dgm:spPr/>
      <dgm:t>
        <a:bodyPr/>
        <a:lstStyle/>
        <a:p>
          <a:endParaRPr lang="en-US"/>
        </a:p>
      </dgm:t>
    </dgm:pt>
    <dgm:pt modelId="{95952AA7-6F94-4C51-B170-DE8980714CAC}" type="sibTrans" cxnId="{DF2A93F7-A2F4-4B76-A197-BD23BBF3611F}">
      <dgm:prSet/>
      <dgm:spPr/>
      <dgm:t>
        <a:bodyPr/>
        <a:lstStyle/>
        <a:p>
          <a:endParaRPr lang="en-US"/>
        </a:p>
      </dgm:t>
    </dgm:pt>
    <dgm:pt modelId="{3F7C407B-E657-459C-BD06-A8917C90AA0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UTXO-level </a:t>
          </a:r>
          <a:r>
            <a:rPr lang="en-US" dirty="0" err="1"/>
            <a:t>timelocks</a:t>
          </a:r>
          <a:endParaRPr lang="en-US" dirty="0"/>
        </a:p>
      </dgm:t>
    </dgm:pt>
    <dgm:pt modelId="{843E51FF-13C0-4CFD-9BA4-4486F804F6A0}" type="parTrans" cxnId="{16A2A829-08EF-4A18-9403-7539A58FDD34}">
      <dgm:prSet/>
      <dgm:spPr/>
      <dgm:t>
        <a:bodyPr/>
        <a:lstStyle/>
        <a:p>
          <a:endParaRPr lang="tr-TR"/>
        </a:p>
      </dgm:t>
    </dgm:pt>
    <dgm:pt modelId="{6BD35A76-5BD4-4AAF-B270-6211ADAD85CF}" type="sibTrans" cxnId="{16A2A829-08EF-4A18-9403-7539A58FDD34}">
      <dgm:prSet/>
      <dgm:spPr/>
      <dgm:t>
        <a:bodyPr/>
        <a:lstStyle/>
        <a:p>
          <a:endParaRPr lang="tr-TR"/>
        </a:p>
      </dgm:t>
    </dgm:pt>
    <dgm:pt modelId="{418E3A48-AC1E-4ED1-9846-987FBF844351}" type="pres">
      <dgm:prSet presAssocID="{E16B250E-F07F-42A8-AA0A-590E4F9C280A}" presName="root" presStyleCnt="0">
        <dgm:presLayoutVars>
          <dgm:dir/>
          <dgm:resizeHandles val="exact"/>
        </dgm:presLayoutVars>
      </dgm:prSet>
      <dgm:spPr/>
    </dgm:pt>
    <dgm:pt modelId="{6193FCA5-4CB6-4598-A776-CF4B407D6959}" type="pres">
      <dgm:prSet presAssocID="{02A5B13A-4754-4646-B58E-20EA4A471D15}" presName="compNode" presStyleCnt="0"/>
      <dgm:spPr/>
    </dgm:pt>
    <dgm:pt modelId="{A2F9C325-AA19-4BE6-8649-F2F487BB1F7E}" type="pres">
      <dgm:prSet presAssocID="{02A5B13A-4754-4646-B58E-20EA4A471D15}" presName="iconRect" presStyleLbl="node1" presStyleIdx="0" presStyleCnt="5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Yasak"/>
        </a:ext>
      </dgm:extLst>
    </dgm:pt>
    <dgm:pt modelId="{F641CE50-111A-4B7C-93FF-3806CAF35CBE}" type="pres">
      <dgm:prSet presAssocID="{02A5B13A-4754-4646-B58E-20EA4A471D15}" presName="iconSpace" presStyleCnt="0"/>
      <dgm:spPr/>
    </dgm:pt>
    <dgm:pt modelId="{8E5C18FA-FEAD-4666-85A5-EEB69D9B3973}" type="pres">
      <dgm:prSet presAssocID="{02A5B13A-4754-4646-B58E-20EA4A471D15}" presName="parTx" presStyleLbl="revTx" presStyleIdx="0" presStyleCnt="10">
        <dgm:presLayoutVars>
          <dgm:chMax val="0"/>
          <dgm:chPref val="0"/>
        </dgm:presLayoutVars>
      </dgm:prSet>
      <dgm:spPr/>
    </dgm:pt>
    <dgm:pt modelId="{3C4E81F7-5E9A-4EA0-B792-410D71611BE1}" type="pres">
      <dgm:prSet presAssocID="{02A5B13A-4754-4646-B58E-20EA4A471D15}" presName="txSpace" presStyleCnt="0"/>
      <dgm:spPr/>
    </dgm:pt>
    <dgm:pt modelId="{072F220B-FB26-4AFA-9CF8-D1DF393E7D33}" type="pres">
      <dgm:prSet presAssocID="{02A5B13A-4754-4646-B58E-20EA4A471D15}" presName="desTx" presStyleLbl="revTx" presStyleIdx="1" presStyleCnt="10">
        <dgm:presLayoutVars/>
      </dgm:prSet>
      <dgm:spPr/>
    </dgm:pt>
    <dgm:pt modelId="{D756C3B3-D665-4294-9CC9-FCB6A8374A20}" type="pres">
      <dgm:prSet presAssocID="{3DC7F527-E975-4ACA-80BE-BA79EBBC0832}" presName="sibTrans" presStyleCnt="0"/>
      <dgm:spPr/>
    </dgm:pt>
    <dgm:pt modelId="{9FB3AA99-9E4A-4D2D-B8CC-46A111023457}" type="pres">
      <dgm:prSet presAssocID="{DCFE8E6B-E723-4A1B-AA5F-1F3BB59AAAC9}" presName="compNode" presStyleCnt="0"/>
      <dgm:spPr/>
    </dgm:pt>
    <dgm:pt modelId="{AAF2DFD1-F9AE-4F2B-9294-BF0CBBF90752}" type="pres">
      <dgm:prSet presAssocID="{DCFE8E6B-E723-4A1B-AA5F-1F3BB59AAAC9}" presName="iconRect" presStyleLbl="node1" presStyleIdx="1" presStyleCnt="5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A68F106B-1065-4EAA-A555-94A84AAA85C0}" type="pres">
      <dgm:prSet presAssocID="{DCFE8E6B-E723-4A1B-AA5F-1F3BB59AAAC9}" presName="iconSpace" presStyleCnt="0"/>
      <dgm:spPr/>
    </dgm:pt>
    <dgm:pt modelId="{9B574420-499A-4DA8-AE42-A6F0BA059758}" type="pres">
      <dgm:prSet presAssocID="{DCFE8E6B-E723-4A1B-AA5F-1F3BB59AAAC9}" presName="parTx" presStyleLbl="revTx" presStyleIdx="2" presStyleCnt="10">
        <dgm:presLayoutVars>
          <dgm:chMax val="0"/>
          <dgm:chPref val="0"/>
        </dgm:presLayoutVars>
      </dgm:prSet>
      <dgm:spPr/>
    </dgm:pt>
    <dgm:pt modelId="{B5F10787-47FF-4344-84E2-181FFEDE17C0}" type="pres">
      <dgm:prSet presAssocID="{DCFE8E6B-E723-4A1B-AA5F-1F3BB59AAAC9}" presName="txSpace" presStyleCnt="0"/>
      <dgm:spPr/>
    </dgm:pt>
    <dgm:pt modelId="{D9889FFD-2E57-4062-869D-3BC2BE0FC179}" type="pres">
      <dgm:prSet presAssocID="{DCFE8E6B-E723-4A1B-AA5F-1F3BB59AAAC9}" presName="desTx" presStyleLbl="revTx" presStyleIdx="3" presStyleCnt="10">
        <dgm:presLayoutVars/>
      </dgm:prSet>
      <dgm:spPr/>
    </dgm:pt>
    <dgm:pt modelId="{0FAF97A6-604E-464C-B7C3-024746113A7D}" type="pres">
      <dgm:prSet presAssocID="{2EEABFF6-97D5-4771-A782-EC6E4F86A4AA}" presName="sibTrans" presStyleCnt="0"/>
      <dgm:spPr/>
    </dgm:pt>
    <dgm:pt modelId="{799CFEDE-E2EF-4E26-95E8-C9AA24B7EEB9}" type="pres">
      <dgm:prSet presAssocID="{FD5949D9-6127-4CFA-86A1-DB3002EB6B5C}" presName="compNode" presStyleCnt="0"/>
      <dgm:spPr/>
    </dgm:pt>
    <dgm:pt modelId="{EE23F03B-DF21-426A-A49B-B071E1787FB2}" type="pres">
      <dgm:prSet presAssocID="{FD5949D9-6127-4CFA-86A1-DB3002EB6B5C}" presName="iconRect" presStyleLbl="node1" presStyleIdx="2" presStyleCnt="5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laying Cards"/>
        </a:ext>
      </dgm:extLst>
    </dgm:pt>
    <dgm:pt modelId="{07984084-9ABA-4E8B-B961-7ADC81974821}" type="pres">
      <dgm:prSet presAssocID="{FD5949D9-6127-4CFA-86A1-DB3002EB6B5C}" presName="iconSpace" presStyleCnt="0"/>
      <dgm:spPr/>
    </dgm:pt>
    <dgm:pt modelId="{FF535F8D-0693-47A3-944F-6FCEF0B7E682}" type="pres">
      <dgm:prSet presAssocID="{FD5949D9-6127-4CFA-86A1-DB3002EB6B5C}" presName="parTx" presStyleLbl="revTx" presStyleIdx="4" presStyleCnt="10">
        <dgm:presLayoutVars>
          <dgm:chMax val="0"/>
          <dgm:chPref val="0"/>
        </dgm:presLayoutVars>
      </dgm:prSet>
      <dgm:spPr/>
    </dgm:pt>
    <dgm:pt modelId="{121D0163-248C-4F4F-9A3D-F9908C04D95B}" type="pres">
      <dgm:prSet presAssocID="{FD5949D9-6127-4CFA-86A1-DB3002EB6B5C}" presName="txSpace" presStyleCnt="0"/>
      <dgm:spPr/>
    </dgm:pt>
    <dgm:pt modelId="{07090C2B-C28E-480F-AF87-4CEF76C409E6}" type="pres">
      <dgm:prSet presAssocID="{FD5949D9-6127-4CFA-86A1-DB3002EB6B5C}" presName="desTx" presStyleLbl="revTx" presStyleIdx="5" presStyleCnt="10">
        <dgm:presLayoutVars/>
      </dgm:prSet>
      <dgm:spPr/>
    </dgm:pt>
    <dgm:pt modelId="{27F74E93-8E44-44BA-A2E3-09C479D2C5D6}" type="pres">
      <dgm:prSet presAssocID="{25F3631C-D91C-4FB1-ADAC-4BC6D88E8B5F}" presName="sibTrans" presStyleCnt="0"/>
      <dgm:spPr/>
    </dgm:pt>
    <dgm:pt modelId="{0CEB344A-BB98-4931-B707-09E528766F16}" type="pres">
      <dgm:prSet presAssocID="{9EA25E5D-CC41-49E8-B400-C09E08A46A34}" presName="compNode" presStyleCnt="0"/>
      <dgm:spPr/>
    </dgm:pt>
    <dgm:pt modelId="{64A4EB77-5487-4C93-9C43-465E87FB1614}" type="pres">
      <dgm:prSet presAssocID="{9EA25E5D-CC41-49E8-B400-C09E08A46A34}" presName="iconRect" presStyleLbl="node1" presStyleIdx="3" presStyleCnt="5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iosk"/>
        </a:ext>
      </dgm:extLst>
    </dgm:pt>
    <dgm:pt modelId="{DE680BB2-ECB0-49BD-9900-9922A1931101}" type="pres">
      <dgm:prSet presAssocID="{9EA25E5D-CC41-49E8-B400-C09E08A46A34}" presName="iconSpace" presStyleCnt="0"/>
      <dgm:spPr/>
    </dgm:pt>
    <dgm:pt modelId="{466431D9-B96F-49CD-8EFB-32E11096165E}" type="pres">
      <dgm:prSet presAssocID="{9EA25E5D-CC41-49E8-B400-C09E08A46A34}" presName="parTx" presStyleLbl="revTx" presStyleIdx="6" presStyleCnt="10">
        <dgm:presLayoutVars>
          <dgm:chMax val="0"/>
          <dgm:chPref val="0"/>
        </dgm:presLayoutVars>
      </dgm:prSet>
      <dgm:spPr/>
    </dgm:pt>
    <dgm:pt modelId="{00E76D9F-2F0B-4CDE-9034-481D9DFA0793}" type="pres">
      <dgm:prSet presAssocID="{9EA25E5D-CC41-49E8-B400-C09E08A46A34}" presName="txSpace" presStyleCnt="0"/>
      <dgm:spPr/>
    </dgm:pt>
    <dgm:pt modelId="{C2E090B4-5218-4906-81AA-248B25AAD8C4}" type="pres">
      <dgm:prSet presAssocID="{9EA25E5D-CC41-49E8-B400-C09E08A46A34}" presName="desTx" presStyleLbl="revTx" presStyleIdx="7" presStyleCnt="10">
        <dgm:presLayoutVars/>
      </dgm:prSet>
      <dgm:spPr/>
    </dgm:pt>
    <dgm:pt modelId="{B7573FDD-175F-4CA7-91B4-D01941C29635}" type="pres">
      <dgm:prSet presAssocID="{A11EED86-FB53-4CC7-9BA0-B2639BBB598E}" presName="sibTrans" presStyleCnt="0"/>
      <dgm:spPr/>
    </dgm:pt>
    <dgm:pt modelId="{645C40D8-4350-4694-9B63-D0DB933313C2}" type="pres">
      <dgm:prSet presAssocID="{3F7C407B-E657-459C-BD06-A8917C90AA01}" presName="compNode" presStyleCnt="0"/>
      <dgm:spPr/>
    </dgm:pt>
    <dgm:pt modelId="{69B197C6-F936-4CEE-AA2B-4C2A23E6B0D6}" type="pres">
      <dgm:prSet presAssocID="{3F7C407B-E657-459C-BD06-A8917C90AA01}" presName="iconRect" presStyleLbl="node1" presStyleIdx="4" presStyleCnt="5"/>
      <dgm:spPr>
        <a:blipFill>
          <a:blip xmlns:r="http://schemas.openxmlformats.org/officeDocument/2006/relationships"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Kilidi Aç"/>
        </a:ext>
      </dgm:extLst>
    </dgm:pt>
    <dgm:pt modelId="{63A8FFF4-A57F-4A30-B340-D96D6C0E7953}" type="pres">
      <dgm:prSet presAssocID="{3F7C407B-E657-459C-BD06-A8917C90AA01}" presName="iconSpace" presStyleCnt="0"/>
      <dgm:spPr/>
    </dgm:pt>
    <dgm:pt modelId="{C099BCBE-C9C2-4107-B7C2-5BBBA6056297}" type="pres">
      <dgm:prSet presAssocID="{3F7C407B-E657-459C-BD06-A8917C90AA01}" presName="parTx" presStyleLbl="revTx" presStyleIdx="8" presStyleCnt="10">
        <dgm:presLayoutVars>
          <dgm:chMax val="0"/>
          <dgm:chPref val="0"/>
        </dgm:presLayoutVars>
      </dgm:prSet>
      <dgm:spPr/>
    </dgm:pt>
    <dgm:pt modelId="{AA58C362-1497-47D4-A061-BD8D83D44E42}" type="pres">
      <dgm:prSet presAssocID="{3F7C407B-E657-459C-BD06-A8917C90AA01}" presName="txSpace" presStyleCnt="0"/>
      <dgm:spPr/>
    </dgm:pt>
    <dgm:pt modelId="{5BF7FAD4-B892-40F4-A759-2D83E48C2EC8}" type="pres">
      <dgm:prSet presAssocID="{3F7C407B-E657-459C-BD06-A8917C90AA01}" presName="desTx" presStyleLbl="revTx" presStyleIdx="9" presStyleCnt="10">
        <dgm:presLayoutVars/>
      </dgm:prSet>
      <dgm:spPr/>
    </dgm:pt>
  </dgm:ptLst>
  <dgm:cxnLst>
    <dgm:cxn modelId="{E5468E01-3D0D-4177-9F5D-8C0F00B753D3}" srcId="{FD5949D9-6127-4CFA-86A1-DB3002EB6B5C}" destId="{C1B25F28-D515-4335-BFF4-3E217BFEFAD9}" srcOrd="0" destOrd="0" parTransId="{A805AAEA-1B27-4AEE-8B1B-AE5F6D218348}" sibTransId="{B2F9AC58-CFD5-44FD-BE9B-C31A1302254D}"/>
    <dgm:cxn modelId="{398A5F14-915E-4E04-A5AC-7FE4CCA15F13}" srcId="{3F7C407B-E657-459C-BD06-A8917C90AA01}" destId="{098A05F4-1AD8-44F2-8315-5D21558E0667}" srcOrd="0" destOrd="0" parTransId="{AD7B80B5-A818-4C48-8C63-CC03BCDDE2AA}" sibTransId="{55CD92C9-DE55-4817-B981-23FB20B2A214}"/>
    <dgm:cxn modelId="{16A2A829-08EF-4A18-9403-7539A58FDD34}" srcId="{E16B250E-F07F-42A8-AA0A-590E4F9C280A}" destId="{3F7C407B-E657-459C-BD06-A8917C90AA01}" srcOrd="4" destOrd="0" parTransId="{843E51FF-13C0-4CFD-9BA4-4486F804F6A0}" sibTransId="{6BD35A76-5BD4-4AAF-B270-6211ADAD85CF}"/>
    <dgm:cxn modelId="{C1771B31-2CD3-4FD8-B6B1-69B5168EFB0F}" type="presOf" srcId="{C1B25F28-D515-4335-BFF4-3E217BFEFAD9}" destId="{07090C2B-C28E-480F-AF87-4CEF76C409E6}" srcOrd="0" destOrd="0" presId="urn:microsoft.com/office/officeart/2018/5/layout/CenteredIconLabelDescriptionList"/>
    <dgm:cxn modelId="{85B56431-269C-4EC4-B056-62E4D7FB65A5}" type="presOf" srcId="{C94C5CE4-705A-4146-9CB4-D074E1F271EB}" destId="{072F220B-FB26-4AFA-9CF8-D1DF393E7D33}" srcOrd="0" destOrd="0" presId="urn:microsoft.com/office/officeart/2018/5/layout/CenteredIconLabelDescriptionList"/>
    <dgm:cxn modelId="{E256EF32-1343-46D0-B6F8-ED22710EF925}" type="presOf" srcId="{AD2FC195-CCEA-49DB-A2A0-FBF4B6C81A27}" destId="{D9889FFD-2E57-4062-869D-3BC2BE0FC179}" srcOrd="0" destOrd="1" presId="urn:microsoft.com/office/officeart/2018/5/layout/CenteredIconLabelDescriptionList"/>
    <dgm:cxn modelId="{DBA5E43F-392D-45E6-9745-EACB134BCA06}" srcId="{DCFE8E6B-E723-4A1B-AA5F-1F3BB59AAAC9}" destId="{AD2FC195-CCEA-49DB-A2A0-FBF4B6C81A27}" srcOrd="1" destOrd="0" parTransId="{D33A5FC4-3C5F-481C-ADD6-EE568B9716ED}" sibTransId="{70607905-4F62-4B85-81AF-4559D1232794}"/>
    <dgm:cxn modelId="{293B2269-90F5-40E2-85AA-D8694E07B7FD}" type="presOf" srcId="{DCFE8E6B-E723-4A1B-AA5F-1F3BB59AAAC9}" destId="{9B574420-499A-4DA8-AE42-A6F0BA059758}" srcOrd="0" destOrd="0" presId="urn:microsoft.com/office/officeart/2018/5/layout/CenteredIconLabelDescriptionList"/>
    <dgm:cxn modelId="{341B7A49-9E21-4571-B9EF-3E7577BDBC88}" type="presOf" srcId="{CB1E8022-4E7F-43DF-A0E4-84576B071641}" destId="{072F220B-FB26-4AFA-9CF8-D1DF393E7D33}" srcOrd="0" destOrd="1" presId="urn:microsoft.com/office/officeart/2018/5/layout/CenteredIconLabelDescriptionList"/>
    <dgm:cxn modelId="{C5A1044B-9AB5-4D8D-944F-9EAF849452E6}" srcId="{E16B250E-F07F-42A8-AA0A-590E4F9C280A}" destId="{9EA25E5D-CC41-49E8-B400-C09E08A46A34}" srcOrd="3" destOrd="0" parTransId="{CB93D444-B5CE-4C16-A400-AB22CA36995B}" sibTransId="{A11EED86-FB53-4CC7-9BA0-B2639BBB598E}"/>
    <dgm:cxn modelId="{A98CAD4C-D72F-48B0-9442-5815A89322A5}" srcId="{02A5B13A-4754-4646-B58E-20EA4A471D15}" destId="{C94C5CE4-705A-4146-9CB4-D074E1F271EB}" srcOrd="0" destOrd="0" parTransId="{5541F40A-B353-4106-9B84-B5E74DD371A1}" sibTransId="{92A09EC0-90DC-499E-B3C4-28691AF725E2}"/>
    <dgm:cxn modelId="{743CBA4F-999A-4524-B129-CE24856750A0}" srcId="{9EA25E5D-CC41-49E8-B400-C09E08A46A34}" destId="{1C4ACAC5-296F-4CA6-834E-38415E84A875}" srcOrd="0" destOrd="0" parTransId="{43319636-61C4-46B2-9D50-584944D5760D}" sibTransId="{7E34EFD4-9F2C-47DE-BBD0-C67D218D71B3}"/>
    <dgm:cxn modelId="{21AE3B80-0913-4FEE-AC4E-A2884002812E}" type="presOf" srcId="{FD5949D9-6127-4CFA-86A1-DB3002EB6B5C}" destId="{FF535F8D-0693-47A3-944F-6FCEF0B7E682}" srcOrd="0" destOrd="0" presId="urn:microsoft.com/office/officeart/2018/5/layout/CenteredIconLabelDescriptionList"/>
    <dgm:cxn modelId="{D7A1F183-119B-4EB2-9DC8-47AE3754DB02}" type="presOf" srcId="{02A5B13A-4754-4646-B58E-20EA4A471D15}" destId="{8E5C18FA-FEAD-4666-85A5-EEB69D9B3973}" srcOrd="0" destOrd="0" presId="urn:microsoft.com/office/officeart/2018/5/layout/CenteredIconLabelDescriptionList"/>
    <dgm:cxn modelId="{3A67568B-AF06-4DC5-A994-4F8F3E2FA7F1}" srcId="{02A5B13A-4754-4646-B58E-20EA4A471D15}" destId="{CB1E8022-4E7F-43DF-A0E4-84576B071641}" srcOrd="1" destOrd="0" parTransId="{A7ABAFB4-909B-49FA-9CBA-F05D6012A891}" sibTransId="{8CEF7C61-C6B6-4FC9-8F45-52E3C4B34122}"/>
    <dgm:cxn modelId="{48C97F8C-4B5C-4A06-91F1-06D431177E9D}" srcId="{E16B250E-F07F-42A8-AA0A-590E4F9C280A}" destId="{02A5B13A-4754-4646-B58E-20EA4A471D15}" srcOrd="0" destOrd="0" parTransId="{26DDF90E-1DD2-4C8C-9ED7-EC04F91B31DA}" sibTransId="{3DC7F527-E975-4ACA-80BE-BA79EBBC0832}"/>
    <dgm:cxn modelId="{153DF88E-8872-4262-9FAA-B69772F49332}" srcId="{E16B250E-F07F-42A8-AA0A-590E4F9C280A}" destId="{DCFE8E6B-E723-4A1B-AA5F-1F3BB59AAAC9}" srcOrd="1" destOrd="0" parTransId="{02273A14-BD7D-4FB2-BE22-0790A461224C}" sibTransId="{2EEABFF6-97D5-4771-A782-EC6E4F86A4AA}"/>
    <dgm:cxn modelId="{D8C60890-3051-443A-811C-BBDA9C11FD72}" type="presOf" srcId="{6B33A202-C2E1-4A9C-A707-2C37FD424F80}" destId="{D9889FFD-2E57-4062-869D-3BC2BE0FC179}" srcOrd="0" destOrd="0" presId="urn:microsoft.com/office/officeart/2018/5/layout/CenteredIconLabelDescriptionList"/>
    <dgm:cxn modelId="{1F0C8792-F864-47A5-920B-FAF25B2F5730}" type="presOf" srcId="{3F7C407B-E657-459C-BD06-A8917C90AA01}" destId="{C099BCBE-C9C2-4107-B7C2-5BBBA6056297}" srcOrd="0" destOrd="0" presId="urn:microsoft.com/office/officeart/2018/5/layout/CenteredIconLabelDescriptionList"/>
    <dgm:cxn modelId="{41E28296-D8BB-4ECA-99F6-1382FD53812A}" type="presOf" srcId="{E16B250E-F07F-42A8-AA0A-590E4F9C280A}" destId="{418E3A48-AC1E-4ED1-9846-987FBF844351}" srcOrd="0" destOrd="0" presId="urn:microsoft.com/office/officeart/2018/5/layout/CenteredIconLabelDescriptionList"/>
    <dgm:cxn modelId="{780E4F9D-EA6D-48DA-850A-8A095E866D26}" type="presOf" srcId="{9EA25E5D-CC41-49E8-B400-C09E08A46A34}" destId="{466431D9-B96F-49CD-8EFB-32E11096165E}" srcOrd="0" destOrd="0" presId="urn:microsoft.com/office/officeart/2018/5/layout/CenteredIconLabelDescriptionList"/>
    <dgm:cxn modelId="{243E8BB1-80D1-4963-829B-289AC81B22E3}" type="presOf" srcId="{0775ABEF-3ADF-45F1-8197-FDCEB06E1077}" destId="{5BF7FAD4-B892-40F4-A759-2D83E48C2EC8}" srcOrd="0" destOrd="1" presId="urn:microsoft.com/office/officeart/2018/5/layout/CenteredIconLabelDescriptionList"/>
    <dgm:cxn modelId="{0DAF4ECE-E4CF-42EE-822E-7DE8D2343E7B}" type="presOf" srcId="{098A05F4-1AD8-44F2-8315-5D21558E0667}" destId="{5BF7FAD4-B892-40F4-A759-2D83E48C2EC8}" srcOrd="0" destOrd="0" presId="urn:microsoft.com/office/officeart/2018/5/layout/CenteredIconLabelDescriptionList"/>
    <dgm:cxn modelId="{2CABFFD0-5000-49E0-9302-D66B8574B89C}" srcId="{E16B250E-F07F-42A8-AA0A-590E4F9C280A}" destId="{FD5949D9-6127-4CFA-86A1-DB3002EB6B5C}" srcOrd="2" destOrd="0" parTransId="{20E5F64E-DA34-44CA-9BA4-0C75BE6DEED6}" sibTransId="{25F3631C-D91C-4FB1-ADAC-4BC6D88E8B5F}"/>
    <dgm:cxn modelId="{9BC5ACDD-04F3-4BE4-811B-A2A3BF8772FF}" type="presOf" srcId="{1C4ACAC5-296F-4CA6-834E-38415E84A875}" destId="{C2E090B4-5218-4906-81AA-248B25AAD8C4}" srcOrd="0" destOrd="0" presId="urn:microsoft.com/office/officeart/2018/5/layout/CenteredIconLabelDescriptionList"/>
    <dgm:cxn modelId="{CBF02FE1-64EB-4CFD-B7FC-6C5E1E3B38ED}" type="presOf" srcId="{4955DAA1-2E3C-41E2-A1E1-9FEBF219BE23}" destId="{C2E090B4-5218-4906-81AA-248B25AAD8C4}" srcOrd="0" destOrd="1" presId="urn:microsoft.com/office/officeart/2018/5/layout/CenteredIconLabelDescriptionList"/>
    <dgm:cxn modelId="{39932EEE-992C-47B1-BC89-092042089C50}" srcId="{9EA25E5D-CC41-49E8-B400-C09E08A46A34}" destId="{4955DAA1-2E3C-41E2-A1E1-9FEBF219BE23}" srcOrd="1" destOrd="0" parTransId="{3437D044-709B-4EE9-8841-73CACE4B3D51}" sibTransId="{0E617176-AE3E-47B2-BDFF-E482DB60C705}"/>
    <dgm:cxn modelId="{DF2A93F7-A2F4-4B76-A197-BD23BBF3611F}" srcId="{3F7C407B-E657-459C-BD06-A8917C90AA01}" destId="{0775ABEF-3ADF-45F1-8197-FDCEB06E1077}" srcOrd="1" destOrd="0" parTransId="{595B936C-DFAA-4D8F-A334-C2DAD2403B74}" sibTransId="{95952AA7-6F94-4C51-B170-DE8980714CAC}"/>
    <dgm:cxn modelId="{F75E60FD-DC6F-490D-AA92-57EF6D0A712B}" srcId="{DCFE8E6B-E723-4A1B-AA5F-1F3BB59AAAC9}" destId="{6B33A202-C2E1-4A9C-A707-2C37FD424F80}" srcOrd="0" destOrd="0" parTransId="{D6354CC9-D40D-4050-A78B-78556B7402E1}" sibTransId="{20E0378D-827F-4305-B38D-3F8A4FDEF917}"/>
    <dgm:cxn modelId="{0D8DEBA4-2786-410A-90C8-3796305BA28F}" type="presParOf" srcId="{418E3A48-AC1E-4ED1-9846-987FBF844351}" destId="{6193FCA5-4CB6-4598-A776-CF4B407D6959}" srcOrd="0" destOrd="0" presId="urn:microsoft.com/office/officeart/2018/5/layout/CenteredIconLabelDescriptionList"/>
    <dgm:cxn modelId="{3611A7ED-D795-4FD9-8460-AF8ED13E01AA}" type="presParOf" srcId="{6193FCA5-4CB6-4598-A776-CF4B407D6959}" destId="{A2F9C325-AA19-4BE6-8649-F2F487BB1F7E}" srcOrd="0" destOrd="0" presId="urn:microsoft.com/office/officeart/2018/5/layout/CenteredIconLabelDescriptionList"/>
    <dgm:cxn modelId="{85225DAA-B6EC-411A-A24B-53BC482AB81A}" type="presParOf" srcId="{6193FCA5-4CB6-4598-A776-CF4B407D6959}" destId="{F641CE50-111A-4B7C-93FF-3806CAF35CBE}" srcOrd="1" destOrd="0" presId="urn:microsoft.com/office/officeart/2018/5/layout/CenteredIconLabelDescriptionList"/>
    <dgm:cxn modelId="{CA936B35-BE68-416F-90F3-CD4DF1D90004}" type="presParOf" srcId="{6193FCA5-4CB6-4598-A776-CF4B407D6959}" destId="{8E5C18FA-FEAD-4666-85A5-EEB69D9B3973}" srcOrd="2" destOrd="0" presId="urn:microsoft.com/office/officeart/2018/5/layout/CenteredIconLabelDescriptionList"/>
    <dgm:cxn modelId="{21DD83E6-1EE1-4FC5-BCA7-A40EB11E7553}" type="presParOf" srcId="{6193FCA5-4CB6-4598-A776-CF4B407D6959}" destId="{3C4E81F7-5E9A-4EA0-B792-410D71611BE1}" srcOrd="3" destOrd="0" presId="urn:microsoft.com/office/officeart/2018/5/layout/CenteredIconLabelDescriptionList"/>
    <dgm:cxn modelId="{6548EACA-9225-405B-9611-D7BF268D5755}" type="presParOf" srcId="{6193FCA5-4CB6-4598-A776-CF4B407D6959}" destId="{072F220B-FB26-4AFA-9CF8-D1DF393E7D33}" srcOrd="4" destOrd="0" presId="urn:microsoft.com/office/officeart/2018/5/layout/CenteredIconLabelDescriptionList"/>
    <dgm:cxn modelId="{5C52A277-0FF8-4D1F-BAA3-92225ECAF512}" type="presParOf" srcId="{418E3A48-AC1E-4ED1-9846-987FBF844351}" destId="{D756C3B3-D665-4294-9CC9-FCB6A8374A20}" srcOrd="1" destOrd="0" presId="urn:microsoft.com/office/officeart/2018/5/layout/CenteredIconLabelDescriptionList"/>
    <dgm:cxn modelId="{A4A304E4-A102-4ACF-86EE-36E10EA1E39B}" type="presParOf" srcId="{418E3A48-AC1E-4ED1-9846-987FBF844351}" destId="{9FB3AA99-9E4A-4D2D-B8CC-46A111023457}" srcOrd="2" destOrd="0" presId="urn:microsoft.com/office/officeart/2018/5/layout/CenteredIconLabelDescriptionList"/>
    <dgm:cxn modelId="{3E6671F1-552A-4D01-9348-C87814367604}" type="presParOf" srcId="{9FB3AA99-9E4A-4D2D-B8CC-46A111023457}" destId="{AAF2DFD1-F9AE-4F2B-9294-BF0CBBF90752}" srcOrd="0" destOrd="0" presId="urn:microsoft.com/office/officeart/2018/5/layout/CenteredIconLabelDescriptionList"/>
    <dgm:cxn modelId="{AAE894BA-53C3-4D97-A703-A463C00E0038}" type="presParOf" srcId="{9FB3AA99-9E4A-4D2D-B8CC-46A111023457}" destId="{A68F106B-1065-4EAA-A555-94A84AAA85C0}" srcOrd="1" destOrd="0" presId="urn:microsoft.com/office/officeart/2018/5/layout/CenteredIconLabelDescriptionList"/>
    <dgm:cxn modelId="{87FF49A2-A653-4B58-954C-8FFD26145470}" type="presParOf" srcId="{9FB3AA99-9E4A-4D2D-B8CC-46A111023457}" destId="{9B574420-499A-4DA8-AE42-A6F0BA059758}" srcOrd="2" destOrd="0" presId="urn:microsoft.com/office/officeart/2018/5/layout/CenteredIconLabelDescriptionList"/>
    <dgm:cxn modelId="{75C8B8BA-D230-4DC4-828F-6DB883CBCB77}" type="presParOf" srcId="{9FB3AA99-9E4A-4D2D-B8CC-46A111023457}" destId="{B5F10787-47FF-4344-84E2-181FFEDE17C0}" srcOrd="3" destOrd="0" presId="urn:microsoft.com/office/officeart/2018/5/layout/CenteredIconLabelDescriptionList"/>
    <dgm:cxn modelId="{82C98CB7-6F7B-41FB-8E17-A398CFFB9EF3}" type="presParOf" srcId="{9FB3AA99-9E4A-4D2D-B8CC-46A111023457}" destId="{D9889FFD-2E57-4062-869D-3BC2BE0FC179}" srcOrd="4" destOrd="0" presId="urn:microsoft.com/office/officeart/2018/5/layout/CenteredIconLabelDescriptionList"/>
    <dgm:cxn modelId="{C63AA63E-F81F-46FD-9495-145E48F683DB}" type="presParOf" srcId="{418E3A48-AC1E-4ED1-9846-987FBF844351}" destId="{0FAF97A6-604E-464C-B7C3-024746113A7D}" srcOrd="3" destOrd="0" presId="urn:microsoft.com/office/officeart/2018/5/layout/CenteredIconLabelDescriptionList"/>
    <dgm:cxn modelId="{75EDB970-DADF-4125-A877-ED889174583A}" type="presParOf" srcId="{418E3A48-AC1E-4ED1-9846-987FBF844351}" destId="{799CFEDE-E2EF-4E26-95E8-C9AA24B7EEB9}" srcOrd="4" destOrd="0" presId="urn:microsoft.com/office/officeart/2018/5/layout/CenteredIconLabelDescriptionList"/>
    <dgm:cxn modelId="{FC397019-D626-4A92-9C62-EB4F92C27DF7}" type="presParOf" srcId="{799CFEDE-E2EF-4E26-95E8-C9AA24B7EEB9}" destId="{EE23F03B-DF21-426A-A49B-B071E1787FB2}" srcOrd="0" destOrd="0" presId="urn:microsoft.com/office/officeart/2018/5/layout/CenteredIconLabelDescriptionList"/>
    <dgm:cxn modelId="{8461FBD2-4D84-43FF-9DDE-302FEB796178}" type="presParOf" srcId="{799CFEDE-E2EF-4E26-95E8-C9AA24B7EEB9}" destId="{07984084-9ABA-4E8B-B961-7ADC81974821}" srcOrd="1" destOrd="0" presId="urn:microsoft.com/office/officeart/2018/5/layout/CenteredIconLabelDescriptionList"/>
    <dgm:cxn modelId="{7DB8C20B-910B-410A-BC58-45FFA2D9089D}" type="presParOf" srcId="{799CFEDE-E2EF-4E26-95E8-C9AA24B7EEB9}" destId="{FF535F8D-0693-47A3-944F-6FCEF0B7E682}" srcOrd="2" destOrd="0" presId="urn:microsoft.com/office/officeart/2018/5/layout/CenteredIconLabelDescriptionList"/>
    <dgm:cxn modelId="{4C380D6D-692C-4A25-875C-8AD922737E58}" type="presParOf" srcId="{799CFEDE-E2EF-4E26-95E8-C9AA24B7EEB9}" destId="{121D0163-248C-4F4F-9A3D-F9908C04D95B}" srcOrd="3" destOrd="0" presId="urn:microsoft.com/office/officeart/2018/5/layout/CenteredIconLabelDescriptionList"/>
    <dgm:cxn modelId="{019EE305-281E-49EF-9F4A-4AA07004239B}" type="presParOf" srcId="{799CFEDE-E2EF-4E26-95E8-C9AA24B7EEB9}" destId="{07090C2B-C28E-480F-AF87-4CEF76C409E6}" srcOrd="4" destOrd="0" presId="urn:microsoft.com/office/officeart/2018/5/layout/CenteredIconLabelDescriptionList"/>
    <dgm:cxn modelId="{09DC6F2E-D32B-434C-B4A1-ACFA2CEF606B}" type="presParOf" srcId="{418E3A48-AC1E-4ED1-9846-987FBF844351}" destId="{27F74E93-8E44-44BA-A2E3-09C479D2C5D6}" srcOrd="5" destOrd="0" presId="urn:microsoft.com/office/officeart/2018/5/layout/CenteredIconLabelDescriptionList"/>
    <dgm:cxn modelId="{8718B83D-9BBE-4800-B91E-67DF2551FD6F}" type="presParOf" srcId="{418E3A48-AC1E-4ED1-9846-987FBF844351}" destId="{0CEB344A-BB98-4931-B707-09E528766F16}" srcOrd="6" destOrd="0" presId="urn:microsoft.com/office/officeart/2018/5/layout/CenteredIconLabelDescriptionList"/>
    <dgm:cxn modelId="{AD0211EF-CA43-4434-8E44-B892857892C7}" type="presParOf" srcId="{0CEB344A-BB98-4931-B707-09E528766F16}" destId="{64A4EB77-5487-4C93-9C43-465E87FB1614}" srcOrd="0" destOrd="0" presId="urn:microsoft.com/office/officeart/2018/5/layout/CenteredIconLabelDescriptionList"/>
    <dgm:cxn modelId="{A0E6FB10-CC04-4D68-A5F0-05A49D7ABDF3}" type="presParOf" srcId="{0CEB344A-BB98-4931-B707-09E528766F16}" destId="{DE680BB2-ECB0-49BD-9900-9922A1931101}" srcOrd="1" destOrd="0" presId="urn:microsoft.com/office/officeart/2018/5/layout/CenteredIconLabelDescriptionList"/>
    <dgm:cxn modelId="{BEE8B1A6-23EF-4C16-80D0-FC25227A9BA1}" type="presParOf" srcId="{0CEB344A-BB98-4931-B707-09E528766F16}" destId="{466431D9-B96F-49CD-8EFB-32E11096165E}" srcOrd="2" destOrd="0" presId="urn:microsoft.com/office/officeart/2018/5/layout/CenteredIconLabelDescriptionList"/>
    <dgm:cxn modelId="{C9A356CE-648A-43DA-9776-71CAE3B33086}" type="presParOf" srcId="{0CEB344A-BB98-4931-B707-09E528766F16}" destId="{00E76D9F-2F0B-4CDE-9034-481D9DFA0793}" srcOrd="3" destOrd="0" presId="urn:microsoft.com/office/officeart/2018/5/layout/CenteredIconLabelDescriptionList"/>
    <dgm:cxn modelId="{26518186-8B04-45EE-8207-98A2FFF887D2}" type="presParOf" srcId="{0CEB344A-BB98-4931-B707-09E528766F16}" destId="{C2E090B4-5218-4906-81AA-248B25AAD8C4}" srcOrd="4" destOrd="0" presId="urn:microsoft.com/office/officeart/2018/5/layout/CenteredIconLabelDescriptionList"/>
    <dgm:cxn modelId="{8FCD8514-1D48-4B40-B466-7522B6841914}" type="presParOf" srcId="{418E3A48-AC1E-4ED1-9846-987FBF844351}" destId="{B7573FDD-175F-4CA7-91B4-D01941C29635}" srcOrd="7" destOrd="0" presId="urn:microsoft.com/office/officeart/2018/5/layout/CenteredIconLabelDescriptionList"/>
    <dgm:cxn modelId="{D599C880-1809-4EED-B20D-407560F01760}" type="presParOf" srcId="{418E3A48-AC1E-4ED1-9846-987FBF844351}" destId="{645C40D8-4350-4694-9B63-D0DB933313C2}" srcOrd="8" destOrd="0" presId="urn:microsoft.com/office/officeart/2018/5/layout/CenteredIconLabelDescriptionList"/>
    <dgm:cxn modelId="{BC69C647-860E-405F-BB1B-6D40CEBA16E3}" type="presParOf" srcId="{645C40D8-4350-4694-9B63-D0DB933313C2}" destId="{69B197C6-F936-4CEE-AA2B-4C2A23E6B0D6}" srcOrd="0" destOrd="0" presId="urn:microsoft.com/office/officeart/2018/5/layout/CenteredIconLabelDescriptionList"/>
    <dgm:cxn modelId="{669A9DC5-E608-4C87-AFCB-C168D8D5CE11}" type="presParOf" srcId="{645C40D8-4350-4694-9B63-D0DB933313C2}" destId="{63A8FFF4-A57F-4A30-B340-D96D6C0E7953}" srcOrd="1" destOrd="0" presId="urn:microsoft.com/office/officeart/2018/5/layout/CenteredIconLabelDescriptionList"/>
    <dgm:cxn modelId="{259E2FB6-D03C-4F58-871E-3D8F481C77B0}" type="presParOf" srcId="{645C40D8-4350-4694-9B63-D0DB933313C2}" destId="{C099BCBE-C9C2-4107-B7C2-5BBBA6056297}" srcOrd="2" destOrd="0" presId="urn:microsoft.com/office/officeart/2018/5/layout/CenteredIconLabelDescriptionList"/>
    <dgm:cxn modelId="{A427953A-F2E2-4E01-A698-E2BD8EBC2877}" type="presParOf" srcId="{645C40D8-4350-4694-9B63-D0DB933313C2}" destId="{AA58C362-1497-47D4-A061-BD8D83D44E42}" srcOrd="3" destOrd="0" presId="urn:microsoft.com/office/officeart/2018/5/layout/CenteredIconLabelDescriptionList"/>
    <dgm:cxn modelId="{A3D99357-5EA9-41D7-8213-21BBE73E9551}" type="presParOf" srcId="{645C40D8-4350-4694-9B63-D0DB933313C2}" destId="{5BF7FAD4-B892-40F4-A759-2D83E48C2EC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4.xml><?xml version="1.0" encoding="utf-8"?>
<dgm:dataModel xmlns:dgm="http://schemas.openxmlformats.org/drawingml/2006/diagram" xmlns:a="http://schemas.openxmlformats.org/drawingml/2006/main">
  <dgm:ptLst>
    <dgm:pt modelId="{592E8196-32E6-48B7-AACB-DB8C5F6194B4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769B81B7-2DB3-41C4-89DB-29E38B5E105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Timelocks are useful </a:t>
          </a:r>
        </a:p>
      </dgm:t>
    </dgm:pt>
    <dgm:pt modelId="{79A0821B-760B-412F-B8BC-3C56D8008517}" type="parTrans" cxnId="{D8A894A6-9A7D-4141-843D-495D17CBB1DB}">
      <dgm:prSet/>
      <dgm:spPr/>
      <dgm:t>
        <a:bodyPr/>
        <a:lstStyle/>
        <a:p>
          <a:endParaRPr lang="en-US"/>
        </a:p>
      </dgm:t>
    </dgm:pt>
    <dgm:pt modelId="{66516473-E9F4-400B-AE0E-3B923896C501}" type="sibTrans" cxnId="{D8A894A6-9A7D-4141-843D-495D17CBB1DB}">
      <dgm:prSet/>
      <dgm:spPr/>
      <dgm:t>
        <a:bodyPr/>
        <a:lstStyle/>
        <a:p>
          <a:endParaRPr lang="en-US"/>
        </a:p>
      </dgm:t>
    </dgm:pt>
    <dgm:pt modelId="{53D39E0E-0C1E-43A2-A995-7D8E244B4F5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 postdating transactions </a:t>
          </a:r>
        </a:p>
      </dgm:t>
    </dgm:pt>
    <dgm:pt modelId="{414E9E99-9758-4C7B-AB8A-19C03DCAADBA}" type="parTrans" cxnId="{1C2462F4-7005-4166-A331-9AE8673A7570}">
      <dgm:prSet/>
      <dgm:spPr/>
      <dgm:t>
        <a:bodyPr/>
        <a:lstStyle/>
        <a:p>
          <a:endParaRPr lang="en-US"/>
        </a:p>
      </dgm:t>
    </dgm:pt>
    <dgm:pt modelId="{7DD45466-73E3-4F89-B909-6E02D2FD734C}" type="sibTrans" cxnId="{1C2462F4-7005-4166-A331-9AE8673A7570}">
      <dgm:prSet/>
      <dgm:spPr/>
      <dgm:t>
        <a:bodyPr/>
        <a:lstStyle/>
        <a:p>
          <a:endParaRPr lang="en-US"/>
        </a:p>
      </dgm:t>
    </dgm:pt>
    <dgm:pt modelId="{155EC718-D10F-4B0F-8C15-C73207981E6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locking funds to a date in the</a:t>
          </a:r>
          <a:r>
            <a:rPr lang="tr-TR"/>
            <a:t> </a:t>
          </a:r>
          <a:r>
            <a:rPr lang="en-US"/>
            <a:t>future. </a:t>
          </a:r>
        </a:p>
      </dgm:t>
    </dgm:pt>
    <dgm:pt modelId="{2BE7D52A-B1D8-4513-ABEF-219B0579B6C4}" type="parTrans" cxnId="{B75F1F3D-F821-4CB2-80EE-2D953D6E7F35}">
      <dgm:prSet/>
      <dgm:spPr/>
      <dgm:t>
        <a:bodyPr/>
        <a:lstStyle/>
        <a:p>
          <a:endParaRPr lang="en-US"/>
        </a:p>
      </dgm:t>
    </dgm:pt>
    <dgm:pt modelId="{7C491D1F-0017-41FD-87CB-AF978B0A907F}" type="sibTrans" cxnId="{B75F1F3D-F821-4CB2-80EE-2D953D6E7F35}">
      <dgm:prSet/>
      <dgm:spPr/>
      <dgm:t>
        <a:bodyPr/>
        <a:lstStyle/>
        <a:p>
          <a:endParaRPr lang="en-US"/>
        </a:p>
      </dgm:t>
    </dgm:pt>
    <dgm:pt modelId="{0912BA8C-1938-4117-8509-F438CF2DC5C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timelocks </a:t>
          </a:r>
        </a:p>
      </dgm:t>
    </dgm:pt>
    <dgm:pt modelId="{31E4583F-C69B-4A20-B5E0-5627EEF49A20}" type="parTrans" cxnId="{8E2BE9A4-6B96-43A0-8C21-19CA587763BA}">
      <dgm:prSet/>
      <dgm:spPr/>
      <dgm:t>
        <a:bodyPr/>
        <a:lstStyle/>
        <a:p>
          <a:endParaRPr lang="en-US"/>
        </a:p>
      </dgm:t>
    </dgm:pt>
    <dgm:pt modelId="{1D668545-5898-473A-8DA1-89E574AE182A}" type="sibTrans" cxnId="{8E2BE9A4-6B96-43A0-8C21-19CA587763BA}">
      <dgm:prSet/>
      <dgm:spPr/>
      <dgm:t>
        <a:bodyPr/>
        <a:lstStyle/>
        <a:p>
          <a:endParaRPr lang="en-US"/>
        </a:p>
      </dgm:t>
    </dgm:pt>
    <dgm:pt modelId="{F43B69CF-61B6-4791-BFCC-8BBBA5F7638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extend bitcoin scripting into the dimension of</a:t>
          </a:r>
          <a:r>
            <a:rPr lang="tr-TR"/>
            <a:t> </a:t>
          </a:r>
          <a:r>
            <a:rPr lang="en-US"/>
            <a:t>time, </a:t>
          </a:r>
        </a:p>
      </dgm:t>
    </dgm:pt>
    <dgm:pt modelId="{CED64047-7ECC-4BB0-916F-3F4957FB2930}" type="parTrans" cxnId="{A0DFE564-1020-4EEA-8337-ABCA1D422458}">
      <dgm:prSet/>
      <dgm:spPr/>
      <dgm:t>
        <a:bodyPr/>
        <a:lstStyle/>
        <a:p>
          <a:endParaRPr lang="en-US"/>
        </a:p>
      </dgm:t>
    </dgm:pt>
    <dgm:pt modelId="{BCD6DDF4-792D-4008-B758-F3FA5C3B9F63}" type="sibTrans" cxnId="{A0DFE564-1020-4EEA-8337-ABCA1D422458}">
      <dgm:prSet/>
      <dgm:spPr/>
      <dgm:t>
        <a:bodyPr/>
        <a:lstStyle/>
        <a:p>
          <a:endParaRPr lang="en-US"/>
        </a:p>
      </dgm:t>
    </dgm:pt>
    <dgm:pt modelId="{A225A885-2D4A-427A-AD38-E103983D34A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opening </a:t>
          </a:r>
        </a:p>
      </dgm:t>
    </dgm:pt>
    <dgm:pt modelId="{8D512746-7A35-4F66-BC0D-E5AFA7918A1B}" type="parTrans" cxnId="{46E816CF-634C-494F-BD08-D33E4AB3CA23}">
      <dgm:prSet/>
      <dgm:spPr/>
      <dgm:t>
        <a:bodyPr/>
        <a:lstStyle/>
        <a:p>
          <a:endParaRPr lang="en-US"/>
        </a:p>
      </dgm:t>
    </dgm:pt>
    <dgm:pt modelId="{C60DE4C2-70DB-445C-B699-6FD7D5C8D8A3}" type="sibTrans" cxnId="{46E816CF-634C-494F-BD08-D33E4AB3CA23}">
      <dgm:prSet/>
      <dgm:spPr/>
      <dgm:t>
        <a:bodyPr/>
        <a:lstStyle/>
        <a:p>
          <a:endParaRPr lang="en-US"/>
        </a:p>
      </dgm:t>
    </dgm:pt>
    <dgm:pt modelId="{CB1E1BC9-206B-40F1-A1FE-FB142BC6B3D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door for complex multistep smart contracts.</a:t>
          </a:r>
        </a:p>
      </dgm:t>
    </dgm:pt>
    <dgm:pt modelId="{4B9FEE79-77A8-433D-AF30-FE1B0E12ABEA}" type="parTrans" cxnId="{209C9269-53B4-400C-9764-FA87F612D115}">
      <dgm:prSet/>
      <dgm:spPr/>
      <dgm:t>
        <a:bodyPr/>
        <a:lstStyle/>
        <a:p>
          <a:endParaRPr lang="en-US"/>
        </a:p>
      </dgm:t>
    </dgm:pt>
    <dgm:pt modelId="{5A61552F-F05B-4033-AF9D-69B720681514}" type="sibTrans" cxnId="{209C9269-53B4-400C-9764-FA87F612D115}">
      <dgm:prSet/>
      <dgm:spPr/>
      <dgm:t>
        <a:bodyPr/>
        <a:lstStyle/>
        <a:p>
          <a:endParaRPr lang="en-US"/>
        </a:p>
      </dgm:t>
    </dgm:pt>
    <dgm:pt modelId="{D4642C51-B238-41C2-9187-1203776530BC}" type="pres">
      <dgm:prSet presAssocID="{592E8196-32E6-48B7-AACB-DB8C5F6194B4}" presName="root" presStyleCnt="0">
        <dgm:presLayoutVars>
          <dgm:dir/>
          <dgm:resizeHandles val="exact"/>
        </dgm:presLayoutVars>
      </dgm:prSet>
      <dgm:spPr/>
    </dgm:pt>
    <dgm:pt modelId="{536F1ED6-CE2F-44E5-9096-3375001ED97C}" type="pres">
      <dgm:prSet presAssocID="{769B81B7-2DB3-41C4-89DB-29E38B5E1057}" presName="compNode" presStyleCnt="0"/>
      <dgm:spPr/>
    </dgm:pt>
    <dgm:pt modelId="{9B67A540-C7A7-4B22-9A4A-68B886DEA15F}" type="pres">
      <dgm:prSet presAssocID="{769B81B7-2DB3-41C4-89DB-29E38B5E1057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ilitle"/>
        </a:ext>
      </dgm:extLst>
    </dgm:pt>
    <dgm:pt modelId="{8D94B750-D796-4B89-88F8-A6DC58AD2541}" type="pres">
      <dgm:prSet presAssocID="{769B81B7-2DB3-41C4-89DB-29E38B5E1057}" presName="iconSpace" presStyleCnt="0"/>
      <dgm:spPr/>
    </dgm:pt>
    <dgm:pt modelId="{1F661695-E502-4C6C-8779-E6529018E49D}" type="pres">
      <dgm:prSet presAssocID="{769B81B7-2DB3-41C4-89DB-29E38B5E1057}" presName="parTx" presStyleLbl="revTx" presStyleIdx="0" presStyleCnt="6">
        <dgm:presLayoutVars>
          <dgm:chMax val="0"/>
          <dgm:chPref val="0"/>
        </dgm:presLayoutVars>
      </dgm:prSet>
      <dgm:spPr/>
    </dgm:pt>
    <dgm:pt modelId="{1213E658-FC6B-45DE-85CF-14BC01C87D80}" type="pres">
      <dgm:prSet presAssocID="{769B81B7-2DB3-41C4-89DB-29E38B5E1057}" presName="txSpace" presStyleCnt="0"/>
      <dgm:spPr/>
    </dgm:pt>
    <dgm:pt modelId="{762E0BD1-5D6C-4D8C-A69B-CC14711489F2}" type="pres">
      <dgm:prSet presAssocID="{769B81B7-2DB3-41C4-89DB-29E38B5E1057}" presName="desTx" presStyleLbl="revTx" presStyleIdx="1" presStyleCnt="6">
        <dgm:presLayoutVars/>
      </dgm:prSet>
      <dgm:spPr/>
    </dgm:pt>
    <dgm:pt modelId="{15929CBA-BBF0-4633-9B23-9198CA385997}" type="pres">
      <dgm:prSet presAssocID="{66516473-E9F4-400B-AE0E-3B923896C501}" presName="sibTrans" presStyleCnt="0"/>
      <dgm:spPr/>
    </dgm:pt>
    <dgm:pt modelId="{DFE56100-BB02-49EA-B878-A33A4D22DA2B}" type="pres">
      <dgm:prSet presAssocID="{0912BA8C-1938-4117-8509-F438CF2DC5CA}" presName="compNode" presStyleCnt="0"/>
      <dgm:spPr/>
    </dgm:pt>
    <dgm:pt modelId="{5395C02D-F39E-4D18-8482-8010E785A9A7}" type="pres">
      <dgm:prSet presAssocID="{0912BA8C-1938-4117-8509-F438CF2DC5CA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6D6281DF-E7FD-4A14-B219-08CAE77F26CD}" type="pres">
      <dgm:prSet presAssocID="{0912BA8C-1938-4117-8509-F438CF2DC5CA}" presName="iconSpace" presStyleCnt="0"/>
      <dgm:spPr/>
    </dgm:pt>
    <dgm:pt modelId="{C4FA2664-572B-43BF-8066-DF7C751268DF}" type="pres">
      <dgm:prSet presAssocID="{0912BA8C-1938-4117-8509-F438CF2DC5CA}" presName="parTx" presStyleLbl="revTx" presStyleIdx="2" presStyleCnt="6">
        <dgm:presLayoutVars>
          <dgm:chMax val="0"/>
          <dgm:chPref val="0"/>
        </dgm:presLayoutVars>
      </dgm:prSet>
      <dgm:spPr/>
    </dgm:pt>
    <dgm:pt modelId="{DB412718-DB68-45BC-A577-75A4F760F58B}" type="pres">
      <dgm:prSet presAssocID="{0912BA8C-1938-4117-8509-F438CF2DC5CA}" presName="txSpace" presStyleCnt="0"/>
      <dgm:spPr/>
    </dgm:pt>
    <dgm:pt modelId="{E9FF392F-3FEB-4548-9A4F-0D3849BD6F2E}" type="pres">
      <dgm:prSet presAssocID="{0912BA8C-1938-4117-8509-F438CF2DC5CA}" presName="desTx" presStyleLbl="revTx" presStyleIdx="3" presStyleCnt="6">
        <dgm:presLayoutVars/>
      </dgm:prSet>
      <dgm:spPr/>
    </dgm:pt>
    <dgm:pt modelId="{2A515233-F4E8-46D0-86C7-74CE365A7DE4}" type="pres">
      <dgm:prSet presAssocID="{1D668545-5898-473A-8DA1-89E574AE182A}" presName="sibTrans" presStyleCnt="0"/>
      <dgm:spPr/>
    </dgm:pt>
    <dgm:pt modelId="{E31D1914-9139-460B-A935-34F622D98DB0}" type="pres">
      <dgm:prSet presAssocID="{A225A885-2D4A-427A-AD38-E103983D34A3}" presName="compNode" presStyleCnt="0"/>
      <dgm:spPr/>
    </dgm:pt>
    <dgm:pt modelId="{213A22B1-23B7-429B-9051-85923E29C019}" type="pres">
      <dgm:prSet presAssocID="{A225A885-2D4A-427A-AD38-E103983D34A3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okalaşma"/>
        </a:ext>
      </dgm:extLst>
    </dgm:pt>
    <dgm:pt modelId="{E9DD4877-1C60-45C8-B591-A5105302030C}" type="pres">
      <dgm:prSet presAssocID="{A225A885-2D4A-427A-AD38-E103983D34A3}" presName="iconSpace" presStyleCnt="0"/>
      <dgm:spPr/>
    </dgm:pt>
    <dgm:pt modelId="{5DAA3953-17E9-4FC1-A68E-3F9B190DC211}" type="pres">
      <dgm:prSet presAssocID="{A225A885-2D4A-427A-AD38-E103983D34A3}" presName="parTx" presStyleLbl="revTx" presStyleIdx="4" presStyleCnt="6">
        <dgm:presLayoutVars>
          <dgm:chMax val="0"/>
          <dgm:chPref val="0"/>
        </dgm:presLayoutVars>
      </dgm:prSet>
      <dgm:spPr/>
    </dgm:pt>
    <dgm:pt modelId="{119C8158-0F98-4CF2-904E-C0246D2EF32C}" type="pres">
      <dgm:prSet presAssocID="{A225A885-2D4A-427A-AD38-E103983D34A3}" presName="txSpace" presStyleCnt="0"/>
      <dgm:spPr/>
    </dgm:pt>
    <dgm:pt modelId="{53560655-D599-49E1-B5FD-8BD343401E24}" type="pres">
      <dgm:prSet presAssocID="{A225A885-2D4A-427A-AD38-E103983D34A3}" presName="desTx" presStyleLbl="revTx" presStyleIdx="5" presStyleCnt="6">
        <dgm:presLayoutVars/>
      </dgm:prSet>
      <dgm:spPr/>
    </dgm:pt>
  </dgm:ptLst>
  <dgm:cxnLst>
    <dgm:cxn modelId="{AF860604-DC9D-4646-8332-FD7795F21CC6}" type="presOf" srcId="{A225A885-2D4A-427A-AD38-E103983D34A3}" destId="{5DAA3953-17E9-4FC1-A68E-3F9B190DC211}" srcOrd="0" destOrd="0" presId="urn:microsoft.com/office/officeart/2018/5/layout/CenteredIconLabelDescriptionList"/>
    <dgm:cxn modelId="{B75F1F3D-F821-4CB2-80EE-2D953D6E7F35}" srcId="{769B81B7-2DB3-41C4-89DB-29E38B5E1057}" destId="{155EC718-D10F-4B0F-8C15-C73207981E61}" srcOrd="1" destOrd="0" parTransId="{2BE7D52A-B1D8-4513-ABEF-219B0579B6C4}" sibTransId="{7C491D1F-0017-41FD-87CB-AF978B0A907F}"/>
    <dgm:cxn modelId="{A0DFE564-1020-4EEA-8337-ABCA1D422458}" srcId="{0912BA8C-1938-4117-8509-F438CF2DC5CA}" destId="{F43B69CF-61B6-4791-BFCC-8BBBA5F76383}" srcOrd="0" destOrd="0" parTransId="{CED64047-7ECC-4BB0-916F-3F4957FB2930}" sibTransId="{BCD6DDF4-792D-4008-B758-F3FA5C3B9F63}"/>
    <dgm:cxn modelId="{D7E42949-436B-4960-A890-ECF37A105352}" type="presOf" srcId="{155EC718-D10F-4B0F-8C15-C73207981E61}" destId="{762E0BD1-5D6C-4D8C-A69B-CC14711489F2}" srcOrd="0" destOrd="1" presId="urn:microsoft.com/office/officeart/2018/5/layout/CenteredIconLabelDescriptionList"/>
    <dgm:cxn modelId="{209C9269-53B4-400C-9764-FA87F612D115}" srcId="{A225A885-2D4A-427A-AD38-E103983D34A3}" destId="{CB1E1BC9-206B-40F1-A1FE-FB142BC6B3DA}" srcOrd="0" destOrd="0" parTransId="{4B9FEE79-77A8-433D-AF30-FE1B0E12ABEA}" sibTransId="{5A61552F-F05B-4033-AF9D-69B720681514}"/>
    <dgm:cxn modelId="{A173B778-BCCC-49C2-8C77-A9F2BF569F7C}" type="presOf" srcId="{53D39E0E-0C1E-43A2-A995-7D8E244B4F53}" destId="{762E0BD1-5D6C-4D8C-A69B-CC14711489F2}" srcOrd="0" destOrd="0" presId="urn:microsoft.com/office/officeart/2018/5/layout/CenteredIconLabelDescriptionList"/>
    <dgm:cxn modelId="{CE6CF29E-BCB9-4018-9203-7A3728A04899}" type="presOf" srcId="{CB1E1BC9-206B-40F1-A1FE-FB142BC6B3DA}" destId="{53560655-D599-49E1-B5FD-8BD343401E24}" srcOrd="0" destOrd="0" presId="urn:microsoft.com/office/officeart/2018/5/layout/CenteredIconLabelDescriptionList"/>
    <dgm:cxn modelId="{8E2BE9A4-6B96-43A0-8C21-19CA587763BA}" srcId="{592E8196-32E6-48B7-AACB-DB8C5F6194B4}" destId="{0912BA8C-1938-4117-8509-F438CF2DC5CA}" srcOrd="1" destOrd="0" parTransId="{31E4583F-C69B-4A20-B5E0-5627EEF49A20}" sibTransId="{1D668545-5898-473A-8DA1-89E574AE182A}"/>
    <dgm:cxn modelId="{D8A894A6-9A7D-4141-843D-495D17CBB1DB}" srcId="{592E8196-32E6-48B7-AACB-DB8C5F6194B4}" destId="{769B81B7-2DB3-41C4-89DB-29E38B5E1057}" srcOrd="0" destOrd="0" parTransId="{79A0821B-760B-412F-B8BC-3C56D8008517}" sibTransId="{66516473-E9F4-400B-AE0E-3B923896C501}"/>
    <dgm:cxn modelId="{D81482B1-D97D-4354-9084-BEE5AEE0A9C0}" type="presOf" srcId="{592E8196-32E6-48B7-AACB-DB8C5F6194B4}" destId="{D4642C51-B238-41C2-9187-1203776530BC}" srcOrd="0" destOrd="0" presId="urn:microsoft.com/office/officeart/2018/5/layout/CenteredIconLabelDescriptionList"/>
    <dgm:cxn modelId="{CD646CB5-4BB6-45F0-A3F5-36AA08DB751E}" type="presOf" srcId="{0912BA8C-1938-4117-8509-F438CF2DC5CA}" destId="{C4FA2664-572B-43BF-8066-DF7C751268DF}" srcOrd="0" destOrd="0" presId="urn:microsoft.com/office/officeart/2018/5/layout/CenteredIconLabelDescriptionList"/>
    <dgm:cxn modelId="{FA16F8CA-0326-4045-94B8-84E48A6FA54F}" type="presOf" srcId="{F43B69CF-61B6-4791-BFCC-8BBBA5F76383}" destId="{E9FF392F-3FEB-4548-9A4F-0D3849BD6F2E}" srcOrd="0" destOrd="0" presId="urn:microsoft.com/office/officeart/2018/5/layout/CenteredIconLabelDescriptionList"/>
    <dgm:cxn modelId="{46E816CF-634C-494F-BD08-D33E4AB3CA23}" srcId="{592E8196-32E6-48B7-AACB-DB8C5F6194B4}" destId="{A225A885-2D4A-427A-AD38-E103983D34A3}" srcOrd="2" destOrd="0" parTransId="{8D512746-7A35-4F66-BC0D-E5AFA7918A1B}" sibTransId="{C60DE4C2-70DB-445C-B699-6FD7D5C8D8A3}"/>
    <dgm:cxn modelId="{782A40E6-1C36-4156-9B61-E709A88D62A8}" type="presOf" srcId="{769B81B7-2DB3-41C4-89DB-29E38B5E1057}" destId="{1F661695-E502-4C6C-8779-E6529018E49D}" srcOrd="0" destOrd="0" presId="urn:microsoft.com/office/officeart/2018/5/layout/CenteredIconLabelDescriptionList"/>
    <dgm:cxn modelId="{1C2462F4-7005-4166-A331-9AE8673A7570}" srcId="{769B81B7-2DB3-41C4-89DB-29E38B5E1057}" destId="{53D39E0E-0C1E-43A2-A995-7D8E244B4F53}" srcOrd="0" destOrd="0" parTransId="{414E9E99-9758-4C7B-AB8A-19C03DCAADBA}" sibTransId="{7DD45466-73E3-4F89-B909-6E02D2FD734C}"/>
    <dgm:cxn modelId="{4E98D9A6-2DC2-4FA2-BEFA-A45833B28A63}" type="presParOf" srcId="{D4642C51-B238-41C2-9187-1203776530BC}" destId="{536F1ED6-CE2F-44E5-9096-3375001ED97C}" srcOrd="0" destOrd="0" presId="urn:microsoft.com/office/officeart/2018/5/layout/CenteredIconLabelDescriptionList"/>
    <dgm:cxn modelId="{928B74BE-5B1C-40D5-B780-3EAF7A4DBAC2}" type="presParOf" srcId="{536F1ED6-CE2F-44E5-9096-3375001ED97C}" destId="{9B67A540-C7A7-4B22-9A4A-68B886DEA15F}" srcOrd="0" destOrd="0" presId="urn:microsoft.com/office/officeart/2018/5/layout/CenteredIconLabelDescriptionList"/>
    <dgm:cxn modelId="{F0B4D756-72FF-45E4-970F-41B166A02F86}" type="presParOf" srcId="{536F1ED6-CE2F-44E5-9096-3375001ED97C}" destId="{8D94B750-D796-4B89-88F8-A6DC58AD2541}" srcOrd="1" destOrd="0" presId="urn:microsoft.com/office/officeart/2018/5/layout/CenteredIconLabelDescriptionList"/>
    <dgm:cxn modelId="{F28355FD-DB11-4582-983E-4BED2AB6FD01}" type="presParOf" srcId="{536F1ED6-CE2F-44E5-9096-3375001ED97C}" destId="{1F661695-E502-4C6C-8779-E6529018E49D}" srcOrd="2" destOrd="0" presId="urn:microsoft.com/office/officeart/2018/5/layout/CenteredIconLabelDescriptionList"/>
    <dgm:cxn modelId="{C024B6CA-88F2-4ADF-BACB-4A30E8E35A81}" type="presParOf" srcId="{536F1ED6-CE2F-44E5-9096-3375001ED97C}" destId="{1213E658-FC6B-45DE-85CF-14BC01C87D80}" srcOrd="3" destOrd="0" presId="urn:microsoft.com/office/officeart/2018/5/layout/CenteredIconLabelDescriptionList"/>
    <dgm:cxn modelId="{7AA7C8B2-299C-4756-BCD9-5D5E538D7AFB}" type="presParOf" srcId="{536F1ED6-CE2F-44E5-9096-3375001ED97C}" destId="{762E0BD1-5D6C-4D8C-A69B-CC14711489F2}" srcOrd="4" destOrd="0" presId="urn:microsoft.com/office/officeart/2018/5/layout/CenteredIconLabelDescriptionList"/>
    <dgm:cxn modelId="{41D18F56-6E23-4D84-905F-2F1B7C9D2FAE}" type="presParOf" srcId="{D4642C51-B238-41C2-9187-1203776530BC}" destId="{15929CBA-BBF0-4633-9B23-9198CA385997}" srcOrd="1" destOrd="0" presId="urn:microsoft.com/office/officeart/2018/5/layout/CenteredIconLabelDescriptionList"/>
    <dgm:cxn modelId="{F46CA478-333D-40C2-9272-D09D067E8A11}" type="presParOf" srcId="{D4642C51-B238-41C2-9187-1203776530BC}" destId="{DFE56100-BB02-49EA-B878-A33A4D22DA2B}" srcOrd="2" destOrd="0" presId="urn:microsoft.com/office/officeart/2018/5/layout/CenteredIconLabelDescriptionList"/>
    <dgm:cxn modelId="{0823C60C-B572-4CCA-82E9-1E871363E7A6}" type="presParOf" srcId="{DFE56100-BB02-49EA-B878-A33A4D22DA2B}" destId="{5395C02D-F39E-4D18-8482-8010E785A9A7}" srcOrd="0" destOrd="0" presId="urn:microsoft.com/office/officeart/2018/5/layout/CenteredIconLabelDescriptionList"/>
    <dgm:cxn modelId="{858D9D7B-5BF9-48A0-936A-82DCE4C38841}" type="presParOf" srcId="{DFE56100-BB02-49EA-B878-A33A4D22DA2B}" destId="{6D6281DF-E7FD-4A14-B219-08CAE77F26CD}" srcOrd="1" destOrd="0" presId="urn:microsoft.com/office/officeart/2018/5/layout/CenteredIconLabelDescriptionList"/>
    <dgm:cxn modelId="{D04DD7F2-AE59-470D-91F8-C3E0FB0CBC95}" type="presParOf" srcId="{DFE56100-BB02-49EA-B878-A33A4D22DA2B}" destId="{C4FA2664-572B-43BF-8066-DF7C751268DF}" srcOrd="2" destOrd="0" presId="urn:microsoft.com/office/officeart/2018/5/layout/CenteredIconLabelDescriptionList"/>
    <dgm:cxn modelId="{A953095E-122C-4752-A40A-AE09329E8126}" type="presParOf" srcId="{DFE56100-BB02-49EA-B878-A33A4D22DA2B}" destId="{DB412718-DB68-45BC-A577-75A4F760F58B}" srcOrd="3" destOrd="0" presId="urn:microsoft.com/office/officeart/2018/5/layout/CenteredIconLabelDescriptionList"/>
    <dgm:cxn modelId="{565EE164-F3F2-4822-BBE7-3AB26CBD3054}" type="presParOf" srcId="{DFE56100-BB02-49EA-B878-A33A4D22DA2B}" destId="{E9FF392F-3FEB-4548-9A4F-0D3849BD6F2E}" srcOrd="4" destOrd="0" presId="urn:microsoft.com/office/officeart/2018/5/layout/CenteredIconLabelDescriptionList"/>
    <dgm:cxn modelId="{77A4AF34-AEC2-4038-A939-8EC2E4232B0E}" type="presParOf" srcId="{D4642C51-B238-41C2-9187-1203776530BC}" destId="{2A515233-F4E8-46D0-86C7-74CE365A7DE4}" srcOrd="3" destOrd="0" presId="urn:microsoft.com/office/officeart/2018/5/layout/CenteredIconLabelDescriptionList"/>
    <dgm:cxn modelId="{3E7D50C9-B676-4EDE-86C2-2208E45B9077}" type="presParOf" srcId="{D4642C51-B238-41C2-9187-1203776530BC}" destId="{E31D1914-9139-460B-A935-34F622D98DB0}" srcOrd="4" destOrd="0" presId="urn:microsoft.com/office/officeart/2018/5/layout/CenteredIconLabelDescriptionList"/>
    <dgm:cxn modelId="{F7E6C34C-8AEA-44E8-A6D4-26398153B9BF}" type="presParOf" srcId="{E31D1914-9139-460B-A935-34F622D98DB0}" destId="{213A22B1-23B7-429B-9051-85923E29C019}" srcOrd="0" destOrd="0" presId="urn:microsoft.com/office/officeart/2018/5/layout/CenteredIconLabelDescriptionList"/>
    <dgm:cxn modelId="{935255A1-3159-45FB-825A-E4D47B0623F9}" type="presParOf" srcId="{E31D1914-9139-460B-A935-34F622D98DB0}" destId="{E9DD4877-1C60-45C8-B591-A5105302030C}" srcOrd="1" destOrd="0" presId="urn:microsoft.com/office/officeart/2018/5/layout/CenteredIconLabelDescriptionList"/>
    <dgm:cxn modelId="{8755B840-3030-49F2-8FF5-9B2B722084F7}" type="presParOf" srcId="{E31D1914-9139-460B-A935-34F622D98DB0}" destId="{5DAA3953-17E9-4FC1-A68E-3F9B190DC211}" srcOrd="2" destOrd="0" presId="urn:microsoft.com/office/officeart/2018/5/layout/CenteredIconLabelDescriptionList"/>
    <dgm:cxn modelId="{E2A91AFE-4EC4-4815-AE43-E0437FB92707}" type="presParOf" srcId="{E31D1914-9139-460B-A935-34F622D98DB0}" destId="{119C8158-0F98-4CF2-904E-C0246D2EF32C}" srcOrd="3" destOrd="0" presId="urn:microsoft.com/office/officeart/2018/5/layout/CenteredIconLabelDescriptionList"/>
    <dgm:cxn modelId="{013EB935-5C34-4656-A4A7-729689851D5E}" type="presParOf" srcId="{E31D1914-9139-460B-A935-34F622D98DB0}" destId="{53560655-D599-49E1-B5FD-8BD343401E2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5.xml><?xml version="1.0" encoding="utf-8"?>
<dgm:dataModel xmlns:dgm="http://schemas.openxmlformats.org/drawingml/2006/diagram" xmlns:a="http://schemas.openxmlformats.org/drawingml/2006/main">
  <dgm:ptLst>
    <dgm:pt modelId="{BA481FC2-0318-4792-A0E4-5DF0517CCED1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71058400-671E-4C57-9620-8FF8B177A42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History</a:t>
          </a:r>
          <a:endParaRPr lang="en-US"/>
        </a:p>
      </dgm:t>
    </dgm:pt>
    <dgm:pt modelId="{27E60AAA-8167-48E7-8753-098DAC9033D4}" type="parTrans" cxnId="{576891B5-329A-48A4-95D0-1A8038D4AC1A}">
      <dgm:prSet/>
      <dgm:spPr/>
      <dgm:t>
        <a:bodyPr/>
        <a:lstStyle/>
        <a:p>
          <a:endParaRPr lang="en-US"/>
        </a:p>
      </dgm:t>
    </dgm:pt>
    <dgm:pt modelId="{F720D1B4-03DB-42CA-914E-5DED22CC6D88}" type="sibTrans" cxnId="{576891B5-329A-48A4-95D0-1A8038D4AC1A}">
      <dgm:prSet/>
      <dgm:spPr/>
      <dgm:t>
        <a:bodyPr/>
        <a:lstStyle/>
        <a:p>
          <a:endParaRPr lang="en-US"/>
        </a:p>
      </dgm:t>
    </dgm:pt>
    <dgm:pt modelId="{B7B1ACED-3594-4074-A84F-1F5286B5761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bitcoin has had a transaction-level timelock feature. </a:t>
          </a:r>
        </a:p>
      </dgm:t>
    </dgm:pt>
    <dgm:pt modelId="{D2184F04-C119-426E-8320-88F5C108F7BF}" type="parTrans" cxnId="{CACD24DB-BACA-4004-AB27-9DE9500C736F}">
      <dgm:prSet/>
      <dgm:spPr/>
      <dgm:t>
        <a:bodyPr/>
        <a:lstStyle/>
        <a:p>
          <a:endParaRPr lang="en-US"/>
        </a:p>
      </dgm:t>
    </dgm:pt>
    <dgm:pt modelId="{88B782A0-A577-4F13-A736-24179FBD6835}" type="sibTrans" cxnId="{CACD24DB-BACA-4004-AB27-9DE9500C736F}">
      <dgm:prSet/>
      <dgm:spPr/>
      <dgm:t>
        <a:bodyPr/>
        <a:lstStyle/>
        <a:p>
          <a:endParaRPr lang="en-US"/>
        </a:p>
      </dgm:t>
    </dgm:pt>
    <dgm:pt modelId="{86E33F4C-4671-4395-8B02-3EC7F38EB99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Field in Transaction</a:t>
          </a:r>
          <a:endParaRPr lang="en-US"/>
        </a:p>
      </dgm:t>
    </dgm:pt>
    <dgm:pt modelId="{BB5CFE47-E01B-4404-933D-D6B52E0BAFAA}" type="parTrans" cxnId="{00959E29-CD6B-42CD-A44C-FC158B5748FE}">
      <dgm:prSet/>
      <dgm:spPr/>
      <dgm:t>
        <a:bodyPr/>
        <a:lstStyle/>
        <a:p>
          <a:endParaRPr lang="en-US"/>
        </a:p>
      </dgm:t>
    </dgm:pt>
    <dgm:pt modelId="{67F1364C-8F65-4B00-AF68-D3257076B16E}" type="sibTrans" cxnId="{00959E29-CD6B-42CD-A44C-FC158B5748FE}">
      <dgm:prSet/>
      <dgm:spPr/>
      <dgm:t>
        <a:bodyPr/>
        <a:lstStyle/>
        <a:p>
          <a:endParaRPr lang="en-US"/>
        </a:p>
      </dgm:t>
    </dgm:pt>
    <dgm:pt modelId="{CF10A513-5E82-47C0-88EB-7D6F79C5F16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is a transaction-level setting</a:t>
          </a:r>
        </a:p>
      </dgm:t>
    </dgm:pt>
    <dgm:pt modelId="{E11436A0-3DC4-4F54-80A7-1D07DE253C2A}" type="parTrans" cxnId="{4EDAC15F-3D29-450A-85A7-B53FD2EF48A9}">
      <dgm:prSet/>
      <dgm:spPr/>
      <dgm:t>
        <a:bodyPr/>
        <a:lstStyle/>
        <a:p>
          <a:endParaRPr lang="en-US"/>
        </a:p>
      </dgm:t>
    </dgm:pt>
    <dgm:pt modelId="{8A7064BF-F4DA-4478-A033-454CA9F0DBC3}" type="sibTrans" cxnId="{4EDAC15F-3D29-450A-85A7-B53FD2EF48A9}">
      <dgm:prSet/>
      <dgm:spPr/>
      <dgm:t>
        <a:bodyPr/>
        <a:lstStyle/>
        <a:p>
          <a:endParaRPr lang="en-US"/>
        </a:p>
      </dgm:t>
    </dgm:pt>
    <dgm:pt modelId="{1A08F647-D018-4031-981E-3F7B3841B15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field in the transaction data structure</a:t>
          </a:r>
        </a:p>
      </dgm:t>
    </dgm:pt>
    <dgm:pt modelId="{ACC19049-93AF-4844-BAF5-C5895FE29777}" type="parTrans" cxnId="{2D185103-23A2-4B73-B92E-908EC1B15120}">
      <dgm:prSet/>
      <dgm:spPr/>
      <dgm:t>
        <a:bodyPr/>
        <a:lstStyle/>
        <a:p>
          <a:endParaRPr lang="en-US"/>
        </a:p>
      </dgm:t>
    </dgm:pt>
    <dgm:pt modelId="{F928AB66-286C-43F3-93F6-56D19C9D682B}" type="sibTrans" cxnId="{2D185103-23A2-4B73-B92E-908EC1B15120}">
      <dgm:prSet/>
      <dgm:spPr/>
      <dgm:t>
        <a:bodyPr/>
        <a:lstStyle/>
        <a:p>
          <a:endParaRPr lang="en-US"/>
        </a:p>
      </dgm:t>
    </dgm:pt>
    <dgm:pt modelId="{FE113B54-516F-4C82-B6AC-56BFC8360F5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defines</a:t>
          </a:r>
        </a:p>
      </dgm:t>
    </dgm:pt>
    <dgm:pt modelId="{17FBDD87-AE88-4736-AD0F-C0926D7F8CD3}" type="parTrans" cxnId="{68643333-49CF-44B0-994C-8A18C92C9B9B}">
      <dgm:prSet/>
      <dgm:spPr/>
      <dgm:t>
        <a:bodyPr/>
        <a:lstStyle/>
        <a:p>
          <a:endParaRPr lang="en-US"/>
        </a:p>
      </dgm:t>
    </dgm:pt>
    <dgm:pt modelId="{52C53F0D-FACE-4FE3-ABC6-2DDAAF81F6CF}" type="sibTrans" cxnId="{68643333-49CF-44B0-994C-8A18C92C9B9B}">
      <dgm:prSet/>
      <dgm:spPr/>
      <dgm:t>
        <a:bodyPr/>
        <a:lstStyle/>
        <a:p>
          <a:endParaRPr lang="en-US"/>
        </a:p>
      </dgm:t>
    </dgm:pt>
    <dgm:pt modelId="{67C94684-C2A9-4C6C-BA5E-5EC40E0A8D8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that a transaction is valid </a:t>
          </a:r>
        </a:p>
      </dgm:t>
    </dgm:pt>
    <dgm:pt modelId="{934B56C8-E544-4729-A729-C2618B19E99F}" type="parTrans" cxnId="{7C4BB566-C6FA-425E-9C9E-428339113467}">
      <dgm:prSet/>
      <dgm:spPr/>
      <dgm:t>
        <a:bodyPr/>
        <a:lstStyle/>
        <a:p>
          <a:endParaRPr lang="en-US"/>
        </a:p>
      </dgm:t>
    </dgm:pt>
    <dgm:pt modelId="{551A0EEE-6D55-43A1-B391-6AE4CCF86DAA}" type="sibTrans" cxnId="{7C4BB566-C6FA-425E-9C9E-428339113467}">
      <dgm:prSet/>
      <dgm:spPr/>
      <dgm:t>
        <a:bodyPr/>
        <a:lstStyle/>
        <a:p>
          <a:endParaRPr lang="en-US"/>
        </a:p>
      </dgm:t>
    </dgm:pt>
    <dgm:pt modelId="{F32DBE5D-4E71-4195-8E55-4CEA2B64446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can be relayed on the network</a:t>
          </a:r>
          <a:r>
            <a:rPr lang="tr-TR"/>
            <a:t> </a:t>
          </a:r>
          <a:endParaRPr lang="en-US"/>
        </a:p>
      </dgm:t>
    </dgm:pt>
    <dgm:pt modelId="{B3A06BC9-4FC6-475E-A93F-22700A851021}" type="parTrans" cxnId="{33EE376D-3442-4A7E-B197-6E045412C91C}">
      <dgm:prSet/>
      <dgm:spPr/>
      <dgm:t>
        <a:bodyPr/>
        <a:lstStyle/>
        <a:p>
          <a:endParaRPr lang="en-US"/>
        </a:p>
      </dgm:t>
    </dgm:pt>
    <dgm:pt modelId="{AE9EEFE8-D189-4D9A-88C3-C25CE00EC57E}" type="sibTrans" cxnId="{33EE376D-3442-4A7E-B197-6E045412C91C}">
      <dgm:prSet/>
      <dgm:spPr/>
      <dgm:t>
        <a:bodyPr/>
        <a:lstStyle/>
        <a:p>
          <a:endParaRPr lang="en-US"/>
        </a:p>
      </dgm:t>
    </dgm:pt>
    <dgm:pt modelId="{F5BEAF6C-DF6E-4C84-80B8-79110EB9DD0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or added to the blockchain. </a:t>
          </a:r>
        </a:p>
      </dgm:t>
    </dgm:pt>
    <dgm:pt modelId="{360EC354-E277-43DC-9289-BD0C8EA43857}" type="parTrans" cxnId="{937C59E6-2B14-4516-ACDC-1E1CFE65BE7A}">
      <dgm:prSet/>
      <dgm:spPr/>
      <dgm:t>
        <a:bodyPr/>
        <a:lstStyle/>
        <a:p>
          <a:endParaRPr lang="en-US"/>
        </a:p>
      </dgm:t>
    </dgm:pt>
    <dgm:pt modelId="{DC10F85A-7AEB-4D39-9AE6-269E2DAA4698}" type="sibTrans" cxnId="{937C59E6-2B14-4516-ACDC-1E1CFE65BE7A}">
      <dgm:prSet/>
      <dgm:spPr/>
      <dgm:t>
        <a:bodyPr/>
        <a:lstStyle/>
        <a:p>
          <a:endParaRPr lang="en-US"/>
        </a:p>
      </dgm:t>
    </dgm:pt>
    <dgm:pt modelId="{FDEF87BF-C9A7-4858-ADEB-B881D8123E8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Alias</a:t>
          </a:r>
          <a:r>
            <a:rPr lang="tr-TR" dirty="0"/>
            <a:t>: </a:t>
          </a:r>
          <a:r>
            <a:rPr lang="en-US" dirty="0" err="1"/>
            <a:t>nLocktime</a:t>
          </a:r>
          <a:endParaRPr lang="en-US" dirty="0"/>
        </a:p>
      </dgm:t>
    </dgm:pt>
    <dgm:pt modelId="{C9924877-1DA5-4F78-986C-B15BCCF92733}" type="parTrans" cxnId="{18394541-77C1-417F-8E69-2B3224AD608E}">
      <dgm:prSet/>
      <dgm:spPr/>
      <dgm:t>
        <a:bodyPr/>
        <a:lstStyle/>
        <a:p>
          <a:endParaRPr lang="en-US"/>
        </a:p>
      </dgm:t>
    </dgm:pt>
    <dgm:pt modelId="{B312C270-DD03-4CED-8DAE-1FBA616EB5A8}" type="sibTrans" cxnId="{18394541-77C1-417F-8E69-2B3224AD608E}">
      <dgm:prSet/>
      <dgm:spPr/>
      <dgm:t>
        <a:bodyPr/>
        <a:lstStyle/>
        <a:p>
          <a:endParaRPr lang="en-US"/>
        </a:p>
      </dgm:t>
    </dgm:pt>
    <dgm:pt modelId="{6BB651BC-1853-463C-8A84-0706AA73E99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 err="1"/>
            <a:t>nLocktime</a:t>
          </a:r>
          <a:r>
            <a:rPr lang="en-US" dirty="0"/>
            <a:t> from the variable</a:t>
          </a:r>
          <a:r>
            <a:rPr lang="tr-TR" dirty="0"/>
            <a:t> </a:t>
          </a:r>
          <a:r>
            <a:rPr lang="en-US" dirty="0"/>
            <a:t>name </a:t>
          </a:r>
        </a:p>
      </dgm:t>
    </dgm:pt>
    <dgm:pt modelId="{90639EBE-3ABE-4EF4-A1BB-099C6DA601DB}" type="parTrans" cxnId="{029B3B10-F9AD-45D9-8737-E8BE0496E417}">
      <dgm:prSet/>
      <dgm:spPr/>
      <dgm:t>
        <a:bodyPr/>
        <a:lstStyle/>
        <a:p>
          <a:endParaRPr lang="en-US"/>
        </a:p>
      </dgm:t>
    </dgm:pt>
    <dgm:pt modelId="{BD9ADE26-96DA-4C38-85C2-3771310D86A5}" type="sibTrans" cxnId="{029B3B10-F9AD-45D9-8737-E8BE0496E417}">
      <dgm:prSet/>
      <dgm:spPr/>
      <dgm:t>
        <a:bodyPr/>
        <a:lstStyle/>
        <a:p>
          <a:endParaRPr lang="en-US"/>
        </a:p>
      </dgm:t>
    </dgm:pt>
    <dgm:pt modelId="{C065147D-89A6-4440-8727-647BBF3CA65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used in the Bitcoin Core codebase.</a:t>
          </a:r>
        </a:p>
      </dgm:t>
    </dgm:pt>
    <dgm:pt modelId="{B2AEC0F6-9DFD-445F-9A90-5E3759C6AC24}" type="parTrans" cxnId="{F39EDE48-8209-4B31-8872-8B0D9FD942D9}">
      <dgm:prSet/>
      <dgm:spPr/>
      <dgm:t>
        <a:bodyPr/>
        <a:lstStyle/>
        <a:p>
          <a:endParaRPr lang="en-US"/>
        </a:p>
      </dgm:t>
    </dgm:pt>
    <dgm:pt modelId="{0326C1E1-7C77-4973-AA35-F81ECEAE5E59}" type="sibTrans" cxnId="{F39EDE48-8209-4B31-8872-8B0D9FD942D9}">
      <dgm:prSet/>
      <dgm:spPr/>
      <dgm:t>
        <a:bodyPr/>
        <a:lstStyle/>
        <a:p>
          <a:endParaRPr lang="en-US"/>
        </a:p>
      </dgm:t>
    </dgm:pt>
    <dgm:pt modelId="{0584569C-ECEE-4575-86BB-CD4B5BB513A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From the beginning, </a:t>
          </a:r>
        </a:p>
      </dgm:t>
    </dgm:pt>
    <dgm:pt modelId="{6E8C7DA9-EE8F-461D-85D0-4B53DE9FFAFF}" type="parTrans" cxnId="{8FA50634-9BD0-4B72-9EB5-3AEBB95AE1D0}">
      <dgm:prSet/>
      <dgm:spPr/>
      <dgm:t>
        <a:bodyPr/>
        <a:lstStyle/>
        <a:p>
          <a:endParaRPr lang="tr-TR"/>
        </a:p>
      </dgm:t>
    </dgm:pt>
    <dgm:pt modelId="{AC36602C-2F2C-402D-AC0C-E84FB4A82C6F}" type="sibTrans" cxnId="{8FA50634-9BD0-4B72-9EB5-3AEBB95AE1D0}">
      <dgm:prSet/>
      <dgm:spPr/>
    </dgm:pt>
    <dgm:pt modelId="{3EB2D8F2-BBF2-49E1-86C6-3E98DC869E1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Transaction</a:t>
          </a:r>
          <a:r>
            <a:rPr lang="tr-TR"/>
            <a:t> </a:t>
          </a:r>
          <a:r>
            <a:rPr lang="en-US" dirty="0" err="1"/>
            <a:t>locktime</a:t>
          </a:r>
          <a:endParaRPr lang="en-US" dirty="0"/>
        </a:p>
      </dgm:t>
    </dgm:pt>
    <dgm:pt modelId="{6674E289-A6F6-489B-BAD9-40965EB0A7CB}" type="parTrans" cxnId="{FE60BC7A-7EB6-4A79-ABD8-CDEBB218B47D}">
      <dgm:prSet/>
      <dgm:spPr/>
      <dgm:t>
        <a:bodyPr/>
        <a:lstStyle/>
        <a:p>
          <a:endParaRPr lang="tr-TR"/>
        </a:p>
      </dgm:t>
    </dgm:pt>
    <dgm:pt modelId="{3DF49BA0-B94C-40AD-A25F-D68E19E85BF8}" type="sibTrans" cxnId="{FE60BC7A-7EB6-4A79-ABD8-CDEBB218B47D}">
      <dgm:prSet/>
      <dgm:spPr/>
    </dgm:pt>
    <dgm:pt modelId="{7C007A70-AE4A-4F7B-8CF9-1112F376ECF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</a:t>
          </a:r>
          <a:r>
            <a:rPr lang="en-US" dirty="0"/>
            <a:t>earliest time </a:t>
          </a:r>
        </a:p>
      </dgm:t>
    </dgm:pt>
    <dgm:pt modelId="{A650B0E5-20AB-42DD-8334-1997E261EFC1}" type="parTrans" cxnId="{A33D1BC8-0B28-4D60-9D1C-A83ADA740858}">
      <dgm:prSet/>
      <dgm:spPr/>
      <dgm:t>
        <a:bodyPr/>
        <a:lstStyle/>
        <a:p>
          <a:endParaRPr lang="tr-TR"/>
        </a:p>
      </dgm:t>
    </dgm:pt>
    <dgm:pt modelId="{93A0F0CA-59C9-4881-B6F8-FB46CD71DD1A}" type="sibTrans" cxnId="{A33D1BC8-0B28-4D60-9D1C-A83ADA740858}">
      <dgm:prSet/>
      <dgm:spPr/>
    </dgm:pt>
    <dgm:pt modelId="{934112B2-C208-444B-91BC-8A41F0498C0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Locktime </a:t>
          </a:r>
          <a:r>
            <a:rPr lang="en-US" dirty="0"/>
            <a:t>is also known as </a:t>
          </a:r>
        </a:p>
      </dgm:t>
    </dgm:pt>
    <dgm:pt modelId="{A98956C1-B197-4675-BD20-E57B12256D2B}" type="parTrans" cxnId="{04F9E1AA-7BA8-403F-AB1F-62FAAE7741F2}">
      <dgm:prSet/>
      <dgm:spPr/>
      <dgm:t>
        <a:bodyPr/>
        <a:lstStyle/>
        <a:p>
          <a:endParaRPr lang="tr-TR"/>
        </a:p>
      </dgm:t>
    </dgm:pt>
    <dgm:pt modelId="{79A283C7-9107-4875-BCFC-6269E943CCEE}" type="sibTrans" cxnId="{04F9E1AA-7BA8-403F-AB1F-62FAAE7741F2}">
      <dgm:prSet/>
      <dgm:spPr/>
    </dgm:pt>
    <dgm:pt modelId="{6ACCB039-D08E-405F-9FFD-15D473E8C3D2}" type="pres">
      <dgm:prSet presAssocID="{BA481FC2-0318-4792-A0E4-5DF0517CCED1}" presName="root" presStyleCnt="0">
        <dgm:presLayoutVars>
          <dgm:dir/>
          <dgm:resizeHandles val="exact"/>
        </dgm:presLayoutVars>
      </dgm:prSet>
      <dgm:spPr/>
    </dgm:pt>
    <dgm:pt modelId="{C1CBCD61-04E3-4CBB-9558-08D36CB2CF47}" type="pres">
      <dgm:prSet presAssocID="{71058400-671E-4C57-9620-8FF8B177A42E}" presName="compNode" presStyleCnt="0"/>
      <dgm:spPr/>
    </dgm:pt>
    <dgm:pt modelId="{C473F8F1-3433-4BEC-A7D3-2240D95F36AD}" type="pres">
      <dgm:prSet presAssocID="{71058400-671E-4C57-9620-8FF8B177A42E}" presName="iconRect" presStyleLbl="node1" presStyleIdx="0" presStyleCnt="4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94E69F00-20AC-448A-B41F-2A621B70A888}" type="pres">
      <dgm:prSet presAssocID="{71058400-671E-4C57-9620-8FF8B177A42E}" presName="iconSpace" presStyleCnt="0"/>
      <dgm:spPr/>
    </dgm:pt>
    <dgm:pt modelId="{0DA34127-5EDD-4A01-8782-6D6BB26FE7B9}" type="pres">
      <dgm:prSet presAssocID="{71058400-671E-4C57-9620-8FF8B177A42E}" presName="parTx" presStyleLbl="revTx" presStyleIdx="0" presStyleCnt="8">
        <dgm:presLayoutVars>
          <dgm:chMax val="0"/>
          <dgm:chPref val="0"/>
        </dgm:presLayoutVars>
      </dgm:prSet>
      <dgm:spPr/>
    </dgm:pt>
    <dgm:pt modelId="{77BE6CB6-B156-4BC2-95AC-CB16AB576FE7}" type="pres">
      <dgm:prSet presAssocID="{71058400-671E-4C57-9620-8FF8B177A42E}" presName="txSpace" presStyleCnt="0"/>
      <dgm:spPr/>
    </dgm:pt>
    <dgm:pt modelId="{6D001FD5-1984-45CE-BACF-DBF9265877E2}" type="pres">
      <dgm:prSet presAssocID="{71058400-671E-4C57-9620-8FF8B177A42E}" presName="desTx" presStyleLbl="revTx" presStyleIdx="1" presStyleCnt="8">
        <dgm:presLayoutVars/>
      </dgm:prSet>
      <dgm:spPr/>
    </dgm:pt>
    <dgm:pt modelId="{CD479CAE-3E9D-473A-8821-8E56E5712796}" type="pres">
      <dgm:prSet presAssocID="{F720D1B4-03DB-42CA-914E-5DED22CC6D88}" presName="sibTrans" presStyleCnt="0"/>
      <dgm:spPr/>
    </dgm:pt>
    <dgm:pt modelId="{B3876914-FB42-44F4-B8E1-20FD4D7023EE}" type="pres">
      <dgm:prSet presAssocID="{86E33F4C-4671-4395-8B02-3EC7F38EB99A}" presName="compNode" presStyleCnt="0"/>
      <dgm:spPr/>
    </dgm:pt>
    <dgm:pt modelId="{1318FA99-E334-4C3E-89B6-F40B1DB5F0EC}" type="pres">
      <dgm:prSet presAssocID="{86E33F4C-4671-4395-8B02-3EC7F38EB99A}" presName="iconRect" presStyleLbl="node1" presStyleIdx="1" presStyleCnt="4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a"/>
        </a:ext>
      </dgm:extLst>
    </dgm:pt>
    <dgm:pt modelId="{157AB6C2-E217-4F7F-9EBD-03B4172E29DA}" type="pres">
      <dgm:prSet presAssocID="{86E33F4C-4671-4395-8B02-3EC7F38EB99A}" presName="iconSpace" presStyleCnt="0"/>
      <dgm:spPr/>
    </dgm:pt>
    <dgm:pt modelId="{99D2197D-E012-4EAC-ACF6-880451BB20B5}" type="pres">
      <dgm:prSet presAssocID="{86E33F4C-4671-4395-8B02-3EC7F38EB99A}" presName="parTx" presStyleLbl="revTx" presStyleIdx="2" presStyleCnt="8">
        <dgm:presLayoutVars>
          <dgm:chMax val="0"/>
          <dgm:chPref val="0"/>
        </dgm:presLayoutVars>
      </dgm:prSet>
      <dgm:spPr/>
    </dgm:pt>
    <dgm:pt modelId="{3CB54D76-546D-45AE-BB70-BAF28C0803E0}" type="pres">
      <dgm:prSet presAssocID="{86E33F4C-4671-4395-8B02-3EC7F38EB99A}" presName="txSpace" presStyleCnt="0"/>
      <dgm:spPr/>
    </dgm:pt>
    <dgm:pt modelId="{B127CAEE-3921-4B60-90E5-7A1608748235}" type="pres">
      <dgm:prSet presAssocID="{86E33F4C-4671-4395-8B02-3EC7F38EB99A}" presName="desTx" presStyleLbl="revTx" presStyleIdx="3" presStyleCnt="8">
        <dgm:presLayoutVars/>
      </dgm:prSet>
      <dgm:spPr/>
    </dgm:pt>
    <dgm:pt modelId="{AB8CBE7E-C4BD-457D-9461-F69E35B462B2}" type="pres">
      <dgm:prSet presAssocID="{67F1364C-8F65-4B00-AF68-D3257076B16E}" presName="sibTrans" presStyleCnt="0"/>
      <dgm:spPr/>
    </dgm:pt>
    <dgm:pt modelId="{623120E9-95FA-4234-B14B-17C95B24AE78}" type="pres">
      <dgm:prSet presAssocID="{FE113B54-516F-4C82-B6AC-56BFC8360F53}" presName="compNode" presStyleCnt="0"/>
      <dgm:spPr/>
    </dgm:pt>
    <dgm:pt modelId="{3198ACEA-092B-482A-99F8-7E36D66C0F47}" type="pres">
      <dgm:prSet presAssocID="{FE113B54-516F-4C82-B6AC-56BFC8360F53}" presName="iconRect" presStyleLbl="node1" presStyleIdx="2" presStyleCnt="4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ğlı değil"/>
        </a:ext>
      </dgm:extLst>
    </dgm:pt>
    <dgm:pt modelId="{B58BB08A-2E71-4F76-BD01-88A742C25C15}" type="pres">
      <dgm:prSet presAssocID="{FE113B54-516F-4C82-B6AC-56BFC8360F53}" presName="iconSpace" presStyleCnt="0"/>
      <dgm:spPr/>
    </dgm:pt>
    <dgm:pt modelId="{2F7F3BAA-24C3-4D0C-89DF-26F665B818A8}" type="pres">
      <dgm:prSet presAssocID="{FE113B54-516F-4C82-B6AC-56BFC8360F53}" presName="parTx" presStyleLbl="revTx" presStyleIdx="4" presStyleCnt="8">
        <dgm:presLayoutVars>
          <dgm:chMax val="0"/>
          <dgm:chPref val="0"/>
        </dgm:presLayoutVars>
      </dgm:prSet>
      <dgm:spPr/>
    </dgm:pt>
    <dgm:pt modelId="{7345A416-6A15-41DA-9823-D59AA2905B5F}" type="pres">
      <dgm:prSet presAssocID="{FE113B54-516F-4C82-B6AC-56BFC8360F53}" presName="txSpace" presStyleCnt="0"/>
      <dgm:spPr/>
    </dgm:pt>
    <dgm:pt modelId="{94E6E20C-8129-4F5A-B025-85BD23193A5E}" type="pres">
      <dgm:prSet presAssocID="{FE113B54-516F-4C82-B6AC-56BFC8360F53}" presName="desTx" presStyleLbl="revTx" presStyleIdx="5" presStyleCnt="8">
        <dgm:presLayoutVars/>
      </dgm:prSet>
      <dgm:spPr/>
    </dgm:pt>
    <dgm:pt modelId="{F343A71D-7AD6-485F-9894-31E54DE9B307}" type="pres">
      <dgm:prSet presAssocID="{52C53F0D-FACE-4FE3-ABC6-2DDAAF81F6CF}" presName="sibTrans" presStyleCnt="0"/>
      <dgm:spPr/>
    </dgm:pt>
    <dgm:pt modelId="{5C22225F-8DB4-4719-8FFB-E5F5316A4A87}" type="pres">
      <dgm:prSet presAssocID="{FDEF87BF-C9A7-4858-ADEB-B881D8123E87}" presName="compNode" presStyleCnt="0"/>
      <dgm:spPr/>
    </dgm:pt>
    <dgm:pt modelId="{12DB6F7F-E137-45A1-BA13-BCEF543F7873}" type="pres">
      <dgm:prSet presAssocID="{FDEF87BF-C9A7-4858-ADEB-B881D8123E87}" presName="iconRect" presStyleLbl="node1" presStyleIdx="3" presStyleCnt="4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ffice Worker"/>
        </a:ext>
      </dgm:extLst>
    </dgm:pt>
    <dgm:pt modelId="{FD986BB7-787A-43BC-A185-2C81A94D3B2B}" type="pres">
      <dgm:prSet presAssocID="{FDEF87BF-C9A7-4858-ADEB-B881D8123E87}" presName="iconSpace" presStyleCnt="0"/>
      <dgm:spPr/>
    </dgm:pt>
    <dgm:pt modelId="{844201BF-0C1F-4870-AC9D-7412A1F689AA}" type="pres">
      <dgm:prSet presAssocID="{FDEF87BF-C9A7-4858-ADEB-B881D8123E87}" presName="parTx" presStyleLbl="revTx" presStyleIdx="6" presStyleCnt="8">
        <dgm:presLayoutVars>
          <dgm:chMax val="0"/>
          <dgm:chPref val="0"/>
        </dgm:presLayoutVars>
      </dgm:prSet>
      <dgm:spPr/>
    </dgm:pt>
    <dgm:pt modelId="{B04A12DB-67C1-41B9-A337-32880FE23887}" type="pres">
      <dgm:prSet presAssocID="{FDEF87BF-C9A7-4858-ADEB-B881D8123E87}" presName="txSpace" presStyleCnt="0"/>
      <dgm:spPr/>
    </dgm:pt>
    <dgm:pt modelId="{5F626D86-95A0-4A09-A744-29D6DC9C1C41}" type="pres">
      <dgm:prSet presAssocID="{FDEF87BF-C9A7-4858-ADEB-B881D8123E87}" presName="desTx" presStyleLbl="revTx" presStyleIdx="7" presStyleCnt="8">
        <dgm:presLayoutVars/>
      </dgm:prSet>
      <dgm:spPr/>
    </dgm:pt>
  </dgm:ptLst>
  <dgm:cxnLst>
    <dgm:cxn modelId="{2D185103-23A2-4B73-B92E-908EC1B15120}" srcId="{86E33F4C-4671-4395-8B02-3EC7F38EB99A}" destId="{1A08F647-D018-4031-981E-3F7B3841B158}" srcOrd="2" destOrd="0" parTransId="{ACC19049-93AF-4844-BAF5-C5895FE29777}" sibTransId="{F928AB66-286C-43F3-93F6-56D19C9D682B}"/>
    <dgm:cxn modelId="{029B3B10-F9AD-45D9-8737-E8BE0496E417}" srcId="{FDEF87BF-C9A7-4858-ADEB-B881D8123E87}" destId="{6BB651BC-1853-463C-8A84-0706AA73E996}" srcOrd="1" destOrd="0" parTransId="{90639EBE-3ABE-4EF4-A1BB-099C6DA601DB}" sibTransId="{BD9ADE26-96DA-4C38-85C2-3771310D86A5}"/>
    <dgm:cxn modelId="{91858715-25EE-4D8A-A0E8-411A24FE2126}" type="presOf" srcId="{71058400-671E-4C57-9620-8FF8B177A42E}" destId="{0DA34127-5EDD-4A01-8782-6D6BB26FE7B9}" srcOrd="0" destOrd="0" presId="urn:microsoft.com/office/officeart/2018/5/layout/CenteredIconLabelDescriptionList"/>
    <dgm:cxn modelId="{AD624D1D-9262-4DED-A666-8BFFE99B2178}" type="presOf" srcId="{B7B1ACED-3594-4074-A84F-1F5286B5761B}" destId="{6D001FD5-1984-45CE-BACF-DBF9265877E2}" srcOrd="0" destOrd="1" presId="urn:microsoft.com/office/officeart/2018/5/layout/CenteredIconLabelDescriptionList"/>
    <dgm:cxn modelId="{00959E29-CD6B-42CD-A44C-FC158B5748FE}" srcId="{BA481FC2-0318-4792-A0E4-5DF0517CCED1}" destId="{86E33F4C-4671-4395-8B02-3EC7F38EB99A}" srcOrd="1" destOrd="0" parTransId="{BB5CFE47-E01B-4404-933D-D6B52E0BAFAA}" sibTransId="{67F1364C-8F65-4B00-AF68-D3257076B16E}"/>
    <dgm:cxn modelId="{4EDD1E2E-33E8-4201-84CE-A0F094E430F0}" type="presOf" srcId="{0584569C-ECEE-4575-86BB-CD4B5BB513A8}" destId="{6D001FD5-1984-45CE-BACF-DBF9265877E2}" srcOrd="0" destOrd="0" presId="urn:microsoft.com/office/officeart/2018/5/layout/CenteredIconLabelDescriptionList"/>
    <dgm:cxn modelId="{DC5C1733-15E5-48EF-BB4C-DF5E3B0FB171}" type="presOf" srcId="{FE113B54-516F-4C82-B6AC-56BFC8360F53}" destId="{2F7F3BAA-24C3-4D0C-89DF-26F665B818A8}" srcOrd="0" destOrd="0" presId="urn:microsoft.com/office/officeart/2018/5/layout/CenteredIconLabelDescriptionList"/>
    <dgm:cxn modelId="{68643333-49CF-44B0-994C-8A18C92C9B9B}" srcId="{BA481FC2-0318-4792-A0E4-5DF0517CCED1}" destId="{FE113B54-516F-4C82-B6AC-56BFC8360F53}" srcOrd="2" destOrd="0" parTransId="{17FBDD87-AE88-4736-AD0F-C0926D7F8CD3}" sibTransId="{52C53F0D-FACE-4FE3-ABC6-2DDAAF81F6CF}"/>
    <dgm:cxn modelId="{8FA50634-9BD0-4B72-9EB5-3AEBB95AE1D0}" srcId="{71058400-671E-4C57-9620-8FF8B177A42E}" destId="{0584569C-ECEE-4575-86BB-CD4B5BB513A8}" srcOrd="0" destOrd="0" parTransId="{6E8C7DA9-EE8F-461D-85D0-4B53DE9FFAFF}" sibTransId="{AC36602C-2F2C-402D-AC0C-E84FB4A82C6F}"/>
    <dgm:cxn modelId="{6AC6A75D-1EC6-4DB9-8836-D30AE30CD04D}" type="presOf" srcId="{67C94684-C2A9-4C6C-BA5E-5EC40E0A8D81}" destId="{94E6E20C-8129-4F5A-B025-85BD23193A5E}" srcOrd="0" destOrd="1" presId="urn:microsoft.com/office/officeart/2018/5/layout/CenteredIconLabelDescriptionList"/>
    <dgm:cxn modelId="{4EDAC15F-3D29-450A-85A7-B53FD2EF48A9}" srcId="{86E33F4C-4671-4395-8B02-3EC7F38EB99A}" destId="{CF10A513-5E82-47C0-88EB-7D6F79C5F165}" srcOrd="1" destOrd="0" parTransId="{E11436A0-3DC4-4F54-80A7-1D07DE253C2A}" sibTransId="{8A7064BF-F4DA-4478-A033-454CA9F0DBC3}"/>
    <dgm:cxn modelId="{18394541-77C1-417F-8E69-2B3224AD608E}" srcId="{BA481FC2-0318-4792-A0E4-5DF0517CCED1}" destId="{FDEF87BF-C9A7-4858-ADEB-B881D8123E87}" srcOrd="3" destOrd="0" parTransId="{C9924877-1DA5-4F78-986C-B15BCCF92733}" sibTransId="{B312C270-DD03-4CED-8DAE-1FBA616EB5A8}"/>
    <dgm:cxn modelId="{457DA141-7780-4D0C-AF5D-C79EE2BD9D84}" type="presOf" srcId="{F5BEAF6C-DF6E-4C84-80B8-79110EB9DD03}" destId="{94E6E20C-8129-4F5A-B025-85BD23193A5E}" srcOrd="0" destOrd="3" presId="urn:microsoft.com/office/officeart/2018/5/layout/CenteredIconLabelDescriptionList"/>
    <dgm:cxn modelId="{0405C463-39A9-4845-9D99-11D02698E680}" type="presOf" srcId="{7C007A70-AE4A-4F7B-8CF9-1112F376ECFE}" destId="{94E6E20C-8129-4F5A-B025-85BD23193A5E}" srcOrd="0" destOrd="0" presId="urn:microsoft.com/office/officeart/2018/5/layout/CenteredIconLabelDescriptionList"/>
    <dgm:cxn modelId="{7C4BB566-C6FA-425E-9C9E-428339113467}" srcId="{FE113B54-516F-4C82-B6AC-56BFC8360F53}" destId="{67C94684-C2A9-4C6C-BA5E-5EC40E0A8D81}" srcOrd="1" destOrd="0" parTransId="{934B56C8-E544-4729-A729-C2618B19E99F}" sibTransId="{551A0EEE-6D55-43A1-B391-6AE4CCF86DAA}"/>
    <dgm:cxn modelId="{F39EDE48-8209-4B31-8872-8B0D9FD942D9}" srcId="{FDEF87BF-C9A7-4858-ADEB-B881D8123E87}" destId="{C065147D-89A6-4440-8727-647BBF3CA651}" srcOrd="2" destOrd="0" parTransId="{B2AEC0F6-9DFD-445F-9A90-5E3759C6AC24}" sibTransId="{0326C1E1-7C77-4973-AA35-F81ECEAE5E59}"/>
    <dgm:cxn modelId="{32D06669-167E-4750-A575-299886682A03}" type="presOf" srcId="{3EB2D8F2-BBF2-49E1-86C6-3E98DC869E14}" destId="{B127CAEE-3921-4B60-90E5-7A1608748235}" srcOrd="0" destOrd="0" presId="urn:microsoft.com/office/officeart/2018/5/layout/CenteredIconLabelDescriptionList"/>
    <dgm:cxn modelId="{33EE376D-3442-4A7E-B197-6E045412C91C}" srcId="{FE113B54-516F-4C82-B6AC-56BFC8360F53}" destId="{F32DBE5D-4E71-4195-8E55-4CEA2B64446B}" srcOrd="2" destOrd="0" parTransId="{B3A06BC9-4FC6-475E-A93F-22700A851021}" sibTransId="{AE9EEFE8-D189-4D9A-88C3-C25CE00EC57E}"/>
    <dgm:cxn modelId="{FE60BC7A-7EB6-4A79-ABD8-CDEBB218B47D}" srcId="{86E33F4C-4671-4395-8B02-3EC7F38EB99A}" destId="{3EB2D8F2-BBF2-49E1-86C6-3E98DC869E14}" srcOrd="0" destOrd="0" parTransId="{6674E289-A6F6-489B-BAD9-40965EB0A7CB}" sibTransId="{3DF49BA0-B94C-40AD-A25F-D68E19E85BF8}"/>
    <dgm:cxn modelId="{8391FA89-6AB2-4B3A-B1BA-FF3304FB2731}" type="presOf" srcId="{C065147D-89A6-4440-8727-647BBF3CA651}" destId="{5F626D86-95A0-4A09-A744-29D6DC9C1C41}" srcOrd="0" destOrd="2" presId="urn:microsoft.com/office/officeart/2018/5/layout/CenteredIconLabelDescriptionList"/>
    <dgm:cxn modelId="{85DD25A3-B35E-49DF-B27E-267784307CE5}" type="presOf" srcId="{BA481FC2-0318-4792-A0E4-5DF0517CCED1}" destId="{6ACCB039-D08E-405F-9FFD-15D473E8C3D2}" srcOrd="0" destOrd="0" presId="urn:microsoft.com/office/officeart/2018/5/layout/CenteredIconLabelDescriptionList"/>
    <dgm:cxn modelId="{47B426A3-11B2-4300-B262-B286B91669C0}" type="presOf" srcId="{F32DBE5D-4E71-4195-8E55-4CEA2B64446B}" destId="{94E6E20C-8129-4F5A-B025-85BD23193A5E}" srcOrd="0" destOrd="2" presId="urn:microsoft.com/office/officeart/2018/5/layout/CenteredIconLabelDescriptionList"/>
    <dgm:cxn modelId="{04F9E1AA-7BA8-403F-AB1F-62FAAE7741F2}" srcId="{FDEF87BF-C9A7-4858-ADEB-B881D8123E87}" destId="{934112B2-C208-444B-91BC-8A41F0498C0B}" srcOrd="0" destOrd="0" parTransId="{A98956C1-B197-4675-BD20-E57B12256D2B}" sibTransId="{79A283C7-9107-4875-BCFC-6269E943CCEE}"/>
    <dgm:cxn modelId="{576891B5-329A-48A4-95D0-1A8038D4AC1A}" srcId="{BA481FC2-0318-4792-A0E4-5DF0517CCED1}" destId="{71058400-671E-4C57-9620-8FF8B177A42E}" srcOrd="0" destOrd="0" parTransId="{27E60AAA-8167-48E7-8753-098DAC9033D4}" sibTransId="{F720D1B4-03DB-42CA-914E-5DED22CC6D88}"/>
    <dgm:cxn modelId="{48E676B9-A733-4AA7-BC63-EACDEEEF86C1}" type="presOf" srcId="{FDEF87BF-C9A7-4858-ADEB-B881D8123E87}" destId="{844201BF-0C1F-4870-AC9D-7412A1F689AA}" srcOrd="0" destOrd="0" presId="urn:microsoft.com/office/officeart/2018/5/layout/CenteredIconLabelDescriptionList"/>
    <dgm:cxn modelId="{A33D1BC8-0B28-4D60-9D1C-A83ADA740858}" srcId="{FE113B54-516F-4C82-B6AC-56BFC8360F53}" destId="{7C007A70-AE4A-4F7B-8CF9-1112F376ECFE}" srcOrd="0" destOrd="0" parTransId="{A650B0E5-20AB-42DD-8334-1997E261EFC1}" sibTransId="{93A0F0CA-59C9-4881-B6F8-FB46CD71DD1A}"/>
    <dgm:cxn modelId="{C45FF9CC-8520-4EAC-8028-674ED4367547}" type="presOf" srcId="{6BB651BC-1853-463C-8A84-0706AA73E996}" destId="{5F626D86-95A0-4A09-A744-29D6DC9C1C41}" srcOrd="0" destOrd="1" presId="urn:microsoft.com/office/officeart/2018/5/layout/CenteredIconLabelDescriptionList"/>
    <dgm:cxn modelId="{C0316DCD-E430-46A5-9CC4-3463366965B8}" type="presOf" srcId="{1A08F647-D018-4031-981E-3F7B3841B158}" destId="{B127CAEE-3921-4B60-90E5-7A1608748235}" srcOrd="0" destOrd="2" presId="urn:microsoft.com/office/officeart/2018/5/layout/CenteredIconLabelDescriptionList"/>
    <dgm:cxn modelId="{CACD24DB-BACA-4004-AB27-9DE9500C736F}" srcId="{71058400-671E-4C57-9620-8FF8B177A42E}" destId="{B7B1ACED-3594-4074-A84F-1F5286B5761B}" srcOrd="1" destOrd="0" parTransId="{D2184F04-C119-426E-8320-88F5C108F7BF}" sibTransId="{88B782A0-A577-4F13-A736-24179FBD6835}"/>
    <dgm:cxn modelId="{19A3EAE0-4EC8-48EF-8232-0E63A0068BE3}" type="presOf" srcId="{934112B2-C208-444B-91BC-8A41F0498C0B}" destId="{5F626D86-95A0-4A09-A744-29D6DC9C1C41}" srcOrd="0" destOrd="0" presId="urn:microsoft.com/office/officeart/2018/5/layout/CenteredIconLabelDescriptionList"/>
    <dgm:cxn modelId="{A33D7CE4-C6F5-424A-BC66-9EB36D234C5C}" type="presOf" srcId="{CF10A513-5E82-47C0-88EB-7D6F79C5F165}" destId="{B127CAEE-3921-4B60-90E5-7A1608748235}" srcOrd="0" destOrd="1" presId="urn:microsoft.com/office/officeart/2018/5/layout/CenteredIconLabelDescriptionList"/>
    <dgm:cxn modelId="{937C59E6-2B14-4516-ACDC-1E1CFE65BE7A}" srcId="{FE113B54-516F-4C82-B6AC-56BFC8360F53}" destId="{F5BEAF6C-DF6E-4C84-80B8-79110EB9DD03}" srcOrd="3" destOrd="0" parTransId="{360EC354-E277-43DC-9289-BD0C8EA43857}" sibTransId="{DC10F85A-7AEB-4D39-9AE6-269E2DAA4698}"/>
    <dgm:cxn modelId="{674BF5F3-86FF-421A-A307-D73B652D6DE8}" type="presOf" srcId="{86E33F4C-4671-4395-8B02-3EC7F38EB99A}" destId="{99D2197D-E012-4EAC-ACF6-880451BB20B5}" srcOrd="0" destOrd="0" presId="urn:microsoft.com/office/officeart/2018/5/layout/CenteredIconLabelDescriptionList"/>
    <dgm:cxn modelId="{52A724E1-39EB-4310-B423-A903EF380BB5}" type="presParOf" srcId="{6ACCB039-D08E-405F-9FFD-15D473E8C3D2}" destId="{C1CBCD61-04E3-4CBB-9558-08D36CB2CF47}" srcOrd="0" destOrd="0" presId="urn:microsoft.com/office/officeart/2018/5/layout/CenteredIconLabelDescriptionList"/>
    <dgm:cxn modelId="{AE320B36-5493-4FBD-844C-977EE2085190}" type="presParOf" srcId="{C1CBCD61-04E3-4CBB-9558-08D36CB2CF47}" destId="{C473F8F1-3433-4BEC-A7D3-2240D95F36AD}" srcOrd="0" destOrd="0" presId="urn:microsoft.com/office/officeart/2018/5/layout/CenteredIconLabelDescriptionList"/>
    <dgm:cxn modelId="{F21782D9-A50C-412F-A7E8-5AC87CF4B71E}" type="presParOf" srcId="{C1CBCD61-04E3-4CBB-9558-08D36CB2CF47}" destId="{94E69F00-20AC-448A-B41F-2A621B70A888}" srcOrd="1" destOrd="0" presId="urn:microsoft.com/office/officeart/2018/5/layout/CenteredIconLabelDescriptionList"/>
    <dgm:cxn modelId="{4E28D05B-2CBA-435A-8604-9D04D269FEE7}" type="presParOf" srcId="{C1CBCD61-04E3-4CBB-9558-08D36CB2CF47}" destId="{0DA34127-5EDD-4A01-8782-6D6BB26FE7B9}" srcOrd="2" destOrd="0" presId="urn:microsoft.com/office/officeart/2018/5/layout/CenteredIconLabelDescriptionList"/>
    <dgm:cxn modelId="{8CD8106A-F4AC-477D-815E-1AB38E5E24C4}" type="presParOf" srcId="{C1CBCD61-04E3-4CBB-9558-08D36CB2CF47}" destId="{77BE6CB6-B156-4BC2-95AC-CB16AB576FE7}" srcOrd="3" destOrd="0" presId="urn:microsoft.com/office/officeart/2018/5/layout/CenteredIconLabelDescriptionList"/>
    <dgm:cxn modelId="{391F1CB1-65BB-4406-88BC-F68CAA4B7AE0}" type="presParOf" srcId="{C1CBCD61-04E3-4CBB-9558-08D36CB2CF47}" destId="{6D001FD5-1984-45CE-BACF-DBF9265877E2}" srcOrd="4" destOrd="0" presId="urn:microsoft.com/office/officeart/2018/5/layout/CenteredIconLabelDescriptionList"/>
    <dgm:cxn modelId="{E2980A15-6E49-403B-AEB7-64109F399CB7}" type="presParOf" srcId="{6ACCB039-D08E-405F-9FFD-15D473E8C3D2}" destId="{CD479CAE-3E9D-473A-8821-8E56E5712796}" srcOrd="1" destOrd="0" presId="urn:microsoft.com/office/officeart/2018/5/layout/CenteredIconLabelDescriptionList"/>
    <dgm:cxn modelId="{C7C0EF9E-7FE7-48F8-961C-1B1BCA694DCF}" type="presParOf" srcId="{6ACCB039-D08E-405F-9FFD-15D473E8C3D2}" destId="{B3876914-FB42-44F4-B8E1-20FD4D7023EE}" srcOrd="2" destOrd="0" presId="urn:microsoft.com/office/officeart/2018/5/layout/CenteredIconLabelDescriptionList"/>
    <dgm:cxn modelId="{F97AA7CC-25CA-470B-828F-5FEB3D8928BC}" type="presParOf" srcId="{B3876914-FB42-44F4-B8E1-20FD4D7023EE}" destId="{1318FA99-E334-4C3E-89B6-F40B1DB5F0EC}" srcOrd="0" destOrd="0" presId="urn:microsoft.com/office/officeart/2018/5/layout/CenteredIconLabelDescriptionList"/>
    <dgm:cxn modelId="{7C121315-3F16-4A1A-B258-1B28C67EF430}" type="presParOf" srcId="{B3876914-FB42-44F4-B8E1-20FD4D7023EE}" destId="{157AB6C2-E217-4F7F-9EBD-03B4172E29DA}" srcOrd="1" destOrd="0" presId="urn:microsoft.com/office/officeart/2018/5/layout/CenteredIconLabelDescriptionList"/>
    <dgm:cxn modelId="{BE6D4D42-998F-4A04-B194-AB40994F1142}" type="presParOf" srcId="{B3876914-FB42-44F4-B8E1-20FD4D7023EE}" destId="{99D2197D-E012-4EAC-ACF6-880451BB20B5}" srcOrd="2" destOrd="0" presId="urn:microsoft.com/office/officeart/2018/5/layout/CenteredIconLabelDescriptionList"/>
    <dgm:cxn modelId="{C9BC867E-EB3B-474A-8F93-0B2550F4A494}" type="presParOf" srcId="{B3876914-FB42-44F4-B8E1-20FD4D7023EE}" destId="{3CB54D76-546D-45AE-BB70-BAF28C0803E0}" srcOrd="3" destOrd="0" presId="urn:microsoft.com/office/officeart/2018/5/layout/CenteredIconLabelDescriptionList"/>
    <dgm:cxn modelId="{1513161F-EF31-49FB-BB52-FBF728E28C66}" type="presParOf" srcId="{B3876914-FB42-44F4-B8E1-20FD4D7023EE}" destId="{B127CAEE-3921-4B60-90E5-7A1608748235}" srcOrd="4" destOrd="0" presId="urn:microsoft.com/office/officeart/2018/5/layout/CenteredIconLabelDescriptionList"/>
    <dgm:cxn modelId="{0E05A0A9-E06F-4DF3-9188-F7FC4E90272B}" type="presParOf" srcId="{6ACCB039-D08E-405F-9FFD-15D473E8C3D2}" destId="{AB8CBE7E-C4BD-457D-9461-F69E35B462B2}" srcOrd="3" destOrd="0" presId="urn:microsoft.com/office/officeart/2018/5/layout/CenteredIconLabelDescriptionList"/>
    <dgm:cxn modelId="{48BC002B-FD48-402A-A8AE-0FD5EF75438C}" type="presParOf" srcId="{6ACCB039-D08E-405F-9FFD-15D473E8C3D2}" destId="{623120E9-95FA-4234-B14B-17C95B24AE78}" srcOrd="4" destOrd="0" presId="urn:microsoft.com/office/officeart/2018/5/layout/CenteredIconLabelDescriptionList"/>
    <dgm:cxn modelId="{EADB4CC2-3C09-4BB7-A4B2-5DA187AEDF2C}" type="presParOf" srcId="{623120E9-95FA-4234-B14B-17C95B24AE78}" destId="{3198ACEA-092B-482A-99F8-7E36D66C0F47}" srcOrd="0" destOrd="0" presId="urn:microsoft.com/office/officeart/2018/5/layout/CenteredIconLabelDescriptionList"/>
    <dgm:cxn modelId="{FFA53C1A-2150-462F-996C-82BF62A92B3A}" type="presParOf" srcId="{623120E9-95FA-4234-B14B-17C95B24AE78}" destId="{B58BB08A-2E71-4F76-BD01-88A742C25C15}" srcOrd="1" destOrd="0" presId="urn:microsoft.com/office/officeart/2018/5/layout/CenteredIconLabelDescriptionList"/>
    <dgm:cxn modelId="{28FDE316-5704-418B-9C4A-CB66BDF498F1}" type="presParOf" srcId="{623120E9-95FA-4234-B14B-17C95B24AE78}" destId="{2F7F3BAA-24C3-4D0C-89DF-26F665B818A8}" srcOrd="2" destOrd="0" presId="urn:microsoft.com/office/officeart/2018/5/layout/CenteredIconLabelDescriptionList"/>
    <dgm:cxn modelId="{6490D79C-B062-437C-A3A7-1F94EFE39063}" type="presParOf" srcId="{623120E9-95FA-4234-B14B-17C95B24AE78}" destId="{7345A416-6A15-41DA-9823-D59AA2905B5F}" srcOrd="3" destOrd="0" presId="urn:microsoft.com/office/officeart/2018/5/layout/CenteredIconLabelDescriptionList"/>
    <dgm:cxn modelId="{45994E1A-451F-4636-8E45-B7E8DD109020}" type="presParOf" srcId="{623120E9-95FA-4234-B14B-17C95B24AE78}" destId="{94E6E20C-8129-4F5A-B025-85BD23193A5E}" srcOrd="4" destOrd="0" presId="urn:microsoft.com/office/officeart/2018/5/layout/CenteredIconLabelDescriptionList"/>
    <dgm:cxn modelId="{57954884-CBAA-42E2-AB01-AB5E816917B1}" type="presParOf" srcId="{6ACCB039-D08E-405F-9FFD-15D473E8C3D2}" destId="{F343A71D-7AD6-485F-9894-31E54DE9B307}" srcOrd="5" destOrd="0" presId="urn:microsoft.com/office/officeart/2018/5/layout/CenteredIconLabelDescriptionList"/>
    <dgm:cxn modelId="{8470943D-C646-4F23-84C1-F4391A5BC109}" type="presParOf" srcId="{6ACCB039-D08E-405F-9FFD-15D473E8C3D2}" destId="{5C22225F-8DB4-4719-8FFB-E5F5316A4A87}" srcOrd="6" destOrd="0" presId="urn:microsoft.com/office/officeart/2018/5/layout/CenteredIconLabelDescriptionList"/>
    <dgm:cxn modelId="{BA47F7C7-5B36-4040-8813-8F694143B056}" type="presParOf" srcId="{5C22225F-8DB4-4719-8FFB-E5F5316A4A87}" destId="{12DB6F7F-E137-45A1-BA13-BCEF543F7873}" srcOrd="0" destOrd="0" presId="urn:microsoft.com/office/officeart/2018/5/layout/CenteredIconLabelDescriptionList"/>
    <dgm:cxn modelId="{467096A8-8A13-4239-8968-8EC0F4A41FDB}" type="presParOf" srcId="{5C22225F-8DB4-4719-8FFB-E5F5316A4A87}" destId="{FD986BB7-787A-43BC-A185-2C81A94D3B2B}" srcOrd="1" destOrd="0" presId="urn:microsoft.com/office/officeart/2018/5/layout/CenteredIconLabelDescriptionList"/>
    <dgm:cxn modelId="{7C0102D8-9830-4BCB-B926-A41F2C5B0A1D}" type="presParOf" srcId="{5C22225F-8DB4-4719-8FFB-E5F5316A4A87}" destId="{844201BF-0C1F-4870-AC9D-7412A1F689AA}" srcOrd="2" destOrd="0" presId="urn:microsoft.com/office/officeart/2018/5/layout/CenteredIconLabelDescriptionList"/>
    <dgm:cxn modelId="{F69B2DF2-A85C-41E4-BB43-A38148FC926E}" type="presParOf" srcId="{5C22225F-8DB4-4719-8FFB-E5F5316A4A87}" destId="{B04A12DB-67C1-41B9-A337-32880FE23887}" srcOrd="3" destOrd="0" presId="urn:microsoft.com/office/officeart/2018/5/layout/CenteredIconLabelDescriptionList"/>
    <dgm:cxn modelId="{DA072297-BF8E-4F1C-A250-3BF87586C6B5}" type="presParOf" srcId="{5C22225F-8DB4-4719-8FFB-E5F5316A4A87}" destId="{5F626D86-95A0-4A09-A744-29D6DC9C1C41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6.xml><?xml version="1.0" encoding="utf-8"?>
<dgm:dataModel xmlns:dgm="http://schemas.openxmlformats.org/drawingml/2006/diagram" xmlns:a="http://schemas.openxmlformats.org/drawingml/2006/main">
  <dgm:ptLst>
    <dgm:pt modelId="{D25848D4-EC2A-4CC9-A297-A2A5701E10CC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B2179646-1F35-4767-93B0-6B0E4BAFDDE3}">
      <dgm:prSet/>
      <dgm:spPr/>
      <dgm:t>
        <a:bodyPr/>
        <a:lstStyle/>
        <a:p>
          <a:r>
            <a:rPr lang="tr-TR" dirty="0" err="1"/>
            <a:t>Immediate</a:t>
          </a:r>
          <a:endParaRPr lang="en-US" dirty="0"/>
        </a:p>
      </dgm:t>
    </dgm:pt>
    <dgm:pt modelId="{5B9CD030-F438-45B4-A97B-CDE26BFF4279}" type="parTrans" cxnId="{5EC83725-D538-4886-A01C-F9EE4AA56B79}">
      <dgm:prSet/>
      <dgm:spPr/>
      <dgm:t>
        <a:bodyPr/>
        <a:lstStyle/>
        <a:p>
          <a:endParaRPr lang="en-US"/>
        </a:p>
      </dgm:t>
    </dgm:pt>
    <dgm:pt modelId="{5A79BF67-CCC9-42FD-A5DD-BDE09E08060B}" type="sibTrans" cxnId="{5EC83725-D538-4886-A01C-F9EE4AA56B79}">
      <dgm:prSet/>
      <dgm:spPr/>
      <dgm:t>
        <a:bodyPr/>
        <a:lstStyle/>
        <a:p>
          <a:endParaRPr lang="en-US"/>
        </a:p>
      </dgm:t>
    </dgm:pt>
    <dgm:pt modelId="{57463869-6960-448C-9058-648BA421EB9B}">
      <dgm:prSet/>
      <dgm:spPr/>
      <dgm:t>
        <a:bodyPr/>
        <a:lstStyle/>
        <a:p>
          <a:r>
            <a:rPr lang="en-US"/>
            <a:t>to indicate</a:t>
          </a:r>
          <a:r>
            <a:rPr lang="tr-TR"/>
            <a:t> </a:t>
          </a:r>
          <a:r>
            <a:rPr lang="en-US"/>
            <a:t>immediate propagation and execution. </a:t>
          </a:r>
        </a:p>
      </dgm:t>
    </dgm:pt>
    <dgm:pt modelId="{BC311DEC-EEC9-4906-A4E0-AF5E612AC3AE}" type="parTrans" cxnId="{6CCCBD51-30F7-4AA0-8EF4-73DA7F182C3D}">
      <dgm:prSet/>
      <dgm:spPr/>
      <dgm:t>
        <a:bodyPr/>
        <a:lstStyle/>
        <a:p>
          <a:endParaRPr lang="en-US"/>
        </a:p>
      </dgm:t>
    </dgm:pt>
    <dgm:pt modelId="{F4BC99D1-786C-4E37-A252-BE90EA99EED4}" type="sibTrans" cxnId="{6CCCBD51-30F7-4AA0-8EF4-73DA7F182C3D}">
      <dgm:prSet/>
      <dgm:spPr/>
      <dgm:t>
        <a:bodyPr/>
        <a:lstStyle/>
        <a:p>
          <a:endParaRPr lang="en-US"/>
        </a:p>
      </dgm:t>
    </dgm:pt>
    <dgm:pt modelId="{794B8B3B-7C80-45B5-9E6B-B10E2A261CD6}">
      <dgm:prSet/>
      <dgm:spPr/>
      <dgm:t>
        <a:bodyPr/>
        <a:lstStyle/>
        <a:p>
          <a:r>
            <a:rPr lang="tr-TR" dirty="0"/>
            <a:t>0&lt;</a:t>
          </a:r>
          <a:r>
            <a:rPr lang="tr-TR" dirty="0" err="1"/>
            <a:t>nLocktime</a:t>
          </a:r>
          <a:r>
            <a:rPr lang="tr-TR" dirty="0"/>
            <a:t>&lt;500million</a:t>
          </a:r>
          <a:endParaRPr lang="en-US" dirty="0"/>
        </a:p>
      </dgm:t>
    </dgm:pt>
    <dgm:pt modelId="{9A7B66AE-4CB1-4900-A110-966CDCFCB66E}" type="parTrans" cxnId="{B871D9EE-2328-48A4-9360-C1CE0B6E0C48}">
      <dgm:prSet/>
      <dgm:spPr/>
      <dgm:t>
        <a:bodyPr/>
        <a:lstStyle/>
        <a:p>
          <a:endParaRPr lang="en-US"/>
        </a:p>
      </dgm:t>
    </dgm:pt>
    <dgm:pt modelId="{1AE960F3-592E-4903-BA46-632161CC275F}" type="sibTrans" cxnId="{B871D9EE-2328-48A4-9360-C1CE0B6E0C48}">
      <dgm:prSet/>
      <dgm:spPr/>
      <dgm:t>
        <a:bodyPr/>
        <a:lstStyle/>
        <a:p>
          <a:endParaRPr lang="en-US"/>
        </a:p>
      </dgm:t>
    </dgm:pt>
    <dgm:pt modelId="{C83B3202-FB6F-436F-866A-CD9BEE02C3B7}">
      <dgm:prSet/>
      <dgm:spPr/>
      <dgm:t>
        <a:bodyPr/>
        <a:lstStyle/>
        <a:p>
          <a:r>
            <a:rPr lang="en-US" dirty="0"/>
            <a:t>it is interpreted as a block height</a:t>
          </a:r>
        </a:p>
      </dgm:t>
    </dgm:pt>
    <dgm:pt modelId="{7D0C3B11-1318-4C12-81A7-8A724C7149C8}" type="parTrans" cxnId="{6762E2BE-BF90-4036-9C3B-B984BCB45F79}">
      <dgm:prSet/>
      <dgm:spPr/>
      <dgm:t>
        <a:bodyPr/>
        <a:lstStyle/>
        <a:p>
          <a:endParaRPr lang="en-US"/>
        </a:p>
      </dgm:t>
    </dgm:pt>
    <dgm:pt modelId="{EB0FD029-5834-4927-A027-8868F07E4277}" type="sibTrans" cxnId="{6762E2BE-BF90-4036-9C3B-B984BCB45F79}">
      <dgm:prSet/>
      <dgm:spPr/>
      <dgm:t>
        <a:bodyPr/>
        <a:lstStyle/>
        <a:p>
          <a:endParaRPr lang="en-US"/>
        </a:p>
      </dgm:t>
    </dgm:pt>
    <dgm:pt modelId="{3916DB90-8EF5-477C-966D-D92C2BB44D98}">
      <dgm:prSet/>
      <dgm:spPr/>
      <dgm:t>
        <a:bodyPr/>
        <a:lstStyle/>
        <a:p>
          <a:r>
            <a:rPr lang="en-US"/>
            <a:t>meaning </a:t>
          </a:r>
        </a:p>
      </dgm:t>
    </dgm:pt>
    <dgm:pt modelId="{0729A830-8EF2-42DE-8026-9EFE00B6B6AD}" type="parTrans" cxnId="{FD1923EE-0A9B-45EE-A235-4E6FC3522C75}">
      <dgm:prSet/>
      <dgm:spPr/>
      <dgm:t>
        <a:bodyPr/>
        <a:lstStyle/>
        <a:p>
          <a:endParaRPr lang="en-US"/>
        </a:p>
      </dgm:t>
    </dgm:pt>
    <dgm:pt modelId="{D4AB155D-9257-40A8-8227-53DFE43CD614}" type="sibTrans" cxnId="{FD1923EE-0A9B-45EE-A235-4E6FC3522C75}">
      <dgm:prSet/>
      <dgm:spPr/>
      <dgm:t>
        <a:bodyPr/>
        <a:lstStyle/>
        <a:p>
          <a:endParaRPr lang="en-US"/>
        </a:p>
      </dgm:t>
    </dgm:pt>
    <dgm:pt modelId="{C0940D87-9619-4DA9-A835-58234B3E42E7}">
      <dgm:prSet/>
      <dgm:spPr/>
      <dgm:t>
        <a:bodyPr/>
        <a:lstStyle/>
        <a:p>
          <a:r>
            <a:rPr lang="en-US"/>
            <a:t>the transaction is not valid </a:t>
          </a:r>
        </a:p>
      </dgm:t>
    </dgm:pt>
    <dgm:pt modelId="{3DF6E99C-D096-4DE3-9486-54536C8C2B90}" type="parTrans" cxnId="{A09D6331-29AA-4191-8013-5D4D944D7B1B}">
      <dgm:prSet/>
      <dgm:spPr/>
      <dgm:t>
        <a:bodyPr/>
        <a:lstStyle/>
        <a:p>
          <a:endParaRPr lang="en-US"/>
        </a:p>
      </dgm:t>
    </dgm:pt>
    <dgm:pt modelId="{2FC0236E-99FC-44C3-BFB7-16345C7462C0}" type="sibTrans" cxnId="{A09D6331-29AA-4191-8013-5D4D944D7B1B}">
      <dgm:prSet/>
      <dgm:spPr/>
      <dgm:t>
        <a:bodyPr/>
        <a:lstStyle/>
        <a:p>
          <a:endParaRPr lang="en-US"/>
        </a:p>
      </dgm:t>
    </dgm:pt>
    <dgm:pt modelId="{DE4C79F3-F8EA-4F6A-B5D5-366E8E51655C}">
      <dgm:prSet/>
      <dgm:spPr/>
      <dgm:t>
        <a:bodyPr/>
        <a:lstStyle/>
        <a:p>
          <a:r>
            <a:rPr lang="en-US" dirty="0"/>
            <a:t>and is</a:t>
          </a:r>
          <a:r>
            <a:rPr lang="tr-TR" dirty="0"/>
            <a:t> </a:t>
          </a:r>
          <a:r>
            <a:rPr lang="en-US" dirty="0"/>
            <a:t>not relayed or included in the blockchain </a:t>
          </a:r>
        </a:p>
      </dgm:t>
    </dgm:pt>
    <dgm:pt modelId="{A1F17670-B327-416F-95F8-6FCA1B61E95E}" type="parTrans" cxnId="{41CD8165-8237-48B3-83AB-DC5A063F8446}">
      <dgm:prSet/>
      <dgm:spPr/>
      <dgm:t>
        <a:bodyPr/>
        <a:lstStyle/>
        <a:p>
          <a:endParaRPr lang="en-US"/>
        </a:p>
      </dgm:t>
    </dgm:pt>
    <dgm:pt modelId="{5C47FE27-9AEA-4483-AB8D-ABEAD94787EB}" type="sibTrans" cxnId="{41CD8165-8237-48B3-83AB-DC5A063F8446}">
      <dgm:prSet/>
      <dgm:spPr/>
      <dgm:t>
        <a:bodyPr/>
        <a:lstStyle/>
        <a:p>
          <a:endParaRPr lang="en-US"/>
        </a:p>
      </dgm:t>
    </dgm:pt>
    <dgm:pt modelId="{4EE89177-EA9D-4A33-BBC0-236307C6794D}">
      <dgm:prSet/>
      <dgm:spPr/>
      <dgm:t>
        <a:bodyPr/>
        <a:lstStyle/>
        <a:p>
          <a:r>
            <a:rPr lang="en-US" dirty="0"/>
            <a:t>prior to the specified block height.</a:t>
          </a:r>
        </a:p>
      </dgm:t>
    </dgm:pt>
    <dgm:pt modelId="{20CE2759-6B46-4063-BE0D-B5DECCBB32D8}" type="parTrans" cxnId="{66A6C303-E0EE-4C0A-8C07-EE1B4CC96D0B}">
      <dgm:prSet/>
      <dgm:spPr/>
      <dgm:t>
        <a:bodyPr/>
        <a:lstStyle/>
        <a:p>
          <a:endParaRPr lang="en-US"/>
        </a:p>
      </dgm:t>
    </dgm:pt>
    <dgm:pt modelId="{F8EFC7B7-A037-4BDD-B9BD-86FF391213AB}" type="sibTrans" cxnId="{66A6C303-E0EE-4C0A-8C07-EE1B4CC96D0B}">
      <dgm:prSet/>
      <dgm:spPr/>
      <dgm:t>
        <a:bodyPr/>
        <a:lstStyle/>
        <a:p>
          <a:endParaRPr lang="en-US"/>
        </a:p>
      </dgm:t>
    </dgm:pt>
    <dgm:pt modelId="{D4A8E41F-0A62-46B7-A4BD-6DD185BC5D32}">
      <dgm:prSet/>
      <dgm:spPr/>
      <dgm:t>
        <a:bodyPr/>
        <a:lstStyle/>
        <a:p>
          <a:r>
            <a:rPr lang="en-US"/>
            <a:t>It is set to zero</a:t>
          </a:r>
        </a:p>
      </dgm:t>
    </dgm:pt>
    <dgm:pt modelId="{D87732C6-813F-476C-9F28-39BE457EEFF3}" type="parTrans" cxnId="{CF977768-7BC8-47BF-9107-F850DCBF6BF2}">
      <dgm:prSet/>
      <dgm:spPr/>
    </dgm:pt>
    <dgm:pt modelId="{28A919AB-E87D-4CD4-AB56-91A0C5E3D979}" type="sibTrans" cxnId="{CF977768-7BC8-47BF-9107-F850DCBF6BF2}">
      <dgm:prSet/>
      <dgm:spPr/>
    </dgm:pt>
    <dgm:pt modelId="{5F42289A-58E7-429B-8A3F-0D281D8EB01B}" type="pres">
      <dgm:prSet presAssocID="{D25848D4-EC2A-4CC9-A297-A2A5701E10CC}" presName="linear" presStyleCnt="0">
        <dgm:presLayoutVars>
          <dgm:dir/>
          <dgm:animLvl val="lvl"/>
          <dgm:resizeHandles val="exact"/>
        </dgm:presLayoutVars>
      </dgm:prSet>
      <dgm:spPr/>
    </dgm:pt>
    <dgm:pt modelId="{6B87451F-08F9-40D3-B5FF-D04E6AD1A2AC}" type="pres">
      <dgm:prSet presAssocID="{B2179646-1F35-4767-93B0-6B0E4BAFDDE3}" presName="parentLin" presStyleCnt="0"/>
      <dgm:spPr/>
    </dgm:pt>
    <dgm:pt modelId="{3EB6D9ED-A4A6-4130-B070-F9F47B5A7699}" type="pres">
      <dgm:prSet presAssocID="{B2179646-1F35-4767-93B0-6B0E4BAFDDE3}" presName="parentLeftMargin" presStyleLbl="node1" presStyleIdx="0" presStyleCnt="3"/>
      <dgm:spPr/>
    </dgm:pt>
    <dgm:pt modelId="{261953EE-BE6C-4F5F-AED0-2FB1A611602A}" type="pres">
      <dgm:prSet presAssocID="{B2179646-1F35-4767-93B0-6B0E4BAFDDE3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8F93D18B-5BB6-440E-8B91-92FD15FCF060}" type="pres">
      <dgm:prSet presAssocID="{B2179646-1F35-4767-93B0-6B0E4BAFDDE3}" presName="negativeSpace" presStyleCnt="0"/>
      <dgm:spPr/>
    </dgm:pt>
    <dgm:pt modelId="{2F4CBE95-7C10-4F33-925E-41914C5F13C8}" type="pres">
      <dgm:prSet presAssocID="{B2179646-1F35-4767-93B0-6B0E4BAFDDE3}" presName="childText" presStyleLbl="conFgAcc1" presStyleIdx="0" presStyleCnt="3">
        <dgm:presLayoutVars>
          <dgm:bulletEnabled val="1"/>
        </dgm:presLayoutVars>
      </dgm:prSet>
      <dgm:spPr/>
    </dgm:pt>
    <dgm:pt modelId="{1D78B88C-17BA-44EA-8763-0903D23B8CF6}" type="pres">
      <dgm:prSet presAssocID="{5A79BF67-CCC9-42FD-A5DD-BDE09E08060B}" presName="spaceBetweenRectangles" presStyleCnt="0"/>
      <dgm:spPr/>
    </dgm:pt>
    <dgm:pt modelId="{C5465994-FD8E-4F10-8398-3E3BF8E84DE2}" type="pres">
      <dgm:prSet presAssocID="{794B8B3B-7C80-45B5-9E6B-B10E2A261CD6}" presName="parentLin" presStyleCnt="0"/>
      <dgm:spPr/>
    </dgm:pt>
    <dgm:pt modelId="{D2FCDFDC-FD43-49DB-AB50-9AF9E46FE096}" type="pres">
      <dgm:prSet presAssocID="{794B8B3B-7C80-45B5-9E6B-B10E2A261CD6}" presName="parentLeftMargin" presStyleLbl="node1" presStyleIdx="0" presStyleCnt="3"/>
      <dgm:spPr/>
    </dgm:pt>
    <dgm:pt modelId="{0583531B-1874-489C-946C-6F9009B393EE}" type="pres">
      <dgm:prSet presAssocID="{794B8B3B-7C80-45B5-9E6B-B10E2A261CD6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4DA58C6E-EF85-4964-B0B7-A7EFA5C64224}" type="pres">
      <dgm:prSet presAssocID="{794B8B3B-7C80-45B5-9E6B-B10E2A261CD6}" presName="negativeSpace" presStyleCnt="0"/>
      <dgm:spPr/>
    </dgm:pt>
    <dgm:pt modelId="{3FD5FCA8-CA23-4F91-BBB3-B76F9D872C1D}" type="pres">
      <dgm:prSet presAssocID="{794B8B3B-7C80-45B5-9E6B-B10E2A261CD6}" presName="childText" presStyleLbl="conFgAcc1" presStyleIdx="1" presStyleCnt="3">
        <dgm:presLayoutVars>
          <dgm:bulletEnabled val="1"/>
        </dgm:presLayoutVars>
      </dgm:prSet>
      <dgm:spPr/>
    </dgm:pt>
    <dgm:pt modelId="{464316DC-2F73-4FA8-92FA-8107742C87CA}" type="pres">
      <dgm:prSet presAssocID="{1AE960F3-592E-4903-BA46-632161CC275F}" presName="spaceBetweenRectangles" presStyleCnt="0"/>
      <dgm:spPr/>
    </dgm:pt>
    <dgm:pt modelId="{43294145-E8B0-478D-900C-42F06FA3CEFA}" type="pres">
      <dgm:prSet presAssocID="{3916DB90-8EF5-477C-966D-D92C2BB44D98}" presName="parentLin" presStyleCnt="0"/>
      <dgm:spPr/>
    </dgm:pt>
    <dgm:pt modelId="{223A0DEB-82B3-41FD-B35C-840772FF5204}" type="pres">
      <dgm:prSet presAssocID="{3916DB90-8EF5-477C-966D-D92C2BB44D98}" presName="parentLeftMargin" presStyleLbl="node1" presStyleIdx="1" presStyleCnt="3"/>
      <dgm:spPr/>
    </dgm:pt>
    <dgm:pt modelId="{BEAD49B4-E407-4BEB-B203-0E4EEF2B24F6}" type="pres">
      <dgm:prSet presAssocID="{3916DB90-8EF5-477C-966D-D92C2BB44D98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1FAB604F-8E46-4670-A769-55BCF3A88A6C}" type="pres">
      <dgm:prSet presAssocID="{3916DB90-8EF5-477C-966D-D92C2BB44D98}" presName="negativeSpace" presStyleCnt="0"/>
      <dgm:spPr/>
    </dgm:pt>
    <dgm:pt modelId="{60DABA0D-A14C-4179-8F82-CE289301B910}" type="pres">
      <dgm:prSet presAssocID="{3916DB90-8EF5-477C-966D-D92C2BB44D98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66A6C303-E0EE-4C0A-8C07-EE1B4CC96D0B}" srcId="{3916DB90-8EF5-477C-966D-D92C2BB44D98}" destId="{4EE89177-EA9D-4A33-BBC0-236307C6794D}" srcOrd="2" destOrd="0" parTransId="{20CE2759-6B46-4063-BE0D-B5DECCBB32D8}" sibTransId="{F8EFC7B7-A037-4BDD-B9BD-86FF391213AB}"/>
    <dgm:cxn modelId="{5EC83725-D538-4886-A01C-F9EE4AA56B79}" srcId="{D25848D4-EC2A-4CC9-A297-A2A5701E10CC}" destId="{B2179646-1F35-4767-93B0-6B0E4BAFDDE3}" srcOrd="0" destOrd="0" parTransId="{5B9CD030-F438-45B4-A97B-CDE26BFF4279}" sibTransId="{5A79BF67-CCC9-42FD-A5DD-BDE09E08060B}"/>
    <dgm:cxn modelId="{A09D6331-29AA-4191-8013-5D4D944D7B1B}" srcId="{3916DB90-8EF5-477C-966D-D92C2BB44D98}" destId="{C0940D87-9619-4DA9-A835-58234B3E42E7}" srcOrd="0" destOrd="0" parTransId="{3DF6E99C-D096-4DE3-9486-54536C8C2B90}" sibTransId="{2FC0236E-99FC-44C3-BFB7-16345C7462C0}"/>
    <dgm:cxn modelId="{3B4CC442-B5BF-46E8-98D3-8059688AC358}" type="presOf" srcId="{D4A8E41F-0A62-46B7-A4BD-6DD185BC5D32}" destId="{2F4CBE95-7C10-4F33-925E-41914C5F13C8}" srcOrd="0" destOrd="0" presId="urn:microsoft.com/office/officeart/2005/8/layout/list1"/>
    <dgm:cxn modelId="{41CD8165-8237-48B3-83AB-DC5A063F8446}" srcId="{3916DB90-8EF5-477C-966D-D92C2BB44D98}" destId="{DE4C79F3-F8EA-4F6A-B5D5-366E8E51655C}" srcOrd="1" destOrd="0" parTransId="{A1F17670-B327-416F-95F8-6FCA1B61E95E}" sibTransId="{5C47FE27-9AEA-4483-AB8D-ABEAD94787EB}"/>
    <dgm:cxn modelId="{CF977768-7BC8-47BF-9107-F850DCBF6BF2}" srcId="{B2179646-1F35-4767-93B0-6B0E4BAFDDE3}" destId="{D4A8E41F-0A62-46B7-A4BD-6DD185BC5D32}" srcOrd="0" destOrd="0" parTransId="{D87732C6-813F-476C-9F28-39BE457EEFF3}" sibTransId="{28A919AB-E87D-4CD4-AB56-91A0C5E3D979}"/>
    <dgm:cxn modelId="{6CCCBD51-30F7-4AA0-8EF4-73DA7F182C3D}" srcId="{B2179646-1F35-4767-93B0-6B0E4BAFDDE3}" destId="{57463869-6960-448C-9058-648BA421EB9B}" srcOrd="1" destOrd="0" parTransId="{BC311DEC-EEC9-4906-A4E0-AF5E612AC3AE}" sibTransId="{F4BC99D1-786C-4E37-A252-BE90EA99EED4}"/>
    <dgm:cxn modelId="{7FE08D7F-90F9-4E76-ABE4-C8A3A75EDA2E}" type="presOf" srcId="{794B8B3B-7C80-45B5-9E6B-B10E2A261CD6}" destId="{0583531B-1874-489C-946C-6F9009B393EE}" srcOrd="1" destOrd="0" presId="urn:microsoft.com/office/officeart/2005/8/layout/list1"/>
    <dgm:cxn modelId="{F4B33F82-2311-4710-A55F-17FF61F6859E}" type="presOf" srcId="{C0940D87-9619-4DA9-A835-58234B3E42E7}" destId="{60DABA0D-A14C-4179-8F82-CE289301B910}" srcOrd="0" destOrd="0" presId="urn:microsoft.com/office/officeart/2005/8/layout/list1"/>
    <dgm:cxn modelId="{751AC184-B3BA-4C7E-9AA7-C1DAB67DA395}" type="presOf" srcId="{3916DB90-8EF5-477C-966D-D92C2BB44D98}" destId="{223A0DEB-82B3-41FD-B35C-840772FF5204}" srcOrd="0" destOrd="0" presId="urn:microsoft.com/office/officeart/2005/8/layout/list1"/>
    <dgm:cxn modelId="{E17D8A90-948F-4C19-A2DF-CFA7B056CFF7}" type="presOf" srcId="{B2179646-1F35-4767-93B0-6B0E4BAFDDE3}" destId="{3EB6D9ED-A4A6-4130-B070-F9F47B5A7699}" srcOrd="0" destOrd="0" presId="urn:microsoft.com/office/officeart/2005/8/layout/list1"/>
    <dgm:cxn modelId="{00AC0F9F-B569-4617-BDA5-DA30EA188136}" type="presOf" srcId="{3916DB90-8EF5-477C-966D-D92C2BB44D98}" destId="{BEAD49B4-E407-4BEB-B203-0E4EEF2B24F6}" srcOrd="1" destOrd="0" presId="urn:microsoft.com/office/officeart/2005/8/layout/list1"/>
    <dgm:cxn modelId="{8C8DD0A7-F03B-4A30-9CB3-AFA1A2068AE7}" type="presOf" srcId="{794B8B3B-7C80-45B5-9E6B-B10E2A261CD6}" destId="{D2FCDFDC-FD43-49DB-AB50-9AF9E46FE096}" srcOrd="0" destOrd="0" presId="urn:microsoft.com/office/officeart/2005/8/layout/list1"/>
    <dgm:cxn modelId="{FAA930AE-BC0A-4765-8210-7E8FAEDEBD26}" type="presOf" srcId="{57463869-6960-448C-9058-648BA421EB9B}" destId="{2F4CBE95-7C10-4F33-925E-41914C5F13C8}" srcOrd="0" destOrd="1" presId="urn:microsoft.com/office/officeart/2005/8/layout/list1"/>
    <dgm:cxn modelId="{552C06B2-BDF6-4E64-9DBE-DABAD1DD343B}" type="presOf" srcId="{B2179646-1F35-4767-93B0-6B0E4BAFDDE3}" destId="{261953EE-BE6C-4F5F-AED0-2FB1A611602A}" srcOrd="1" destOrd="0" presId="urn:microsoft.com/office/officeart/2005/8/layout/list1"/>
    <dgm:cxn modelId="{4A5B6BB5-EA96-4867-A68C-3D4268FAE2E8}" type="presOf" srcId="{DE4C79F3-F8EA-4F6A-B5D5-366E8E51655C}" destId="{60DABA0D-A14C-4179-8F82-CE289301B910}" srcOrd="0" destOrd="1" presId="urn:microsoft.com/office/officeart/2005/8/layout/list1"/>
    <dgm:cxn modelId="{6762E2BE-BF90-4036-9C3B-B984BCB45F79}" srcId="{794B8B3B-7C80-45B5-9E6B-B10E2A261CD6}" destId="{C83B3202-FB6F-436F-866A-CD9BEE02C3B7}" srcOrd="0" destOrd="0" parTransId="{7D0C3B11-1318-4C12-81A7-8A724C7149C8}" sibTransId="{EB0FD029-5834-4927-A027-8868F07E4277}"/>
    <dgm:cxn modelId="{DC8611D9-668A-4C89-AA3C-EB1BD092A06E}" type="presOf" srcId="{C83B3202-FB6F-436F-866A-CD9BEE02C3B7}" destId="{3FD5FCA8-CA23-4F91-BBB3-B76F9D872C1D}" srcOrd="0" destOrd="0" presId="urn:microsoft.com/office/officeart/2005/8/layout/list1"/>
    <dgm:cxn modelId="{BB5CDDE3-B745-47B7-B47B-44496CD83C0E}" type="presOf" srcId="{D25848D4-EC2A-4CC9-A297-A2A5701E10CC}" destId="{5F42289A-58E7-429B-8A3F-0D281D8EB01B}" srcOrd="0" destOrd="0" presId="urn:microsoft.com/office/officeart/2005/8/layout/list1"/>
    <dgm:cxn modelId="{762078E4-9F8B-4709-ACFD-32C477DFDA47}" type="presOf" srcId="{4EE89177-EA9D-4A33-BBC0-236307C6794D}" destId="{60DABA0D-A14C-4179-8F82-CE289301B910}" srcOrd="0" destOrd="2" presId="urn:microsoft.com/office/officeart/2005/8/layout/list1"/>
    <dgm:cxn modelId="{FD1923EE-0A9B-45EE-A235-4E6FC3522C75}" srcId="{D25848D4-EC2A-4CC9-A297-A2A5701E10CC}" destId="{3916DB90-8EF5-477C-966D-D92C2BB44D98}" srcOrd="2" destOrd="0" parTransId="{0729A830-8EF2-42DE-8026-9EFE00B6B6AD}" sibTransId="{D4AB155D-9257-40A8-8227-53DFE43CD614}"/>
    <dgm:cxn modelId="{B871D9EE-2328-48A4-9360-C1CE0B6E0C48}" srcId="{D25848D4-EC2A-4CC9-A297-A2A5701E10CC}" destId="{794B8B3B-7C80-45B5-9E6B-B10E2A261CD6}" srcOrd="1" destOrd="0" parTransId="{9A7B66AE-4CB1-4900-A110-966CDCFCB66E}" sibTransId="{1AE960F3-592E-4903-BA46-632161CC275F}"/>
    <dgm:cxn modelId="{621CF704-5FAA-4211-B984-2AD04772BF52}" type="presParOf" srcId="{5F42289A-58E7-429B-8A3F-0D281D8EB01B}" destId="{6B87451F-08F9-40D3-B5FF-D04E6AD1A2AC}" srcOrd="0" destOrd="0" presId="urn:microsoft.com/office/officeart/2005/8/layout/list1"/>
    <dgm:cxn modelId="{F65BA8F0-166D-4801-9168-EBE2EA3637A1}" type="presParOf" srcId="{6B87451F-08F9-40D3-B5FF-D04E6AD1A2AC}" destId="{3EB6D9ED-A4A6-4130-B070-F9F47B5A7699}" srcOrd="0" destOrd="0" presId="urn:microsoft.com/office/officeart/2005/8/layout/list1"/>
    <dgm:cxn modelId="{ABF0A033-4997-4146-930D-A885FC7E9A57}" type="presParOf" srcId="{6B87451F-08F9-40D3-B5FF-D04E6AD1A2AC}" destId="{261953EE-BE6C-4F5F-AED0-2FB1A611602A}" srcOrd="1" destOrd="0" presId="urn:microsoft.com/office/officeart/2005/8/layout/list1"/>
    <dgm:cxn modelId="{8CDEDEB8-DBDF-4442-9FFB-B7F9543E7EE4}" type="presParOf" srcId="{5F42289A-58E7-429B-8A3F-0D281D8EB01B}" destId="{8F93D18B-5BB6-440E-8B91-92FD15FCF060}" srcOrd="1" destOrd="0" presId="urn:microsoft.com/office/officeart/2005/8/layout/list1"/>
    <dgm:cxn modelId="{7822FD80-F554-46F3-856A-3146C3B667B1}" type="presParOf" srcId="{5F42289A-58E7-429B-8A3F-0D281D8EB01B}" destId="{2F4CBE95-7C10-4F33-925E-41914C5F13C8}" srcOrd="2" destOrd="0" presId="urn:microsoft.com/office/officeart/2005/8/layout/list1"/>
    <dgm:cxn modelId="{6E13F64C-74E5-48EB-A4BA-55B0E06CCEEA}" type="presParOf" srcId="{5F42289A-58E7-429B-8A3F-0D281D8EB01B}" destId="{1D78B88C-17BA-44EA-8763-0903D23B8CF6}" srcOrd="3" destOrd="0" presId="urn:microsoft.com/office/officeart/2005/8/layout/list1"/>
    <dgm:cxn modelId="{2736A7E1-C1BE-4A53-B496-6BFF23BA8084}" type="presParOf" srcId="{5F42289A-58E7-429B-8A3F-0D281D8EB01B}" destId="{C5465994-FD8E-4F10-8398-3E3BF8E84DE2}" srcOrd="4" destOrd="0" presId="urn:microsoft.com/office/officeart/2005/8/layout/list1"/>
    <dgm:cxn modelId="{FE1E75B7-767F-4262-B231-B8467BA8382C}" type="presParOf" srcId="{C5465994-FD8E-4F10-8398-3E3BF8E84DE2}" destId="{D2FCDFDC-FD43-49DB-AB50-9AF9E46FE096}" srcOrd="0" destOrd="0" presId="urn:microsoft.com/office/officeart/2005/8/layout/list1"/>
    <dgm:cxn modelId="{F3A22B2B-0133-49D3-B96C-4B4FBC5887F5}" type="presParOf" srcId="{C5465994-FD8E-4F10-8398-3E3BF8E84DE2}" destId="{0583531B-1874-489C-946C-6F9009B393EE}" srcOrd="1" destOrd="0" presId="urn:microsoft.com/office/officeart/2005/8/layout/list1"/>
    <dgm:cxn modelId="{23BE377C-EFD7-4FCA-8FF6-6877289FE07C}" type="presParOf" srcId="{5F42289A-58E7-429B-8A3F-0D281D8EB01B}" destId="{4DA58C6E-EF85-4964-B0B7-A7EFA5C64224}" srcOrd="5" destOrd="0" presId="urn:microsoft.com/office/officeart/2005/8/layout/list1"/>
    <dgm:cxn modelId="{D419569B-C673-4B44-B44F-17B2C3F891E4}" type="presParOf" srcId="{5F42289A-58E7-429B-8A3F-0D281D8EB01B}" destId="{3FD5FCA8-CA23-4F91-BBB3-B76F9D872C1D}" srcOrd="6" destOrd="0" presId="urn:microsoft.com/office/officeart/2005/8/layout/list1"/>
    <dgm:cxn modelId="{4AA5E960-10A9-4A6C-93A7-091689BCDFD1}" type="presParOf" srcId="{5F42289A-58E7-429B-8A3F-0D281D8EB01B}" destId="{464316DC-2F73-4FA8-92FA-8107742C87CA}" srcOrd="7" destOrd="0" presId="urn:microsoft.com/office/officeart/2005/8/layout/list1"/>
    <dgm:cxn modelId="{6901F6F5-6F59-49CD-91DF-3AECE0D15686}" type="presParOf" srcId="{5F42289A-58E7-429B-8A3F-0D281D8EB01B}" destId="{43294145-E8B0-478D-900C-42F06FA3CEFA}" srcOrd="8" destOrd="0" presId="urn:microsoft.com/office/officeart/2005/8/layout/list1"/>
    <dgm:cxn modelId="{4DFB3F5C-4463-423E-8ED4-26E655BC5892}" type="presParOf" srcId="{43294145-E8B0-478D-900C-42F06FA3CEFA}" destId="{223A0DEB-82B3-41FD-B35C-840772FF5204}" srcOrd="0" destOrd="0" presId="urn:microsoft.com/office/officeart/2005/8/layout/list1"/>
    <dgm:cxn modelId="{5A682939-80CD-407B-9847-6E37312CECF3}" type="presParOf" srcId="{43294145-E8B0-478D-900C-42F06FA3CEFA}" destId="{BEAD49B4-E407-4BEB-B203-0E4EEF2B24F6}" srcOrd="1" destOrd="0" presId="urn:microsoft.com/office/officeart/2005/8/layout/list1"/>
    <dgm:cxn modelId="{3D11B012-A945-4703-BFFC-4EEA09C14A29}" type="presParOf" srcId="{5F42289A-58E7-429B-8A3F-0D281D8EB01B}" destId="{1FAB604F-8E46-4670-A769-55BCF3A88A6C}" srcOrd="9" destOrd="0" presId="urn:microsoft.com/office/officeart/2005/8/layout/list1"/>
    <dgm:cxn modelId="{8FA8BDB7-7CBC-4B65-889D-8EDCABE9FAEC}" type="presParOf" srcId="{5F42289A-58E7-429B-8A3F-0D281D8EB01B}" destId="{60DABA0D-A14C-4179-8F82-CE289301B910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7.xml><?xml version="1.0" encoding="utf-8"?>
<dgm:dataModel xmlns:dgm="http://schemas.openxmlformats.org/drawingml/2006/diagram" xmlns:a="http://schemas.openxmlformats.org/drawingml/2006/main">
  <dgm:ptLst>
    <dgm:pt modelId="{D0754B65-8736-4714-AE92-A91B4CF469DC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0_3" csCatId="mainScheme" phldr="1"/>
      <dgm:spPr/>
      <dgm:t>
        <a:bodyPr/>
        <a:lstStyle/>
        <a:p>
          <a:endParaRPr lang="en-US"/>
        </a:p>
      </dgm:t>
    </dgm:pt>
    <dgm:pt modelId="{089AF959-741B-450D-ADD6-02536E5F6F2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nLocktime</a:t>
          </a:r>
          <a:r>
            <a:rPr lang="tr-TR" dirty="0"/>
            <a:t>&gt;</a:t>
          </a:r>
          <a:r>
            <a:rPr lang="en-US" dirty="0"/>
            <a:t>500 million </a:t>
          </a:r>
        </a:p>
      </dgm:t>
    </dgm:pt>
    <dgm:pt modelId="{3ECC521A-12A6-4EC3-9891-4963D4D63AB4}" type="parTrans" cxnId="{5F8D57FD-B3A9-4117-B61F-3EAC47DC3BD7}">
      <dgm:prSet/>
      <dgm:spPr/>
      <dgm:t>
        <a:bodyPr/>
        <a:lstStyle/>
        <a:p>
          <a:endParaRPr lang="en-US"/>
        </a:p>
      </dgm:t>
    </dgm:pt>
    <dgm:pt modelId="{18EF0537-1F9F-4438-B6F6-232DA817BC14}" type="sibTrans" cxnId="{5F8D57FD-B3A9-4117-B61F-3EAC47DC3BD7}">
      <dgm:prSet/>
      <dgm:spPr/>
      <dgm:t>
        <a:bodyPr/>
        <a:lstStyle/>
        <a:p>
          <a:endParaRPr lang="en-US"/>
        </a:p>
      </dgm:t>
    </dgm:pt>
    <dgm:pt modelId="{7E750759-ABE4-415C-9B10-6EEA44DA1BC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it is interpreted as a Unix Epoch timestamp </a:t>
          </a:r>
        </a:p>
      </dgm:t>
    </dgm:pt>
    <dgm:pt modelId="{27821B48-DFA0-4B2A-A1BA-F0E66894E6C5}" type="parTrans" cxnId="{82744844-8D56-4243-A29C-4C9DB9C2E374}">
      <dgm:prSet/>
      <dgm:spPr/>
      <dgm:t>
        <a:bodyPr/>
        <a:lstStyle/>
        <a:p>
          <a:endParaRPr lang="en-US"/>
        </a:p>
      </dgm:t>
    </dgm:pt>
    <dgm:pt modelId="{4EC33C02-04A0-4AEF-9C38-23536F7484E3}" type="sibTrans" cxnId="{82744844-8D56-4243-A29C-4C9DB9C2E374}">
      <dgm:prSet/>
      <dgm:spPr/>
      <dgm:t>
        <a:bodyPr/>
        <a:lstStyle/>
        <a:p>
          <a:endParaRPr lang="en-US"/>
        </a:p>
      </dgm:t>
    </dgm:pt>
    <dgm:pt modelId="{738EF879-3FAF-48C2-B640-32EFB83A71D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seconds since</a:t>
          </a:r>
          <a:r>
            <a:rPr lang="tr-TR"/>
            <a:t> </a:t>
          </a:r>
          <a:r>
            <a:rPr lang="en-US"/>
            <a:t>Jan-1-1970</a:t>
          </a:r>
        </a:p>
      </dgm:t>
    </dgm:pt>
    <dgm:pt modelId="{CEABA3F7-C412-4E3D-B450-495661F3D23C}" type="parTrans" cxnId="{F4C23EB6-D905-4B6F-9D17-8BE59891B422}">
      <dgm:prSet/>
      <dgm:spPr/>
      <dgm:t>
        <a:bodyPr/>
        <a:lstStyle/>
        <a:p>
          <a:endParaRPr lang="en-US"/>
        </a:p>
      </dgm:t>
    </dgm:pt>
    <dgm:pt modelId="{72819A99-5568-4E88-BD83-5A9624FFC56E}" type="sibTrans" cxnId="{F4C23EB6-D905-4B6F-9D17-8BE59891B422}">
      <dgm:prSet/>
      <dgm:spPr/>
      <dgm:t>
        <a:bodyPr/>
        <a:lstStyle/>
        <a:p>
          <a:endParaRPr lang="en-US"/>
        </a:p>
      </dgm:t>
    </dgm:pt>
    <dgm:pt modelId="{DFE97F2B-6AA3-45B4-AEC6-B34A09B077C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Wait for time</a:t>
          </a:r>
          <a:endParaRPr lang="en-US"/>
        </a:p>
      </dgm:t>
    </dgm:pt>
    <dgm:pt modelId="{6D633D2B-66C9-4B59-AB9B-64CBB9CEEA3E}" type="parTrans" cxnId="{9E9AEB5F-A01F-43CE-B4F0-64153920C7F4}">
      <dgm:prSet/>
      <dgm:spPr/>
      <dgm:t>
        <a:bodyPr/>
        <a:lstStyle/>
        <a:p>
          <a:endParaRPr lang="en-US"/>
        </a:p>
      </dgm:t>
    </dgm:pt>
    <dgm:pt modelId="{71970C0C-734B-488E-9E7A-C7E106730C43}" type="sibTrans" cxnId="{9E9AEB5F-A01F-43CE-B4F0-64153920C7F4}">
      <dgm:prSet/>
      <dgm:spPr/>
      <dgm:t>
        <a:bodyPr/>
        <a:lstStyle/>
        <a:p>
          <a:endParaRPr lang="en-US"/>
        </a:p>
      </dgm:t>
    </dgm:pt>
    <dgm:pt modelId="{F8972803-29B4-4294-ACCB-5ABC72EA019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prior to the specified time.</a:t>
          </a:r>
        </a:p>
      </dgm:t>
    </dgm:pt>
    <dgm:pt modelId="{58252321-C476-4F89-AF5A-66DE68AEB098}" type="parTrans" cxnId="{D3894F27-2B59-49DE-B27A-6396CDB6B8EF}">
      <dgm:prSet/>
      <dgm:spPr/>
      <dgm:t>
        <a:bodyPr/>
        <a:lstStyle/>
        <a:p>
          <a:endParaRPr lang="en-US"/>
        </a:p>
      </dgm:t>
    </dgm:pt>
    <dgm:pt modelId="{C2CA052D-4330-4428-A2F5-25140D3F5A08}" type="sibTrans" cxnId="{D3894F27-2B59-49DE-B27A-6396CDB6B8EF}">
      <dgm:prSet/>
      <dgm:spPr/>
      <dgm:t>
        <a:bodyPr/>
        <a:lstStyle/>
        <a:p>
          <a:endParaRPr lang="en-US"/>
        </a:p>
      </dgm:t>
    </dgm:pt>
    <dgm:pt modelId="{A7B7BADD-FF8E-4174-89FE-882D37886BC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transaction is not valid </a:t>
          </a:r>
        </a:p>
      </dgm:t>
    </dgm:pt>
    <dgm:pt modelId="{ACB8FFA2-3749-4C6A-8A2C-4EB2E29D5F1B}" type="parTrans" cxnId="{2424FBC2-4C35-4172-9A3C-AB478D7C7197}">
      <dgm:prSet/>
      <dgm:spPr/>
      <dgm:t>
        <a:bodyPr/>
        <a:lstStyle/>
        <a:p>
          <a:endParaRPr lang="tr-TR"/>
        </a:p>
      </dgm:t>
    </dgm:pt>
    <dgm:pt modelId="{4B6B86B4-4BE7-4C79-B87A-E4BEC3E6F0DE}" type="sibTrans" cxnId="{2424FBC2-4C35-4172-9A3C-AB478D7C7197}">
      <dgm:prSet/>
      <dgm:spPr/>
      <dgm:t>
        <a:bodyPr/>
        <a:lstStyle/>
        <a:p>
          <a:endParaRPr lang="tr-TR"/>
        </a:p>
      </dgm:t>
    </dgm:pt>
    <dgm:pt modelId="{7D6BF487-2D3A-42DF-BE0B-B9E10D6996C8}" type="pres">
      <dgm:prSet presAssocID="{D0754B65-8736-4714-AE92-A91B4CF469DC}" presName="root" presStyleCnt="0">
        <dgm:presLayoutVars>
          <dgm:dir/>
          <dgm:resizeHandles val="exact"/>
        </dgm:presLayoutVars>
      </dgm:prSet>
      <dgm:spPr/>
    </dgm:pt>
    <dgm:pt modelId="{CD37BDC1-25B2-470F-AA7C-C1AFD7579C1F}" type="pres">
      <dgm:prSet presAssocID="{089AF959-741B-450D-ADD6-02536E5F6F2E}" presName="compNode" presStyleCnt="0"/>
      <dgm:spPr/>
    </dgm:pt>
    <dgm:pt modelId="{5D043E59-CFDE-4EE8-A619-0ACF513F640F}" type="pres">
      <dgm:prSet presAssocID="{089AF959-741B-450D-ADD6-02536E5F6F2E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gramcı"/>
        </a:ext>
      </dgm:extLst>
    </dgm:pt>
    <dgm:pt modelId="{1C579722-A6DE-4B7F-B41D-35404319338F}" type="pres">
      <dgm:prSet presAssocID="{089AF959-741B-450D-ADD6-02536E5F6F2E}" presName="iconSpace" presStyleCnt="0"/>
      <dgm:spPr/>
    </dgm:pt>
    <dgm:pt modelId="{559D552B-67E4-4D14-872B-77DCE50BE433}" type="pres">
      <dgm:prSet presAssocID="{089AF959-741B-450D-ADD6-02536E5F6F2E}" presName="parTx" presStyleLbl="revTx" presStyleIdx="0" presStyleCnt="4">
        <dgm:presLayoutVars>
          <dgm:chMax val="0"/>
          <dgm:chPref val="0"/>
        </dgm:presLayoutVars>
      </dgm:prSet>
      <dgm:spPr/>
    </dgm:pt>
    <dgm:pt modelId="{5E9EB68A-08C9-4897-8BF7-A5C95EB28F08}" type="pres">
      <dgm:prSet presAssocID="{089AF959-741B-450D-ADD6-02536E5F6F2E}" presName="txSpace" presStyleCnt="0"/>
      <dgm:spPr/>
    </dgm:pt>
    <dgm:pt modelId="{3B3B3960-4B67-4EB9-BC68-969F9930795C}" type="pres">
      <dgm:prSet presAssocID="{089AF959-741B-450D-ADD6-02536E5F6F2E}" presName="desTx" presStyleLbl="revTx" presStyleIdx="1" presStyleCnt="4">
        <dgm:presLayoutVars/>
      </dgm:prSet>
      <dgm:spPr/>
    </dgm:pt>
    <dgm:pt modelId="{0AB46755-AA45-4FF8-BF2B-B5D0E54693D8}" type="pres">
      <dgm:prSet presAssocID="{18EF0537-1F9F-4438-B6F6-232DA817BC14}" presName="sibTrans" presStyleCnt="0"/>
      <dgm:spPr/>
    </dgm:pt>
    <dgm:pt modelId="{34CAD771-253B-4436-AE71-B5FB1D684FC7}" type="pres">
      <dgm:prSet presAssocID="{DFE97F2B-6AA3-45B4-AEC6-B34A09B077C5}" presName="compNode" presStyleCnt="0"/>
      <dgm:spPr/>
    </dgm:pt>
    <dgm:pt modelId="{B146A860-CE6A-4771-ADF8-06E90DEC94C2}" type="pres">
      <dgm:prSet presAssocID="{DFE97F2B-6AA3-45B4-AEC6-B34A09B077C5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um Saati Bitti"/>
        </a:ext>
      </dgm:extLst>
    </dgm:pt>
    <dgm:pt modelId="{1E4D6A65-5AB6-48F1-A000-2953F30F0C37}" type="pres">
      <dgm:prSet presAssocID="{DFE97F2B-6AA3-45B4-AEC6-B34A09B077C5}" presName="iconSpace" presStyleCnt="0"/>
      <dgm:spPr/>
    </dgm:pt>
    <dgm:pt modelId="{F01A6E65-687C-4F7D-AD4C-2A94D179F88C}" type="pres">
      <dgm:prSet presAssocID="{DFE97F2B-6AA3-45B4-AEC6-B34A09B077C5}" presName="parTx" presStyleLbl="revTx" presStyleIdx="2" presStyleCnt="4">
        <dgm:presLayoutVars>
          <dgm:chMax val="0"/>
          <dgm:chPref val="0"/>
        </dgm:presLayoutVars>
      </dgm:prSet>
      <dgm:spPr/>
    </dgm:pt>
    <dgm:pt modelId="{4AB4BF50-A493-4CD0-9310-CAB0D149FEA3}" type="pres">
      <dgm:prSet presAssocID="{DFE97F2B-6AA3-45B4-AEC6-B34A09B077C5}" presName="txSpace" presStyleCnt="0"/>
      <dgm:spPr/>
    </dgm:pt>
    <dgm:pt modelId="{40A8A629-7034-496C-9A5D-FD63D0E7EFB4}" type="pres">
      <dgm:prSet presAssocID="{DFE97F2B-6AA3-45B4-AEC6-B34A09B077C5}" presName="desTx" presStyleLbl="revTx" presStyleIdx="3" presStyleCnt="4">
        <dgm:presLayoutVars/>
      </dgm:prSet>
      <dgm:spPr/>
    </dgm:pt>
  </dgm:ptLst>
  <dgm:cxnLst>
    <dgm:cxn modelId="{60A91A24-8BED-4CA9-B3B0-4A0686C10391}" type="presOf" srcId="{7E750759-ABE4-415C-9B10-6EEA44DA1BCF}" destId="{3B3B3960-4B67-4EB9-BC68-969F9930795C}" srcOrd="0" destOrd="0" presId="urn:microsoft.com/office/officeart/2018/5/layout/CenteredIconLabelDescriptionList"/>
    <dgm:cxn modelId="{D3894F27-2B59-49DE-B27A-6396CDB6B8EF}" srcId="{DFE97F2B-6AA3-45B4-AEC6-B34A09B077C5}" destId="{F8972803-29B4-4294-ACCB-5ABC72EA0193}" srcOrd="1" destOrd="0" parTransId="{58252321-C476-4F89-AF5A-66DE68AEB098}" sibTransId="{C2CA052D-4330-4428-A2F5-25140D3F5A08}"/>
    <dgm:cxn modelId="{9E9AEB5F-A01F-43CE-B4F0-64153920C7F4}" srcId="{D0754B65-8736-4714-AE92-A91B4CF469DC}" destId="{DFE97F2B-6AA3-45B4-AEC6-B34A09B077C5}" srcOrd="1" destOrd="0" parTransId="{6D633D2B-66C9-4B59-AB9B-64CBB9CEEA3E}" sibTransId="{71970C0C-734B-488E-9E7A-C7E106730C43}"/>
    <dgm:cxn modelId="{82744844-8D56-4243-A29C-4C9DB9C2E374}" srcId="{089AF959-741B-450D-ADD6-02536E5F6F2E}" destId="{7E750759-ABE4-415C-9B10-6EEA44DA1BCF}" srcOrd="0" destOrd="0" parTransId="{27821B48-DFA0-4B2A-A1BA-F0E66894E6C5}" sibTransId="{4EC33C02-04A0-4AEF-9C38-23536F7484E3}"/>
    <dgm:cxn modelId="{D4B89E88-AB53-41D3-95B6-47C71D58ED38}" type="presOf" srcId="{DFE97F2B-6AA3-45B4-AEC6-B34A09B077C5}" destId="{F01A6E65-687C-4F7D-AD4C-2A94D179F88C}" srcOrd="0" destOrd="0" presId="urn:microsoft.com/office/officeart/2018/5/layout/CenteredIconLabelDescriptionList"/>
    <dgm:cxn modelId="{B9FA9DB1-CAB5-4DE3-875E-29E36214916A}" type="presOf" srcId="{D0754B65-8736-4714-AE92-A91B4CF469DC}" destId="{7D6BF487-2D3A-42DF-BE0B-B9E10D6996C8}" srcOrd="0" destOrd="0" presId="urn:microsoft.com/office/officeart/2018/5/layout/CenteredIconLabelDescriptionList"/>
    <dgm:cxn modelId="{F4C23EB6-D905-4B6F-9D17-8BE59891B422}" srcId="{089AF959-741B-450D-ADD6-02536E5F6F2E}" destId="{738EF879-3FAF-48C2-B640-32EFB83A71D8}" srcOrd="1" destOrd="0" parTransId="{CEABA3F7-C412-4E3D-B450-495661F3D23C}" sibTransId="{72819A99-5568-4E88-BD83-5A9624FFC56E}"/>
    <dgm:cxn modelId="{2424FBC2-4C35-4172-9A3C-AB478D7C7197}" srcId="{DFE97F2B-6AA3-45B4-AEC6-B34A09B077C5}" destId="{A7B7BADD-FF8E-4174-89FE-882D37886BC0}" srcOrd="0" destOrd="0" parTransId="{ACB8FFA2-3749-4C6A-8A2C-4EB2E29D5F1B}" sibTransId="{4B6B86B4-4BE7-4C79-B87A-E4BEC3E6F0DE}"/>
    <dgm:cxn modelId="{FE6332C5-3114-4C66-A589-C2703EAE7426}" type="presOf" srcId="{F8972803-29B4-4294-ACCB-5ABC72EA0193}" destId="{40A8A629-7034-496C-9A5D-FD63D0E7EFB4}" srcOrd="0" destOrd="1" presId="urn:microsoft.com/office/officeart/2018/5/layout/CenteredIconLabelDescriptionList"/>
    <dgm:cxn modelId="{5B3E57EB-5EBC-4F9A-AB40-ACE78737775C}" type="presOf" srcId="{089AF959-741B-450D-ADD6-02536E5F6F2E}" destId="{559D552B-67E4-4D14-872B-77DCE50BE433}" srcOrd="0" destOrd="0" presId="urn:microsoft.com/office/officeart/2018/5/layout/CenteredIconLabelDescriptionList"/>
    <dgm:cxn modelId="{F7AF02EE-7679-4FC1-A6F1-C0E34E39B779}" type="presOf" srcId="{738EF879-3FAF-48C2-B640-32EFB83A71D8}" destId="{3B3B3960-4B67-4EB9-BC68-969F9930795C}" srcOrd="0" destOrd="1" presId="urn:microsoft.com/office/officeart/2018/5/layout/CenteredIconLabelDescriptionList"/>
    <dgm:cxn modelId="{A76B40F6-CA7C-4E0A-B9C3-75A567FE17F0}" type="presOf" srcId="{A7B7BADD-FF8E-4174-89FE-882D37886BC0}" destId="{40A8A629-7034-496C-9A5D-FD63D0E7EFB4}" srcOrd="0" destOrd="0" presId="urn:microsoft.com/office/officeart/2018/5/layout/CenteredIconLabelDescriptionList"/>
    <dgm:cxn modelId="{5F8D57FD-B3A9-4117-B61F-3EAC47DC3BD7}" srcId="{D0754B65-8736-4714-AE92-A91B4CF469DC}" destId="{089AF959-741B-450D-ADD6-02536E5F6F2E}" srcOrd="0" destOrd="0" parTransId="{3ECC521A-12A6-4EC3-9891-4963D4D63AB4}" sibTransId="{18EF0537-1F9F-4438-B6F6-232DA817BC14}"/>
    <dgm:cxn modelId="{E9F0445B-4CF7-452F-B34C-F0181B8CA59C}" type="presParOf" srcId="{7D6BF487-2D3A-42DF-BE0B-B9E10D6996C8}" destId="{CD37BDC1-25B2-470F-AA7C-C1AFD7579C1F}" srcOrd="0" destOrd="0" presId="urn:microsoft.com/office/officeart/2018/5/layout/CenteredIconLabelDescriptionList"/>
    <dgm:cxn modelId="{6B3184D7-E31B-480A-B18C-1C4D8846C56B}" type="presParOf" srcId="{CD37BDC1-25B2-470F-AA7C-C1AFD7579C1F}" destId="{5D043E59-CFDE-4EE8-A619-0ACF513F640F}" srcOrd="0" destOrd="0" presId="urn:microsoft.com/office/officeart/2018/5/layout/CenteredIconLabelDescriptionList"/>
    <dgm:cxn modelId="{C8BDE9B6-F8F8-42AA-8FDC-C8E76E8DD3E1}" type="presParOf" srcId="{CD37BDC1-25B2-470F-AA7C-C1AFD7579C1F}" destId="{1C579722-A6DE-4B7F-B41D-35404319338F}" srcOrd="1" destOrd="0" presId="urn:microsoft.com/office/officeart/2018/5/layout/CenteredIconLabelDescriptionList"/>
    <dgm:cxn modelId="{424BA273-7B36-4A84-8F3A-69AEADA41661}" type="presParOf" srcId="{CD37BDC1-25B2-470F-AA7C-C1AFD7579C1F}" destId="{559D552B-67E4-4D14-872B-77DCE50BE433}" srcOrd="2" destOrd="0" presId="urn:microsoft.com/office/officeart/2018/5/layout/CenteredIconLabelDescriptionList"/>
    <dgm:cxn modelId="{C5A4D857-2613-4155-868C-5D88783A647B}" type="presParOf" srcId="{CD37BDC1-25B2-470F-AA7C-C1AFD7579C1F}" destId="{5E9EB68A-08C9-4897-8BF7-A5C95EB28F08}" srcOrd="3" destOrd="0" presId="urn:microsoft.com/office/officeart/2018/5/layout/CenteredIconLabelDescriptionList"/>
    <dgm:cxn modelId="{1CF38BC8-0E8D-40E5-B8C3-AF25DCC49FA8}" type="presParOf" srcId="{CD37BDC1-25B2-470F-AA7C-C1AFD7579C1F}" destId="{3B3B3960-4B67-4EB9-BC68-969F9930795C}" srcOrd="4" destOrd="0" presId="urn:microsoft.com/office/officeart/2018/5/layout/CenteredIconLabelDescriptionList"/>
    <dgm:cxn modelId="{6AD49D2D-B438-4E37-827B-A6BDFAAF10B7}" type="presParOf" srcId="{7D6BF487-2D3A-42DF-BE0B-B9E10D6996C8}" destId="{0AB46755-AA45-4FF8-BF2B-B5D0E54693D8}" srcOrd="1" destOrd="0" presId="urn:microsoft.com/office/officeart/2018/5/layout/CenteredIconLabelDescriptionList"/>
    <dgm:cxn modelId="{215F5310-1EFB-42B0-880C-04FB27372145}" type="presParOf" srcId="{7D6BF487-2D3A-42DF-BE0B-B9E10D6996C8}" destId="{34CAD771-253B-4436-AE71-B5FB1D684FC7}" srcOrd="2" destOrd="0" presId="urn:microsoft.com/office/officeart/2018/5/layout/CenteredIconLabelDescriptionList"/>
    <dgm:cxn modelId="{B74C117B-83A4-442E-8593-B4794E7DD2DD}" type="presParOf" srcId="{34CAD771-253B-4436-AE71-B5FB1D684FC7}" destId="{B146A860-CE6A-4771-ADF8-06E90DEC94C2}" srcOrd="0" destOrd="0" presId="urn:microsoft.com/office/officeart/2018/5/layout/CenteredIconLabelDescriptionList"/>
    <dgm:cxn modelId="{C6EF15DC-BE85-4F83-BDD0-40FE2940A6CA}" type="presParOf" srcId="{34CAD771-253B-4436-AE71-B5FB1D684FC7}" destId="{1E4D6A65-5AB6-48F1-A000-2953F30F0C37}" srcOrd="1" destOrd="0" presId="urn:microsoft.com/office/officeart/2018/5/layout/CenteredIconLabelDescriptionList"/>
    <dgm:cxn modelId="{2088CFC2-6995-481E-B8C3-F24346620720}" type="presParOf" srcId="{34CAD771-253B-4436-AE71-B5FB1D684FC7}" destId="{F01A6E65-687C-4F7D-AD4C-2A94D179F88C}" srcOrd="2" destOrd="0" presId="urn:microsoft.com/office/officeart/2018/5/layout/CenteredIconLabelDescriptionList"/>
    <dgm:cxn modelId="{43A8E0F5-35DC-4108-B208-F87126DFEF1B}" type="presParOf" srcId="{34CAD771-253B-4436-AE71-B5FB1D684FC7}" destId="{4AB4BF50-A493-4CD0-9310-CAB0D149FEA3}" srcOrd="3" destOrd="0" presId="urn:microsoft.com/office/officeart/2018/5/layout/CenteredIconLabelDescriptionList"/>
    <dgm:cxn modelId="{82A301D2-991C-4790-8A78-80464A05BC0E}" type="presParOf" srcId="{34CAD771-253B-4436-AE71-B5FB1D684FC7}" destId="{40A8A629-7034-496C-9A5D-FD63D0E7EFB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8.xml><?xml version="1.0" encoding="utf-8"?>
<dgm:dataModel xmlns:dgm="http://schemas.openxmlformats.org/drawingml/2006/diagram" xmlns:a="http://schemas.openxmlformats.org/drawingml/2006/main">
  <dgm:ptLst>
    <dgm:pt modelId="{C35E34E1-90C4-455F-A6C6-0591DA056775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3B0B8AC0-1D78-4E45-982F-AB7AF8B617F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Transactions </a:t>
          </a:r>
          <a:r>
            <a:rPr lang="en-US"/>
            <a:t>with nLocktime </a:t>
          </a:r>
        </a:p>
      </dgm:t>
    </dgm:pt>
    <dgm:pt modelId="{E5570E4B-98D4-41F1-8DB7-73525548CAF7}" type="parTrans" cxnId="{24C15A4D-2C05-4E13-AEFB-5A32C4CC1C0E}">
      <dgm:prSet/>
      <dgm:spPr/>
      <dgm:t>
        <a:bodyPr/>
        <a:lstStyle/>
        <a:p>
          <a:endParaRPr lang="en-US"/>
        </a:p>
      </dgm:t>
    </dgm:pt>
    <dgm:pt modelId="{522839D1-FB84-40D8-8F79-16CD5BCD3EBC}" type="sibTrans" cxnId="{24C15A4D-2C05-4E13-AEFB-5A32C4CC1C0E}">
      <dgm:prSet/>
      <dgm:spPr/>
      <dgm:t>
        <a:bodyPr/>
        <a:lstStyle/>
        <a:p>
          <a:endParaRPr lang="en-US"/>
        </a:p>
      </dgm:t>
    </dgm:pt>
    <dgm:pt modelId="{843201C3-A89D-4300-ADF6-CED96BB393B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specifying a future block or time </a:t>
          </a:r>
        </a:p>
      </dgm:t>
    </dgm:pt>
    <dgm:pt modelId="{93ABE597-5000-49E4-8D35-33321E398B5D}" type="parTrans" cxnId="{0B0F156F-2B0A-4150-93D8-B4FEB797EDD4}">
      <dgm:prSet/>
      <dgm:spPr/>
      <dgm:t>
        <a:bodyPr/>
        <a:lstStyle/>
        <a:p>
          <a:endParaRPr lang="en-US"/>
        </a:p>
      </dgm:t>
    </dgm:pt>
    <dgm:pt modelId="{96098FB0-2D9A-4439-8984-4A62A754C566}" type="sibTrans" cxnId="{0B0F156F-2B0A-4150-93D8-B4FEB797EDD4}">
      <dgm:prSet/>
      <dgm:spPr/>
      <dgm:t>
        <a:bodyPr/>
        <a:lstStyle/>
        <a:p>
          <a:endParaRPr lang="en-US"/>
        </a:p>
      </dgm:t>
    </dgm:pt>
    <dgm:pt modelId="{F92A1802-F070-4657-AF4E-11B403A7DF7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must be held by the originating system</a:t>
          </a:r>
        </a:p>
      </dgm:t>
    </dgm:pt>
    <dgm:pt modelId="{A241C872-9332-4940-8195-57DBF6A1B88E}" type="parTrans" cxnId="{D965F9D7-92E4-4B51-A2B6-BB08767189B0}">
      <dgm:prSet/>
      <dgm:spPr/>
      <dgm:t>
        <a:bodyPr/>
        <a:lstStyle/>
        <a:p>
          <a:endParaRPr lang="en-US"/>
        </a:p>
      </dgm:t>
    </dgm:pt>
    <dgm:pt modelId="{087F31F9-477C-4E7D-974A-0176EDB95857}" type="sibTrans" cxnId="{D965F9D7-92E4-4B51-A2B6-BB08767189B0}">
      <dgm:prSet/>
      <dgm:spPr/>
      <dgm:t>
        <a:bodyPr/>
        <a:lstStyle/>
        <a:p>
          <a:endParaRPr lang="en-US"/>
        </a:p>
      </dgm:t>
    </dgm:pt>
    <dgm:pt modelId="{9CF4B874-4030-4DC4-8A64-26A2B01FD09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and transmitted to the bitcoin network</a:t>
          </a:r>
        </a:p>
      </dgm:t>
    </dgm:pt>
    <dgm:pt modelId="{97C80B48-F9E3-45F8-AC16-C9A745D81EA6}" type="parTrans" cxnId="{9DBA895F-2C5D-4B1B-9A27-A69C47C560FB}">
      <dgm:prSet/>
      <dgm:spPr/>
      <dgm:t>
        <a:bodyPr/>
        <a:lstStyle/>
        <a:p>
          <a:endParaRPr lang="en-US"/>
        </a:p>
      </dgm:t>
    </dgm:pt>
    <dgm:pt modelId="{33ACBFAF-3759-45A9-8AB5-BB12B681BCCC}" type="sibTrans" cxnId="{9DBA895F-2C5D-4B1B-9A27-A69C47C560FB}">
      <dgm:prSet/>
      <dgm:spPr/>
      <dgm:t>
        <a:bodyPr/>
        <a:lstStyle/>
        <a:p>
          <a:endParaRPr lang="en-US"/>
        </a:p>
      </dgm:t>
    </dgm:pt>
    <dgm:pt modelId="{B7C16C8F-F58D-4AD4-8F5F-ECEC4DCE882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only after they become valid. </a:t>
          </a:r>
        </a:p>
      </dgm:t>
    </dgm:pt>
    <dgm:pt modelId="{5A7FAB73-E235-468F-8A84-48C98EEA7016}" type="parTrans" cxnId="{F938E433-AB67-47E8-85B7-C06CD16CE358}">
      <dgm:prSet/>
      <dgm:spPr/>
      <dgm:t>
        <a:bodyPr/>
        <a:lstStyle/>
        <a:p>
          <a:endParaRPr lang="en-US"/>
        </a:p>
      </dgm:t>
    </dgm:pt>
    <dgm:pt modelId="{DB813433-D62F-4D79-85B3-3693D5164F4D}" type="sibTrans" cxnId="{F938E433-AB67-47E8-85B7-C06CD16CE358}">
      <dgm:prSet/>
      <dgm:spPr/>
      <dgm:t>
        <a:bodyPr/>
        <a:lstStyle/>
        <a:p>
          <a:endParaRPr lang="en-US"/>
        </a:p>
      </dgm:t>
    </dgm:pt>
    <dgm:pt modelId="{756DE4D4-F052-4B88-BCF2-8E221AD2E94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If a transaction</a:t>
          </a:r>
          <a:r>
            <a:rPr lang="tr-TR"/>
            <a:t> </a:t>
          </a:r>
          <a:r>
            <a:rPr lang="en-US"/>
            <a:t>is transmitted to the network </a:t>
          </a:r>
        </a:p>
      </dgm:t>
    </dgm:pt>
    <dgm:pt modelId="{25FFD3E8-4729-4944-A0D3-185A155768DD}" type="parTrans" cxnId="{FE7DB62F-E573-4DE1-B1B0-EABCFE3499E3}">
      <dgm:prSet/>
      <dgm:spPr/>
      <dgm:t>
        <a:bodyPr/>
        <a:lstStyle/>
        <a:p>
          <a:endParaRPr lang="en-US"/>
        </a:p>
      </dgm:t>
    </dgm:pt>
    <dgm:pt modelId="{ACA574BB-AD95-466F-896E-F3BC316F89A4}" type="sibTrans" cxnId="{FE7DB62F-E573-4DE1-B1B0-EABCFE3499E3}">
      <dgm:prSet/>
      <dgm:spPr/>
      <dgm:t>
        <a:bodyPr/>
        <a:lstStyle/>
        <a:p>
          <a:endParaRPr lang="en-US"/>
        </a:p>
      </dgm:t>
    </dgm:pt>
    <dgm:pt modelId="{95315AF1-B215-4F03-AC21-46DCA7B93BF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before the specified nLocktime, </a:t>
          </a:r>
        </a:p>
      </dgm:t>
    </dgm:pt>
    <dgm:pt modelId="{ADBFF639-C666-4AB8-B9F7-5C4DC4D27417}" type="parTrans" cxnId="{5D28E6D2-A064-4498-B8B1-4B704CA15D61}">
      <dgm:prSet/>
      <dgm:spPr/>
      <dgm:t>
        <a:bodyPr/>
        <a:lstStyle/>
        <a:p>
          <a:endParaRPr lang="en-US"/>
        </a:p>
      </dgm:t>
    </dgm:pt>
    <dgm:pt modelId="{CE73FA1E-36B4-4CBF-941D-C30654BE324A}" type="sibTrans" cxnId="{5D28E6D2-A064-4498-B8B1-4B704CA15D61}">
      <dgm:prSet/>
      <dgm:spPr/>
      <dgm:t>
        <a:bodyPr/>
        <a:lstStyle/>
        <a:p>
          <a:endParaRPr lang="en-US"/>
        </a:p>
      </dgm:t>
    </dgm:pt>
    <dgm:pt modelId="{44A7247D-E9F6-4A16-AFC3-047BC457173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transaction will</a:t>
          </a:r>
          <a:r>
            <a:rPr lang="tr-TR"/>
            <a:t> </a:t>
          </a:r>
          <a:r>
            <a:rPr lang="en-US"/>
            <a:t>be rejected by the first node </a:t>
          </a:r>
        </a:p>
      </dgm:t>
    </dgm:pt>
    <dgm:pt modelId="{D25ED34A-7D74-4030-B263-F9BBCD9D5375}" type="parTrans" cxnId="{6192FA39-1ABB-4E03-80CF-5D04701D1976}">
      <dgm:prSet/>
      <dgm:spPr/>
      <dgm:t>
        <a:bodyPr/>
        <a:lstStyle/>
        <a:p>
          <a:endParaRPr lang="en-US"/>
        </a:p>
      </dgm:t>
    </dgm:pt>
    <dgm:pt modelId="{59ADD2D6-3EF6-4E09-8037-61EEDCF42830}" type="sibTrans" cxnId="{6192FA39-1ABB-4E03-80CF-5D04701D1976}">
      <dgm:prSet/>
      <dgm:spPr/>
      <dgm:t>
        <a:bodyPr/>
        <a:lstStyle/>
        <a:p>
          <a:endParaRPr lang="en-US"/>
        </a:p>
      </dgm:t>
    </dgm:pt>
    <dgm:pt modelId="{D6818336-0B17-46F6-A44D-E79D517F92A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as invalid and will not be relayed to other nodes. </a:t>
          </a:r>
        </a:p>
      </dgm:t>
    </dgm:pt>
    <dgm:pt modelId="{6C2C3F06-CE62-4929-843A-772C2B5EACC8}" type="parTrans" cxnId="{061F6C70-3DE8-44D0-BAA5-9DF52F8890EE}">
      <dgm:prSet/>
      <dgm:spPr/>
      <dgm:t>
        <a:bodyPr/>
        <a:lstStyle/>
        <a:p>
          <a:endParaRPr lang="en-US"/>
        </a:p>
      </dgm:t>
    </dgm:pt>
    <dgm:pt modelId="{727EA128-B50F-463A-ACB6-B0B7B63946F6}" type="sibTrans" cxnId="{061F6C70-3DE8-44D0-BAA5-9DF52F8890EE}">
      <dgm:prSet/>
      <dgm:spPr/>
      <dgm:t>
        <a:bodyPr/>
        <a:lstStyle/>
        <a:p>
          <a:endParaRPr lang="en-US"/>
        </a:p>
      </dgm:t>
    </dgm:pt>
    <dgm:pt modelId="{2B40ECD8-DEAB-40BA-9145-3800A2165FE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use</a:t>
          </a:r>
          <a:r>
            <a:rPr lang="tr-TR"/>
            <a:t> </a:t>
          </a:r>
          <a:r>
            <a:rPr lang="en-US"/>
            <a:t>of nLocktime </a:t>
          </a:r>
        </a:p>
      </dgm:t>
    </dgm:pt>
    <dgm:pt modelId="{644BAB66-F3E8-4E92-BA3B-9270B2E65C77}" type="parTrans" cxnId="{3AC61816-FE92-4B79-B195-10B87FCB7C2D}">
      <dgm:prSet/>
      <dgm:spPr/>
      <dgm:t>
        <a:bodyPr/>
        <a:lstStyle/>
        <a:p>
          <a:endParaRPr lang="en-US"/>
        </a:p>
      </dgm:t>
    </dgm:pt>
    <dgm:pt modelId="{D1D4E350-5521-4685-9DF4-4CF45959705D}" type="sibTrans" cxnId="{3AC61816-FE92-4B79-B195-10B87FCB7C2D}">
      <dgm:prSet/>
      <dgm:spPr/>
      <dgm:t>
        <a:bodyPr/>
        <a:lstStyle/>
        <a:p>
          <a:endParaRPr lang="en-US"/>
        </a:p>
      </dgm:t>
    </dgm:pt>
    <dgm:pt modelId="{7B8376CA-B791-45B2-A663-0B0CC671590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is equivalent to postdating a paper check.</a:t>
          </a:r>
        </a:p>
      </dgm:t>
    </dgm:pt>
    <dgm:pt modelId="{FF261D32-5C78-4DB1-94DD-8690BAC52940}" type="parTrans" cxnId="{159AA65C-B5B7-465B-9557-CB4672FF7DDF}">
      <dgm:prSet/>
      <dgm:spPr/>
      <dgm:t>
        <a:bodyPr/>
        <a:lstStyle/>
        <a:p>
          <a:endParaRPr lang="en-US"/>
        </a:p>
      </dgm:t>
    </dgm:pt>
    <dgm:pt modelId="{14B247DD-9514-4BCC-927E-16CC13E2D930}" type="sibTrans" cxnId="{159AA65C-B5B7-465B-9557-CB4672FF7DDF}">
      <dgm:prSet/>
      <dgm:spPr/>
      <dgm:t>
        <a:bodyPr/>
        <a:lstStyle/>
        <a:p>
          <a:endParaRPr lang="en-US"/>
        </a:p>
      </dgm:t>
    </dgm:pt>
    <dgm:pt modelId="{981DB4B6-9707-4E06-968D-3820F1D8E209}" type="pres">
      <dgm:prSet presAssocID="{C35E34E1-90C4-455F-A6C6-0591DA056775}" presName="root" presStyleCnt="0">
        <dgm:presLayoutVars>
          <dgm:dir/>
          <dgm:resizeHandles val="exact"/>
        </dgm:presLayoutVars>
      </dgm:prSet>
      <dgm:spPr/>
    </dgm:pt>
    <dgm:pt modelId="{3D4A956B-1675-45B3-83B5-E7CA3620667C}" type="pres">
      <dgm:prSet presAssocID="{3B0B8AC0-1D78-4E45-982F-AB7AF8B617F9}" presName="compNode" presStyleCnt="0"/>
      <dgm:spPr/>
    </dgm:pt>
    <dgm:pt modelId="{2AE950AA-87BA-4E13-BF91-1AA209DE162D}" type="pres">
      <dgm:prSet presAssocID="{3B0B8AC0-1D78-4E45-982F-AB7AF8B617F9}" presName="iconRect" presStyleLbl="node1" presStyleIdx="0" presStyleCnt="4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ronometre"/>
        </a:ext>
      </dgm:extLst>
    </dgm:pt>
    <dgm:pt modelId="{690396BF-69ED-446C-9A64-7DD6C753B86B}" type="pres">
      <dgm:prSet presAssocID="{3B0B8AC0-1D78-4E45-982F-AB7AF8B617F9}" presName="iconSpace" presStyleCnt="0"/>
      <dgm:spPr/>
    </dgm:pt>
    <dgm:pt modelId="{F910BFF2-5576-4B55-95E6-A67D2EFE5D1F}" type="pres">
      <dgm:prSet presAssocID="{3B0B8AC0-1D78-4E45-982F-AB7AF8B617F9}" presName="parTx" presStyleLbl="revTx" presStyleIdx="0" presStyleCnt="8">
        <dgm:presLayoutVars>
          <dgm:chMax val="0"/>
          <dgm:chPref val="0"/>
        </dgm:presLayoutVars>
      </dgm:prSet>
      <dgm:spPr/>
    </dgm:pt>
    <dgm:pt modelId="{AE33F002-025A-4DB0-9347-747752D1F1E5}" type="pres">
      <dgm:prSet presAssocID="{3B0B8AC0-1D78-4E45-982F-AB7AF8B617F9}" presName="txSpace" presStyleCnt="0"/>
      <dgm:spPr/>
    </dgm:pt>
    <dgm:pt modelId="{8950599C-FF3B-4424-94B8-6A2DAEC6BFA4}" type="pres">
      <dgm:prSet presAssocID="{3B0B8AC0-1D78-4E45-982F-AB7AF8B617F9}" presName="desTx" presStyleLbl="revTx" presStyleIdx="1" presStyleCnt="8">
        <dgm:presLayoutVars/>
      </dgm:prSet>
      <dgm:spPr/>
    </dgm:pt>
    <dgm:pt modelId="{477EDC1D-4003-452E-A189-5E8B7A5CEC2A}" type="pres">
      <dgm:prSet presAssocID="{522839D1-FB84-40D8-8F79-16CD5BCD3EBC}" presName="sibTrans" presStyleCnt="0"/>
      <dgm:spPr/>
    </dgm:pt>
    <dgm:pt modelId="{F782C75C-A54D-4851-A70D-E4B226750287}" type="pres">
      <dgm:prSet presAssocID="{9CF4B874-4030-4DC4-8A64-26A2B01FD09C}" presName="compNode" presStyleCnt="0"/>
      <dgm:spPr/>
    </dgm:pt>
    <dgm:pt modelId="{30F36BA1-65FD-4FC7-B4AD-0CEE6BC0EAB8}" type="pres">
      <dgm:prSet presAssocID="{9CF4B874-4030-4DC4-8A64-26A2B01FD09C}" presName="iconRect" presStyleLbl="node1" presStyleIdx="1" presStyleCnt="4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29F114B9-5BC2-42DC-BFA7-7BFE3BE7FBA2}" type="pres">
      <dgm:prSet presAssocID="{9CF4B874-4030-4DC4-8A64-26A2B01FD09C}" presName="iconSpace" presStyleCnt="0"/>
      <dgm:spPr/>
    </dgm:pt>
    <dgm:pt modelId="{A258BD89-9701-4FF8-93B4-BDA793293113}" type="pres">
      <dgm:prSet presAssocID="{9CF4B874-4030-4DC4-8A64-26A2B01FD09C}" presName="parTx" presStyleLbl="revTx" presStyleIdx="2" presStyleCnt="8">
        <dgm:presLayoutVars>
          <dgm:chMax val="0"/>
          <dgm:chPref val="0"/>
        </dgm:presLayoutVars>
      </dgm:prSet>
      <dgm:spPr/>
    </dgm:pt>
    <dgm:pt modelId="{9D4E2A1F-55DF-45A7-80CB-A1377BB597FF}" type="pres">
      <dgm:prSet presAssocID="{9CF4B874-4030-4DC4-8A64-26A2B01FD09C}" presName="txSpace" presStyleCnt="0"/>
      <dgm:spPr/>
    </dgm:pt>
    <dgm:pt modelId="{23A449A2-841B-4601-907B-5788FBABDBCF}" type="pres">
      <dgm:prSet presAssocID="{9CF4B874-4030-4DC4-8A64-26A2B01FD09C}" presName="desTx" presStyleLbl="revTx" presStyleIdx="3" presStyleCnt="8">
        <dgm:presLayoutVars/>
      </dgm:prSet>
      <dgm:spPr/>
    </dgm:pt>
    <dgm:pt modelId="{D52EFCEE-4AA3-48F3-884B-8DA2640CC1DF}" type="pres">
      <dgm:prSet presAssocID="{33ACBFAF-3759-45A9-8AB5-BB12B681BCCC}" presName="sibTrans" presStyleCnt="0"/>
      <dgm:spPr/>
    </dgm:pt>
    <dgm:pt modelId="{0B517F7F-1D0D-41E6-8BD0-591CB051B59F}" type="pres">
      <dgm:prSet presAssocID="{756DE4D4-F052-4B88-BCF2-8E221AD2E941}" presName="compNode" presStyleCnt="0"/>
      <dgm:spPr/>
    </dgm:pt>
    <dgm:pt modelId="{579B8FF8-2627-4D53-A970-CA4F55B58459}" type="pres">
      <dgm:prSet presAssocID="{756DE4D4-F052-4B88-BCF2-8E221AD2E941}" presName="iconRect" presStyleLbl="node1" presStyleIdx="2" presStyleCnt="4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ğlı değil"/>
        </a:ext>
      </dgm:extLst>
    </dgm:pt>
    <dgm:pt modelId="{3A543053-953D-439E-A03F-80C04C7EF242}" type="pres">
      <dgm:prSet presAssocID="{756DE4D4-F052-4B88-BCF2-8E221AD2E941}" presName="iconSpace" presStyleCnt="0"/>
      <dgm:spPr/>
    </dgm:pt>
    <dgm:pt modelId="{535571B8-791B-4C56-B9CA-35F704982BF3}" type="pres">
      <dgm:prSet presAssocID="{756DE4D4-F052-4B88-BCF2-8E221AD2E941}" presName="parTx" presStyleLbl="revTx" presStyleIdx="4" presStyleCnt="8">
        <dgm:presLayoutVars>
          <dgm:chMax val="0"/>
          <dgm:chPref val="0"/>
        </dgm:presLayoutVars>
      </dgm:prSet>
      <dgm:spPr/>
    </dgm:pt>
    <dgm:pt modelId="{895BC29B-6798-429E-B201-34AE18306BC8}" type="pres">
      <dgm:prSet presAssocID="{756DE4D4-F052-4B88-BCF2-8E221AD2E941}" presName="txSpace" presStyleCnt="0"/>
      <dgm:spPr/>
    </dgm:pt>
    <dgm:pt modelId="{42156B99-6AA6-41DF-AD16-5382B3AD3102}" type="pres">
      <dgm:prSet presAssocID="{756DE4D4-F052-4B88-BCF2-8E221AD2E941}" presName="desTx" presStyleLbl="revTx" presStyleIdx="5" presStyleCnt="8">
        <dgm:presLayoutVars/>
      </dgm:prSet>
      <dgm:spPr/>
    </dgm:pt>
    <dgm:pt modelId="{F800F0A9-2F76-4120-B206-69B2CAB10586}" type="pres">
      <dgm:prSet presAssocID="{ACA574BB-AD95-466F-896E-F3BC316F89A4}" presName="sibTrans" presStyleCnt="0"/>
      <dgm:spPr/>
    </dgm:pt>
    <dgm:pt modelId="{55193611-31EE-49A6-A2CB-328F69C3A32B}" type="pres">
      <dgm:prSet presAssocID="{2B40ECD8-DEAB-40BA-9145-3800A2165FE7}" presName="compNode" presStyleCnt="0"/>
      <dgm:spPr/>
    </dgm:pt>
    <dgm:pt modelId="{BC07EA3A-942F-47E2-BE40-580098C07741}" type="pres">
      <dgm:prSet presAssocID="{2B40ECD8-DEAB-40BA-9145-3800A2165FE7}" presName="iconRect" presStyleLbl="node1" presStyleIdx="3" presStyleCnt="4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elge"/>
        </a:ext>
      </dgm:extLst>
    </dgm:pt>
    <dgm:pt modelId="{1FAECCE5-1BC4-4EE2-8173-3D129C0B3F44}" type="pres">
      <dgm:prSet presAssocID="{2B40ECD8-DEAB-40BA-9145-3800A2165FE7}" presName="iconSpace" presStyleCnt="0"/>
      <dgm:spPr/>
    </dgm:pt>
    <dgm:pt modelId="{6ECDF8AF-13A6-4DE8-8436-416221D36B7B}" type="pres">
      <dgm:prSet presAssocID="{2B40ECD8-DEAB-40BA-9145-3800A2165FE7}" presName="parTx" presStyleLbl="revTx" presStyleIdx="6" presStyleCnt="8">
        <dgm:presLayoutVars>
          <dgm:chMax val="0"/>
          <dgm:chPref val="0"/>
        </dgm:presLayoutVars>
      </dgm:prSet>
      <dgm:spPr/>
    </dgm:pt>
    <dgm:pt modelId="{12D654AF-AD53-40FB-BD67-6ED7577D582C}" type="pres">
      <dgm:prSet presAssocID="{2B40ECD8-DEAB-40BA-9145-3800A2165FE7}" presName="txSpace" presStyleCnt="0"/>
      <dgm:spPr/>
    </dgm:pt>
    <dgm:pt modelId="{7AE53F26-A5F8-4093-BA00-7D7A9572B7F5}" type="pres">
      <dgm:prSet presAssocID="{2B40ECD8-DEAB-40BA-9145-3800A2165FE7}" presName="desTx" presStyleLbl="revTx" presStyleIdx="7" presStyleCnt="8">
        <dgm:presLayoutVars/>
      </dgm:prSet>
      <dgm:spPr/>
    </dgm:pt>
  </dgm:ptLst>
  <dgm:cxnLst>
    <dgm:cxn modelId="{3AC61816-FE92-4B79-B195-10B87FCB7C2D}" srcId="{C35E34E1-90C4-455F-A6C6-0591DA056775}" destId="{2B40ECD8-DEAB-40BA-9145-3800A2165FE7}" srcOrd="3" destOrd="0" parTransId="{644BAB66-F3E8-4E92-BA3B-9270B2E65C77}" sibTransId="{D1D4E350-5521-4685-9DF4-4CF45959705D}"/>
    <dgm:cxn modelId="{9FCBD223-A3AB-4637-9E3F-2ED55C69138C}" type="presOf" srcId="{44A7247D-E9F6-4A16-AFC3-047BC4571732}" destId="{42156B99-6AA6-41DF-AD16-5382B3AD3102}" srcOrd="0" destOrd="1" presId="urn:microsoft.com/office/officeart/2018/5/layout/CenteredIconLabelDescriptionList"/>
    <dgm:cxn modelId="{C7D46D28-06C1-4848-81E3-3E2941D4D742}" type="presOf" srcId="{7B8376CA-B791-45B2-A663-0B0CC6715908}" destId="{7AE53F26-A5F8-4093-BA00-7D7A9572B7F5}" srcOrd="0" destOrd="0" presId="urn:microsoft.com/office/officeart/2018/5/layout/CenteredIconLabelDescriptionList"/>
    <dgm:cxn modelId="{FE7DB62F-E573-4DE1-B1B0-EABCFE3499E3}" srcId="{C35E34E1-90C4-455F-A6C6-0591DA056775}" destId="{756DE4D4-F052-4B88-BCF2-8E221AD2E941}" srcOrd="2" destOrd="0" parTransId="{25FFD3E8-4729-4944-A0D3-185A155768DD}" sibTransId="{ACA574BB-AD95-466F-896E-F3BC316F89A4}"/>
    <dgm:cxn modelId="{F938E433-AB67-47E8-85B7-C06CD16CE358}" srcId="{9CF4B874-4030-4DC4-8A64-26A2B01FD09C}" destId="{B7C16C8F-F58D-4AD4-8F5F-ECEC4DCE8821}" srcOrd="0" destOrd="0" parTransId="{5A7FAB73-E235-468F-8A84-48C98EEA7016}" sibTransId="{DB813433-D62F-4D79-85B3-3693D5164F4D}"/>
    <dgm:cxn modelId="{9E574A35-A098-4CBA-B79A-99DACAF465EA}" type="presOf" srcId="{3B0B8AC0-1D78-4E45-982F-AB7AF8B617F9}" destId="{F910BFF2-5576-4B55-95E6-A67D2EFE5D1F}" srcOrd="0" destOrd="0" presId="urn:microsoft.com/office/officeart/2018/5/layout/CenteredIconLabelDescriptionList"/>
    <dgm:cxn modelId="{6192FA39-1ABB-4E03-80CF-5D04701D1976}" srcId="{756DE4D4-F052-4B88-BCF2-8E221AD2E941}" destId="{44A7247D-E9F6-4A16-AFC3-047BC4571732}" srcOrd="1" destOrd="0" parTransId="{D25ED34A-7D74-4030-B263-F9BBCD9D5375}" sibTransId="{59ADD2D6-3EF6-4E09-8037-61EEDCF42830}"/>
    <dgm:cxn modelId="{E6293D3B-84EE-4998-8E09-767BA28B5298}" type="presOf" srcId="{B7C16C8F-F58D-4AD4-8F5F-ECEC4DCE8821}" destId="{23A449A2-841B-4601-907B-5788FBABDBCF}" srcOrd="0" destOrd="0" presId="urn:microsoft.com/office/officeart/2018/5/layout/CenteredIconLabelDescriptionList"/>
    <dgm:cxn modelId="{159AA65C-B5B7-465B-9557-CB4672FF7DDF}" srcId="{2B40ECD8-DEAB-40BA-9145-3800A2165FE7}" destId="{7B8376CA-B791-45B2-A663-0B0CC6715908}" srcOrd="0" destOrd="0" parTransId="{FF261D32-5C78-4DB1-94DD-8690BAC52940}" sibTransId="{14B247DD-9514-4BCC-927E-16CC13E2D930}"/>
    <dgm:cxn modelId="{9DBA895F-2C5D-4B1B-9A27-A69C47C560FB}" srcId="{C35E34E1-90C4-455F-A6C6-0591DA056775}" destId="{9CF4B874-4030-4DC4-8A64-26A2B01FD09C}" srcOrd="1" destOrd="0" parTransId="{97C80B48-F9E3-45F8-AC16-C9A745D81EA6}" sibTransId="{33ACBFAF-3759-45A9-8AB5-BB12B681BCCC}"/>
    <dgm:cxn modelId="{FD0BFB6B-DAD0-44A1-99A5-7F8C28F56041}" type="presOf" srcId="{9CF4B874-4030-4DC4-8A64-26A2B01FD09C}" destId="{A258BD89-9701-4FF8-93B4-BDA793293113}" srcOrd="0" destOrd="0" presId="urn:microsoft.com/office/officeart/2018/5/layout/CenteredIconLabelDescriptionList"/>
    <dgm:cxn modelId="{24C15A4D-2C05-4E13-AEFB-5A32C4CC1C0E}" srcId="{C35E34E1-90C4-455F-A6C6-0591DA056775}" destId="{3B0B8AC0-1D78-4E45-982F-AB7AF8B617F9}" srcOrd="0" destOrd="0" parTransId="{E5570E4B-98D4-41F1-8DB7-73525548CAF7}" sibTransId="{522839D1-FB84-40D8-8F79-16CD5BCD3EBC}"/>
    <dgm:cxn modelId="{0B0F156F-2B0A-4150-93D8-B4FEB797EDD4}" srcId="{3B0B8AC0-1D78-4E45-982F-AB7AF8B617F9}" destId="{843201C3-A89D-4300-ADF6-CED96BB393BF}" srcOrd="0" destOrd="0" parTransId="{93ABE597-5000-49E4-8D35-33321E398B5D}" sibTransId="{96098FB0-2D9A-4439-8984-4A62A754C566}"/>
    <dgm:cxn modelId="{E12E7F6F-04BB-4066-B201-B9430A123326}" type="presOf" srcId="{2B40ECD8-DEAB-40BA-9145-3800A2165FE7}" destId="{6ECDF8AF-13A6-4DE8-8436-416221D36B7B}" srcOrd="0" destOrd="0" presId="urn:microsoft.com/office/officeart/2018/5/layout/CenteredIconLabelDescriptionList"/>
    <dgm:cxn modelId="{061F6C70-3DE8-44D0-BAA5-9DF52F8890EE}" srcId="{756DE4D4-F052-4B88-BCF2-8E221AD2E941}" destId="{D6818336-0B17-46F6-A44D-E79D517F92A3}" srcOrd="2" destOrd="0" parTransId="{6C2C3F06-CE62-4929-843A-772C2B5EACC8}" sibTransId="{727EA128-B50F-463A-ACB6-B0B7B63946F6}"/>
    <dgm:cxn modelId="{A7FA6578-FD18-4F11-9706-88CDC46CE410}" type="presOf" srcId="{95315AF1-B215-4F03-AC21-46DCA7B93BF1}" destId="{42156B99-6AA6-41DF-AD16-5382B3AD3102}" srcOrd="0" destOrd="0" presId="urn:microsoft.com/office/officeart/2018/5/layout/CenteredIconLabelDescriptionList"/>
    <dgm:cxn modelId="{6F937278-060E-4F16-A878-BE3633E75CBE}" type="presOf" srcId="{C35E34E1-90C4-455F-A6C6-0591DA056775}" destId="{981DB4B6-9707-4E06-968D-3820F1D8E209}" srcOrd="0" destOrd="0" presId="urn:microsoft.com/office/officeart/2018/5/layout/CenteredIconLabelDescriptionList"/>
    <dgm:cxn modelId="{E78B9F7E-3DFF-4543-93B7-0AF6ADD8B887}" type="presOf" srcId="{756DE4D4-F052-4B88-BCF2-8E221AD2E941}" destId="{535571B8-791B-4C56-B9CA-35F704982BF3}" srcOrd="0" destOrd="0" presId="urn:microsoft.com/office/officeart/2018/5/layout/CenteredIconLabelDescriptionList"/>
    <dgm:cxn modelId="{F671C583-1C20-4672-AB14-D4FC844D7C50}" type="presOf" srcId="{D6818336-0B17-46F6-A44D-E79D517F92A3}" destId="{42156B99-6AA6-41DF-AD16-5382B3AD3102}" srcOrd="0" destOrd="2" presId="urn:microsoft.com/office/officeart/2018/5/layout/CenteredIconLabelDescriptionList"/>
    <dgm:cxn modelId="{6F93EE88-C06F-4814-8D34-37C5E841D3DF}" type="presOf" srcId="{843201C3-A89D-4300-ADF6-CED96BB393BF}" destId="{8950599C-FF3B-4424-94B8-6A2DAEC6BFA4}" srcOrd="0" destOrd="0" presId="urn:microsoft.com/office/officeart/2018/5/layout/CenteredIconLabelDescriptionList"/>
    <dgm:cxn modelId="{41254EB3-2217-48E2-BADE-2C13DD613C93}" type="presOf" srcId="{F92A1802-F070-4657-AF4E-11B403A7DF7B}" destId="{8950599C-FF3B-4424-94B8-6A2DAEC6BFA4}" srcOrd="0" destOrd="1" presId="urn:microsoft.com/office/officeart/2018/5/layout/CenteredIconLabelDescriptionList"/>
    <dgm:cxn modelId="{5D28E6D2-A064-4498-B8B1-4B704CA15D61}" srcId="{756DE4D4-F052-4B88-BCF2-8E221AD2E941}" destId="{95315AF1-B215-4F03-AC21-46DCA7B93BF1}" srcOrd="0" destOrd="0" parTransId="{ADBFF639-C666-4AB8-B9F7-5C4DC4D27417}" sibTransId="{CE73FA1E-36B4-4CBF-941D-C30654BE324A}"/>
    <dgm:cxn modelId="{D965F9D7-92E4-4B51-A2B6-BB08767189B0}" srcId="{3B0B8AC0-1D78-4E45-982F-AB7AF8B617F9}" destId="{F92A1802-F070-4657-AF4E-11B403A7DF7B}" srcOrd="1" destOrd="0" parTransId="{A241C872-9332-4940-8195-57DBF6A1B88E}" sibTransId="{087F31F9-477C-4E7D-974A-0176EDB95857}"/>
    <dgm:cxn modelId="{DF7E3F74-1927-46E6-BED1-86DCF24BDA09}" type="presParOf" srcId="{981DB4B6-9707-4E06-968D-3820F1D8E209}" destId="{3D4A956B-1675-45B3-83B5-E7CA3620667C}" srcOrd="0" destOrd="0" presId="urn:microsoft.com/office/officeart/2018/5/layout/CenteredIconLabelDescriptionList"/>
    <dgm:cxn modelId="{F3FAB054-DB8F-477A-A801-1001B83A6341}" type="presParOf" srcId="{3D4A956B-1675-45B3-83B5-E7CA3620667C}" destId="{2AE950AA-87BA-4E13-BF91-1AA209DE162D}" srcOrd="0" destOrd="0" presId="urn:microsoft.com/office/officeart/2018/5/layout/CenteredIconLabelDescriptionList"/>
    <dgm:cxn modelId="{5631688C-1B42-42A5-A0DA-391E31AE7802}" type="presParOf" srcId="{3D4A956B-1675-45B3-83B5-E7CA3620667C}" destId="{690396BF-69ED-446C-9A64-7DD6C753B86B}" srcOrd="1" destOrd="0" presId="urn:microsoft.com/office/officeart/2018/5/layout/CenteredIconLabelDescriptionList"/>
    <dgm:cxn modelId="{EDAF18A2-899D-4246-A365-64F87A8A4EDA}" type="presParOf" srcId="{3D4A956B-1675-45B3-83B5-E7CA3620667C}" destId="{F910BFF2-5576-4B55-95E6-A67D2EFE5D1F}" srcOrd="2" destOrd="0" presId="urn:microsoft.com/office/officeart/2018/5/layout/CenteredIconLabelDescriptionList"/>
    <dgm:cxn modelId="{D788D54A-DDF2-4D33-9291-42D4B3A8D472}" type="presParOf" srcId="{3D4A956B-1675-45B3-83B5-E7CA3620667C}" destId="{AE33F002-025A-4DB0-9347-747752D1F1E5}" srcOrd="3" destOrd="0" presId="urn:microsoft.com/office/officeart/2018/5/layout/CenteredIconLabelDescriptionList"/>
    <dgm:cxn modelId="{0467C7F0-71B1-4EAF-B5FE-20D0D28F2105}" type="presParOf" srcId="{3D4A956B-1675-45B3-83B5-E7CA3620667C}" destId="{8950599C-FF3B-4424-94B8-6A2DAEC6BFA4}" srcOrd="4" destOrd="0" presId="urn:microsoft.com/office/officeart/2018/5/layout/CenteredIconLabelDescriptionList"/>
    <dgm:cxn modelId="{77914743-4D53-4BF2-810F-26607D528FF3}" type="presParOf" srcId="{981DB4B6-9707-4E06-968D-3820F1D8E209}" destId="{477EDC1D-4003-452E-A189-5E8B7A5CEC2A}" srcOrd="1" destOrd="0" presId="urn:microsoft.com/office/officeart/2018/5/layout/CenteredIconLabelDescriptionList"/>
    <dgm:cxn modelId="{41265338-5C0B-40F5-A75F-16221ABEB743}" type="presParOf" srcId="{981DB4B6-9707-4E06-968D-3820F1D8E209}" destId="{F782C75C-A54D-4851-A70D-E4B226750287}" srcOrd="2" destOrd="0" presId="urn:microsoft.com/office/officeart/2018/5/layout/CenteredIconLabelDescriptionList"/>
    <dgm:cxn modelId="{A339A6FC-96E3-49B9-B614-AA1BBD8670A0}" type="presParOf" srcId="{F782C75C-A54D-4851-A70D-E4B226750287}" destId="{30F36BA1-65FD-4FC7-B4AD-0CEE6BC0EAB8}" srcOrd="0" destOrd="0" presId="urn:microsoft.com/office/officeart/2018/5/layout/CenteredIconLabelDescriptionList"/>
    <dgm:cxn modelId="{B3B5A003-23DE-4C06-838E-6600F7059E98}" type="presParOf" srcId="{F782C75C-A54D-4851-A70D-E4B226750287}" destId="{29F114B9-5BC2-42DC-BFA7-7BFE3BE7FBA2}" srcOrd="1" destOrd="0" presId="urn:microsoft.com/office/officeart/2018/5/layout/CenteredIconLabelDescriptionList"/>
    <dgm:cxn modelId="{2A35654D-93C7-410F-BE83-E985F840B99C}" type="presParOf" srcId="{F782C75C-A54D-4851-A70D-E4B226750287}" destId="{A258BD89-9701-4FF8-93B4-BDA793293113}" srcOrd="2" destOrd="0" presId="urn:microsoft.com/office/officeart/2018/5/layout/CenteredIconLabelDescriptionList"/>
    <dgm:cxn modelId="{F548B9D6-EA6B-4045-85AC-E1F483E59C8D}" type="presParOf" srcId="{F782C75C-A54D-4851-A70D-E4B226750287}" destId="{9D4E2A1F-55DF-45A7-80CB-A1377BB597FF}" srcOrd="3" destOrd="0" presId="urn:microsoft.com/office/officeart/2018/5/layout/CenteredIconLabelDescriptionList"/>
    <dgm:cxn modelId="{2BEEB21A-7E25-4BD0-933B-6BD32184D990}" type="presParOf" srcId="{F782C75C-A54D-4851-A70D-E4B226750287}" destId="{23A449A2-841B-4601-907B-5788FBABDBCF}" srcOrd="4" destOrd="0" presId="urn:microsoft.com/office/officeart/2018/5/layout/CenteredIconLabelDescriptionList"/>
    <dgm:cxn modelId="{42CBA764-1FB6-4D5B-8366-526C8D24B531}" type="presParOf" srcId="{981DB4B6-9707-4E06-968D-3820F1D8E209}" destId="{D52EFCEE-4AA3-48F3-884B-8DA2640CC1DF}" srcOrd="3" destOrd="0" presId="urn:microsoft.com/office/officeart/2018/5/layout/CenteredIconLabelDescriptionList"/>
    <dgm:cxn modelId="{ACB8774E-292C-4051-9ACD-64AAF4B96AB6}" type="presParOf" srcId="{981DB4B6-9707-4E06-968D-3820F1D8E209}" destId="{0B517F7F-1D0D-41E6-8BD0-591CB051B59F}" srcOrd="4" destOrd="0" presId="urn:microsoft.com/office/officeart/2018/5/layout/CenteredIconLabelDescriptionList"/>
    <dgm:cxn modelId="{FD2FFB2A-C62C-41D5-9E4E-15C34FB9EDF2}" type="presParOf" srcId="{0B517F7F-1D0D-41E6-8BD0-591CB051B59F}" destId="{579B8FF8-2627-4D53-A970-CA4F55B58459}" srcOrd="0" destOrd="0" presId="urn:microsoft.com/office/officeart/2018/5/layout/CenteredIconLabelDescriptionList"/>
    <dgm:cxn modelId="{2F530DB0-AF5A-4895-A4D7-6F076AD5C308}" type="presParOf" srcId="{0B517F7F-1D0D-41E6-8BD0-591CB051B59F}" destId="{3A543053-953D-439E-A03F-80C04C7EF242}" srcOrd="1" destOrd="0" presId="urn:microsoft.com/office/officeart/2018/5/layout/CenteredIconLabelDescriptionList"/>
    <dgm:cxn modelId="{2980D0E7-0253-4577-94F8-8132DB7C35B2}" type="presParOf" srcId="{0B517F7F-1D0D-41E6-8BD0-591CB051B59F}" destId="{535571B8-791B-4C56-B9CA-35F704982BF3}" srcOrd="2" destOrd="0" presId="urn:microsoft.com/office/officeart/2018/5/layout/CenteredIconLabelDescriptionList"/>
    <dgm:cxn modelId="{5D6F6654-1256-46D7-BFD1-200C64B90970}" type="presParOf" srcId="{0B517F7F-1D0D-41E6-8BD0-591CB051B59F}" destId="{895BC29B-6798-429E-B201-34AE18306BC8}" srcOrd="3" destOrd="0" presId="urn:microsoft.com/office/officeart/2018/5/layout/CenteredIconLabelDescriptionList"/>
    <dgm:cxn modelId="{7291B824-7F21-4E2F-9496-687D90D554B2}" type="presParOf" srcId="{0B517F7F-1D0D-41E6-8BD0-591CB051B59F}" destId="{42156B99-6AA6-41DF-AD16-5382B3AD3102}" srcOrd="4" destOrd="0" presId="urn:microsoft.com/office/officeart/2018/5/layout/CenteredIconLabelDescriptionList"/>
    <dgm:cxn modelId="{E55AB653-5145-4437-886B-0CA610BD266F}" type="presParOf" srcId="{981DB4B6-9707-4E06-968D-3820F1D8E209}" destId="{F800F0A9-2F76-4120-B206-69B2CAB10586}" srcOrd="5" destOrd="0" presId="urn:microsoft.com/office/officeart/2018/5/layout/CenteredIconLabelDescriptionList"/>
    <dgm:cxn modelId="{86CA6BC4-776A-48C5-A783-A041BB2E8BBB}" type="presParOf" srcId="{981DB4B6-9707-4E06-968D-3820F1D8E209}" destId="{55193611-31EE-49A6-A2CB-328F69C3A32B}" srcOrd="6" destOrd="0" presId="urn:microsoft.com/office/officeart/2018/5/layout/CenteredIconLabelDescriptionList"/>
    <dgm:cxn modelId="{A4735B12-A667-4BED-97D1-A1227CF5B1FB}" type="presParOf" srcId="{55193611-31EE-49A6-A2CB-328F69C3A32B}" destId="{BC07EA3A-942F-47E2-BE40-580098C07741}" srcOrd="0" destOrd="0" presId="urn:microsoft.com/office/officeart/2018/5/layout/CenteredIconLabelDescriptionList"/>
    <dgm:cxn modelId="{39F852EA-202F-4FB3-BD04-4D3DBFF9F8C5}" type="presParOf" srcId="{55193611-31EE-49A6-A2CB-328F69C3A32B}" destId="{1FAECCE5-1BC4-4EE2-8173-3D129C0B3F44}" srcOrd="1" destOrd="0" presId="urn:microsoft.com/office/officeart/2018/5/layout/CenteredIconLabelDescriptionList"/>
    <dgm:cxn modelId="{2F780D65-7484-4B2D-B5EE-BE1473900D61}" type="presParOf" srcId="{55193611-31EE-49A6-A2CB-328F69C3A32B}" destId="{6ECDF8AF-13A6-4DE8-8436-416221D36B7B}" srcOrd="2" destOrd="0" presId="urn:microsoft.com/office/officeart/2018/5/layout/CenteredIconLabelDescriptionList"/>
    <dgm:cxn modelId="{B1A7CDDD-FE1B-4840-ABA2-48C95BD361F5}" type="presParOf" srcId="{55193611-31EE-49A6-A2CB-328F69C3A32B}" destId="{12D654AF-AD53-40FB-BD67-6ED7577D582C}" srcOrd="3" destOrd="0" presId="urn:microsoft.com/office/officeart/2018/5/layout/CenteredIconLabelDescriptionList"/>
    <dgm:cxn modelId="{9401C0F0-15EA-459F-B632-D63367D976B4}" type="presParOf" srcId="{55193611-31EE-49A6-A2CB-328F69C3A32B}" destId="{7AE53F26-A5F8-4093-BA00-7D7A9572B7F5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9.xml><?xml version="1.0" encoding="utf-8"?>
<dgm:dataModel xmlns:dgm="http://schemas.openxmlformats.org/drawingml/2006/diagram" xmlns:a="http://schemas.openxmlformats.org/drawingml/2006/main">
  <dgm:ptLst>
    <dgm:pt modelId="{ADCB9B39-447F-4F59-853C-C24064270025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3F25089A-251F-43EF-A322-A27858AAAD4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nLocktime </a:t>
          </a:r>
        </a:p>
      </dgm:t>
    </dgm:pt>
    <dgm:pt modelId="{4AAEA892-EC8D-4727-A53B-B237DBF3BDA4}" type="parTrans" cxnId="{44BD2171-7143-4C07-982C-8F1D0F690D86}">
      <dgm:prSet/>
      <dgm:spPr/>
      <dgm:t>
        <a:bodyPr/>
        <a:lstStyle/>
        <a:p>
          <a:endParaRPr lang="en-US"/>
        </a:p>
      </dgm:t>
    </dgm:pt>
    <dgm:pt modelId="{EFF5A9CA-483C-484E-9E98-97A376282348}" type="sibTrans" cxnId="{44BD2171-7143-4C07-982C-8F1D0F690D86}">
      <dgm:prSet/>
      <dgm:spPr/>
      <dgm:t>
        <a:bodyPr/>
        <a:lstStyle/>
        <a:p>
          <a:endParaRPr lang="en-US"/>
        </a:p>
      </dgm:t>
    </dgm:pt>
    <dgm:pt modelId="{78E2E9E7-5474-4CEC-A0DC-96385559D71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has the limitation</a:t>
          </a:r>
        </a:p>
      </dgm:t>
    </dgm:pt>
    <dgm:pt modelId="{2E1CB87E-A315-475C-A072-0EEFBF4E4A14}" type="parTrans" cxnId="{705C0BFF-E965-49B5-A0EA-E9B6D3E1B536}">
      <dgm:prSet/>
      <dgm:spPr/>
      <dgm:t>
        <a:bodyPr/>
        <a:lstStyle/>
        <a:p>
          <a:endParaRPr lang="en-US"/>
        </a:p>
      </dgm:t>
    </dgm:pt>
    <dgm:pt modelId="{04086648-E384-4CCC-9772-4A28932DDAEA}" type="sibTrans" cxnId="{705C0BFF-E965-49B5-A0EA-E9B6D3E1B536}">
      <dgm:prSet/>
      <dgm:spPr/>
      <dgm:t>
        <a:bodyPr/>
        <a:lstStyle/>
        <a:p>
          <a:endParaRPr lang="en-US"/>
        </a:p>
      </dgm:t>
    </dgm:pt>
    <dgm:pt modelId="{6F96C3EC-CAE4-4A1C-BDE6-57CEF344614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while it makes it possible </a:t>
          </a:r>
        </a:p>
      </dgm:t>
    </dgm:pt>
    <dgm:pt modelId="{2E330BCC-2510-4B34-9730-3C1E8811E1C3}" type="parTrans" cxnId="{8D911C21-D7E6-47EA-81BD-60A854CD48E9}">
      <dgm:prSet/>
      <dgm:spPr/>
      <dgm:t>
        <a:bodyPr/>
        <a:lstStyle/>
        <a:p>
          <a:endParaRPr lang="en-US"/>
        </a:p>
      </dgm:t>
    </dgm:pt>
    <dgm:pt modelId="{930298D4-952B-4F18-883C-6DE01A967EBC}" type="sibTrans" cxnId="{8D911C21-D7E6-47EA-81BD-60A854CD48E9}">
      <dgm:prSet/>
      <dgm:spPr/>
      <dgm:t>
        <a:bodyPr/>
        <a:lstStyle/>
        <a:p>
          <a:endParaRPr lang="en-US"/>
        </a:p>
      </dgm:t>
    </dgm:pt>
    <dgm:pt modelId="{8E3025AC-7F16-4400-A7D7-C6CC3A1E008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spend some outputs in</a:t>
          </a:r>
          <a:r>
            <a:rPr lang="tr-TR"/>
            <a:t> </a:t>
          </a:r>
          <a:r>
            <a:rPr lang="en-US"/>
            <a:t>the future, </a:t>
          </a:r>
        </a:p>
      </dgm:t>
    </dgm:pt>
    <dgm:pt modelId="{46022298-87B7-4E47-9A58-4CDD55F6F139}" type="parTrans" cxnId="{88A72122-F6A9-4FE2-BF02-C84F700A7E40}">
      <dgm:prSet/>
      <dgm:spPr/>
      <dgm:t>
        <a:bodyPr/>
        <a:lstStyle/>
        <a:p>
          <a:endParaRPr lang="en-US"/>
        </a:p>
      </dgm:t>
    </dgm:pt>
    <dgm:pt modelId="{986B163E-2933-4184-A9DD-B3059CE54076}" type="sibTrans" cxnId="{88A72122-F6A9-4FE2-BF02-C84F700A7E40}">
      <dgm:prSet/>
      <dgm:spPr/>
      <dgm:t>
        <a:bodyPr/>
        <a:lstStyle/>
        <a:p>
          <a:endParaRPr lang="en-US"/>
        </a:p>
      </dgm:t>
    </dgm:pt>
    <dgm:pt modelId="{52797E3C-F781-4D43-90D4-18C06F79BBF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it does not make it impossible </a:t>
          </a:r>
        </a:p>
      </dgm:t>
    </dgm:pt>
    <dgm:pt modelId="{E1A6476F-569A-40BE-B36A-288E1182675F}" type="parTrans" cxnId="{F97571ED-87FE-4ABC-84CA-0FF7D196B270}">
      <dgm:prSet/>
      <dgm:spPr/>
      <dgm:t>
        <a:bodyPr/>
        <a:lstStyle/>
        <a:p>
          <a:endParaRPr lang="en-US"/>
        </a:p>
      </dgm:t>
    </dgm:pt>
    <dgm:pt modelId="{D1141729-7846-48B0-A169-981F377628C8}" type="sibTrans" cxnId="{F97571ED-87FE-4ABC-84CA-0FF7D196B270}">
      <dgm:prSet/>
      <dgm:spPr/>
      <dgm:t>
        <a:bodyPr/>
        <a:lstStyle/>
        <a:p>
          <a:endParaRPr lang="en-US"/>
        </a:p>
      </dgm:t>
    </dgm:pt>
    <dgm:pt modelId="{51E23B2E-983D-454C-98FE-EE97B77E0DF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spend them until that time.</a:t>
          </a:r>
        </a:p>
      </dgm:t>
    </dgm:pt>
    <dgm:pt modelId="{7F87DACE-FF01-4F00-9CA7-89B4B9A5002B}" type="parTrans" cxnId="{A46DA78C-EF18-409C-98CF-1E0EB1FBFEFE}">
      <dgm:prSet/>
      <dgm:spPr/>
      <dgm:t>
        <a:bodyPr/>
        <a:lstStyle/>
        <a:p>
          <a:endParaRPr lang="en-US"/>
        </a:p>
      </dgm:t>
    </dgm:pt>
    <dgm:pt modelId="{0805A821-C947-46CE-B988-A7B94230BF76}" type="sibTrans" cxnId="{A46DA78C-EF18-409C-98CF-1E0EB1FBFEFE}">
      <dgm:prSet/>
      <dgm:spPr/>
      <dgm:t>
        <a:bodyPr/>
        <a:lstStyle/>
        <a:p>
          <a:endParaRPr lang="en-US"/>
        </a:p>
      </dgm:t>
    </dgm:pt>
    <dgm:pt modelId="{2822A5B8-14D0-46FA-B3D3-B4E2DF7A50F0}" type="pres">
      <dgm:prSet presAssocID="{ADCB9B39-447F-4F59-853C-C24064270025}" presName="root" presStyleCnt="0">
        <dgm:presLayoutVars>
          <dgm:dir/>
          <dgm:resizeHandles val="exact"/>
        </dgm:presLayoutVars>
      </dgm:prSet>
      <dgm:spPr/>
    </dgm:pt>
    <dgm:pt modelId="{D6EDEB4F-DF95-4E5E-83FC-05060A64506C}" type="pres">
      <dgm:prSet presAssocID="{3F25089A-251F-43EF-A322-A27858AAAD4B}" presName="compNode" presStyleCnt="0"/>
      <dgm:spPr/>
    </dgm:pt>
    <dgm:pt modelId="{E3607F85-A125-48A4-AA76-A9D95B11BFB2}" type="pres">
      <dgm:prSet presAssocID="{3F25089A-251F-43EF-A322-A27858AAAD4B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yarı"/>
        </a:ext>
      </dgm:extLst>
    </dgm:pt>
    <dgm:pt modelId="{03BA054F-6980-49F5-BEBC-86A811A774C1}" type="pres">
      <dgm:prSet presAssocID="{3F25089A-251F-43EF-A322-A27858AAAD4B}" presName="iconSpace" presStyleCnt="0"/>
      <dgm:spPr/>
    </dgm:pt>
    <dgm:pt modelId="{04B9D7A7-0C70-4972-BF9C-438B8EB988C8}" type="pres">
      <dgm:prSet presAssocID="{3F25089A-251F-43EF-A322-A27858AAAD4B}" presName="parTx" presStyleLbl="revTx" presStyleIdx="0" presStyleCnt="6">
        <dgm:presLayoutVars>
          <dgm:chMax val="0"/>
          <dgm:chPref val="0"/>
        </dgm:presLayoutVars>
      </dgm:prSet>
      <dgm:spPr/>
    </dgm:pt>
    <dgm:pt modelId="{B17B9C3C-6785-4429-A1F6-5C770AEC6E80}" type="pres">
      <dgm:prSet presAssocID="{3F25089A-251F-43EF-A322-A27858AAAD4B}" presName="txSpace" presStyleCnt="0"/>
      <dgm:spPr/>
    </dgm:pt>
    <dgm:pt modelId="{103B0B5E-C1E8-4775-B80F-C73ED71A322B}" type="pres">
      <dgm:prSet presAssocID="{3F25089A-251F-43EF-A322-A27858AAAD4B}" presName="desTx" presStyleLbl="revTx" presStyleIdx="1" presStyleCnt="6">
        <dgm:presLayoutVars/>
      </dgm:prSet>
      <dgm:spPr/>
    </dgm:pt>
    <dgm:pt modelId="{E8F2B39C-E8C7-4F23-B2B4-73CE913DF906}" type="pres">
      <dgm:prSet presAssocID="{EFF5A9CA-483C-484E-9E98-97A376282348}" presName="sibTrans" presStyleCnt="0"/>
      <dgm:spPr/>
    </dgm:pt>
    <dgm:pt modelId="{7602F9EB-136F-4777-AAB7-1FD9769A322F}" type="pres">
      <dgm:prSet presAssocID="{6F96C3EC-CAE4-4A1C-BDE6-57CEF3446141}" presName="compNode" presStyleCnt="0"/>
      <dgm:spPr/>
    </dgm:pt>
    <dgm:pt modelId="{E17E4DC2-E39B-49B3-B0D7-0558CDBA6C23}" type="pres">
      <dgm:prSet presAssocID="{6F96C3EC-CAE4-4A1C-BDE6-57CEF3446141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İş akışı "/>
        </a:ext>
      </dgm:extLst>
    </dgm:pt>
    <dgm:pt modelId="{5B6376DD-5AC9-4A4B-8DB0-38230D0DC7D5}" type="pres">
      <dgm:prSet presAssocID="{6F96C3EC-CAE4-4A1C-BDE6-57CEF3446141}" presName="iconSpace" presStyleCnt="0"/>
      <dgm:spPr/>
    </dgm:pt>
    <dgm:pt modelId="{8E9FEA9C-56FD-40B2-8076-1FB7BD0E18DC}" type="pres">
      <dgm:prSet presAssocID="{6F96C3EC-CAE4-4A1C-BDE6-57CEF3446141}" presName="parTx" presStyleLbl="revTx" presStyleIdx="2" presStyleCnt="6">
        <dgm:presLayoutVars>
          <dgm:chMax val="0"/>
          <dgm:chPref val="0"/>
        </dgm:presLayoutVars>
      </dgm:prSet>
      <dgm:spPr/>
    </dgm:pt>
    <dgm:pt modelId="{0FFCB3F4-EB7E-461A-B680-C2B4FAB6851B}" type="pres">
      <dgm:prSet presAssocID="{6F96C3EC-CAE4-4A1C-BDE6-57CEF3446141}" presName="txSpace" presStyleCnt="0"/>
      <dgm:spPr/>
    </dgm:pt>
    <dgm:pt modelId="{AAF0FC28-0EDA-4C68-86BB-B9FF5A71614E}" type="pres">
      <dgm:prSet presAssocID="{6F96C3EC-CAE4-4A1C-BDE6-57CEF3446141}" presName="desTx" presStyleLbl="revTx" presStyleIdx="3" presStyleCnt="6">
        <dgm:presLayoutVars/>
      </dgm:prSet>
      <dgm:spPr/>
    </dgm:pt>
    <dgm:pt modelId="{35F23A7F-77C4-4EB0-9B6F-D39470E6D5B5}" type="pres">
      <dgm:prSet presAssocID="{930298D4-952B-4F18-883C-6DE01A967EBC}" presName="sibTrans" presStyleCnt="0"/>
      <dgm:spPr/>
    </dgm:pt>
    <dgm:pt modelId="{9438B6C9-71EB-4418-AF35-5B87517D8746}" type="pres">
      <dgm:prSet presAssocID="{52797E3C-F781-4D43-90D4-18C06F79BBFE}" presName="compNode" presStyleCnt="0"/>
      <dgm:spPr/>
    </dgm:pt>
    <dgm:pt modelId="{8E4697E3-9073-4C00-A2AE-99A48586AFDD}" type="pres">
      <dgm:prSet presAssocID="{52797E3C-F781-4D43-90D4-18C06F79BBFE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um Saati Bitti"/>
        </a:ext>
      </dgm:extLst>
    </dgm:pt>
    <dgm:pt modelId="{F6E131C5-AAEB-400E-B1B1-D2761480346C}" type="pres">
      <dgm:prSet presAssocID="{52797E3C-F781-4D43-90D4-18C06F79BBFE}" presName="iconSpace" presStyleCnt="0"/>
      <dgm:spPr/>
    </dgm:pt>
    <dgm:pt modelId="{32CD0C00-001A-444A-9FEC-6E7F301CD103}" type="pres">
      <dgm:prSet presAssocID="{52797E3C-F781-4D43-90D4-18C06F79BBFE}" presName="parTx" presStyleLbl="revTx" presStyleIdx="4" presStyleCnt="6">
        <dgm:presLayoutVars>
          <dgm:chMax val="0"/>
          <dgm:chPref val="0"/>
        </dgm:presLayoutVars>
      </dgm:prSet>
      <dgm:spPr/>
    </dgm:pt>
    <dgm:pt modelId="{6D3C9955-4B98-442D-9FDA-74FE862D5B7B}" type="pres">
      <dgm:prSet presAssocID="{52797E3C-F781-4D43-90D4-18C06F79BBFE}" presName="txSpace" presStyleCnt="0"/>
      <dgm:spPr/>
    </dgm:pt>
    <dgm:pt modelId="{72665E13-162A-45BB-9B34-DE11700E62E2}" type="pres">
      <dgm:prSet presAssocID="{52797E3C-F781-4D43-90D4-18C06F79BBFE}" presName="desTx" presStyleLbl="revTx" presStyleIdx="5" presStyleCnt="6">
        <dgm:presLayoutVars/>
      </dgm:prSet>
      <dgm:spPr/>
    </dgm:pt>
  </dgm:ptLst>
  <dgm:cxnLst>
    <dgm:cxn modelId="{8D911C21-D7E6-47EA-81BD-60A854CD48E9}" srcId="{ADCB9B39-447F-4F59-853C-C24064270025}" destId="{6F96C3EC-CAE4-4A1C-BDE6-57CEF3446141}" srcOrd="1" destOrd="0" parTransId="{2E330BCC-2510-4B34-9730-3C1E8811E1C3}" sibTransId="{930298D4-952B-4F18-883C-6DE01A967EBC}"/>
    <dgm:cxn modelId="{88A72122-F6A9-4FE2-BF02-C84F700A7E40}" srcId="{6F96C3EC-CAE4-4A1C-BDE6-57CEF3446141}" destId="{8E3025AC-7F16-4400-A7D7-C6CC3A1E0085}" srcOrd="0" destOrd="0" parTransId="{46022298-87B7-4E47-9A58-4CDD55F6F139}" sibTransId="{986B163E-2933-4184-A9DD-B3059CE54076}"/>
    <dgm:cxn modelId="{05603664-4CE6-412A-BE3C-A2CD287414B0}" type="presOf" srcId="{6F96C3EC-CAE4-4A1C-BDE6-57CEF3446141}" destId="{8E9FEA9C-56FD-40B2-8076-1FB7BD0E18DC}" srcOrd="0" destOrd="0" presId="urn:microsoft.com/office/officeart/2018/5/layout/CenteredIconLabelDescriptionList"/>
    <dgm:cxn modelId="{92E20949-357A-4047-8D5B-D89AA1D69740}" type="presOf" srcId="{52797E3C-F781-4D43-90D4-18C06F79BBFE}" destId="{32CD0C00-001A-444A-9FEC-6E7F301CD103}" srcOrd="0" destOrd="0" presId="urn:microsoft.com/office/officeart/2018/5/layout/CenteredIconLabelDescriptionList"/>
    <dgm:cxn modelId="{44BD2171-7143-4C07-982C-8F1D0F690D86}" srcId="{ADCB9B39-447F-4F59-853C-C24064270025}" destId="{3F25089A-251F-43EF-A322-A27858AAAD4B}" srcOrd="0" destOrd="0" parTransId="{4AAEA892-EC8D-4727-A53B-B237DBF3BDA4}" sibTransId="{EFF5A9CA-483C-484E-9E98-97A376282348}"/>
    <dgm:cxn modelId="{35509E53-BEE5-4169-A56F-A72FE2657BF8}" type="presOf" srcId="{78E2E9E7-5474-4CEC-A0DC-96385559D719}" destId="{103B0B5E-C1E8-4775-B80F-C73ED71A322B}" srcOrd="0" destOrd="0" presId="urn:microsoft.com/office/officeart/2018/5/layout/CenteredIconLabelDescriptionList"/>
    <dgm:cxn modelId="{A46DA78C-EF18-409C-98CF-1E0EB1FBFEFE}" srcId="{52797E3C-F781-4D43-90D4-18C06F79BBFE}" destId="{51E23B2E-983D-454C-98FE-EE97B77E0DF2}" srcOrd="0" destOrd="0" parTransId="{7F87DACE-FF01-4F00-9CA7-89B4B9A5002B}" sibTransId="{0805A821-C947-46CE-B988-A7B94230BF76}"/>
    <dgm:cxn modelId="{F25E2F8E-A5DD-43EB-BC40-6F15744CABF5}" type="presOf" srcId="{ADCB9B39-447F-4F59-853C-C24064270025}" destId="{2822A5B8-14D0-46FA-B3D3-B4E2DF7A50F0}" srcOrd="0" destOrd="0" presId="urn:microsoft.com/office/officeart/2018/5/layout/CenteredIconLabelDescriptionList"/>
    <dgm:cxn modelId="{9BBB55A8-0A12-4A09-89B8-D5513E744F7E}" type="presOf" srcId="{51E23B2E-983D-454C-98FE-EE97B77E0DF2}" destId="{72665E13-162A-45BB-9B34-DE11700E62E2}" srcOrd="0" destOrd="0" presId="urn:microsoft.com/office/officeart/2018/5/layout/CenteredIconLabelDescriptionList"/>
    <dgm:cxn modelId="{4EA08EB7-7FF9-4B39-BF8E-02B70939DEA6}" type="presOf" srcId="{3F25089A-251F-43EF-A322-A27858AAAD4B}" destId="{04B9D7A7-0C70-4972-BF9C-438B8EB988C8}" srcOrd="0" destOrd="0" presId="urn:microsoft.com/office/officeart/2018/5/layout/CenteredIconLabelDescriptionList"/>
    <dgm:cxn modelId="{F97571ED-87FE-4ABC-84CA-0FF7D196B270}" srcId="{ADCB9B39-447F-4F59-853C-C24064270025}" destId="{52797E3C-F781-4D43-90D4-18C06F79BBFE}" srcOrd="2" destOrd="0" parTransId="{E1A6476F-569A-40BE-B36A-288E1182675F}" sibTransId="{D1141729-7846-48B0-A169-981F377628C8}"/>
    <dgm:cxn modelId="{4AAECCF7-CE7B-4990-A18A-0C5124675455}" type="presOf" srcId="{8E3025AC-7F16-4400-A7D7-C6CC3A1E0085}" destId="{AAF0FC28-0EDA-4C68-86BB-B9FF5A71614E}" srcOrd="0" destOrd="0" presId="urn:microsoft.com/office/officeart/2018/5/layout/CenteredIconLabelDescriptionList"/>
    <dgm:cxn modelId="{705C0BFF-E965-49B5-A0EA-E9B6D3E1B536}" srcId="{3F25089A-251F-43EF-A322-A27858AAAD4B}" destId="{78E2E9E7-5474-4CEC-A0DC-96385559D719}" srcOrd="0" destOrd="0" parTransId="{2E1CB87E-A315-475C-A072-0EEFBF4E4A14}" sibTransId="{04086648-E384-4CCC-9772-4A28932DDAEA}"/>
    <dgm:cxn modelId="{CCB7DFAE-DF81-40DA-B584-6FC469D6A9AB}" type="presParOf" srcId="{2822A5B8-14D0-46FA-B3D3-B4E2DF7A50F0}" destId="{D6EDEB4F-DF95-4E5E-83FC-05060A64506C}" srcOrd="0" destOrd="0" presId="urn:microsoft.com/office/officeart/2018/5/layout/CenteredIconLabelDescriptionList"/>
    <dgm:cxn modelId="{B2277597-7F16-436F-8847-ABEE80AE265A}" type="presParOf" srcId="{D6EDEB4F-DF95-4E5E-83FC-05060A64506C}" destId="{E3607F85-A125-48A4-AA76-A9D95B11BFB2}" srcOrd="0" destOrd="0" presId="urn:microsoft.com/office/officeart/2018/5/layout/CenteredIconLabelDescriptionList"/>
    <dgm:cxn modelId="{57017591-3DAC-4A38-B9E9-C3F38DA20D31}" type="presParOf" srcId="{D6EDEB4F-DF95-4E5E-83FC-05060A64506C}" destId="{03BA054F-6980-49F5-BEBC-86A811A774C1}" srcOrd="1" destOrd="0" presId="urn:microsoft.com/office/officeart/2018/5/layout/CenteredIconLabelDescriptionList"/>
    <dgm:cxn modelId="{9377F297-3AE2-4AD4-9CC1-53FB888F86E5}" type="presParOf" srcId="{D6EDEB4F-DF95-4E5E-83FC-05060A64506C}" destId="{04B9D7A7-0C70-4972-BF9C-438B8EB988C8}" srcOrd="2" destOrd="0" presId="urn:microsoft.com/office/officeart/2018/5/layout/CenteredIconLabelDescriptionList"/>
    <dgm:cxn modelId="{74828751-1635-45F6-8C5B-E01DBCD91A16}" type="presParOf" srcId="{D6EDEB4F-DF95-4E5E-83FC-05060A64506C}" destId="{B17B9C3C-6785-4429-A1F6-5C770AEC6E80}" srcOrd="3" destOrd="0" presId="urn:microsoft.com/office/officeart/2018/5/layout/CenteredIconLabelDescriptionList"/>
    <dgm:cxn modelId="{59A9371A-5DD7-4B72-8755-F9AA0B17757C}" type="presParOf" srcId="{D6EDEB4F-DF95-4E5E-83FC-05060A64506C}" destId="{103B0B5E-C1E8-4775-B80F-C73ED71A322B}" srcOrd="4" destOrd="0" presId="urn:microsoft.com/office/officeart/2018/5/layout/CenteredIconLabelDescriptionList"/>
    <dgm:cxn modelId="{1C0076A3-F731-4E6E-BD14-395A653965CD}" type="presParOf" srcId="{2822A5B8-14D0-46FA-B3D3-B4E2DF7A50F0}" destId="{E8F2B39C-E8C7-4F23-B2B4-73CE913DF906}" srcOrd="1" destOrd="0" presId="urn:microsoft.com/office/officeart/2018/5/layout/CenteredIconLabelDescriptionList"/>
    <dgm:cxn modelId="{D577F592-EEC4-4E4E-B9AA-3818B120ADE1}" type="presParOf" srcId="{2822A5B8-14D0-46FA-B3D3-B4E2DF7A50F0}" destId="{7602F9EB-136F-4777-AAB7-1FD9769A322F}" srcOrd="2" destOrd="0" presId="urn:microsoft.com/office/officeart/2018/5/layout/CenteredIconLabelDescriptionList"/>
    <dgm:cxn modelId="{98E7147A-BF4E-4912-90D0-F423522ECFDC}" type="presParOf" srcId="{7602F9EB-136F-4777-AAB7-1FD9769A322F}" destId="{E17E4DC2-E39B-49B3-B0D7-0558CDBA6C23}" srcOrd="0" destOrd="0" presId="urn:microsoft.com/office/officeart/2018/5/layout/CenteredIconLabelDescriptionList"/>
    <dgm:cxn modelId="{114B1430-23EA-4839-9AEA-9403EDEE230A}" type="presParOf" srcId="{7602F9EB-136F-4777-AAB7-1FD9769A322F}" destId="{5B6376DD-5AC9-4A4B-8DB0-38230D0DC7D5}" srcOrd="1" destOrd="0" presId="urn:microsoft.com/office/officeart/2018/5/layout/CenteredIconLabelDescriptionList"/>
    <dgm:cxn modelId="{AE137D28-85F9-4CAA-B935-35353DA34B3E}" type="presParOf" srcId="{7602F9EB-136F-4777-AAB7-1FD9769A322F}" destId="{8E9FEA9C-56FD-40B2-8076-1FB7BD0E18DC}" srcOrd="2" destOrd="0" presId="urn:microsoft.com/office/officeart/2018/5/layout/CenteredIconLabelDescriptionList"/>
    <dgm:cxn modelId="{BDE56EE9-02E5-49C8-9770-C010768479E5}" type="presParOf" srcId="{7602F9EB-136F-4777-AAB7-1FD9769A322F}" destId="{0FFCB3F4-EB7E-461A-B680-C2B4FAB6851B}" srcOrd="3" destOrd="0" presId="urn:microsoft.com/office/officeart/2018/5/layout/CenteredIconLabelDescriptionList"/>
    <dgm:cxn modelId="{CF33B1C9-B2AE-412D-B64B-D9C47CE0B358}" type="presParOf" srcId="{7602F9EB-136F-4777-AAB7-1FD9769A322F}" destId="{AAF0FC28-0EDA-4C68-86BB-B9FF5A71614E}" srcOrd="4" destOrd="0" presId="urn:microsoft.com/office/officeart/2018/5/layout/CenteredIconLabelDescriptionList"/>
    <dgm:cxn modelId="{EB9F8213-1E37-4132-9EB0-832AD29CE2B2}" type="presParOf" srcId="{2822A5B8-14D0-46FA-B3D3-B4E2DF7A50F0}" destId="{35F23A7F-77C4-4EB0-9B6F-D39470E6D5B5}" srcOrd="3" destOrd="0" presId="urn:microsoft.com/office/officeart/2018/5/layout/CenteredIconLabelDescriptionList"/>
    <dgm:cxn modelId="{911A080C-12CC-4E5E-9496-233F36FC4C62}" type="presParOf" srcId="{2822A5B8-14D0-46FA-B3D3-B4E2DF7A50F0}" destId="{9438B6C9-71EB-4418-AF35-5B87517D8746}" srcOrd="4" destOrd="0" presId="urn:microsoft.com/office/officeart/2018/5/layout/CenteredIconLabelDescriptionList"/>
    <dgm:cxn modelId="{51F6BAB5-2AC3-4F58-BD2F-0040845B14AA}" type="presParOf" srcId="{9438B6C9-71EB-4418-AF35-5B87517D8746}" destId="{8E4697E3-9073-4C00-A2AE-99A48586AFDD}" srcOrd="0" destOrd="0" presId="urn:microsoft.com/office/officeart/2018/5/layout/CenteredIconLabelDescriptionList"/>
    <dgm:cxn modelId="{C7F914D0-A7FC-440D-B31E-421072CAADA5}" type="presParOf" srcId="{9438B6C9-71EB-4418-AF35-5B87517D8746}" destId="{F6E131C5-AAEB-400E-B1B1-D2761480346C}" srcOrd="1" destOrd="0" presId="urn:microsoft.com/office/officeart/2018/5/layout/CenteredIconLabelDescriptionList"/>
    <dgm:cxn modelId="{972CDD54-D0C0-43BF-97C6-C132DB73A6DB}" type="presParOf" srcId="{9438B6C9-71EB-4418-AF35-5B87517D8746}" destId="{32CD0C00-001A-444A-9FEC-6E7F301CD103}" srcOrd="2" destOrd="0" presId="urn:microsoft.com/office/officeart/2018/5/layout/CenteredIconLabelDescriptionList"/>
    <dgm:cxn modelId="{B0EC4D61-FD30-4F71-A251-D510E150E46C}" type="presParOf" srcId="{9438B6C9-71EB-4418-AF35-5B87517D8746}" destId="{6D3C9955-4B98-442D-9FDA-74FE862D5B7B}" srcOrd="3" destOrd="0" presId="urn:microsoft.com/office/officeart/2018/5/layout/CenteredIconLabelDescriptionList"/>
    <dgm:cxn modelId="{3A95864D-5D07-4A5B-9513-8E58413F3475}" type="presParOf" srcId="{9438B6C9-71EB-4418-AF35-5B87517D8746}" destId="{72665E13-162A-45BB-9B34-DE11700E62E2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0.xml><?xml version="1.0" encoding="utf-8"?>
<dgm:dataModel xmlns:dgm="http://schemas.openxmlformats.org/drawingml/2006/diagram" xmlns:a="http://schemas.openxmlformats.org/drawingml/2006/main">
  <dgm:ptLst>
    <dgm:pt modelId="{F9236495-337C-487F-8F67-2621FFF22D83}" type="doc">
      <dgm:prSet loTypeId="urn:microsoft.com/office/officeart/2005/8/layout/list1" loCatId="list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7FDD103D-2B30-4B99-A854-C1397B5364FE}">
      <dgm:prSet/>
      <dgm:spPr/>
      <dgm:t>
        <a:bodyPr/>
        <a:lstStyle/>
        <a:p>
          <a:r>
            <a:rPr lang="en-US" dirty="0"/>
            <a:t>Alice signs a transaction</a:t>
          </a:r>
        </a:p>
      </dgm:t>
    </dgm:pt>
    <dgm:pt modelId="{596C818D-7BE5-466D-9579-D03524684B30}" type="parTrans" cxnId="{984270C3-513F-4D0D-840D-A2BC040C0140}">
      <dgm:prSet/>
      <dgm:spPr/>
      <dgm:t>
        <a:bodyPr/>
        <a:lstStyle/>
        <a:p>
          <a:endParaRPr lang="en-US"/>
        </a:p>
      </dgm:t>
    </dgm:pt>
    <dgm:pt modelId="{E38EC4F4-7CF8-4EEE-ABD2-B995354325B2}" type="sibTrans" cxnId="{984270C3-513F-4D0D-840D-A2BC040C0140}">
      <dgm:prSet/>
      <dgm:spPr/>
      <dgm:t>
        <a:bodyPr/>
        <a:lstStyle/>
        <a:p>
          <a:endParaRPr lang="en-US"/>
        </a:p>
      </dgm:t>
    </dgm:pt>
    <dgm:pt modelId="{C24E5276-74B0-4C0B-A05F-1B04CAACDBAB}">
      <dgm:prSet/>
      <dgm:spPr/>
      <dgm:t>
        <a:bodyPr/>
        <a:lstStyle/>
        <a:p>
          <a:r>
            <a:rPr lang="tr-TR" dirty="0" err="1"/>
            <a:t>Hold</a:t>
          </a:r>
          <a:r>
            <a:rPr lang="tr-TR" dirty="0"/>
            <a:t> 3 </a:t>
          </a:r>
          <a:r>
            <a:rPr lang="tr-TR" dirty="0" err="1"/>
            <a:t>months</a:t>
          </a:r>
          <a:endParaRPr lang="en-US" dirty="0"/>
        </a:p>
      </dgm:t>
    </dgm:pt>
    <dgm:pt modelId="{1891F74E-3086-4C90-853D-66B2448C7D71}" type="parTrans" cxnId="{0D0E4031-553E-4818-85B2-DDB4BABB71CD}">
      <dgm:prSet/>
      <dgm:spPr/>
      <dgm:t>
        <a:bodyPr/>
        <a:lstStyle/>
        <a:p>
          <a:endParaRPr lang="en-US"/>
        </a:p>
      </dgm:t>
    </dgm:pt>
    <dgm:pt modelId="{308B5911-63AE-4708-8687-9B4DCCC075FA}" type="sibTrans" cxnId="{0D0E4031-553E-4818-85B2-DDB4BABB71CD}">
      <dgm:prSet/>
      <dgm:spPr/>
      <dgm:t>
        <a:bodyPr/>
        <a:lstStyle/>
        <a:p>
          <a:endParaRPr lang="en-US"/>
        </a:p>
      </dgm:t>
    </dgm:pt>
    <dgm:pt modelId="{3205F61F-7C56-4135-9885-2DA951512301}">
      <dgm:prSet/>
      <dgm:spPr/>
      <dgm:t>
        <a:bodyPr/>
        <a:lstStyle/>
        <a:p>
          <a:r>
            <a:rPr lang="en-US" dirty="0"/>
            <a:t>to Bob</a:t>
          </a:r>
          <a:r>
            <a:rPr lang="tr-TR" dirty="0"/>
            <a:t> </a:t>
          </a:r>
          <a:r>
            <a:rPr lang="en-US" dirty="0"/>
            <a:t>to hold</a:t>
          </a:r>
        </a:p>
      </dgm:t>
    </dgm:pt>
    <dgm:pt modelId="{7C1FC117-6E15-4D82-9B33-77442A0C7796}" type="parTrans" cxnId="{88FF81AF-2F38-4A8F-B2E1-07ECBA23352C}">
      <dgm:prSet/>
      <dgm:spPr/>
      <dgm:t>
        <a:bodyPr/>
        <a:lstStyle/>
        <a:p>
          <a:endParaRPr lang="en-US"/>
        </a:p>
      </dgm:t>
    </dgm:pt>
    <dgm:pt modelId="{D00A8120-3449-40B4-98A2-643C72462A68}" type="sibTrans" cxnId="{88FF81AF-2F38-4A8F-B2E1-07ECBA23352C}">
      <dgm:prSet/>
      <dgm:spPr/>
      <dgm:t>
        <a:bodyPr/>
        <a:lstStyle/>
        <a:p>
          <a:endParaRPr lang="en-US"/>
        </a:p>
      </dgm:t>
    </dgm:pt>
    <dgm:pt modelId="{1628DD9C-3C4D-439A-8424-6A7B93F31A14}">
      <dgm:prSet/>
      <dgm:spPr/>
      <dgm:t>
        <a:bodyPr/>
        <a:lstStyle/>
        <a:p>
          <a:r>
            <a:rPr lang="en-US" dirty="0"/>
            <a:t>Bob cannot transmit the transaction </a:t>
          </a:r>
        </a:p>
      </dgm:t>
    </dgm:pt>
    <dgm:pt modelId="{CEC39D55-E7FD-46D6-A31C-2FA3D5B6EB24}" type="parTrans" cxnId="{42F756BE-1177-4E6F-A4A9-52A5D4621446}">
      <dgm:prSet/>
      <dgm:spPr/>
      <dgm:t>
        <a:bodyPr/>
        <a:lstStyle/>
        <a:p>
          <a:endParaRPr lang="en-US"/>
        </a:p>
      </dgm:t>
    </dgm:pt>
    <dgm:pt modelId="{A9C79A58-AFED-4133-A7BA-5343C0570D3D}" type="sibTrans" cxnId="{42F756BE-1177-4E6F-A4A9-52A5D4621446}">
      <dgm:prSet/>
      <dgm:spPr/>
      <dgm:t>
        <a:bodyPr/>
        <a:lstStyle/>
        <a:p>
          <a:endParaRPr lang="en-US"/>
        </a:p>
      </dgm:t>
    </dgm:pt>
    <dgm:pt modelId="{1D437A70-154A-4DB7-8DDA-EB7F27EBB4FE}">
      <dgm:prSet/>
      <dgm:spPr/>
      <dgm:t>
        <a:bodyPr/>
        <a:lstStyle/>
        <a:p>
          <a:r>
            <a:rPr lang="en-US" dirty="0"/>
            <a:t>to redeem the funds until 3 months have</a:t>
          </a:r>
          <a:r>
            <a:rPr lang="tr-TR" dirty="0"/>
            <a:t> </a:t>
          </a:r>
          <a:r>
            <a:rPr lang="tr-TR" dirty="0" err="1"/>
            <a:t>elapsed</a:t>
          </a:r>
          <a:endParaRPr lang="en-US" dirty="0"/>
        </a:p>
      </dgm:t>
    </dgm:pt>
    <dgm:pt modelId="{5CA41AD6-5575-401B-960E-18A3BEE5146B}" type="parTrans" cxnId="{63437920-3E0E-405D-92AE-A8FEAC0CFD14}">
      <dgm:prSet/>
      <dgm:spPr/>
      <dgm:t>
        <a:bodyPr/>
        <a:lstStyle/>
        <a:p>
          <a:endParaRPr lang="en-US"/>
        </a:p>
      </dgm:t>
    </dgm:pt>
    <dgm:pt modelId="{90E489AB-E0D6-420E-A023-443EBF1A6824}" type="sibTrans" cxnId="{63437920-3E0E-405D-92AE-A8FEAC0CFD14}">
      <dgm:prSet/>
      <dgm:spPr/>
      <dgm:t>
        <a:bodyPr/>
        <a:lstStyle/>
        <a:p>
          <a:endParaRPr lang="en-US"/>
        </a:p>
      </dgm:t>
    </dgm:pt>
    <dgm:pt modelId="{075CD089-FA19-48DA-A6CD-DAA7C74D43E1}">
      <dgm:prSet/>
      <dgm:spPr/>
      <dgm:t>
        <a:bodyPr/>
        <a:lstStyle/>
        <a:p>
          <a:r>
            <a:rPr lang="tr-TR" dirty="0" err="1"/>
            <a:t>Bob’s</a:t>
          </a:r>
          <a:r>
            <a:rPr lang="tr-TR" dirty="0"/>
            <a:t> </a:t>
          </a:r>
          <a:r>
            <a:rPr lang="tr-TR" dirty="0" err="1"/>
            <a:t>transmission</a:t>
          </a:r>
          <a:endParaRPr lang="en-US" dirty="0"/>
        </a:p>
      </dgm:t>
    </dgm:pt>
    <dgm:pt modelId="{C6D514A9-6FB7-447A-A555-52A0C230119B}" type="parTrans" cxnId="{F5B72AC8-67CA-4A92-8651-5CF8AE1E1EC2}">
      <dgm:prSet/>
      <dgm:spPr/>
      <dgm:t>
        <a:bodyPr/>
        <a:lstStyle/>
        <a:p>
          <a:endParaRPr lang="en-US"/>
        </a:p>
      </dgm:t>
    </dgm:pt>
    <dgm:pt modelId="{F4EBCBD7-2B99-4FED-AEB9-9C50333A338C}" type="sibTrans" cxnId="{F5B72AC8-67CA-4A92-8651-5CF8AE1E1EC2}">
      <dgm:prSet/>
      <dgm:spPr/>
      <dgm:t>
        <a:bodyPr/>
        <a:lstStyle/>
        <a:p>
          <a:endParaRPr lang="en-US"/>
        </a:p>
      </dgm:t>
    </dgm:pt>
    <dgm:pt modelId="{FEF20EC9-9F1F-4781-8245-3A3F25E4E3DA}">
      <dgm:prSet/>
      <dgm:spPr/>
      <dgm:t>
        <a:bodyPr/>
        <a:lstStyle/>
        <a:p>
          <a:r>
            <a:rPr lang="en-US" dirty="0"/>
            <a:t>after 3 months.</a:t>
          </a:r>
        </a:p>
      </dgm:t>
    </dgm:pt>
    <dgm:pt modelId="{33106DF3-CF35-484B-A1C9-4BA720DB7F09}" type="parTrans" cxnId="{CD499EF0-0371-4D82-890B-9741E82E45A9}">
      <dgm:prSet/>
      <dgm:spPr/>
      <dgm:t>
        <a:bodyPr/>
        <a:lstStyle/>
        <a:p>
          <a:endParaRPr lang="en-US"/>
        </a:p>
      </dgm:t>
    </dgm:pt>
    <dgm:pt modelId="{7E71E346-7EBC-4006-BE89-1DE0979510C3}" type="sibTrans" cxnId="{CD499EF0-0371-4D82-890B-9741E82E45A9}">
      <dgm:prSet/>
      <dgm:spPr/>
      <dgm:t>
        <a:bodyPr/>
        <a:lstStyle/>
        <a:p>
          <a:endParaRPr lang="en-US"/>
        </a:p>
      </dgm:t>
    </dgm:pt>
    <dgm:pt modelId="{A3BDFA74-7A45-4FCB-94DB-FA6382DB537E}">
      <dgm:prSet/>
      <dgm:spPr/>
      <dgm:t>
        <a:bodyPr/>
        <a:lstStyle/>
        <a:p>
          <a:r>
            <a:rPr lang="en-US"/>
            <a:t>to </a:t>
          </a:r>
          <a:r>
            <a:rPr lang="en-US" dirty="0"/>
            <a:t>3 months in the future. </a:t>
          </a:r>
        </a:p>
      </dgm:t>
    </dgm:pt>
    <dgm:pt modelId="{0FC9C1FE-7350-423C-9E3A-4777D64E11F3}" type="parTrans" cxnId="{DB06BEF5-A927-4F21-82F3-CA917089DD01}">
      <dgm:prSet/>
      <dgm:spPr/>
      <dgm:t>
        <a:bodyPr/>
        <a:lstStyle/>
        <a:p>
          <a:endParaRPr lang="tr-TR"/>
        </a:p>
      </dgm:t>
    </dgm:pt>
    <dgm:pt modelId="{674B91EC-3626-492B-A794-10D2994F5022}" type="sibTrans" cxnId="{DB06BEF5-A927-4F21-82F3-CA917089DD01}">
      <dgm:prSet/>
      <dgm:spPr/>
      <dgm:t>
        <a:bodyPr/>
        <a:lstStyle/>
        <a:p>
          <a:endParaRPr lang="tr-TR"/>
        </a:p>
      </dgm:t>
    </dgm:pt>
    <dgm:pt modelId="{5DE30BAD-3A00-4B49-A7B3-E34654541B71}">
      <dgm:prSet/>
      <dgm:spPr/>
      <dgm:t>
        <a:bodyPr/>
        <a:lstStyle/>
        <a:p>
          <a:r>
            <a:rPr lang="en-US"/>
            <a:t>Alice </a:t>
          </a:r>
          <a:r>
            <a:rPr lang="en-US" dirty="0"/>
            <a:t>sends that transaction </a:t>
          </a:r>
        </a:p>
      </dgm:t>
    </dgm:pt>
    <dgm:pt modelId="{D0B32A47-5A65-46E1-8281-BCFAA6112F4D}" type="parTrans" cxnId="{9285FA91-8D70-4AA6-8D0D-D8B68986717B}">
      <dgm:prSet/>
      <dgm:spPr/>
      <dgm:t>
        <a:bodyPr/>
        <a:lstStyle/>
        <a:p>
          <a:endParaRPr lang="tr-TR"/>
        </a:p>
      </dgm:t>
    </dgm:pt>
    <dgm:pt modelId="{44F42890-60CC-41D1-BC02-B533FFFA9E5A}" type="sibTrans" cxnId="{9285FA91-8D70-4AA6-8D0D-D8B68986717B}">
      <dgm:prSet/>
      <dgm:spPr/>
      <dgm:t>
        <a:bodyPr/>
        <a:lstStyle/>
        <a:p>
          <a:endParaRPr lang="tr-TR"/>
        </a:p>
      </dgm:t>
    </dgm:pt>
    <dgm:pt modelId="{C3E3865B-90A6-47D0-A813-B4B050F38345}">
      <dgm:prSet/>
      <dgm:spPr/>
      <dgm:t>
        <a:bodyPr/>
        <a:lstStyle/>
        <a:p>
          <a:r>
            <a:rPr lang="en-US"/>
            <a:t>Bob </a:t>
          </a:r>
          <a:r>
            <a:rPr lang="en-US" dirty="0"/>
            <a:t>may transmit the transaction </a:t>
          </a:r>
        </a:p>
      </dgm:t>
    </dgm:pt>
    <dgm:pt modelId="{BD1414F8-2D4C-43C2-8299-6C184AE984E8}" type="parTrans" cxnId="{1C4A6FFD-F8C5-4AFA-85AB-51C155A605C5}">
      <dgm:prSet/>
      <dgm:spPr/>
    </dgm:pt>
    <dgm:pt modelId="{BBFF4D29-18E0-42B8-BCB7-6A7FDAAF7E2E}" type="sibTrans" cxnId="{1C4A6FFD-F8C5-4AFA-85AB-51C155A605C5}">
      <dgm:prSet/>
      <dgm:spPr/>
    </dgm:pt>
    <dgm:pt modelId="{876CCF67-603D-4E9A-9EDF-6F62A3772780}">
      <dgm:prSet/>
      <dgm:spPr/>
      <dgm:t>
        <a:bodyPr/>
        <a:lstStyle/>
        <a:p>
          <a:r>
            <a:rPr lang="en-US"/>
            <a:t>3 months</a:t>
          </a:r>
          <a:r>
            <a:rPr lang="tr-TR"/>
            <a:t> transaction</a:t>
          </a:r>
          <a:endParaRPr lang="en-US" dirty="0"/>
        </a:p>
      </dgm:t>
    </dgm:pt>
    <dgm:pt modelId="{94439642-33B3-4D6E-A553-2FC2B370C28D}" type="parTrans" cxnId="{36E92B61-EEE3-41FC-859C-1C2E7C135B16}">
      <dgm:prSet/>
      <dgm:spPr/>
    </dgm:pt>
    <dgm:pt modelId="{4D14EBCA-EE6F-4094-ACFF-3BC9D9C7F942}" type="sibTrans" cxnId="{36E92B61-EEE3-41FC-859C-1C2E7C135B16}">
      <dgm:prSet/>
      <dgm:spPr/>
    </dgm:pt>
    <dgm:pt modelId="{A453730F-47E9-4F3D-96C3-425394C312A9}">
      <dgm:prSet/>
      <dgm:spPr/>
      <dgm:t>
        <a:bodyPr/>
        <a:lstStyle/>
        <a:p>
          <a:r>
            <a:rPr lang="en-US"/>
            <a:t>sets </a:t>
          </a:r>
          <a:r>
            <a:rPr lang="en-US" dirty="0"/>
            <a:t>the</a:t>
          </a:r>
          <a:r>
            <a:rPr lang="tr-TR" dirty="0"/>
            <a:t> </a:t>
          </a:r>
          <a:r>
            <a:rPr lang="en-US" dirty="0"/>
            <a:t>transaction </a:t>
          </a:r>
          <a:r>
            <a:rPr lang="en-US" dirty="0" err="1"/>
            <a:t>nLocktime</a:t>
          </a:r>
          <a:endParaRPr lang="en-US" dirty="0"/>
        </a:p>
      </dgm:t>
    </dgm:pt>
    <dgm:pt modelId="{A3499F6C-4172-4D14-A419-512E3A6AD878}" type="parTrans" cxnId="{837254BF-DA6C-455E-AEBD-0505EE9684EB}">
      <dgm:prSet/>
      <dgm:spPr/>
    </dgm:pt>
    <dgm:pt modelId="{E5FCD59A-14FB-4530-A1B4-3F07C3A04E2A}" type="sibTrans" cxnId="{837254BF-DA6C-455E-AEBD-0505EE9684EB}">
      <dgm:prSet/>
      <dgm:spPr/>
    </dgm:pt>
    <dgm:pt modelId="{BB125E0D-3EAF-4B6A-BB53-980913888B28}" type="pres">
      <dgm:prSet presAssocID="{F9236495-337C-487F-8F67-2621FFF22D83}" presName="linear" presStyleCnt="0">
        <dgm:presLayoutVars>
          <dgm:dir/>
          <dgm:animLvl val="lvl"/>
          <dgm:resizeHandles val="exact"/>
        </dgm:presLayoutVars>
      </dgm:prSet>
      <dgm:spPr/>
    </dgm:pt>
    <dgm:pt modelId="{6D7E9123-3A35-438E-8A1F-EDAB3D229147}" type="pres">
      <dgm:prSet presAssocID="{876CCF67-603D-4E9A-9EDF-6F62A3772780}" presName="parentLin" presStyleCnt="0"/>
      <dgm:spPr/>
    </dgm:pt>
    <dgm:pt modelId="{372B8A74-E51A-4342-8773-4E4E016A7748}" type="pres">
      <dgm:prSet presAssocID="{876CCF67-603D-4E9A-9EDF-6F62A3772780}" presName="parentLeftMargin" presStyleLbl="node1" presStyleIdx="0" presStyleCnt="3"/>
      <dgm:spPr/>
    </dgm:pt>
    <dgm:pt modelId="{FA3C8D0D-CCC5-46B2-845D-D2C77527970E}" type="pres">
      <dgm:prSet presAssocID="{876CCF67-603D-4E9A-9EDF-6F62A3772780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D6383B50-2237-42C7-B150-385E2F3E2859}" type="pres">
      <dgm:prSet presAssocID="{876CCF67-603D-4E9A-9EDF-6F62A3772780}" presName="negativeSpace" presStyleCnt="0"/>
      <dgm:spPr/>
    </dgm:pt>
    <dgm:pt modelId="{BDD10648-BC8E-4684-B70D-46ECC791D84C}" type="pres">
      <dgm:prSet presAssocID="{876CCF67-603D-4E9A-9EDF-6F62A3772780}" presName="childText" presStyleLbl="conFgAcc1" presStyleIdx="0" presStyleCnt="3">
        <dgm:presLayoutVars>
          <dgm:bulletEnabled val="1"/>
        </dgm:presLayoutVars>
      </dgm:prSet>
      <dgm:spPr/>
    </dgm:pt>
    <dgm:pt modelId="{0DD606A2-B2CD-481C-BCF2-BCB247B45B85}" type="pres">
      <dgm:prSet presAssocID="{4D14EBCA-EE6F-4094-ACFF-3BC9D9C7F942}" presName="spaceBetweenRectangles" presStyleCnt="0"/>
      <dgm:spPr/>
    </dgm:pt>
    <dgm:pt modelId="{54DEB339-7C76-4231-9C67-8765B5DB5DF6}" type="pres">
      <dgm:prSet presAssocID="{C24E5276-74B0-4C0B-A05F-1B04CAACDBAB}" presName="parentLin" presStyleCnt="0"/>
      <dgm:spPr/>
    </dgm:pt>
    <dgm:pt modelId="{E00AAA13-B12F-4DC3-8483-90337728D1A4}" type="pres">
      <dgm:prSet presAssocID="{C24E5276-74B0-4C0B-A05F-1B04CAACDBAB}" presName="parentLeftMargin" presStyleLbl="node1" presStyleIdx="0" presStyleCnt="3"/>
      <dgm:spPr/>
    </dgm:pt>
    <dgm:pt modelId="{75672908-7121-468F-895D-CC796A4F6E0E}" type="pres">
      <dgm:prSet presAssocID="{C24E5276-74B0-4C0B-A05F-1B04CAACDBAB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085BED4F-76EA-4245-A8FD-4D22192AF98F}" type="pres">
      <dgm:prSet presAssocID="{C24E5276-74B0-4C0B-A05F-1B04CAACDBAB}" presName="negativeSpace" presStyleCnt="0"/>
      <dgm:spPr/>
    </dgm:pt>
    <dgm:pt modelId="{4839795C-7C2C-4C43-8E78-5595FAD0C6E8}" type="pres">
      <dgm:prSet presAssocID="{C24E5276-74B0-4C0B-A05F-1B04CAACDBAB}" presName="childText" presStyleLbl="conFgAcc1" presStyleIdx="1" presStyleCnt="3">
        <dgm:presLayoutVars>
          <dgm:bulletEnabled val="1"/>
        </dgm:presLayoutVars>
      </dgm:prSet>
      <dgm:spPr/>
    </dgm:pt>
    <dgm:pt modelId="{9B91A427-A8CE-4C0F-86BA-4651DD1F2175}" type="pres">
      <dgm:prSet presAssocID="{308B5911-63AE-4708-8687-9B4DCCC075FA}" presName="spaceBetweenRectangles" presStyleCnt="0"/>
      <dgm:spPr/>
    </dgm:pt>
    <dgm:pt modelId="{2FA5FDB2-1CE7-41E8-B2C1-5BE6DB40FF66}" type="pres">
      <dgm:prSet presAssocID="{075CD089-FA19-48DA-A6CD-DAA7C74D43E1}" presName="parentLin" presStyleCnt="0"/>
      <dgm:spPr/>
    </dgm:pt>
    <dgm:pt modelId="{EF3AD833-D044-409D-8FB1-A68F314BDA04}" type="pres">
      <dgm:prSet presAssocID="{075CD089-FA19-48DA-A6CD-DAA7C74D43E1}" presName="parentLeftMargin" presStyleLbl="node1" presStyleIdx="1" presStyleCnt="3"/>
      <dgm:spPr/>
    </dgm:pt>
    <dgm:pt modelId="{CC020D40-023F-446E-96DD-43208C071215}" type="pres">
      <dgm:prSet presAssocID="{075CD089-FA19-48DA-A6CD-DAA7C74D43E1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973BD596-495A-47DF-8CDA-B04A9D8E8433}" type="pres">
      <dgm:prSet presAssocID="{075CD089-FA19-48DA-A6CD-DAA7C74D43E1}" presName="negativeSpace" presStyleCnt="0"/>
      <dgm:spPr/>
    </dgm:pt>
    <dgm:pt modelId="{C8805407-D020-4876-B7DA-433B90CD3548}" type="pres">
      <dgm:prSet presAssocID="{075CD089-FA19-48DA-A6CD-DAA7C74D43E1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16C81307-72B5-4D3F-9A86-8DBEAA1B1FF4}" type="presOf" srcId="{075CD089-FA19-48DA-A6CD-DAA7C74D43E1}" destId="{EF3AD833-D044-409D-8FB1-A68F314BDA04}" srcOrd="0" destOrd="0" presId="urn:microsoft.com/office/officeart/2005/8/layout/list1"/>
    <dgm:cxn modelId="{C9543117-B6C7-409A-A106-217641E107EE}" type="presOf" srcId="{075CD089-FA19-48DA-A6CD-DAA7C74D43E1}" destId="{CC020D40-023F-446E-96DD-43208C071215}" srcOrd="1" destOrd="0" presId="urn:microsoft.com/office/officeart/2005/8/layout/list1"/>
    <dgm:cxn modelId="{63437920-3E0E-405D-92AE-A8FEAC0CFD14}" srcId="{C24E5276-74B0-4C0B-A05F-1B04CAACDBAB}" destId="{1D437A70-154A-4DB7-8DDA-EB7F27EBB4FE}" srcOrd="3" destOrd="0" parTransId="{5CA41AD6-5575-401B-960E-18A3BEE5146B}" sibTransId="{90E489AB-E0D6-420E-A023-443EBF1A6824}"/>
    <dgm:cxn modelId="{0D0E4031-553E-4818-85B2-DDB4BABB71CD}" srcId="{F9236495-337C-487F-8F67-2621FFF22D83}" destId="{C24E5276-74B0-4C0B-A05F-1B04CAACDBAB}" srcOrd="1" destOrd="0" parTransId="{1891F74E-3086-4C90-853D-66B2448C7D71}" sibTransId="{308B5911-63AE-4708-8687-9B4DCCC075FA}"/>
    <dgm:cxn modelId="{36E92B61-EEE3-41FC-859C-1C2E7C135B16}" srcId="{F9236495-337C-487F-8F67-2621FFF22D83}" destId="{876CCF67-603D-4E9A-9EDF-6F62A3772780}" srcOrd="0" destOrd="0" parTransId="{94439642-33B3-4D6E-A553-2FC2B370C28D}" sibTransId="{4D14EBCA-EE6F-4094-ACFF-3BC9D9C7F942}"/>
    <dgm:cxn modelId="{92904462-A556-4551-8698-E7018C8D29EE}" type="presOf" srcId="{1D437A70-154A-4DB7-8DDA-EB7F27EBB4FE}" destId="{4839795C-7C2C-4C43-8E78-5595FAD0C6E8}" srcOrd="0" destOrd="3" presId="urn:microsoft.com/office/officeart/2005/8/layout/list1"/>
    <dgm:cxn modelId="{0A84A964-51F2-44FC-8F0D-36CD3821A641}" type="presOf" srcId="{1628DD9C-3C4D-439A-8424-6A7B93F31A14}" destId="{4839795C-7C2C-4C43-8E78-5595FAD0C6E8}" srcOrd="0" destOrd="2" presId="urn:microsoft.com/office/officeart/2005/8/layout/list1"/>
    <dgm:cxn modelId="{7A41C353-E88F-4E58-AB91-75749CF0FAAC}" type="presOf" srcId="{FEF20EC9-9F1F-4781-8245-3A3F25E4E3DA}" destId="{C8805407-D020-4876-B7DA-433B90CD3548}" srcOrd="0" destOrd="1" presId="urn:microsoft.com/office/officeart/2005/8/layout/list1"/>
    <dgm:cxn modelId="{50090F82-648E-475F-B24C-4D32CD4416B1}" type="presOf" srcId="{F9236495-337C-487F-8F67-2621FFF22D83}" destId="{BB125E0D-3EAF-4B6A-BB53-980913888B28}" srcOrd="0" destOrd="0" presId="urn:microsoft.com/office/officeart/2005/8/layout/list1"/>
    <dgm:cxn modelId="{5ABE4288-348A-49E0-BF4F-353D8E15E000}" type="presOf" srcId="{A3BDFA74-7A45-4FCB-94DB-FA6382DB537E}" destId="{BDD10648-BC8E-4684-B70D-46ECC791D84C}" srcOrd="0" destOrd="2" presId="urn:microsoft.com/office/officeart/2005/8/layout/list1"/>
    <dgm:cxn modelId="{2F9FEA89-C07D-47A7-B081-670368853A4B}" type="presOf" srcId="{C24E5276-74B0-4C0B-A05F-1B04CAACDBAB}" destId="{E00AAA13-B12F-4DC3-8483-90337728D1A4}" srcOrd="0" destOrd="0" presId="urn:microsoft.com/office/officeart/2005/8/layout/list1"/>
    <dgm:cxn modelId="{9285FA91-8D70-4AA6-8D0D-D8B68986717B}" srcId="{C24E5276-74B0-4C0B-A05F-1B04CAACDBAB}" destId="{5DE30BAD-3A00-4B49-A7B3-E34654541B71}" srcOrd="0" destOrd="0" parTransId="{D0B32A47-5A65-46E1-8281-BCFAA6112F4D}" sibTransId="{44F42890-60CC-41D1-BC02-B533FFFA9E5A}"/>
    <dgm:cxn modelId="{2D83E995-C260-4E67-ADAA-10BDF9EBB902}" type="presOf" srcId="{C24E5276-74B0-4C0B-A05F-1B04CAACDBAB}" destId="{75672908-7121-468F-895D-CC796A4F6E0E}" srcOrd="1" destOrd="0" presId="urn:microsoft.com/office/officeart/2005/8/layout/list1"/>
    <dgm:cxn modelId="{8BCAF49E-9944-4594-9145-E60C6129439A}" type="presOf" srcId="{5DE30BAD-3A00-4B49-A7B3-E34654541B71}" destId="{4839795C-7C2C-4C43-8E78-5595FAD0C6E8}" srcOrd="0" destOrd="0" presId="urn:microsoft.com/office/officeart/2005/8/layout/list1"/>
    <dgm:cxn modelId="{88FF81AF-2F38-4A8F-B2E1-07ECBA23352C}" srcId="{C24E5276-74B0-4C0B-A05F-1B04CAACDBAB}" destId="{3205F61F-7C56-4135-9885-2DA951512301}" srcOrd="1" destOrd="0" parTransId="{7C1FC117-6E15-4D82-9B33-77442A0C7796}" sibTransId="{D00A8120-3449-40B4-98A2-643C72462A68}"/>
    <dgm:cxn modelId="{42F756BE-1177-4E6F-A4A9-52A5D4621446}" srcId="{C24E5276-74B0-4C0B-A05F-1B04CAACDBAB}" destId="{1628DD9C-3C4D-439A-8424-6A7B93F31A14}" srcOrd="2" destOrd="0" parTransId="{CEC39D55-E7FD-46D6-A31C-2FA3D5B6EB24}" sibTransId="{A9C79A58-AFED-4133-A7BA-5343C0570D3D}"/>
    <dgm:cxn modelId="{837254BF-DA6C-455E-AEBD-0505EE9684EB}" srcId="{876CCF67-603D-4E9A-9EDF-6F62A3772780}" destId="{A453730F-47E9-4F3D-96C3-425394C312A9}" srcOrd="1" destOrd="0" parTransId="{A3499F6C-4172-4D14-A419-512E3A6AD878}" sibTransId="{E5FCD59A-14FB-4530-A1B4-3F07C3A04E2A}"/>
    <dgm:cxn modelId="{984270C3-513F-4D0D-840D-A2BC040C0140}" srcId="{876CCF67-603D-4E9A-9EDF-6F62A3772780}" destId="{7FDD103D-2B30-4B99-A854-C1397B5364FE}" srcOrd="0" destOrd="0" parTransId="{596C818D-7BE5-466D-9579-D03524684B30}" sibTransId="{E38EC4F4-7CF8-4EEE-ABD2-B995354325B2}"/>
    <dgm:cxn modelId="{0B0A83C3-C468-4B69-B183-5186EFAE42E6}" type="presOf" srcId="{7FDD103D-2B30-4B99-A854-C1397B5364FE}" destId="{BDD10648-BC8E-4684-B70D-46ECC791D84C}" srcOrd="0" destOrd="0" presId="urn:microsoft.com/office/officeart/2005/8/layout/list1"/>
    <dgm:cxn modelId="{F5B72AC8-67CA-4A92-8651-5CF8AE1E1EC2}" srcId="{F9236495-337C-487F-8F67-2621FFF22D83}" destId="{075CD089-FA19-48DA-A6CD-DAA7C74D43E1}" srcOrd="2" destOrd="0" parTransId="{C6D514A9-6FB7-447A-A555-52A0C230119B}" sibTransId="{F4EBCBD7-2B99-4FED-AEB9-9C50333A338C}"/>
    <dgm:cxn modelId="{DB199BD8-CE03-4F56-AA80-BE50A72D3D7F}" type="presOf" srcId="{3205F61F-7C56-4135-9885-2DA951512301}" destId="{4839795C-7C2C-4C43-8E78-5595FAD0C6E8}" srcOrd="0" destOrd="1" presId="urn:microsoft.com/office/officeart/2005/8/layout/list1"/>
    <dgm:cxn modelId="{BEE2D4D9-9CDB-4958-9408-B8C21D26FFA8}" type="presOf" srcId="{876CCF67-603D-4E9A-9EDF-6F62A3772780}" destId="{372B8A74-E51A-4342-8773-4E4E016A7748}" srcOrd="0" destOrd="0" presId="urn:microsoft.com/office/officeart/2005/8/layout/list1"/>
    <dgm:cxn modelId="{264BFDEC-5736-4D8B-BE02-B301F55F009E}" type="presOf" srcId="{C3E3865B-90A6-47D0-A813-B4B050F38345}" destId="{C8805407-D020-4876-B7DA-433B90CD3548}" srcOrd="0" destOrd="0" presId="urn:microsoft.com/office/officeart/2005/8/layout/list1"/>
    <dgm:cxn modelId="{858931F0-60EF-4B15-8456-F4BEEA55D5DC}" type="presOf" srcId="{876CCF67-603D-4E9A-9EDF-6F62A3772780}" destId="{FA3C8D0D-CCC5-46B2-845D-D2C77527970E}" srcOrd="1" destOrd="0" presId="urn:microsoft.com/office/officeart/2005/8/layout/list1"/>
    <dgm:cxn modelId="{CD499EF0-0371-4D82-890B-9741E82E45A9}" srcId="{075CD089-FA19-48DA-A6CD-DAA7C74D43E1}" destId="{FEF20EC9-9F1F-4781-8245-3A3F25E4E3DA}" srcOrd="1" destOrd="0" parTransId="{33106DF3-CF35-484B-A1C9-4BA720DB7F09}" sibTransId="{7E71E346-7EBC-4006-BE89-1DE0979510C3}"/>
    <dgm:cxn modelId="{DB06BEF5-A927-4F21-82F3-CA917089DD01}" srcId="{876CCF67-603D-4E9A-9EDF-6F62A3772780}" destId="{A3BDFA74-7A45-4FCB-94DB-FA6382DB537E}" srcOrd="2" destOrd="0" parTransId="{0FC9C1FE-7350-423C-9E3A-4777D64E11F3}" sibTransId="{674B91EC-3626-492B-A794-10D2994F5022}"/>
    <dgm:cxn modelId="{AB5FB0F7-4039-40A0-8CAA-11E62A704849}" type="presOf" srcId="{A453730F-47E9-4F3D-96C3-425394C312A9}" destId="{BDD10648-BC8E-4684-B70D-46ECC791D84C}" srcOrd="0" destOrd="1" presId="urn:microsoft.com/office/officeart/2005/8/layout/list1"/>
    <dgm:cxn modelId="{1C4A6FFD-F8C5-4AFA-85AB-51C155A605C5}" srcId="{075CD089-FA19-48DA-A6CD-DAA7C74D43E1}" destId="{C3E3865B-90A6-47D0-A813-B4B050F38345}" srcOrd="0" destOrd="0" parTransId="{BD1414F8-2D4C-43C2-8299-6C184AE984E8}" sibTransId="{BBFF4D29-18E0-42B8-BCB7-6A7FDAAF7E2E}"/>
    <dgm:cxn modelId="{F52101AE-937A-4787-9793-A12A601C87D9}" type="presParOf" srcId="{BB125E0D-3EAF-4B6A-BB53-980913888B28}" destId="{6D7E9123-3A35-438E-8A1F-EDAB3D229147}" srcOrd="0" destOrd="0" presId="urn:microsoft.com/office/officeart/2005/8/layout/list1"/>
    <dgm:cxn modelId="{AE57CCA3-D873-42E3-B63E-0D919C64BB00}" type="presParOf" srcId="{6D7E9123-3A35-438E-8A1F-EDAB3D229147}" destId="{372B8A74-E51A-4342-8773-4E4E016A7748}" srcOrd="0" destOrd="0" presId="urn:microsoft.com/office/officeart/2005/8/layout/list1"/>
    <dgm:cxn modelId="{6A063317-B5CF-4E3F-B44F-E80FE8BE9A6A}" type="presParOf" srcId="{6D7E9123-3A35-438E-8A1F-EDAB3D229147}" destId="{FA3C8D0D-CCC5-46B2-845D-D2C77527970E}" srcOrd="1" destOrd="0" presId="urn:microsoft.com/office/officeart/2005/8/layout/list1"/>
    <dgm:cxn modelId="{17CDFC78-87B0-491C-BA37-0507635C3DAC}" type="presParOf" srcId="{BB125E0D-3EAF-4B6A-BB53-980913888B28}" destId="{D6383B50-2237-42C7-B150-385E2F3E2859}" srcOrd="1" destOrd="0" presId="urn:microsoft.com/office/officeart/2005/8/layout/list1"/>
    <dgm:cxn modelId="{BF70E4AC-E7B6-4BA3-9D17-8649567E3073}" type="presParOf" srcId="{BB125E0D-3EAF-4B6A-BB53-980913888B28}" destId="{BDD10648-BC8E-4684-B70D-46ECC791D84C}" srcOrd="2" destOrd="0" presId="urn:microsoft.com/office/officeart/2005/8/layout/list1"/>
    <dgm:cxn modelId="{4A0F1D01-FE30-414F-8036-30C2EDDC12C7}" type="presParOf" srcId="{BB125E0D-3EAF-4B6A-BB53-980913888B28}" destId="{0DD606A2-B2CD-481C-BCF2-BCB247B45B85}" srcOrd="3" destOrd="0" presId="urn:microsoft.com/office/officeart/2005/8/layout/list1"/>
    <dgm:cxn modelId="{62E32938-97A3-42CA-B94A-9F6EE2701288}" type="presParOf" srcId="{BB125E0D-3EAF-4B6A-BB53-980913888B28}" destId="{54DEB339-7C76-4231-9C67-8765B5DB5DF6}" srcOrd="4" destOrd="0" presId="urn:microsoft.com/office/officeart/2005/8/layout/list1"/>
    <dgm:cxn modelId="{454CF007-C66A-424E-A27D-78B93F889833}" type="presParOf" srcId="{54DEB339-7C76-4231-9C67-8765B5DB5DF6}" destId="{E00AAA13-B12F-4DC3-8483-90337728D1A4}" srcOrd="0" destOrd="0" presId="urn:microsoft.com/office/officeart/2005/8/layout/list1"/>
    <dgm:cxn modelId="{0D743A24-4143-4DC1-8A5D-265C8516C322}" type="presParOf" srcId="{54DEB339-7C76-4231-9C67-8765B5DB5DF6}" destId="{75672908-7121-468F-895D-CC796A4F6E0E}" srcOrd="1" destOrd="0" presId="urn:microsoft.com/office/officeart/2005/8/layout/list1"/>
    <dgm:cxn modelId="{586DDD51-8923-42E5-9FCE-6495E1A4F393}" type="presParOf" srcId="{BB125E0D-3EAF-4B6A-BB53-980913888B28}" destId="{085BED4F-76EA-4245-A8FD-4D22192AF98F}" srcOrd="5" destOrd="0" presId="urn:microsoft.com/office/officeart/2005/8/layout/list1"/>
    <dgm:cxn modelId="{53815CF1-C1BF-420A-BC1E-69727E047005}" type="presParOf" srcId="{BB125E0D-3EAF-4B6A-BB53-980913888B28}" destId="{4839795C-7C2C-4C43-8E78-5595FAD0C6E8}" srcOrd="6" destOrd="0" presId="urn:microsoft.com/office/officeart/2005/8/layout/list1"/>
    <dgm:cxn modelId="{B79F78F6-C201-4C09-AFBC-088F50BACD93}" type="presParOf" srcId="{BB125E0D-3EAF-4B6A-BB53-980913888B28}" destId="{9B91A427-A8CE-4C0F-86BA-4651DD1F2175}" srcOrd="7" destOrd="0" presId="urn:microsoft.com/office/officeart/2005/8/layout/list1"/>
    <dgm:cxn modelId="{6C3E3E30-5222-4F89-A30B-323E80F9BA2C}" type="presParOf" srcId="{BB125E0D-3EAF-4B6A-BB53-980913888B28}" destId="{2FA5FDB2-1CE7-41E8-B2C1-5BE6DB40FF66}" srcOrd="8" destOrd="0" presId="urn:microsoft.com/office/officeart/2005/8/layout/list1"/>
    <dgm:cxn modelId="{BCF6A878-A59F-4C1C-BFDC-50AD707F11DD}" type="presParOf" srcId="{2FA5FDB2-1CE7-41E8-B2C1-5BE6DB40FF66}" destId="{EF3AD833-D044-409D-8FB1-A68F314BDA04}" srcOrd="0" destOrd="0" presId="urn:microsoft.com/office/officeart/2005/8/layout/list1"/>
    <dgm:cxn modelId="{6721DEFD-8DB5-44FB-BBB9-252D2E02309E}" type="presParOf" srcId="{2FA5FDB2-1CE7-41E8-B2C1-5BE6DB40FF66}" destId="{CC020D40-023F-446E-96DD-43208C071215}" srcOrd="1" destOrd="0" presId="urn:microsoft.com/office/officeart/2005/8/layout/list1"/>
    <dgm:cxn modelId="{44C2433A-E3EF-4F06-B99D-BD4CD5CC3019}" type="presParOf" srcId="{BB125E0D-3EAF-4B6A-BB53-980913888B28}" destId="{973BD596-495A-47DF-8CDA-B04A9D8E8433}" srcOrd="9" destOrd="0" presId="urn:microsoft.com/office/officeart/2005/8/layout/list1"/>
    <dgm:cxn modelId="{42552CC4-1C5B-4C8E-B101-6869AF201FD3}" type="presParOf" srcId="{BB125E0D-3EAF-4B6A-BB53-980913888B28}" destId="{C8805407-D020-4876-B7DA-433B90CD3548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1.xml><?xml version="1.0" encoding="utf-8"?>
<dgm:dataModel xmlns:dgm="http://schemas.openxmlformats.org/drawingml/2006/diagram" xmlns:a="http://schemas.openxmlformats.org/drawingml/2006/main">
  <dgm:ptLst>
    <dgm:pt modelId="{A4FE0816-DFAB-4738-98AB-0600A0953F8B}" type="doc">
      <dgm:prSet loTypeId="urn:microsoft.com/office/officeart/2005/8/layout/vList5" loCatId="list" qsTypeId="urn:microsoft.com/office/officeart/2005/8/quickstyle/simple3" qsCatId="simple" csTypeId="urn:microsoft.com/office/officeart/2005/8/colors/colorful4" csCatId="colorful" phldr="1"/>
      <dgm:spPr/>
      <dgm:t>
        <a:bodyPr/>
        <a:lstStyle/>
        <a:p>
          <a:endParaRPr lang="en-US"/>
        </a:p>
      </dgm:t>
    </dgm:pt>
    <dgm:pt modelId="{4B0E0E6E-D87A-4E2A-8B9E-1B05C8D251BF}">
      <dgm:prSet/>
      <dgm:spPr/>
      <dgm:t>
        <a:bodyPr/>
        <a:lstStyle/>
        <a:p>
          <a:r>
            <a:rPr lang="tr-TR" dirty="0" err="1"/>
            <a:t>However</a:t>
          </a:r>
          <a:endParaRPr lang="en-US" dirty="0"/>
        </a:p>
      </dgm:t>
    </dgm:pt>
    <dgm:pt modelId="{0A709E28-D26E-47DD-A69D-B6406397ADCC}" type="parTrans" cxnId="{C830B5E1-6E66-4215-A152-E026B2472784}">
      <dgm:prSet/>
      <dgm:spPr/>
      <dgm:t>
        <a:bodyPr/>
        <a:lstStyle/>
        <a:p>
          <a:endParaRPr lang="en-US"/>
        </a:p>
      </dgm:t>
    </dgm:pt>
    <dgm:pt modelId="{775CAFB2-6EC0-4311-8F4E-8341266EF0AD}" type="sibTrans" cxnId="{C830B5E1-6E66-4215-A152-E026B2472784}">
      <dgm:prSet/>
      <dgm:spPr/>
      <dgm:t>
        <a:bodyPr/>
        <a:lstStyle/>
        <a:p>
          <a:endParaRPr lang="en-US"/>
        </a:p>
      </dgm:t>
    </dgm:pt>
    <dgm:pt modelId="{2C17F442-C582-4423-907A-E07F6F17A3D6}">
      <dgm:prSet/>
      <dgm:spPr/>
      <dgm:t>
        <a:bodyPr/>
        <a:lstStyle/>
        <a:p>
          <a:r>
            <a:rPr lang="en-US" dirty="0"/>
            <a:t>Alice can create another transaction</a:t>
          </a:r>
        </a:p>
      </dgm:t>
    </dgm:pt>
    <dgm:pt modelId="{66182307-83D1-4950-9D9B-EE62D64298DD}" type="parTrans" cxnId="{9DC56569-F505-4EA7-8812-AEF231103CDB}">
      <dgm:prSet/>
      <dgm:spPr/>
      <dgm:t>
        <a:bodyPr/>
        <a:lstStyle/>
        <a:p>
          <a:endParaRPr lang="en-US"/>
        </a:p>
      </dgm:t>
    </dgm:pt>
    <dgm:pt modelId="{26C8CFBB-A430-42F0-94AE-57F1EFF702D3}" type="sibTrans" cxnId="{9DC56569-F505-4EA7-8812-AEF231103CDB}">
      <dgm:prSet/>
      <dgm:spPr/>
      <dgm:t>
        <a:bodyPr/>
        <a:lstStyle/>
        <a:p>
          <a:endParaRPr lang="en-US"/>
        </a:p>
      </dgm:t>
    </dgm:pt>
    <dgm:pt modelId="{CB948256-7860-4D30-98C0-2027EEB3B7ED}">
      <dgm:prSet/>
      <dgm:spPr/>
      <dgm:t>
        <a:bodyPr/>
        <a:lstStyle/>
        <a:p>
          <a:r>
            <a:rPr lang="en-US"/>
            <a:t>double-spending the same inputs without a</a:t>
          </a:r>
          <a:r>
            <a:rPr lang="tr-TR"/>
            <a:t> </a:t>
          </a:r>
          <a:r>
            <a:rPr lang="en-US"/>
            <a:t>locktime. </a:t>
          </a:r>
        </a:p>
      </dgm:t>
    </dgm:pt>
    <dgm:pt modelId="{BF195EE1-41B2-4FD6-96BC-0693C8206995}" type="parTrans" cxnId="{622991A8-F8D6-4CCA-A7AF-31B23CB4BDAE}">
      <dgm:prSet/>
      <dgm:spPr/>
      <dgm:t>
        <a:bodyPr/>
        <a:lstStyle/>
        <a:p>
          <a:endParaRPr lang="en-US"/>
        </a:p>
      </dgm:t>
    </dgm:pt>
    <dgm:pt modelId="{E045B890-8FBA-4546-BB33-731174E4CDF4}" type="sibTrans" cxnId="{622991A8-F8D6-4CCA-A7AF-31B23CB4BDAE}">
      <dgm:prSet/>
      <dgm:spPr/>
      <dgm:t>
        <a:bodyPr/>
        <a:lstStyle/>
        <a:p>
          <a:endParaRPr lang="en-US"/>
        </a:p>
      </dgm:t>
    </dgm:pt>
    <dgm:pt modelId="{C9F2F021-0585-4184-BFB0-167F8688EADF}">
      <dgm:prSet/>
      <dgm:spPr/>
      <dgm:t>
        <a:bodyPr/>
        <a:lstStyle/>
        <a:p>
          <a:r>
            <a:rPr lang="en-US" dirty="0"/>
            <a:t>Thus, </a:t>
          </a:r>
        </a:p>
      </dgm:t>
    </dgm:pt>
    <dgm:pt modelId="{F1BD2E6B-5BA8-4ED7-8770-53D1B6A0EEB0}" type="parTrans" cxnId="{22C17CC5-BF38-42FE-AF1E-199A14D632D7}">
      <dgm:prSet/>
      <dgm:spPr/>
      <dgm:t>
        <a:bodyPr/>
        <a:lstStyle/>
        <a:p>
          <a:endParaRPr lang="en-US"/>
        </a:p>
      </dgm:t>
    </dgm:pt>
    <dgm:pt modelId="{C2A2D535-11ED-4435-8778-AFE69CE90F39}" type="sibTrans" cxnId="{22C17CC5-BF38-42FE-AF1E-199A14D632D7}">
      <dgm:prSet/>
      <dgm:spPr/>
      <dgm:t>
        <a:bodyPr/>
        <a:lstStyle/>
        <a:p>
          <a:endParaRPr lang="en-US"/>
        </a:p>
      </dgm:t>
    </dgm:pt>
    <dgm:pt modelId="{2B0C1CE9-B112-46EF-A9AA-907CAAB937E7}">
      <dgm:prSet/>
      <dgm:spPr/>
      <dgm:t>
        <a:bodyPr/>
        <a:lstStyle/>
        <a:p>
          <a:r>
            <a:rPr lang="en-US"/>
            <a:t>Alice can spend the same UTXO </a:t>
          </a:r>
        </a:p>
      </dgm:t>
    </dgm:pt>
    <dgm:pt modelId="{4D10F2F8-B0BD-4510-9F35-EDA2B9A0BDF2}" type="parTrans" cxnId="{A5FBE051-C9E0-43B9-AE2C-BA0550B6AE49}">
      <dgm:prSet/>
      <dgm:spPr/>
      <dgm:t>
        <a:bodyPr/>
        <a:lstStyle/>
        <a:p>
          <a:endParaRPr lang="en-US"/>
        </a:p>
      </dgm:t>
    </dgm:pt>
    <dgm:pt modelId="{EB7A6A27-C0C0-45BF-BD7A-723A37D3F4F9}" type="sibTrans" cxnId="{A5FBE051-C9E0-43B9-AE2C-BA0550B6AE49}">
      <dgm:prSet/>
      <dgm:spPr/>
      <dgm:t>
        <a:bodyPr/>
        <a:lstStyle/>
        <a:p>
          <a:endParaRPr lang="en-US"/>
        </a:p>
      </dgm:t>
    </dgm:pt>
    <dgm:pt modelId="{F305FFFD-3260-4968-8321-F47730A251A1}">
      <dgm:prSet/>
      <dgm:spPr/>
      <dgm:t>
        <a:bodyPr/>
        <a:lstStyle/>
        <a:p>
          <a:r>
            <a:rPr lang="en-US"/>
            <a:t>before the 3 months have</a:t>
          </a:r>
          <a:r>
            <a:rPr lang="tr-TR"/>
            <a:t> elapsed.</a:t>
          </a:r>
          <a:endParaRPr lang="en-US"/>
        </a:p>
      </dgm:t>
    </dgm:pt>
    <dgm:pt modelId="{33EE37CC-8EAA-46D1-8377-4FC4243221FA}" type="parTrans" cxnId="{CD2A9A9A-D533-4E1E-BD23-77260411AFAD}">
      <dgm:prSet/>
      <dgm:spPr/>
      <dgm:t>
        <a:bodyPr/>
        <a:lstStyle/>
        <a:p>
          <a:endParaRPr lang="en-US"/>
        </a:p>
      </dgm:t>
    </dgm:pt>
    <dgm:pt modelId="{E19D2816-6E51-47D7-A427-30E41B37B9B7}" type="sibTrans" cxnId="{CD2A9A9A-D533-4E1E-BD23-77260411AFAD}">
      <dgm:prSet/>
      <dgm:spPr/>
      <dgm:t>
        <a:bodyPr/>
        <a:lstStyle/>
        <a:p>
          <a:endParaRPr lang="en-US"/>
        </a:p>
      </dgm:t>
    </dgm:pt>
    <dgm:pt modelId="{96EEBD55-2C6E-46B9-B0B0-18280C608DC9}">
      <dgm:prSet/>
      <dgm:spPr/>
      <dgm:t>
        <a:bodyPr/>
        <a:lstStyle/>
        <a:p>
          <a:r>
            <a:rPr lang="en-US"/>
            <a:t>Bob has no guarantee </a:t>
          </a:r>
        </a:p>
      </dgm:t>
    </dgm:pt>
    <dgm:pt modelId="{2BD7D1D5-B043-4D40-9533-4F0DB21ADCD8}" type="parTrans" cxnId="{790F3505-0056-4C80-9181-BDDB225E832E}">
      <dgm:prSet/>
      <dgm:spPr/>
      <dgm:t>
        <a:bodyPr/>
        <a:lstStyle/>
        <a:p>
          <a:endParaRPr lang="en-US"/>
        </a:p>
      </dgm:t>
    </dgm:pt>
    <dgm:pt modelId="{BEF28AA2-88B1-4719-A427-1D6FE9812A81}" type="sibTrans" cxnId="{790F3505-0056-4C80-9181-BDDB225E832E}">
      <dgm:prSet/>
      <dgm:spPr/>
      <dgm:t>
        <a:bodyPr/>
        <a:lstStyle/>
        <a:p>
          <a:endParaRPr lang="en-US"/>
        </a:p>
      </dgm:t>
    </dgm:pt>
    <dgm:pt modelId="{237DAC98-B28E-41EE-8015-9D956F9ABCCB}">
      <dgm:prSet/>
      <dgm:spPr/>
      <dgm:t>
        <a:bodyPr/>
        <a:lstStyle/>
        <a:p>
          <a:r>
            <a:rPr lang="en-US"/>
            <a:t>that Alice won’t do that.</a:t>
          </a:r>
        </a:p>
      </dgm:t>
    </dgm:pt>
    <dgm:pt modelId="{1AB65D5B-AA28-447C-AA98-7A919224CA3E}" type="parTrans" cxnId="{FC01AF3B-4C6C-48C5-BC6A-DC1853D19463}">
      <dgm:prSet/>
      <dgm:spPr/>
      <dgm:t>
        <a:bodyPr/>
        <a:lstStyle/>
        <a:p>
          <a:endParaRPr lang="en-US"/>
        </a:p>
      </dgm:t>
    </dgm:pt>
    <dgm:pt modelId="{51CE1000-2B1B-4C51-9D43-247678D18E42}" type="sibTrans" cxnId="{FC01AF3B-4C6C-48C5-BC6A-DC1853D19463}">
      <dgm:prSet/>
      <dgm:spPr/>
      <dgm:t>
        <a:bodyPr/>
        <a:lstStyle/>
        <a:p>
          <a:endParaRPr lang="en-US"/>
        </a:p>
      </dgm:t>
    </dgm:pt>
    <dgm:pt modelId="{218BD168-A79A-4DCB-B6E8-3175036E2404}">
      <dgm:prSet/>
      <dgm:spPr/>
      <dgm:t>
        <a:bodyPr/>
        <a:lstStyle/>
        <a:p>
          <a:r>
            <a:rPr lang="tr-TR"/>
            <a:t>This can only be done </a:t>
          </a:r>
          <a:endParaRPr lang="en-US"/>
        </a:p>
      </dgm:t>
    </dgm:pt>
    <dgm:pt modelId="{0CACEC31-4C1D-4330-92F3-91E93D423C1F}" type="parTrans" cxnId="{58F4CFC7-A5BD-4693-817E-3A2E38762FD1}">
      <dgm:prSet/>
      <dgm:spPr/>
      <dgm:t>
        <a:bodyPr/>
        <a:lstStyle/>
        <a:p>
          <a:endParaRPr lang="en-US"/>
        </a:p>
      </dgm:t>
    </dgm:pt>
    <dgm:pt modelId="{DDD46D60-8386-407F-BBA3-D900880CC370}" type="sibTrans" cxnId="{58F4CFC7-A5BD-4693-817E-3A2E38762FD1}">
      <dgm:prSet/>
      <dgm:spPr/>
      <dgm:t>
        <a:bodyPr/>
        <a:lstStyle/>
        <a:p>
          <a:endParaRPr lang="en-US"/>
        </a:p>
      </dgm:t>
    </dgm:pt>
    <dgm:pt modelId="{69DFF9B7-74E6-4063-9DAD-FC429993FC9E}">
      <dgm:prSet/>
      <dgm:spPr/>
      <dgm:t>
        <a:bodyPr/>
        <a:lstStyle/>
        <a:p>
          <a:r>
            <a:rPr lang="tr-TR"/>
            <a:t>using </a:t>
          </a:r>
          <a:r>
            <a:rPr lang="en-US"/>
            <a:t>Check Lock Time Verify (CLTV)</a:t>
          </a:r>
        </a:p>
      </dgm:t>
    </dgm:pt>
    <dgm:pt modelId="{C1D35995-8D19-4A7D-90B5-A0655E3B9773}" type="parTrans" cxnId="{CCEA3FE9-DEBE-4B85-B3F2-76612045B6DC}">
      <dgm:prSet/>
      <dgm:spPr/>
      <dgm:t>
        <a:bodyPr/>
        <a:lstStyle/>
        <a:p>
          <a:endParaRPr lang="en-US"/>
        </a:p>
      </dgm:t>
    </dgm:pt>
    <dgm:pt modelId="{A1353FA4-5806-4C62-BB2B-8A4E91F2B790}" type="sibTrans" cxnId="{CCEA3FE9-DEBE-4B85-B3F2-76612045B6DC}">
      <dgm:prSet/>
      <dgm:spPr/>
      <dgm:t>
        <a:bodyPr/>
        <a:lstStyle/>
        <a:p>
          <a:endParaRPr lang="en-US"/>
        </a:p>
      </dgm:t>
    </dgm:pt>
    <dgm:pt modelId="{8F4B0193-2CB2-4ABF-96C0-8AEB34CB8EF7}" type="pres">
      <dgm:prSet presAssocID="{A4FE0816-DFAB-4738-98AB-0600A0953F8B}" presName="Name0" presStyleCnt="0">
        <dgm:presLayoutVars>
          <dgm:dir/>
          <dgm:animLvl val="lvl"/>
          <dgm:resizeHandles val="exact"/>
        </dgm:presLayoutVars>
      </dgm:prSet>
      <dgm:spPr/>
    </dgm:pt>
    <dgm:pt modelId="{EA35C411-54C7-43F1-8853-C94E60B0972D}" type="pres">
      <dgm:prSet presAssocID="{4B0E0E6E-D87A-4E2A-8B9E-1B05C8D251BF}" presName="linNode" presStyleCnt="0"/>
      <dgm:spPr/>
    </dgm:pt>
    <dgm:pt modelId="{D2B7EA2F-62E7-46F6-8A9F-1500D0D577CA}" type="pres">
      <dgm:prSet presAssocID="{4B0E0E6E-D87A-4E2A-8B9E-1B05C8D251BF}" presName="parentText" presStyleLbl="node1" presStyleIdx="0" presStyleCnt="4">
        <dgm:presLayoutVars>
          <dgm:chMax val="1"/>
          <dgm:bulletEnabled val="1"/>
        </dgm:presLayoutVars>
      </dgm:prSet>
      <dgm:spPr/>
    </dgm:pt>
    <dgm:pt modelId="{0B7339D0-A8BD-4D61-9C17-C931C236584D}" type="pres">
      <dgm:prSet presAssocID="{4B0E0E6E-D87A-4E2A-8B9E-1B05C8D251BF}" presName="descendantText" presStyleLbl="alignAccFollowNode1" presStyleIdx="0" presStyleCnt="4">
        <dgm:presLayoutVars>
          <dgm:bulletEnabled val="1"/>
        </dgm:presLayoutVars>
      </dgm:prSet>
      <dgm:spPr/>
    </dgm:pt>
    <dgm:pt modelId="{723011B5-E3E2-4A32-886E-A14CA9ADF137}" type="pres">
      <dgm:prSet presAssocID="{775CAFB2-6EC0-4311-8F4E-8341266EF0AD}" presName="sp" presStyleCnt="0"/>
      <dgm:spPr/>
    </dgm:pt>
    <dgm:pt modelId="{BE786979-6BED-4DF3-9121-93B26E3CF746}" type="pres">
      <dgm:prSet presAssocID="{C9F2F021-0585-4184-BFB0-167F8688EADF}" presName="linNode" presStyleCnt="0"/>
      <dgm:spPr/>
    </dgm:pt>
    <dgm:pt modelId="{836844F4-98EC-42AC-8786-74964796F3E3}" type="pres">
      <dgm:prSet presAssocID="{C9F2F021-0585-4184-BFB0-167F8688EADF}" presName="parentText" presStyleLbl="node1" presStyleIdx="1" presStyleCnt="4">
        <dgm:presLayoutVars>
          <dgm:chMax val="1"/>
          <dgm:bulletEnabled val="1"/>
        </dgm:presLayoutVars>
      </dgm:prSet>
      <dgm:spPr/>
    </dgm:pt>
    <dgm:pt modelId="{D66E492A-C611-4787-8537-BB7B3AACFBBB}" type="pres">
      <dgm:prSet presAssocID="{C9F2F021-0585-4184-BFB0-167F8688EADF}" presName="descendantText" presStyleLbl="alignAccFollowNode1" presStyleIdx="1" presStyleCnt="4">
        <dgm:presLayoutVars>
          <dgm:bulletEnabled val="1"/>
        </dgm:presLayoutVars>
      </dgm:prSet>
      <dgm:spPr/>
    </dgm:pt>
    <dgm:pt modelId="{2651AE95-954A-44F7-A5A0-18159A3BAB92}" type="pres">
      <dgm:prSet presAssocID="{C2A2D535-11ED-4435-8778-AFE69CE90F39}" presName="sp" presStyleCnt="0"/>
      <dgm:spPr/>
    </dgm:pt>
    <dgm:pt modelId="{FABB1FB0-E90F-4A63-9A8D-6423E4BBAA2D}" type="pres">
      <dgm:prSet presAssocID="{96EEBD55-2C6E-46B9-B0B0-18280C608DC9}" presName="linNode" presStyleCnt="0"/>
      <dgm:spPr/>
    </dgm:pt>
    <dgm:pt modelId="{AAA96FD0-1A18-4F72-8FD5-F9EC1FB2F623}" type="pres">
      <dgm:prSet presAssocID="{96EEBD55-2C6E-46B9-B0B0-18280C608DC9}" presName="parentText" presStyleLbl="node1" presStyleIdx="2" presStyleCnt="4">
        <dgm:presLayoutVars>
          <dgm:chMax val="1"/>
          <dgm:bulletEnabled val="1"/>
        </dgm:presLayoutVars>
      </dgm:prSet>
      <dgm:spPr/>
    </dgm:pt>
    <dgm:pt modelId="{5085DACC-6206-4148-B6FE-985991A19AEE}" type="pres">
      <dgm:prSet presAssocID="{96EEBD55-2C6E-46B9-B0B0-18280C608DC9}" presName="descendantText" presStyleLbl="alignAccFollowNode1" presStyleIdx="2" presStyleCnt="4">
        <dgm:presLayoutVars>
          <dgm:bulletEnabled val="1"/>
        </dgm:presLayoutVars>
      </dgm:prSet>
      <dgm:spPr/>
    </dgm:pt>
    <dgm:pt modelId="{52E71C4A-A143-4384-AE65-D08202093AED}" type="pres">
      <dgm:prSet presAssocID="{BEF28AA2-88B1-4719-A427-1D6FE9812A81}" presName="sp" presStyleCnt="0"/>
      <dgm:spPr/>
    </dgm:pt>
    <dgm:pt modelId="{B136BEAC-D7A4-4649-AB9B-AD8A751D151E}" type="pres">
      <dgm:prSet presAssocID="{218BD168-A79A-4DCB-B6E8-3175036E2404}" presName="linNode" presStyleCnt="0"/>
      <dgm:spPr/>
    </dgm:pt>
    <dgm:pt modelId="{8C68EB1A-153A-4C64-8849-4BA228EDEE3F}" type="pres">
      <dgm:prSet presAssocID="{218BD168-A79A-4DCB-B6E8-3175036E2404}" presName="parentText" presStyleLbl="node1" presStyleIdx="3" presStyleCnt="4">
        <dgm:presLayoutVars>
          <dgm:chMax val="1"/>
          <dgm:bulletEnabled val="1"/>
        </dgm:presLayoutVars>
      </dgm:prSet>
      <dgm:spPr/>
    </dgm:pt>
    <dgm:pt modelId="{79B6D106-4906-41A6-A3A9-38694B96C06B}" type="pres">
      <dgm:prSet presAssocID="{218BD168-A79A-4DCB-B6E8-3175036E2404}" presName="descendantText" presStyleLbl="alignAccFollowNode1" presStyleIdx="3" presStyleCnt="4">
        <dgm:presLayoutVars>
          <dgm:bulletEnabled val="1"/>
        </dgm:presLayoutVars>
      </dgm:prSet>
      <dgm:spPr/>
    </dgm:pt>
  </dgm:ptLst>
  <dgm:cxnLst>
    <dgm:cxn modelId="{D8D28B03-FB79-4932-9B4A-10DE179FF23C}" type="presOf" srcId="{CB948256-7860-4D30-98C0-2027EEB3B7ED}" destId="{0B7339D0-A8BD-4D61-9C17-C931C236584D}" srcOrd="0" destOrd="1" presId="urn:microsoft.com/office/officeart/2005/8/layout/vList5"/>
    <dgm:cxn modelId="{790F3505-0056-4C80-9181-BDDB225E832E}" srcId="{A4FE0816-DFAB-4738-98AB-0600A0953F8B}" destId="{96EEBD55-2C6E-46B9-B0B0-18280C608DC9}" srcOrd="2" destOrd="0" parTransId="{2BD7D1D5-B043-4D40-9533-4F0DB21ADCD8}" sibTransId="{BEF28AA2-88B1-4719-A427-1D6FE9812A81}"/>
    <dgm:cxn modelId="{467CD90A-51DF-4A03-93A7-9DAAAC105631}" type="presOf" srcId="{C9F2F021-0585-4184-BFB0-167F8688EADF}" destId="{836844F4-98EC-42AC-8786-74964796F3E3}" srcOrd="0" destOrd="0" presId="urn:microsoft.com/office/officeart/2005/8/layout/vList5"/>
    <dgm:cxn modelId="{3445FD0E-ACF1-4DF6-991D-36123597388D}" type="presOf" srcId="{69DFF9B7-74E6-4063-9DAD-FC429993FC9E}" destId="{79B6D106-4906-41A6-A3A9-38694B96C06B}" srcOrd="0" destOrd="0" presId="urn:microsoft.com/office/officeart/2005/8/layout/vList5"/>
    <dgm:cxn modelId="{97385210-7806-403E-8387-54B22A586666}" type="presOf" srcId="{2B0C1CE9-B112-46EF-A9AA-907CAAB937E7}" destId="{D66E492A-C611-4787-8537-BB7B3AACFBBB}" srcOrd="0" destOrd="0" presId="urn:microsoft.com/office/officeart/2005/8/layout/vList5"/>
    <dgm:cxn modelId="{FF8B8812-C050-46C3-ADE8-B9F4553FE8E7}" type="presOf" srcId="{218BD168-A79A-4DCB-B6E8-3175036E2404}" destId="{8C68EB1A-153A-4C64-8849-4BA228EDEE3F}" srcOrd="0" destOrd="0" presId="urn:microsoft.com/office/officeart/2005/8/layout/vList5"/>
    <dgm:cxn modelId="{3F4BE528-B34A-45A2-8721-7C456B8BDD8B}" type="presOf" srcId="{F305FFFD-3260-4968-8321-F47730A251A1}" destId="{D66E492A-C611-4787-8537-BB7B3AACFBBB}" srcOrd="0" destOrd="1" presId="urn:microsoft.com/office/officeart/2005/8/layout/vList5"/>
    <dgm:cxn modelId="{FC01AF3B-4C6C-48C5-BC6A-DC1853D19463}" srcId="{96EEBD55-2C6E-46B9-B0B0-18280C608DC9}" destId="{237DAC98-B28E-41EE-8015-9D956F9ABCCB}" srcOrd="0" destOrd="0" parTransId="{1AB65D5B-AA28-447C-AA98-7A919224CA3E}" sibTransId="{51CE1000-2B1B-4C51-9D43-247678D18E42}"/>
    <dgm:cxn modelId="{9DC56569-F505-4EA7-8812-AEF231103CDB}" srcId="{4B0E0E6E-D87A-4E2A-8B9E-1B05C8D251BF}" destId="{2C17F442-C582-4423-907A-E07F6F17A3D6}" srcOrd="0" destOrd="0" parTransId="{66182307-83D1-4950-9D9B-EE62D64298DD}" sibTransId="{26C8CFBB-A430-42F0-94AE-57F1EFF702D3}"/>
    <dgm:cxn modelId="{A5FBE051-C9E0-43B9-AE2C-BA0550B6AE49}" srcId="{C9F2F021-0585-4184-BFB0-167F8688EADF}" destId="{2B0C1CE9-B112-46EF-A9AA-907CAAB937E7}" srcOrd="0" destOrd="0" parTransId="{4D10F2F8-B0BD-4510-9F35-EDA2B9A0BDF2}" sibTransId="{EB7A6A27-C0C0-45BF-BD7A-723A37D3F4F9}"/>
    <dgm:cxn modelId="{C4369881-F632-4C3A-93EB-11FF4CF768D1}" type="presOf" srcId="{2C17F442-C582-4423-907A-E07F6F17A3D6}" destId="{0B7339D0-A8BD-4D61-9C17-C931C236584D}" srcOrd="0" destOrd="0" presId="urn:microsoft.com/office/officeart/2005/8/layout/vList5"/>
    <dgm:cxn modelId="{DD77A289-AC94-473C-B8F5-B56D231AB5B9}" type="presOf" srcId="{A4FE0816-DFAB-4738-98AB-0600A0953F8B}" destId="{8F4B0193-2CB2-4ABF-96C0-8AEB34CB8EF7}" srcOrd="0" destOrd="0" presId="urn:microsoft.com/office/officeart/2005/8/layout/vList5"/>
    <dgm:cxn modelId="{CD2A9A9A-D533-4E1E-BD23-77260411AFAD}" srcId="{C9F2F021-0585-4184-BFB0-167F8688EADF}" destId="{F305FFFD-3260-4968-8321-F47730A251A1}" srcOrd="1" destOrd="0" parTransId="{33EE37CC-8EAA-46D1-8377-4FC4243221FA}" sibTransId="{E19D2816-6E51-47D7-A427-30E41B37B9B7}"/>
    <dgm:cxn modelId="{622991A8-F8D6-4CCA-A7AF-31B23CB4BDAE}" srcId="{4B0E0E6E-D87A-4E2A-8B9E-1B05C8D251BF}" destId="{CB948256-7860-4D30-98C0-2027EEB3B7ED}" srcOrd="1" destOrd="0" parTransId="{BF195EE1-41B2-4FD6-96BC-0693C8206995}" sibTransId="{E045B890-8FBA-4546-BB33-731174E4CDF4}"/>
    <dgm:cxn modelId="{8A8B83B0-E6FF-4A28-B232-8E56C780A093}" type="presOf" srcId="{96EEBD55-2C6E-46B9-B0B0-18280C608DC9}" destId="{AAA96FD0-1A18-4F72-8FD5-F9EC1FB2F623}" srcOrd="0" destOrd="0" presId="urn:microsoft.com/office/officeart/2005/8/layout/vList5"/>
    <dgm:cxn modelId="{22C17CC5-BF38-42FE-AF1E-199A14D632D7}" srcId="{A4FE0816-DFAB-4738-98AB-0600A0953F8B}" destId="{C9F2F021-0585-4184-BFB0-167F8688EADF}" srcOrd="1" destOrd="0" parTransId="{F1BD2E6B-5BA8-4ED7-8770-53D1B6A0EEB0}" sibTransId="{C2A2D535-11ED-4435-8778-AFE69CE90F39}"/>
    <dgm:cxn modelId="{58F4CFC7-A5BD-4693-817E-3A2E38762FD1}" srcId="{A4FE0816-DFAB-4738-98AB-0600A0953F8B}" destId="{218BD168-A79A-4DCB-B6E8-3175036E2404}" srcOrd="3" destOrd="0" parTransId="{0CACEC31-4C1D-4330-92F3-91E93D423C1F}" sibTransId="{DDD46D60-8386-407F-BBA3-D900880CC370}"/>
    <dgm:cxn modelId="{13FF6CD6-049C-498D-A0F0-52DC7E83881D}" type="presOf" srcId="{4B0E0E6E-D87A-4E2A-8B9E-1B05C8D251BF}" destId="{D2B7EA2F-62E7-46F6-8A9F-1500D0D577CA}" srcOrd="0" destOrd="0" presId="urn:microsoft.com/office/officeart/2005/8/layout/vList5"/>
    <dgm:cxn modelId="{C830B5E1-6E66-4215-A152-E026B2472784}" srcId="{A4FE0816-DFAB-4738-98AB-0600A0953F8B}" destId="{4B0E0E6E-D87A-4E2A-8B9E-1B05C8D251BF}" srcOrd="0" destOrd="0" parTransId="{0A709E28-D26E-47DD-A69D-B6406397ADCC}" sibTransId="{775CAFB2-6EC0-4311-8F4E-8341266EF0AD}"/>
    <dgm:cxn modelId="{E8EECBE6-B22A-4C2D-BD3A-88896A298339}" type="presOf" srcId="{237DAC98-B28E-41EE-8015-9D956F9ABCCB}" destId="{5085DACC-6206-4148-B6FE-985991A19AEE}" srcOrd="0" destOrd="0" presId="urn:microsoft.com/office/officeart/2005/8/layout/vList5"/>
    <dgm:cxn modelId="{CCEA3FE9-DEBE-4B85-B3F2-76612045B6DC}" srcId="{218BD168-A79A-4DCB-B6E8-3175036E2404}" destId="{69DFF9B7-74E6-4063-9DAD-FC429993FC9E}" srcOrd="0" destOrd="0" parTransId="{C1D35995-8D19-4A7D-90B5-A0655E3B9773}" sibTransId="{A1353FA4-5806-4C62-BB2B-8A4E91F2B790}"/>
    <dgm:cxn modelId="{88B4BAF8-B312-4D74-8073-26DCD9C03A2F}" type="presParOf" srcId="{8F4B0193-2CB2-4ABF-96C0-8AEB34CB8EF7}" destId="{EA35C411-54C7-43F1-8853-C94E60B0972D}" srcOrd="0" destOrd="0" presId="urn:microsoft.com/office/officeart/2005/8/layout/vList5"/>
    <dgm:cxn modelId="{2FC70024-15C6-40E2-A09C-7FA5F6310552}" type="presParOf" srcId="{EA35C411-54C7-43F1-8853-C94E60B0972D}" destId="{D2B7EA2F-62E7-46F6-8A9F-1500D0D577CA}" srcOrd="0" destOrd="0" presId="urn:microsoft.com/office/officeart/2005/8/layout/vList5"/>
    <dgm:cxn modelId="{B88AC0FD-81F4-4BF0-BB1D-10272AD9BADE}" type="presParOf" srcId="{EA35C411-54C7-43F1-8853-C94E60B0972D}" destId="{0B7339D0-A8BD-4D61-9C17-C931C236584D}" srcOrd="1" destOrd="0" presId="urn:microsoft.com/office/officeart/2005/8/layout/vList5"/>
    <dgm:cxn modelId="{DC55CFDD-9E22-4740-AA8C-1DC8D81C224E}" type="presParOf" srcId="{8F4B0193-2CB2-4ABF-96C0-8AEB34CB8EF7}" destId="{723011B5-E3E2-4A32-886E-A14CA9ADF137}" srcOrd="1" destOrd="0" presId="urn:microsoft.com/office/officeart/2005/8/layout/vList5"/>
    <dgm:cxn modelId="{7D08EF9F-55D3-4634-9222-33C529406733}" type="presParOf" srcId="{8F4B0193-2CB2-4ABF-96C0-8AEB34CB8EF7}" destId="{BE786979-6BED-4DF3-9121-93B26E3CF746}" srcOrd="2" destOrd="0" presId="urn:microsoft.com/office/officeart/2005/8/layout/vList5"/>
    <dgm:cxn modelId="{7BDCEBE3-34F2-4F26-A8E6-7FCE854FD193}" type="presParOf" srcId="{BE786979-6BED-4DF3-9121-93B26E3CF746}" destId="{836844F4-98EC-42AC-8786-74964796F3E3}" srcOrd="0" destOrd="0" presId="urn:microsoft.com/office/officeart/2005/8/layout/vList5"/>
    <dgm:cxn modelId="{95FE1C5E-38FE-491F-AF6E-EA97827CE784}" type="presParOf" srcId="{BE786979-6BED-4DF3-9121-93B26E3CF746}" destId="{D66E492A-C611-4787-8537-BB7B3AACFBBB}" srcOrd="1" destOrd="0" presId="urn:microsoft.com/office/officeart/2005/8/layout/vList5"/>
    <dgm:cxn modelId="{14E9C552-18EA-4FB3-B470-7930DF8AC975}" type="presParOf" srcId="{8F4B0193-2CB2-4ABF-96C0-8AEB34CB8EF7}" destId="{2651AE95-954A-44F7-A5A0-18159A3BAB92}" srcOrd="3" destOrd="0" presId="urn:microsoft.com/office/officeart/2005/8/layout/vList5"/>
    <dgm:cxn modelId="{D3324014-11CC-4A18-A7D0-59F9AAC6B4CE}" type="presParOf" srcId="{8F4B0193-2CB2-4ABF-96C0-8AEB34CB8EF7}" destId="{FABB1FB0-E90F-4A63-9A8D-6423E4BBAA2D}" srcOrd="4" destOrd="0" presId="urn:microsoft.com/office/officeart/2005/8/layout/vList5"/>
    <dgm:cxn modelId="{1A10EEEE-4E75-47A3-905D-89CB719077E5}" type="presParOf" srcId="{FABB1FB0-E90F-4A63-9A8D-6423E4BBAA2D}" destId="{AAA96FD0-1A18-4F72-8FD5-F9EC1FB2F623}" srcOrd="0" destOrd="0" presId="urn:microsoft.com/office/officeart/2005/8/layout/vList5"/>
    <dgm:cxn modelId="{BE94BB4D-232B-4288-9A61-A2A2497DE1AF}" type="presParOf" srcId="{FABB1FB0-E90F-4A63-9A8D-6423E4BBAA2D}" destId="{5085DACC-6206-4148-B6FE-985991A19AEE}" srcOrd="1" destOrd="0" presId="urn:microsoft.com/office/officeart/2005/8/layout/vList5"/>
    <dgm:cxn modelId="{47B5A612-835D-4F2E-9F84-DF098E3FB761}" type="presParOf" srcId="{8F4B0193-2CB2-4ABF-96C0-8AEB34CB8EF7}" destId="{52E71C4A-A143-4384-AE65-D08202093AED}" srcOrd="5" destOrd="0" presId="urn:microsoft.com/office/officeart/2005/8/layout/vList5"/>
    <dgm:cxn modelId="{2B09B8E4-3E45-4FAB-9D6C-D01C8217421B}" type="presParOf" srcId="{8F4B0193-2CB2-4ABF-96C0-8AEB34CB8EF7}" destId="{B136BEAC-D7A4-4649-AB9B-AD8A751D151E}" srcOrd="6" destOrd="0" presId="urn:microsoft.com/office/officeart/2005/8/layout/vList5"/>
    <dgm:cxn modelId="{BE4F1666-39AA-4880-BEAF-DC9B8397CBFA}" type="presParOf" srcId="{B136BEAC-D7A4-4649-AB9B-AD8A751D151E}" destId="{8C68EB1A-153A-4C64-8849-4BA228EDEE3F}" srcOrd="0" destOrd="0" presId="urn:microsoft.com/office/officeart/2005/8/layout/vList5"/>
    <dgm:cxn modelId="{72B5ECEE-4B47-4CAF-9762-3226AE12E719}" type="presParOf" srcId="{B136BEAC-D7A4-4649-AB9B-AD8A751D151E}" destId="{79B6D106-4906-41A6-A3A9-38694B96C06B}" srcOrd="1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2.xml><?xml version="1.0" encoding="utf-8"?>
<dgm:dataModel xmlns:dgm="http://schemas.openxmlformats.org/drawingml/2006/diagram" xmlns:a="http://schemas.openxmlformats.org/drawingml/2006/main">
  <dgm:ptLst>
    <dgm:pt modelId="{8CE19A13-022D-4D3A-A4B2-F5022A8DA8DF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3C767DDA-3BF7-41E3-89B7-83B43BD9722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In December 2015 </a:t>
          </a:r>
        </a:p>
      </dgm:t>
    </dgm:pt>
    <dgm:pt modelId="{C3FE9A3B-1EB5-4846-AC6B-C5008E3246B3}" type="parTrans" cxnId="{47C12F64-FE9A-4B0C-9098-8621DFA59EA6}">
      <dgm:prSet/>
      <dgm:spPr/>
      <dgm:t>
        <a:bodyPr/>
        <a:lstStyle/>
        <a:p>
          <a:endParaRPr lang="en-US"/>
        </a:p>
      </dgm:t>
    </dgm:pt>
    <dgm:pt modelId="{288DF312-9671-40A2-810F-DE7DBBFBA840}" type="sibTrans" cxnId="{47C12F64-FE9A-4B0C-9098-8621DFA59EA6}">
      <dgm:prSet/>
      <dgm:spPr/>
      <dgm:t>
        <a:bodyPr/>
        <a:lstStyle/>
        <a:p>
          <a:endParaRPr lang="en-US"/>
        </a:p>
      </dgm:t>
    </dgm:pt>
    <dgm:pt modelId="{73ECEB2B-5076-49D3-911F-8EE3E121CA5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 new form of </a:t>
          </a:r>
          <a:r>
            <a:rPr lang="en-US" dirty="0" err="1"/>
            <a:t>timelock</a:t>
          </a:r>
          <a:r>
            <a:rPr lang="en-US" dirty="0"/>
            <a:t> was introduced </a:t>
          </a:r>
        </a:p>
      </dgm:t>
    </dgm:pt>
    <dgm:pt modelId="{DDBB8694-7FBB-4954-B6C8-E2F9BB2516D5}" type="parTrans" cxnId="{66877B83-D189-4DE2-B744-1424A467FA0F}">
      <dgm:prSet/>
      <dgm:spPr/>
      <dgm:t>
        <a:bodyPr/>
        <a:lstStyle/>
        <a:p>
          <a:endParaRPr lang="en-US"/>
        </a:p>
      </dgm:t>
    </dgm:pt>
    <dgm:pt modelId="{038C24C7-7E5F-42D9-8F27-F19CD89D9DEE}" type="sibTrans" cxnId="{66877B83-D189-4DE2-B744-1424A467FA0F}">
      <dgm:prSet/>
      <dgm:spPr/>
      <dgm:t>
        <a:bodyPr/>
        <a:lstStyle/>
        <a:p>
          <a:endParaRPr lang="en-US"/>
        </a:p>
      </dgm:t>
    </dgm:pt>
    <dgm:pt modelId="{98DB4569-4CAD-493D-B3B1-25244D17B11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bitcoin as a soft fork</a:t>
          </a:r>
          <a:r>
            <a:rPr lang="tr-TR" dirty="0"/>
            <a:t> </a:t>
          </a:r>
          <a:r>
            <a:rPr lang="en-US" dirty="0"/>
            <a:t>upgrade. </a:t>
          </a:r>
        </a:p>
      </dgm:t>
    </dgm:pt>
    <dgm:pt modelId="{A77AF354-C3C7-4068-A298-EDA331F6AD02}" type="parTrans" cxnId="{A1FC9C4C-05C7-4BA4-B0D0-5398EDBDF404}">
      <dgm:prSet/>
      <dgm:spPr/>
      <dgm:t>
        <a:bodyPr/>
        <a:lstStyle/>
        <a:p>
          <a:endParaRPr lang="en-US"/>
        </a:p>
      </dgm:t>
    </dgm:pt>
    <dgm:pt modelId="{C712FB94-8F79-40F2-88E6-DE9C1FC6AE9C}" type="sibTrans" cxnId="{A1FC9C4C-05C7-4BA4-B0D0-5398EDBDF404}">
      <dgm:prSet/>
      <dgm:spPr/>
      <dgm:t>
        <a:bodyPr/>
        <a:lstStyle/>
        <a:p>
          <a:endParaRPr lang="en-US"/>
        </a:p>
      </dgm:t>
    </dgm:pt>
    <dgm:pt modelId="{F85D7FAA-9CB5-4DAD-B42E-E85FD7A7FF7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Based on a specifications in BIP-65</a:t>
          </a:r>
        </a:p>
      </dgm:t>
    </dgm:pt>
    <dgm:pt modelId="{15152B02-FC8F-49B1-BE36-4EE4E40A9631}" type="parTrans" cxnId="{88FB95F9-057D-4A8F-8B96-82F7038040CA}">
      <dgm:prSet/>
      <dgm:spPr/>
      <dgm:t>
        <a:bodyPr/>
        <a:lstStyle/>
        <a:p>
          <a:endParaRPr lang="en-US"/>
        </a:p>
      </dgm:t>
    </dgm:pt>
    <dgm:pt modelId="{B1593CD8-B6AE-4B33-9E03-606F0A30FAE2}" type="sibTrans" cxnId="{88FB95F9-057D-4A8F-8B96-82F7038040CA}">
      <dgm:prSet/>
      <dgm:spPr/>
      <dgm:t>
        <a:bodyPr/>
        <a:lstStyle/>
        <a:p>
          <a:endParaRPr lang="en-US"/>
        </a:p>
      </dgm:t>
    </dgm:pt>
    <dgm:pt modelId="{D769B557-E0B9-43D8-99D7-5ED484FA927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new script operator called </a:t>
          </a:r>
          <a:r>
            <a:rPr lang="en-US" i="1"/>
            <a:t>CHECKLOCKTIMEVERIFY</a:t>
          </a:r>
          <a:r>
            <a:rPr lang="tr-TR" i="1"/>
            <a:t> </a:t>
          </a:r>
          <a:r>
            <a:rPr lang="en-US"/>
            <a:t>(</a:t>
          </a:r>
          <a:r>
            <a:rPr lang="en-US" i="1"/>
            <a:t>CLTV</a:t>
          </a:r>
          <a:r>
            <a:rPr lang="en-US"/>
            <a:t>) </a:t>
          </a:r>
        </a:p>
      </dgm:t>
    </dgm:pt>
    <dgm:pt modelId="{32334636-7B64-447E-913A-1C03FFC3F5AD}" type="parTrans" cxnId="{13C45FB8-A14F-48EA-9C9F-493D24F7F3BF}">
      <dgm:prSet/>
      <dgm:spPr/>
      <dgm:t>
        <a:bodyPr/>
        <a:lstStyle/>
        <a:p>
          <a:endParaRPr lang="en-US"/>
        </a:p>
      </dgm:t>
    </dgm:pt>
    <dgm:pt modelId="{4A778826-4740-4E78-9BDB-575E1D0F4181}" type="sibTrans" cxnId="{13C45FB8-A14F-48EA-9C9F-493D24F7F3BF}">
      <dgm:prSet/>
      <dgm:spPr/>
      <dgm:t>
        <a:bodyPr/>
        <a:lstStyle/>
        <a:p>
          <a:endParaRPr lang="en-US"/>
        </a:p>
      </dgm:t>
    </dgm:pt>
    <dgm:pt modelId="{CC16F4FD-5D53-4426-8D7E-136209F3F1B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was added to the scripting language. </a:t>
          </a:r>
        </a:p>
      </dgm:t>
    </dgm:pt>
    <dgm:pt modelId="{BD1398A9-2111-4895-B362-1E624517B134}" type="parTrans" cxnId="{9F0485B4-1A10-4952-A22C-9148C53030EB}">
      <dgm:prSet/>
      <dgm:spPr/>
      <dgm:t>
        <a:bodyPr/>
        <a:lstStyle/>
        <a:p>
          <a:endParaRPr lang="en-US"/>
        </a:p>
      </dgm:t>
    </dgm:pt>
    <dgm:pt modelId="{31F93280-29A5-4D5F-9936-AF365B31743D}" type="sibTrans" cxnId="{9F0485B4-1A10-4952-A22C-9148C53030EB}">
      <dgm:prSet/>
      <dgm:spPr/>
      <dgm:t>
        <a:bodyPr/>
        <a:lstStyle/>
        <a:p>
          <a:endParaRPr lang="en-US"/>
        </a:p>
      </dgm:t>
    </dgm:pt>
    <dgm:pt modelId="{6A0C9979-3C4B-4EE9-A2FB-7EAD5848062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CLTV is </a:t>
          </a:r>
        </a:p>
      </dgm:t>
    </dgm:pt>
    <dgm:pt modelId="{B130E1B5-546F-4877-9AA4-2742D14FAC86}" type="parTrans" cxnId="{F3DABB82-7986-4FA5-A4A9-B709E784F040}">
      <dgm:prSet/>
      <dgm:spPr/>
      <dgm:t>
        <a:bodyPr/>
        <a:lstStyle/>
        <a:p>
          <a:endParaRPr lang="en-US"/>
        </a:p>
      </dgm:t>
    </dgm:pt>
    <dgm:pt modelId="{78460978-E027-40B5-BA05-5D89F196151B}" type="sibTrans" cxnId="{F3DABB82-7986-4FA5-A4A9-B709E784F040}">
      <dgm:prSet/>
      <dgm:spPr/>
      <dgm:t>
        <a:bodyPr/>
        <a:lstStyle/>
        <a:p>
          <a:endParaRPr lang="en-US"/>
        </a:p>
      </dgm:t>
    </dgm:pt>
    <dgm:pt modelId="{86DCA72D-7AC3-4DB9-A67C-9B1782E0933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 per</a:t>
          </a:r>
          <a:r>
            <a:rPr lang="tr-TR" dirty="0"/>
            <a:t>-</a:t>
          </a:r>
          <a:r>
            <a:rPr lang="en-US" dirty="0"/>
            <a:t>output</a:t>
          </a:r>
          <a:r>
            <a:rPr lang="tr-TR" dirty="0"/>
            <a:t> </a:t>
          </a:r>
          <a:r>
            <a:rPr lang="en-US" dirty="0" err="1"/>
            <a:t>timelock</a:t>
          </a:r>
          <a:endParaRPr lang="en-US" dirty="0"/>
        </a:p>
      </dgm:t>
    </dgm:pt>
    <dgm:pt modelId="{0671A242-CE76-464B-8BDA-FDD67658C425}" type="parTrans" cxnId="{D72D751E-48FD-4AFC-985D-2EBC137FD499}">
      <dgm:prSet/>
      <dgm:spPr/>
      <dgm:t>
        <a:bodyPr/>
        <a:lstStyle/>
        <a:p>
          <a:endParaRPr lang="en-US"/>
        </a:p>
      </dgm:t>
    </dgm:pt>
    <dgm:pt modelId="{BFE66CEE-58DF-4DD8-A2A9-3F46E5F62E52}" type="sibTrans" cxnId="{D72D751E-48FD-4AFC-985D-2EBC137FD499}">
      <dgm:prSet/>
      <dgm:spPr/>
      <dgm:t>
        <a:bodyPr/>
        <a:lstStyle/>
        <a:p>
          <a:endParaRPr lang="en-US"/>
        </a:p>
      </dgm:t>
    </dgm:pt>
    <dgm:pt modelId="{E5E301C7-29E2-46DE-B871-A3047AD9133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rather than </a:t>
          </a:r>
        </a:p>
      </dgm:t>
    </dgm:pt>
    <dgm:pt modelId="{A60A856B-C814-4477-9032-89A127102942}" type="parTrans" cxnId="{27276002-9E21-43A3-BF2E-7ED40034CFAC}">
      <dgm:prSet/>
      <dgm:spPr/>
      <dgm:t>
        <a:bodyPr/>
        <a:lstStyle/>
        <a:p>
          <a:endParaRPr lang="en-US"/>
        </a:p>
      </dgm:t>
    </dgm:pt>
    <dgm:pt modelId="{763173CA-26AA-4121-A2DC-5C66577A4FEE}" type="sibTrans" cxnId="{27276002-9E21-43A3-BF2E-7ED40034CFAC}">
      <dgm:prSet/>
      <dgm:spPr/>
      <dgm:t>
        <a:bodyPr/>
        <a:lstStyle/>
        <a:p>
          <a:endParaRPr lang="en-US"/>
        </a:p>
      </dgm:t>
    </dgm:pt>
    <dgm:pt modelId="{E305973F-9AAC-436E-ABCE-58904D08951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per-transaction timelock </a:t>
          </a:r>
        </a:p>
      </dgm:t>
    </dgm:pt>
    <dgm:pt modelId="{276A284E-0D76-4BF6-BF27-D5A69039BB86}" type="parTrans" cxnId="{0F8A2C0E-3A15-4BED-9DC6-03334EC53C95}">
      <dgm:prSet/>
      <dgm:spPr/>
      <dgm:t>
        <a:bodyPr/>
        <a:lstStyle/>
        <a:p>
          <a:endParaRPr lang="en-US"/>
        </a:p>
      </dgm:t>
    </dgm:pt>
    <dgm:pt modelId="{795B231E-5D1C-42DD-8807-0B782159CCD4}" type="sibTrans" cxnId="{0F8A2C0E-3A15-4BED-9DC6-03334EC53C95}">
      <dgm:prSet/>
      <dgm:spPr/>
      <dgm:t>
        <a:bodyPr/>
        <a:lstStyle/>
        <a:p>
          <a:endParaRPr lang="en-US"/>
        </a:p>
      </dgm:t>
    </dgm:pt>
    <dgm:pt modelId="{7A423C3C-A332-4543-96F0-98A90AFC51C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as is the case with </a:t>
          </a:r>
          <a:r>
            <a:rPr lang="en-US" dirty="0" err="1"/>
            <a:t>nLocktime</a:t>
          </a:r>
          <a:endParaRPr lang="en-US" dirty="0"/>
        </a:p>
      </dgm:t>
    </dgm:pt>
    <dgm:pt modelId="{CEF9AC1E-C848-40F1-86B4-4DF38E7EF666}" type="parTrans" cxnId="{75958E19-35E8-4892-951D-D2AEBED2EBF4}">
      <dgm:prSet/>
      <dgm:spPr/>
      <dgm:t>
        <a:bodyPr/>
        <a:lstStyle/>
        <a:p>
          <a:endParaRPr lang="en-US"/>
        </a:p>
      </dgm:t>
    </dgm:pt>
    <dgm:pt modelId="{2FCD3761-3DCF-4777-9E5F-983FADD66C8E}" type="sibTrans" cxnId="{75958E19-35E8-4892-951D-D2AEBED2EBF4}">
      <dgm:prSet/>
      <dgm:spPr/>
      <dgm:t>
        <a:bodyPr/>
        <a:lstStyle/>
        <a:p>
          <a:endParaRPr lang="en-US"/>
        </a:p>
      </dgm:t>
    </dgm:pt>
    <dgm:pt modelId="{9A3F189E-1227-4A5B-9406-E13529D5AD8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This allows </a:t>
          </a:r>
        </a:p>
      </dgm:t>
    </dgm:pt>
    <dgm:pt modelId="{6D2D80E5-A49B-454E-8175-3BDD9134CF56}" type="parTrans" cxnId="{249C1FED-04AE-43FA-9211-A9D4D58C4EC2}">
      <dgm:prSet/>
      <dgm:spPr/>
      <dgm:t>
        <a:bodyPr/>
        <a:lstStyle/>
        <a:p>
          <a:endParaRPr lang="en-US"/>
        </a:p>
      </dgm:t>
    </dgm:pt>
    <dgm:pt modelId="{1415C044-FBB8-4C22-A273-D264E42A3063}" type="sibTrans" cxnId="{249C1FED-04AE-43FA-9211-A9D4D58C4EC2}">
      <dgm:prSet/>
      <dgm:spPr/>
      <dgm:t>
        <a:bodyPr/>
        <a:lstStyle/>
        <a:p>
          <a:endParaRPr lang="en-US"/>
        </a:p>
      </dgm:t>
    </dgm:pt>
    <dgm:pt modelId="{1A97DEDB-5251-4F25-B451-E5FE513A57B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 much greater flexibility</a:t>
          </a:r>
        </a:p>
      </dgm:t>
    </dgm:pt>
    <dgm:pt modelId="{2D20D7AC-5813-483E-BE6D-6FAEC5DF1906}" type="parTrans" cxnId="{BE8F4674-A6F9-4545-9F40-6CBCC0AAE8CC}">
      <dgm:prSet/>
      <dgm:spPr/>
      <dgm:t>
        <a:bodyPr/>
        <a:lstStyle/>
        <a:p>
          <a:endParaRPr lang="en-US"/>
        </a:p>
      </dgm:t>
    </dgm:pt>
    <dgm:pt modelId="{B700BCD7-5D9F-43AD-9B63-92B07094538E}" type="sibTrans" cxnId="{BE8F4674-A6F9-4545-9F40-6CBCC0AAE8CC}">
      <dgm:prSet/>
      <dgm:spPr/>
      <dgm:t>
        <a:bodyPr/>
        <a:lstStyle/>
        <a:p>
          <a:endParaRPr lang="en-US"/>
        </a:p>
      </dgm:t>
    </dgm:pt>
    <dgm:pt modelId="{1675B2DC-906F-4A84-A1CD-A1258FA1455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the way timelocks are applied.</a:t>
          </a:r>
        </a:p>
      </dgm:t>
    </dgm:pt>
    <dgm:pt modelId="{52E665B1-BF08-4DB2-867B-585B9C6FD7F3}" type="parTrans" cxnId="{38EA4DA2-D15A-4B85-9B2C-3BBD778619B4}">
      <dgm:prSet/>
      <dgm:spPr/>
      <dgm:t>
        <a:bodyPr/>
        <a:lstStyle/>
        <a:p>
          <a:endParaRPr lang="en-US"/>
        </a:p>
      </dgm:t>
    </dgm:pt>
    <dgm:pt modelId="{C3DCB45D-DE3C-4157-85FC-70AE8EF88FDF}" type="sibTrans" cxnId="{38EA4DA2-D15A-4B85-9B2C-3BBD778619B4}">
      <dgm:prSet/>
      <dgm:spPr/>
      <dgm:t>
        <a:bodyPr/>
        <a:lstStyle/>
        <a:p>
          <a:endParaRPr lang="en-US"/>
        </a:p>
      </dgm:t>
    </dgm:pt>
    <dgm:pt modelId="{ECF1DF0B-42C6-4C0F-A8C0-A76A94C1FEC5}" type="pres">
      <dgm:prSet presAssocID="{8CE19A13-022D-4D3A-A4B2-F5022A8DA8DF}" presName="root" presStyleCnt="0">
        <dgm:presLayoutVars>
          <dgm:dir/>
          <dgm:resizeHandles val="exact"/>
        </dgm:presLayoutVars>
      </dgm:prSet>
      <dgm:spPr/>
    </dgm:pt>
    <dgm:pt modelId="{7046CB97-7B6C-40C6-96C3-01DD5DE65185}" type="pres">
      <dgm:prSet presAssocID="{3C767DDA-3BF7-41E3-89B7-83B43BD97225}" presName="compNode" presStyleCnt="0"/>
      <dgm:spPr/>
    </dgm:pt>
    <dgm:pt modelId="{4CC0BAA6-8C74-4D2B-B332-C6DBCC8CB100}" type="pres">
      <dgm:prSet presAssocID="{3C767DDA-3BF7-41E3-89B7-83B43BD97225}" presName="iconRect" presStyleLbl="node1" presStyleIdx="0" presStyleCnt="5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ork and knife"/>
        </a:ext>
      </dgm:extLst>
    </dgm:pt>
    <dgm:pt modelId="{12E80986-E944-49E7-9CEF-D6E6811E3C19}" type="pres">
      <dgm:prSet presAssocID="{3C767DDA-3BF7-41E3-89B7-83B43BD97225}" presName="iconSpace" presStyleCnt="0"/>
      <dgm:spPr/>
    </dgm:pt>
    <dgm:pt modelId="{5995D74B-24EB-4E6F-86BE-12643AD515C9}" type="pres">
      <dgm:prSet presAssocID="{3C767DDA-3BF7-41E3-89B7-83B43BD97225}" presName="parTx" presStyleLbl="revTx" presStyleIdx="0" presStyleCnt="10">
        <dgm:presLayoutVars>
          <dgm:chMax val="0"/>
          <dgm:chPref val="0"/>
        </dgm:presLayoutVars>
      </dgm:prSet>
      <dgm:spPr/>
    </dgm:pt>
    <dgm:pt modelId="{AE15C7E8-5172-4FD8-B4D9-77BD5831BB13}" type="pres">
      <dgm:prSet presAssocID="{3C767DDA-3BF7-41E3-89B7-83B43BD97225}" presName="txSpace" presStyleCnt="0"/>
      <dgm:spPr/>
    </dgm:pt>
    <dgm:pt modelId="{FC6B319F-1D68-4AFB-A088-281945A5933A}" type="pres">
      <dgm:prSet presAssocID="{3C767DDA-3BF7-41E3-89B7-83B43BD97225}" presName="desTx" presStyleLbl="revTx" presStyleIdx="1" presStyleCnt="10">
        <dgm:presLayoutVars/>
      </dgm:prSet>
      <dgm:spPr/>
    </dgm:pt>
    <dgm:pt modelId="{F09D8F25-3302-44B8-AC92-E053910AF54C}" type="pres">
      <dgm:prSet presAssocID="{288DF312-9671-40A2-810F-DE7DBBFBA840}" presName="sibTrans" presStyleCnt="0"/>
      <dgm:spPr/>
    </dgm:pt>
    <dgm:pt modelId="{55249715-0A2F-4680-BE2C-277310B36B2F}" type="pres">
      <dgm:prSet presAssocID="{F85D7FAA-9CB5-4DAD-B42E-E85FD7A7FF7E}" presName="compNode" presStyleCnt="0"/>
      <dgm:spPr/>
    </dgm:pt>
    <dgm:pt modelId="{CB66B982-ED0F-497B-922B-360B1E8210C4}" type="pres">
      <dgm:prSet presAssocID="{F85D7FAA-9CB5-4DAD-B42E-E85FD7A7FF7E}" presName="iconRect" presStyleLbl="node1" presStyleIdx="1" presStyleCnt="5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Akış Çizelgesi"/>
        </a:ext>
      </dgm:extLst>
    </dgm:pt>
    <dgm:pt modelId="{449A5F76-B00E-4827-9F1B-75E6536803BA}" type="pres">
      <dgm:prSet presAssocID="{F85D7FAA-9CB5-4DAD-B42E-E85FD7A7FF7E}" presName="iconSpace" presStyleCnt="0"/>
      <dgm:spPr/>
    </dgm:pt>
    <dgm:pt modelId="{7C477938-2941-41DB-871F-E700F0E0F967}" type="pres">
      <dgm:prSet presAssocID="{F85D7FAA-9CB5-4DAD-B42E-E85FD7A7FF7E}" presName="parTx" presStyleLbl="revTx" presStyleIdx="2" presStyleCnt="10">
        <dgm:presLayoutVars>
          <dgm:chMax val="0"/>
          <dgm:chPref val="0"/>
        </dgm:presLayoutVars>
      </dgm:prSet>
      <dgm:spPr/>
    </dgm:pt>
    <dgm:pt modelId="{AF17FB09-86E3-4FEF-880D-CD478B36139E}" type="pres">
      <dgm:prSet presAssocID="{F85D7FAA-9CB5-4DAD-B42E-E85FD7A7FF7E}" presName="txSpace" presStyleCnt="0"/>
      <dgm:spPr/>
    </dgm:pt>
    <dgm:pt modelId="{4F3FFFB9-D17B-4BC1-AEC0-ADF0ADA149C0}" type="pres">
      <dgm:prSet presAssocID="{F85D7FAA-9CB5-4DAD-B42E-E85FD7A7FF7E}" presName="desTx" presStyleLbl="revTx" presStyleIdx="3" presStyleCnt="10">
        <dgm:presLayoutVars/>
      </dgm:prSet>
      <dgm:spPr/>
    </dgm:pt>
    <dgm:pt modelId="{ECE9DF55-FD82-492D-8F8C-9632CCDF8F9A}" type="pres">
      <dgm:prSet presAssocID="{B1593CD8-B6AE-4B33-9E03-606F0A30FAE2}" presName="sibTrans" presStyleCnt="0"/>
      <dgm:spPr/>
    </dgm:pt>
    <dgm:pt modelId="{D75DCAB0-021C-4512-9A35-481200293C4D}" type="pres">
      <dgm:prSet presAssocID="{6A0C9979-3C4B-4EE9-A2FB-7EAD58480626}" presName="compNode" presStyleCnt="0"/>
      <dgm:spPr/>
    </dgm:pt>
    <dgm:pt modelId="{A1F5FCF9-DA87-4903-A680-88807EDB89C2}" type="pres">
      <dgm:prSet presAssocID="{6A0C9979-3C4B-4EE9-A2FB-7EAD58480626}" presName="iconRect" presStyleLbl="node1" presStyleIdx="2" presStyleCnt="5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F5F58C11-79EC-431D-8D86-D067BFC5E6B9}" type="pres">
      <dgm:prSet presAssocID="{6A0C9979-3C4B-4EE9-A2FB-7EAD58480626}" presName="iconSpace" presStyleCnt="0"/>
      <dgm:spPr/>
    </dgm:pt>
    <dgm:pt modelId="{34A7849E-092F-40B1-B500-B420771F4D37}" type="pres">
      <dgm:prSet presAssocID="{6A0C9979-3C4B-4EE9-A2FB-7EAD58480626}" presName="parTx" presStyleLbl="revTx" presStyleIdx="4" presStyleCnt="10">
        <dgm:presLayoutVars>
          <dgm:chMax val="0"/>
          <dgm:chPref val="0"/>
        </dgm:presLayoutVars>
      </dgm:prSet>
      <dgm:spPr/>
    </dgm:pt>
    <dgm:pt modelId="{2D9E51AB-DCAB-4AB7-A0EF-CF618E62D3AC}" type="pres">
      <dgm:prSet presAssocID="{6A0C9979-3C4B-4EE9-A2FB-7EAD58480626}" presName="txSpace" presStyleCnt="0"/>
      <dgm:spPr/>
    </dgm:pt>
    <dgm:pt modelId="{8D44C5B5-7D99-40BF-961D-FA1469E4305A}" type="pres">
      <dgm:prSet presAssocID="{6A0C9979-3C4B-4EE9-A2FB-7EAD58480626}" presName="desTx" presStyleLbl="revTx" presStyleIdx="5" presStyleCnt="10">
        <dgm:presLayoutVars/>
      </dgm:prSet>
      <dgm:spPr/>
    </dgm:pt>
    <dgm:pt modelId="{6B3E9269-3555-4B47-8370-5CEBA1E4685E}" type="pres">
      <dgm:prSet presAssocID="{78460978-E027-40B5-BA05-5D89F196151B}" presName="sibTrans" presStyleCnt="0"/>
      <dgm:spPr/>
    </dgm:pt>
    <dgm:pt modelId="{E75EB2F3-583A-4845-AB5E-B544B1147833}" type="pres">
      <dgm:prSet presAssocID="{E5E301C7-29E2-46DE-B871-A3047AD91331}" presName="compNode" presStyleCnt="0"/>
      <dgm:spPr/>
    </dgm:pt>
    <dgm:pt modelId="{AE5D0062-78F6-4363-AFAF-7A0A35D0106F}" type="pres">
      <dgm:prSet presAssocID="{E5E301C7-29E2-46DE-B871-A3047AD91331}" presName="iconRect" presStyleLbl="node1" presStyleIdx="3" presStyleCnt="5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uble"/>
        </a:ext>
      </dgm:extLst>
    </dgm:pt>
    <dgm:pt modelId="{36AA9BE3-D95E-42F8-A461-C2EDD9AFEAE3}" type="pres">
      <dgm:prSet presAssocID="{E5E301C7-29E2-46DE-B871-A3047AD91331}" presName="iconSpace" presStyleCnt="0"/>
      <dgm:spPr/>
    </dgm:pt>
    <dgm:pt modelId="{8DEB0378-3371-4F94-954B-AE9ECFF1E6A7}" type="pres">
      <dgm:prSet presAssocID="{E5E301C7-29E2-46DE-B871-A3047AD91331}" presName="parTx" presStyleLbl="revTx" presStyleIdx="6" presStyleCnt="10">
        <dgm:presLayoutVars>
          <dgm:chMax val="0"/>
          <dgm:chPref val="0"/>
        </dgm:presLayoutVars>
      </dgm:prSet>
      <dgm:spPr/>
    </dgm:pt>
    <dgm:pt modelId="{471EB8FE-DF49-4B86-A661-B6A0CCEA694E}" type="pres">
      <dgm:prSet presAssocID="{E5E301C7-29E2-46DE-B871-A3047AD91331}" presName="txSpace" presStyleCnt="0"/>
      <dgm:spPr/>
    </dgm:pt>
    <dgm:pt modelId="{2104A5B7-A8D2-460B-9536-0866D6C838D4}" type="pres">
      <dgm:prSet presAssocID="{E5E301C7-29E2-46DE-B871-A3047AD91331}" presName="desTx" presStyleLbl="revTx" presStyleIdx="7" presStyleCnt="10">
        <dgm:presLayoutVars/>
      </dgm:prSet>
      <dgm:spPr/>
    </dgm:pt>
    <dgm:pt modelId="{BFDA5F96-E35B-44BB-BB2D-BE67C43FFC6F}" type="pres">
      <dgm:prSet presAssocID="{763173CA-26AA-4121-A2DC-5C66577A4FEE}" presName="sibTrans" presStyleCnt="0"/>
      <dgm:spPr/>
    </dgm:pt>
    <dgm:pt modelId="{D343E9AA-E841-4915-83A2-987A845562A7}" type="pres">
      <dgm:prSet presAssocID="{9A3F189E-1227-4A5B-9406-E13529D5AD8C}" presName="compNode" presStyleCnt="0"/>
      <dgm:spPr/>
    </dgm:pt>
    <dgm:pt modelId="{6E7672B0-39F8-4D8F-A7E9-B0965BF595D9}" type="pres">
      <dgm:prSet presAssocID="{9A3F189E-1227-4A5B-9406-E13529D5AD8C}" presName="iconRect" presStyleLbl="node1" presStyleIdx="4" presStyleCnt="5"/>
      <dgm:spPr>
        <a:blipFill>
          <a:blip xmlns:r="http://schemas.openxmlformats.org/officeDocument/2006/relationships"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uscle Arm"/>
        </a:ext>
      </dgm:extLst>
    </dgm:pt>
    <dgm:pt modelId="{35ECD3B7-2071-49F7-9361-ADFB10ACA044}" type="pres">
      <dgm:prSet presAssocID="{9A3F189E-1227-4A5B-9406-E13529D5AD8C}" presName="iconSpace" presStyleCnt="0"/>
      <dgm:spPr/>
    </dgm:pt>
    <dgm:pt modelId="{A0758156-6E10-477E-896A-8C59B00D7677}" type="pres">
      <dgm:prSet presAssocID="{9A3F189E-1227-4A5B-9406-E13529D5AD8C}" presName="parTx" presStyleLbl="revTx" presStyleIdx="8" presStyleCnt="10">
        <dgm:presLayoutVars>
          <dgm:chMax val="0"/>
          <dgm:chPref val="0"/>
        </dgm:presLayoutVars>
      </dgm:prSet>
      <dgm:spPr/>
    </dgm:pt>
    <dgm:pt modelId="{18015A53-35C8-4D10-94F0-0E6CB1F1854E}" type="pres">
      <dgm:prSet presAssocID="{9A3F189E-1227-4A5B-9406-E13529D5AD8C}" presName="txSpace" presStyleCnt="0"/>
      <dgm:spPr/>
    </dgm:pt>
    <dgm:pt modelId="{C7F7546C-2F97-471F-BBE8-45AC64ACFB98}" type="pres">
      <dgm:prSet presAssocID="{9A3F189E-1227-4A5B-9406-E13529D5AD8C}" presName="desTx" presStyleLbl="revTx" presStyleIdx="9" presStyleCnt="10">
        <dgm:presLayoutVars/>
      </dgm:prSet>
      <dgm:spPr/>
    </dgm:pt>
  </dgm:ptLst>
  <dgm:cxnLst>
    <dgm:cxn modelId="{D5B44300-1D96-4B04-B195-B77FC2C4A88E}" type="presOf" srcId="{86DCA72D-7AC3-4DB9-A67C-9B1782E09337}" destId="{8D44C5B5-7D99-40BF-961D-FA1469E4305A}" srcOrd="0" destOrd="0" presId="urn:microsoft.com/office/officeart/2018/5/layout/CenteredIconLabelDescriptionList"/>
    <dgm:cxn modelId="{27276002-9E21-43A3-BF2E-7ED40034CFAC}" srcId="{8CE19A13-022D-4D3A-A4B2-F5022A8DA8DF}" destId="{E5E301C7-29E2-46DE-B871-A3047AD91331}" srcOrd="3" destOrd="0" parTransId="{A60A856B-C814-4477-9032-89A127102942}" sibTransId="{763173CA-26AA-4121-A2DC-5C66577A4FEE}"/>
    <dgm:cxn modelId="{084FA709-CD9A-45D3-8366-EE072CDA00A3}" type="presOf" srcId="{9A3F189E-1227-4A5B-9406-E13529D5AD8C}" destId="{A0758156-6E10-477E-896A-8C59B00D7677}" srcOrd="0" destOrd="0" presId="urn:microsoft.com/office/officeart/2018/5/layout/CenteredIconLabelDescriptionList"/>
    <dgm:cxn modelId="{0F8A2C0E-3A15-4BED-9DC6-03334EC53C95}" srcId="{E5E301C7-29E2-46DE-B871-A3047AD91331}" destId="{E305973F-9AAC-436E-ABCE-58904D089516}" srcOrd="0" destOrd="0" parTransId="{276A284E-0D76-4BF6-BF27-D5A69039BB86}" sibTransId="{795B231E-5D1C-42DD-8807-0B782159CCD4}"/>
    <dgm:cxn modelId="{75958E19-35E8-4892-951D-D2AEBED2EBF4}" srcId="{E5E301C7-29E2-46DE-B871-A3047AD91331}" destId="{7A423C3C-A332-4543-96F0-98A90AFC51C2}" srcOrd="1" destOrd="0" parTransId="{CEF9AC1E-C848-40F1-86B4-4DF38E7EF666}" sibTransId="{2FCD3761-3DCF-4777-9E5F-983FADD66C8E}"/>
    <dgm:cxn modelId="{D72D751E-48FD-4AFC-985D-2EBC137FD499}" srcId="{6A0C9979-3C4B-4EE9-A2FB-7EAD58480626}" destId="{86DCA72D-7AC3-4DB9-A67C-9B1782E09337}" srcOrd="0" destOrd="0" parTransId="{0671A242-CE76-464B-8BDA-FDD67658C425}" sibTransId="{BFE66CEE-58DF-4DD8-A2A9-3F46E5F62E52}"/>
    <dgm:cxn modelId="{FC4CA127-00AC-44EC-BDB2-055B43C03747}" type="presOf" srcId="{D769B557-E0B9-43D8-99D7-5ED484FA927E}" destId="{4F3FFFB9-D17B-4BC1-AEC0-ADF0ADA149C0}" srcOrd="0" destOrd="0" presId="urn:microsoft.com/office/officeart/2018/5/layout/CenteredIconLabelDescriptionList"/>
    <dgm:cxn modelId="{F5A14C32-4D22-49D5-A2D5-A9F2BB104617}" type="presOf" srcId="{6A0C9979-3C4B-4EE9-A2FB-7EAD58480626}" destId="{34A7849E-092F-40B1-B500-B420771F4D37}" srcOrd="0" destOrd="0" presId="urn:microsoft.com/office/officeart/2018/5/layout/CenteredIconLabelDescriptionList"/>
    <dgm:cxn modelId="{A3D6F737-A343-4967-ADD2-AE31B0846F28}" type="presOf" srcId="{1A97DEDB-5251-4F25-B451-E5FE513A57B6}" destId="{C7F7546C-2F97-471F-BBE8-45AC64ACFB98}" srcOrd="0" destOrd="0" presId="urn:microsoft.com/office/officeart/2018/5/layout/CenteredIconLabelDescriptionList"/>
    <dgm:cxn modelId="{D5F0643A-6E8E-471B-9B33-71E795891EEA}" type="presOf" srcId="{98DB4569-4CAD-493D-B3B1-25244D17B11C}" destId="{FC6B319F-1D68-4AFB-A088-281945A5933A}" srcOrd="0" destOrd="1" presId="urn:microsoft.com/office/officeart/2018/5/layout/CenteredIconLabelDescriptionList"/>
    <dgm:cxn modelId="{47C12F64-FE9A-4B0C-9098-8621DFA59EA6}" srcId="{8CE19A13-022D-4D3A-A4B2-F5022A8DA8DF}" destId="{3C767DDA-3BF7-41E3-89B7-83B43BD97225}" srcOrd="0" destOrd="0" parTransId="{C3FE9A3B-1EB5-4846-AC6B-C5008E3246B3}" sibTransId="{288DF312-9671-40A2-810F-DE7DBBFBA840}"/>
    <dgm:cxn modelId="{8369E86B-B637-47E1-A0B7-721DCF55EAF7}" type="presOf" srcId="{E305973F-9AAC-436E-ABCE-58904D089516}" destId="{2104A5B7-A8D2-460B-9536-0866D6C838D4}" srcOrd="0" destOrd="0" presId="urn:microsoft.com/office/officeart/2018/5/layout/CenteredIconLabelDescriptionList"/>
    <dgm:cxn modelId="{A1FC9C4C-05C7-4BA4-B0D0-5398EDBDF404}" srcId="{3C767DDA-3BF7-41E3-89B7-83B43BD97225}" destId="{98DB4569-4CAD-493D-B3B1-25244D17B11C}" srcOrd="1" destOrd="0" parTransId="{A77AF354-C3C7-4068-A298-EDA331F6AD02}" sibTransId="{C712FB94-8F79-40F2-88E6-DE9C1FC6AE9C}"/>
    <dgm:cxn modelId="{1066B04D-03F7-4AC1-8D37-1F83B54DAB94}" type="presOf" srcId="{1675B2DC-906F-4A84-A1CD-A1258FA1455E}" destId="{C7F7546C-2F97-471F-BBE8-45AC64ACFB98}" srcOrd="0" destOrd="1" presId="urn:microsoft.com/office/officeart/2018/5/layout/CenteredIconLabelDescriptionList"/>
    <dgm:cxn modelId="{BE8F4674-A6F9-4545-9F40-6CBCC0AAE8CC}" srcId="{9A3F189E-1227-4A5B-9406-E13529D5AD8C}" destId="{1A97DEDB-5251-4F25-B451-E5FE513A57B6}" srcOrd="0" destOrd="0" parTransId="{2D20D7AC-5813-483E-BE6D-6FAEC5DF1906}" sibTransId="{B700BCD7-5D9F-43AD-9B63-92B07094538E}"/>
    <dgm:cxn modelId="{2EDFF358-5A24-42DD-9CBA-A4DF75FC9650}" type="presOf" srcId="{7A423C3C-A332-4543-96F0-98A90AFC51C2}" destId="{2104A5B7-A8D2-460B-9536-0866D6C838D4}" srcOrd="0" destOrd="1" presId="urn:microsoft.com/office/officeart/2018/5/layout/CenteredIconLabelDescriptionList"/>
    <dgm:cxn modelId="{F3DABB82-7986-4FA5-A4A9-B709E784F040}" srcId="{8CE19A13-022D-4D3A-A4B2-F5022A8DA8DF}" destId="{6A0C9979-3C4B-4EE9-A2FB-7EAD58480626}" srcOrd="2" destOrd="0" parTransId="{B130E1B5-546F-4877-9AA4-2742D14FAC86}" sibTransId="{78460978-E027-40B5-BA05-5D89F196151B}"/>
    <dgm:cxn modelId="{66877B83-D189-4DE2-B744-1424A467FA0F}" srcId="{3C767DDA-3BF7-41E3-89B7-83B43BD97225}" destId="{73ECEB2B-5076-49D3-911F-8EE3E121CA54}" srcOrd="0" destOrd="0" parTransId="{DDBB8694-7FBB-4954-B6C8-E2F9BB2516D5}" sibTransId="{038C24C7-7E5F-42D9-8F27-F19CD89D9DEE}"/>
    <dgm:cxn modelId="{064C4D9E-B4B3-45D4-B960-CA7E3A2BF7CC}" type="presOf" srcId="{F85D7FAA-9CB5-4DAD-B42E-E85FD7A7FF7E}" destId="{7C477938-2941-41DB-871F-E700F0E0F967}" srcOrd="0" destOrd="0" presId="urn:microsoft.com/office/officeart/2018/5/layout/CenteredIconLabelDescriptionList"/>
    <dgm:cxn modelId="{38EA4DA2-D15A-4B85-9B2C-3BBD778619B4}" srcId="{9A3F189E-1227-4A5B-9406-E13529D5AD8C}" destId="{1675B2DC-906F-4A84-A1CD-A1258FA1455E}" srcOrd="1" destOrd="0" parTransId="{52E665B1-BF08-4DB2-867B-585B9C6FD7F3}" sibTransId="{C3DCB45D-DE3C-4157-85FC-70AE8EF88FDF}"/>
    <dgm:cxn modelId="{9F0485B4-1A10-4952-A22C-9148C53030EB}" srcId="{F85D7FAA-9CB5-4DAD-B42E-E85FD7A7FF7E}" destId="{CC16F4FD-5D53-4426-8D7E-136209F3F1BB}" srcOrd="1" destOrd="0" parTransId="{BD1398A9-2111-4895-B362-1E624517B134}" sibTransId="{31F93280-29A5-4D5F-9936-AF365B31743D}"/>
    <dgm:cxn modelId="{13C45FB8-A14F-48EA-9C9F-493D24F7F3BF}" srcId="{F85D7FAA-9CB5-4DAD-B42E-E85FD7A7FF7E}" destId="{D769B557-E0B9-43D8-99D7-5ED484FA927E}" srcOrd="0" destOrd="0" parTransId="{32334636-7B64-447E-913A-1C03FFC3F5AD}" sibTransId="{4A778826-4740-4E78-9BDB-575E1D0F4181}"/>
    <dgm:cxn modelId="{DA84D6B8-5534-4E91-AF94-F7164025EF46}" type="presOf" srcId="{CC16F4FD-5D53-4426-8D7E-136209F3F1BB}" destId="{4F3FFFB9-D17B-4BC1-AEC0-ADF0ADA149C0}" srcOrd="0" destOrd="1" presId="urn:microsoft.com/office/officeart/2018/5/layout/CenteredIconLabelDescriptionList"/>
    <dgm:cxn modelId="{29F740C4-2E59-4494-9AE4-86D2246EA67C}" type="presOf" srcId="{3C767DDA-3BF7-41E3-89B7-83B43BD97225}" destId="{5995D74B-24EB-4E6F-86BE-12643AD515C9}" srcOrd="0" destOrd="0" presId="urn:microsoft.com/office/officeart/2018/5/layout/CenteredIconLabelDescriptionList"/>
    <dgm:cxn modelId="{8A302FDF-8B92-4757-BE66-CA7608DDA2A7}" type="presOf" srcId="{E5E301C7-29E2-46DE-B871-A3047AD91331}" destId="{8DEB0378-3371-4F94-954B-AE9ECFF1E6A7}" srcOrd="0" destOrd="0" presId="urn:microsoft.com/office/officeart/2018/5/layout/CenteredIconLabelDescriptionList"/>
    <dgm:cxn modelId="{C19149E5-3871-44DF-88E9-B825D9E22EC0}" type="presOf" srcId="{73ECEB2B-5076-49D3-911F-8EE3E121CA54}" destId="{FC6B319F-1D68-4AFB-A088-281945A5933A}" srcOrd="0" destOrd="0" presId="urn:microsoft.com/office/officeart/2018/5/layout/CenteredIconLabelDescriptionList"/>
    <dgm:cxn modelId="{249C1FED-04AE-43FA-9211-A9D4D58C4EC2}" srcId="{8CE19A13-022D-4D3A-A4B2-F5022A8DA8DF}" destId="{9A3F189E-1227-4A5B-9406-E13529D5AD8C}" srcOrd="4" destOrd="0" parTransId="{6D2D80E5-A49B-454E-8175-3BDD9134CF56}" sibTransId="{1415C044-FBB8-4C22-A273-D264E42A3063}"/>
    <dgm:cxn modelId="{6ACDB8F7-7063-4671-95D7-AC7FDB0B1736}" type="presOf" srcId="{8CE19A13-022D-4D3A-A4B2-F5022A8DA8DF}" destId="{ECF1DF0B-42C6-4C0F-A8C0-A76A94C1FEC5}" srcOrd="0" destOrd="0" presId="urn:microsoft.com/office/officeart/2018/5/layout/CenteredIconLabelDescriptionList"/>
    <dgm:cxn modelId="{88FB95F9-057D-4A8F-8B96-82F7038040CA}" srcId="{8CE19A13-022D-4D3A-A4B2-F5022A8DA8DF}" destId="{F85D7FAA-9CB5-4DAD-B42E-E85FD7A7FF7E}" srcOrd="1" destOrd="0" parTransId="{15152B02-FC8F-49B1-BE36-4EE4E40A9631}" sibTransId="{B1593CD8-B6AE-4B33-9E03-606F0A30FAE2}"/>
    <dgm:cxn modelId="{A3B6E3C1-5C1B-49E0-8153-4CFC8C9AAC3A}" type="presParOf" srcId="{ECF1DF0B-42C6-4C0F-A8C0-A76A94C1FEC5}" destId="{7046CB97-7B6C-40C6-96C3-01DD5DE65185}" srcOrd="0" destOrd="0" presId="urn:microsoft.com/office/officeart/2018/5/layout/CenteredIconLabelDescriptionList"/>
    <dgm:cxn modelId="{1717CF97-05E9-4C8E-8603-8952FA24AC17}" type="presParOf" srcId="{7046CB97-7B6C-40C6-96C3-01DD5DE65185}" destId="{4CC0BAA6-8C74-4D2B-B332-C6DBCC8CB100}" srcOrd="0" destOrd="0" presId="urn:microsoft.com/office/officeart/2018/5/layout/CenteredIconLabelDescriptionList"/>
    <dgm:cxn modelId="{B567B27F-9DFF-4407-B980-177671764233}" type="presParOf" srcId="{7046CB97-7B6C-40C6-96C3-01DD5DE65185}" destId="{12E80986-E944-49E7-9CEF-D6E6811E3C19}" srcOrd="1" destOrd="0" presId="urn:microsoft.com/office/officeart/2018/5/layout/CenteredIconLabelDescriptionList"/>
    <dgm:cxn modelId="{9B571FC2-D10C-4165-A3DC-E1F7CA3ADD73}" type="presParOf" srcId="{7046CB97-7B6C-40C6-96C3-01DD5DE65185}" destId="{5995D74B-24EB-4E6F-86BE-12643AD515C9}" srcOrd="2" destOrd="0" presId="urn:microsoft.com/office/officeart/2018/5/layout/CenteredIconLabelDescriptionList"/>
    <dgm:cxn modelId="{09BC4758-F75B-4DF1-9BAB-EE8E7034348F}" type="presParOf" srcId="{7046CB97-7B6C-40C6-96C3-01DD5DE65185}" destId="{AE15C7E8-5172-4FD8-B4D9-77BD5831BB13}" srcOrd="3" destOrd="0" presId="urn:microsoft.com/office/officeart/2018/5/layout/CenteredIconLabelDescriptionList"/>
    <dgm:cxn modelId="{E9CF2474-0854-409E-A942-9D9A055FC0A2}" type="presParOf" srcId="{7046CB97-7B6C-40C6-96C3-01DD5DE65185}" destId="{FC6B319F-1D68-4AFB-A088-281945A5933A}" srcOrd="4" destOrd="0" presId="urn:microsoft.com/office/officeart/2018/5/layout/CenteredIconLabelDescriptionList"/>
    <dgm:cxn modelId="{68DC9C24-EBB0-4CE2-8418-DC7B8C652D66}" type="presParOf" srcId="{ECF1DF0B-42C6-4C0F-A8C0-A76A94C1FEC5}" destId="{F09D8F25-3302-44B8-AC92-E053910AF54C}" srcOrd="1" destOrd="0" presId="urn:microsoft.com/office/officeart/2018/5/layout/CenteredIconLabelDescriptionList"/>
    <dgm:cxn modelId="{B767C643-8FF3-45D9-B975-C813DD253664}" type="presParOf" srcId="{ECF1DF0B-42C6-4C0F-A8C0-A76A94C1FEC5}" destId="{55249715-0A2F-4680-BE2C-277310B36B2F}" srcOrd="2" destOrd="0" presId="urn:microsoft.com/office/officeart/2018/5/layout/CenteredIconLabelDescriptionList"/>
    <dgm:cxn modelId="{C5CE7EC8-C1EB-44D9-891F-D1B19A226F19}" type="presParOf" srcId="{55249715-0A2F-4680-BE2C-277310B36B2F}" destId="{CB66B982-ED0F-497B-922B-360B1E8210C4}" srcOrd="0" destOrd="0" presId="urn:microsoft.com/office/officeart/2018/5/layout/CenteredIconLabelDescriptionList"/>
    <dgm:cxn modelId="{C195A296-564D-48AD-B15C-DDE0B0952BA3}" type="presParOf" srcId="{55249715-0A2F-4680-BE2C-277310B36B2F}" destId="{449A5F76-B00E-4827-9F1B-75E6536803BA}" srcOrd="1" destOrd="0" presId="urn:microsoft.com/office/officeart/2018/5/layout/CenteredIconLabelDescriptionList"/>
    <dgm:cxn modelId="{E4BBED23-4A03-401F-8396-3D23BC3A3793}" type="presParOf" srcId="{55249715-0A2F-4680-BE2C-277310B36B2F}" destId="{7C477938-2941-41DB-871F-E700F0E0F967}" srcOrd="2" destOrd="0" presId="urn:microsoft.com/office/officeart/2018/5/layout/CenteredIconLabelDescriptionList"/>
    <dgm:cxn modelId="{3D5A66B4-DDF3-46FD-9301-FF4B77FA55D2}" type="presParOf" srcId="{55249715-0A2F-4680-BE2C-277310B36B2F}" destId="{AF17FB09-86E3-4FEF-880D-CD478B36139E}" srcOrd="3" destOrd="0" presId="urn:microsoft.com/office/officeart/2018/5/layout/CenteredIconLabelDescriptionList"/>
    <dgm:cxn modelId="{DA3240C4-8569-457D-BA9D-CE50CE4CE34F}" type="presParOf" srcId="{55249715-0A2F-4680-BE2C-277310B36B2F}" destId="{4F3FFFB9-D17B-4BC1-AEC0-ADF0ADA149C0}" srcOrd="4" destOrd="0" presId="urn:microsoft.com/office/officeart/2018/5/layout/CenteredIconLabelDescriptionList"/>
    <dgm:cxn modelId="{FD864C42-CAD4-41FE-898A-1D0F59E6A0D1}" type="presParOf" srcId="{ECF1DF0B-42C6-4C0F-A8C0-A76A94C1FEC5}" destId="{ECE9DF55-FD82-492D-8F8C-9632CCDF8F9A}" srcOrd="3" destOrd="0" presId="urn:microsoft.com/office/officeart/2018/5/layout/CenteredIconLabelDescriptionList"/>
    <dgm:cxn modelId="{95FB6970-6C3F-47E7-B4B1-882537B8667F}" type="presParOf" srcId="{ECF1DF0B-42C6-4C0F-A8C0-A76A94C1FEC5}" destId="{D75DCAB0-021C-4512-9A35-481200293C4D}" srcOrd="4" destOrd="0" presId="urn:microsoft.com/office/officeart/2018/5/layout/CenteredIconLabelDescriptionList"/>
    <dgm:cxn modelId="{3B2E45D8-2EF6-416B-A019-901D509362A2}" type="presParOf" srcId="{D75DCAB0-021C-4512-9A35-481200293C4D}" destId="{A1F5FCF9-DA87-4903-A680-88807EDB89C2}" srcOrd="0" destOrd="0" presId="urn:microsoft.com/office/officeart/2018/5/layout/CenteredIconLabelDescriptionList"/>
    <dgm:cxn modelId="{7A982F00-4ECB-46D4-9B27-7AC4B461A436}" type="presParOf" srcId="{D75DCAB0-021C-4512-9A35-481200293C4D}" destId="{F5F58C11-79EC-431D-8D86-D067BFC5E6B9}" srcOrd="1" destOrd="0" presId="urn:microsoft.com/office/officeart/2018/5/layout/CenteredIconLabelDescriptionList"/>
    <dgm:cxn modelId="{95CA5A0F-8E20-4A19-8B0B-45412CABA5EE}" type="presParOf" srcId="{D75DCAB0-021C-4512-9A35-481200293C4D}" destId="{34A7849E-092F-40B1-B500-B420771F4D37}" srcOrd="2" destOrd="0" presId="urn:microsoft.com/office/officeart/2018/5/layout/CenteredIconLabelDescriptionList"/>
    <dgm:cxn modelId="{275412FA-AB2D-4ABE-A5D3-4C7A2D5176C1}" type="presParOf" srcId="{D75DCAB0-021C-4512-9A35-481200293C4D}" destId="{2D9E51AB-DCAB-4AB7-A0EF-CF618E62D3AC}" srcOrd="3" destOrd="0" presId="urn:microsoft.com/office/officeart/2018/5/layout/CenteredIconLabelDescriptionList"/>
    <dgm:cxn modelId="{6AC32B33-E09E-495A-B680-6BC73C2D0CC1}" type="presParOf" srcId="{D75DCAB0-021C-4512-9A35-481200293C4D}" destId="{8D44C5B5-7D99-40BF-961D-FA1469E4305A}" srcOrd="4" destOrd="0" presId="urn:microsoft.com/office/officeart/2018/5/layout/CenteredIconLabelDescriptionList"/>
    <dgm:cxn modelId="{5F203D41-AE47-421B-AD05-C7D14A00AFFC}" type="presParOf" srcId="{ECF1DF0B-42C6-4C0F-A8C0-A76A94C1FEC5}" destId="{6B3E9269-3555-4B47-8370-5CEBA1E4685E}" srcOrd="5" destOrd="0" presId="urn:microsoft.com/office/officeart/2018/5/layout/CenteredIconLabelDescriptionList"/>
    <dgm:cxn modelId="{5BB762A0-8BB8-4AB8-AAD4-D8E8FA3EFEC3}" type="presParOf" srcId="{ECF1DF0B-42C6-4C0F-A8C0-A76A94C1FEC5}" destId="{E75EB2F3-583A-4845-AB5E-B544B1147833}" srcOrd="6" destOrd="0" presId="urn:microsoft.com/office/officeart/2018/5/layout/CenteredIconLabelDescriptionList"/>
    <dgm:cxn modelId="{6D6F85BE-B45C-467C-87CD-3B392F4384C3}" type="presParOf" srcId="{E75EB2F3-583A-4845-AB5E-B544B1147833}" destId="{AE5D0062-78F6-4363-AFAF-7A0A35D0106F}" srcOrd="0" destOrd="0" presId="urn:microsoft.com/office/officeart/2018/5/layout/CenteredIconLabelDescriptionList"/>
    <dgm:cxn modelId="{A623A3C3-06BD-44DD-AB0A-A27ECFBE462D}" type="presParOf" srcId="{E75EB2F3-583A-4845-AB5E-B544B1147833}" destId="{36AA9BE3-D95E-42F8-A461-C2EDD9AFEAE3}" srcOrd="1" destOrd="0" presId="urn:microsoft.com/office/officeart/2018/5/layout/CenteredIconLabelDescriptionList"/>
    <dgm:cxn modelId="{2A2EC57B-671D-4B38-95DD-30FED346F21A}" type="presParOf" srcId="{E75EB2F3-583A-4845-AB5E-B544B1147833}" destId="{8DEB0378-3371-4F94-954B-AE9ECFF1E6A7}" srcOrd="2" destOrd="0" presId="urn:microsoft.com/office/officeart/2018/5/layout/CenteredIconLabelDescriptionList"/>
    <dgm:cxn modelId="{70DF26CC-A162-463D-9E03-EE7633511B84}" type="presParOf" srcId="{E75EB2F3-583A-4845-AB5E-B544B1147833}" destId="{471EB8FE-DF49-4B86-A661-B6A0CCEA694E}" srcOrd="3" destOrd="0" presId="urn:microsoft.com/office/officeart/2018/5/layout/CenteredIconLabelDescriptionList"/>
    <dgm:cxn modelId="{8F562F98-50ED-473A-82CF-AB493A1CF4C3}" type="presParOf" srcId="{E75EB2F3-583A-4845-AB5E-B544B1147833}" destId="{2104A5B7-A8D2-460B-9536-0866D6C838D4}" srcOrd="4" destOrd="0" presId="urn:microsoft.com/office/officeart/2018/5/layout/CenteredIconLabelDescriptionList"/>
    <dgm:cxn modelId="{034D2ED0-879D-4DD8-BAC7-EED4909A974A}" type="presParOf" srcId="{ECF1DF0B-42C6-4C0F-A8C0-A76A94C1FEC5}" destId="{BFDA5F96-E35B-44BB-BB2D-BE67C43FFC6F}" srcOrd="7" destOrd="0" presId="urn:microsoft.com/office/officeart/2018/5/layout/CenteredIconLabelDescriptionList"/>
    <dgm:cxn modelId="{79121D65-7D3A-4663-BD34-FC4FF466FAE2}" type="presParOf" srcId="{ECF1DF0B-42C6-4C0F-A8C0-A76A94C1FEC5}" destId="{D343E9AA-E841-4915-83A2-987A845562A7}" srcOrd="8" destOrd="0" presId="urn:microsoft.com/office/officeart/2018/5/layout/CenteredIconLabelDescriptionList"/>
    <dgm:cxn modelId="{CAE5637B-69CF-4EC3-82CE-D199BA1EDB2D}" type="presParOf" srcId="{D343E9AA-E841-4915-83A2-987A845562A7}" destId="{6E7672B0-39F8-4D8F-A7E9-B0965BF595D9}" srcOrd="0" destOrd="0" presId="urn:microsoft.com/office/officeart/2018/5/layout/CenteredIconLabelDescriptionList"/>
    <dgm:cxn modelId="{61AAA5E0-DE63-4C5F-8EEB-D443485D6ED0}" type="presParOf" srcId="{D343E9AA-E841-4915-83A2-987A845562A7}" destId="{35ECD3B7-2071-49F7-9361-ADFB10ACA044}" srcOrd="1" destOrd="0" presId="urn:microsoft.com/office/officeart/2018/5/layout/CenteredIconLabelDescriptionList"/>
    <dgm:cxn modelId="{F9ACC3BA-B6BF-4118-B8F8-52D6324EB068}" type="presParOf" srcId="{D343E9AA-E841-4915-83A2-987A845562A7}" destId="{A0758156-6E10-477E-896A-8C59B00D7677}" srcOrd="2" destOrd="0" presId="urn:microsoft.com/office/officeart/2018/5/layout/CenteredIconLabelDescriptionList"/>
    <dgm:cxn modelId="{ECDCEDE5-EB6A-40E4-9865-0D648254D240}" type="presParOf" srcId="{D343E9AA-E841-4915-83A2-987A845562A7}" destId="{18015A53-35C8-4D10-94F0-0E6CB1F1854E}" srcOrd="3" destOrd="0" presId="urn:microsoft.com/office/officeart/2018/5/layout/CenteredIconLabelDescriptionList"/>
    <dgm:cxn modelId="{EEAE0462-C9EF-40DD-B311-8219DE27595C}" type="presParOf" srcId="{D343E9AA-E841-4915-83A2-987A845562A7}" destId="{C7F7546C-2F97-471F-BBE8-45AC64ACFB9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3.xml><?xml version="1.0" encoding="utf-8"?>
<dgm:dataModel xmlns:dgm="http://schemas.openxmlformats.org/drawingml/2006/diagram" xmlns:a="http://schemas.openxmlformats.org/drawingml/2006/main">
  <dgm:ptLst>
    <dgm:pt modelId="{14A12C07-7D9A-4985-A122-DC7E4081A5DC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781649BC-D3C6-415A-A20F-6F81F72A823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by adding the CLTV opcode </a:t>
          </a:r>
        </a:p>
      </dgm:t>
    </dgm:pt>
    <dgm:pt modelId="{DAC22670-DE8D-4073-9777-BBA4FFF80E30}" type="parTrans" cxnId="{3174E32C-04AF-4D14-9668-60A4FEFBE53E}">
      <dgm:prSet/>
      <dgm:spPr/>
      <dgm:t>
        <a:bodyPr/>
        <a:lstStyle/>
        <a:p>
          <a:endParaRPr lang="en-US"/>
        </a:p>
      </dgm:t>
    </dgm:pt>
    <dgm:pt modelId="{C109027B-A2E7-40DF-8B94-F494D87C58E1}" type="sibTrans" cxnId="{3174E32C-04AF-4D14-9668-60A4FEFBE53E}">
      <dgm:prSet/>
      <dgm:spPr/>
      <dgm:t>
        <a:bodyPr/>
        <a:lstStyle/>
        <a:p>
          <a:endParaRPr lang="en-US"/>
        </a:p>
      </dgm:t>
    </dgm:pt>
    <dgm:pt modelId="{06B27AB8-7808-48EA-BF37-3E9270369B4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the redeem script of an output </a:t>
          </a:r>
        </a:p>
      </dgm:t>
    </dgm:pt>
    <dgm:pt modelId="{C8C18E2E-A14B-416E-AC36-17CE926D8A82}" type="parTrans" cxnId="{E3B9ABF5-B3F4-4057-87A8-256C97293FAC}">
      <dgm:prSet/>
      <dgm:spPr/>
      <dgm:t>
        <a:bodyPr/>
        <a:lstStyle/>
        <a:p>
          <a:endParaRPr lang="en-US"/>
        </a:p>
      </dgm:t>
    </dgm:pt>
    <dgm:pt modelId="{12A9F683-76E0-4404-B526-EB00BB6134CC}" type="sibTrans" cxnId="{E3B9ABF5-B3F4-4057-87A8-256C97293FAC}">
      <dgm:prSet/>
      <dgm:spPr/>
      <dgm:t>
        <a:bodyPr/>
        <a:lstStyle/>
        <a:p>
          <a:endParaRPr lang="en-US"/>
        </a:p>
      </dgm:t>
    </dgm:pt>
    <dgm:pt modelId="{886F69CE-F49B-4810-9AD6-6AB57FB308E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it</a:t>
          </a:r>
          <a:r>
            <a:rPr lang="tr-TR"/>
            <a:t> </a:t>
          </a:r>
          <a:r>
            <a:rPr lang="en-US"/>
            <a:t>restricts the output, </a:t>
          </a:r>
        </a:p>
      </dgm:t>
    </dgm:pt>
    <dgm:pt modelId="{0ABAA2BC-4D22-43FA-92BF-73A46F8E9FD4}" type="parTrans" cxnId="{9B31500B-8DC7-4474-9C40-0AB5BDAE39B3}">
      <dgm:prSet/>
      <dgm:spPr/>
      <dgm:t>
        <a:bodyPr/>
        <a:lstStyle/>
        <a:p>
          <a:endParaRPr lang="en-US"/>
        </a:p>
      </dgm:t>
    </dgm:pt>
    <dgm:pt modelId="{D48E17BB-FD01-4242-B475-D6B7B33BD0A5}" type="sibTrans" cxnId="{9B31500B-8DC7-4474-9C40-0AB5BDAE39B3}">
      <dgm:prSet/>
      <dgm:spPr/>
      <dgm:t>
        <a:bodyPr/>
        <a:lstStyle/>
        <a:p>
          <a:endParaRPr lang="en-US"/>
        </a:p>
      </dgm:t>
    </dgm:pt>
    <dgm:pt modelId="{78C2EE48-AA56-49BE-B283-F994A6ED6A8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so that </a:t>
          </a:r>
        </a:p>
      </dgm:t>
    </dgm:pt>
    <dgm:pt modelId="{7AA364C1-FCFF-427E-9624-E452233906B1}" type="parTrans" cxnId="{2F5F6469-875F-408D-9494-6C8512DF58EE}">
      <dgm:prSet/>
      <dgm:spPr/>
      <dgm:t>
        <a:bodyPr/>
        <a:lstStyle/>
        <a:p>
          <a:endParaRPr lang="en-US"/>
        </a:p>
      </dgm:t>
    </dgm:pt>
    <dgm:pt modelId="{072F1EF0-FF6B-4071-8D66-0BDD01B93180}" type="sibTrans" cxnId="{2F5F6469-875F-408D-9494-6C8512DF58EE}">
      <dgm:prSet/>
      <dgm:spPr/>
      <dgm:t>
        <a:bodyPr/>
        <a:lstStyle/>
        <a:p>
          <a:endParaRPr lang="en-US"/>
        </a:p>
      </dgm:t>
    </dgm:pt>
    <dgm:pt modelId="{3645B9CD-E3F7-4633-8947-B90D5534DD0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it can only be spent </a:t>
          </a:r>
        </a:p>
      </dgm:t>
    </dgm:pt>
    <dgm:pt modelId="{56C4ED55-63CA-4128-BEC0-55B64316220A}" type="parTrans" cxnId="{CB8F47D0-4590-4AB2-AB2E-5296EDC4FE11}">
      <dgm:prSet/>
      <dgm:spPr/>
      <dgm:t>
        <a:bodyPr/>
        <a:lstStyle/>
        <a:p>
          <a:endParaRPr lang="en-US"/>
        </a:p>
      </dgm:t>
    </dgm:pt>
    <dgm:pt modelId="{D26AF9E2-B63E-4125-B26D-BC33A71DBB07}" type="sibTrans" cxnId="{CB8F47D0-4590-4AB2-AB2E-5296EDC4FE11}">
      <dgm:prSet/>
      <dgm:spPr/>
      <dgm:t>
        <a:bodyPr/>
        <a:lstStyle/>
        <a:p>
          <a:endParaRPr lang="en-US"/>
        </a:p>
      </dgm:t>
    </dgm:pt>
    <dgm:pt modelId="{2DE4C659-DC9C-4ED2-AE58-4A2A8495875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after the specified time has elapsed.</a:t>
          </a:r>
        </a:p>
      </dgm:t>
    </dgm:pt>
    <dgm:pt modelId="{566E2577-2ED1-4251-B424-427BC3606C7D}" type="parTrans" cxnId="{54C5C981-3C4A-4C41-AACC-FA6092579E33}">
      <dgm:prSet/>
      <dgm:spPr/>
      <dgm:t>
        <a:bodyPr/>
        <a:lstStyle/>
        <a:p>
          <a:endParaRPr lang="en-US"/>
        </a:p>
      </dgm:t>
    </dgm:pt>
    <dgm:pt modelId="{A065ECEF-A1A6-460E-8683-55C9D825A718}" type="sibTrans" cxnId="{54C5C981-3C4A-4C41-AACC-FA6092579E33}">
      <dgm:prSet/>
      <dgm:spPr/>
      <dgm:t>
        <a:bodyPr/>
        <a:lstStyle/>
        <a:p>
          <a:endParaRPr lang="en-US"/>
        </a:p>
      </dgm:t>
    </dgm:pt>
    <dgm:pt modelId="{82DB5CF0-632E-4EFB-B8FE-9E3ABCC4B61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CLTV doesn’t replace nLocktime, </a:t>
          </a:r>
        </a:p>
      </dgm:t>
    </dgm:pt>
    <dgm:pt modelId="{D8FF5328-A8C0-450E-A4D5-8D65916BD97F}" type="parTrans" cxnId="{CF5F89AD-46FF-424F-8B42-5B834D910664}">
      <dgm:prSet/>
      <dgm:spPr/>
      <dgm:t>
        <a:bodyPr/>
        <a:lstStyle/>
        <a:p>
          <a:endParaRPr lang="en-US"/>
        </a:p>
      </dgm:t>
    </dgm:pt>
    <dgm:pt modelId="{EED1588A-01D3-4367-A4B0-83CB456E02E9}" type="sibTrans" cxnId="{CF5F89AD-46FF-424F-8B42-5B834D910664}">
      <dgm:prSet/>
      <dgm:spPr/>
      <dgm:t>
        <a:bodyPr/>
        <a:lstStyle/>
        <a:p>
          <a:endParaRPr lang="en-US"/>
        </a:p>
      </dgm:t>
    </dgm:pt>
    <dgm:pt modelId="{BADAF48E-A7EB-4790-9E68-0573B8263FE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but rather restricts specific UTXO </a:t>
          </a:r>
        </a:p>
      </dgm:t>
    </dgm:pt>
    <dgm:pt modelId="{AC520799-DE69-4427-8446-F88FD8645EA0}" type="parTrans" cxnId="{0E07D6C6-3AB7-4CE5-AC3E-FAC0534FEE5E}">
      <dgm:prSet/>
      <dgm:spPr/>
      <dgm:t>
        <a:bodyPr/>
        <a:lstStyle/>
        <a:p>
          <a:endParaRPr lang="en-US"/>
        </a:p>
      </dgm:t>
    </dgm:pt>
    <dgm:pt modelId="{B3ACF117-FE9B-43FC-8ADC-2D63A7D33E14}" type="sibTrans" cxnId="{0E07D6C6-3AB7-4CE5-AC3E-FAC0534FEE5E}">
      <dgm:prSet/>
      <dgm:spPr/>
      <dgm:t>
        <a:bodyPr/>
        <a:lstStyle/>
        <a:p>
          <a:endParaRPr lang="en-US"/>
        </a:p>
      </dgm:t>
    </dgm:pt>
    <dgm:pt modelId="{09785D27-43B9-42A8-909C-7D1071C806A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such that </a:t>
          </a:r>
        </a:p>
      </dgm:t>
    </dgm:pt>
    <dgm:pt modelId="{232D5EC6-A100-49CF-AA10-54AFAF0C2F41}" type="parTrans" cxnId="{9F7AB1E0-15E9-4A88-9C6A-5DA2788A1509}">
      <dgm:prSet/>
      <dgm:spPr/>
      <dgm:t>
        <a:bodyPr/>
        <a:lstStyle/>
        <a:p>
          <a:endParaRPr lang="en-US"/>
        </a:p>
      </dgm:t>
    </dgm:pt>
    <dgm:pt modelId="{CD30D1ED-5546-4F6B-9173-6AC8DFD0B554}" type="sibTrans" cxnId="{9F7AB1E0-15E9-4A88-9C6A-5DA2788A1509}">
      <dgm:prSet/>
      <dgm:spPr/>
      <dgm:t>
        <a:bodyPr/>
        <a:lstStyle/>
        <a:p>
          <a:endParaRPr lang="en-US"/>
        </a:p>
      </dgm:t>
    </dgm:pt>
    <dgm:pt modelId="{3B45DAFD-844D-4495-BA2A-D3E9A238E07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they can</a:t>
          </a:r>
          <a:r>
            <a:rPr lang="tr-TR"/>
            <a:t> </a:t>
          </a:r>
          <a:r>
            <a:rPr lang="en-US"/>
            <a:t>only be spent in a future transaction </a:t>
          </a:r>
        </a:p>
      </dgm:t>
    </dgm:pt>
    <dgm:pt modelId="{100348F8-15C3-43C7-B7BE-350F55CCBBCF}" type="parTrans" cxnId="{31B2252F-5ACA-4803-97F1-EB66EB7B65E7}">
      <dgm:prSet/>
      <dgm:spPr/>
      <dgm:t>
        <a:bodyPr/>
        <a:lstStyle/>
        <a:p>
          <a:endParaRPr lang="en-US"/>
        </a:p>
      </dgm:t>
    </dgm:pt>
    <dgm:pt modelId="{DBF106E1-F954-442B-AE2B-6BCA2B0EE216}" type="sibTrans" cxnId="{31B2252F-5ACA-4803-97F1-EB66EB7B65E7}">
      <dgm:prSet/>
      <dgm:spPr/>
      <dgm:t>
        <a:bodyPr/>
        <a:lstStyle/>
        <a:p>
          <a:endParaRPr lang="en-US"/>
        </a:p>
      </dgm:t>
    </dgm:pt>
    <dgm:pt modelId="{954B5B84-82D3-4B42-9CE0-3BDE0F46AB9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 nLocktime set to a greater or equal value.</a:t>
          </a:r>
        </a:p>
      </dgm:t>
    </dgm:pt>
    <dgm:pt modelId="{75AC455D-9F82-4C43-BA56-4609DD11256C}" type="parTrans" cxnId="{D06804E2-3AA5-4653-9FE7-A1787EB1140F}">
      <dgm:prSet/>
      <dgm:spPr/>
      <dgm:t>
        <a:bodyPr/>
        <a:lstStyle/>
        <a:p>
          <a:endParaRPr lang="en-US"/>
        </a:p>
      </dgm:t>
    </dgm:pt>
    <dgm:pt modelId="{07F96ABE-FE51-40AC-AF67-709706D222D6}" type="sibTrans" cxnId="{D06804E2-3AA5-4653-9FE7-A1787EB1140F}">
      <dgm:prSet/>
      <dgm:spPr/>
      <dgm:t>
        <a:bodyPr/>
        <a:lstStyle/>
        <a:p>
          <a:endParaRPr lang="en-US"/>
        </a:p>
      </dgm:t>
    </dgm:pt>
    <dgm:pt modelId="{9901412A-7BA3-4DC6-8DAE-4CFE14E12CED}" type="pres">
      <dgm:prSet presAssocID="{14A12C07-7D9A-4985-A122-DC7E4081A5DC}" presName="root" presStyleCnt="0">
        <dgm:presLayoutVars>
          <dgm:dir/>
          <dgm:resizeHandles val="exact"/>
        </dgm:presLayoutVars>
      </dgm:prSet>
      <dgm:spPr/>
    </dgm:pt>
    <dgm:pt modelId="{7D7062D6-D94D-4567-A8FC-BF02947BA21D}" type="pres">
      <dgm:prSet presAssocID="{781649BC-D3C6-415A-A20F-6F81F72A8234}" presName="compNode" presStyleCnt="0"/>
      <dgm:spPr/>
    </dgm:pt>
    <dgm:pt modelId="{C6B1A4B5-A73B-44DD-AA68-DBBBFC2EA091}" type="pres">
      <dgm:prSet presAssocID="{781649BC-D3C6-415A-A20F-6F81F72A8234}" presName="iconRect" presStyleLbl="node1" presStyleIdx="0" presStyleCnt="4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rkod"/>
        </a:ext>
      </dgm:extLst>
    </dgm:pt>
    <dgm:pt modelId="{549F9431-2B19-4EB5-8ED7-F66F65725533}" type="pres">
      <dgm:prSet presAssocID="{781649BC-D3C6-415A-A20F-6F81F72A8234}" presName="iconSpace" presStyleCnt="0"/>
      <dgm:spPr/>
    </dgm:pt>
    <dgm:pt modelId="{3E34FFCF-E489-4E18-A664-07207374601C}" type="pres">
      <dgm:prSet presAssocID="{781649BC-D3C6-415A-A20F-6F81F72A8234}" presName="parTx" presStyleLbl="revTx" presStyleIdx="0" presStyleCnt="8">
        <dgm:presLayoutVars>
          <dgm:chMax val="0"/>
          <dgm:chPref val="0"/>
        </dgm:presLayoutVars>
      </dgm:prSet>
      <dgm:spPr/>
    </dgm:pt>
    <dgm:pt modelId="{30FF3AEA-BB71-475A-9CD5-2EFC38B463FE}" type="pres">
      <dgm:prSet presAssocID="{781649BC-D3C6-415A-A20F-6F81F72A8234}" presName="txSpace" presStyleCnt="0"/>
      <dgm:spPr/>
    </dgm:pt>
    <dgm:pt modelId="{6A52B281-3E1D-420D-A2DE-8A7D158CC706}" type="pres">
      <dgm:prSet presAssocID="{781649BC-D3C6-415A-A20F-6F81F72A8234}" presName="desTx" presStyleLbl="revTx" presStyleIdx="1" presStyleCnt="8">
        <dgm:presLayoutVars/>
      </dgm:prSet>
      <dgm:spPr/>
    </dgm:pt>
    <dgm:pt modelId="{DB16CF43-BAB4-4530-9306-1E72F55137DD}" type="pres">
      <dgm:prSet presAssocID="{C109027B-A2E7-40DF-8B94-F494D87C58E1}" presName="sibTrans" presStyleCnt="0"/>
      <dgm:spPr/>
    </dgm:pt>
    <dgm:pt modelId="{E4F449F4-FE73-4F2C-901D-364E111D7E3F}" type="pres">
      <dgm:prSet presAssocID="{78C2EE48-AA56-49BE-B283-F994A6ED6A89}" presName="compNode" presStyleCnt="0"/>
      <dgm:spPr/>
    </dgm:pt>
    <dgm:pt modelId="{907EE828-56D8-44B5-B24E-67C672D381B7}" type="pres">
      <dgm:prSet presAssocID="{78C2EE48-AA56-49BE-B283-F994A6ED6A89}" presName="iconRect" presStyleLbl="node1" presStyleIdx="1" presStyleCnt="4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aat"/>
        </a:ext>
      </dgm:extLst>
    </dgm:pt>
    <dgm:pt modelId="{7C95AF02-E20C-41E4-BDD6-ADF6126B6C94}" type="pres">
      <dgm:prSet presAssocID="{78C2EE48-AA56-49BE-B283-F994A6ED6A89}" presName="iconSpace" presStyleCnt="0"/>
      <dgm:spPr/>
    </dgm:pt>
    <dgm:pt modelId="{072B7777-3F34-421C-A6C7-0C944A8B0943}" type="pres">
      <dgm:prSet presAssocID="{78C2EE48-AA56-49BE-B283-F994A6ED6A89}" presName="parTx" presStyleLbl="revTx" presStyleIdx="2" presStyleCnt="8">
        <dgm:presLayoutVars>
          <dgm:chMax val="0"/>
          <dgm:chPref val="0"/>
        </dgm:presLayoutVars>
      </dgm:prSet>
      <dgm:spPr/>
    </dgm:pt>
    <dgm:pt modelId="{0AB15280-683C-404F-B52F-E9A572644461}" type="pres">
      <dgm:prSet presAssocID="{78C2EE48-AA56-49BE-B283-F994A6ED6A89}" presName="txSpace" presStyleCnt="0"/>
      <dgm:spPr/>
    </dgm:pt>
    <dgm:pt modelId="{EFC189B1-42D0-4073-90C3-27F843A2DF03}" type="pres">
      <dgm:prSet presAssocID="{78C2EE48-AA56-49BE-B283-F994A6ED6A89}" presName="desTx" presStyleLbl="revTx" presStyleIdx="3" presStyleCnt="8">
        <dgm:presLayoutVars/>
      </dgm:prSet>
      <dgm:spPr/>
    </dgm:pt>
    <dgm:pt modelId="{617FCE64-3A64-41F9-B7A2-37B365916888}" type="pres">
      <dgm:prSet presAssocID="{072F1EF0-FF6B-4071-8D66-0BDD01B93180}" presName="sibTrans" presStyleCnt="0"/>
      <dgm:spPr/>
    </dgm:pt>
    <dgm:pt modelId="{7D22B64A-F968-48E8-8916-EBFB5BA80E33}" type="pres">
      <dgm:prSet presAssocID="{82DB5CF0-632E-4EFB-B8FE-9E3ABCC4B616}" presName="compNode" presStyleCnt="0"/>
      <dgm:spPr/>
    </dgm:pt>
    <dgm:pt modelId="{8FCA205B-6D18-49F0-BF22-C79EF7944BFC}" type="pres">
      <dgm:prSet presAssocID="{82DB5CF0-632E-4EFB-B8FE-9E3ABCC4B616}" presName="iconRect" presStyleLbl="node1" presStyleIdx="2" presStyleCnt="4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apat"/>
        </a:ext>
      </dgm:extLst>
    </dgm:pt>
    <dgm:pt modelId="{16F8DF9D-7A2D-4E5B-A0AD-65FD4CB80069}" type="pres">
      <dgm:prSet presAssocID="{82DB5CF0-632E-4EFB-B8FE-9E3ABCC4B616}" presName="iconSpace" presStyleCnt="0"/>
      <dgm:spPr/>
    </dgm:pt>
    <dgm:pt modelId="{43FC2AFB-CA63-4C53-BAEB-9DD0E1251EFF}" type="pres">
      <dgm:prSet presAssocID="{82DB5CF0-632E-4EFB-B8FE-9E3ABCC4B616}" presName="parTx" presStyleLbl="revTx" presStyleIdx="4" presStyleCnt="8">
        <dgm:presLayoutVars>
          <dgm:chMax val="0"/>
          <dgm:chPref val="0"/>
        </dgm:presLayoutVars>
      </dgm:prSet>
      <dgm:spPr/>
    </dgm:pt>
    <dgm:pt modelId="{7E02A573-6888-4C69-B7E3-FEEE33A8BDFA}" type="pres">
      <dgm:prSet presAssocID="{82DB5CF0-632E-4EFB-B8FE-9E3ABCC4B616}" presName="txSpace" presStyleCnt="0"/>
      <dgm:spPr/>
    </dgm:pt>
    <dgm:pt modelId="{E1C79A64-B930-4CA7-881E-0645B781D274}" type="pres">
      <dgm:prSet presAssocID="{82DB5CF0-632E-4EFB-B8FE-9E3ABCC4B616}" presName="desTx" presStyleLbl="revTx" presStyleIdx="5" presStyleCnt="8">
        <dgm:presLayoutVars/>
      </dgm:prSet>
      <dgm:spPr/>
    </dgm:pt>
    <dgm:pt modelId="{6249FF2B-D556-4677-85C3-034EA2319CF2}" type="pres">
      <dgm:prSet presAssocID="{EED1588A-01D3-4367-A4B0-83CB456E02E9}" presName="sibTrans" presStyleCnt="0"/>
      <dgm:spPr/>
    </dgm:pt>
    <dgm:pt modelId="{012C2FFE-94BD-4F5E-80CE-FC1E9427EFF5}" type="pres">
      <dgm:prSet presAssocID="{09785D27-43B9-42A8-909C-7D1071C806A7}" presName="compNode" presStyleCnt="0"/>
      <dgm:spPr/>
    </dgm:pt>
    <dgm:pt modelId="{55ABBC39-01F4-4517-B35A-6238A5BA3697}" type="pres">
      <dgm:prSet presAssocID="{09785D27-43B9-42A8-909C-7D1071C806A7}" presName="iconRect" presStyleLbl="node1" presStyleIdx="3" presStyleCnt="4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upi"/>
        </a:ext>
      </dgm:extLst>
    </dgm:pt>
    <dgm:pt modelId="{D06EF914-75A3-4558-BA86-74CC25AAD244}" type="pres">
      <dgm:prSet presAssocID="{09785D27-43B9-42A8-909C-7D1071C806A7}" presName="iconSpace" presStyleCnt="0"/>
      <dgm:spPr/>
    </dgm:pt>
    <dgm:pt modelId="{D6146E51-D8F4-46F1-BF8E-6E014D82B70A}" type="pres">
      <dgm:prSet presAssocID="{09785D27-43B9-42A8-909C-7D1071C806A7}" presName="parTx" presStyleLbl="revTx" presStyleIdx="6" presStyleCnt="8">
        <dgm:presLayoutVars>
          <dgm:chMax val="0"/>
          <dgm:chPref val="0"/>
        </dgm:presLayoutVars>
      </dgm:prSet>
      <dgm:spPr/>
    </dgm:pt>
    <dgm:pt modelId="{EB572A35-D98E-4A8D-B578-78ED3ADB076D}" type="pres">
      <dgm:prSet presAssocID="{09785D27-43B9-42A8-909C-7D1071C806A7}" presName="txSpace" presStyleCnt="0"/>
      <dgm:spPr/>
    </dgm:pt>
    <dgm:pt modelId="{52F8DAAA-6A85-4089-9C88-69F02F5829FF}" type="pres">
      <dgm:prSet presAssocID="{09785D27-43B9-42A8-909C-7D1071C806A7}" presName="desTx" presStyleLbl="revTx" presStyleIdx="7" presStyleCnt="8">
        <dgm:presLayoutVars/>
      </dgm:prSet>
      <dgm:spPr/>
    </dgm:pt>
  </dgm:ptLst>
  <dgm:cxnLst>
    <dgm:cxn modelId="{9B31500B-8DC7-4474-9C40-0AB5BDAE39B3}" srcId="{781649BC-D3C6-415A-A20F-6F81F72A8234}" destId="{886F69CE-F49B-4810-9AD6-6AB57FB308EA}" srcOrd="1" destOrd="0" parTransId="{0ABAA2BC-4D22-43FA-92BF-73A46F8E9FD4}" sibTransId="{D48E17BB-FD01-4242-B475-D6B7B33BD0A5}"/>
    <dgm:cxn modelId="{DCD5EB23-627E-4B04-9EF0-B2EB223CDB14}" type="presOf" srcId="{09785D27-43B9-42A8-909C-7D1071C806A7}" destId="{D6146E51-D8F4-46F1-BF8E-6E014D82B70A}" srcOrd="0" destOrd="0" presId="urn:microsoft.com/office/officeart/2018/2/layout/IconLabelDescriptionList"/>
    <dgm:cxn modelId="{FFE44E24-6401-4720-8C95-3A20B9DA2E6B}" type="presOf" srcId="{BADAF48E-A7EB-4790-9E68-0573B8263FED}" destId="{E1C79A64-B930-4CA7-881E-0645B781D274}" srcOrd="0" destOrd="0" presId="urn:microsoft.com/office/officeart/2018/2/layout/IconLabelDescriptionList"/>
    <dgm:cxn modelId="{6D42DE26-1303-4ECC-AA64-94F31E3FCED4}" type="presOf" srcId="{06B27AB8-7808-48EA-BF37-3E9270369B48}" destId="{6A52B281-3E1D-420D-A2DE-8A7D158CC706}" srcOrd="0" destOrd="0" presId="urn:microsoft.com/office/officeart/2018/2/layout/IconLabelDescriptionList"/>
    <dgm:cxn modelId="{3174E32C-04AF-4D14-9668-60A4FEFBE53E}" srcId="{14A12C07-7D9A-4985-A122-DC7E4081A5DC}" destId="{781649BC-D3C6-415A-A20F-6F81F72A8234}" srcOrd="0" destOrd="0" parTransId="{DAC22670-DE8D-4073-9777-BBA4FFF80E30}" sibTransId="{C109027B-A2E7-40DF-8B94-F494D87C58E1}"/>
    <dgm:cxn modelId="{31B2252F-5ACA-4803-97F1-EB66EB7B65E7}" srcId="{09785D27-43B9-42A8-909C-7D1071C806A7}" destId="{3B45DAFD-844D-4495-BA2A-D3E9A238E073}" srcOrd="0" destOrd="0" parTransId="{100348F8-15C3-43C7-B7BE-350F55CCBBCF}" sibTransId="{DBF106E1-F954-442B-AE2B-6BCA2B0EE216}"/>
    <dgm:cxn modelId="{2F5F6469-875F-408D-9494-6C8512DF58EE}" srcId="{14A12C07-7D9A-4985-A122-DC7E4081A5DC}" destId="{78C2EE48-AA56-49BE-B283-F994A6ED6A89}" srcOrd="1" destOrd="0" parTransId="{7AA364C1-FCFF-427E-9624-E452233906B1}" sibTransId="{072F1EF0-FF6B-4071-8D66-0BDD01B93180}"/>
    <dgm:cxn modelId="{3A4DF54C-919F-4809-8537-A4F9B83AEDC5}" type="presOf" srcId="{3B45DAFD-844D-4495-BA2A-D3E9A238E073}" destId="{52F8DAAA-6A85-4089-9C88-69F02F5829FF}" srcOrd="0" destOrd="0" presId="urn:microsoft.com/office/officeart/2018/2/layout/IconLabelDescriptionList"/>
    <dgm:cxn modelId="{A2DFC652-6955-4723-B9F0-36D2AB1E3052}" type="presOf" srcId="{954B5B84-82D3-4B42-9CE0-3BDE0F46AB90}" destId="{52F8DAAA-6A85-4089-9C88-69F02F5829FF}" srcOrd="0" destOrd="1" presId="urn:microsoft.com/office/officeart/2018/2/layout/IconLabelDescriptionList"/>
    <dgm:cxn modelId="{D50A8880-AA84-4629-BC62-2B41203AA2A3}" type="presOf" srcId="{781649BC-D3C6-415A-A20F-6F81F72A8234}" destId="{3E34FFCF-E489-4E18-A664-07207374601C}" srcOrd="0" destOrd="0" presId="urn:microsoft.com/office/officeart/2018/2/layout/IconLabelDescriptionList"/>
    <dgm:cxn modelId="{54C5C981-3C4A-4C41-AACC-FA6092579E33}" srcId="{78C2EE48-AA56-49BE-B283-F994A6ED6A89}" destId="{2DE4C659-DC9C-4ED2-AE58-4A2A84958757}" srcOrd="1" destOrd="0" parTransId="{566E2577-2ED1-4251-B424-427BC3606C7D}" sibTransId="{A065ECEF-A1A6-460E-8683-55C9D825A718}"/>
    <dgm:cxn modelId="{B7311192-2D76-450F-955D-49E34042AE0F}" type="presOf" srcId="{14A12C07-7D9A-4985-A122-DC7E4081A5DC}" destId="{9901412A-7BA3-4DC6-8DAE-4CFE14E12CED}" srcOrd="0" destOrd="0" presId="urn:microsoft.com/office/officeart/2018/2/layout/IconLabelDescriptionList"/>
    <dgm:cxn modelId="{05B00F93-4B61-47EA-8370-4E7AB8EC6F9E}" type="presOf" srcId="{886F69CE-F49B-4810-9AD6-6AB57FB308EA}" destId="{6A52B281-3E1D-420D-A2DE-8A7D158CC706}" srcOrd="0" destOrd="1" presId="urn:microsoft.com/office/officeart/2018/2/layout/IconLabelDescriptionList"/>
    <dgm:cxn modelId="{A287D59B-074B-4CBC-A2A3-0B0432E24A8F}" type="presOf" srcId="{3645B9CD-E3F7-4633-8947-B90D5534DD0B}" destId="{EFC189B1-42D0-4073-90C3-27F843A2DF03}" srcOrd="0" destOrd="0" presId="urn:microsoft.com/office/officeart/2018/2/layout/IconLabelDescriptionList"/>
    <dgm:cxn modelId="{8FCA1BA9-88EF-4CF8-9674-57E53C70974A}" type="presOf" srcId="{82DB5CF0-632E-4EFB-B8FE-9E3ABCC4B616}" destId="{43FC2AFB-CA63-4C53-BAEB-9DD0E1251EFF}" srcOrd="0" destOrd="0" presId="urn:microsoft.com/office/officeart/2018/2/layout/IconLabelDescriptionList"/>
    <dgm:cxn modelId="{CF5F89AD-46FF-424F-8B42-5B834D910664}" srcId="{14A12C07-7D9A-4985-A122-DC7E4081A5DC}" destId="{82DB5CF0-632E-4EFB-B8FE-9E3ABCC4B616}" srcOrd="2" destOrd="0" parTransId="{D8FF5328-A8C0-450E-A4D5-8D65916BD97F}" sibTransId="{EED1588A-01D3-4367-A4B0-83CB456E02E9}"/>
    <dgm:cxn modelId="{0E07D6C6-3AB7-4CE5-AC3E-FAC0534FEE5E}" srcId="{82DB5CF0-632E-4EFB-B8FE-9E3ABCC4B616}" destId="{BADAF48E-A7EB-4790-9E68-0573B8263FED}" srcOrd="0" destOrd="0" parTransId="{AC520799-DE69-4427-8446-F88FD8645EA0}" sibTransId="{B3ACF117-FE9B-43FC-8ADC-2D63A7D33E14}"/>
    <dgm:cxn modelId="{CB8F47D0-4590-4AB2-AB2E-5296EDC4FE11}" srcId="{78C2EE48-AA56-49BE-B283-F994A6ED6A89}" destId="{3645B9CD-E3F7-4633-8947-B90D5534DD0B}" srcOrd="0" destOrd="0" parTransId="{56C4ED55-63CA-4128-BEC0-55B64316220A}" sibTransId="{D26AF9E2-B63E-4125-B26D-BC33A71DBB07}"/>
    <dgm:cxn modelId="{9F7AB1E0-15E9-4A88-9C6A-5DA2788A1509}" srcId="{14A12C07-7D9A-4985-A122-DC7E4081A5DC}" destId="{09785D27-43B9-42A8-909C-7D1071C806A7}" srcOrd="3" destOrd="0" parTransId="{232D5EC6-A100-49CF-AA10-54AFAF0C2F41}" sibTransId="{CD30D1ED-5546-4F6B-9173-6AC8DFD0B554}"/>
    <dgm:cxn modelId="{D06804E2-3AA5-4653-9FE7-A1787EB1140F}" srcId="{09785D27-43B9-42A8-909C-7D1071C806A7}" destId="{954B5B84-82D3-4B42-9CE0-3BDE0F46AB90}" srcOrd="1" destOrd="0" parTransId="{75AC455D-9F82-4C43-BA56-4609DD11256C}" sibTransId="{07F96ABE-FE51-40AC-AF67-709706D222D6}"/>
    <dgm:cxn modelId="{0F5B95E4-21BB-4DDB-871B-81AECC8296A5}" type="presOf" srcId="{78C2EE48-AA56-49BE-B283-F994A6ED6A89}" destId="{072B7777-3F34-421C-A6C7-0C944A8B0943}" srcOrd="0" destOrd="0" presId="urn:microsoft.com/office/officeart/2018/2/layout/IconLabelDescriptionList"/>
    <dgm:cxn modelId="{E3B9ABF5-B3F4-4057-87A8-256C97293FAC}" srcId="{781649BC-D3C6-415A-A20F-6F81F72A8234}" destId="{06B27AB8-7808-48EA-BF37-3E9270369B48}" srcOrd="0" destOrd="0" parTransId="{C8C18E2E-A14B-416E-AC36-17CE926D8A82}" sibTransId="{12A9F683-76E0-4404-B526-EB00BB6134CC}"/>
    <dgm:cxn modelId="{9D81A2FC-03AF-4649-813E-107E4D9888CF}" type="presOf" srcId="{2DE4C659-DC9C-4ED2-AE58-4A2A84958757}" destId="{EFC189B1-42D0-4073-90C3-27F843A2DF03}" srcOrd="0" destOrd="1" presId="urn:microsoft.com/office/officeart/2018/2/layout/IconLabelDescriptionList"/>
    <dgm:cxn modelId="{9A9F99B4-4E8D-441B-B900-9F9343B825E6}" type="presParOf" srcId="{9901412A-7BA3-4DC6-8DAE-4CFE14E12CED}" destId="{7D7062D6-D94D-4567-A8FC-BF02947BA21D}" srcOrd="0" destOrd="0" presId="urn:microsoft.com/office/officeart/2018/2/layout/IconLabelDescriptionList"/>
    <dgm:cxn modelId="{2F9AD98B-CE68-4D93-8C89-EE7248375BA9}" type="presParOf" srcId="{7D7062D6-D94D-4567-A8FC-BF02947BA21D}" destId="{C6B1A4B5-A73B-44DD-AA68-DBBBFC2EA091}" srcOrd="0" destOrd="0" presId="urn:microsoft.com/office/officeart/2018/2/layout/IconLabelDescriptionList"/>
    <dgm:cxn modelId="{037E9DF3-B82F-402C-BB20-40F0885B98C1}" type="presParOf" srcId="{7D7062D6-D94D-4567-A8FC-BF02947BA21D}" destId="{549F9431-2B19-4EB5-8ED7-F66F65725533}" srcOrd="1" destOrd="0" presId="urn:microsoft.com/office/officeart/2018/2/layout/IconLabelDescriptionList"/>
    <dgm:cxn modelId="{95B97358-2C5A-436F-A1C7-37A1587496AB}" type="presParOf" srcId="{7D7062D6-D94D-4567-A8FC-BF02947BA21D}" destId="{3E34FFCF-E489-4E18-A664-07207374601C}" srcOrd="2" destOrd="0" presId="urn:microsoft.com/office/officeart/2018/2/layout/IconLabelDescriptionList"/>
    <dgm:cxn modelId="{67B122E5-50D8-41ED-80C3-1510F7A8BCF2}" type="presParOf" srcId="{7D7062D6-D94D-4567-A8FC-BF02947BA21D}" destId="{30FF3AEA-BB71-475A-9CD5-2EFC38B463FE}" srcOrd="3" destOrd="0" presId="urn:microsoft.com/office/officeart/2018/2/layout/IconLabelDescriptionList"/>
    <dgm:cxn modelId="{ABA7DF13-81BE-4998-9863-13AA084C117C}" type="presParOf" srcId="{7D7062D6-D94D-4567-A8FC-BF02947BA21D}" destId="{6A52B281-3E1D-420D-A2DE-8A7D158CC706}" srcOrd="4" destOrd="0" presId="urn:microsoft.com/office/officeart/2018/2/layout/IconLabelDescriptionList"/>
    <dgm:cxn modelId="{E51D09FC-F0AA-4F0D-8E99-511EBA069243}" type="presParOf" srcId="{9901412A-7BA3-4DC6-8DAE-4CFE14E12CED}" destId="{DB16CF43-BAB4-4530-9306-1E72F55137DD}" srcOrd="1" destOrd="0" presId="urn:microsoft.com/office/officeart/2018/2/layout/IconLabelDescriptionList"/>
    <dgm:cxn modelId="{31D63E16-EBA5-4189-8007-4F1F411BA297}" type="presParOf" srcId="{9901412A-7BA3-4DC6-8DAE-4CFE14E12CED}" destId="{E4F449F4-FE73-4F2C-901D-364E111D7E3F}" srcOrd="2" destOrd="0" presId="urn:microsoft.com/office/officeart/2018/2/layout/IconLabelDescriptionList"/>
    <dgm:cxn modelId="{6EE04309-0BF4-4F84-BB4B-8248498B00A9}" type="presParOf" srcId="{E4F449F4-FE73-4F2C-901D-364E111D7E3F}" destId="{907EE828-56D8-44B5-B24E-67C672D381B7}" srcOrd="0" destOrd="0" presId="urn:microsoft.com/office/officeart/2018/2/layout/IconLabelDescriptionList"/>
    <dgm:cxn modelId="{BDC77DE4-6F92-47B5-8102-D284F7A794CF}" type="presParOf" srcId="{E4F449F4-FE73-4F2C-901D-364E111D7E3F}" destId="{7C95AF02-E20C-41E4-BDD6-ADF6126B6C94}" srcOrd="1" destOrd="0" presId="urn:microsoft.com/office/officeart/2018/2/layout/IconLabelDescriptionList"/>
    <dgm:cxn modelId="{0B110BDA-90F0-40BD-A0C4-0BF89F72DF80}" type="presParOf" srcId="{E4F449F4-FE73-4F2C-901D-364E111D7E3F}" destId="{072B7777-3F34-421C-A6C7-0C944A8B0943}" srcOrd="2" destOrd="0" presId="urn:microsoft.com/office/officeart/2018/2/layout/IconLabelDescriptionList"/>
    <dgm:cxn modelId="{E002F2EA-59C6-4C23-BC02-EB803257851F}" type="presParOf" srcId="{E4F449F4-FE73-4F2C-901D-364E111D7E3F}" destId="{0AB15280-683C-404F-B52F-E9A572644461}" srcOrd="3" destOrd="0" presId="urn:microsoft.com/office/officeart/2018/2/layout/IconLabelDescriptionList"/>
    <dgm:cxn modelId="{B5CE28A4-56DF-4D24-ADA8-8B1C877C60B9}" type="presParOf" srcId="{E4F449F4-FE73-4F2C-901D-364E111D7E3F}" destId="{EFC189B1-42D0-4073-90C3-27F843A2DF03}" srcOrd="4" destOrd="0" presId="urn:microsoft.com/office/officeart/2018/2/layout/IconLabelDescriptionList"/>
    <dgm:cxn modelId="{DEBEDBD6-3DD2-4DA4-8776-6DD7E05C5A93}" type="presParOf" srcId="{9901412A-7BA3-4DC6-8DAE-4CFE14E12CED}" destId="{617FCE64-3A64-41F9-B7A2-37B365916888}" srcOrd="3" destOrd="0" presId="urn:microsoft.com/office/officeart/2018/2/layout/IconLabelDescriptionList"/>
    <dgm:cxn modelId="{F5708233-7D47-4540-BE44-A9A7B567935E}" type="presParOf" srcId="{9901412A-7BA3-4DC6-8DAE-4CFE14E12CED}" destId="{7D22B64A-F968-48E8-8916-EBFB5BA80E33}" srcOrd="4" destOrd="0" presId="urn:microsoft.com/office/officeart/2018/2/layout/IconLabelDescriptionList"/>
    <dgm:cxn modelId="{94B0C05B-41A9-4DF0-95DD-6DD5E2E12413}" type="presParOf" srcId="{7D22B64A-F968-48E8-8916-EBFB5BA80E33}" destId="{8FCA205B-6D18-49F0-BF22-C79EF7944BFC}" srcOrd="0" destOrd="0" presId="urn:microsoft.com/office/officeart/2018/2/layout/IconLabelDescriptionList"/>
    <dgm:cxn modelId="{3B00B1B7-EC3B-4856-B9AE-69C1B59A7B9B}" type="presParOf" srcId="{7D22B64A-F968-48E8-8916-EBFB5BA80E33}" destId="{16F8DF9D-7A2D-4E5B-A0AD-65FD4CB80069}" srcOrd="1" destOrd="0" presId="urn:microsoft.com/office/officeart/2018/2/layout/IconLabelDescriptionList"/>
    <dgm:cxn modelId="{95928268-16DC-4A3F-A772-351E48AAB773}" type="presParOf" srcId="{7D22B64A-F968-48E8-8916-EBFB5BA80E33}" destId="{43FC2AFB-CA63-4C53-BAEB-9DD0E1251EFF}" srcOrd="2" destOrd="0" presId="urn:microsoft.com/office/officeart/2018/2/layout/IconLabelDescriptionList"/>
    <dgm:cxn modelId="{AD0FD2CF-68E1-47C9-9E94-4CD053862856}" type="presParOf" srcId="{7D22B64A-F968-48E8-8916-EBFB5BA80E33}" destId="{7E02A573-6888-4C69-B7E3-FEEE33A8BDFA}" srcOrd="3" destOrd="0" presId="urn:microsoft.com/office/officeart/2018/2/layout/IconLabelDescriptionList"/>
    <dgm:cxn modelId="{68C9FB43-A3AB-47F7-9B03-7A4E6F585E2E}" type="presParOf" srcId="{7D22B64A-F968-48E8-8916-EBFB5BA80E33}" destId="{E1C79A64-B930-4CA7-881E-0645B781D274}" srcOrd="4" destOrd="0" presId="urn:microsoft.com/office/officeart/2018/2/layout/IconLabelDescriptionList"/>
    <dgm:cxn modelId="{73F54807-88CD-477A-8B4E-4FBE58487887}" type="presParOf" srcId="{9901412A-7BA3-4DC6-8DAE-4CFE14E12CED}" destId="{6249FF2B-D556-4677-85C3-034EA2319CF2}" srcOrd="5" destOrd="0" presId="urn:microsoft.com/office/officeart/2018/2/layout/IconLabelDescriptionList"/>
    <dgm:cxn modelId="{E069AF20-6697-42EE-9FBB-3CE93EB3BDD4}" type="presParOf" srcId="{9901412A-7BA3-4DC6-8DAE-4CFE14E12CED}" destId="{012C2FFE-94BD-4F5E-80CE-FC1E9427EFF5}" srcOrd="6" destOrd="0" presId="urn:microsoft.com/office/officeart/2018/2/layout/IconLabelDescriptionList"/>
    <dgm:cxn modelId="{AC5008DB-1BFE-4B77-A4ED-286565B6EF3C}" type="presParOf" srcId="{012C2FFE-94BD-4F5E-80CE-FC1E9427EFF5}" destId="{55ABBC39-01F4-4517-B35A-6238A5BA3697}" srcOrd="0" destOrd="0" presId="urn:microsoft.com/office/officeart/2018/2/layout/IconLabelDescriptionList"/>
    <dgm:cxn modelId="{007E5322-19D8-460D-A29B-08A803A58C54}" type="presParOf" srcId="{012C2FFE-94BD-4F5E-80CE-FC1E9427EFF5}" destId="{D06EF914-75A3-4558-BA86-74CC25AAD244}" srcOrd="1" destOrd="0" presId="urn:microsoft.com/office/officeart/2018/2/layout/IconLabelDescriptionList"/>
    <dgm:cxn modelId="{9AE66249-FDB1-4C65-8544-107B127B6313}" type="presParOf" srcId="{012C2FFE-94BD-4F5E-80CE-FC1E9427EFF5}" destId="{D6146E51-D8F4-46F1-BF8E-6E014D82B70A}" srcOrd="2" destOrd="0" presId="urn:microsoft.com/office/officeart/2018/2/layout/IconLabelDescriptionList"/>
    <dgm:cxn modelId="{DE258F43-BAD8-438C-9EF2-10F0E0828AF9}" type="presParOf" srcId="{012C2FFE-94BD-4F5E-80CE-FC1E9427EFF5}" destId="{EB572A35-D98E-4A8D-B578-78ED3ADB076D}" srcOrd="3" destOrd="0" presId="urn:microsoft.com/office/officeart/2018/2/layout/IconLabelDescriptionList"/>
    <dgm:cxn modelId="{230F6893-521C-4D6A-9281-DEE55917574D}" type="presParOf" srcId="{012C2FFE-94BD-4F5E-80CE-FC1E9427EFF5}" destId="{52F8DAAA-6A85-4089-9C88-69F02F5829FF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4.xml><?xml version="1.0" encoding="utf-8"?>
<dgm:dataModel xmlns:dgm="http://schemas.openxmlformats.org/drawingml/2006/diagram" xmlns:a="http://schemas.openxmlformats.org/drawingml/2006/main">
  <dgm:ptLst>
    <dgm:pt modelId="{26CBE221-8A0E-4F75-B969-0BF0A4069CBB}" type="doc">
      <dgm:prSet loTypeId="urn:microsoft.com/office/officeart/2005/8/layout/list1" loCatId="list" qsTypeId="urn:microsoft.com/office/officeart/2005/8/quickstyle/simple1" qsCatId="simple" csTypeId="urn:microsoft.com/office/officeart/2005/8/colors/colorful2" csCatId="colorful"/>
      <dgm:spPr/>
      <dgm:t>
        <a:bodyPr/>
        <a:lstStyle/>
        <a:p>
          <a:endParaRPr lang="en-US"/>
        </a:p>
      </dgm:t>
    </dgm:pt>
    <dgm:pt modelId="{B429BC45-CE89-4E08-A6FF-11298E2C2712}">
      <dgm:prSet/>
      <dgm:spPr/>
      <dgm:t>
        <a:bodyPr/>
        <a:lstStyle/>
        <a:p>
          <a:r>
            <a:rPr lang="en-US"/>
            <a:t>The CLTV opcode </a:t>
          </a:r>
        </a:p>
      </dgm:t>
    </dgm:pt>
    <dgm:pt modelId="{CB162A01-914A-46C5-A038-F0404B83E5A6}" type="parTrans" cxnId="{7BA0FA46-AD1C-4FCD-B6C5-B7183905CD56}">
      <dgm:prSet/>
      <dgm:spPr/>
      <dgm:t>
        <a:bodyPr/>
        <a:lstStyle/>
        <a:p>
          <a:endParaRPr lang="en-US"/>
        </a:p>
      </dgm:t>
    </dgm:pt>
    <dgm:pt modelId="{A9D82793-F4B2-4048-A9D5-2821E6B80A34}" type="sibTrans" cxnId="{7BA0FA46-AD1C-4FCD-B6C5-B7183905CD56}">
      <dgm:prSet/>
      <dgm:spPr/>
      <dgm:t>
        <a:bodyPr/>
        <a:lstStyle/>
        <a:p>
          <a:endParaRPr lang="en-US"/>
        </a:p>
      </dgm:t>
    </dgm:pt>
    <dgm:pt modelId="{5AEA9062-2FC8-40EA-AE4A-CAF4E8E23B44}">
      <dgm:prSet/>
      <dgm:spPr/>
      <dgm:t>
        <a:bodyPr/>
        <a:lstStyle/>
        <a:p>
          <a:r>
            <a:rPr lang="en-US"/>
            <a:t>takes one parameter as input, </a:t>
          </a:r>
        </a:p>
      </dgm:t>
    </dgm:pt>
    <dgm:pt modelId="{B7E0B2D4-B2E1-4CFE-8729-844B34DF0BA4}" type="parTrans" cxnId="{5BF45CD6-93CF-42FD-95E5-A8B327443113}">
      <dgm:prSet/>
      <dgm:spPr/>
      <dgm:t>
        <a:bodyPr/>
        <a:lstStyle/>
        <a:p>
          <a:endParaRPr lang="en-US"/>
        </a:p>
      </dgm:t>
    </dgm:pt>
    <dgm:pt modelId="{6CDA3D1C-65BA-433B-A642-8A9520146E10}" type="sibTrans" cxnId="{5BF45CD6-93CF-42FD-95E5-A8B327443113}">
      <dgm:prSet/>
      <dgm:spPr/>
      <dgm:t>
        <a:bodyPr/>
        <a:lstStyle/>
        <a:p>
          <a:endParaRPr lang="en-US"/>
        </a:p>
      </dgm:t>
    </dgm:pt>
    <dgm:pt modelId="{46FF369B-C5BA-496E-B163-07A5F9B49F2E}">
      <dgm:prSet/>
      <dgm:spPr/>
      <dgm:t>
        <a:bodyPr/>
        <a:lstStyle/>
        <a:p>
          <a:r>
            <a:rPr lang="en-US"/>
            <a:t>expressed as a number in the same</a:t>
          </a:r>
          <a:r>
            <a:rPr lang="tr-TR"/>
            <a:t> </a:t>
          </a:r>
          <a:r>
            <a:rPr lang="en-US"/>
            <a:t>format </a:t>
          </a:r>
        </a:p>
      </dgm:t>
    </dgm:pt>
    <dgm:pt modelId="{ABFA189D-A621-48A3-8A41-64579DD3FF7E}" type="parTrans" cxnId="{4229C7AF-29AC-4A7E-BAB7-BA28ADCE4512}">
      <dgm:prSet/>
      <dgm:spPr/>
      <dgm:t>
        <a:bodyPr/>
        <a:lstStyle/>
        <a:p>
          <a:endParaRPr lang="en-US"/>
        </a:p>
      </dgm:t>
    </dgm:pt>
    <dgm:pt modelId="{534E72BD-93BD-4822-BAC2-BADB6232C335}" type="sibTrans" cxnId="{4229C7AF-29AC-4A7E-BAB7-BA28ADCE4512}">
      <dgm:prSet/>
      <dgm:spPr/>
      <dgm:t>
        <a:bodyPr/>
        <a:lstStyle/>
        <a:p>
          <a:endParaRPr lang="en-US"/>
        </a:p>
      </dgm:t>
    </dgm:pt>
    <dgm:pt modelId="{F8AA7B67-DBF3-4332-85A6-ED8182E5D52A}">
      <dgm:prSet/>
      <dgm:spPr/>
      <dgm:t>
        <a:bodyPr/>
        <a:lstStyle/>
        <a:p>
          <a:r>
            <a:rPr lang="en-US"/>
            <a:t>as nLocktime</a:t>
          </a:r>
        </a:p>
      </dgm:t>
    </dgm:pt>
    <dgm:pt modelId="{273BE1C3-A983-443B-A0A4-96E0A34AB51C}" type="parTrans" cxnId="{3407B6C4-9668-4998-B42C-2164CF099C96}">
      <dgm:prSet/>
      <dgm:spPr/>
      <dgm:t>
        <a:bodyPr/>
        <a:lstStyle/>
        <a:p>
          <a:endParaRPr lang="en-US"/>
        </a:p>
      </dgm:t>
    </dgm:pt>
    <dgm:pt modelId="{DC6A574C-2370-492E-AE13-67CA30E1D659}" type="sibTrans" cxnId="{3407B6C4-9668-4998-B42C-2164CF099C96}">
      <dgm:prSet/>
      <dgm:spPr/>
      <dgm:t>
        <a:bodyPr/>
        <a:lstStyle/>
        <a:p>
          <a:endParaRPr lang="en-US"/>
        </a:p>
      </dgm:t>
    </dgm:pt>
    <dgm:pt modelId="{CFC5BF7D-89AE-463E-84E1-2D2C701EFBB5}">
      <dgm:prSet/>
      <dgm:spPr/>
      <dgm:t>
        <a:bodyPr/>
        <a:lstStyle/>
        <a:p>
          <a:r>
            <a:rPr lang="en-US"/>
            <a:t>either a block height or Unix epoch time</a:t>
          </a:r>
        </a:p>
      </dgm:t>
    </dgm:pt>
    <dgm:pt modelId="{63AE8699-3AE8-4800-827F-7F3C08B1B530}" type="parTrans" cxnId="{21C85BF0-842D-4C6F-9CE6-A11E7B2B4250}">
      <dgm:prSet/>
      <dgm:spPr/>
      <dgm:t>
        <a:bodyPr/>
        <a:lstStyle/>
        <a:p>
          <a:endParaRPr lang="en-US"/>
        </a:p>
      </dgm:t>
    </dgm:pt>
    <dgm:pt modelId="{798ABAEB-305A-413D-A3C5-E14C496A38B2}" type="sibTrans" cxnId="{21C85BF0-842D-4C6F-9CE6-A11E7B2B4250}">
      <dgm:prSet/>
      <dgm:spPr/>
      <dgm:t>
        <a:bodyPr/>
        <a:lstStyle/>
        <a:p>
          <a:endParaRPr lang="en-US"/>
        </a:p>
      </dgm:t>
    </dgm:pt>
    <dgm:pt modelId="{A3E920F7-25C1-4875-8394-22B6803CF162}">
      <dgm:prSet/>
      <dgm:spPr/>
      <dgm:t>
        <a:bodyPr/>
        <a:lstStyle/>
        <a:p>
          <a:r>
            <a:rPr lang="en-US"/>
            <a:t>As indicated by the</a:t>
          </a:r>
          <a:r>
            <a:rPr lang="tr-TR"/>
            <a:t> </a:t>
          </a:r>
          <a:r>
            <a:rPr lang="en-US"/>
            <a:t>VERIFY suffix, </a:t>
          </a:r>
        </a:p>
      </dgm:t>
    </dgm:pt>
    <dgm:pt modelId="{3F0AC648-6DBC-4C3F-92D2-6DDC26341283}" type="parTrans" cxnId="{AD037E9D-B739-44B2-8F35-2B0EA5B9AC6A}">
      <dgm:prSet/>
      <dgm:spPr/>
      <dgm:t>
        <a:bodyPr/>
        <a:lstStyle/>
        <a:p>
          <a:endParaRPr lang="en-US"/>
        </a:p>
      </dgm:t>
    </dgm:pt>
    <dgm:pt modelId="{782796D9-19D3-4906-AE6A-D8EFA27C2928}" type="sibTrans" cxnId="{AD037E9D-B739-44B2-8F35-2B0EA5B9AC6A}">
      <dgm:prSet/>
      <dgm:spPr/>
      <dgm:t>
        <a:bodyPr/>
        <a:lstStyle/>
        <a:p>
          <a:endParaRPr lang="en-US"/>
        </a:p>
      </dgm:t>
    </dgm:pt>
    <dgm:pt modelId="{6350D7AE-B030-410E-82AF-676A96734BA7}">
      <dgm:prSet/>
      <dgm:spPr/>
      <dgm:t>
        <a:bodyPr/>
        <a:lstStyle/>
        <a:p>
          <a:r>
            <a:rPr lang="en-US"/>
            <a:t>CLTV is the type of opcode </a:t>
          </a:r>
        </a:p>
      </dgm:t>
    </dgm:pt>
    <dgm:pt modelId="{111AE777-15F8-43F0-9052-B7A0C4AAFF15}" type="parTrans" cxnId="{4FB63D7C-7C8E-470A-9B3B-C1D46788A615}">
      <dgm:prSet/>
      <dgm:spPr/>
      <dgm:t>
        <a:bodyPr/>
        <a:lstStyle/>
        <a:p>
          <a:endParaRPr lang="en-US"/>
        </a:p>
      </dgm:t>
    </dgm:pt>
    <dgm:pt modelId="{BFD18DCB-8A98-405A-A986-C6F4A61745AD}" type="sibTrans" cxnId="{4FB63D7C-7C8E-470A-9B3B-C1D46788A615}">
      <dgm:prSet/>
      <dgm:spPr/>
      <dgm:t>
        <a:bodyPr/>
        <a:lstStyle/>
        <a:p>
          <a:endParaRPr lang="en-US"/>
        </a:p>
      </dgm:t>
    </dgm:pt>
    <dgm:pt modelId="{C6E353DD-ACA6-4CB2-9475-25F867E70225}">
      <dgm:prSet/>
      <dgm:spPr/>
      <dgm:t>
        <a:bodyPr/>
        <a:lstStyle/>
        <a:p>
          <a:r>
            <a:rPr lang="en-US"/>
            <a:t>that halts execution of the script if the outcome</a:t>
          </a:r>
          <a:r>
            <a:rPr lang="tr-TR"/>
            <a:t> </a:t>
          </a:r>
          <a:r>
            <a:rPr lang="en-US"/>
            <a:t>is FALSE. </a:t>
          </a:r>
        </a:p>
      </dgm:t>
    </dgm:pt>
    <dgm:pt modelId="{FC271128-EDC1-495A-8749-41CBB80BF585}" type="parTrans" cxnId="{4455F4FD-5059-4B3B-9D57-44AE43AFFD5D}">
      <dgm:prSet/>
      <dgm:spPr/>
      <dgm:t>
        <a:bodyPr/>
        <a:lstStyle/>
        <a:p>
          <a:endParaRPr lang="en-US"/>
        </a:p>
      </dgm:t>
    </dgm:pt>
    <dgm:pt modelId="{8727040A-2EAD-48EA-86FB-A6E77370F4A2}" type="sibTrans" cxnId="{4455F4FD-5059-4B3B-9D57-44AE43AFFD5D}">
      <dgm:prSet/>
      <dgm:spPr/>
      <dgm:t>
        <a:bodyPr/>
        <a:lstStyle/>
        <a:p>
          <a:endParaRPr lang="en-US"/>
        </a:p>
      </dgm:t>
    </dgm:pt>
    <dgm:pt modelId="{27CA632F-BD40-415C-AC26-AA27C47221FE}">
      <dgm:prSet/>
      <dgm:spPr/>
      <dgm:t>
        <a:bodyPr/>
        <a:lstStyle/>
        <a:p>
          <a:r>
            <a:rPr lang="en-US"/>
            <a:t>If it results in TRUE,</a:t>
          </a:r>
        </a:p>
      </dgm:t>
    </dgm:pt>
    <dgm:pt modelId="{003B811A-2CE7-47DE-BB9F-FF2FBBF325EF}" type="parTrans" cxnId="{8AC4AB5B-1D41-4DE7-9FB4-BE14071520D0}">
      <dgm:prSet/>
      <dgm:spPr/>
      <dgm:t>
        <a:bodyPr/>
        <a:lstStyle/>
        <a:p>
          <a:endParaRPr lang="en-US"/>
        </a:p>
      </dgm:t>
    </dgm:pt>
    <dgm:pt modelId="{CE940A01-D009-4D08-8575-C36FB6D17CD4}" type="sibTrans" cxnId="{8AC4AB5B-1D41-4DE7-9FB4-BE14071520D0}">
      <dgm:prSet/>
      <dgm:spPr/>
      <dgm:t>
        <a:bodyPr/>
        <a:lstStyle/>
        <a:p>
          <a:endParaRPr lang="en-US"/>
        </a:p>
      </dgm:t>
    </dgm:pt>
    <dgm:pt modelId="{17150399-662F-4342-8C59-6BABFC42F22E}">
      <dgm:prSet/>
      <dgm:spPr/>
      <dgm:t>
        <a:bodyPr/>
        <a:lstStyle/>
        <a:p>
          <a:r>
            <a:rPr lang="en-US"/>
            <a:t>execution continues</a:t>
          </a:r>
        </a:p>
      </dgm:t>
    </dgm:pt>
    <dgm:pt modelId="{89FD06A9-E0D5-49FA-BC6B-DB3C9FDA1319}" type="parTrans" cxnId="{CB027C5F-3274-413D-960B-FA1D174106DB}">
      <dgm:prSet/>
      <dgm:spPr/>
      <dgm:t>
        <a:bodyPr/>
        <a:lstStyle/>
        <a:p>
          <a:endParaRPr lang="en-US"/>
        </a:p>
      </dgm:t>
    </dgm:pt>
    <dgm:pt modelId="{8AB848B7-5BEB-49CA-9FE1-23136ACEDFEB}" type="sibTrans" cxnId="{CB027C5F-3274-413D-960B-FA1D174106DB}">
      <dgm:prSet/>
      <dgm:spPr/>
      <dgm:t>
        <a:bodyPr/>
        <a:lstStyle/>
        <a:p>
          <a:endParaRPr lang="en-US"/>
        </a:p>
      </dgm:t>
    </dgm:pt>
    <dgm:pt modelId="{346AFB21-656F-4312-B67E-00C91D4B23E1}" type="pres">
      <dgm:prSet presAssocID="{26CBE221-8A0E-4F75-B969-0BF0A4069CBB}" presName="linear" presStyleCnt="0">
        <dgm:presLayoutVars>
          <dgm:dir/>
          <dgm:animLvl val="lvl"/>
          <dgm:resizeHandles val="exact"/>
        </dgm:presLayoutVars>
      </dgm:prSet>
      <dgm:spPr/>
    </dgm:pt>
    <dgm:pt modelId="{DC0633D9-56CD-48C1-A288-E3CE302D9BAB}" type="pres">
      <dgm:prSet presAssocID="{B429BC45-CE89-4E08-A6FF-11298E2C2712}" presName="parentLin" presStyleCnt="0"/>
      <dgm:spPr/>
    </dgm:pt>
    <dgm:pt modelId="{3169399D-8362-415A-B4D5-E651AAF1C598}" type="pres">
      <dgm:prSet presAssocID="{B429BC45-CE89-4E08-A6FF-11298E2C2712}" presName="parentLeftMargin" presStyleLbl="node1" presStyleIdx="0" presStyleCnt="4"/>
      <dgm:spPr/>
    </dgm:pt>
    <dgm:pt modelId="{934821C9-18C8-4494-89F6-0FE25AADAD9D}" type="pres">
      <dgm:prSet presAssocID="{B429BC45-CE89-4E08-A6FF-11298E2C2712}" presName="parentText" presStyleLbl="node1" presStyleIdx="0" presStyleCnt="4">
        <dgm:presLayoutVars>
          <dgm:chMax val="0"/>
          <dgm:bulletEnabled val="1"/>
        </dgm:presLayoutVars>
      </dgm:prSet>
      <dgm:spPr/>
    </dgm:pt>
    <dgm:pt modelId="{A098B2BF-EECF-41EB-A113-99E786F920AF}" type="pres">
      <dgm:prSet presAssocID="{B429BC45-CE89-4E08-A6FF-11298E2C2712}" presName="negativeSpace" presStyleCnt="0"/>
      <dgm:spPr/>
    </dgm:pt>
    <dgm:pt modelId="{28752905-FD85-4415-8BCF-4B006B8B8514}" type="pres">
      <dgm:prSet presAssocID="{B429BC45-CE89-4E08-A6FF-11298E2C2712}" presName="childText" presStyleLbl="conFgAcc1" presStyleIdx="0" presStyleCnt="4">
        <dgm:presLayoutVars>
          <dgm:bulletEnabled val="1"/>
        </dgm:presLayoutVars>
      </dgm:prSet>
      <dgm:spPr/>
    </dgm:pt>
    <dgm:pt modelId="{117C343E-7F6E-4749-A36E-9F18A8F55D82}" type="pres">
      <dgm:prSet presAssocID="{A9D82793-F4B2-4048-A9D5-2821E6B80A34}" presName="spaceBetweenRectangles" presStyleCnt="0"/>
      <dgm:spPr/>
    </dgm:pt>
    <dgm:pt modelId="{823201E7-924F-47A3-B2FA-A7E9C32D26C6}" type="pres">
      <dgm:prSet presAssocID="{F8AA7B67-DBF3-4332-85A6-ED8182E5D52A}" presName="parentLin" presStyleCnt="0"/>
      <dgm:spPr/>
    </dgm:pt>
    <dgm:pt modelId="{65BD744A-15C8-4E88-8D83-9CC96FD8EE99}" type="pres">
      <dgm:prSet presAssocID="{F8AA7B67-DBF3-4332-85A6-ED8182E5D52A}" presName="parentLeftMargin" presStyleLbl="node1" presStyleIdx="0" presStyleCnt="4"/>
      <dgm:spPr/>
    </dgm:pt>
    <dgm:pt modelId="{FE7D04DE-17AD-4818-9C2B-ABDC978ACA27}" type="pres">
      <dgm:prSet presAssocID="{F8AA7B67-DBF3-4332-85A6-ED8182E5D52A}" presName="parentText" presStyleLbl="node1" presStyleIdx="1" presStyleCnt="4">
        <dgm:presLayoutVars>
          <dgm:chMax val="0"/>
          <dgm:bulletEnabled val="1"/>
        </dgm:presLayoutVars>
      </dgm:prSet>
      <dgm:spPr/>
    </dgm:pt>
    <dgm:pt modelId="{7E6D1577-54E4-45D3-92B4-F52CD84DE81A}" type="pres">
      <dgm:prSet presAssocID="{F8AA7B67-DBF3-4332-85A6-ED8182E5D52A}" presName="negativeSpace" presStyleCnt="0"/>
      <dgm:spPr/>
    </dgm:pt>
    <dgm:pt modelId="{52C31A9C-89B4-4F60-9409-EBEC31876C06}" type="pres">
      <dgm:prSet presAssocID="{F8AA7B67-DBF3-4332-85A6-ED8182E5D52A}" presName="childText" presStyleLbl="conFgAcc1" presStyleIdx="1" presStyleCnt="4">
        <dgm:presLayoutVars>
          <dgm:bulletEnabled val="1"/>
        </dgm:presLayoutVars>
      </dgm:prSet>
      <dgm:spPr/>
    </dgm:pt>
    <dgm:pt modelId="{F7029226-AC9A-436C-8A54-FC1017DA9F4B}" type="pres">
      <dgm:prSet presAssocID="{DC6A574C-2370-492E-AE13-67CA30E1D659}" presName="spaceBetweenRectangles" presStyleCnt="0"/>
      <dgm:spPr/>
    </dgm:pt>
    <dgm:pt modelId="{020E1390-317F-41B5-A03C-CC223CEC99FB}" type="pres">
      <dgm:prSet presAssocID="{A3E920F7-25C1-4875-8394-22B6803CF162}" presName="parentLin" presStyleCnt="0"/>
      <dgm:spPr/>
    </dgm:pt>
    <dgm:pt modelId="{DBB93495-3A67-4E0F-9CFD-FB8E23D47A38}" type="pres">
      <dgm:prSet presAssocID="{A3E920F7-25C1-4875-8394-22B6803CF162}" presName="parentLeftMargin" presStyleLbl="node1" presStyleIdx="1" presStyleCnt="4"/>
      <dgm:spPr/>
    </dgm:pt>
    <dgm:pt modelId="{7526D797-416C-4F83-A2D7-AF7B64B76BA5}" type="pres">
      <dgm:prSet presAssocID="{A3E920F7-25C1-4875-8394-22B6803CF162}" presName="parentText" presStyleLbl="node1" presStyleIdx="2" presStyleCnt="4">
        <dgm:presLayoutVars>
          <dgm:chMax val="0"/>
          <dgm:bulletEnabled val="1"/>
        </dgm:presLayoutVars>
      </dgm:prSet>
      <dgm:spPr/>
    </dgm:pt>
    <dgm:pt modelId="{205B08A1-6381-4525-B637-DF7370150343}" type="pres">
      <dgm:prSet presAssocID="{A3E920F7-25C1-4875-8394-22B6803CF162}" presName="negativeSpace" presStyleCnt="0"/>
      <dgm:spPr/>
    </dgm:pt>
    <dgm:pt modelId="{901E8833-DDBC-4620-8A2F-D08CC378D40A}" type="pres">
      <dgm:prSet presAssocID="{A3E920F7-25C1-4875-8394-22B6803CF162}" presName="childText" presStyleLbl="conFgAcc1" presStyleIdx="2" presStyleCnt="4">
        <dgm:presLayoutVars>
          <dgm:bulletEnabled val="1"/>
        </dgm:presLayoutVars>
      </dgm:prSet>
      <dgm:spPr/>
    </dgm:pt>
    <dgm:pt modelId="{6339E639-8FD8-4B6D-982F-F0D121B1C930}" type="pres">
      <dgm:prSet presAssocID="{782796D9-19D3-4906-AE6A-D8EFA27C2928}" presName="spaceBetweenRectangles" presStyleCnt="0"/>
      <dgm:spPr/>
    </dgm:pt>
    <dgm:pt modelId="{A51C32F0-FBED-47A8-8A1A-9CE580F70493}" type="pres">
      <dgm:prSet presAssocID="{27CA632F-BD40-415C-AC26-AA27C47221FE}" presName="parentLin" presStyleCnt="0"/>
      <dgm:spPr/>
    </dgm:pt>
    <dgm:pt modelId="{6D2BDB83-A192-4BAD-9171-A0BD2D2C2A3F}" type="pres">
      <dgm:prSet presAssocID="{27CA632F-BD40-415C-AC26-AA27C47221FE}" presName="parentLeftMargin" presStyleLbl="node1" presStyleIdx="2" presStyleCnt="4"/>
      <dgm:spPr/>
    </dgm:pt>
    <dgm:pt modelId="{46FD26EC-99D7-4CFE-A2E9-10EDEDE8CB4E}" type="pres">
      <dgm:prSet presAssocID="{27CA632F-BD40-415C-AC26-AA27C47221FE}" presName="parentText" presStyleLbl="node1" presStyleIdx="3" presStyleCnt="4">
        <dgm:presLayoutVars>
          <dgm:chMax val="0"/>
          <dgm:bulletEnabled val="1"/>
        </dgm:presLayoutVars>
      </dgm:prSet>
      <dgm:spPr/>
    </dgm:pt>
    <dgm:pt modelId="{5711B900-6232-4EEC-B527-7D753CF55363}" type="pres">
      <dgm:prSet presAssocID="{27CA632F-BD40-415C-AC26-AA27C47221FE}" presName="negativeSpace" presStyleCnt="0"/>
      <dgm:spPr/>
    </dgm:pt>
    <dgm:pt modelId="{B0FA9E44-660E-4212-BD20-159D2377073A}" type="pres">
      <dgm:prSet presAssocID="{27CA632F-BD40-415C-AC26-AA27C47221FE}" presName="childText" presStyleLbl="conFgAcc1" presStyleIdx="3" presStyleCnt="4">
        <dgm:presLayoutVars>
          <dgm:bulletEnabled val="1"/>
        </dgm:presLayoutVars>
      </dgm:prSet>
      <dgm:spPr/>
    </dgm:pt>
  </dgm:ptLst>
  <dgm:cxnLst>
    <dgm:cxn modelId="{9D721A2D-79BD-4859-9F89-36BFB9389E76}" type="presOf" srcId="{26CBE221-8A0E-4F75-B969-0BF0A4069CBB}" destId="{346AFB21-656F-4312-B67E-00C91D4B23E1}" srcOrd="0" destOrd="0" presId="urn:microsoft.com/office/officeart/2005/8/layout/list1"/>
    <dgm:cxn modelId="{B56C5437-66B9-4F4D-918D-4F06D37D5D72}" type="presOf" srcId="{6350D7AE-B030-410E-82AF-676A96734BA7}" destId="{901E8833-DDBC-4620-8A2F-D08CC378D40A}" srcOrd="0" destOrd="0" presId="urn:microsoft.com/office/officeart/2005/8/layout/list1"/>
    <dgm:cxn modelId="{8AC4AB5B-1D41-4DE7-9FB4-BE14071520D0}" srcId="{26CBE221-8A0E-4F75-B969-0BF0A4069CBB}" destId="{27CA632F-BD40-415C-AC26-AA27C47221FE}" srcOrd="3" destOrd="0" parTransId="{003B811A-2CE7-47DE-BB9F-FF2FBBF325EF}" sibTransId="{CE940A01-D009-4D08-8575-C36FB6D17CD4}"/>
    <dgm:cxn modelId="{CB027C5F-3274-413D-960B-FA1D174106DB}" srcId="{27CA632F-BD40-415C-AC26-AA27C47221FE}" destId="{17150399-662F-4342-8C59-6BABFC42F22E}" srcOrd="0" destOrd="0" parTransId="{89FD06A9-E0D5-49FA-BC6B-DB3C9FDA1319}" sibTransId="{8AB848B7-5BEB-49CA-9FE1-23136ACEDFEB}"/>
    <dgm:cxn modelId="{B53AC543-E818-4CC6-99C3-118BF6F1D02B}" type="presOf" srcId="{B429BC45-CE89-4E08-A6FF-11298E2C2712}" destId="{3169399D-8362-415A-B4D5-E651AAF1C598}" srcOrd="0" destOrd="0" presId="urn:microsoft.com/office/officeart/2005/8/layout/list1"/>
    <dgm:cxn modelId="{7BA0FA46-AD1C-4FCD-B6C5-B7183905CD56}" srcId="{26CBE221-8A0E-4F75-B969-0BF0A4069CBB}" destId="{B429BC45-CE89-4E08-A6FF-11298E2C2712}" srcOrd="0" destOrd="0" parTransId="{CB162A01-914A-46C5-A038-F0404B83E5A6}" sibTransId="{A9D82793-F4B2-4048-A9D5-2821E6B80A34}"/>
    <dgm:cxn modelId="{6D53A06C-F124-429F-962D-F5F15C046F0D}" type="presOf" srcId="{A3E920F7-25C1-4875-8394-22B6803CF162}" destId="{7526D797-416C-4F83-A2D7-AF7B64B76BA5}" srcOrd="1" destOrd="0" presId="urn:microsoft.com/office/officeart/2005/8/layout/list1"/>
    <dgm:cxn modelId="{0D19F17B-D098-479B-A8D6-8D257F25CA18}" type="presOf" srcId="{5AEA9062-2FC8-40EA-AE4A-CAF4E8E23B44}" destId="{28752905-FD85-4415-8BCF-4B006B8B8514}" srcOrd="0" destOrd="0" presId="urn:microsoft.com/office/officeart/2005/8/layout/list1"/>
    <dgm:cxn modelId="{4FB63D7C-7C8E-470A-9B3B-C1D46788A615}" srcId="{A3E920F7-25C1-4875-8394-22B6803CF162}" destId="{6350D7AE-B030-410E-82AF-676A96734BA7}" srcOrd="0" destOrd="0" parTransId="{111AE777-15F8-43F0-9052-B7A0C4AAFF15}" sibTransId="{BFD18DCB-8A98-405A-A986-C6F4A61745AD}"/>
    <dgm:cxn modelId="{D6CDD287-FF42-4347-A30D-849A8B1EED00}" type="presOf" srcId="{17150399-662F-4342-8C59-6BABFC42F22E}" destId="{B0FA9E44-660E-4212-BD20-159D2377073A}" srcOrd="0" destOrd="0" presId="urn:microsoft.com/office/officeart/2005/8/layout/list1"/>
    <dgm:cxn modelId="{AA0D6A90-C7D4-4914-8102-366EE57E1D1E}" type="presOf" srcId="{CFC5BF7D-89AE-463E-84E1-2D2C701EFBB5}" destId="{52C31A9C-89B4-4F60-9409-EBEC31876C06}" srcOrd="0" destOrd="0" presId="urn:microsoft.com/office/officeart/2005/8/layout/list1"/>
    <dgm:cxn modelId="{F2B19B90-7954-4680-A043-0871B8D35C1D}" type="presOf" srcId="{C6E353DD-ACA6-4CB2-9475-25F867E70225}" destId="{901E8833-DDBC-4620-8A2F-D08CC378D40A}" srcOrd="0" destOrd="1" presId="urn:microsoft.com/office/officeart/2005/8/layout/list1"/>
    <dgm:cxn modelId="{AD037E9D-B739-44B2-8F35-2B0EA5B9AC6A}" srcId="{26CBE221-8A0E-4F75-B969-0BF0A4069CBB}" destId="{A3E920F7-25C1-4875-8394-22B6803CF162}" srcOrd="2" destOrd="0" parTransId="{3F0AC648-6DBC-4C3F-92D2-6DDC26341283}" sibTransId="{782796D9-19D3-4906-AE6A-D8EFA27C2928}"/>
    <dgm:cxn modelId="{E43AD6A4-2481-498B-8812-AF2E05A4D663}" type="presOf" srcId="{46FF369B-C5BA-496E-B163-07A5F9B49F2E}" destId="{28752905-FD85-4415-8BCF-4B006B8B8514}" srcOrd="0" destOrd="1" presId="urn:microsoft.com/office/officeart/2005/8/layout/list1"/>
    <dgm:cxn modelId="{4229C7AF-29AC-4A7E-BAB7-BA28ADCE4512}" srcId="{B429BC45-CE89-4E08-A6FF-11298E2C2712}" destId="{46FF369B-C5BA-496E-B163-07A5F9B49F2E}" srcOrd="1" destOrd="0" parTransId="{ABFA189D-A621-48A3-8A41-64579DD3FF7E}" sibTransId="{534E72BD-93BD-4822-BAC2-BADB6232C335}"/>
    <dgm:cxn modelId="{E65CB0BA-A183-4E25-B883-D954F5F71C79}" type="presOf" srcId="{F8AA7B67-DBF3-4332-85A6-ED8182E5D52A}" destId="{65BD744A-15C8-4E88-8D83-9CC96FD8EE99}" srcOrd="0" destOrd="0" presId="urn:microsoft.com/office/officeart/2005/8/layout/list1"/>
    <dgm:cxn modelId="{3407B6C4-9668-4998-B42C-2164CF099C96}" srcId="{26CBE221-8A0E-4F75-B969-0BF0A4069CBB}" destId="{F8AA7B67-DBF3-4332-85A6-ED8182E5D52A}" srcOrd="1" destOrd="0" parTransId="{273BE1C3-A983-443B-A0A4-96E0A34AB51C}" sibTransId="{DC6A574C-2370-492E-AE13-67CA30E1D659}"/>
    <dgm:cxn modelId="{5BF45CD6-93CF-42FD-95E5-A8B327443113}" srcId="{B429BC45-CE89-4E08-A6FF-11298E2C2712}" destId="{5AEA9062-2FC8-40EA-AE4A-CAF4E8E23B44}" srcOrd="0" destOrd="0" parTransId="{B7E0B2D4-B2E1-4CFE-8729-844B34DF0BA4}" sibTransId="{6CDA3D1C-65BA-433B-A642-8A9520146E10}"/>
    <dgm:cxn modelId="{1D331EDD-1346-4EDB-B440-A8B6BD3244F7}" type="presOf" srcId="{F8AA7B67-DBF3-4332-85A6-ED8182E5D52A}" destId="{FE7D04DE-17AD-4818-9C2B-ABDC978ACA27}" srcOrd="1" destOrd="0" presId="urn:microsoft.com/office/officeart/2005/8/layout/list1"/>
    <dgm:cxn modelId="{E891EEE3-2E75-4AE7-A8B7-4DBD25A47053}" type="presOf" srcId="{27CA632F-BD40-415C-AC26-AA27C47221FE}" destId="{6D2BDB83-A192-4BAD-9171-A0BD2D2C2A3F}" srcOrd="0" destOrd="0" presId="urn:microsoft.com/office/officeart/2005/8/layout/list1"/>
    <dgm:cxn modelId="{F39B1FEF-9F57-4992-867E-30A6BD0F145A}" type="presOf" srcId="{27CA632F-BD40-415C-AC26-AA27C47221FE}" destId="{46FD26EC-99D7-4CFE-A2E9-10EDEDE8CB4E}" srcOrd="1" destOrd="0" presId="urn:microsoft.com/office/officeart/2005/8/layout/list1"/>
    <dgm:cxn modelId="{21C85BF0-842D-4C6F-9CE6-A11E7B2B4250}" srcId="{F8AA7B67-DBF3-4332-85A6-ED8182E5D52A}" destId="{CFC5BF7D-89AE-463E-84E1-2D2C701EFBB5}" srcOrd="0" destOrd="0" parTransId="{63AE8699-3AE8-4800-827F-7F3C08B1B530}" sibTransId="{798ABAEB-305A-413D-A3C5-E14C496A38B2}"/>
    <dgm:cxn modelId="{238680F4-1B66-4CAE-9F08-5F7968882A9C}" type="presOf" srcId="{B429BC45-CE89-4E08-A6FF-11298E2C2712}" destId="{934821C9-18C8-4494-89F6-0FE25AADAD9D}" srcOrd="1" destOrd="0" presId="urn:microsoft.com/office/officeart/2005/8/layout/list1"/>
    <dgm:cxn modelId="{51DC6FF8-01B3-48F7-96B9-B187D007481C}" type="presOf" srcId="{A3E920F7-25C1-4875-8394-22B6803CF162}" destId="{DBB93495-3A67-4E0F-9CFD-FB8E23D47A38}" srcOrd="0" destOrd="0" presId="urn:microsoft.com/office/officeart/2005/8/layout/list1"/>
    <dgm:cxn modelId="{4455F4FD-5059-4B3B-9D57-44AE43AFFD5D}" srcId="{A3E920F7-25C1-4875-8394-22B6803CF162}" destId="{C6E353DD-ACA6-4CB2-9475-25F867E70225}" srcOrd="1" destOrd="0" parTransId="{FC271128-EDC1-495A-8749-41CBB80BF585}" sibTransId="{8727040A-2EAD-48EA-86FB-A6E77370F4A2}"/>
    <dgm:cxn modelId="{18E788E7-31B8-47FC-8E79-9ED21583AF97}" type="presParOf" srcId="{346AFB21-656F-4312-B67E-00C91D4B23E1}" destId="{DC0633D9-56CD-48C1-A288-E3CE302D9BAB}" srcOrd="0" destOrd="0" presId="urn:microsoft.com/office/officeart/2005/8/layout/list1"/>
    <dgm:cxn modelId="{C7EBCEE4-EB37-44EC-968A-B137966CF338}" type="presParOf" srcId="{DC0633D9-56CD-48C1-A288-E3CE302D9BAB}" destId="{3169399D-8362-415A-B4D5-E651AAF1C598}" srcOrd="0" destOrd="0" presId="urn:microsoft.com/office/officeart/2005/8/layout/list1"/>
    <dgm:cxn modelId="{C09F4184-6193-4CBB-8B28-DBC03C305EB5}" type="presParOf" srcId="{DC0633D9-56CD-48C1-A288-E3CE302D9BAB}" destId="{934821C9-18C8-4494-89F6-0FE25AADAD9D}" srcOrd="1" destOrd="0" presId="urn:microsoft.com/office/officeart/2005/8/layout/list1"/>
    <dgm:cxn modelId="{8D0EE5B5-61CB-446A-8110-BF526D67278B}" type="presParOf" srcId="{346AFB21-656F-4312-B67E-00C91D4B23E1}" destId="{A098B2BF-EECF-41EB-A113-99E786F920AF}" srcOrd="1" destOrd="0" presId="urn:microsoft.com/office/officeart/2005/8/layout/list1"/>
    <dgm:cxn modelId="{E8655430-6BF0-4C1E-896B-77FC115BCC0C}" type="presParOf" srcId="{346AFB21-656F-4312-B67E-00C91D4B23E1}" destId="{28752905-FD85-4415-8BCF-4B006B8B8514}" srcOrd="2" destOrd="0" presId="urn:microsoft.com/office/officeart/2005/8/layout/list1"/>
    <dgm:cxn modelId="{5AA4AF40-DE3A-4822-9FF5-434A2066C625}" type="presParOf" srcId="{346AFB21-656F-4312-B67E-00C91D4B23E1}" destId="{117C343E-7F6E-4749-A36E-9F18A8F55D82}" srcOrd="3" destOrd="0" presId="urn:microsoft.com/office/officeart/2005/8/layout/list1"/>
    <dgm:cxn modelId="{614889B8-0336-4F49-8F79-D2A21D4FAF23}" type="presParOf" srcId="{346AFB21-656F-4312-B67E-00C91D4B23E1}" destId="{823201E7-924F-47A3-B2FA-A7E9C32D26C6}" srcOrd="4" destOrd="0" presId="urn:microsoft.com/office/officeart/2005/8/layout/list1"/>
    <dgm:cxn modelId="{111011A2-0E0E-477A-9C38-DC18B471A728}" type="presParOf" srcId="{823201E7-924F-47A3-B2FA-A7E9C32D26C6}" destId="{65BD744A-15C8-4E88-8D83-9CC96FD8EE99}" srcOrd="0" destOrd="0" presId="urn:microsoft.com/office/officeart/2005/8/layout/list1"/>
    <dgm:cxn modelId="{293B7664-9E7A-4AED-B534-CC4838556281}" type="presParOf" srcId="{823201E7-924F-47A3-B2FA-A7E9C32D26C6}" destId="{FE7D04DE-17AD-4818-9C2B-ABDC978ACA27}" srcOrd="1" destOrd="0" presId="urn:microsoft.com/office/officeart/2005/8/layout/list1"/>
    <dgm:cxn modelId="{43C1DD4D-3F8E-42E1-AC47-8B1D34A1C499}" type="presParOf" srcId="{346AFB21-656F-4312-B67E-00C91D4B23E1}" destId="{7E6D1577-54E4-45D3-92B4-F52CD84DE81A}" srcOrd="5" destOrd="0" presId="urn:microsoft.com/office/officeart/2005/8/layout/list1"/>
    <dgm:cxn modelId="{D119B055-4E8A-496F-B1E5-7BE9B82110BA}" type="presParOf" srcId="{346AFB21-656F-4312-B67E-00C91D4B23E1}" destId="{52C31A9C-89B4-4F60-9409-EBEC31876C06}" srcOrd="6" destOrd="0" presId="urn:microsoft.com/office/officeart/2005/8/layout/list1"/>
    <dgm:cxn modelId="{B8B4DDE7-3121-477B-A190-A09A6DE9075F}" type="presParOf" srcId="{346AFB21-656F-4312-B67E-00C91D4B23E1}" destId="{F7029226-AC9A-436C-8A54-FC1017DA9F4B}" srcOrd="7" destOrd="0" presId="urn:microsoft.com/office/officeart/2005/8/layout/list1"/>
    <dgm:cxn modelId="{BECB9517-B8F9-41A2-9FC2-FE3CBB47746C}" type="presParOf" srcId="{346AFB21-656F-4312-B67E-00C91D4B23E1}" destId="{020E1390-317F-41B5-A03C-CC223CEC99FB}" srcOrd="8" destOrd="0" presId="urn:microsoft.com/office/officeart/2005/8/layout/list1"/>
    <dgm:cxn modelId="{CD164B1F-5C27-498B-89F1-45CD96D82348}" type="presParOf" srcId="{020E1390-317F-41B5-A03C-CC223CEC99FB}" destId="{DBB93495-3A67-4E0F-9CFD-FB8E23D47A38}" srcOrd="0" destOrd="0" presId="urn:microsoft.com/office/officeart/2005/8/layout/list1"/>
    <dgm:cxn modelId="{467B461C-1744-44F5-8276-C20BBD81FFF4}" type="presParOf" srcId="{020E1390-317F-41B5-A03C-CC223CEC99FB}" destId="{7526D797-416C-4F83-A2D7-AF7B64B76BA5}" srcOrd="1" destOrd="0" presId="urn:microsoft.com/office/officeart/2005/8/layout/list1"/>
    <dgm:cxn modelId="{5D23A8A8-8AF2-425D-A867-720BC678CC63}" type="presParOf" srcId="{346AFB21-656F-4312-B67E-00C91D4B23E1}" destId="{205B08A1-6381-4525-B637-DF7370150343}" srcOrd="9" destOrd="0" presId="urn:microsoft.com/office/officeart/2005/8/layout/list1"/>
    <dgm:cxn modelId="{2451D8EA-53DE-40A0-91EC-BB448EF29C05}" type="presParOf" srcId="{346AFB21-656F-4312-B67E-00C91D4B23E1}" destId="{901E8833-DDBC-4620-8A2F-D08CC378D40A}" srcOrd="10" destOrd="0" presId="urn:microsoft.com/office/officeart/2005/8/layout/list1"/>
    <dgm:cxn modelId="{CB5FF5F0-C846-43F1-B710-471D49E2C70E}" type="presParOf" srcId="{346AFB21-656F-4312-B67E-00C91D4B23E1}" destId="{6339E639-8FD8-4B6D-982F-F0D121B1C930}" srcOrd="11" destOrd="0" presId="urn:microsoft.com/office/officeart/2005/8/layout/list1"/>
    <dgm:cxn modelId="{FE9DF240-2000-4DC1-9E88-F674EA00184B}" type="presParOf" srcId="{346AFB21-656F-4312-B67E-00C91D4B23E1}" destId="{A51C32F0-FBED-47A8-8A1A-9CE580F70493}" srcOrd="12" destOrd="0" presId="urn:microsoft.com/office/officeart/2005/8/layout/list1"/>
    <dgm:cxn modelId="{4441BCB8-597B-4737-8D9D-D23126EBC287}" type="presParOf" srcId="{A51C32F0-FBED-47A8-8A1A-9CE580F70493}" destId="{6D2BDB83-A192-4BAD-9171-A0BD2D2C2A3F}" srcOrd="0" destOrd="0" presId="urn:microsoft.com/office/officeart/2005/8/layout/list1"/>
    <dgm:cxn modelId="{9CEF9040-8AEF-47AF-83BB-80E6EEE45A4F}" type="presParOf" srcId="{A51C32F0-FBED-47A8-8A1A-9CE580F70493}" destId="{46FD26EC-99D7-4CFE-A2E9-10EDEDE8CB4E}" srcOrd="1" destOrd="0" presId="urn:microsoft.com/office/officeart/2005/8/layout/list1"/>
    <dgm:cxn modelId="{A9202C11-CE62-472D-A019-F98900FBDF3E}" type="presParOf" srcId="{346AFB21-656F-4312-B67E-00C91D4B23E1}" destId="{5711B900-6232-4EEC-B527-7D753CF55363}" srcOrd="13" destOrd="0" presId="urn:microsoft.com/office/officeart/2005/8/layout/list1"/>
    <dgm:cxn modelId="{56AAF285-0E79-41FF-BD4E-C57AD6C4181B}" type="presParOf" srcId="{346AFB21-656F-4312-B67E-00C91D4B23E1}" destId="{B0FA9E44-660E-4212-BD20-159D2377073A}" srcOrd="14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5.xml><?xml version="1.0" encoding="utf-8"?>
<dgm:dataModel xmlns:dgm="http://schemas.openxmlformats.org/drawingml/2006/diagram" xmlns:a="http://schemas.openxmlformats.org/drawingml/2006/main">
  <dgm:ptLst>
    <dgm:pt modelId="{DD2EE0EC-5C55-494F-B7B1-34DED3AA22B7}" type="doc">
      <dgm:prSet loTypeId="urn:microsoft.com/office/officeart/2005/8/layout/list1" loCatId="list" qsTypeId="urn:microsoft.com/office/officeart/2005/8/quickstyle/simple1" qsCatId="simple" csTypeId="urn:microsoft.com/office/officeart/2005/8/colors/colorful2" csCatId="colorful"/>
      <dgm:spPr/>
      <dgm:t>
        <a:bodyPr/>
        <a:lstStyle/>
        <a:p>
          <a:endParaRPr lang="en-US"/>
        </a:p>
      </dgm:t>
    </dgm:pt>
    <dgm:pt modelId="{78079018-AA40-46C9-9261-861AD72E579A}">
      <dgm:prSet/>
      <dgm:spPr/>
      <dgm:t>
        <a:bodyPr/>
        <a:lstStyle/>
        <a:p>
          <a:r>
            <a:rPr lang="en-US"/>
            <a:t>In order to lock an output with CLTV, </a:t>
          </a:r>
        </a:p>
      </dgm:t>
    </dgm:pt>
    <dgm:pt modelId="{08732AB5-AAB4-43F0-832B-13D429F67F45}" type="parTrans" cxnId="{3589E89C-DD2B-47D2-ABB8-DC7991B0BA68}">
      <dgm:prSet/>
      <dgm:spPr/>
      <dgm:t>
        <a:bodyPr/>
        <a:lstStyle/>
        <a:p>
          <a:endParaRPr lang="en-US"/>
        </a:p>
      </dgm:t>
    </dgm:pt>
    <dgm:pt modelId="{8A60511A-2F5C-4B93-8240-42D16959558A}" type="sibTrans" cxnId="{3589E89C-DD2B-47D2-ABB8-DC7991B0BA68}">
      <dgm:prSet/>
      <dgm:spPr/>
      <dgm:t>
        <a:bodyPr/>
        <a:lstStyle/>
        <a:p>
          <a:endParaRPr lang="en-US"/>
        </a:p>
      </dgm:t>
    </dgm:pt>
    <dgm:pt modelId="{E244AA45-BC91-4112-B03F-0F15385874AE}">
      <dgm:prSet/>
      <dgm:spPr/>
      <dgm:t>
        <a:bodyPr/>
        <a:lstStyle/>
        <a:p>
          <a:r>
            <a:rPr lang="en-US"/>
            <a:t>you insert it into the redeem script of the output</a:t>
          </a:r>
          <a:r>
            <a:rPr lang="tr-TR"/>
            <a:t> </a:t>
          </a:r>
          <a:endParaRPr lang="en-US"/>
        </a:p>
      </dgm:t>
    </dgm:pt>
    <dgm:pt modelId="{D2DEFD65-6BEE-4592-B6B3-9018C9895011}" type="parTrans" cxnId="{2F80EE28-78EE-4AA0-A69A-14E6BFF6D113}">
      <dgm:prSet/>
      <dgm:spPr/>
      <dgm:t>
        <a:bodyPr/>
        <a:lstStyle/>
        <a:p>
          <a:endParaRPr lang="en-US"/>
        </a:p>
      </dgm:t>
    </dgm:pt>
    <dgm:pt modelId="{0066F5A0-33AF-4FD9-A546-50E0E2DE15AB}" type="sibTrans" cxnId="{2F80EE28-78EE-4AA0-A69A-14E6BFF6D113}">
      <dgm:prSet/>
      <dgm:spPr/>
      <dgm:t>
        <a:bodyPr/>
        <a:lstStyle/>
        <a:p>
          <a:endParaRPr lang="en-US"/>
        </a:p>
      </dgm:t>
    </dgm:pt>
    <dgm:pt modelId="{47756C95-A540-447E-9110-2391FD2FFDC2}">
      <dgm:prSet/>
      <dgm:spPr/>
      <dgm:t>
        <a:bodyPr/>
        <a:lstStyle/>
        <a:p>
          <a:r>
            <a:rPr lang="en-US"/>
            <a:t>in the transaction that creates the output.</a:t>
          </a:r>
        </a:p>
      </dgm:t>
    </dgm:pt>
    <dgm:pt modelId="{DCE22265-E186-45F2-83E2-93B620544769}" type="parTrans" cxnId="{033B18E8-D292-41EB-86DD-19E8319E80EB}">
      <dgm:prSet/>
      <dgm:spPr/>
      <dgm:t>
        <a:bodyPr/>
        <a:lstStyle/>
        <a:p>
          <a:endParaRPr lang="en-US"/>
        </a:p>
      </dgm:t>
    </dgm:pt>
    <dgm:pt modelId="{0D217F9A-0AAF-4E26-B86F-FCD463033653}" type="sibTrans" cxnId="{033B18E8-D292-41EB-86DD-19E8319E80EB}">
      <dgm:prSet/>
      <dgm:spPr/>
      <dgm:t>
        <a:bodyPr/>
        <a:lstStyle/>
        <a:p>
          <a:endParaRPr lang="en-US"/>
        </a:p>
      </dgm:t>
    </dgm:pt>
    <dgm:pt modelId="{B8C7138A-701A-4422-A516-BA6312D966EE}">
      <dgm:prSet/>
      <dgm:spPr/>
      <dgm:t>
        <a:bodyPr/>
        <a:lstStyle/>
        <a:p>
          <a:r>
            <a:rPr lang="tr-TR"/>
            <a:t>P2PKH script</a:t>
          </a:r>
          <a:endParaRPr lang="en-US"/>
        </a:p>
      </dgm:t>
    </dgm:pt>
    <dgm:pt modelId="{1B61CF68-EC58-4609-BF2E-7940DCE5960D}" type="parTrans" cxnId="{22EF2A14-CEBA-452E-A8D3-24D4B2553533}">
      <dgm:prSet/>
      <dgm:spPr/>
      <dgm:t>
        <a:bodyPr/>
        <a:lstStyle/>
        <a:p>
          <a:endParaRPr lang="en-US"/>
        </a:p>
      </dgm:t>
    </dgm:pt>
    <dgm:pt modelId="{E788C7C6-E6DC-48C6-8C57-477953B408EC}" type="sibTrans" cxnId="{22EF2A14-CEBA-452E-A8D3-24D4B2553533}">
      <dgm:prSet/>
      <dgm:spPr/>
      <dgm:t>
        <a:bodyPr/>
        <a:lstStyle/>
        <a:p>
          <a:endParaRPr lang="en-US"/>
        </a:p>
      </dgm:t>
    </dgm:pt>
    <dgm:pt modelId="{8EA8E974-E77C-41F9-AAAB-E2454A9F021D}">
      <dgm:prSet/>
      <dgm:spPr/>
      <dgm:t>
        <a:bodyPr/>
        <a:lstStyle/>
        <a:p>
          <a:r>
            <a:rPr lang="en-US"/>
            <a:t>DUP HASH160 &lt;Bob's Public Key Hash&gt; EQUALVERIFY CHECKSIG</a:t>
          </a:r>
        </a:p>
      </dgm:t>
    </dgm:pt>
    <dgm:pt modelId="{7BD207DA-7BF8-498A-9086-E45774C359B1}" type="parTrans" cxnId="{474D6558-72FF-4873-B4F9-854D3871F7BC}">
      <dgm:prSet/>
      <dgm:spPr/>
      <dgm:t>
        <a:bodyPr/>
        <a:lstStyle/>
        <a:p>
          <a:endParaRPr lang="en-US"/>
        </a:p>
      </dgm:t>
    </dgm:pt>
    <dgm:pt modelId="{62BC4B3D-E81B-4A82-AF03-241AA3B5E69D}" type="sibTrans" cxnId="{474D6558-72FF-4873-B4F9-854D3871F7BC}">
      <dgm:prSet/>
      <dgm:spPr/>
      <dgm:t>
        <a:bodyPr/>
        <a:lstStyle/>
        <a:p>
          <a:endParaRPr lang="en-US"/>
        </a:p>
      </dgm:t>
    </dgm:pt>
    <dgm:pt modelId="{62006C03-36D0-498B-86F2-A901D2698A6B}">
      <dgm:prSet/>
      <dgm:spPr/>
      <dgm:t>
        <a:bodyPr/>
        <a:lstStyle/>
        <a:p>
          <a:r>
            <a:rPr lang="tr-TR"/>
            <a:t>P2SH transaction with a redeem script</a:t>
          </a:r>
          <a:endParaRPr lang="en-US"/>
        </a:p>
      </dgm:t>
    </dgm:pt>
    <dgm:pt modelId="{97973C1D-42B3-4E7E-87AA-690F841B9FE4}" type="parTrans" cxnId="{9B2FEE13-53EA-4D29-9B69-7764CB31B18B}">
      <dgm:prSet/>
      <dgm:spPr/>
      <dgm:t>
        <a:bodyPr/>
        <a:lstStyle/>
        <a:p>
          <a:endParaRPr lang="en-US"/>
        </a:p>
      </dgm:t>
    </dgm:pt>
    <dgm:pt modelId="{1AD3BBDA-31D0-4C90-B74C-A9447BDB311F}" type="sibTrans" cxnId="{9B2FEE13-53EA-4D29-9B69-7764CB31B18B}">
      <dgm:prSet/>
      <dgm:spPr/>
      <dgm:t>
        <a:bodyPr/>
        <a:lstStyle/>
        <a:p>
          <a:endParaRPr lang="en-US"/>
        </a:p>
      </dgm:t>
    </dgm:pt>
    <dgm:pt modelId="{63E2B79F-A3D4-4EDD-8E68-978AC98133AB}">
      <dgm:prSet/>
      <dgm:spPr/>
      <dgm:t>
        <a:bodyPr/>
        <a:lstStyle/>
        <a:p>
          <a:r>
            <a:rPr lang="en-US"/>
            <a:t>&lt;now + 3 months&gt; CHECKLOCKTIMEVERIFY DROP DUP HASH160 &lt;Bob's Public Key Hash&gt;</a:t>
          </a:r>
          <a:r>
            <a:rPr lang="tr-TR"/>
            <a:t> EQUALVERIFY CHECKSIG</a:t>
          </a:r>
          <a:endParaRPr lang="en-US"/>
        </a:p>
      </dgm:t>
    </dgm:pt>
    <dgm:pt modelId="{A4F6E80A-C35D-4FBC-90A5-2D016BA0C8E6}" type="parTrans" cxnId="{E0DEAD4E-D794-406B-8500-A94013032CF5}">
      <dgm:prSet/>
      <dgm:spPr/>
      <dgm:t>
        <a:bodyPr/>
        <a:lstStyle/>
        <a:p>
          <a:endParaRPr lang="en-US"/>
        </a:p>
      </dgm:t>
    </dgm:pt>
    <dgm:pt modelId="{A30055DF-3C0D-4A00-86EA-69E6A83BF9D1}" type="sibTrans" cxnId="{E0DEAD4E-D794-406B-8500-A94013032CF5}">
      <dgm:prSet/>
      <dgm:spPr/>
      <dgm:t>
        <a:bodyPr/>
        <a:lstStyle/>
        <a:p>
          <a:endParaRPr lang="en-US"/>
        </a:p>
      </dgm:t>
    </dgm:pt>
    <dgm:pt modelId="{49ABDEDA-5AD1-4724-AFA6-DFCC5205B32F}" type="pres">
      <dgm:prSet presAssocID="{DD2EE0EC-5C55-494F-B7B1-34DED3AA22B7}" presName="linear" presStyleCnt="0">
        <dgm:presLayoutVars>
          <dgm:dir/>
          <dgm:animLvl val="lvl"/>
          <dgm:resizeHandles val="exact"/>
        </dgm:presLayoutVars>
      </dgm:prSet>
      <dgm:spPr/>
    </dgm:pt>
    <dgm:pt modelId="{65AE3B8C-5ECF-4481-B57A-A5D3D3238B13}" type="pres">
      <dgm:prSet presAssocID="{78079018-AA40-46C9-9261-861AD72E579A}" presName="parentLin" presStyleCnt="0"/>
      <dgm:spPr/>
    </dgm:pt>
    <dgm:pt modelId="{753364C3-ADEA-40D1-8585-A328A2CD806B}" type="pres">
      <dgm:prSet presAssocID="{78079018-AA40-46C9-9261-861AD72E579A}" presName="parentLeftMargin" presStyleLbl="node1" presStyleIdx="0" presStyleCnt="3"/>
      <dgm:spPr/>
    </dgm:pt>
    <dgm:pt modelId="{D00EA660-9178-4DFC-8E7C-4DBC53893E20}" type="pres">
      <dgm:prSet presAssocID="{78079018-AA40-46C9-9261-861AD72E579A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DA288FA1-163B-4C4E-A637-9E4E4D2102C7}" type="pres">
      <dgm:prSet presAssocID="{78079018-AA40-46C9-9261-861AD72E579A}" presName="negativeSpace" presStyleCnt="0"/>
      <dgm:spPr/>
    </dgm:pt>
    <dgm:pt modelId="{6A62C4EA-DFEB-44DD-A00D-25B7DD4EBA0E}" type="pres">
      <dgm:prSet presAssocID="{78079018-AA40-46C9-9261-861AD72E579A}" presName="childText" presStyleLbl="conFgAcc1" presStyleIdx="0" presStyleCnt="3">
        <dgm:presLayoutVars>
          <dgm:bulletEnabled val="1"/>
        </dgm:presLayoutVars>
      </dgm:prSet>
      <dgm:spPr/>
    </dgm:pt>
    <dgm:pt modelId="{38D2F0EA-00BD-4A4A-944A-3670CA418E83}" type="pres">
      <dgm:prSet presAssocID="{8A60511A-2F5C-4B93-8240-42D16959558A}" presName="spaceBetweenRectangles" presStyleCnt="0"/>
      <dgm:spPr/>
    </dgm:pt>
    <dgm:pt modelId="{89DB0D51-C7AD-4A19-92CD-CF2644869E4D}" type="pres">
      <dgm:prSet presAssocID="{B8C7138A-701A-4422-A516-BA6312D966EE}" presName="parentLin" presStyleCnt="0"/>
      <dgm:spPr/>
    </dgm:pt>
    <dgm:pt modelId="{540DAE6B-5572-437A-91DB-E59008C42043}" type="pres">
      <dgm:prSet presAssocID="{B8C7138A-701A-4422-A516-BA6312D966EE}" presName="parentLeftMargin" presStyleLbl="node1" presStyleIdx="0" presStyleCnt="3"/>
      <dgm:spPr/>
    </dgm:pt>
    <dgm:pt modelId="{B5A970CF-CB8C-4A42-A1B5-773B52EB2407}" type="pres">
      <dgm:prSet presAssocID="{B8C7138A-701A-4422-A516-BA6312D966EE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B683E2EC-0F40-4240-8F8F-C07CDB3A1A00}" type="pres">
      <dgm:prSet presAssocID="{B8C7138A-701A-4422-A516-BA6312D966EE}" presName="negativeSpace" presStyleCnt="0"/>
      <dgm:spPr/>
    </dgm:pt>
    <dgm:pt modelId="{C243FD4F-16E7-42FF-94C2-0533834E1BD6}" type="pres">
      <dgm:prSet presAssocID="{B8C7138A-701A-4422-A516-BA6312D966EE}" presName="childText" presStyleLbl="conFgAcc1" presStyleIdx="1" presStyleCnt="3">
        <dgm:presLayoutVars>
          <dgm:bulletEnabled val="1"/>
        </dgm:presLayoutVars>
      </dgm:prSet>
      <dgm:spPr/>
    </dgm:pt>
    <dgm:pt modelId="{E9F2DC1A-A2F9-482E-937E-B02480377ACD}" type="pres">
      <dgm:prSet presAssocID="{E788C7C6-E6DC-48C6-8C57-477953B408EC}" presName="spaceBetweenRectangles" presStyleCnt="0"/>
      <dgm:spPr/>
    </dgm:pt>
    <dgm:pt modelId="{8D9A16FB-2D96-4EB4-B437-3FF0563CEB85}" type="pres">
      <dgm:prSet presAssocID="{62006C03-36D0-498B-86F2-A901D2698A6B}" presName="parentLin" presStyleCnt="0"/>
      <dgm:spPr/>
    </dgm:pt>
    <dgm:pt modelId="{A9853D52-CB95-4968-8B02-2AFFA32E6C2F}" type="pres">
      <dgm:prSet presAssocID="{62006C03-36D0-498B-86F2-A901D2698A6B}" presName="parentLeftMargin" presStyleLbl="node1" presStyleIdx="1" presStyleCnt="3"/>
      <dgm:spPr/>
    </dgm:pt>
    <dgm:pt modelId="{AE285447-5C60-4233-A4A4-88247A2CA7E7}" type="pres">
      <dgm:prSet presAssocID="{62006C03-36D0-498B-86F2-A901D2698A6B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F04C2B4B-B9B6-4C62-B619-02EA12B16345}" type="pres">
      <dgm:prSet presAssocID="{62006C03-36D0-498B-86F2-A901D2698A6B}" presName="negativeSpace" presStyleCnt="0"/>
      <dgm:spPr/>
    </dgm:pt>
    <dgm:pt modelId="{D00EEEDC-FDCF-45E7-816E-813449A6D661}" type="pres">
      <dgm:prSet presAssocID="{62006C03-36D0-498B-86F2-A901D2698A6B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3513A413-A5E9-40FD-AEAD-DB026E2DB993}" type="presOf" srcId="{78079018-AA40-46C9-9261-861AD72E579A}" destId="{753364C3-ADEA-40D1-8585-A328A2CD806B}" srcOrd="0" destOrd="0" presId="urn:microsoft.com/office/officeart/2005/8/layout/list1"/>
    <dgm:cxn modelId="{9B2FEE13-53EA-4D29-9B69-7764CB31B18B}" srcId="{DD2EE0EC-5C55-494F-B7B1-34DED3AA22B7}" destId="{62006C03-36D0-498B-86F2-A901D2698A6B}" srcOrd="2" destOrd="0" parTransId="{97973C1D-42B3-4E7E-87AA-690F841B9FE4}" sibTransId="{1AD3BBDA-31D0-4C90-B74C-A9447BDB311F}"/>
    <dgm:cxn modelId="{22EF2A14-CEBA-452E-A8D3-24D4B2553533}" srcId="{DD2EE0EC-5C55-494F-B7B1-34DED3AA22B7}" destId="{B8C7138A-701A-4422-A516-BA6312D966EE}" srcOrd="1" destOrd="0" parTransId="{1B61CF68-EC58-4609-BF2E-7940DCE5960D}" sibTransId="{E788C7C6-E6DC-48C6-8C57-477953B408EC}"/>
    <dgm:cxn modelId="{2F80EE28-78EE-4AA0-A69A-14E6BFF6D113}" srcId="{78079018-AA40-46C9-9261-861AD72E579A}" destId="{E244AA45-BC91-4112-B03F-0F15385874AE}" srcOrd="0" destOrd="0" parTransId="{D2DEFD65-6BEE-4592-B6B3-9018C9895011}" sibTransId="{0066F5A0-33AF-4FD9-A546-50E0E2DE15AB}"/>
    <dgm:cxn modelId="{B551B73A-6EF9-4889-B908-0DEED716EA02}" type="presOf" srcId="{62006C03-36D0-498B-86F2-A901D2698A6B}" destId="{AE285447-5C60-4233-A4A4-88247A2CA7E7}" srcOrd="1" destOrd="0" presId="urn:microsoft.com/office/officeart/2005/8/layout/list1"/>
    <dgm:cxn modelId="{E0DEAD4E-D794-406B-8500-A94013032CF5}" srcId="{62006C03-36D0-498B-86F2-A901D2698A6B}" destId="{63E2B79F-A3D4-4EDD-8E68-978AC98133AB}" srcOrd="0" destOrd="0" parTransId="{A4F6E80A-C35D-4FBC-90A5-2D016BA0C8E6}" sibTransId="{A30055DF-3C0D-4A00-86EA-69E6A83BF9D1}"/>
    <dgm:cxn modelId="{474D6558-72FF-4873-B4F9-854D3871F7BC}" srcId="{B8C7138A-701A-4422-A516-BA6312D966EE}" destId="{8EA8E974-E77C-41F9-AAAB-E2454A9F021D}" srcOrd="0" destOrd="0" parTransId="{7BD207DA-7BF8-498A-9086-E45774C359B1}" sibTransId="{62BC4B3D-E81B-4A82-AF03-241AA3B5E69D}"/>
    <dgm:cxn modelId="{E4835C80-AC6E-47E5-AA1B-859DA1254EE5}" type="presOf" srcId="{47756C95-A540-447E-9110-2391FD2FFDC2}" destId="{6A62C4EA-DFEB-44DD-A00D-25B7DD4EBA0E}" srcOrd="0" destOrd="1" presId="urn:microsoft.com/office/officeart/2005/8/layout/list1"/>
    <dgm:cxn modelId="{4410AD8F-FD22-4D1E-A2E8-8E607EF45309}" type="presOf" srcId="{78079018-AA40-46C9-9261-861AD72E579A}" destId="{D00EA660-9178-4DFC-8E7C-4DBC53893E20}" srcOrd="1" destOrd="0" presId="urn:microsoft.com/office/officeart/2005/8/layout/list1"/>
    <dgm:cxn modelId="{588E4399-77D9-4C9C-8051-871D91AF63DA}" type="presOf" srcId="{E244AA45-BC91-4112-B03F-0F15385874AE}" destId="{6A62C4EA-DFEB-44DD-A00D-25B7DD4EBA0E}" srcOrd="0" destOrd="0" presId="urn:microsoft.com/office/officeart/2005/8/layout/list1"/>
    <dgm:cxn modelId="{3589E89C-DD2B-47D2-ABB8-DC7991B0BA68}" srcId="{DD2EE0EC-5C55-494F-B7B1-34DED3AA22B7}" destId="{78079018-AA40-46C9-9261-861AD72E579A}" srcOrd="0" destOrd="0" parTransId="{08732AB5-AAB4-43F0-832B-13D429F67F45}" sibTransId="{8A60511A-2F5C-4B93-8240-42D16959558A}"/>
    <dgm:cxn modelId="{824AB9A3-E0B3-4D94-9AB6-CFC775E466D6}" type="presOf" srcId="{63E2B79F-A3D4-4EDD-8E68-978AC98133AB}" destId="{D00EEEDC-FDCF-45E7-816E-813449A6D661}" srcOrd="0" destOrd="0" presId="urn:microsoft.com/office/officeart/2005/8/layout/list1"/>
    <dgm:cxn modelId="{2EAB04C4-D6BB-4FBE-BED1-DAC118186DC1}" type="presOf" srcId="{62006C03-36D0-498B-86F2-A901D2698A6B}" destId="{A9853D52-CB95-4968-8B02-2AFFA32E6C2F}" srcOrd="0" destOrd="0" presId="urn:microsoft.com/office/officeart/2005/8/layout/list1"/>
    <dgm:cxn modelId="{A762FED5-DF7E-4F97-B261-82AF113F30D3}" type="presOf" srcId="{B8C7138A-701A-4422-A516-BA6312D966EE}" destId="{540DAE6B-5572-437A-91DB-E59008C42043}" srcOrd="0" destOrd="0" presId="urn:microsoft.com/office/officeart/2005/8/layout/list1"/>
    <dgm:cxn modelId="{5DCF4DDD-28B1-4311-B829-CD2D780CD23C}" type="presOf" srcId="{DD2EE0EC-5C55-494F-B7B1-34DED3AA22B7}" destId="{49ABDEDA-5AD1-4724-AFA6-DFCC5205B32F}" srcOrd="0" destOrd="0" presId="urn:microsoft.com/office/officeart/2005/8/layout/list1"/>
    <dgm:cxn modelId="{07D2C2DF-E8AE-4839-B191-A96021EF5A1D}" type="presOf" srcId="{8EA8E974-E77C-41F9-AAAB-E2454A9F021D}" destId="{C243FD4F-16E7-42FF-94C2-0533834E1BD6}" srcOrd="0" destOrd="0" presId="urn:microsoft.com/office/officeart/2005/8/layout/list1"/>
    <dgm:cxn modelId="{033B18E8-D292-41EB-86DD-19E8319E80EB}" srcId="{78079018-AA40-46C9-9261-861AD72E579A}" destId="{47756C95-A540-447E-9110-2391FD2FFDC2}" srcOrd="1" destOrd="0" parTransId="{DCE22265-E186-45F2-83E2-93B620544769}" sibTransId="{0D217F9A-0AAF-4E26-B86F-FCD463033653}"/>
    <dgm:cxn modelId="{41D717FC-8181-4288-BF69-A196A8DA700A}" type="presOf" srcId="{B8C7138A-701A-4422-A516-BA6312D966EE}" destId="{B5A970CF-CB8C-4A42-A1B5-773B52EB2407}" srcOrd="1" destOrd="0" presId="urn:microsoft.com/office/officeart/2005/8/layout/list1"/>
    <dgm:cxn modelId="{DC64F460-7D88-412C-BFBA-0CF5DF79CD94}" type="presParOf" srcId="{49ABDEDA-5AD1-4724-AFA6-DFCC5205B32F}" destId="{65AE3B8C-5ECF-4481-B57A-A5D3D3238B13}" srcOrd="0" destOrd="0" presId="urn:microsoft.com/office/officeart/2005/8/layout/list1"/>
    <dgm:cxn modelId="{846CDDBA-6FA4-43C6-978A-BFBE32888290}" type="presParOf" srcId="{65AE3B8C-5ECF-4481-B57A-A5D3D3238B13}" destId="{753364C3-ADEA-40D1-8585-A328A2CD806B}" srcOrd="0" destOrd="0" presId="urn:microsoft.com/office/officeart/2005/8/layout/list1"/>
    <dgm:cxn modelId="{200A148E-5395-4D3D-8F7F-8EB6B2ED54BA}" type="presParOf" srcId="{65AE3B8C-5ECF-4481-B57A-A5D3D3238B13}" destId="{D00EA660-9178-4DFC-8E7C-4DBC53893E20}" srcOrd="1" destOrd="0" presId="urn:microsoft.com/office/officeart/2005/8/layout/list1"/>
    <dgm:cxn modelId="{088025A8-9714-45BB-8D75-BF77638A3EF3}" type="presParOf" srcId="{49ABDEDA-5AD1-4724-AFA6-DFCC5205B32F}" destId="{DA288FA1-163B-4C4E-A637-9E4E4D2102C7}" srcOrd="1" destOrd="0" presId="urn:microsoft.com/office/officeart/2005/8/layout/list1"/>
    <dgm:cxn modelId="{D636D2F4-E92D-45FB-9EC0-3E274734B6E0}" type="presParOf" srcId="{49ABDEDA-5AD1-4724-AFA6-DFCC5205B32F}" destId="{6A62C4EA-DFEB-44DD-A00D-25B7DD4EBA0E}" srcOrd="2" destOrd="0" presId="urn:microsoft.com/office/officeart/2005/8/layout/list1"/>
    <dgm:cxn modelId="{04A0A954-83D8-459E-9A1B-09D938445FA7}" type="presParOf" srcId="{49ABDEDA-5AD1-4724-AFA6-DFCC5205B32F}" destId="{38D2F0EA-00BD-4A4A-944A-3670CA418E83}" srcOrd="3" destOrd="0" presId="urn:microsoft.com/office/officeart/2005/8/layout/list1"/>
    <dgm:cxn modelId="{672CC6F6-362F-45C3-9C4B-48C4CBA73659}" type="presParOf" srcId="{49ABDEDA-5AD1-4724-AFA6-DFCC5205B32F}" destId="{89DB0D51-C7AD-4A19-92CD-CF2644869E4D}" srcOrd="4" destOrd="0" presId="urn:microsoft.com/office/officeart/2005/8/layout/list1"/>
    <dgm:cxn modelId="{C408A1D4-64D2-439E-B17F-3BEF57AA5D98}" type="presParOf" srcId="{89DB0D51-C7AD-4A19-92CD-CF2644869E4D}" destId="{540DAE6B-5572-437A-91DB-E59008C42043}" srcOrd="0" destOrd="0" presId="urn:microsoft.com/office/officeart/2005/8/layout/list1"/>
    <dgm:cxn modelId="{683A6703-6852-4E7C-ADC7-93C9DC06BF3E}" type="presParOf" srcId="{89DB0D51-C7AD-4A19-92CD-CF2644869E4D}" destId="{B5A970CF-CB8C-4A42-A1B5-773B52EB2407}" srcOrd="1" destOrd="0" presId="urn:microsoft.com/office/officeart/2005/8/layout/list1"/>
    <dgm:cxn modelId="{3F214775-5C0C-4751-BDFA-1A368AF93E5C}" type="presParOf" srcId="{49ABDEDA-5AD1-4724-AFA6-DFCC5205B32F}" destId="{B683E2EC-0F40-4240-8F8F-C07CDB3A1A00}" srcOrd="5" destOrd="0" presId="urn:microsoft.com/office/officeart/2005/8/layout/list1"/>
    <dgm:cxn modelId="{6F0D2CF9-A673-437B-AE8E-57AE97684245}" type="presParOf" srcId="{49ABDEDA-5AD1-4724-AFA6-DFCC5205B32F}" destId="{C243FD4F-16E7-42FF-94C2-0533834E1BD6}" srcOrd="6" destOrd="0" presId="urn:microsoft.com/office/officeart/2005/8/layout/list1"/>
    <dgm:cxn modelId="{1377EB91-252A-436F-89AF-940008B9CF21}" type="presParOf" srcId="{49ABDEDA-5AD1-4724-AFA6-DFCC5205B32F}" destId="{E9F2DC1A-A2F9-482E-937E-B02480377ACD}" srcOrd="7" destOrd="0" presId="urn:microsoft.com/office/officeart/2005/8/layout/list1"/>
    <dgm:cxn modelId="{468AD8CF-22AB-4F9C-93C8-ECEDFD568256}" type="presParOf" srcId="{49ABDEDA-5AD1-4724-AFA6-DFCC5205B32F}" destId="{8D9A16FB-2D96-4EB4-B437-3FF0563CEB85}" srcOrd="8" destOrd="0" presId="urn:microsoft.com/office/officeart/2005/8/layout/list1"/>
    <dgm:cxn modelId="{D4E09FBE-C0FA-4107-B757-80FDAC7D3809}" type="presParOf" srcId="{8D9A16FB-2D96-4EB4-B437-3FF0563CEB85}" destId="{A9853D52-CB95-4968-8B02-2AFFA32E6C2F}" srcOrd="0" destOrd="0" presId="urn:microsoft.com/office/officeart/2005/8/layout/list1"/>
    <dgm:cxn modelId="{61013924-1814-4492-87E8-38FA599C221F}" type="presParOf" srcId="{8D9A16FB-2D96-4EB4-B437-3FF0563CEB85}" destId="{AE285447-5C60-4233-A4A4-88247A2CA7E7}" srcOrd="1" destOrd="0" presId="urn:microsoft.com/office/officeart/2005/8/layout/list1"/>
    <dgm:cxn modelId="{1EE6E4E2-B285-4810-80FA-3F573D6E0E62}" type="presParOf" srcId="{49ABDEDA-5AD1-4724-AFA6-DFCC5205B32F}" destId="{F04C2B4B-B9B6-4C62-B619-02EA12B16345}" srcOrd="9" destOrd="0" presId="urn:microsoft.com/office/officeart/2005/8/layout/list1"/>
    <dgm:cxn modelId="{9BF145FA-EABE-49D4-9309-41FFE051D160}" type="presParOf" srcId="{49ABDEDA-5AD1-4724-AFA6-DFCC5205B32F}" destId="{D00EEEDC-FDCF-45E7-816E-813449A6D661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6.xml><?xml version="1.0" encoding="utf-8"?>
<dgm:dataModel xmlns:dgm="http://schemas.openxmlformats.org/drawingml/2006/diagram" xmlns:a="http://schemas.openxmlformats.org/drawingml/2006/main">
  <dgm:ptLst>
    <dgm:pt modelId="{C0EFC598-47B6-4157-8F66-6FBCD8A91C79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662FBED3-C393-4F30-9774-81B7E5CCBA8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When Bob tries to spend this UTXO, </a:t>
          </a:r>
        </a:p>
      </dgm:t>
    </dgm:pt>
    <dgm:pt modelId="{EF22CD09-DDDC-4223-A2DE-7B8AAE525AE8}" type="parTrans" cxnId="{A4969D5E-95FB-4A85-9F8C-4784E2532C9C}">
      <dgm:prSet/>
      <dgm:spPr/>
      <dgm:t>
        <a:bodyPr/>
        <a:lstStyle/>
        <a:p>
          <a:endParaRPr lang="en-US"/>
        </a:p>
      </dgm:t>
    </dgm:pt>
    <dgm:pt modelId="{E36F3BEB-FD23-4784-84FD-7B7773511BD9}" type="sibTrans" cxnId="{A4969D5E-95FB-4A85-9F8C-4784E2532C9C}">
      <dgm:prSet/>
      <dgm:spPr/>
      <dgm:t>
        <a:bodyPr/>
        <a:lstStyle/>
        <a:p>
          <a:endParaRPr lang="en-US"/>
        </a:p>
      </dgm:t>
    </dgm:pt>
    <dgm:pt modelId="{8FE896D4-8770-4F1C-97D1-0B202E31D90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he constructs a transaction </a:t>
          </a:r>
        </a:p>
      </dgm:t>
    </dgm:pt>
    <dgm:pt modelId="{ED0991B6-FB5B-411E-9403-E09E2338A482}" type="parTrans" cxnId="{2D96114D-04AF-40E5-81DE-200785A8D947}">
      <dgm:prSet/>
      <dgm:spPr/>
      <dgm:t>
        <a:bodyPr/>
        <a:lstStyle/>
        <a:p>
          <a:endParaRPr lang="en-US"/>
        </a:p>
      </dgm:t>
    </dgm:pt>
    <dgm:pt modelId="{03626440-3A09-44F0-BA7E-0B7FD1D224A0}" type="sibTrans" cxnId="{2D96114D-04AF-40E5-81DE-200785A8D947}">
      <dgm:prSet/>
      <dgm:spPr/>
      <dgm:t>
        <a:bodyPr/>
        <a:lstStyle/>
        <a:p>
          <a:endParaRPr lang="en-US"/>
        </a:p>
      </dgm:t>
    </dgm:pt>
    <dgm:pt modelId="{58310AF5-7F2B-4882-8814-E8B454C7789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that references the</a:t>
          </a:r>
          <a:r>
            <a:rPr lang="tr-TR"/>
            <a:t> </a:t>
          </a:r>
          <a:r>
            <a:rPr lang="en-US"/>
            <a:t>UTXO as an input. </a:t>
          </a:r>
        </a:p>
      </dgm:t>
    </dgm:pt>
    <dgm:pt modelId="{1666A51A-6339-416E-B3D7-3C3FB4A4C180}" type="parTrans" cxnId="{0225A4F3-EA17-417E-8921-5CEA5590416A}">
      <dgm:prSet/>
      <dgm:spPr/>
      <dgm:t>
        <a:bodyPr/>
        <a:lstStyle/>
        <a:p>
          <a:endParaRPr lang="en-US"/>
        </a:p>
      </dgm:t>
    </dgm:pt>
    <dgm:pt modelId="{ABFDF888-A6C7-4650-8085-37D920E75502}" type="sibTrans" cxnId="{0225A4F3-EA17-417E-8921-5CEA5590416A}">
      <dgm:prSet/>
      <dgm:spPr/>
      <dgm:t>
        <a:bodyPr/>
        <a:lstStyle/>
        <a:p>
          <a:endParaRPr lang="en-US"/>
        </a:p>
      </dgm:t>
    </dgm:pt>
    <dgm:pt modelId="{505A5EB8-08BF-4726-BB77-B798AA46E15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He uses his signature and public key </a:t>
          </a:r>
        </a:p>
      </dgm:t>
    </dgm:pt>
    <dgm:pt modelId="{F8A6EA7E-A55F-452D-8DEE-FD6117DE17C7}" type="parTrans" cxnId="{2BE6FD26-D613-4C61-9A88-951D5ACA348F}">
      <dgm:prSet/>
      <dgm:spPr/>
      <dgm:t>
        <a:bodyPr/>
        <a:lstStyle/>
        <a:p>
          <a:endParaRPr lang="en-US"/>
        </a:p>
      </dgm:t>
    </dgm:pt>
    <dgm:pt modelId="{FD427864-5C2C-406F-89ED-16D7866E7048}" type="sibTrans" cxnId="{2BE6FD26-D613-4C61-9A88-951D5ACA348F}">
      <dgm:prSet/>
      <dgm:spPr/>
      <dgm:t>
        <a:bodyPr/>
        <a:lstStyle/>
        <a:p>
          <a:endParaRPr lang="en-US"/>
        </a:p>
      </dgm:t>
    </dgm:pt>
    <dgm:pt modelId="{75AC29BD-D94F-4200-A11B-AC7FF17D8BD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the unlocking script of</a:t>
          </a:r>
          <a:r>
            <a:rPr lang="tr-TR"/>
            <a:t> </a:t>
          </a:r>
          <a:r>
            <a:rPr lang="en-US"/>
            <a:t>that input </a:t>
          </a:r>
        </a:p>
      </dgm:t>
    </dgm:pt>
    <dgm:pt modelId="{2BC012D3-889F-4853-B912-FAD97FAAF4A4}" type="parTrans" cxnId="{00855C9D-B8FF-4424-A19F-69FF8E9BF71B}">
      <dgm:prSet/>
      <dgm:spPr/>
      <dgm:t>
        <a:bodyPr/>
        <a:lstStyle/>
        <a:p>
          <a:endParaRPr lang="en-US"/>
        </a:p>
      </dgm:t>
    </dgm:pt>
    <dgm:pt modelId="{A7694F39-9069-4B13-B996-D973EF433107}" type="sibTrans" cxnId="{00855C9D-B8FF-4424-A19F-69FF8E9BF71B}">
      <dgm:prSet/>
      <dgm:spPr/>
      <dgm:t>
        <a:bodyPr/>
        <a:lstStyle/>
        <a:p>
          <a:endParaRPr lang="en-US"/>
        </a:p>
      </dgm:t>
    </dgm:pt>
    <dgm:pt modelId="{1ECD567F-56B9-439A-AA10-BE2D30003B4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and sets the transaction nLocktime </a:t>
          </a:r>
        </a:p>
      </dgm:t>
    </dgm:pt>
    <dgm:pt modelId="{594D3F89-C0BC-49A0-AF29-E53414C42EDA}" type="parTrans" cxnId="{4F0773FF-772C-4D1C-BB79-2DEAE270A9FB}">
      <dgm:prSet/>
      <dgm:spPr/>
      <dgm:t>
        <a:bodyPr/>
        <a:lstStyle/>
        <a:p>
          <a:endParaRPr lang="en-US"/>
        </a:p>
      </dgm:t>
    </dgm:pt>
    <dgm:pt modelId="{3D03C960-071C-4188-9CFE-8BF84333068E}" type="sibTrans" cxnId="{4F0773FF-772C-4D1C-BB79-2DEAE270A9FB}">
      <dgm:prSet/>
      <dgm:spPr/>
      <dgm:t>
        <a:bodyPr/>
        <a:lstStyle/>
        <a:p>
          <a:endParaRPr lang="en-US"/>
        </a:p>
      </dgm:t>
    </dgm:pt>
    <dgm:pt modelId="{5C3DB3DF-1955-4133-8ACA-F3C06CBAC58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be equal or greater to the timelock </a:t>
          </a:r>
        </a:p>
      </dgm:t>
    </dgm:pt>
    <dgm:pt modelId="{3FADF367-1558-4E13-BCFD-B1D72389C71F}" type="parTrans" cxnId="{D2384639-A423-40FF-AB86-3D40E57A9DC5}">
      <dgm:prSet/>
      <dgm:spPr/>
      <dgm:t>
        <a:bodyPr/>
        <a:lstStyle/>
        <a:p>
          <a:endParaRPr lang="en-US"/>
        </a:p>
      </dgm:t>
    </dgm:pt>
    <dgm:pt modelId="{FC1D1C9B-CB41-4164-9FBA-1B06B6597A8F}" type="sibTrans" cxnId="{D2384639-A423-40FF-AB86-3D40E57A9DC5}">
      <dgm:prSet/>
      <dgm:spPr/>
      <dgm:t>
        <a:bodyPr/>
        <a:lstStyle/>
        <a:p>
          <a:endParaRPr lang="en-US"/>
        </a:p>
      </dgm:t>
    </dgm:pt>
    <dgm:pt modelId="{97CEB1BE-35DA-408B-8565-ECF3C550A14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</a:t>
          </a:r>
          <a:r>
            <a:rPr lang="tr-TR"/>
            <a:t> </a:t>
          </a:r>
          <a:r>
            <a:rPr lang="en-US"/>
            <a:t>the CHECKLOCKTIMEVERIFY Alice set. </a:t>
          </a:r>
        </a:p>
      </dgm:t>
    </dgm:pt>
    <dgm:pt modelId="{3B77CD3D-D426-4969-ABB4-4997CFE9397E}" type="parTrans" cxnId="{66773C77-B94D-4B69-AB06-01A036382C39}">
      <dgm:prSet/>
      <dgm:spPr/>
      <dgm:t>
        <a:bodyPr/>
        <a:lstStyle/>
        <a:p>
          <a:endParaRPr lang="en-US"/>
        </a:p>
      </dgm:t>
    </dgm:pt>
    <dgm:pt modelId="{40253D96-E6DC-4995-943D-4447B001614D}" type="sibTrans" cxnId="{66773C77-B94D-4B69-AB06-01A036382C39}">
      <dgm:prSet/>
      <dgm:spPr/>
      <dgm:t>
        <a:bodyPr/>
        <a:lstStyle/>
        <a:p>
          <a:endParaRPr lang="en-US"/>
        </a:p>
      </dgm:t>
    </dgm:pt>
    <dgm:pt modelId="{9473BE5B-AB3D-458C-B552-D01C5EE53C3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Bob then broadcasts the transaction </a:t>
          </a:r>
        </a:p>
      </dgm:t>
    </dgm:pt>
    <dgm:pt modelId="{BBB81E82-04B3-49C2-8B13-A3ABCEA96AB9}" type="parTrans" cxnId="{82C1A817-9C35-4FCE-98D8-7F30B9FA1001}">
      <dgm:prSet/>
      <dgm:spPr/>
      <dgm:t>
        <a:bodyPr/>
        <a:lstStyle/>
        <a:p>
          <a:endParaRPr lang="en-US"/>
        </a:p>
      </dgm:t>
    </dgm:pt>
    <dgm:pt modelId="{CA9D4D2D-29EB-4F44-953D-BB453ED7916A}" type="sibTrans" cxnId="{82C1A817-9C35-4FCE-98D8-7F30B9FA1001}">
      <dgm:prSet/>
      <dgm:spPr/>
      <dgm:t>
        <a:bodyPr/>
        <a:lstStyle/>
        <a:p>
          <a:endParaRPr lang="en-US"/>
        </a:p>
      </dgm:t>
    </dgm:pt>
    <dgm:pt modelId="{B37FE8DD-401F-41DC-9B16-4DA15525021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 the bitcoin</a:t>
          </a:r>
          <a:r>
            <a:rPr lang="tr-TR"/>
            <a:t> network.</a:t>
          </a:r>
          <a:endParaRPr lang="en-US"/>
        </a:p>
      </dgm:t>
    </dgm:pt>
    <dgm:pt modelId="{79C44E8C-4078-415F-B278-A39AB833FA49}" type="parTrans" cxnId="{4A6C9F72-71FE-4840-BCBE-5E044C2B77F3}">
      <dgm:prSet/>
      <dgm:spPr/>
      <dgm:t>
        <a:bodyPr/>
        <a:lstStyle/>
        <a:p>
          <a:endParaRPr lang="en-US"/>
        </a:p>
      </dgm:t>
    </dgm:pt>
    <dgm:pt modelId="{E5221841-81F5-4AA6-B5AF-3DF1DD054DCF}" type="sibTrans" cxnId="{4A6C9F72-71FE-4840-BCBE-5E044C2B77F3}">
      <dgm:prSet/>
      <dgm:spPr/>
      <dgm:t>
        <a:bodyPr/>
        <a:lstStyle/>
        <a:p>
          <a:endParaRPr lang="en-US"/>
        </a:p>
      </dgm:t>
    </dgm:pt>
    <dgm:pt modelId="{EB776B9B-76B0-4FD7-B997-438C0F59706D}" type="pres">
      <dgm:prSet presAssocID="{C0EFC598-47B6-4157-8F66-6FBCD8A91C79}" presName="root" presStyleCnt="0">
        <dgm:presLayoutVars>
          <dgm:dir/>
          <dgm:resizeHandles val="exact"/>
        </dgm:presLayoutVars>
      </dgm:prSet>
      <dgm:spPr/>
    </dgm:pt>
    <dgm:pt modelId="{6BFE384B-8504-4D68-9774-F3147D6A4F39}" type="pres">
      <dgm:prSet presAssocID="{662FBED3-C393-4F30-9774-81B7E5CCBA84}" presName="compNode" presStyleCnt="0"/>
      <dgm:spPr/>
    </dgm:pt>
    <dgm:pt modelId="{FDF5031C-F1FA-4CAC-9CF2-DB3F420F25D6}" type="pres">
      <dgm:prSet presAssocID="{662FBED3-C393-4F30-9774-81B7E5CCBA84}" presName="iconRect" presStyleLbl="node1" presStyleIdx="0" presStyleCnt="4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a"/>
        </a:ext>
      </dgm:extLst>
    </dgm:pt>
    <dgm:pt modelId="{5682E372-2757-4675-BAE7-14A6307EC18D}" type="pres">
      <dgm:prSet presAssocID="{662FBED3-C393-4F30-9774-81B7E5CCBA84}" presName="iconSpace" presStyleCnt="0"/>
      <dgm:spPr/>
    </dgm:pt>
    <dgm:pt modelId="{2933313E-98CD-4F30-B1E3-C802610A455B}" type="pres">
      <dgm:prSet presAssocID="{662FBED3-C393-4F30-9774-81B7E5CCBA84}" presName="parTx" presStyleLbl="revTx" presStyleIdx="0" presStyleCnt="8">
        <dgm:presLayoutVars>
          <dgm:chMax val="0"/>
          <dgm:chPref val="0"/>
        </dgm:presLayoutVars>
      </dgm:prSet>
      <dgm:spPr/>
    </dgm:pt>
    <dgm:pt modelId="{D95C312A-EDB3-45EE-928E-C26B784F7C08}" type="pres">
      <dgm:prSet presAssocID="{662FBED3-C393-4F30-9774-81B7E5CCBA84}" presName="txSpace" presStyleCnt="0"/>
      <dgm:spPr/>
    </dgm:pt>
    <dgm:pt modelId="{43A858B7-AD0B-4C2F-B7B0-A065BFD1DE15}" type="pres">
      <dgm:prSet presAssocID="{662FBED3-C393-4F30-9774-81B7E5CCBA84}" presName="desTx" presStyleLbl="revTx" presStyleIdx="1" presStyleCnt="8">
        <dgm:presLayoutVars/>
      </dgm:prSet>
      <dgm:spPr/>
    </dgm:pt>
    <dgm:pt modelId="{22011B00-7708-4D65-A8D1-EB9ECF69F469}" type="pres">
      <dgm:prSet presAssocID="{E36F3BEB-FD23-4784-84FD-7B7773511BD9}" presName="sibTrans" presStyleCnt="0"/>
      <dgm:spPr/>
    </dgm:pt>
    <dgm:pt modelId="{E11E0445-9F44-4737-994B-5E73DC2AD89A}" type="pres">
      <dgm:prSet presAssocID="{505A5EB8-08BF-4726-BB77-B798AA46E158}" presName="compNode" presStyleCnt="0"/>
      <dgm:spPr/>
    </dgm:pt>
    <dgm:pt modelId="{78E63A4F-0251-4C39-BD26-9E1C720159CD}" type="pres">
      <dgm:prSet presAssocID="{505A5EB8-08BF-4726-BB77-B798AA46E158}" presName="iconRect" presStyleLbl="node1" presStyleIdx="1" presStyleCnt="4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Anahtar"/>
        </a:ext>
      </dgm:extLst>
    </dgm:pt>
    <dgm:pt modelId="{66D42C58-FD90-43B6-BF1B-B82EC5669186}" type="pres">
      <dgm:prSet presAssocID="{505A5EB8-08BF-4726-BB77-B798AA46E158}" presName="iconSpace" presStyleCnt="0"/>
      <dgm:spPr/>
    </dgm:pt>
    <dgm:pt modelId="{9DA38460-D9C4-4AC1-943A-6B690956A1D1}" type="pres">
      <dgm:prSet presAssocID="{505A5EB8-08BF-4726-BB77-B798AA46E158}" presName="parTx" presStyleLbl="revTx" presStyleIdx="2" presStyleCnt="8">
        <dgm:presLayoutVars>
          <dgm:chMax val="0"/>
          <dgm:chPref val="0"/>
        </dgm:presLayoutVars>
      </dgm:prSet>
      <dgm:spPr/>
    </dgm:pt>
    <dgm:pt modelId="{F0FE2655-37F7-4910-BCBC-47434F75CDE5}" type="pres">
      <dgm:prSet presAssocID="{505A5EB8-08BF-4726-BB77-B798AA46E158}" presName="txSpace" presStyleCnt="0"/>
      <dgm:spPr/>
    </dgm:pt>
    <dgm:pt modelId="{6A3F0F1C-CFA5-47E0-9AFE-C83824A6C108}" type="pres">
      <dgm:prSet presAssocID="{505A5EB8-08BF-4726-BB77-B798AA46E158}" presName="desTx" presStyleLbl="revTx" presStyleIdx="3" presStyleCnt="8">
        <dgm:presLayoutVars/>
      </dgm:prSet>
      <dgm:spPr/>
    </dgm:pt>
    <dgm:pt modelId="{4C9EFAFB-34F3-40B8-99D8-BAAA3DA8B2A7}" type="pres">
      <dgm:prSet presAssocID="{FD427864-5C2C-406F-89ED-16D7866E7048}" presName="sibTrans" presStyleCnt="0"/>
      <dgm:spPr/>
    </dgm:pt>
    <dgm:pt modelId="{38131EFC-E8D8-4F6F-9791-4EB58BDF398B}" type="pres">
      <dgm:prSet presAssocID="{1ECD567F-56B9-439A-AA10-BE2D30003B46}" presName="compNode" presStyleCnt="0"/>
      <dgm:spPr/>
    </dgm:pt>
    <dgm:pt modelId="{BE5EC2EA-B762-48E1-9C89-67D77F482250}" type="pres">
      <dgm:prSet presAssocID="{1ECD567F-56B9-439A-AA10-BE2D30003B46}" presName="iconRect" presStyleLbl="node1" presStyleIdx="2" presStyleCnt="4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ğlı değil"/>
        </a:ext>
      </dgm:extLst>
    </dgm:pt>
    <dgm:pt modelId="{3153409C-A46F-4E6D-A939-114442C7B727}" type="pres">
      <dgm:prSet presAssocID="{1ECD567F-56B9-439A-AA10-BE2D30003B46}" presName="iconSpace" presStyleCnt="0"/>
      <dgm:spPr/>
    </dgm:pt>
    <dgm:pt modelId="{9208DE82-3778-452B-9257-F57AE5FC1F21}" type="pres">
      <dgm:prSet presAssocID="{1ECD567F-56B9-439A-AA10-BE2D30003B46}" presName="parTx" presStyleLbl="revTx" presStyleIdx="4" presStyleCnt="8">
        <dgm:presLayoutVars>
          <dgm:chMax val="0"/>
          <dgm:chPref val="0"/>
        </dgm:presLayoutVars>
      </dgm:prSet>
      <dgm:spPr/>
    </dgm:pt>
    <dgm:pt modelId="{4F56E12D-EEAA-4477-9B02-342DBA4A4AB2}" type="pres">
      <dgm:prSet presAssocID="{1ECD567F-56B9-439A-AA10-BE2D30003B46}" presName="txSpace" presStyleCnt="0"/>
      <dgm:spPr/>
    </dgm:pt>
    <dgm:pt modelId="{A6A3F4F7-0AA9-42AD-B969-AF99197E2764}" type="pres">
      <dgm:prSet presAssocID="{1ECD567F-56B9-439A-AA10-BE2D30003B46}" presName="desTx" presStyleLbl="revTx" presStyleIdx="5" presStyleCnt="8">
        <dgm:presLayoutVars/>
      </dgm:prSet>
      <dgm:spPr/>
    </dgm:pt>
    <dgm:pt modelId="{CADEDACC-FBB8-455D-B303-C0CE0FF5A7F4}" type="pres">
      <dgm:prSet presAssocID="{3D03C960-071C-4188-9CFE-8BF84333068E}" presName="sibTrans" presStyleCnt="0"/>
      <dgm:spPr/>
    </dgm:pt>
    <dgm:pt modelId="{7C659E3F-DAD2-4B14-BE3A-F186DEEE3F6A}" type="pres">
      <dgm:prSet presAssocID="{9473BE5B-AB3D-458C-B552-D01C5EE53C36}" presName="compNode" presStyleCnt="0"/>
      <dgm:spPr/>
    </dgm:pt>
    <dgm:pt modelId="{CD20663B-8FB4-42BE-AE15-B959C84E504D}" type="pres">
      <dgm:prSet presAssocID="{9473BE5B-AB3D-458C-B552-D01C5EE53C36}" presName="iconRect" presStyleLbl="node1" presStyleIdx="3" presStyleCnt="4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DA05E56C-2FFC-4933-8D4C-6358B08A243C}" type="pres">
      <dgm:prSet presAssocID="{9473BE5B-AB3D-458C-B552-D01C5EE53C36}" presName="iconSpace" presStyleCnt="0"/>
      <dgm:spPr/>
    </dgm:pt>
    <dgm:pt modelId="{7D616C7C-D976-4C63-BFA6-370AC5623730}" type="pres">
      <dgm:prSet presAssocID="{9473BE5B-AB3D-458C-B552-D01C5EE53C36}" presName="parTx" presStyleLbl="revTx" presStyleIdx="6" presStyleCnt="8">
        <dgm:presLayoutVars>
          <dgm:chMax val="0"/>
          <dgm:chPref val="0"/>
        </dgm:presLayoutVars>
      </dgm:prSet>
      <dgm:spPr/>
    </dgm:pt>
    <dgm:pt modelId="{C2BEF343-D7AE-468E-9C9C-5BD1588684C6}" type="pres">
      <dgm:prSet presAssocID="{9473BE5B-AB3D-458C-B552-D01C5EE53C36}" presName="txSpace" presStyleCnt="0"/>
      <dgm:spPr/>
    </dgm:pt>
    <dgm:pt modelId="{8835AE40-AD01-4C83-AF37-26565104066C}" type="pres">
      <dgm:prSet presAssocID="{9473BE5B-AB3D-458C-B552-D01C5EE53C36}" presName="desTx" presStyleLbl="revTx" presStyleIdx="7" presStyleCnt="8">
        <dgm:presLayoutVars/>
      </dgm:prSet>
      <dgm:spPr/>
    </dgm:pt>
  </dgm:ptLst>
  <dgm:cxnLst>
    <dgm:cxn modelId="{17DBC80E-5B57-4423-9B72-7864ABDF14F2}" type="presOf" srcId="{9473BE5B-AB3D-458C-B552-D01C5EE53C36}" destId="{7D616C7C-D976-4C63-BFA6-370AC5623730}" srcOrd="0" destOrd="0" presId="urn:microsoft.com/office/officeart/2018/5/layout/CenteredIconLabelDescriptionList"/>
    <dgm:cxn modelId="{82C1A817-9C35-4FCE-98D8-7F30B9FA1001}" srcId="{C0EFC598-47B6-4157-8F66-6FBCD8A91C79}" destId="{9473BE5B-AB3D-458C-B552-D01C5EE53C36}" srcOrd="3" destOrd="0" parTransId="{BBB81E82-04B3-49C2-8B13-A3ABCEA96AB9}" sibTransId="{CA9D4D2D-29EB-4F44-953D-BB453ED7916A}"/>
    <dgm:cxn modelId="{A351C523-645F-42B1-BCDD-5068757DEC5C}" type="presOf" srcId="{75AC29BD-D94F-4200-A11B-AC7FF17D8BDC}" destId="{6A3F0F1C-CFA5-47E0-9AFE-C83824A6C108}" srcOrd="0" destOrd="0" presId="urn:microsoft.com/office/officeart/2018/5/layout/CenteredIconLabelDescriptionList"/>
    <dgm:cxn modelId="{2BE6FD26-D613-4C61-9A88-951D5ACA348F}" srcId="{C0EFC598-47B6-4157-8F66-6FBCD8A91C79}" destId="{505A5EB8-08BF-4726-BB77-B798AA46E158}" srcOrd="1" destOrd="0" parTransId="{F8A6EA7E-A55F-452D-8DEE-FD6117DE17C7}" sibTransId="{FD427864-5C2C-406F-89ED-16D7866E7048}"/>
    <dgm:cxn modelId="{C19F3332-F634-42F0-81BA-49AA4C2DA6C3}" type="presOf" srcId="{1ECD567F-56B9-439A-AA10-BE2D30003B46}" destId="{9208DE82-3778-452B-9257-F57AE5FC1F21}" srcOrd="0" destOrd="0" presId="urn:microsoft.com/office/officeart/2018/5/layout/CenteredIconLabelDescriptionList"/>
    <dgm:cxn modelId="{D2384639-A423-40FF-AB86-3D40E57A9DC5}" srcId="{1ECD567F-56B9-439A-AA10-BE2D30003B46}" destId="{5C3DB3DF-1955-4133-8ACA-F3C06CBAC580}" srcOrd="0" destOrd="0" parTransId="{3FADF367-1558-4E13-BCFD-B1D72389C71F}" sibTransId="{FC1D1C9B-CB41-4164-9FBA-1B06B6597A8F}"/>
    <dgm:cxn modelId="{50496C3F-E62E-4FCA-97CB-0DAFC449C129}" type="presOf" srcId="{662FBED3-C393-4F30-9774-81B7E5CCBA84}" destId="{2933313E-98CD-4F30-B1E3-C802610A455B}" srcOrd="0" destOrd="0" presId="urn:microsoft.com/office/officeart/2018/5/layout/CenteredIconLabelDescriptionList"/>
    <dgm:cxn modelId="{0A01665B-8D9F-4113-9C5B-CDA3586C7BB0}" type="presOf" srcId="{B37FE8DD-401F-41DC-9B16-4DA15525021B}" destId="{8835AE40-AD01-4C83-AF37-26565104066C}" srcOrd="0" destOrd="0" presId="urn:microsoft.com/office/officeart/2018/5/layout/CenteredIconLabelDescriptionList"/>
    <dgm:cxn modelId="{A4969D5E-95FB-4A85-9F8C-4784E2532C9C}" srcId="{C0EFC598-47B6-4157-8F66-6FBCD8A91C79}" destId="{662FBED3-C393-4F30-9774-81B7E5CCBA84}" srcOrd="0" destOrd="0" parTransId="{EF22CD09-DDDC-4223-A2DE-7B8AAE525AE8}" sibTransId="{E36F3BEB-FD23-4784-84FD-7B7773511BD9}"/>
    <dgm:cxn modelId="{2D96114D-04AF-40E5-81DE-200785A8D947}" srcId="{662FBED3-C393-4F30-9774-81B7E5CCBA84}" destId="{8FE896D4-8770-4F1C-97D1-0B202E31D903}" srcOrd="0" destOrd="0" parTransId="{ED0991B6-FB5B-411E-9403-E09E2338A482}" sibTransId="{03626440-3A09-44F0-BA7E-0B7FD1D224A0}"/>
    <dgm:cxn modelId="{4A6C9F72-71FE-4840-BCBE-5E044C2B77F3}" srcId="{9473BE5B-AB3D-458C-B552-D01C5EE53C36}" destId="{B37FE8DD-401F-41DC-9B16-4DA15525021B}" srcOrd="0" destOrd="0" parTransId="{79C44E8C-4078-415F-B278-A39AB833FA49}" sibTransId="{E5221841-81F5-4AA6-B5AF-3DF1DD054DCF}"/>
    <dgm:cxn modelId="{848B0C73-B0B8-446F-9208-F0C3DAA3EF6A}" type="presOf" srcId="{C0EFC598-47B6-4157-8F66-6FBCD8A91C79}" destId="{EB776B9B-76B0-4FD7-B997-438C0F59706D}" srcOrd="0" destOrd="0" presId="urn:microsoft.com/office/officeart/2018/5/layout/CenteredIconLabelDescriptionList"/>
    <dgm:cxn modelId="{66773C77-B94D-4B69-AB06-01A036382C39}" srcId="{1ECD567F-56B9-439A-AA10-BE2D30003B46}" destId="{97CEB1BE-35DA-408B-8565-ECF3C550A149}" srcOrd="1" destOrd="0" parTransId="{3B77CD3D-D426-4969-ABB4-4997CFE9397E}" sibTransId="{40253D96-E6DC-4995-943D-4447B001614D}"/>
    <dgm:cxn modelId="{B828197B-7416-4596-8B14-6C30075A2993}" type="presOf" srcId="{5C3DB3DF-1955-4133-8ACA-F3C06CBAC580}" destId="{A6A3F4F7-0AA9-42AD-B969-AF99197E2764}" srcOrd="0" destOrd="0" presId="urn:microsoft.com/office/officeart/2018/5/layout/CenteredIconLabelDescriptionList"/>
    <dgm:cxn modelId="{1F04E88B-616F-48EE-B609-F725E251FB25}" type="presOf" srcId="{97CEB1BE-35DA-408B-8565-ECF3C550A149}" destId="{A6A3F4F7-0AA9-42AD-B969-AF99197E2764}" srcOrd="0" destOrd="1" presId="urn:microsoft.com/office/officeart/2018/5/layout/CenteredIconLabelDescriptionList"/>
    <dgm:cxn modelId="{00855C9D-B8FF-4424-A19F-69FF8E9BF71B}" srcId="{505A5EB8-08BF-4726-BB77-B798AA46E158}" destId="{75AC29BD-D94F-4200-A11B-AC7FF17D8BDC}" srcOrd="0" destOrd="0" parTransId="{2BC012D3-889F-4853-B912-FAD97FAAF4A4}" sibTransId="{A7694F39-9069-4B13-B996-D973EF433107}"/>
    <dgm:cxn modelId="{634EE99D-21BC-4758-A201-6AFDC05BC546}" type="presOf" srcId="{58310AF5-7F2B-4882-8814-E8B454C77894}" destId="{43A858B7-AD0B-4C2F-B7B0-A065BFD1DE15}" srcOrd="0" destOrd="1" presId="urn:microsoft.com/office/officeart/2018/5/layout/CenteredIconLabelDescriptionList"/>
    <dgm:cxn modelId="{208D5DEC-1307-46DB-9BA9-23F119A5E946}" type="presOf" srcId="{505A5EB8-08BF-4726-BB77-B798AA46E158}" destId="{9DA38460-D9C4-4AC1-943A-6B690956A1D1}" srcOrd="0" destOrd="0" presId="urn:microsoft.com/office/officeart/2018/5/layout/CenteredIconLabelDescriptionList"/>
    <dgm:cxn modelId="{0225A4F3-EA17-417E-8921-5CEA5590416A}" srcId="{662FBED3-C393-4F30-9774-81B7E5CCBA84}" destId="{58310AF5-7F2B-4882-8814-E8B454C77894}" srcOrd="1" destOrd="0" parTransId="{1666A51A-6339-416E-B3D7-3C3FB4A4C180}" sibTransId="{ABFDF888-A6C7-4650-8085-37D920E75502}"/>
    <dgm:cxn modelId="{CEE1A7F4-7F6A-4AE8-BAF7-DDA1E4BBA413}" type="presOf" srcId="{8FE896D4-8770-4F1C-97D1-0B202E31D903}" destId="{43A858B7-AD0B-4C2F-B7B0-A065BFD1DE15}" srcOrd="0" destOrd="0" presId="urn:microsoft.com/office/officeart/2018/5/layout/CenteredIconLabelDescriptionList"/>
    <dgm:cxn modelId="{4F0773FF-772C-4D1C-BB79-2DEAE270A9FB}" srcId="{C0EFC598-47B6-4157-8F66-6FBCD8A91C79}" destId="{1ECD567F-56B9-439A-AA10-BE2D30003B46}" srcOrd="2" destOrd="0" parTransId="{594D3F89-C0BC-49A0-AF29-E53414C42EDA}" sibTransId="{3D03C960-071C-4188-9CFE-8BF84333068E}"/>
    <dgm:cxn modelId="{3B28F35C-2AD4-49CA-9E4B-66D20CEDC41E}" type="presParOf" srcId="{EB776B9B-76B0-4FD7-B997-438C0F59706D}" destId="{6BFE384B-8504-4D68-9774-F3147D6A4F39}" srcOrd="0" destOrd="0" presId="urn:microsoft.com/office/officeart/2018/5/layout/CenteredIconLabelDescriptionList"/>
    <dgm:cxn modelId="{EFB2325E-55DA-499E-84BF-520D32DBADE8}" type="presParOf" srcId="{6BFE384B-8504-4D68-9774-F3147D6A4F39}" destId="{FDF5031C-F1FA-4CAC-9CF2-DB3F420F25D6}" srcOrd="0" destOrd="0" presId="urn:microsoft.com/office/officeart/2018/5/layout/CenteredIconLabelDescriptionList"/>
    <dgm:cxn modelId="{16B7F520-2C17-4167-8FA8-F1D9CE9ADF52}" type="presParOf" srcId="{6BFE384B-8504-4D68-9774-F3147D6A4F39}" destId="{5682E372-2757-4675-BAE7-14A6307EC18D}" srcOrd="1" destOrd="0" presId="urn:microsoft.com/office/officeart/2018/5/layout/CenteredIconLabelDescriptionList"/>
    <dgm:cxn modelId="{9595F886-C20E-46D6-8EBC-CA1811B2DBE9}" type="presParOf" srcId="{6BFE384B-8504-4D68-9774-F3147D6A4F39}" destId="{2933313E-98CD-4F30-B1E3-C802610A455B}" srcOrd="2" destOrd="0" presId="urn:microsoft.com/office/officeart/2018/5/layout/CenteredIconLabelDescriptionList"/>
    <dgm:cxn modelId="{87A5DA05-2DFA-4468-83B8-04FA7B505432}" type="presParOf" srcId="{6BFE384B-8504-4D68-9774-F3147D6A4F39}" destId="{D95C312A-EDB3-45EE-928E-C26B784F7C08}" srcOrd="3" destOrd="0" presId="urn:microsoft.com/office/officeart/2018/5/layout/CenteredIconLabelDescriptionList"/>
    <dgm:cxn modelId="{D39F9BFC-4144-4A10-AA5D-29D16FE4C15B}" type="presParOf" srcId="{6BFE384B-8504-4D68-9774-F3147D6A4F39}" destId="{43A858B7-AD0B-4C2F-B7B0-A065BFD1DE15}" srcOrd="4" destOrd="0" presId="urn:microsoft.com/office/officeart/2018/5/layout/CenteredIconLabelDescriptionList"/>
    <dgm:cxn modelId="{D3E8FA92-32A1-4A18-A490-F171402F7F5F}" type="presParOf" srcId="{EB776B9B-76B0-4FD7-B997-438C0F59706D}" destId="{22011B00-7708-4D65-A8D1-EB9ECF69F469}" srcOrd="1" destOrd="0" presId="urn:microsoft.com/office/officeart/2018/5/layout/CenteredIconLabelDescriptionList"/>
    <dgm:cxn modelId="{18A22C02-FDA8-457D-8C28-933D52BD3BF7}" type="presParOf" srcId="{EB776B9B-76B0-4FD7-B997-438C0F59706D}" destId="{E11E0445-9F44-4737-994B-5E73DC2AD89A}" srcOrd="2" destOrd="0" presId="urn:microsoft.com/office/officeart/2018/5/layout/CenteredIconLabelDescriptionList"/>
    <dgm:cxn modelId="{1C80E19C-BE15-4491-997B-DC2DBFF93635}" type="presParOf" srcId="{E11E0445-9F44-4737-994B-5E73DC2AD89A}" destId="{78E63A4F-0251-4C39-BD26-9E1C720159CD}" srcOrd="0" destOrd="0" presId="urn:microsoft.com/office/officeart/2018/5/layout/CenteredIconLabelDescriptionList"/>
    <dgm:cxn modelId="{36FA77E3-BB28-4BA9-9420-227BC187FE18}" type="presParOf" srcId="{E11E0445-9F44-4737-994B-5E73DC2AD89A}" destId="{66D42C58-FD90-43B6-BF1B-B82EC5669186}" srcOrd="1" destOrd="0" presId="urn:microsoft.com/office/officeart/2018/5/layout/CenteredIconLabelDescriptionList"/>
    <dgm:cxn modelId="{301111DF-FB99-46D9-8189-1384F1CD5490}" type="presParOf" srcId="{E11E0445-9F44-4737-994B-5E73DC2AD89A}" destId="{9DA38460-D9C4-4AC1-943A-6B690956A1D1}" srcOrd="2" destOrd="0" presId="urn:microsoft.com/office/officeart/2018/5/layout/CenteredIconLabelDescriptionList"/>
    <dgm:cxn modelId="{2648B836-A3AC-425A-8C16-58CED3E42AD4}" type="presParOf" srcId="{E11E0445-9F44-4737-994B-5E73DC2AD89A}" destId="{F0FE2655-37F7-4910-BCBC-47434F75CDE5}" srcOrd="3" destOrd="0" presId="urn:microsoft.com/office/officeart/2018/5/layout/CenteredIconLabelDescriptionList"/>
    <dgm:cxn modelId="{72D0F075-1794-405A-9449-BF88CD6EF1C8}" type="presParOf" srcId="{E11E0445-9F44-4737-994B-5E73DC2AD89A}" destId="{6A3F0F1C-CFA5-47E0-9AFE-C83824A6C108}" srcOrd="4" destOrd="0" presId="urn:microsoft.com/office/officeart/2018/5/layout/CenteredIconLabelDescriptionList"/>
    <dgm:cxn modelId="{0412B820-232B-4084-A2BE-D7E6835B4430}" type="presParOf" srcId="{EB776B9B-76B0-4FD7-B997-438C0F59706D}" destId="{4C9EFAFB-34F3-40B8-99D8-BAAA3DA8B2A7}" srcOrd="3" destOrd="0" presId="urn:microsoft.com/office/officeart/2018/5/layout/CenteredIconLabelDescriptionList"/>
    <dgm:cxn modelId="{A7166CF3-5A6C-4EA0-8924-882245937BE9}" type="presParOf" srcId="{EB776B9B-76B0-4FD7-B997-438C0F59706D}" destId="{38131EFC-E8D8-4F6F-9791-4EB58BDF398B}" srcOrd="4" destOrd="0" presId="urn:microsoft.com/office/officeart/2018/5/layout/CenteredIconLabelDescriptionList"/>
    <dgm:cxn modelId="{5E34426C-84A4-458B-B01E-4CAF865A3101}" type="presParOf" srcId="{38131EFC-E8D8-4F6F-9791-4EB58BDF398B}" destId="{BE5EC2EA-B762-48E1-9C89-67D77F482250}" srcOrd="0" destOrd="0" presId="urn:microsoft.com/office/officeart/2018/5/layout/CenteredIconLabelDescriptionList"/>
    <dgm:cxn modelId="{AC6F1CCD-778F-4F09-BB16-B491482566E6}" type="presParOf" srcId="{38131EFC-E8D8-4F6F-9791-4EB58BDF398B}" destId="{3153409C-A46F-4E6D-A939-114442C7B727}" srcOrd="1" destOrd="0" presId="urn:microsoft.com/office/officeart/2018/5/layout/CenteredIconLabelDescriptionList"/>
    <dgm:cxn modelId="{06E9ED82-60D8-4857-B928-D5559BAAB3A9}" type="presParOf" srcId="{38131EFC-E8D8-4F6F-9791-4EB58BDF398B}" destId="{9208DE82-3778-452B-9257-F57AE5FC1F21}" srcOrd="2" destOrd="0" presId="urn:microsoft.com/office/officeart/2018/5/layout/CenteredIconLabelDescriptionList"/>
    <dgm:cxn modelId="{309173A7-C48A-4754-B7A1-21E3952E1C9B}" type="presParOf" srcId="{38131EFC-E8D8-4F6F-9791-4EB58BDF398B}" destId="{4F56E12D-EEAA-4477-9B02-342DBA4A4AB2}" srcOrd="3" destOrd="0" presId="urn:microsoft.com/office/officeart/2018/5/layout/CenteredIconLabelDescriptionList"/>
    <dgm:cxn modelId="{472B2F3E-B98E-4721-8F11-F0F91BC5827B}" type="presParOf" srcId="{38131EFC-E8D8-4F6F-9791-4EB58BDF398B}" destId="{A6A3F4F7-0AA9-42AD-B969-AF99197E2764}" srcOrd="4" destOrd="0" presId="urn:microsoft.com/office/officeart/2018/5/layout/CenteredIconLabelDescriptionList"/>
    <dgm:cxn modelId="{CBB68B97-C157-4D5A-9467-EEA8625B20FA}" type="presParOf" srcId="{EB776B9B-76B0-4FD7-B997-438C0F59706D}" destId="{CADEDACC-FBB8-455D-B303-C0CE0FF5A7F4}" srcOrd="5" destOrd="0" presId="urn:microsoft.com/office/officeart/2018/5/layout/CenteredIconLabelDescriptionList"/>
    <dgm:cxn modelId="{7AB70F82-B6BA-4ED0-B86B-AA316B406506}" type="presParOf" srcId="{EB776B9B-76B0-4FD7-B997-438C0F59706D}" destId="{7C659E3F-DAD2-4B14-BE3A-F186DEEE3F6A}" srcOrd="6" destOrd="0" presId="urn:microsoft.com/office/officeart/2018/5/layout/CenteredIconLabelDescriptionList"/>
    <dgm:cxn modelId="{E0A3AC22-9A2D-44AB-AC7C-5BF1945ADF76}" type="presParOf" srcId="{7C659E3F-DAD2-4B14-BE3A-F186DEEE3F6A}" destId="{CD20663B-8FB4-42BE-AE15-B959C84E504D}" srcOrd="0" destOrd="0" presId="urn:microsoft.com/office/officeart/2018/5/layout/CenteredIconLabelDescriptionList"/>
    <dgm:cxn modelId="{23896599-8363-41D6-AF19-E526BA4501FC}" type="presParOf" srcId="{7C659E3F-DAD2-4B14-BE3A-F186DEEE3F6A}" destId="{DA05E56C-2FFC-4933-8D4C-6358B08A243C}" srcOrd="1" destOrd="0" presId="urn:microsoft.com/office/officeart/2018/5/layout/CenteredIconLabelDescriptionList"/>
    <dgm:cxn modelId="{1B478674-1181-412E-89AC-A4C7FB8690EF}" type="presParOf" srcId="{7C659E3F-DAD2-4B14-BE3A-F186DEEE3F6A}" destId="{7D616C7C-D976-4C63-BFA6-370AC5623730}" srcOrd="2" destOrd="0" presId="urn:microsoft.com/office/officeart/2018/5/layout/CenteredIconLabelDescriptionList"/>
    <dgm:cxn modelId="{3976EB1A-F9BF-4153-9761-2CEC7AE2FADE}" type="presParOf" srcId="{7C659E3F-DAD2-4B14-BE3A-F186DEEE3F6A}" destId="{C2BEF343-D7AE-468E-9C9C-5BD1588684C6}" srcOrd="3" destOrd="0" presId="urn:microsoft.com/office/officeart/2018/5/layout/CenteredIconLabelDescriptionList"/>
    <dgm:cxn modelId="{2183B5A7-E3D5-4A15-8807-38BDB6F2C755}" type="presParOf" srcId="{7C659E3F-DAD2-4B14-BE3A-F186DEEE3F6A}" destId="{8835AE40-AD01-4C83-AF37-26565104066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7.xml><?xml version="1.0" encoding="utf-8"?>
<dgm:dataModel xmlns:dgm="http://schemas.openxmlformats.org/drawingml/2006/diagram" xmlns:a="http://schemas.openxmlformats.org/drawingml/2006/main">
  <dgm:ptLst>
    <dgm:pt modelId="{C1E2B2A2-5EEC-4287-B3D7-1D88791EFE4D}" type="doc">
      <dgm:prSet loTypeId="urn:microsoft.com/office/officeart/2005/8/layout/list1" loCatId="list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9EDEC310-4D29-4D83-B5CA-DA54C5E4CEB1}">
      <dgm:prSet/>
      <dgm:spPr/>
      <dgm:t>
        <a:bodyPr/>
        <a:lstStyle/>
        <a:p>
          <a:r>
            <a:rPr lang="en-US" dirty="0"/>
            <a:t>Bob’s transaction </a:t>
          </a:r>
          <a:r>
            <a:rPr lang="tr-TR" dirty="0" err="1"/>
            <a:t>evaluation</a:t>
          </a:r>
          <a:r>
            <a:rPr lang="en-US" dirty="0"/>
            <a:t> </a:t>
          </a:r>
        </a:p>
      </dgm:t>
    </dgm:pt>
    <dgm:pt modelId="{ED72AB31-536B-4337-980F-53AFF351A943}" type="parTrans" cxnId="{11610A6D-318A-460D-AC07-1283C88F796D}">
      <dgm:prSet/>
      <dgm:spPr/>
      <dgm:t>
        <a:bodyPr/>
        <a:lstStyle/>
        <a:p>
          <a:endParaRPr lang="en-US"/>
        </a:p>
      </dgm:t>
    </dgm:pt>
    <dgm:pt modelId="{29074865-1ADB-4D2B-9C83-2C84EF4D58C8}" type="sibTrans" cxnId="{11610A6D-318A-460D-AC07-1283C88F796D}">
      <dgm:prSet/>
      <dgm:spPr/>
      <dgm:t>
        <a:bodyPr/>
        <a:lstStyle/>
        <a:p>
          <a:endParaRPr lang="en-US"/>
        </a:p>
      </dgm:t>
    </dgm:pt>
    <dgm:pt modelId="{67F39CB0-CEE0-4B69-B5B1-B9A0F45B3016}">
      <dgm:prSet/>
      <dgm:spPr/>
      <dgm:t>
        <a:bodyPr/>
        <a:lstStyle/>
        <a:p>
          <a:r>
            <a:rPr lang="en-US" dirty="0"/>
            <a:t>If the CHECKLOCKTIMEVERIFY parameter Alice</a:t>
          </a:r>
          <a:r>
            <a:rPr lang="tr-TR" dirty="0"/>
            <a:t> </a:t>
          </a:r>
          <a:r>
            <a:rPr lang="en-US" dirty="0"/>
            <a:t>set</a:t>
          </a:r>
        </a:p>
      </dgm:t>
    </dgm:pt>
    <dgm:pt modelId="{CC96FECA-811A-432B-8F12-D5F62955970A}" type="parTrans" cxnId="{8C09C1C6-3857-40E3-95A8-8DE7C6F8CD45}">
      <dgm:prSet/>
      <dgm:spPr/>
      <dgm:t>
        <a:bodyPr/>
        <a:lstStyle/>
        <a:p>
          <a:endParaRPr lang="en-US"/>
        </a:p>
      </dgm:t>
    </dgm:pt>
    <dgm:pt modelId="{9B152AED-9D6E-425B-A251-4D06279B515E}" type="sibTrans" cxnId="{8C09C1C6-3857-40E3-95A8-8DE7C6F8CD45}">
      <dgm:prSet/>
      <dgm:spPr/>
      <dgm:t>
        <a:bodyPr/>
        <a:lstStyle/>
        <a:p>
          <a:endParaRPr lang="en-US"/>
        </a:p>
      </dgm:t>
    </dgm:pt>
    <dgm:pt modelId="{B44BEEC3-3BBC-41F1-9F78-EC20D553D373}">
      <dgm:prSet/>
      <dgm:spPr/>
      <dgm:t>
        <a:bodyPr/>
        <a:lstStyle/>
        <a:p>
          <a:r>
            <a:rPr lang="en-US"/>
            <a:t>is less than or equal the spending transaction’s nLocktime, </a:t>
          </a:r>
        </a:p>
      </dgm:t>
    </dgm:pt>
    <dgm:pt modelId="{58ABE55B-6765-4C87-ADDE-8330F11B0C41}" type="parTrans" cxnId="{02E03B4A-4DB4-4281-B006-63323C8BA234}">
      <dgm:prSet/>
      <dgm:spPr/>
      <dgm:t>
        <a:bodyPr/>
        <a:lstStyle/>
        <a:p>
          <a:endParaRPr lang="en-US"/>
        </a:p>
      </dgm:t>
    </dgm:pt>
    <dgm:pt modelId="{C65FB1DF-92EB-4D1D-BC4F-77F20D40BFEE}" type="sibTrans" cxnId="{02E03B4A-4DB4-4281-B006-63323C8BA234}">
      <dgm:prSet/>
      <dgm:spPr/>
      <dgm:t>
        <a:bodyPr/>
        <a:lstStyle/>
        <a:p>
          <a:endParaRPr lang="en-US"/>
        </a:p>
      </dgm:t>
    </dgm:pt>
    <dgm:pt modelId="{1B00109B-70B2-4D08-B804-50950C000F4D}">
      <dgm:prSet/>
      <dgm:spPr/>
      <dgm:t>
        <a:bodyPr/>
        <a:lstStyle/>
        <a:p>
          <a:r>
            <a:rPr lang="en-US"/>
            <a:t>script execution continues</a:t>
          </a:r>
        </a:p>
      </dgm:t>
    </dgm:pt>
    <dgm:pt modelId="{7168C7B1-2C34-43A7-A372-03408BA542F5}" type="parTrans" cxnId="{E954AD8A-319F-40A3-8607-CB5F4F3FEB1E}">
      <dgm:prSet/>
      <dgm:spPr/>
      <dgm:t>
        <a:bodyPr/>
        <a:lstStyle/>
        <a:p>
          <a:endParaRPr lang="en-US"/>
        </a:p>
      </dgm:t>
    </dgm:pt>
    <dgm:pt modelId="{38329331-360C-4DD2-8313-D84A68C46B9B}" type="sibTrans" cxnId="{E954AD8A-319F-40A3-8607-CB5F4F3FEB1E}">
      <dgm:prSet/>
      <dgm:spPr/>
      <dgm:t>
        <a:bodyPr/>
        <a:lstStyle/>
        <a:p>
          <a:endParaRPr lang="en-US"/>
        </a:p>
      </dgm:t>
    </dgm:pt>
    <dgm:pt modelId="{F2BB66C8-B147-435B-B589-DA31236EA9DA}">
      <dgm:prSet/>
      <dgm:spPr/>
      <dgm:t>
        <a:bodyPr/>
        <a:lstStyle/>
        <a:p>
          <a:r>
            <a:rPr lang="en-US"/>
            <a:t>acts as if a “no operation” or NOP opcode was executed</a:t>
          </a:r>
        </a:p>
      </dgm:t>
    </dgm:pt>
    <dgm:pt modelId="{CA34FA26-FE4F-4C18-896B-EAA83E999AE8}" type="parTrans" cxnId="{068800C9-81F6-4029-9EAE-C811C69CA573}">
      <dgm:prSet/>
      <dgm:spPr/>
      <dgm:t>
        <a:bodyPr/>
        <a:lstStyle/>
        <a:p>
          <a:endParaRPr lang="en-US"/>
        </a:p>
      </dgm:t>
    </dgm:pt>
    <dgm:pt modelId="{0B60952B-BE67-4B64-9FD7-9DC46524545D}" type="sibTrans" cxnId="{068800C9-81F6-4029-9EAE-C811C69CA573}">
      <dgm:prSet/>
      <dgm:spPr/>
      <dgm:t>
        <a:bodyPr/>
        <a:lstStyle/>
        <a:p>
          <a:endParaRPr lang="en-US"/>
        </a:p>
      </dgm:t>
    </dgm:pt>
    <dgm:pt modelId="{2D121DA1-50A1-40D0-A8CF-7E386A560F55}">
      <dgm:prSet/>
      <dgm:spPr/>
      <dgm:t>
        <a:bodyPr/>
        <a:lstStyle/>
        <a:p>
          <a:r>
            <a:rPr lang="en-US"/>
            <a:t>Otherwise, </a:t>
          </a:r>
        </a:p>
      </dgm:t>
    </dgm:pt>
    <dgm:pt modelId="{8ED68362-525C-425E-8C3B-DFC54553FCAC}" type="parTrans" cxnId="{8FE78FE2-D7DC-43D5-88EA-97993E0BA2BE}">
      <dgm:prSet/>
      <dgm:spPr/>
      <dgm:t>
        <a:bodyPr/>
        <a:lstStyle/>
        <a:p>
          <a:endParaRPr lang="en-US"/>
        </a:p>
      </dgm:t>
    </dgm:pt>
    <dgm:pt modelId="{D0493A6A-2432-417F-ACE7-F6EDA993715D}" type="sibTrans" cxnId="{8FE78FE2-D7DC-43D5-88EA-97993E0BA2BE}">
      <dgm:prSet/>
      <dgm:spPr/>
      <dgm:t>
        <a:bodyPr/>
        <a:lstStyle/>
        <a:p>
          <a:endParaRPr lang="en-US"/>
        </a:p>
      </dgm:t>
    </dgm:pt>
    <dgm:pt modelId="{428CAC1A-C328-4C55-A1B9-D3B262F62E35}">
      <dgm:prSet/>
      <dgm:spPr/>
      <dgm:t>
        <a:bodyPr/>
        <a:lstStyle/>
        <a:p>
          <a:r>
            <a:rPr lang="en-US"/>
            <a:t>script execution</a:t>
          </a:r>
          <a:r>
            <a:rPr lang="tr-TR"/>
            <a:t> </a:t>
          </a:r>
          <a:r>
            <a:rPr lang="en-US"/>
            <a:t>halts </a:t>
          </a:r>
        </a:p>
      </dgm:t>
    </dgm:pt>
    <dgm:pt modelId="{5EE6EFA1-5112-4F5C-8512-F0C2E0F7CF0E}" type="parTrans" cxnId="{396B6558-1C13-4210-AE06-04A7F22D5115}">
      <dgm:prSet/>
      <dgm:spPr/>
      <dgm:t>
        <a:bodyPr/>
        <a:lstStyle/>
        <a:p>
          <a:endParaRPr lang="en-US"/>
        </a:p>
      </dgm:t>
    </dgm:pt>
    <dgm:pt modelId="{1533BB73-1216-4548-BCBA-9069F43146D6}" type="sibTrans" cxnId="{396B6558-1C13-4210-AE06-04A7F22D5115}">
      <dgm:prSet/>
      <dgm:spPr/>
      <dgm:t>
        <a:bodyPr/>
        <a:lstStyle/>
        <a:p>
          <a:endParaRPr lang="en-US"/>
        </a:p>
      </dgm:t>
    </dgm:pt>
    <dgm:pt modelId="{02F1B115-CB02-40BA-B0C8-015904866816}">
      <dgm:prSet/>
      <dgm:spPr/>
      <dgm:t>
        <a:bodyPr/>
        <a:lstStyle/>
        <a:p>
          <a:r>
            <a:rPr lang="en-US"/>
            <a:t>and the transaction is deemed invalid.</a:t>
          </a:r>
        </a:p>
      </dgm:t>
    </dgm:pt>
    <dgm:pt modelId="{3E56965B-8287-4B34-989E-23273E612A7C}" type="parTrans" cxnId="{BBF7E77C-DAE8-4582-9D7C-CB9BAD486074}">
      <dgm:prSet/>
      <dgm:spPr/>
      <dgm:t>
        <a:bodyPr/>
        <a:lstStyle/>
        <a:p>
          <a:endParaRPr lang="en-US"/>
        </a:p>
      </dgm:t>
    </dgm:pt>
    <dgm:pt modelId="{76A21F9A-DECD-4FE4-9BEF-AA33F3E0905C}" type="sibTrans" cxnId="{BBF7E77C-DAE8-4582-9D7C-CB9BAD486074}">
      <dgm:prSet/>
      <dgm:spPr/>
      <dgm:t>
        <a:bodyPr/>
        <a:lstStyle/>
        <a:p>
          <a:endParaRPr lang="en-US"/>
        </a:p>
      </dgm:t>
    </dgm:pt>
    <dgm:pt modelId="{0D76AB42-7BDF-4C48-85E4-E4456384C2B4}" type="pres">
      <dgm:prSet presAssocID="{C1E2B2A2-5EEC-4287-B3D7-1D88791EFE4D}" presName="linear" presStyleCnt="0">
        <dgm:presLayoutVars>
          <dgm:dir/>
          <dgm:animLvl val="lvl"/>
          <dgm:resizeHandles val="exact"/>
        </dgm:presLayoutVars>
      </dgm:prSet>
      <dgm:spPr/>
    </dgm:pt>
    <dgm:pt modelId="{BC6CE806-6E0C-447A-B6BB-E26E73CF765F}" type="pres">
      <dgm:prSet presAssocID="{9EDEC310-4D29-4D83-B5CA-DA54C5E4CEB1}" presName="parentLin" presStyleCnt="0"/>
      <dgm:spPr/>
    </dgm:pt>
    <dgm:pt modelId="{1B1804BE-286A-4266-AEC7-06CBE4240B27}" type="pres">
      <dgm:prSet presAssocID="{9EDEC310-4D29-4D83-B5CA-DA54C5E4CEB1}" presName="parentLeftMargin" presStyleLbl="node1" presStyleIdx="0" presStyleCnt="3"/>
      <dgm:spPr/>
    </dgm:pt>
    <dgm:pt modelId="{CDE524C8-8489-487F-8829-05405BE4B681}" type="pres">
      <dgm:prSet presAssocID="{9EDEC310-4D29-4D83-B5CA-DA54C5E4CEB1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2EB8068E-865A-46D3-A050-7ED1DB0E2BBA}" type="pres">
      <dgm:prSet presAssocID="{9EDEC310-4D29-4D83-B5CA-DA54C5E4CEB1}" presName="negativeSpace" presStyleCnt="0"/>
      <dgm:spPr/>
    </dgm:pt>
    <dgm:pt modelId="{0D0BE1B1-5F18-415E-9881-D0BA550F7F22}" type="pres">
      <dgm:prSet presAssocID="{9EDEC310-4D29-4D83-B5CA-DA54C5E4CEB1}" presName="childText" presStyleLbl="conFgAcc1" presStyleIdx="0" presStyleCnt="3">
        <dgm:presLayoutVars>
          <dgm:bulletEnabled val="1"/>
        </dgm:presLayoutVars>
      </dgm:prSet>
      <dgm:spPr/>
    </dgm:pt>
    <dgm:pt modelId="{7356A23D-5EA6-4846-9ACD-2926CA575CD2}" type="pres">
      <dgm:prSet presAssocID="{29074865-1ADB-4D2B-9C83-2C84EF4D58C8}" presName="spaceBetweenRectangles" presStyleCnt="0"/>
      <dgm:spPr/>
    </dgm:pt>
    <dgm:pt modelId="{A51CDE5F-BF16-492A-98A6-47082C2ACA06}" type="pres">
      <dgm:prSet presAssocID="{1B00109B-70B2-4D08-B804-50950C000F4D}" presName="parentLin" presStyleCnt="0"/>
      <dgm:spPr/>
    </dgm:pt>
    <dgm:pt modelId="{3F0BA3B0-ED0B-48E6-8DCB-38A20EEBAC3C}" type="pres">
      <dgm:prSet presAssocID="{1B00109B-70B2-4D08-B804-50950C000F4D}" presName="parentLeftMargin" presStyleLbl="node1" presStyleIdx="0" presStyleCnt="3"/>
      <dgm:spPr/>
    </dgm:pt>
    <dgm:pt modelId="{65ACC1F7-5B33-4E2C-A884-855AE65C5BDA}" type="pres">
      <dgm:prSet presAssocID="{1B00109B-70B2-4D08-B804-50950C000F4D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53FE4950-51B1-425E-849E-D89CB897EE3D}" type="pres">
      <dgm:prSet presAssocID="{1B00109B-70B2-4D08-B804-50950C000F4D}" presName="negativeSpace" presStyleCnt="0"/>
      <dgm:spPr/>
    </dgm:pt>
    <dgm:pt modelId="{1E2C3F5D-D705-47AA-A384-69E23858758B}" type="pres">
      <dgm:prSet presAssocID="{1B00109B-70B2-4D08-B804-50950C000F4D}" presName="childText" presStyleLbl="conFgAcc1" presStyleIdx="1" presStyleCnt="3">
        <dgm:presLayoutVars>
          <dgm:bulletEnabled val="1"/>
        </dgm:presLayoutVars>
      </dgm:prSet>
      <dgm:spPr/>
    </dgm:pt>
    <dgm:pt modelId="{5DF6473F-D70B-4F1D-8DF2-FBBC805C140B}" type="pres">
      <dgm:prSet presAssocID="{38329331-360C-4DD2-8313-D84A68C46B9B}" presName="spaceBetweenRectangles" presStyleCnt="0"/>
      <dgm:spPr/>
    </dgm:pt>
    <dgm:pt modelId="{5137E256-A52B-4069-8845-D956E43CC2DD}" type="pres">
      <dgm:prSet presAssocID="{2D121DA1-50A1-40D0-A8CF-7E386A560F55}" presName="parentLin" presStyleCnt="0"/>
      <dgm:spPr/>
    </dgm:pt>
    <dgm:pt modelId="{8EE8FE0E-1C79-4B8C-8C6E-5D3389EF0445}" type="pres">
      <dgm:prSet presAssocID="{2D121DA1-50A1-40D0-A8CF-7E386A560F55}" presName="parentLeftMargin" presStyleLbl="node1" presStyleIdx="1" presStyleCnt="3"/>
      <dgm:spPr/>
    </dgm:pt>
    <dgm:pt modelId="{0C691099-D4D2-4B23-A3CE-B16A7BFC34C1}" type="pres">
      <dgm:prSet presAssocID="{2D121DA1-50A1-40D0-A8CF-7E386A560F55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F8972A0A-7026-4F6B-A5B4-A0C514CD9A64}" type="pres">
      <dgm:prSet presAssocID="{2D121DA1-50A1-40D0-A8CF-7E386A560F55}" presName="negativeSpace" presStyleCnt="0"/>
      <dgm:spPr/>
    </dgm:pt>
    <dgm:pt modelId="{518AFBE6-9A3A-4B16-BBBA-F23EFC9E7795}" type="pres">
      <dgm:prSet presAssocID="{2D121DA1-50A1-40D0-A8CF-7E386A560F55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E116C405-D71F-4934-A10E-016191E6EC3B}" type="presOf" srcId="{B44BEEC3-3BBC-41F1-9F78-EC20D553D373}" destId="{0D0BE1B1-5F18-415E-9881-D0BA550F7F22}" srcOrd="0" destOrd="1" presId="urn:microsoft.com/office/officeart/2005/8/layout/list1"/>
    <dgm:cxn modelId="{C9A81D1E-6723-4178-AF9D-D1C0EFE73A59}" type="presOf" srcId="{9EDEC310-4D29-4D83-B5CA-DA54C5E4CEB1}" destId="{CDE524C8-8489-487F-8829-05405BE4B681}" srcOrd="1" destOrd="0" presId="urn:microsoft.com/office/officeart/2005/8/layout/list1"/>
    <dgm:cxn modelId="{EA640A69-894F-4689-8615-DBAA7209C6F7}" type="presOf" srcId="{67F39CB0-CEE0-4B69-B5B1-B9A0F45B3016}" destId="{0D0BE1B1-5F18-415E-9881-D0BA550F7F22}" srcOrd="0" destOrd="0" presId="urn:microsoft.com/office/officeart/2005/8/layout/list1"/>
    <dgm:cxn modelId="{02E03B4A-4DB4-4281-B006-63323C8BA234}" srcId="{9EDEC310-4D29-4D83-B5CA-DA54C5E4CEB1}" destId="{B44BEEC3-3BBC-41F1-9F78-EC20D553D373}" srcOrd="1" destOrd="0" parTransId="{58ABE55B-6765-4C87-ADDE-8330F11B0C41}" sibTransId="{C65FB1DF-92EB-4D1D-BC4F-77F20D40BFEE}"/>
    <dgm:cxn modelId="{11610A6D-318A-460D-AC07-1283C88F796D}" srcId="{C1E2B2A2-5EEC-4287-B3D7-1D88791EFE4D}" destId="{9EDEC310-4D29-4D83-B5CA-DA54C5E4CEB1}" srcOrd="0" destOrd="0" parTransId="{ED72AB31-536B-4337-980F-53AFF351A943}" sibTransId="{29074865-1ADB-4D2B-9C83-2C84EF4D58C8}"/>
    <dgm:cxn modelId="{396B6558-1C13-4210-AE06-04A7F22D5115}" srcId="{2D121DA1-50A1-40D0-A8CF-7E386A560F55}" destId="{428CAC1A-C328-4C55-A1B9-D3B262F62E35}" srcOrd="0" destOrd="0" parTransId="{5EE6EFA1-5112-4F5C-8512-F0C2E0F7CF0E}" sibTransId="{1533BB73-1216-4548-BCBA-9069F43146D6}"/>
    <dgm:cxn modelId="{BBF7E77C-DAE8-4582-9D7C-CB9BAD486074}" srcId="{2D121DA1-50A1-40D0-A8CF-7E386A560F55}" destId="{02F1B115-CB02-40BA-B0C8-015904866816}" srcOrd="1" destOrd="0" parTransId="{3E56965B-8287-4B34-989E-23273E612A7C}" sibTransId="{76A21F9A-DECD-4FE4-9BEF-AA33F3E0905C}"/>
    <dgm:cxn modelId="{E954AD8A-319F-40A3-8607-CB5F4F3FEB1E}" srcId="{C1E2B2A2-5EEC-4287-B3D7-1D88791EFE4D}" destId="{1B00109B-70B2-4D08-B804-50950C000F4D}" srcOrd="1" destOrd="0" parTransId="{7168C7B1-2C34-43A7-A372-03408BA542F5}" sibTransId="{38329331-360C-4DD2-8313-D84A68C46B9B}"/>
    <dgm:cxn modelId="{1A21359B-BE36-4DCB-A7F6-7BE521B89562}" type="presOf" srcId="{F2BB66C8-B147-435B-B589-DA31236EA9DA}" destId="{1E2C3F5D-D705-47AA-A384-69E23858758B}" srcOrd="0" destOrd="0" presId="urn:microsoft.com/office/officeart/2005/8/layout/list1"/>
    <dgm:cxn modelId="{2A0B6CA0-F528-4B05-B02E-DAEE8225073C}" type="presOf" srcId="{1B00109B-70B2-4D08-B804-50950C000F4D}" destId="{3F0BA3B0-ED0B-48E6-8DCB-38A20EEBAC3C}" srcOrd="0" destOrd="0" presId="urn:microsoft.com/office/officeart/2005/8/layout/list1"/>
    <dgm:cxn modelId="{6CBBACA6-03B1-416F-822F-A9838048746B}" type="presOf" srcId="{428CAC1A-C328-4C55-A1B9-D3B262F62E35}" destId="{518AFBE6-9A3A-4B16-BBBA-F23EFC9E7795}" srcOrd="0" destOrd="0" presId="urn:microsoft.com/office/officeart/2005/8/layout/list1"/>
    <dgm:cxn modelId="{7F97DFAB-4F7D-4F23-9A44-3675BD7624EB}" type="presOf" srcId="{02F1B115-CB02-40BA-B0C8-015904866816}" destId="{518AFBE6-9A3A-4B16-BBBA-F23EFC9E7795}" srcOrd="0" destOrd="1" presId="urn:microsoft.com/office/officeart/2005/8/layout/list1"/>
    <dgm:cxn modelId="{B245C0B6-B183-4354-B447-BB3A0C570B1F}" type="presOf" srcId="{9EDEC310-4D29-4D83-B5CA-DA54C5E4CEB1}" destId="{1B1804BE-286A-4266-AEC7-06CBE4240B27}" srcOrd="0" destOrd="0" presId="urn:microsoft.com/office/officeart/2005/8/layout/list1"/>
    <dgm:cxn modelId="{9D0ED5C0-0FF7-4208-8F81-D3C7A7B61F5C}" type="presOf" srcId="{C1E2B2A2-5EEC-4287-B3D7-1D88791EFE4D}" destId="{0D76AB42-7BDF-4C48-85E4-E4456384C2B4}" srcOrd="0" destOrd="0" presId="urn:microsoft.com/office/officeart/2005/8/layout/list1"/>
    <dgm:cxn modelId="{8C09C1C6-3857-40E3-95A8-8DE7C6F8CD45}" srcId="{9EDEC310-4D29-4D83-B5CA-DA54C5E4CEB1}" destId="{67F39CB0-CEE0-4B69-B5B1-B9A0F45B3016}" srcOrd="0" destOrd="0" parTransId="{CC96FECA-811A-432B-8F12-D5F62955970A}" sibTransId="{9B152AED-9D6E-425B-A251-4D06279B515E}"/>
    <dgm:cxn modelId="{068800C9-81F6-4029-9EAE-C811C69CA573}" srcId="{1B00109B-70B2-4D08-B804-50950C000F4D}" destId="{F2BB66C8-B147-435B-B589-DA31236EA9DA}" srcOrd="0" destOrd="0" parTransId="{CA34FA26-FE4F-4C18-896B-EAA83E999AE8}" sibTransId="{0B60952B-BE67-4B64-9FD7-9DC46524545D}"/>
    <dgm:cxn modelId="{17CB7BCE-596C-4E64-ACEC-149734D2B95F}" type="presOf" srcId="{2D121DA1-50A1-40D0-A8CF-7E386A560F55}" destId="{0C691099-D4D2-4B23-A3CE-B16A7BFC34C1}" srcOrd="1" destOrd="0" presId="urn:microsoft.com/office/officeart/2005/8/layout/list1"/>
    <dgm:cxn modelId="{42FFC0CF-5357-4C46-BBA4-ACC8765C690B}" type="presOf" srcId="{2D121DA1-50A1-40D0-A8CF-7E386A560F55}" destId="{8EE8FE0E-1C79-4B8C-8C6E-5D3389EF0445}" srcOrd="0" destOrd="0" presId="urn:microsoft.com/office/officeart/2005/8/layout/list1"/>
    <dgm:cxn modelId="{8FE78FE2-D7DC-43D5-88EA-97993E0BA2BE}" srcId="{C1E2B2A2-5EEC-4287-B3D7-1D88791EFE4D}" destId="{2D121DA1-50A1-40D0-A8CF-7E386A560F55}" srcOrd="2" destOrd="0" parTransId="{8ED68362-525C-425E-8C3B-DFC54553FCAC}" sibTransId="{D0493A6A-2432-417F-ACE7-F6EDA993715D}"/>
    <dgm:cxn modelId="{AABBC3F6-1573-4051-AF4E-9D2F80D87B0B}" type="presOf" srcId="{1B00109B-70B2-4D08-B804-50950C000F4D}" destId="{65ACC1F7-5B33-4E2C-A884-855AE65C5BDA}" srcOrd="1" destOrd="0" presId="urn:microsoft.com/office/officeart/2005/8/layout/list1"/>
    <dgm:cxn modelId="{2400C865-8EF6-4A14-8B4F-88969CBECD70}" type="presParOf" srcId="{0D76AB42-7BDF-4C48-85E4-E4456384C2B4}" destId="{BC6CE806-6E0C-447A-B6BB-E26E73CF765F}" srcOrd="0" destOrd="0" presId="urn:microsoft.com/office/officeart/2005/8/layout/list1"/>
    <dgm:cxn modelId="{8AD2F475-C967-4593-A863-7BBA2CB60E0C}" type="presParOf" srcId="{BC6CE806-6E0C-447A-B6BB-E26E73CF765F}" destId="{1B1804BE-286A-4266-AEC7-06CBE4240B27}" srcOrd="0" destOrd="0" presId="urn:microsoft.com/office/officeart/2005/8/layout/list1"/>
    <dgm:cxn modelId="{C502FD63-8569-4A40-98F1-A36F80FDDAB4}" type="presParOf" srcId="{BC6CE806-6E0C-447A-B6BB-E26E73CF765F}" destId="{CDE524C8-8489-487F-8829-05405BE4B681}" srcOrd="1" destOrd="0" presId="urn:microsoft.com/office/officeart/2005/8/layout/list1"/>
    <dgm:cxn modelId="{87D32C84-D865-44EF-A5A6-3501ABE9B9EF}" type="presParOf" srcId="{0D76AB42-7BDF-4C48-85E4-E4456384C2B4}" destId="{2EB8068E-865A-46D3-A050-7ED1DB0E2BBA}" srcOrd="1" destOrd="0" presId="urn:microsoft.com/office/officeart/2005/8/layout/list1"/>
    <dgm:cxn modelId="{6B8B2A6F-48A3-4017-AE01-C6DCAB15DE7E}" type="presParOf" srcId="{0D76AB42-7BDF-4C48-85E4-E4456384C2B4}" destId="{0D0BE1B1-5F18-415E-9881-D0BA550F7F22}" srcOrd="2" destOrd="0" presId="urn:microsoft.com/office/officeart/2005/8/layout/list1"/>
    <dgm:cxn modelId="{08D6646A-7394-46DC-A406-2250B6949F5F}" type="presParOf" srcId="{0D76AB42-7BDF-4C48-85E4-E4456384C2B4}" destId="{7356A23D-5EA6-4846-9ACD-2926CA575CD2}" srcOrd="3" destOrd="0" presId="urn:microsoft.com/office/officeart/2005/8/layout/list1"/>
    <dgm:cxn modelId="{09144ECD-9AE2-46B5-93FA-C7683BB6644B}" type="presParOf" srcId="{0D76AB42-7BDF-4C48-85E4-E4456384C2B4}" destId="{A51CDE5F-BF16-492A-98A6-47082C2ACA06}" srcOrd="4" destOrd="0" presId="urn:microsoft.com/office/officeart/2005/8/layout/list1"/>
    <dgm:cxn modelId="{49767DFA-13BE-4D44-87DE-CCEDECEE54F4}" type="presParOf" srcId="{A51CDE5F-BF16-492A-98A6-47082C2ACA06}" destId="{3F0BA3B0-ED0B-48E6-8DCB-38A20EEBAC3C}" srcOrd="0" destOrd="0" presId="urn:microsoft.com/office/officeart/2005/8/layout/list1"/>
    <dgm:cxn modelId="{4A3A6887-811B-4E4E-8A41-A48FE06B051B}" type="presParOf" srcId="{A51CDE5F-BF16-492A-98A6-47082C2ACA06}" destId="{65ACC1F7-5B33-4E2C-A884-855AE65C5BDA}" srcOrd="1" destOrd="0" presId="urn:microsoft.com/office/officeart/2005/8/layout/list1"/>
    <dgm:cxn modelId="{AAC97190-5C3B-4F30-8E4F-D1B23E2D06F1}" type="presParOf" srcId="{0D76AB42-7BDF-4C48-85E4-E4456384C2B4}" destId="{53FE4950-51B1-425E-849E-D89CB897EE3D}" srcOrd="5" destOrd="0" presId="urn:microsoft.com/office/officeart/2005/8/layout/list1"/>
    <dgm:cxn modelId="{D122E78C-9DA2-4A9B-9BA2-6396A2B02D47}" type="presParOf" srcId="{0D76AB42-7BDF-4C48-85E4-E4456384C2B4}" destId="{1E2C3F5D-D705-47AA-A384-69E23858758B}" srcOrd="6" destOrd="0" presId="urn:microsoft.com/office/officeart/2005/8/layout/list1"/>
    <dgm:cxn modelId="{87EA016C-3155-45E8-8A96-DF3BC5C10C34}" type="presParOf" srcId="{0D76AB42-7BDF-4C48-85E4-E4456384C2B4}" destId="{5DF6473F-D70B-4F1D-8DF2-FBBC805C140B}" srcOrd="7" destOrd="0" presId="urn:microsoft.com/office/officeart/2005/8/layout/list1"/>
    <dgm:cxn modelId="{1EDB2C52-E2AA-4A5A-8186-777C869038B4}" type="presParOf" srcId="{0D76AB42-7BDF-4C48-85E4-E4456384C2B4}" destId="{5137E256-A52B-4069-8845-D956E43CC2DD}" srcOrd="8" destOrd="0" presId="urn:microsoft.com/office/officeart/2005/8/layout/list1"/>
    <dgm:cxn modelId="{34170A30-BC26-45E2-8761-1456DBF3C63A}" type="presParOf" srcId="{5137E256-A52B-4069-8845-D956E43CC2DD}" destId="{8EE8FE0E-1C79-4B8C-8C6E-5D3389EF0445}" srcOrd="0" destOrd="0" presId="urn:microsoft.com/office/officeart/2005/8/layout/list1"/>
    <dgm:cxn modelId="{2A5AADAD-23CE-43CE-9095-E796CEE31B7B}" type="presParOf" srcId="{5137E256-A52B-4069-8845-D956E43CC2DD}" destId="{0C691099-D4D2-4B23-A3CE-B16A7BFC34C1}" srcOrd="1" destOrd="0" presId="urn:microsoft.com/office/officeart/2005/8/layout/list1"/>
    <dgm:cxn modelId="{D7B02019-9367-4F6D-A013-6A94D4C79B2E}" type="presParOf" srcId="{0D76AB42-7BDF-4C48-85E4-E4456384C2B4}" destId="{F8972A0A-7026-4F6B-A5B4-A0C514CD9A64}" srcOrd="9" destOrd="0" presId="urn:microsoft.com/office/officeart/2005/8/layout/list1"/>
    <dgm:cxn modelId="{A4815352-4124-48B8-BFCB-A5E07E0931D2}" type="presParOf" srcId="{0D76AB42-7BDF-4C48-85E4-E4456384C2B4}" destId="{518AFBE6-9A3A-4B16-BBBA-F23EFC9E7795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8.xml><?xml version="1.0" encoding="utf-8"?>
<dgm:dataModel xmlns:dgm="http://schemas.openxmlformats.org/drawingml/2006/diagram" xmlns:a="http://schemas.openxmlformats.org/drawingml/2006/main">
  <dgm:ptLst>
    <dgm:pt modelId="{F5BE1931-2FED-4FB6-9322-DFE9786E18AD}" type="doc">
      <dgm:prSet loTypeId="urn:diagrams.loki3.com/BracketList" loCatId="officeonline" qsTypeId="urn:microsoft.com/office/officeart/2005/8/quickstyle/simple5" qsCatId="simple" csTypeId="urn:microsoft.com/office/officeart/2005/8/colors/colorful2" csCatId="colorful" phldr="1"/>
      <dgm:spPr/>
      <dgm:t>
        <a:bodyPr/>
        <a:lstStyle/>
        <a:p>
          <a:endParaRPr lang="tr-TR"/>
        </a:p>
      </dgm:t>
    </dgm:pt>
    <dgm:pt modelId="{BC70990D-4846-47FA-BDC3-19E9727539E4}">
      <dgm:prSet/>
      <dgm:spPr/>
      <dgm:t>
        <a:bodyPr/>
        <a:lstStyle/>
        <a:p>
          <a:r>
            <a:rPr lang="en-US"/>
            <a:t>CHECKLOCKTIMEVERIFY</a:t>
          </a:r>
          <a:endParaRPr lang="tr-TR"/>
        </a:p>
      </dgm:t>
    </dgm:pt>
    <dgm:pt modelId="{24BA0178-0170-427C-BE2C-1DCA499194B9}" type="parTrans" cxnId="{14F7F97F-2243-47E3-A7A1-8EBB0C0C437F}">
      <dgm:prSet/>
      <dgm:spPr/>
      <dgm:t>
        <a:bodyPr/>
        <a:lstStyle/>
        <a:p>
          <a:endParaRPr lang="tr-TR"/>
        </a:p>
      </dgm:t>
    </dgm:pt>
    <dgm:pt modelId="{58FE1280-A37E-4B55-958B-801A3F432941}" type="sibTrans" cxnId="{14F7F97F-2243-47E3-A7A1-8EBB0C0C437F}">
      <dgm:prSet/>
      <dgm:spPr/>
      <dgm:t>
        <a:bodyPr/>
        <a:lstStyle/>
        <a:p>
          <a:endParaRPr lang="tr-TR"/>
        </a:p>
      </dgm:t>
    </dgm:pt>
    <dgm:pt modelId="{FE8344DA-591B-4306-B9B8-07546698F041}">
      <dgm:prSet/>
      <dgm:spPr/>
      <dgm:t>
        <a:bodyPr/>
        <a:lstStyle/>
        <a:p>
          <a:r>
            <a:rPr lang="en-US"/>
            <a:t>marking the transaction</a:t>
          </a:r>
          <a:r>
            <a:rPr lang="tr-TR"/>
            <a:t> invalid if (source: BIP-65):</a:t>
          </a:r>
        </a:p>
      </dgm:t>
    </dgm:pt>
    <dgm:pt modelId="{8D7B8445-7EAD-4359-8A41-755734B98FF4}" type="parTrans" cxnId="{A61E1828-799D-49AC-98AA-E1FBBDD7EE2F}">
      <dgm:prSet/>
      <dgm:spPr/>
      <dgm:t>
        <a:bodyPr/>
        <a:lstStyle/>
        <a:p>
          <a:endParaRPr lang="tr-TR"/>
        </a:p>
      </dgm:t>
    </dgm:pt>
    <dgm:pt modelId="{3A29DBCE-9503-4DB1-87E5-BFAAB4415286}" type="sibTrans" cxnId="{A61E1828-799D-49AC-98AA-E1FBBDD7EE2F}">
      <dgm:prSet/>
      <dgm:spPr/>
      <dgm:t>
        <a:bodyPr/>
        <a:lstStyle/>
        <a:p>
          <a:endParaRPr lang="tr-TR"/>
        </a:p>
      </dgm:t>
    </dgm:pt>
    <dgm:pt modelId="{CACB39AA-3DD0-4541-B600-53B043B5C009}">
      <dgm:prSet/>
      <dgm:spPr/>
      <dgm:t>
        <a:bodyPr/>
        <a:lstStyle/>
        <a:p>
          <a:r>
            <a:rPr lang="tr-TR"/>
            <a:t>1</a:t>
          </a:r>
        </a:p>
      </dgm:t>
    </dgm:pt>
    <dgm:pt modelId="{D0483F58-9069-4582-B657-9F08842BF417}" type="parTrans" cxnId="{1DD7AC4C-B8D1-425A-85C3-CC97DE7FF9C1}">
      <dgm:prSet/>
      <dgm:spPr/>
      <dgm:t>
        <a:bodyPr/>
        <a:lstStyle/>
        <a:p>
          <a:endParaRPr lang="tr-TR"/>
        </a:p>
      </dgm:t>
    </dgm:pt>
    <dgm:pt modelId="{D3458DAB-E66A-462E-A402-0AA26B928D7C}" type="sibTrans" cxnId="{1DD7AC4C-B8D1-425A-85C3-CC97DE7FF9C1}">
      <dgm:prSet/>
      <dgm:spPr/>
      <dgm:t>
        <a:bodyPr/>
        <a:lstStyle/>
        <a:p>
          <a:endParaRPr lang="tr-TR"/>
        </a:p>
      </dgm:t>
    </dgm:pt>
    <dgm:pt modelId="{D27912C3-514C-4A78-93EF-657072D24909}">
      <dgm:prSet/>
      <dgm:spPr/>
      <dgm:t>
        <a:bodyPr/>
        <a:lstStyle/>
        <a:p>
          <a:r>
            <a:rPr lang="tr-TR"/>
            <a:t>2</a:t>
          </a:r>
        </a:p>
      </dgm:t>
    </dgm:pt>
    <dgm:pt modelId="{D19B6157-0BF9-4888-A656-9621FB4AE1F6}" type="parTrans" cxnId="{7D1C8B0C-AEFA-4562-AA36-00215DF4E67D}">
      <dgm:prSet/>
      <dgm:spPr/>
      <dgm:t>
        <a:bodyPr/>
        <a:lstStyle/>
        <a:p>
          <a:endParaRPr lang="tr-TR"/>
        </a:p>
      </dgm:t>
    </dgm:pt>
    <dgm:pt modelId="{DFEA38CD-16CD-4B80-B0E0-C9719204E481}" type="sibTrans" cxnId="{7D1C8B0C-AEFA-4562-AA36-00215DF4E67D}">
      <dgm:prSet/>
      <dgm:spPr/>
      <dgm:t>
        <a:bodyPr/>
        <a:lstStyle/>
        <a:p>
          <a:endParaRPr lang="tr-TR"/>
        </a:p>
      </dgm:t>
    </dgm:pt>
    <dgm:pt modelId="{62C7CD54-F3AA-44CB-8993-65703F9779E2}">
      <dgm:prSet/>
      <dgm:spPr/>
      <dgm:t>
        <a:bodyPr/>
        <a:lstStyle/>
        <a:p>
          <a:r>
            <a:rPr lang="tr-TR"/>
            <a:t>3</a:t>
          </a:r>
        </a:p>
      </dgm:t>
    </dgm:pt>
    <dgm:pt modelId="{F382FF6B-C104-4C29-BCEF-A49AD9509AFC}" type="parTrans" cxnId="{17B1C858-85A6-43C6-90CD-FB9014CACBD2}">
      <dgm:prSet/>
      <dgm:spPr/>
      <dgm:t>
        <a:bodyPr/>
        <a:lstStyle/>
        <a:p>
          <a:endParaRPr lang="tr-TR"/>
        </a:p>
      </dgm:t>
    </dgm:pt>
    <dgm:pt modelId="{C1E29856-8207-44E2-8E3F-DB1505A623A9}" type="sibTrans" cxnId="{17B1C858-85A6-43C6-90CD-FB9014CACBD2}">
      <dgm:prSet/>
      <dgm:spPr/>
      <dgm:t>
        <a:bodyPr/>
        <a:lstStyle/>
        <a:p>
          <a:endParaRPr lang="tr-TR"/>
        </a:p>
      </dgm:t>
    </dgm:pt>
    <dgm:pt modelId="{3A185DE1-BDA7-43E5-9C4A-9E9E04F849BA}">
      <dgm:prSet/>
      <dgm:spPr/>
      <dgm:t>
        <a:bodyPr/>
        <a:lstStyle/>
        <a:p>
          <a:r>
            <a:rPr lang="tr-TR"/>
            <a:t>4</a:t>
          </a:r>
        </a:p>
      </dgm:t>
    </dgm:pt>
    <dgm:pt modelId="{5A15A1C5-A085-4EB6-B196-5F4532DC47E6}" type="parTrans" cxnId="{C9994B66-3128-489C-A017-795A8353C643}">
      <dgm:prSet/>
      <dgm:spPr/>
      <dgm:t>
        <a:bodyPr/>
        <a:lstStyle/>
        <a:p>
          <a:endParaRPr lang="tr-TR"/>
        </a:p>
      </dgm:t>
    </dgm:pt>
    <dgm:pt modelId="{343C4B3E-BD90-45D7-9CDD-2454835FFFE7}" type="sibTrans" cxnId="{C9994B66-3128-489C-A017-795A8353C643}">
      <dgm:prSet/>
      <dgm:spPr/>
      <dgm:t>
        <a:bodyPr/>
        <a:lstStyle/>
        <a:p>
          <a:endParaRPr lang="tr-TR"/>
        </a:p>
      </dgm:t>
    </dgm:pt>
    <dgm:pt modelId="{B562A6D2-0A8B-4976-9F48-079A2BAA4E6C}">
      <dgm:prSet/>
      <dgm:spPr/>
      <dgm:t>
        <a:bodyPr/>
        <a:lstStyle/>
        <a:p>
          <a:r>
            <a:rPr lang="tr-TR"/>
            <a:t>5</a:t>
          </a:r>
        </a:p>
      </dgm:t>
    </dgm:pt>
    <dgm:pt modelId="{920BAC6B-C911-42EE-9D6D-2AA42534A135}" type="parTrans" cxnId="{D1456EE5-440D-4BDB-8756-955FDADCFCCF}">
      <dgm:prSet/>
      <dgm:spPr/>
      <dgm:t>
        <a:bodyPr/>
        <a:lstStyle/>
        <a:p>
          <a:endParaRPr lang="tr-TR"/>
        </a:p>
      </dgm:t>
    </dgm:pt>
    <dgm:pt modelId="{12A5C212-B167-444F-932D-D29025C03E03}" type="sibTrans" cxnId="{D1456EE5-440D-4BDB-8756-955FDADCFCCF}">
      <dgm:prSet/>
      <dgm:spPr/>
      <dgm:t>
        <a:bodyPr/>
        <a:lstStyle/>
        <a:p>
          <a:endParaRPr lang="tr-TR"/>
        </a:p>
      </dgm:t>
    </dgm:pt>
    <dgm:pt modelId="{7EFB6005-1812-42F9-AAD6-1AA69D848AEC}">
      <dgm:prSet/>
      <dgm:spPr/>
      <dgm:t>
        <a:bodyPr/>
        <a:lstStyle/>
        <a:p>
          <a:r>
            <a:rPr lang="en-US"/>
            <a:t>the stack is empty; or</a:t>
          </a:r>
          <a:endParaRPr lang="tr-TR"/>
        </a:p>
      </dgm:t>
    </dgm:pt>
    <dgm:pt modelId="{51ED2B42-C33A-4865-BCB7-BDE249C1A0EE}" type="parTrans" cxnId="{4055908F-E0FF-495B-A7CE-7481C296EAEC}">
      <dgm:prSet/>
      <dgm:spPr/>
      <dgm:t>
        <a:bodyPr/>
        <a:lstStyle/>
        <a:p>
          <a:endParaRPr lang="tr-TR"/>
        </a:p>
      </dgm:t>
    </dgm:pt>
    <dgm:pt modelId="{56B7A9CF-739E-4DD1-99B2-A104F9A2A7D1}" type="sibTrans" cxnId="{4055908F-E0FF-495B-A7CE-7481C296EAEC}">
      <dgm:prSet/>
      <dgm:spPr/>
      <dgm:t>
        <a:bodyPr/>
        <a:lstStyle/>
        <a:p>
          <a:endParaRPr lang="tr-TR"/>
        </a:p>
      </dgm:t>
    </dgm:pt>
    <dgm:pt modelId="{FB0185B5-25B4-4D47-A885-FE5E94B2EF24}">
      <dgm:prSet/>
      <dgm:spPr/>
      <dgm:t>
        <a:bodyPr/>
        <a:lstStyle/>
        <a:p>
          <a:r>
            <a:rPr lang="en-US" dirty="0"/>
            <a:t>the top item on the stack is less than 0; or</a:t>
          </a:r>
          <a:endParaRPr lang="tr-TR" dirty="0"/>
        </a:p>
      </dgm:t>
    </dgm:pt>
    <dgm:pt modelId="{93F9C8E9-3E21-4532-AB0F-AADC63239F07}" type="parTrans" cxnId="{10F39E61-0A5D-41FD-B93A-9344C490AA00}">
      <dgm:prSet/>
      <dgm:spPr/>
      <dgm:t>
        <a:bodyPr/>
        <a:lstStyle/>
        <a:p>
          <a:endParaRPr lang="tr-TR"/>
        </a:p>
      </dgm:t>
    </dgm:pt>
    <dgm:pt modelId="{3ACC7657-3E14-4493-A073-04D532B3F604}" type="sibTrans" cxnId="{10F39E61-0A5D-41FD-B93A-9344C490AA00}">
      <dgm:prSet/>
      <dgm:spPr/>
      <dgm:t>
        <a:bodyPr/>
        <a:lstStyle/>
        <a:p>
          <a:endParaRPr lang="tr-TR"/>
        </a:p>
      </dgm:t>
    </dgm:pt>
    <dgm:pt modelId="{1B6EF700-8F4F-4351-B358-42CEC9E86F7B}">
      <dgm:prSet/>
      <dgm:spPr/>
      <dgm:t>
        <a:bodyPr/>
        <a:lstStyle/>
        <a:p>
          <a:r>
            <a:rPr lang="en-US"/>
            <a:t>the lock-time type (height versus timestamp) of the top stack item and the </a:t>
          </a:r>
          <a:r>
            <a:rPr lang="en-US" err="1"/>
            <a:t>nLock</a:t>
          </a:r>
          <a:r>
            <a:rPr lang="tr-TR"/>
            <a:t> </a:t>
          </a:r>
          <a:r>
            <a:rPr lang="en-US"/>
            <a:t>time field are not the same; or</a:t>
          </a:r>
          <a:endParaRPr lang="tr-TR"/>
        </a:p>
      </dgm:t>
    </dgm:pt>
    <dgm:pt modelId="{462A6DD9-64A7-431B-A2B0-11A08D7A8868}" type="parTrans" cxnId="{2C11D84A-B7E8-4E6E-B54A-FC5CA008607F}">
      <dgm:prSet/>
      <dgm:spPr/>
      <dgm:t>
        <a:bodyPr/>
        <a:lstStyle/>
        <a:p>
          <a:endParaRPr lang="tr-TR"/>
        </a:p>
      </dgm:t>
    </dgm:pt>
    <dgm:pt modelId="{9487F620-F336-4DC7-90E7-F65224531080}" type="sibTrans" cxnId="{2C11D84A-B7E8-4E6E-B54A-FC5CA008607F}">
      <dgm:prSet/>
      <dgm:spPr/>
      <dgm:t>
        <a:bodyPr/>
        <a:lstStyle/>
        <a:p>
          <a:endParaRPr lang="tr-TR"/>
        </a:p>
      </dgm:t>
    </dgm:pt>
    <dgm:pt modelId="{D5907197-5D0B-4442-9812-7B7D01581B3D}">
      <dgm:prSet/>
      <dgm:spPr/>
      <dgm:t>
        <a:bodyPr/>
        <a:lstStyle/>
        <a:p>
          <a:r>
            <a:rPr lang="en-US"/>
            <a:t>the top stack item is greater than the transaction’s </a:t>
          </a:r>
          <a:r>
            <a:rPr lang="en-US" err="1"/>
            <a:t>nLocktime</a:t>
          </a:r>
          <a:r>
            <a:rPr lang="en-US"/>
            <a:t> field; or</a:t>
          </a:r>
          <a:endParaRPr lang="tr-TR"/>
        </a:p>
      </dgm:t>
    </dgm:pt>
    <dgm:pt modelId="{1A87B225-72D8-456F-9F29-CE25C4CEF30B}" type="parTrans" cxnId="{EF7AE6EE-4CE0-4FBE-AB57-BFA7E0E1697F}">
      <dgm:prSet/>
      <dgm:spPr/>
      <dgm:t>
        <a:bodyPr/>
        <a:lstStyle/>
        <a:p>
          <a:endParaRPr lang="tr-TR"/>
        </a:p>
      </dgm:t>
    </dgm:pt>
    <dgm:pt modelId="{17C7CE19-59FE-4635-B0DA-7D4C3FD6EAE4}" type="sibTrans" cxnId="{EF7AE6EE-4CE0-4FBE-AB57-BFA7E0E1697F}">
      <dgm:prSet/>
      <dgm:spPr/>
      <dgm:t>
        <a:bodyPr/>
        <a:lstStyle/>
        <a:p>
          <a:endParaRPr lang="tr-TR"/>
        </a:p>
      </dgm:t>
    </dgm:pt>
    <dgm:pt modelId="{ACEBFB18-8A87-4217-A31B-BF8D8BBB569B}">
      <dgm:prSet/>
      <dgm:spPr/>
      <dgm:t>
        <a:bodyPr/>
        <a:lstStyle/>
        <a:p>
          <a:r>
            <a:rPr lang="en-US"/>
            <a:t>the </a:t>
          </a:r>
          <a:r>
            <a:rPr lang="en-US" err="1"/>
            <a:t>nSequence</a:t>
          </a:r>
          <a:r>
            <a:rPr lang="en-US"/>
            <a:t> field of the input is 0xffffffff.</a:t>
          </a:r>
          <a:endParaRPr lang="tr-TR"/>
        </a:p>
      </dgm:t>
    </dgm:pt>
    <dgm:pt modelId="{62AD86D9-B6D2-4585-9959-63120F07D585}" type="parTrans" cxnId="{CD2E30DC-3501-43C5-8F6D-0C765C52AB3D}">
      <dgm:prSet/>
      <dgm:spPr/>
      <dgm:t>
        <a:bodyPr/>
        <a:lstStyle/>
        <a:p>
          <a:endParaRPr lang="tr-TR"/>
        </a:p>
      </dgm:t>
    </dgm:pt>
    <dgm:pt modelId="{FA6B0A9C-9DC4-482C-8ECE-D33C19945696}" type="sibTrans" cxnId="{CD2E30DC-3501-43C5-8F6D-0C765C52AB3D}">
      <dgm:prSet/>
      <dgm:spPr/>
      <dgm:t>
        <a:bodyPr/>
        <a:lstStyle/>
        <a:p>
          <a:endParaRPr lang="tr-TR"/>
        </a:p>
      </dgm:t>
    </dgm:pt>
    <dgm:pt modelId="{071B695A-A575-4450-8177-C8539FC5B458}">
      <dgm:prSet/>
      <dgm:spPr/>
      <dgm:t>
        <a:bodyPr/>
        <a:lstStyle/>
        <a:p>
          <a:r>
            <a:rPr lang="en-US"/>
            <a:t>fails and halts execution, </a:t>
          </a:r>
          <a:endParaRPr lang="tr-TR"/>
        </a:p>
      </dgm:t>
    </dgm:pt>
    <dgm:pt modelId="{588C7956-A11C-47BC-BBCE-85C3966FCD64}" type="parTrans" cxnId="{68A4AAA1-7D9C-467C-8CE0-4EB6B26BCB86}">
      <dgm:prSet/>
      <dgm:spPr/>
      <dgm:t>
        <a:bodyPr/>
        <a:lstStyle/>
        <a:p>
          <a:endParaRPr lang="tr-TR"/>
        </a:p>
      </dgm:t>
    </dgm:pt>
    <dgm:pt modelId="{4231F9A3-FA8E-4380-A615-2CA5041E27EF}" type="sibTrans" cxnId="{68A4AAA1-7D9C-467C-8CE0-4EB6B26BCB86}">
      <dgm:prSet/>
      <dgm:spPr/>
      <dgm:t>
        <a:bodyPr/>
        <a:lstStyle/>
        <a:p>
          <a:endParaRPr lang="en-US"/>
        </a:p>
      </dgm:t>
    </dgm:pt>
    <dgm:pt modelId="{AA9FB1A6-32BF-41D3-A2CC-38C6241C4A62}" type="pres">
      <dgm:prSet presAssocID="{F5BE1931-2FED-4FB6-9322-DFE9786E18AD}" presName="Name0" presStyleCnt="0">
        <dgm:presLayoutVars>
          <dgm:dir/>
          <dgm:animLvl val="lvl"/>
          <dgm:resizeHandles val="exact"/>
        </dgm:presLayoutVars>
      </dgm:prSet>
      <dgm:spPr/>
    </dgm:pt>
    <dgm:pt modelId="{3EE16786-AE88-407B-ACD1-A9BF5C1E21BB}" type="pres">
      <dgm:prSet presAssocID="{BC70990D-4846-47FA-BDC3-19E9727539E4}" presName="linNode" presStyleCnt="0"/>
      <dgm:spPr/>
    </dgm:pt>
    <dgm:pt modelId="{DA5C7970-3E05-42F3-A327-B7E9F6486496}" type="pres">
      <dgm:prSet presAssocID="{BC70990D-4846-47FA-BDC3-19E9727539E4}" presName="parTx" presStyleLbl="revTx" presStyleIdx="0" presStyleCnt="6">
        <dgm:presLayoutVars>
          <dgm:chMax val="1"/>
          <dgm:bulletEnabled val="1"/>
        </dgm:presLayoutVars>
      </dgm:prSet>
      <dgm:spPr/>
    </dgm:pt>
    <dgm:pt modelId="{2A98A848-4891-466C-B0C7-F1E114A1CE4D}" type="pres">
      <dgm:prSet presAssocID="{BC70990D-4846-47FA-BDC3-19E9727539E4}" presName="bracket" presStyleLbl="parChTrans1D1" presStyleIdx="0" presStyleCnt="6"/>
      <dgm:spPr/>
    </dgm:pt>
    <dgm:pt modelId="{83AF118B-58BA-4ECE-A992-FACA275CABC8}" type="pres">
      <dgm:prSet presAssocID="{BC70990D-4846-47FA-BDC3-19E9727539E4}" presName="spH" presStyleCnt="0"/>
      <dgm:spPr/>
    </dgm:pt>
    <dgm:pt modelId="{9A3260E4-1846-4236-8C3B-7DCE5BE525D3}" type="pres">
      <dgm:prSet presAssocID="{BC70990D-4846-47FA-BDC3-19E9727539E4}" presName="desTx" presStyleLbl="node1" presStyleIdx="0" presStyleCnt="6">
        <dgm:presLayoutVars>
          <dgm:bulletEnabled val="1"/>
        </dgm:presLayoutVars>
      </dgm:prSet>
      <dgm:spPr/>
    </dgm:pt>
    <dgm:pt modelId="{F676210D-946E-4063-9ABB-147741F97759}" type="pres">
      <dgm:prSet presAssocID="{58FE1280-A37E-4B55-958B-801A3F432941}" presName="spV" presStyleCnt="0"/>
      <dgm:spPr/>
    </dgm:pt>
    <dgm:pt modelId="{4ED87DB3-EBBD-49A2-886F-11A85DF4BB85}" type="pres">
      <dgm:prSet presAssocID="{CACB39AA-3DD0-4541-B600-53B043B5C009}" presName="linNode" presStyleCnt="0"/>
      <dgm:spPr/>
    </dgm:pt>
    <dgm:pt modelId="{26FBB9F6-B9B2-489F-8746-6326567C50A0}" type="pres">
      <dgm:prSet presAssocID="{CACB39AA-3DD0-4541-B600-53B043B5C009}" presName="parTx" presStyleLbl="revTx" presStyleIdx="1" presStyleCnt="6">
        <dgm:presLayoutVars>
          <dgm:chMax val="1"/>
          <dgm:bulletEnabled val="1"/>
        </dgm:presLayoutVars>
      </dgm:prSet>
      <dgm:spPr/>
    </dgm:pt>
    <dgm:pt modelId="{318FE7FA-5491-4C98-A052-41F710C0C478}" type="pres">
      <dgm:prSet presAssocID="{CACB39AA-3DD0-4541-B600-53B043B5C009}" presName="bracket" presStyleLbl="parChTrans1D1" presStyleIdx="1" presStyleCnt="6"/>
      <dgm:spPr/>
    </dgm:pt>
    <dgm:pt modelId="{E1D4C4AC-E73A-42D9-BF83-D2D94175A04C}" type="pres">
      <dgm:prSet presAssocID="{CACB39AA-3DD0-4541-B600-53B043B5C009}" presName="spH" presStyleCnt="0"/>
      <dgm:spPr/>
    </dgm:pt>
    <dgm:pt modelId="{F1B60399-2B2C-46E2-A4E7-A1307360C990}" type="pres">
      <dgm:prSet presAssocID="{CACB39AA-3DD0-4541-B600-53B043B5C009}" presName="desTx" presStyleLbl="node1" presStyleIdx="1" presStyleCnt="6">
        <dgm:presLayoutVars>
          <dgm:bulletEnabled val="1"/>
        </dgm:presLayoutVars>
      </dgm:prSet>
      <dgm:spPr/>
    </dgm:pt>
    <dgm:pt modelId="{F3E40F09-B7A1-4BE9-A824-51A69B78E132}" type="pres">
      <dgm:prSet presAssocID="{D3458DAB-E66A-462E-A402-0AA26B928D7C}" presName="spV" presStyleCnt="0"/>
      <dgm:spPr/>
    </dgm:pt>
    <dgm:pt modelId="{8BBA1FED-5DED-4098-BB08-32BFEF249DB7}" type="pres">
      <dgm:prSet presAssocID="{D27912C3-514C-4A78-93EF-657072D24909}" presName="linNode" presStyleCnt="0"/>
      <dgm:spPr/>
    </dgm:pt>
    <dgm:pt modelId="{4F0F1436-F9F7-4CED-9822-FDF9C95EA60D}" type="pres">
      <dgm:prSet presAssocID="{D27912C3-514C-4A78-93EF-657072D24909}" presName="parTx" presStyleLbl="revTx" presStyleIdx="2" presStyleCnt="6">
        <dgm:presLayoutVars>
          <dgm:chMax val="1"/>
          <dgm:bulletEnabled val="1"/>
        </dgm:presLayoutVars>
      </dgm:prSet>
      <dgm:spPr/>
    </dgm:pt>
    <dgm:pt modelId="{FB5CB18A-A744-49B5-B077-3E8EF7F0A928}" type="pres">
      <dgm:prSet presAssocID="{D27912C3-514C-4A78-93EF-657072D24909}" presName="bracket" presStyleLbl="parChTrans1D1" presStyleIdx="2" presStyleCnt="6"/>
      <dgm:spPr/>
    </dgm:pt>
    <dgm:pt modelId="{870E37A7-74A5-44ED-81B5-BF76173B1BEA}" type="pres">
      <dgm:prSet presAssocID="{D27912C3-514C-4A78-93EF-657072D24909}" presName="spH" presStyleCnt="0"/>
      <dgm:spPr/>
    </dgm:pt>
    <dgm:pt modelId="{21BC3DEE-D079-44EC-9527-B4702A39BB3D}" type="pres">
      <dgm:prSet presAssocID="{D27912C3-514C-4A78-93EF-657072D24909}" presName="desTx" presStyleLbl="node1" presStyleIdx="2" presStyleCnt="6">
        <dgm:presLayoutVars>
          <dgm:bulletEnabled val="1"/>
        </dgm:presLayoutVars>
      </dgm:prSet>
      <dgm:spPr/>
    </dgm:pt>
    <dgm:pt modelId="{92CFC0AD-51BC-4D4C-873D-8F5FAB660FC0}" type="pres">
      <dgm:prSet presAssocID="{DFEA38CD-16CD-4B80-B0E0-C9719204E481}" presName="spV" presStyleCnt="0"/>
      <dgm:spPr/>
    </dgm:pt>
    <dgm:pt modelId="{BCAAC973-0F5C-4712-9153-7E0B673C2307}" type="pres">
      <dgm:prSet presAssocID="{62C7CD54-F3AA-44CB-8993-65703F9779E2}" presName="linNode" presStyleCnt="0"/>
      <dgm:spPr/>
    </dgm:pt>
    <dgm:pt modelId="{CCEA1429-BA68-4934-90D6-108BAD017324}" type="pres">
      <dgm:prSet presAssocID="{62C7CD54-F3AA-44CB-8993-65703F9779E2}" presName="parTx" presStyleLbl="revTx" presStyleIdx="3" presStyleCnt="6">
        <dgm:presLayoutVars>
          <dgm:chMax val="1"/>
          <dgm:bulletEnabled val="1"/>
        </dgm:presLayoutVars>
      </dgm:prSet>
      <dgm:spPr/>
    </dgm:pt>
    <dgm:pt modelId="{E1A4FD9C-7525-4EF6-AE22-EE83533A7D94}" type="pres">
      <dgm:prSet presAssocID="{62C7CD54-F3AA-44CB-8993-65703F9779E2}" presName="bracket" presStyleLbl="parChTrans1D1" presStyleIdx="3" presStyleCnt="6"/>
      <dgm:spPr/>
    </dgm:pt>
    <dgm:pt modelId="{A183A29F-B748-4249-A1B8-6A5FFF9D08F6}" type="pres">
      <dgm:prSet presAssocID="{62C7CD54-F3AA-44CB-8993-65703F9779E2}" presName="spH" presStyleCnt="0"/>
      <dgm:spPr/>
    </dgm:pt>
    <dgm:pt modelId="{6C075191-6DF7-432B-AD6B-BF38F4995A60}" type="pres">
      <dgm:prSet presAssocID="{62C7CD54-F3AA-44CB-8993-65703F9779E2}" presName="desTx" presStyleLbl="node1" presStyleIdx="3" presStyleCnt="6">
        <dgm:presLayoutVars>
          <dgm:bulletEnabled val="1"/>
        </dgm:presLayoutVars>
      </dgm:prSet>
      <dgm:spPr/>
    </dgm:pt>
    <dgm:pt modelId="{6C1677BD-E399-4C5C-AE7E-AA078D3BB125}" type="pres">
      <dgm:prSet presAssocID="{C1E29856-8207-44E2-8E3F-DB1505A623A9}" presName="spV" presStyleCnt="0"/>
      <dgm:spPr/>
    </dgm:pt>
    <dgm:pt modelId="{ABC2E0E8-8947-4262-B139-FF4572563D83}" type="pres">
      <dgm:prSet presAssocID="{3A185DE1-BDA7-43E5-9C4A-9E9E04F849BA}" presName="linNode" presStyleCnt="0"/>
      <dgm:spPr/>
    </dgm:pt>
    <dgm:pt modelId="{243D01A9-0928-4865-8C18-6FAC552EE6FB}" type="pres">
      <dgm:prSet presAssocID="{3A185DE1-BDA7-43E5-9C4A-9E9E04F849BA}" presName="parTx" presStyleLbl="revTx" presStyleIdx="4" presStyleCnt="6">
        <dgm:presLayoutVars>
          <dgm:chMax val="1"/>
          <dgm:bulletEnabled val="1"/>
        </dgm:presLayoutVars>
      </dgm:prSet>
      <dgm:spPr/>
    </dgm:pt>
    <dgm:pt modelId="{75596480-DDBF-4562-9518-103EECBD622E}" type="pres">
      <dgm:prSet presAssocID="{3A185DE1-BDA7-43E5-9C4A-9E9E04F849BA}" presName="bracket" presStyleLbl="parChTrans1D1" presStyleIdx="4" presStyleCnt="6"/>
      <dgm:spPr/>
    </dgm:pt>
    <dgm:pt modelId="{EC4DF17C-072B-453A-8DD6-37B3D60C0709}" type="pres">
      <dgm:prSet presAssocID="{3A185DE1-BDA7-43E5-9C4A-9E9E04F849BA}" presName="spH" presStyleCnt="0"/>
      <dgm:spPr/>
    </dgm:pt>
    <dgm:pt modelId="{3FDCF478-BD8E-4F1D-BFBE-0D7D0F395F0F}" type="pres">
      <dgm:prSet presAssocID="{3A185DE1-BDA7-43E5-9C4A-9E9E04F849BA}" presName="desTx" presStyleLbl="node1" presStyleIdx="4" presStyleCnt="6">
        <dgm:presLayoutVars>
          <dgm:bulletEnabled val="1"/>
        </dgm:presLayoutVars>
      </dgm:prSet>
      <dgm:spPr/>
    </dgm:pt>
    <dgm:pt modelId="{47BA45AC-8D7F-4886-B7E9-995F4A7AD3E4}" type="pres">
      <dgm:prSet presAssocID="{343C4B3E-BD90-45D7-9CDD-2454835FFFE7}" presName="spV" presStyleCnt="0"/>
      <dgm:spPr/>
    </dgm:pt>
    <dgm:pt modelId="{D393E2D8-57BC-4E86-8634-A4FFE26211C4}" type="pres">
      <dgm:prSet presAssocID="{B562A6D2-0A8B-4976-9F48-079A2BAA4E6C}" presName="linNode" presStyleCnt="0"/>
      <dgm:spPr/>
    </dgm:pt>
    <dgm:pt modelId="{370DEE78-128C-404D-9EB9-87C8B4C1E617}" type="pres">
      <dgm:prSet presAssocID="{B562A6D2-0A8B-4976-9F48-079A2BAA4E6C}" presName="parTx" presStyleLbl="revTx" presStyleIdx="5" presStyleCnt="6">
        <dgm:presLayoutVars>
          <dgm:chMax val="1"/>
          <dgm:bulletEnabled val="1"/>
        </dgm:presLayoutVars>
      </dgm:prSet>
      <dgm:spPr/>
    </dgm:pt>
    <dgm:pt modelId="{9BAB3493-E46E-457F-8EE4-EA3B35274CF2}" type="pres">
      <dgm:prSet presAssocID="{B562A6D2-0A8B-4976-9F48-079A2BAA4E6C}" presName="bracket" presStyleLbl="parChTrans1D1" presStyleIdx="5" presStyleCnt="6"/>
      <dgm:spPr/>
    </dgm:pt>
    <dgm:pt modelId="{F8D36FD3-F8B0-41B8-BBCF-A30E85C31167}" type="pres">
      <dgm:prSet presAssocID="{B562A6D2-0A8B-4976-9F48-079A2BAA4E6C}" presName="spH" presStyleCnt="0"/>
      <dgm:spPr/>
    </dgm:pt>
    <dgm:pt modelId="{FA2C0D3C-F65C-4AEF-A224-AA2F62925C3C}" type="pres">
      <dgm:prSet presAssocID="{B562A6D2-0A8B-4976-9F48-079A2BAA4E6C}" presName="desTx" presStyleLbl="node1" presStyleIdx="5" presStyleCnt="6">
        <dgm:presLayoutVars>
          <dgm:bulletEnabled val="1"/>
        </dgm:presLayoutVars>
      </dgm:prSet>
      <dgm:spPr/>
    </dgm:pt>
  </dgm:ptLst>
  <dgm:cxnLst>
    <dgm:cxn modelId="{37197C0A-770C-4028-95DC-36B5D95F78D4}" type="presOf" srcId="{FB0185B5-25B4-4D47-A885-FE5E94B2EF24}" destId="{21BC3DEE-D079-44EC-9527-B4702A39BB3D}" srcOrd="0" destOrd="0" presId="urn:diagrams.loki3.com/BracketList"/>
    <dgm:cxn modelId="{7D1C8B0C-AEFA-4562-AA36-00215DF4E67D}" srcId="{F5BE1931-2FED-4FB6-9322-DFE9786E18AD}" destId="{D27912C3-514C-4A78-93EF-657072D24909}" srcOrd="2" destOrd="0" parTransId="{D19B6157-0BF9-4888-A656-9621FB4AE1F6}" sibTransId="{DFEA38CD-16CD-4B80-B0E0-C9719204E481}"/>
    <dgm:cxn modelId="{852DFB18-20F3-48AA-AD71-39A7108DAC7C}" type="presOf" srcId="{FE8344DA-591B-4306-B9B8-07546698F041}" destId="{9A3260E4-1846-4236-8C3B-7DCE5BE525D3}" srcOrd="0" destOrd="1" presId="urn:diagrams.loki3.com/BracketList"/>
    <dgm:cxn modelId="{06FE9319-7144-4456-99E4-0CD1C429AE3C}" type="presOf" srcId="{071B695A-A575-4450-8177-C8539FC5B458}" destId="{9A3260E4-1846-4236-8C3B-7DCE5BE525D3}" srcOrd="0" destOrd="0" presId="urn:diagrams.loki3.com/BracketList"/>
    <dgm:cxn modelId="{A61E1828-799D-49AC-98AA-E1FBBDD7EE2F}" srcId="{BC70990D-4846-47FA-BDC3-19E9727539E4}" destId="{FE8344DA-591B-4306-B9B8-07546698F041}" srcOrd="1" destOrd="0" parTransId="{8D7B8445-7EAD-4359-8A41-755734B98FF4}" sibTransId="{3A29DBCE-9503-4DB1-87E5-BFAAB4415286}"/>
    <dgm:cxn modelId="{AD61F12F-FB82-4BBA-945B-EEFEC129CCA3}" type="presOf" srcId="{62C7CD54-F3AA-44CB-8993-65703F9779E2}" destId="{CCEA1429-BA68-4934-90D6-108BAD017324}" srcOrd="0" destOrd="0" presId="urn:diagrams.loki3.com/BracketList"/>
    <dgm:cxn modelId="{81868F30-651C-4F98-B836-B062C4342714}" type="presOf" srcId="{1B6EF700-8F4F-4351-B358-42CEC9E86F7B}" destId="{6C075191-6DF7-432B-AD6B-BF38F4995A60}" srcOrd="0" destOrd="0" presId="urn:diagrams.loki3.com/BracketList"/>
    <dgm:cxn modelId="{5A296731-8AE3-469A-B12D-7F91E6679E36}" type="presOf" srcId="{B562A6D2-0A8B-4976-9F48-079A2BAA4E6C}" destId="{370DEE78-128C-404D-9EB9-87C8B4C1E617}" srcOrd="0" destOrd="0" presId="urn:diagrams.loki3.com/BracketList"/>
    <dgm:cxn modelId="{10F39E61-0A5D-41FD-B93A-9344C490AA00}" srcId="{D27912C3-514C-4A78-93EF-657072D24909}" destId="{FB0185B5-25B4-4D47-A885-FE5E94B2EF24}" srcOrd="0" destOrd="0" parTransId="{93F9C8E9-3E21-4532-AB0F-AADC63239F07}" sibTransId="{3ACC7657-3E14-4493-A073-04D532B3F604}"/>
    <dgm:cxn modelId="{2127DC41-6654-4AC6-9A9E-9F3247C6CCCA}" type="presOf" srcId="{ACEBFB18-8A87-4217-A31B-BF8D8BBB569B}" destId="{FA2C0D3C-F65C-4AEF-A224-AA2F62925C3C}" srcOrd="0" destOrd="0" presId="urn:diagrams.loki3.com/BracketList"/>
    <dgm:cxn modelId="{E4886A63-BD69-49E8-871B-EC29022DC2E0}" type="presOf" srcId="{7EFB6005-1812-42F9-AAD6-1AA69D848AEC}" destId="{F1B60399-2B2C-46E2-A4E7-A1307360C990}" srcOrd="0" destOrd="0" presId="urn:diagrams.loki3.com/BracketList"/>
    <dgm:cxn modelId="{C9994B66-3128-489C-A017-795A8353C643}" srcId="{F5BE1931-2FED-4FB6-9322-DFE9786E18AD}" destId="{3A185DE1-BDA7-43E5-9C4A-9E9E04F849BA}" srcOrd="4" destOrd="0" parTransId="{5A15A1C5-A085-4EB6-B196-5F4532DC47E6}" sibTransId="{343C4B3E-BD90-45D7-9CDD-2454835FFFE7}"/>
    <dgm:cxn modelId="{2C11D84A-B7E8-4E6E-B54A-FC5CA008607F}" srcId="{62C7CD54-F3AA-44CB-8993-65703F9779E2}" destId="{1B6EF700-8F4F-4351-B358-42CEC9E86F7B}" srcOrd="0" destOrd="0" parTransId="{462A6DD9-64A7-431B-A2B0-11A08D7A8868}" sibTransId="{9487F620-F336-4DC7-90E7-F65224531080}"/>
    <dgm:cxn modelId="{1DD7AC4C-B8D1-425A-85C3-CC97DE7FF9C1}" srcId="{F5BE1931-2FED-4FB6-9322-DFE9786E18AD}" destId="{CACB39AA-3DD0-4541-B600-53B043B5C009}" srcOrd="1" destOrd="0" parTransId="{D0483F58-9069-4582-B657-9F08842BF417}" sibTransId="{D3458DAB-E66A-462E-A402-0AA26B928D7C}"/>
    <dgm:cxn modelId="{380F2F77-2FCF-4EEC-8340-F9567DE7CEA6}" type="presOf" srcId="{F5BE1931-2FED-4FB6-9322-DFE9786E18AD}" destId="{AA9FB1A6-32BF-41D3-A2CC-38C6241C4A62}" srcOrd="0" destOrd="0" presId="urn:diagrams.loki3.com/BracketList"/>
    <dgm:cxn modelId="{17B1C858-85A6-43C6-90CD-FB9014CACBD2}" srcId="{F5BE1931-2FED-4FB6-9322-DFE9786E18AD}" destId="{62C7CD54-F3AA-44CB-8993-65703F9779E2}" srcOrd="3" destOrd="0" parTransId="{F382FF6B-C104-4C29-BCEF-A49AD9509AFC}" sibTransId="{C1E29856-8207-44E2-8E3F-DB1505A623A9}"/>
    <dgm:cxn modelId="{14F7F97F-2243-47E3-A7A1-8EBB0C0C437F}" srcId="{F5BE1931-2FED-4FB6-9322-DFE9786E18AD}" destId="{BC70990D-4846-47FA-BDC3-19E9727539E4}" srcOrd="0" destOrd="0" parTransId="{24BA0178-0170-427C-BE2C-1DCA499194B9}" sibTransId="{58FE1280-A37E-4B55-958B-801A3F432941}"/>
    <dgm:cxn modelId="{4055908F-E0FF-495B-A7CE-7481C296EAEC}" srcId="{CACB39AA-3DD0-4541-B600-53B043B5C009}" destId="{7EFB6005-1812-42F9-AAD6-1AA69D848AEC}" srcOrd="0" destOrd="0" parTransId="{51ED2B42-C33A-4865-BCB7-BDE249C1A0EE}" sibTransId="{56B7A9CF-739E-4DD1-99B2-A104F9A2A7D1}"/>
    <dgm:cxn modelId="{68A4AAA1-7D9C-467C-8CE0-4EB6B26BCB86}" srcId="{BC70990D-4846-47FA-BDC3-19E9727539E4}" destId="{071B695A-A575-4450-8177-C8539FC5B458}" srcOrd="0" destOrd="0" parTransId="{588C7956-A11C-47BC-BBCE-85C3966FCD64}" sibTransId="{4231F9A3-FA8E-4380-A615-2CA5041E27EF}"/>
    <dgm:cxn modelId="{0E5DBFA2-40C5-4BA2-9AAA-34CD571BF126}" type="presOf" srcId="{CACB39AA-3DD0-4541-B600-53B043B5C009}" destId="{26FBB9F6-B9B2-489F-8746-6326567C50A0}" srcOrd="0" destOrd="0" presId="urn:diagrams.loki3.com/BracketList"/>
    <dgm:cxn modelId="{29ECB3AE-D987-492A-A5E8-283F48ABF283}" type="presOf" srcId="{D5907197-5D0B-4442-9812-7B7D01581B3D}" destId="{3FDCF478-BD8E-4F1D-BFBE-0D7D0F395F0F}" srcOrd="0" destOrd="0" presId="urn:diagrams.loki3.com/BracketList"/>
    <dgm:cxn modelId="{7734E4D2-523F-4766-B4A8-B50EFBA9D46B}" type="presOf" srcId="{BC70990D-4846-47FA-BDC3-19E9727539E4}" destId="{DA5C7970-3E05-42F3-A327-B7E9F6486496}" srcOrd="0" destOrd="0" presId="urn:diagrams.loki3.com/BracketList"/>
    <dgm:cxn modelId="{97577DDB-F9B9-4CF7-9191-905232CE7FCE}" type="presOf" srcId="{D27912C3-514C-4A78-93EF-657072D24909}" destId="{4F0F1436-F9F7-4CED-9822-FDF9C95EA60D}" srcOrd="0" destOrd="0" presId="urn:diagrams.loki3.com/BracketList"/>
    <dgm:cxn modelId="{CD2E30DC-3501-43C5-8F6D-0C765C52AB3D}" srcId="{B562A6D2-0A8B-4976-9F48-079A2BAA4E6C}" destId="{ACEBFB18-8A87-4217-A31B-BF8D8BBB569B}" srcOrd="0" destOrd="0" parTransId="{62AD86D9-B6D2-4585-9959-63120F07D585}" sibTransId="{FA6B0A9C-9DC4-482C-8ECE-D33C19945696}"/>
    <dgm:cxn modelId="{B566E1DC-83B5-4109-AA86-828FD42D515F}" type="presOf" srcId="{3A185DE1-BDA7-43E5-9C4A-9E9E04F849BA}" destId="{243D01A9-0928-4865-8C18-6FAC552EE6FB}" srcOrd="0" destOrd="0" presId="urn:diagrams.loki3.com/BracketList"/>
    <dgm:cxn modelId="{D1456EE5-440D-4BDB-8756-955FDADCFCCF}" srcId="{F5BE1931-2FED-4FB6-9322-DFE9786E18AD}" destId="{B562A6D2-0A8B-4976-9F48-079A2BAA4E6C}" srcOrd="5" destOrd="0" parTransId="{920BAC6B-C911-42EE-9D6D-2AA42534A135}" sibTransId="{12A5C212-B167-444F-932D-D29025C03E03}"/>
    <dgm:cxn modelId="{EF7AE6EE-4CE0-4FBE-AB57-BFA7E0E1697F}" srcId="{3A185DE1-BDA7-43E5-9C4A-9E9E04F849BA}" destId="{D5907197-5D0B-4442-9812-7B7D01581B3D}" srcOrd="0" destOrd="0" parTransId="{1A87B225-72D8-456F-9F29-CE25C4CEF30B}" sibTransId="{17C7CE19-59FE-4635-B0DA-7D4C3FD6EAE4}"/>
    <dgm:cxn modelId="{8883F183-DE8A-46F0-B241-5E3E8D615BF7}" type="presParOf" srcId="{AA9FB1A6-32BF-41D3-A2CC-38C6241C4A62}" destId="{3EE16786-AE88-407B-ACD1-A9BF5C1E21BB}" srcOrd="0" destOrd="0" presId="urn:diagrams.loki3.com/BracketList"/>
    <dgm:cxn modelId="{5824D431-B13B-4071-86A8-20ED46FE1D77}" type="presParOf" srcId="{3EE16786-AE88-407B-ACD1-A9BF5C1E21BB}" destId="{DA5C7970-3E05-42F3-A327-B7E9F6486496}" srcOrd="0" destOrd="0" presId="urn:diagrams.loki3.com/BracketList"/>
    <dgm:cxn modelId="{A7391979-84DC-4670-8EE9-B3509840B743}" type="presParOf" srcId="{3EE16786-AE88-407B-ACD1-A9BF5C1E21BB}" destId="{2A98A848-4891-466C-B0C7-F1E114A1CE4D}" srcOrd="1" destOrd="0" presId="urn:diagrams.loki3.com/BracketList"/>
    <dgm:cxn modelId="{CF6F0790-7AD6-446D-AECA-CF2D90B707D0}" type="presParOf" srcId="{3EE16786-AE88-407B-ACD1-A9BF5C1E21BB}" destId="{83AF118B-58BA-4ECE-A992-FACA275CABC8}" srcOrd="2" destOrd="0" presId="urn:diagrams.loki3.com/BracketList"/>
    <dgm:cxn modelId="{F397DBEA-F66C-4778-A4C2-45DC789681E1}" type="presParOf" srcId="{3EE16786-AE88-407B-ACD1-A9BF5C1E21BB}" destId="{9A3260E4-1846-4236-8C3B-7DCE5BE525D3}" srcOrd="3" destOrd="0" presId="urn:diagrams.loki3.com/BracketList"/>
    <dgm:cxn modelId="{21502984-521B-4EFE-87A8-B1661881C352}" type="presParOf" srcId="{AA9FB1A6-32BF-41D3-A2CC-38C6241C4A62}" destId="{F676210D-946E-4063-9ABB-147741F97759}" srcOrd="1" destOrd="0" presId="urn:diagrams.loki3.com/BracketList"/>
    <dgm:cxn modelId="{C4591AE7-AE7D-4643-A648-B75E0C477975}" type="presParOf" srcId="{AA9FB1A6-32BF-41D3-A2CC-38C6241C4A62}" destId="{4ED87DB3-EBBD-49A2-886F-11A85DF4BB85}" srcOrd="2" destOrd="0" presId="urn:diagrams.loki3.com/BracketList"/>
    <dgm:cxn modelId="{E07B2D31-D470-4A6B-BC94-456D4FEE6299}" type="presParOf" srcId="{4ED87DB3-EBBD-49A2-886F-11A85DF4BB85}" destId="{26FBB9F6-B9B2-489F-8746-6326567C50A0}" srcOrd="0" destOrd="0" presId="urn:diagrams.loki3.com/BracketList"/>
    <dgm:cxn modelId="{7FE14D94-3111-4CFA-8FEC-F9D89D0339B5}" type="presParOf" srcId="{4ED87DB3-EBBD-49A2-886F-11A85DF4BB85}" destId="{318FE7FA-5491-4C98-A052-41F710C0C478}" srcOrd="1" destOrd="0" presId="urn:diagrams.loki3.com/BracketList"/>
    <dgm:cxn modelId="{E06681B1-1C45-4B9A-9FE8-087B0811491B}" type="presParOf" srcId="{4ED87DB3-EBBD-49A2-886F-11A85DF4BB85}" destId="{E1D4C4AC-E73A-42D9-BF83-D2D94175A04C}" srcOrd="2" destOrd="0" presId="urn:diagrams.loki3.com/BracketList"/>
    <dgm:cxn modelId="{B99230D7-CBFF-4613-828A-DBB0FBE39370}" type="presParOf" srcId="{4ED87DB3-EBBD-49A2-886F-11A85DF4BB85}" destId="{F1B60399-2B2C-46E2-A4E7-A1307360C990}" srcOrd="3" destOrd="0" presId="urn:diagrams.loki3.com/BracketList"/>
    <dgm:cxn modelId="{F371D55B-DC41-47C0-A243-5478CF24FB54}" type="presParOf" srcId="{AA9FB1A6-32BF-41D3-A2CC-38C6241C4A62}" destId="{F3E40F09-B7A1-4BE9-A824-51A69B78E132}" srcOrd="3" destOrd="0" presId="urn:diagrams.loki3.com/BracketList"/>
    <dgm:cxn modelId="{8B6E6377-5F77-449F-8DFA-DC766DBBCE3C}" type="presParOf" srcId="{AA9FB1A6-32BF-41D3-A2CC-38C6241C4A62}" destId="{8BBA1FED-5DED-4098-BB08-32BFEF249DB7}" srcOrd="4" destOrd="0" presId="urn:diagrams.loki3.com/BracketList"/>
    <dgm:cxn modelId="{806FE61E-263F-4AB4-AE07-8C10591B626E}" type="presParOf" srcId="{8BBA1FED-5DED-4098-BB08-32BFEF249DB7}" destId="{4F0F1436-F9F7-4CED-9822-FDF9C95EA60D}" srcOrd="0" destOrd="0" presId="urn:diagrams.loki3.com/BracketList"/>
    <dgm:cxn modelId="{13E9161A-8682-443E-847F-0988885D499C}" type="presParOf" srcId="{8BBA1FED-5DED-4098-BB08-32BFEF249DB7}" destId="{FB5CB18A-A744-49B5-B077-3E8EF7F0A928}" srcOrd="1" destOrd="0" presId="urn:diagrams.loki3.com/BracketList"/>
    <dgm:cxn modelId="{06408F57-1362-4439-9C6B-36E04D8C99B3}" type="presParOf" srcId="{8BBA1FED-5DED-4098-BB08-32BFEF249DB7}" destId="{870E37A7-74A5-44ED-81B5-BF76173B1BEA}" srcOrd="2" destOrd="0" presId="urn:diagrams.loki3.com/BracketList"/>
    <dgm:cxn modelId="{5A669908-6BC9-4E36-A76D-89FA792F2304}" type="presParOf" srcId="{8BBA1FED-5DED-4098-BB08-32BFEF249DB7}" destId="{21BC3DEE-D079-44EC-9527-B4702A39BB3D}" srcOrd="3" destOrd="0" presId="urn:diagrams.loki3.com/BracketList"/>
    <dgm:cxn modelId="{97CB158B-1E17-4A1C-ADD6-AF31385CCBF1}" type="presParOf" srcId="{AA9FB1A6-32BF-41D3-A2CC-38C6241C4A62}" destId="{92CFC0AD-51BC-4D4C-873D-8F5FAB660FC0}" srcOrd="5" destOrd="0" presId="urn:diagrams.loki3.com/BracketList"/>
    <dgm:cxn modelId="{A2568A70-121A-4B89-90E1-A846DA68177A}" type="presParOf" srcId="{AA9FB1A6-32BF-41D3-A2CC-38C6241C4A62}" destId="{BCAAC973-0F5C-4712-9153-7E0B673C2307}" srcOrd="6" destOrd="0" presId="urn:diagrams.loki3.com/BracketList"/>
    <dgm:cxn modelId="{DA71C76C-BFD9-4AF4-AA20-6E972CA55830}" type="presParOf" srcId="{BCAAC973-0F5C-4712-9153-7E0B673C2307}" destId="{CCEA1429-BA68-4934-90D6-108BAD017324}" srcOrd="0" destOrd="0" presId="urn:diagrams.loki3.com/BracketList"/>
    <dgm:cxn modelId="{64E390CA-C7EF-4FD4-8AD4-BAC76E19060C}" type="presParOf" srcId="{BCAAC973-0F5C-4712-9153-7E0B673C2307}" destId="{E1A4FD9C-7525-4EF6-AE22-EE83533A7D94}" srcOrd="1" destOrd="0" presId="urn:diagrams.loki3.com/BracketList"/>
    <dgm:cxn modelId="{BE9ABB07-BABB-43AF-9818-AB6F3D6BC516}" type="presParOf" srcId="{BCAAC973-0F5C-4712-9153-7E0B673C2307}" destId="{A183A29F-B748-4249-A1B8-6A5FFF9D08F6}" srcOrd="2" destOrd="0" presId="urn:diagrams.loki3.com/BracketList"/>
    <dgm:cxn modelId="{1BBEC976-5963-47D3-ADA7-D756DAB40674}" type="presParOf" srcId="{BCAAC973-0F5C-4712-9153-7E0B673C2307}" destId="{6C075191-6DF7-432B-AD6B-BF38F4995A60}" srcOrd="3" destOrd="0" presId="urn:diagrams.loki3.com/BracketList"/>
    <dgm:cxn modelId="{344E3A0C-7AD0-4C13-9CD2-683AFB6AFF4E}" type="presParOf" srcId="{AA9FB1A6-32BF-41D3-A2CC-38C6241C4A62}" destId="{6C1677BD-E399-4C5C-AE7E-AA078D3BB125}" srcOrd="7" destOrd="0" presId="urn:diagrams.loki3.com/BracketList"/>
    <dgm:cxn modelId="{BBF5C981-6AC4-4475-AF89-C05FC7A24124}" type="presParOf" srcId="{AA9FB1A6-32BF-41D3-A2CC-38C6241C4A62}" destId="{ABC2E0E8-8947-4262-B139-FF4572563D83}" srcOrd="8" destOrd="0" presId="urn:diagrams.loki3.com/BracketList"/>
    <dgm:cxn modelId="{950189FE-BFD2-4487-B01E-19D13F0F658A}" type="presParOf" srcId="{ABC2E0E8-8947-4262-B139-FF4572563D83}" destId="{243D01A9-0928-4865-8C18-6FAC552EE6FB}" srcOrd="0" destOrd="0" presId="urn:diagrams.loki3.com/BracketList"/>
    <dgm:cxn modelId="{2B4FB1EE-EC19-4618-A9B3-A0181252E756}" type="presParOf" srcId="{ABC2E0E8-8947-4262-B139-FF4572563D83}" destId="{75596480-DDBF-4562-9518-103EECBD622E}" srcOrd="1" destOrd="0" presId="urn:diagrams.loki3.com/BracketList"/>
    <dgm:cxn modelId="{7CE24347-0E47-4A6B-A204-270948DC4B51}" type="presParOf" srcId="{ABC2E0E8-8947-4262-B139-FF4572563D83}" destId="{EC4DF17C-072B-453A-8DD6-37B3D60C0709}" srcOrd="2" destOrd="0" presId="urn:diagrams.loki3.com/BracketList"/>
    <dgm:cxn modelId="{8E44D4E1-F340-4910-AD96-3C312D6ADF1E}" type="presParOf" srcId="{ABC2E0E8-8947-4262-B139-FF4572563D83}" destId="{3FDCF478-BD8E-4F1D-BFBE-0D7D0F395F0F}" srcOrd="3" destOrd="0" presId="urn:diagrams.loki3.com/BracketList"/>
    <dgm:cxn modelId="{771A0E9D-1030-4937-A2F8-F96031C27F7E}" type="presParOf" srcId="{AA9FB1A6-32BF-41D3-A2CC-38C6241C4A62}" destId="{47BA45AC-8D7F-4886-B7E9-995F4A7AD3E4}" srcOrd="9" destOrd="0" presId="urn:diagrams.loki3.com/BracketList"/>
    <dgm:cxn modelId="{DD73E568-9280-4153-B10D-027E6243B5FD}" type="presParOf" srcId="{AA9FB1A6-32BF-41D3-A2CC-38C6241C4A62}" destId="{D393E2D8-57BC-4E86-8634-A4FFE26211C4}" srcOrd="10" destOrd="0" presId="urn:diagrams.loki3.com/BracketList"/>
    <dgm:cxn modelId="{AB6ECEAD-CF92-4E3D-AC43-AA753EBEB573}" type="presParOf" srcId="{D393E2D8-57BC-4E86-8634-A4FFE26211C4}" destId="{370DEE78-128C-404D-9EB9-87C8B4C1E617}" srcOrd="0" destOrd="0" presId="urn:diagrams.loki3.com/BracketList"/>
    <dgm:cxn modelId="{5FF6FE86-37AB-4E44-BB40-C503EA4D3BCA}" type="presParOf" srcId="{D393E2D8-57BC-4E86-8634-A4FFE26211C4}" destId="{9BAB3493-E46E-457F-8EE4-EA3B35274CF2}" srcOrd="1" destOrd="0" presId="urn:diagrams.loki3.com/BracketList"/>
    <dgm:cxn modelId="{E8252DE5-2C0E-4E74-B1B4-A178197E71A2}" type="presParOf" srcId="{D393E2D8-57BC-4E86-8634-A4FFE26211C4}" destId="{F8D36FD3-F8B0-41B8-BBCF-A30E85C31167}" srcOrd="2" destOrd="0" presId="urn:diagrams.loki3.com/BracketList"/>
    <dgm:cxn modelId="{EDADD868-F328-49B5-BE16-247D2D6F11F0}" type="presParOf" srcId="{D393E2D8-57BC-4E86-8634-A4FFE26211C4}" destId="{FA2C0D3C-F65C-4AEF-A224-AA2F62925C3C}" srcOrd="3" destOrd="0" presId="urn:diagrams.loki3.com/Bracket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9.xml><?xml version="1.0" encoding="utf-8"?>
<dgm:dataModel xmlns:dgm="http://schemas.openxmlformats.org/drawingml/2006/diagram" xmlns:a="http://schemas.openxmlformats.org/drawingml/2006/main">
  <dgm:ptLst>
    <dgm:pt modelId="{73875183-37B8-4079-9030-9B837E6294BE}" type="doc">
      <dgm:prSet loTypeId="urn:microsoft.com/office/officeart/2005/8/layout/list1" loCatId="list" qsTypeId="urn:microsoft.com/office/officeart/2005/8/quickstyle/simple1" qsCatId="simple" csTypeId="urn:microsoft.com/office/officeart/2005/8/colors/accent2_2" csCatId="accent2"/>
      <dgm:spPr/>
      <dgm:t>
        <a:bodyPr/>
        <a:lstStyle/>
        <a:p>
          <a:endParaRPr lang="en-US"/>
        </a:p>
      </dgm:t>
    </dgm:pt>
    <dgm:pt modelId="{717442FB-FE52-46BE-BC4C-F90F5DFBB9E3}">
      <dgm:prSet/>
      <dgm:spPr/>
      <dgm:t>
        <a:bodyPr/>
        <a:lstStyle/>
        <a:p>
          <a:r>
            <a:rPr lang="en-US"/>
            <a:t>After execution, </a:t>
          </a:r>
        </a:p>
      </dgm:t>
    </dgm:pt>
    <dgm:pt modelId="{FD6A2EF7-EE14-47AE-ADC3-4530EF483C82}" type="parTrans" cxnId="{8FC4A49D-52B3-418C-B94D-9CBF0C89D60E}">
      <dgm:prSet/>
      <dgm:spPr/>
      <dgm:t>
        <a:bodyPr/>
        <a:lstStyle/>
        <a:p>
          <a:endParaRPr lang="en-US"/>
        </a:p>
      </dgm:t>
    </dgm:pt>
    <dgm:pt modelId="{909F80C4-C192-44E6-9A60-73C1B3BDE150}" type="sibTrans" cxnId="{8FC4A49D-52B3-418C-B94D-9CBF0C89D60E}">
      <dgm:prSet/>
      <dgm:spPr/>
      <dgm:t>
        <a:bodyPr/>
        <a:lstStyle/>
        <a:p>
          <a:endParaRPr lang="en-US"/>
        </a:p>
      </dgm:t>
    </dgm:pt>
    <dgm:pt modelId="{E108CC4C-FC5A-4C3B-AC25-DECD711473F3}">
      <dgm:prSet/>
      <dgm:spPr/>
      <dgm:t>
        <a:bodyPr/>
        <a:lstStyle/>
        <a:p>
          <a:r>
            <a:rPr lang="en-US"/>
            <a:t>if CLTV is satisfied, </a:t>
          </a:r>
        </a:p>
      </dgm:t>
    </dgm:pt>
    <dgm:pt modelId="{2C16DA62-71A3-43F5-A489-2C716AB78E6E}" type="parTrans" cxnId="{D2BB4994-7F49-4324-84D8-EB8D518BC0F5}">
      <dgm:prSet/>
      <dgm:spPr/>
      <dgm:t>
        <a:bodyPr/>
        <a:lstStyle/>
        <a:p>
          <a:endParaRPr lang="en-US"/>
        </a:p>
      </dgm:t>
    </dgm:pt>
    <dgm:pt modelId="{69BBB77C-66F9-4C7B-AA57-5050F15826A1}" type="sibTrans" cxnId="{D2BB4994-7F49-4324-84D8-EB8D518BC0F5}">
      <dgm:prSet/>
      <dgm:spPr/>
      <dgm:t>
        <a:bodyPr/>
        <a:lstStyle/>
        <a:p>
          <a:endParaRPr lang="en-US"/>
        </a:p>
      </dgm:t>
    </dgm:pt>
    <dgm:pt modelId="{228673C2-0A3F-4B03-948D-594C17037F87}">
      <dgm:prSet/>
      <dgm:spPr/>
      <dgm:t>
        <a:bodyPr/>
        <a:lstStyle/>
        <a:p>
          <a:r>
            <a:rPr lang="en-US"/>
            <a:t>the time parameter that preceded it </a:t>
          </a:r>
        </a:p>
      </dgm:t>
    </dgm:pt>
    <dgm:pt modelId="{A43DF55F-99D9-41AB-81FC-BFCC4D0051D6}" type="parTrans" cxnId="{FCAB25A5-2BA7-4E5D-B36A-3135EA4EFCEC}">
      <dgm:prSet/>
      <dgm:spPr/>
      <dgm:t>
        <a:bodyPr/>
        <a:lstStyle/>
        <a:p>
          <a:endParaRPr lang="en-US"/>
        </a:p>
      </dgm:t>
    </dgm:pt>
    <dgm:pt modelId="{B0A52DC0-647C-4B23-97DE-8EF4059B1115}" type="sibTrans" cxnId="{FCAB25A5-2BA7-4E5D-B36A-3135EA4EFCEC}">
      <dgm:prSet/>
      <dgm:spPr/>
      <dgm:t>
        <a:bodyPr/>
        <a:lstStyle/>
        <a:p>
          <a:endParaRPr lang="en-US"/>
        </a:p>
      </dgm:t>
    </dgm:pt>
    <dgm:pt modelId="{B0E3B6C9-BAE2-4121-B8F8-02A7C3BE58C7}">
      <dgm:prSet/>
      <dgm:spPr/>
      <dgm:t>
        <a:bodyPr/>
        <a:lstStyle/>
        <a:p>
          <a:r>
            <a:rPr lang="en-US"/>
            <a:t>remains as the</a:t>
          </a:r>
          <a:r>
            <a:rPr lang="tr-TR"/>
            <a:t> </a:t>
          </a:r>
          <a:r>
            <a:rPr lang="en-US"/>
            <a:t>top item on the stack </a:t>
          </a:r>
        </a:p>
      </dgm:t>
    </dgm:pt>
    <dgm:pt modelId="{8602CEE6-D040-4DD9-8C08-DB6B28D9EEFA}" type="parTrans" cxnId="{912E4D82-4BAC-404F-BAB0-CAA89E3D5A61}">
      <dgm:prSet/>
      <dgm:spPr/>
      <dgm:t>
        <a:bodyPr/>
        <a:lstStyle/>
        <a:p>
          <a:endParaRPr lang="en-US"/>
        </a:p>
      </dgm:t>
    </dgm:pt>
    <dgm:pt modelId="{A6383541-A890-4A17-9F4C-74BD134402BC}" type="sibTrans" cxnId="{912E4D82-4BAC-404F-BAB0-CAA89E3D5A61}">
      <dgm:prSet/>
      <dgm:spPr/>
      <dgm:t>
        <a:bodyPr/>
        <a:lstStyle/>
        <a:p>
          <a:endParaRPr lang="en-US"/>
        </a:p>
      </dgm:t>
    </dgm:pt>
    <dgm:pt modelId="{18DBF618-6F17-4212-B1FD-42C0CA634EB9}">
      <dgm:prSet/>
      <dgm:spPr/>
      <dgm:t>
        <a:bodyPr/>
        <a:lstStyle/>
        <a:p>
          <a:r>
            <a:rPr lang="en-US"/>
            <a:t>and may need </a:t>
          </a:r>
        </a:p>
      </dgm:t>
    </dgm:pt>
    <dgm:pt modelId="{CF507C69-E225-42F1-96DB-808C43D520B5}" type="parTrans" cxnId="{70F4279A-07E0-4500-A6BB-E3B2A9CF0C4E}">
      <dgm:prSet/>
      <dgm:spPr/>
      <dgm:t>
        <a:bodyPr/>
        <a:lstStyle/>
        <a:p>
          <a:endParaRPr lang="en-US"/>
        </a:p>
      </dgm:t>
    </dgm:pt>
    <dgm:pt modelId="{54B4AFCE-6E3D-4955-8B3D-2F6B9BC81EC1}" type="sibTrans" cxnId="{70F4279A-07E0-4500-A6BB-E3B2A9CF0C4E}">
      <dgm:prSet/>
      <dgm:spPr/>
      <dgm:t>
        <a:bodyPr/>
        <a:lstStyle/>
        <a:p>
          <a:endParaRPr lang="en-US"/>
        </a:p>
      </dgm:t>
    </dgm:pt>
    <dgm:pt modelId="{88239AD0-5345-4A8C-8742-14B9834240CD}">
      <dgm:prSet/>
      <dgm:spPr/>
      <dgm:t>
        <a:bodyPr/>
        <a:lstStyle/>
        <a:p>
          <a:r>
            <a:rPr lang="en-US"/>
            <a:t>to be dropped, with DROP, </a:t>
          </a:r>
        </a:p>
      </dgm:t>
    </dgm:pt>
    <dgm:pt modelId="{972BDEC2-09C8-43CA-9507-5F38C2729B07}" type="parTrans" cxnId="{5C612631-D07F-47EA-80F3-A067B315B092}">
      <dgm:prSet/>
      <dgm:spPr/>
      <dgm:t>
        <a:bodyPr/>
        <a:lstStyle/>
        <a:p>
          <a:endParaRPr lang="en-US"/>
        </a:p>
      </dgm:t>
    </dgm:pt>
    <dgm:pt modelId="{FCD45815-3C1C-4E4C-A947-59F8637EC064}" type="sibTrans" cxnId="{5C612631-D07F-47EA-80F3-A067B315B092}">
      <dgm:prSet/>
      <dgm:spPr/>
      <dgm:t>
        <a:bodyPr/>
        <a:lstStyle/>
        <a:p>
          <a:endParaRPr lang="en-US"/>
        </a:p>
      </dgm:t>
    </dgm:pt>
    <dgm:pt modelId="{1D866BCC-5D1D-4DE4-BD79-7140F5081CE1}">
      <dgm:prSet/>
      <dgm:spPr/>
      <dgm:t>
        <a:bodyPr/>
        <a:lstStyle/>
        <a:p>
          <a:r>
            <a:rPr lang="en-US"/>
            <a:t>for correct execution</a:t>
          </a:r>
          <a:r>
            <a:rPr lang="tr-TR"/>
            <a:t> </a:t>
          </a:r>
          <a:r>
            <a:rPr lang="en-US"/>
            <a:t>of subsequent script opcodes. </a:t>
          </a:r>
        </a:p>
      </dgm:t>
    </dgm:pt>
    <dgm:pt modelId="{F33679DF-20A5-49DE-AEDB-333933B4EFFA}" type="parTrans" cxnId="{5D940CC3-F6F0-4443-8845-B13D0B7749D5}">
      <dgm:prSet/>
      <dgm:spPr/>
      <dgm:t>
        <a:bodyPr/>
        <a:lstStyle/>
        <a:p>
          <a:endParaRPr lang="en-US"/>
        </a:p>
      </dgm:t>
    </dgm:pt>
    <dgm:pt modelId="{ADEE6838-F192-4846-8102-6FC4CB621732}" type="sibTrans" cxnId="{5D940CC3-F6F0-4443-8845-B13D0B7749D5}">
      <dgm:prSet/>
      <dgm:spPr/>
      <dgm:t>
        <a:bodyPr/>
        <a:lstStyle/>
        <a:p>
          <a:endParaRPr lang="en-US"/>
        </a:p>
      </dgm:t>
    </dgm:pt>
    <dgm:pt modelId="{F0656D97-0D94-445C-A659-2C9961D50463}">
      <dgm:prSet/>
      <dgm:spPr/>
      <dgm:t>
        <a:bodyPr/>
        <a:lstStyle/>
        <a:p>
          <a:r>
            <a:rPr lang="en-US"/>
            <a:t>You will often see </a:t>
          </a:r>
        </a:p>
      </dgm:t>
    </dgm:pt>
    <dgm:pt modelId="{A5840F74-7D6C-460A-BE90-5810EFF164CB}" type="parTrans" cxnId="{31368B1E-F39B-4C30-A28D-402955D96BFB}">
      <dgm:prSet/>
      <dgm:spPr/>
      <dgm:t>
        <a:bodyPr/>
        <a:lstStyle/>
        <a:p>
          <a:endParaRPr lang="en-US"/>
        </a:p>
      </dgm:t>
    </dgm:pt>
    <dgm:pt modelId="{AEBB50A6-2538-4BBA-8CEF-D26A1C478D36}" type="sibTrans" cxnId="{31368B1E-F39B-4C30-A28D-402955D96BFB}">
      <dgm:prSet/>
      <dgm:spPr/>
      <dgm:t>
        <a:bodyPr/>
        <a:lstStyle/>
        <a:p>
          <a:endParaRPr lang="en-US"/>
        </a:p>
      </dgm:t>
    </dgm:pt>
    <dgm:pt modelId="{0B9AB6D8-FE84-45CF-B0DD-FD2FEAB4740E}">
      <dgm:prSet/>
      <dgm:spPr/>
      <dgm:t>
        <a:bodyPr/>
        <a:lstStyle/>
        <a:p>
          <a:r>
            <a:rPr lang="en-US"/>
            <a:t>CHECKLOCKTIMEVERIFY followed by</a:t>
          </a:r>
          <a:r>
            <a:rPr lang="tr-TR"/>
            <a:t> </a:t>
          </a:r>
          <a:r>
            <a:rPr lang="en-US"/>
            <a:t>DROP</a:t>
          </a:r>
        </a:p>
      </dgm:t>
    </dgm:pt>
    <dgm:pt modelId="{CA5B9636-0660-46D6-B61D-492A5D35CBE3}" type="parTrans" cxnId="{5861F967-44E6-4A20-8EFF-563314C90E0D}">
      <dgm:prSet/>
      <dgm:spPr/>
      <dgm:t>
        <a:bodyPr/>
        <a:lstStyle/>
        <a:p>
          <a:endParaRPr lang="en-US"/>
        </a:p>
      </dgm:t>
    </dgm:pt>
    <dgm:pt modelId="{37EAEA3B-01BC-47CE-BAA6-B2BF449BA262}" type="sibTrans" cxnId="{5861F967-44E6-4A20-8EFF-563314C90E0D}">
      <dgm:prSet/>
      <dgm:spPr/>
      <dgm:t>
        <a:bodyPr/>
        <a:lstStyle/>
        <a:p>
          <a:endParaRPr lang="en-US"/>
        </a:p>
      </dgm:t>
    </dgm:pt>
    <dgm:pt modelId="{559B4111-56F7-4DC5-AA3C-03AE1849FC03}">
      <dgm:prSet/>
      <dgm:spPr/>
      <dgm:t>
        <a:bodyPr/>
        <a:lstStyle/>
        <a:p>
          <a:r>
            <a:rPr lang="en-US"/>
            <a:t>in scripts for this reason.</a:t>
          </a:r>
        </a:p>
      </dgm:t>
    </dgm:pt>
    <dgm:pt modelId="{6BDBF2E5-4933-434F-8E4E-F8D6192391BA}" type="parTrans" cxnId="{A57F85FB-BCC9-477D-AAEC-15CDE48F8B08}">
      <dgm:prSet/>
      <dgm:spPr/>
      <dgm:t>
        <a:bodyPr/>
        <a:lstStyle/>
        <a:p>
          <a:endParaRPr lang="en-US"/>
        </a:p>
      </dgm:t>
    </dgm:pt>
    <dgm:pt modelId="{C5D83278-1079-4D09-AC03-17C7BADFB859}" type="sibTrans" cxnId="{A57F85FB-BCC9-477D-AAEC-15CDE48F8B08}">
      <dgm:prSet/>
      <dgm:spPr/>
      <dgm:t>
        <a:bodyPr/>
        <a:lstStyle/>
        <a:p>
          <a:endParaRPr lang="en-US"/>
        </a:p>
      </dgm:t>
    </dgm:pt>
    <dgm:pt modelId="{B401F300-CEAA-4D1B-8A1E-E6C432B21B34}" type="pres">
      <dgm:prSet presAssocID="{73875183-37B8-4079-9030-9B837E6294BE}" presName="linear" presStyleCnt="0">
        <dgm:presLayoutVars>
          <dgm:dir/>
          <dgm:animLvl val="lvl"/>
          <dgm:resizeHandles val="exact"/>
        </dgm:presLayoutVars>
      </dgm:prSet>
      <dgm:spPr/>
    </dgm:pt>
    <dgm:pt modelId="{B13A65BF-7F92-4C29-B2DA-6F1F03D87FE9}" type="pres">
      <dgm:prSet presAssocID="{717442FB-FE52-46BE-BC4C-F90F5DFBB9E3}" presName="parentLin" presStyleCnt="0"/>
      <dgm:spPr/>
    </dgm:pt>
    <dgm:pt modelId="{384DDC4D-5931-499C-89DB-080EB528F9DE}" type="pres">
      <dgm:prSet presAssocID="{717442FB-FE52-46BE-BC4C-F90F5DFBB9E3}" presName="parentLeftMargin" presStyleLbl="node1" presStyleIdx="0" presStyleCnt="3"/>
      <dgm:spPr/>
    </dgm:pt>
    <dgm:pt modelId="{99D05850-1CCF-4F91-AE52-13905B07D508}" type="pres">
      <dgm:prSet presAssocID="{717442FB-FE52-46BE-BC4C-F90F5DFBB9E3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3DEF1B4B-94B8-4F49-96A6-9D16E11170CD}" type="pres">
      <dgm:prSet presAssocID="{717442FB-FE52-46BE-BC4C-F90F5DFBB9E3}" presName="negativeSpace" presStyleCnt="0"/>
      <dgm:spPr/>
    </dgm:pt>
    <dgm:pt modelId="{BBFD3846-B7C5-4AD6-AE80-B4B2845D6C97}" type="pres">
      <dgm:prSet presAssocID="{717442FB-FE52-46BE-BC4C-F90F5DFBB9E3}" presName="childText" presStyleLbl="conFgAcc1" presStyleIdx="0" presStyleCnt="3">
        <dgm:presLayoutVars>
          <dgm:bulletEnabled val="1"/>
        </dgm:presLayoutVars>
      </dgm:prSet>
      <dgm:spPr/>
    </dgm:pt>
    <dgm:pt modelId="{677A3C41-5F40-4EA2-8D58-F4728ADC2767}" type="pres">
      <dgm:prSet presAssocID="{909F80C4-C192-44E6-9A60-73C1B3BDE150}" presName="spaceBetweenRectangles" presStyleCnt="0"/>
      <dgm:spPr/>
    </dgm:pt>
    <dgm:pt modelId="{9A01E0B8-CF69-4496-B3EE-C17F8A931279}" type="pres">
      <dgm:prSet presAssocID="{18DBF618-6F17-4212-B1FD-42C0CA634EB9}" presName="parentLin" presStyleCnt="0"/>
      <dgm:spPr/>
    </dgm:pt>
    <dgm:pt modelId="{11D05BE8-0DA8-40BB-96B3-D3B237A4D7CB}" type="pres">
      <dgm:prSet presAssocID="{18DBF618-6F17-4212-B1FD-42C0CA634EB9}" presName="parentLeftMargin" presStyleLbl="node1" presStyleIdx="0" presStyleCnt="3"/>
      <dgm:spPr/>
    </dgm:pt>
    <dgm:pt modelId="{CA368855-C89F-4CF0-8C8D-B42A04339090}" type="pres">
      <dgm:prSet presAssocID="{18DBF618-6F17-4212-B1FD-42C0CA634EB9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5DC54072-0A80-4A69-9FE0-7886460BE4E3}" type="pres">
      <dgm:prSet presAssocID="{18DBF618-6F17-4212-B1FD-42C0CA634EB9}" presName="negativeSpace" presStyleCnt="0"/>
      <dgm:spPr/>
    </dgm:pt>
    <dgm:pt modelId="{3B72B495-6831-4106-A4C1-6F6A8FEF3D98}" type="pres">
      <dgm:prSet presAssocID="{18DBF618-6F17-4212-B1FD-42C0CA634EB9}" presName="childText" presStyleLbl="conFgAcc1" presStyleIdx="1" presStyleCnt="3">
        <dgm:presLayoutVars>
          <dgm:bulletEnabled val="1"/>
        </dgm:presLayoutVars>
      </dgm:prSet>
      <dgm:spPr/>
    </dgm:pt>
    <dgm:pt modelId="{92579A27-B8FC-477B-AB11-62A732C10A87}" type="pres">
      <dgm:prSet presAssocID="{54B4AFCE-6E3D-4955-8B3D-2F6B9BC81EC1}" presName="spaceBetweenRectangles" presStyleCnt="0"/>
      <dgm:spPr/>
    </dgm:pt>
    <dgm:pt modelId="{1D73BCC5-059F-4205-8A70-96D8627E1D67}" type="pres">
      <dgm:prSet presAssocID="{F0656D97-0D94-445C-A659-2C9961D50463}" presName="parentLin" presStyleCnt="0"/>
      <dgm:spPr/>
    </dgm:pt>
    <dgm:pt modelId="{B3EAFFFB-EFA2-4B2F-84FF-F1A1C1E33168}" type="pres">
      <dgm:prSet presAssocID="{F0656D97-0D94-445C-A659-2C9961D50463}" presName="parentLeftMargin" presStyleLbl="node1" presStyleIdx="1" presStyleCnt="3"/>
      <dgm:spPr/>
    </dgm:pt>
    <dgm:pt modelId="{22C5CFA0-47F9-4CF0-A0BD-BC9710C1D7EE}" type="pres">
      <dgm:prSet presAssocID="{F0656D97-0D94-445C-A659-2C9961D50463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7CFE6EE0-4DC9-49E9-9E04-0105A3C4E087}" type="pres">
      <dgm:prSet presAssocID="{F0656D97-0D94-445C-A659-2C9961D50463}" presName="negativeSpace" presStyleCnt="0"/>
      <dgm:spPr/>
    </dgm:pt>
    <dgm:pt modelId="{C221F51D-7651-4960-9CC8-4CF37683AE58}" type="pres">
      <dgm:prSet presAssocID="{F0656D97-0D94-445C-A659-2C9961D50463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5EC5090C-72BB-4676-AF66-92D7C2B05323}" type="presOf" srcId="{717442FB-FE52-46BE-BC4C-F90F5DFBB9E3}" destId="{99D05850-1CCF-4F91-AE52-13905B07D508}" srcOrd="1" destOrd="0" presId="urn:microsoft.com/office/officeart/2005/8/layout/list1"/>
    <dgm:cxn modelId="{31368B1E-F39B-4C30-A28D-402955D96BFB}" srcId="{73875183-37B8-4079-9030-9B837E6294BE}" destId="{F0656D97-0D94-445C-A659-2C9961D50463}" srcOrd="2" destOrd="0" parTransId="{A5840F74-7D6C-460A-BE90-5810EFF164CB}" sibTransId="{AEBB50A6-2538-4BBA-8CEF-D26A1C478D36}"/>
    <dgm:cxn modelId="{9DBF7A2F-55A4-4DC1-A40F-60A99B98832E}" type="presOf" srcId="{228673C2-0A3F-4B03-948D-594C17037F87}" destId="{BBFD3846-B7C5-4AD6-AE80-B4B2845D6C97}" srcOrd="0" destOrd="1" presId="urn:microsoft.com/office/officeart/2005/8/layout/list1"/>
    <dgm:cxn modelId="{5C612631-D07F-47EA-80F3-A067B315B092}" srcId="{18DBF618-6F17-4212-B1FD-42C0CA634EB9}" destId="{88239AD0-5345-4A8C-8742-14B9834240CD}" srcOrd="0" destOrd="0" parTransId="{972BDEC2-09C8-43CA-9507-5F38C2729B07}" sibTransId="{FCD45815-3C1C-4E4C-A947-59F8637EC064}"/>
    <dgm:cxn modelId="{5D26DD40-725A-413A-8972-8BAFCC7B8B3B}" type="presOf" srcId="{F0656D97-0D94-445C-A659-2C9961D50463}" destId="{22C5CFA0-47F9-4CF0-A0BD-BC9710C1D7EE}" srcOrd="1" destOrd="0" presId="urn:microsoft.com/office/officeart/2005/8/layout/list1"/>
    <dgm:cxn modelId="{5861F967-44E6-4A20-8EFF-563314C90E0D}" srcId="{F0656D97-0D94-445C-A659-2C9961D50463}" destId="{0B9AB6D8-FE84-45CF-B0DD-FD2FEAB4740E}" srcOrd="0" destOrd="0" parTransId="{CA5B9636-0660-46D6-B61D-492A5D35CBE3}" sibTransId="{37EAEA3B-01BC-47CE-BAA6-B2BF449BA262}"/>
    <dgm:cxn modelId="{4221D87A-CB0D-492D-8D51-B0D035DA31CC}" type="presOf" srcId="{B0E3B6C9-BAE2-4121-B8F8-02A7C3BE58C7}" destId="{BBFD3846-B7C5-4AD6-AE80-B4B2845D6C97}" srcOrd="0" destOrd="2" presId="urn:microsoft.com/office/officeart/2005/8/layout/list1"/>
    <dgm:cxn modelId="{912E4D82-4BAC-404F-BAB0-CAA89E3D5A61}" srcId="{717442FB-FE52-46BE-BC4C-F90F5DFBB9E3}" destId="{B0E3B6C9-BAE2-4121-B8F8-02A7C3BE58C7}" srcOrd="2" destOrd="0" parTransId="{8602CEE6-D040-4DD9-8C08-DB6B28D9EEFA}" sibTransId="{A6383541-A890-4A17-9F4C-74BD134402BC}"/>
    <dgm:cxn modelId="{D2BB4994-7F49-4324-84D8-EB8D518BC0F5}" srcId="{717442FB-FE52-46BE-BC4C-F90F5DFBB9E3}" destId="{E108CC4C-FC5A-4C3B-AC25-DECD711473F3}" srcOrd="0" destOrd="0" parTransId="{2C16DA62-71A3-43F5-A489-2C716AB78E6E}" sibTransId="{69BBB77C-66F9-4C7B-AA57-5050F15826A1}"/>
    <dgm:cxn modelId="{A99E3195-C571-4E3C-A2DD-B3DC05CDB63B}" type="presOf" srcId="{717442FB-FE52-46BE-BC4C-F90F5DFBB9E3}" destId="{384DDC4D-5931-499C-89DB-080EB528F9DE}" srcOrd="0" destOrd="0" presId="urn:microsoft.com/office/officeart/2005/8/layout/list1"/>
    <dgm:cxn modelId="{70F4279A-07E0-4500-A6BB-E3B2A9CF0C4E}" srcId="{73875183-37B8-4079-9030-9B837E6294BE}" destId="{18DBF618-6F17-4212-B1FD-42C0CA634EB9}" srcOrd="1" destOrd="0" parTransId="{CF507C69-E225-42F1-96DB-808C43D520B5}" sibTransId="{54B4AFCE-6E3D-4955-8B3D-2F6B9BC81EC1}"/>
    <dgm:cxn modelId="{8FC4A49D-52B3-418C-B94D-9CBF0C89D60E}" srcId="{73875183-37B8-4079-9030-9B837E6294BE}" destId="{717442FB-FE52-46BE-BC4C-F90F5DFBB9E3}" srcOrd="0" destOrd="0" parTransId="{FD6A2EF7-EE14-47AE-ADC3-4530EF483C82}" sibTransId="{909F80C4-C192-44E6-9A60-73C1B3BDE150}"/>
    <dgm:cxn modelId="{FCAB25A5-2BA7-4E5D-B36A-3135EA4EFCEC}" srcId="{717442FB-FE52-46BE-BC4C-F90F5DFBB9E3}" destId="{228673C2-0A3F-4B03-948D-594C17037F87}" srcOrd="1" destOrd="0" parTransId="{A43DF55F-99D9-41AB-81FC-BFCC4D0051D6}" sibTransId="{B0A52DC0-647C-4B23-97DE-8EF4059B1115}"/>
    <dgm:cxn modelId="{CC0FBABB-F5CB-44F3-98D5-055E49F64AF3}" type="presOf" srcId="{E108CC4C-FC5A-4C3B-AC25-DECD711473F3}" destId="{BBFD3846-B7C5-4AD6-AE80-B4B2845D6C97}" srcOrd="0" destOrd="0" presId="urn:microsoft.com/office/officeart/2005/8/layout/list1"/>
    <dgm:cxn modelId="{5D940CC3-F6F0-4443-8845-B13D0B7749D5}" srcId="{18DBF618-6F17-4212-B1FD-42C0CA634EB9}" destId="{1D866BCC-5D1D-4DE4-BD79-7140F5081CE1}" srcOrd="1" destOrd="0" parTransId="{F33679DF-20A5-49DE-AEDB-333933B4EFFA}" sibTransId="{ADEE6838-F192-4846-8102-6FC4CB621732}"/>
    <dgm:cxn modelId="{010A73C5-86AE-4843-B359-A3B972A710F2}" type="presOf" srcId="{88239AD0-5345-4A8C-8742-14B9834240CD}" destId="{3B72B495-6831-4106-A4C1-6F6A8FEF3D98}" srcOrd="0" destOrd="0" presId="urn:microsoft.com/office/officeart/2005/8/layout/list1"/>
    <dgm:cxn modelId="{A3F33ECA-490E-4FE7-9D7B-084B80337148}" type="presOf" srcId="{18DBF618-6F17-4212-B1FD-42C0CA634EB9}" destId="{CA368855-C89F-4CF0-8C8D-B42A04339090}" srcOrd="1" destOrd="0" presId="urn:microsoft.com/office/officeart/2005/8/layout/list1"/>
    <dgm:cxn modelId="{0F06ECCB-CC1E-492E-B33B-407061395FA1}" type="presOf" srcId="{0B9AB6D8-FE84-45CF-B0DD-FD2FEAB4740E}" destId="{C221F51D-7651-4960-9CC8-4CF37683AE58}" srcOrd="0" destOrd="0" presId="urn:microsoft.com/office/officeart/2005/8/layout/list1"/>
    <dgm:cxn modelId="{E8D81DD0-BECE-4BCF-AFBB-2BF98D57D797}" type="presOf" srcId="{1D866BCC-5D1D-4DE4-BD79-7140F5081CE1}" destId="{3B72B495-6831-4106-A4C1-6F6A8FEF3D98}" srcOrd="0" destOrd="1" presId="urn:microsoft.com/office/officeart/2005/8/layout/list1"/>
    <dgm:cxn modelId="{32333FD6-EF11-48ED-9545-906306B52E8F}" type="presOf" srcId="{18DBF618-6F17-4212-B1FD-42C0CA634EB9}" destId="{11D05BE8-0DA8-40BB-96B3-D3B237A4D7CB}" srcOrd="0" destOrd="0" presId="urn:microsoft.com/office/officeart/2005/8/layout/list1"/>
    <dgm:cxn modelId="{B5DC89E6-8ADF-414B-B8FF-911113B5DBD6}" type="presOf" srcId="{F0656D97-0D94-445C-A659-2C9961D50463}" destId="{B3EAFFFB-EFA2-4B2F-84FF-F1A1C1E33168}" srcOrd="0" destOrd="0" presId="urn:microsoft.com/office/officeart/2005/8/layout/list1"/>
    <dgm:cxn modelId="{5C7591E6-F0DB-49A3-9D2F-06C4032D0D4B}" type="presOf" srcId="{73875183-37B8-4079-9030-9B837E6294BE}" destId="{B401F300-CEAA-4D1B-8A1E-E6C432B21B34}" srcOrd="0" destOrd="0" presId="urn:microsoft.com/office/officeart/2005/8/layout/list1"/>
    <dgm:cxn modelId="{D583F9F8-6BDE-4731-B992-2DFD23953CEE}" type="presOf" srcId="{559B4111-56F7-4DC5-AA3C-03AE1849FC03}" destId="{C221F51D-7651-4960-9CC8-4CF37683AE58}" srcOrd="0" destOrd="1" presId="urn:microsoft.com/office/officeart/2005/8/layout/list1"/>
    <dgm:cxn modelId="{A57F85FB-BCC9-477D-AAEC-15CDE48F8B08}" srcId="{F0656D97-0D94-445C-A659-2C9961D50463}" destId="{559B4111-56F7-4DC5-AA3C-03AE1849FC03}" srcOrd="1" destOrd="0" parTransId="{6BDBF2E5-4933-434F-8E4E-F8D6192391BA}" sibTransId="{C5D83278-1079-4D09-AC03-17C7BADFB859}"/>
    <dgm:cxn modelId="{88E55006-0B0E-422F-A032-8422D5E6EE3F}" type="presParOf" srcId="{B401F300-CEAA-4D1B-8A1E-E6C432B21B34}" destId="{B13A65BF-7F92-4C29-B2DA-6F1F03D87FE9}" srcOrd="0" destOrd="0" presId="urn:microsoft.com/office/officeart/2005/8/layout/list1"/>
    <dgm:cxn modelId="{02BDF4D3-22E0-4C42-918B-449AADBB69A6}" type="presParOf" srcId="{B13A65BF-7F92-4C29-B2DA-6F1F03D87FE9}" destId="{384DDC4D-5931-499C-89DB-080EB528F9DE}" srcOrd="0" destOrd="0" presId="urn:microsoft.com/office/officeart/2005/8/layout/list1"/>
    <dgm:cxn modelId="{F6A06966-CC6F-4F86-A865-B1A9752606EF}" type="presParOf" srcId="{B13A65BF-7F92-4C29-B2DA-6F1F03D87FE9}" destId="{99D05850-1CCF-4F91-AE52-13905B07D508}" srcOrd="1" destOrd="0" presId="urn:microsoft.com/office/officeart/2005/8/layout/list1"/>
    <dgm:cxn modelId="{B2781B0A-A73B-4469-8164-C9B2EF87C34F}" type="presParOf" srcId="{B401F300-CEAA-4D1B-8A1E-E6C432B21B34}" destId="{3DEF1B4B-94B8-4F49-96A6-9D16E11170CD}" srcOrd="1" destOrd="0" presId="urn:microsoft.com/office/officeart/2005/8/layout/list1"/>
    <dgm:cxn modelId="{0A3A4C99-D307-4D68-B601-E9CC1D154366}" type="presParOf" srcId="{B401F300-CEAA-4D1B-8A1E-E6C432B21B34}" destId="{BBFD3846-B7C5-4AD6-AE80-B4B2845D6C97}" srcOrd="2" destOrd="0" presId="urn:microsoft.com/office/officeart/2005/8/layout/list1"/>
    <dgm:cxn modelId="{4D951089-B201-45DF-B6E3-67D4101AD4EB}" type="presParOf" srcId="{B401F300-CEAA-4D1B-8A1E-E6C432B21B34}" destId="{677A3C41-5F40-4EA2-8D58-F4728ADC2767}" srcOrd="3" destOrd="0" presId="urn:microsoft.com/office/officeart/2005/8/layout/list1"/>
    <dgm:cxn modelId="{CC9F3C36-C0D5-4A6F-A592-D30B11B585D0}" type="presParOf" srcId="{B401F300-CEAA-4D1B-8A1E-E6C432B21B34}" destId="{9A01E0B8-CF69-4496-B3EE-C17F8A931279}" srcOrd="4" destOrd="0" presId="urn:microsoft.com/office/officeart/2005/8/layout/list1"/>
    <dgm:cxn modelId="{83197104-19C9-45E5-8015-B41A910FEB1E}" type="presParOf" srcId="{9A01E0B8-CF69-4496-B3EE-C17F8A931279}" destId="{11D05BE8-0DA8-40BB-96B3-D3B237A4D7CB}" srcOrd="0" destOrd="0" presId="urn:microsoft.com/office/officeart/2005/8/layout/list1"/>
    <dgm:cxn modelId="{8CEEEC69-D88D-49CE-8DA4-62B7F8E3A816}" type="presParOf" srcId="{9A01E0B8-CF69-4496-B3EE-C17F8A931279}" destId="{CA368855-C89F-4CF0-8C8D-B42A04339090}" srcOrd="1" destOrd="0" presId="urn:microsoft.com/office/officeart/2005/8/layout/list1"/>
    <dgm:cxn modelId="{6AE5778A-5E59-42B0-9AB4-14A5AD73DD69}" type="presParOf" srcId="{B401F300-CEAA-4D1B-8A1E-E6C432B21B34}" destId="{5DC54072-0A80-4A69-9FE0-7886460BE4E3}" srcOrd="5" destOrd="0" presId="urn:microsoft.com/office/officeart/2005/8/layout/list1"/>
    <dgm:cxn modelId="{26680C26-7112-4C3A-8367-EBBC1875948C}" type="presParOf" srcId="{B401F300-CEAA-4D1B-8A1E-E6C432B21B34}" destId="{3B72B495-6831-4106-A4C1-6F6A8FEF3D98}" srcOrd="6" destOrd="0" presId="urn:microsoft.com/office/officeart/2005/8/layout/list1"/>
    <dgm:cxn modelId="{9CAAADC7-4627-4D67-BB6D-7A09EBCBB52F}" type="presParOf" srcId="{B401F300-CEAA-4D1B-8A1E-E6C432B21B34}" destId="{92579A27-B8FC-477B-AB11-62A732C10A87}" srcOrd="7" destOrd="0" presId="urn:microsoft.com/office/officeart/2005/8/layout/list1"/>
    <dgm:cxn modelId="{3279261B-F82F-4793-B412-D44A0E49169A}" type="presParOf" srcId="{B401F300-CEAA-4D1B-8A1E-E6C432B21B34}" destId="{1D73BCC5-059F-4205-8A70-96D8627E1D67}" srcOrd="8" destOrd="0" presId="urn:microsoft.com/office/officeart/2005/8/layout/list1"/>
    <dgm:cxn modelId="{9DA1F675-E57F-491F-A3D4-D16747BD89C2}" type="presParOf" srcId="{1D73BCC5-059F-4205-8A70-96D8627E1D67}" destId="{B3EAFFFB-EFA2-4B2F-84FF-F1A1C1E33168}" srcOrd="0" destOrd="0" presId="urn:microsoft.com/office/officeart/2005/8/layout/list1"/>
    <dgm:cxn modelId="{9FBCB920-7179-475E-80D3-624F88B4258B}" type="presParOf" srcId="{1D73BCC5-059F-4205-8A70-96D8627E1D67}" destId="{22C5CFA0-47F9-4CF0-A0BD-BC9710C1D7EE}" srcOrd="1" destOrd="0" presId="urn:microsoft.com/office/officeart/2005/8/layout/list1"/>
    <dgm:cxn modelId="{45D10F28-7DC1-453C-AA63-341049A5F99C}" type="presParOf" srcId="{B401F300-CEAA-4D1B-8A1E-E6C432B21B34}" destId="{7CFE6EE0-4DC9-49E9-9E04-0105A3C4E087}" srcOrd="9" destOrd="0" presId="urn:microsoft.com/office/officeart/2005/8/layout/list1"/>
    <dgm:cxn modelId="{94E9F470-FCFA-4C19-8320-07F53AE5AA13}" type="presParOf" srcId="{B401F300-CEAA-4D1B-8A1E-E6C432B21B34}" destId="{C221F51D-7651-4960-9CC8-4CF37683AE58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0.xml><?xml version="1.0" encoding="utf-8"?>
<dgm:dataModel xmlns:dgm="http://schemas.openxmlformats.org/drawingml/2006/diagram" xmlns:a="http://schemas.openxmlformats.org/drawingml/2006/main">
  <dgm:ptLst>
    <dgm:pt modelId="{64F4CE8A-0D36-471C-BBC2-2BE97F13F8A5}" type="doc">
      <dgm:prSet loTypeId="urn:microsoft.com/office/officeart/2018/2/layout/IconLabelDescriptionList" loCatId="icon" qsTypeId="urn:microsoft.com/office/officeart/2005/8/quickstyle/simple4" qsCatId="simple" csTypeId="urn:microsoft.com/office/officeart/2005/8/colors/accent5_4" csCatId="accent5" phldr="1"/>
      <dgm:spPr/>
      <dgm:t>
        <a:bodyPr/>
        <a:lstStyle/>
        <a:p>
          <a:endParaRPr lang="en-US"/>
        </a:p>
      </dgm:t>
    </dgm:pt>
    <dgm:pt modelId="{624F7E1F-1AE1-4C9C-8DE0-82F07C7C66B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nLocktime and CLTV are both </a:t>
          </a:r>
          <a:r>
            <a:rPr lang="en-US" i="1"/>
            <a:t>absolute timelocks </a:t>
          </a:r>
          <a:endParaRPr lang="en-US"/>
        </a:p>
      </dgm:t>
    </dgm:pt>
    <dgm:pt modelId="{2D32A2D4-B76D-44E5-A3A4-8B3FF9368E28}" type="parTrans" cxnId="{5CA97139-AF98-43B3-87BF-38D6469CF52F}">
      <dgm:prSet/>
      <dgm:spPr/>
      <dgm:t>
        <a:bodyPr/>
        <a:lstStyle/>
        <a:p>
          <a:endParaRPr lang="en-US"/>
        </a:p>
      </dgm:t>
    </dgm:pt>
    <dgm:pt modelId="{3C3105F6-C938-47C6-B517-31C4EF579180}" type="sibTrans" cxnId="{5CA97139-AF98-43B3-87BF-38D6469CF52F}">
      <dgm:prSet/>
      <dgm:spPr/>
      <dgm:t>
        <a:bodyPr/>
        <a:lstStyle/>
        <a:p>
          <a:endParaRPr lang="en-US"/>
        </a:p>
      </dgm:t>
    </dgm:pt>
    <dgm:pt modelId="{F49EC27B-87F0-4C4A-AB96-72A17EB2160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they specify an absolute point</a:t>
          </a:r>
          <a:r>
            <a:rPr lang="tr-TR"/>
            <a:t> </a:t>
          </a:r>
          <a:r>
            <a:rPr lang="en-US"/>
            <a:t>in time. </a:t>
          </a:r>
        </a:p>
      </dgm:t>
    </dgm:pt>
    <dgm:pt modelId="{0B91834C-7FAC-4DBD-A70A-B7128963A598}" type="parTrans" cxnId="{CA741541-6620-4CCC-91C1-70FA5418D341}">
      <dgm:prSet/>
      <dgm:spPr/>
      <dgm:t>
        <a:bodyPr/>
        <a:lstStyle/>
        <a:p>
          <a:endParaRPr lang="en-US"/>
        </a:p>
      </dgm:t>
    </dgm:pt>
    <dgm:pt modelId="{BC0BBE72-DC28-463D-877B-D7EDABB9515D}" type="sibTrans" cxnId="{CA741541-6620-4CCC-91C1-70FA5418D341}">
      <dgm:prSet/>
      <dgm:spPr/>
      <dgm:t>
        <a:bodyPr/>
        <a:lstStyle/>
        <a:p>
          <a:endParaRPr lang="en-US"/>
        </a:p>
      </dgm:t>
    </dgm:pt>
    <dgm:pt modelId="{9C2E309D-1AAB-4601-AA84-F8A580CBBA3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next two timelock features </a:t>
          </a:r>
        </a:p>
      </dgm:t>
    </dgm:pt>
    <dgm:pt modelId="{CD647079-D88D-4A62-B74E-47E0EF7A57A9}" type="parTrans" cxnId="{F8FE58AB-DDBE-40B2-A95F-A325B7C849C3}">
      <dgm:prSet/>
      <dgm:spPr/>
      <dgm:t>
        <a:bodyPr/>
        <a:lstStyle/>
        <a:p>
          <a:endParaRPr lang="en-US"/>
        </a:p>
      </dgm:t>
    </dgm:pt>
    <dgm:pt modelId="{5616AB08-F09B-474A-8FAA-B53EF775F681}" type="sibTrans" cxnId="{F8FE58AB-DDBE-40B2-A95F-A325B7C849C3}">
      <dgm:prSet/>
      <dgm:spPr/>
      <dgm:t>
        <a:bodyPr/>
        <a:lstStyle/>
        <a:p>
          <a:endParaRPr lang="en-US"/>
        </a:p>
      </dgm:t>
    </dgm:pt>
    <dgm:pt modelId="{26E51A76-2138-49D2-8FB0-A0C4D2163D0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are </a:t>
          </a:r>
          <a:r>
            <a:rPr lang="en-US" i="1"/>
            <a:t>relative timelocks </a:t>
          </a:r>
          <a:endParaRPr lang="en-US"/>
        </a:p>
      </dgm:t>
    </dgm:pt>
    <dgm:pt modelId="{B98C59E7-2DC8-43A6-8456-210603DEA83B}" type="parTrans" cxnId="{975C7227-B639-4B13-87FD-F4257784DD59}">
      <dgm:prSet/>
      <dgm:spPr/>
      <dgm:t>
        <a:bodyPr/>
        <a:lstStyle/>
        <a:p>
          <a:endParaRPr lang="en-US"/>
        </a:p>
      </dgm:t>
    </dgm:pt>
    <dgm:pt modelId="{820E2A68-9A98-4A2B-8A9F-E07FA154A8BF}" type="sibTrans" cxnId="{975C7227-B639-4B13-87FD-F4257784DD59}">
      <dgm:prSet/>
      <dgm:spPr/>
      <dgm:t>
        <a:bodyPr/>
        <a:lstStyle/>
        <a:p>
          <a:endParaRPr lang="en-US"/>
        </a:p>
      </dgm:t>
    </dgm:pt>
    <dgm:pt modelId="{6D86114D-6B02-401E-B985-D17155F569A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they specify, as a condition of spending an output, </a:t>
          </a:r>
        </a:p>
      </dgm:t>
    </dgm:pt>
    <dgm:pt modelId="{FDAC7B22-F061-4777-9C84-FA50D58D22A6}" type="parTrans" cxnId="{AFBC65AA-6338-4D42-B791-13EFCE9C08AC}">
      <dgm:prSet/>
      <dgm:spPr/>
      <dgm:t>
        <a:bodyPr/>
        <a:lstStyle/>
        <a:p>
          <a:endParaRPr lang="en-US"/>
        </a:p>
      </dgm:t>
    </dgm:pt>
    <dgm:pt modelId="{42C0B379-96B7-4C60-AB38-39B6A6E5CD84}" type="sibTrans" cxnId="{AFBC65AA-6338-4D42-B791-13EFCE9C08AC}">
      <dgm:prSet/>
      <dgm:spPr/>
      <dgm:t>
        <a:bodyPr/>
        <a:lstStyle/>
        <a:p>
          <a:endParaRPr lang="en-US"/>
        </a:p>
      </dgm:t>
    </dgm:pt>
    <dgm:pt modelId="{1796811A-1465-40B8-92E2-5F4DC6EBC59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 elapsed time </a:t>
          </a:r>
        </a:p>
      </dgm:t>
    </dgm:pt>
    <dgm:pt modelId="{0CF0D32A-BABB-47C9-952A-A43B232BA0C8}" type="parTrans" cxnId="{E776189A-AFD5-49ED-A455-538234733BA1}">
      <dgm:prSet/>
      <dgm:spPr/>
      <dgm:t>
        <a:bodyPr/>
        <a:lstStyle/>
        <a:p>
          <a:endParaRPr lang="en-US"/>
        </a:p>
      </dgm:t>
    </dgm:pt>
    <dgm:pt modelId="{B60705D7-A318-495A-83EE-9D3DAB2DD7BC}" type="sibTrans" cxnId="{E776189A-AFD5-49ED-A455-538234733BA1}">
      <dgm:prSet/>
      <dgm:spPr/>
      <dgm:t>
        <a:bodyPr/>
        <a:lstStyle/>
        <a:p>
          <a:endParaRPr lang="en-US"/>
        </a:p>
      </dgm:t>
    </dgm:pt>
    <dgm:pt modelId="{933E6B3B-234F-4B09-8F7D-FB42285E214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from the confirmation</a:t>
          </a:r>
          <a:r>
            <a:rPr lang="tr-TR"/>
            <a:t> </a:t>
          </a:r>
          <a:r>
            <a:rPr lang="en-US"/>
            <a:t>of the output in the blockchain.</a:t>
          </a:r>
        </a:p>
      </dgm:t>
    </dgm:pt>
    <dgm:pt modelId="{9D58E5C3-BC27-4671-BBBB-B4EDD621FD30}" type="parTrans" cxnId="{1F83B2CB-0C96-46D7-BAC6-6A42BF822371}">
      <dgm:prSet/>
      <dgm:spPr/>
      <dgm:t>
        <a:bodyPr/>
        <a:lstStyle/>
        <a:p>
          <a:endParaRPr lang="en-US"/>
        </a:p>
      </dgm:t>
    </dgm:pt>
    <dgm:pt modelId="{94AD9D1F-1E90-4CE7-955D-CA2FAA10FFB9}" type="sibTrans" cxnId="{1F83B2CB-0C96-46D7-BAC6-6A42BF822371}">
      <dgm:prSet/>
      <dgm:spPr/>
      <dgm:t>
        <a:bodyPr/>
        <a:lstStyle/>
        <a:p>
          <a:endParaRPr lang="en-US"/>
        </a:p>
      </dgm:t>
    </dgm:pt>
    <dgm:pt modelId="{82AC2F9E-A03A-4C9F-8D37-02B2278BF31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</a:t>
          </a:r>
          <a:r>
            <a:rPr lang="en-US"/>
            <a:t>he clock doesn’t start counting </a:t>
          </a:r>
        </a:p>
      </dgm:t>
    </dgm:pt>
    <dgm:pt modelId="{A62FABC9-061F-434E-9E5E-0ED7C072E71C}" type="parTrans" cxnId="{03CAC182-7678-4071-BA11-8551ECD4F151}">
      <dgm:prSet/>
      <dgm:spPr/>
      <dgm:t>
        <a:bodyPr/>
        <a:lstStyle/>
        <a:p>
          <a:endParaRPr lang="en-US"/>
        </a:p>
      </dgm:t>
    </dgm:pt>
    <dgm:pt modelId="{1E3E1908-05FA-457D-B972-C356C04CE05D}" type="sibTrans" cxnId="{03CAC182-7678-4071-BA11-8551ECD4F151}">
      <dgm:prSet/>
      <dgm:spPr/>
      <dgm:t>
        <a:bodyPr/>
        <a:lstStyle/>
        <a:p>
          <a:endParaRPr lang="en-US"/>
        </a:p>
      </dgm:t>
    </dgm:pt>
    <dgm:pt modelId="{35447B58-115C-4B05-921F-497528F98E8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until the UTXO is recorded</a:t>
          </a:r>
          <a:r>
            <a:rPr lang="tr-TR"/>
            <a:t> on the blockchain.</a:t>
          </a:r>
          <a:endParaRPr lang="en-US"/>
        </a:p>
      </dgm:t>
    </dgm:pt>
    <dgm:pt modelId="{4A31115D-87A4-4220-B550-4B503FA378C1}" type="parTrans" cxnId="{8A7AB4A0-C76C-4DDB-BB68-6FC1CEBF67A1}">
      <dgm:prSet/>
      <dgm:spPr/>
      <dgm:t>
        <a:bodyPr/>
        <a:lstStyle/>
        <a:p>
          <a:endParaRPr lang="en-US"/>
        </a:p>
      </dgm:t>
    </dgm:pt>
    <dgm:pt modelId="{07A3AB18-FAA8-445E-B9E4-F0733DFA6267}" type="sibTrans" cxnId="{8A7AB4A0-C76C-4DDB-BB68-6FC1CEBF67A1}">
      <dgm:prSet/>
      <dgm:spPr/>
      <dgm:t>
        <a:bodyPr/>
        <a:lstStyle/>
        <a:p>
          <a:endParaRPr lang="en-US"/>
        </a:p>
      </dgm:t>
    </dgm:pt>
    <dgm:pt modelId="{6FD875E0-339A-41A3-B574-B69734C229D6}" type="pres">
      <dgm:prSet presAssocID="{64F4CE8A-0D36-471C-BBC2-2BE97F13F8A5}" presName="root" presStyleCnt="0">
        <dgm:presLayoutVars>
          <dgm:dir/>
          <dgm:resizeHandles val="exact"/>
        </dgm:presLayoutVars>
      </dgm:prSet>
      <dgm:spPr/>
    </dgm:pt>
    <dgm:pt modelId="{ACD081D8-B2B5-4070-B363-0415F26D64B6}" type="pres">
      <dgm:prSet presAssocID="{624F7E1F-1AE1-4C9C-8DE0-82F07C7C66B1}" presName="compNode" presStyleCnt="0"/>
      <dgm:spPr/>
    </dgm:pt>
    <dgm:pt modelId="{9975A323-6886-4283-B44A-A1A8FE752C5D}" type="pres">
      <dgm:prSet presAssocID="{624F7E1F-1AE1-4C9C-8DE0-82F07C7C66B1}" presName="iconRect" presStyleLbl="node1" presStyleIdx="0" presStyleCnt="4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Right Pointing Backhand Index"/>
        </a:ext>
      </dgm:extLst>
    </dgm:pt>
    <dgm:pt modelId="{81515464-4C60-4F4E-B6B2-4801B3A18552}" type="pres">
      <dgm:prSet presAssocID="{624F7E1F-1AE1-4C9C-8DE0-82F07C7C66B1}" presName="iconSpace" presStyleCnt="0"/>
      <dgm:spPr/>
    </dgm:pt>
    <dgm:pt modelId="{B9CD1A0B-D36D-4C37-9CF3-56780781AC35}" type="pres">
      <dgm:prSet presAssocID="{624F7E1F-1AE1-4C9C-8DE0-82F07C7C66B1}" presName="parTx" presStyleLbl="revTx" presStyleIdx="0" presStyleCnt="8">
        <dgm:presLayoutVars>
          <dgm:chMax val="0"/>
          <dgm:chPref val="0"/>
        </dgm:presLayoutVars>
      </dgm:prSet>
      <dgm:spPr/>
    </dgm:pt>
    <dgm:pt modelId="{406EEE16-43B3-46E8-86A0-CDBA4565589C}" type="pres">
      <dgm:prSet presAssocID="{624F7E1F-1AE1-4C9C-8DE0-82F07C7C66B1}" presName="txSpace" presStyleCnt="0"/>
      <dgm:spPr/>
    </dgm:pt>
    <dgm:pt modelId="{B1A74924-ADC9-48E1-B0A0-46EFD09AE55D}" type="pres">
      <dgm:prSet presAssocID="{624F7E1F-1AE1-4C9C-8DE0-82F07C7C66B1}" presName="desTx" presStyleLbl="revTx" presStyleIdx="1" presStyleCnt="8">
        <dgm:presLayoutVars/>
      </dgm:prSet>
      <dgm:spPr/>
    </dgm:pt>
    <dgm:pt modelId="{F60FE7AF-57D7-406D-9A3F-4BB48AE0969F}" type="pres">
      <dgm:prSet presAssocID="{3C3105F6-C938-47C6-B517-31C4EF579180}" presName="sibTrans" presStyleCnt="0"/>
      <dgm:spPr/>
    </dgm:pt>
    <dgm:pt modelId="{5E7A562E-2314-43C1-BD7C-589D687F1434}" type="pres">
      <dgm:prSet presAssocID="{9C2E309D-1AAB-4601-AA84-F8A580CBBA3C}" presName="compNode" presStyleCnt="0"/>
      <dgm:spPr/>
    </dgm:pt>
    <dgm:pt modelId="{E70937D0-BA9F-4803-8B30-9A8E6370FAD6}" type="pres">
      <dgm:prSet presAssocID="{9C2E309D-1AAB-4601-AA84-F8A580CBBA3C}" presName="iconRect" presStyleLbl="node1" presStyleIdx="1" presStyleCnt="4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340F3455-DAF7-4A57-BF82-088F6C49A3FE}" type="pres">
      <dgm:prSet presAssocID="{9C2E309D-1AAB-4601-AA84-F8A580CBBA3C}" presName="iconSpace" presStyleCnt="0"/>
      <dgm:spPr/>
    </dgm:pt>
    <dgm:pt modelId="{01A34EAA-1283-4E00-B334-B5F19C7C258A}" type="pres">
      <dgm:prSet presAssocID="{9C2E309D-1AAB-4601-AA84-F8A580CBBA3C}" presName="parTx" presStyleLbl="revTx" presStyleIdx="2" presStyleCnt="8">
        <dgm:presLayoutVars>
          <dgm:chMax val="0"/>
          <dgm:chPref val="0"/>
        </dgm:presLayoutVars>
      </dgm:prSet>
      <dgm:spPr/>
    </dgm:pt>
    <dgm:pt modelId="{4B5B1DD3-13D1-4C85-93C0-7FC63F534AC4}" type="pres">
      <dgm:prSet presAssocID="{9C2E309D-1AAB-4601-AA84-F8A580CBBA3C}" presName="txSpace" presStyleCnt="0"/>
      <dgm:spPr/>
    </dgm:pt>
    <dgm:pt modelId="{4E1BBA43-58B5-48BB-BEFB-56446EA8EF95}" type="pres">
      <dgm:prSet presAssocID="{9C2E309D-1AAB-4601-AA84-F8A580CBBA3C}" presName="desTx" presStyleLbl="revTx" presStyleIdx="3" presStyleCnt="8">
        <dgm:presLayoutVars/>
      </dgm:prSet>
      <dgm:spPr/>
    </dgm:pt>
    <dgm:pt modelId="{5CA14049-93CA-469E-8FE3-2A9133CAC117}" type="pres">
      <dgm:prSet presAssocID="{5616AB08-F09B-474A-8FAA-B53EF775F681}" presName="sibTrans" presStyleCnt="0"/>
      <dgm:spPr/>
    </dgm:pt>
    <dgm:pt modelId="{30A0D2F6-BFB0-487A-A6AD-3FFE7DFF43E7}" type="pres">
      <dgm:prSet presAssocID="{6D86114D-6B02-401E-B985-D17155F569AA}" presName="compNode" presStyleCnt="0"/>
      <dgm:spPr/>
    </dgm:pt>
    <dgm:pt modelId="{163E6A17-C8F2-48D1-946A-C826FB9C03E2}" type="pres">
      <dgm:prSet presAssocID="{6D86114D-6B02-401E-B985-D17155F569AA}" presName="iconRect" presStyleLbl="node1" presStyleIdx="2" presStyleCnt="4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İşlemci"/>
        </a:ext>
      </dgm:extLst>
    </dgm:pt>
    <dgm:pt modelId="{D053A2B3-EBB6-4895-9A04-D0824848B6B9}" type="pres">
      <dgm:prSet presAssocID="{6D86114D-6B02-401E-B985-D17155F569AA}" presName="iconSpace" presStyleCnt="0"/>
      <dgm:spPr/>
    </dgm:pt>
    <dgm:pt modelId="{CF90CBD8-9442-49FD-A2C8-3BA87C142E98}" type="pres">
      <dgm:prSet presAssocID="{6D86114D-6B02-401E-B985-D17155F569AA}" presName="parTx" presStyleLbl="revTx" presStyleIdx="4" presStyleCnt="8">
        <dgm:presLayoutVars>
          <dgm:chMax val="0"/>
          <dgm:chPref val="0"/>
        </dgm:presLayoutVars>
      </dgm:prSet>
      <dgm:spPr/>
    </dgm:pt>
    <dgm:pt modelId="{FD185CF5-F0E7-4B62-A108-F0F21971431F}" type="pres">
      <dgm:prSet presAssocID="{6D86114D-6B02-401E-B985-D17155F569AA}" presName="txSpace" presStyleCnt="0"/>
      <dgm:spPr/>
    </dgm:pt>
    <dgm:pt modelId="{71977614-B788-43E1-B0B1-51F1D4848C68}" type="pres">
      <dgm:prSet presAssocID="{6D86114D-6B02-401E-B985-D17155F569AA}" presName="desTx" presStyleLbl="revTx" presStyleIdx="5" presStyleCnt="8">
        <dgm:presLayoutVars/>
      </dgm:prSet>
      <dgm:spPr/>
    </dgm:pt>
    <dgm:pt modelId="{EE18514E-474C-4E17-B67C-3A5667745A5A}" type="pres">
      <dgm:prSet presAssocID="{42C0B379-96B7-4C60-AB38-39B6A6E5CD84}" presName="sibTrans" presStyleCnt="0"/>
      <dgm:spPr/>
    </dgm:pt>
    <dgm:pt modelId="{AA6040D5-BBAF-418E-98EB-18B412AB3E2E}" type="pres">
      <dgm:prSet presAssocID="{82AC2F9E-A03A-4C9F-8D37-02B2278BF311}" presName="compNode" presStyleCnt="0"/>
      <dgm:spPr/>
    </dgm:pt>
    <dgm:pt modelId="{80358369-4B60-4F41-97F9-C88F324067B2}" type="pres">
      <dgm:prSet presAssocID="{82AC2F9E-A03A-4C9F-8D37-02B2278BF311}" presName="iconRect" presStyleLbl="node1" presStyleIdx="3" presStyleCnt="4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Saat"/>
        </a:ext>
      </dgm:extLst>
    </dgm:pt>
    <dgm:pt modelId="{8921A199-FC98-43FF-9AD3-9FA0352CB1F6}" type="pres">
      <dgm:prSet presAssocID="{82AC2F9E-A03A-4C9F-8D37-02B2278BF311}" presName="iconSpace" presStyleCnt="0"/>
      <dgm:spPr/>
    </dgm:pt>
    <dgm:pt modelId="{837CABC0-EA17-4038-B911-AF214534CE80}" type="pres">
      <dgm:prSet presAssocID="{82AC2F9E-A03A-4C9F-8D37-02B2278BF311}" presName="parTx" presStyleLbl="revTx" presStyleIdx="6" presStyleCnt="8">
        <dgm:presLayoutVars>
          <dgm:chMax val="0"/>
          <dgm:chPref val="0"/>
        </dgm:presLayoutVars>
      </dgm:prSet>
      <dgm:spPr/>
    </dgm:pt>
    <dgm:pt modelId="{05163FA5-746A-474D-803F-B159D5D17560}" type="pres">
      <dgm:prSet presAssocID="{82AC2F9E-A03A-4C9F-8D37-02B2278BF311}" presName="txSpace" presStyleCnt="0"/>
      <dgm:spPr/>
    </dgm:pt>
    <dgm:pt modelId="{D9BE486F-7B5A-4379-BE11-D74091A2CF5D}" type="pres">
      <dgm:prSet presAssocID="{82AC2F9E-A03A-4C9F-8D37-02B2278BF311}" presName="desTx" presStyleLbl="revTx" presStyleIdx="7" presStyleCnt="8">
        <dgm:presLayoutVars/>
      </dgm:prSet>
      <dgm:spPr/>
    </dgm:pt>
  </dgm:ptLst>
  <dgm:cxnLst>
    <dgm:cxn modelId="{E5175F04-6851-46AE-956B-BEF1EED8B3AF}" type="presOf" srcId="{82AC2F9E-A03A-4C9F-8D37-02B2278BF311}" destId="{837CABC0-EA17-4038-B911-AF214534CE80}" srcOrd="0" destOrd="0" presId="urn:microsoft.com/office/officeart/2018/2/layout/IconLabelDescriptionList"/>
    <dgm:cxn modelId="{5988500B-4F9F-4E86-B2D1-FE911D88D5AE}" type="presOf" srcId="{26E51A76-2138-49D2-8FB0-A0C4D2163D06}" destId="{4E1BBA43-58B5-48BB-BEFB-56446EA8EF95}" srcOrd="0" destOrd="0" presId="urn:microsoft.com/office/officeart/2018/2/layout/IconLabelDescriptionList"/>
    <dgm:cxn modelId="{975C7227-B639-4B13-87FD-F4257784DD59}" srcId="{9C2E309D-1AAB-4601-AA84-F8A580CBBA3C}" destId="{26E51A76-2138-49D2-8FB0-A0C4D2163D06}" srcOrd="0" destOrd="0" parTransId="{B98C59E7-2DC8-43A6-8456-210603DEA83B}" sibTransId="{820E2A68-9A98-4A2B-8A9F-E07FA154A8BF}"/>
    <dgm:cxn modelId="{5CA97139-AF98-43B3-87BF-38D6469CF52F}" srcId="{64F4CE8A-0D36-471C-BBC2-2BE97F13F8A5}" destId="{624F7E1F-1AE1-4C9C-8DE0-82F07C7C66B1}" srcOrd="0" destOrd="0" parTransId="{2D32A2D4-B76D-44E5-A3A4-8B3FF9368E28}" sibTransId="{3C3105F6-C938-47C6-B517-31C4EF579180}"/>
    <dgm:cxn modelId="{192CD740-0AA7-490B-80C5-865952AB1845}" type="presOf" srcId="{1796811A-1465-40B8-92E2-5F4DC6EBC59E}" destId="{71977614-B788-43E1-B0B1-51F1D4848C68}" srcOrd="0" destOrd="0" presId="urn:microsoft.com/office/officeart/2018/2/layout/IconLabelDescriptionList"/>
    <dgm:cxn modelId="{CA741541-6620-4CCC-91C1-70FA5418D341}" srcId="{624F7E1F-1AE1-4C9C-8DE0-82F07C7C66B1}" destId="{F49EC27B-87F0-4C4A-AB96-72A17EB2160C}" srcOrd="0" destOrd="0" parTransId="{0B91834C-7FAC-4DBD-A70A-B7128963A598}" sibTransId="{BC0BBE72-DC28-463D-877B-D7EDABB9515D}"/>
    <dgm:cxn modelId="{22243844-2845-41D8-9748-56D45E2DCE50}" type="presOf" srcId="{64F4CE8A-0D36-471C-BBC2-2BE97F13F8A5}" destId="{6FD875E0-339A-41A3-B574-B69734C229D6}" srcOrd="0" destOrd="0" presId="urn:microsoft.com/office/officeart/2018/2/layout/IconLabelDescriptionList"/>
    <dgm:cxn modelId="{E675E048-B90A-4BC6-85A2-E5007A44CFF4}" type="presOf" srcId="{6D86114D-6B02-401E-B985-D17155F569AA}" destId="{CF90CBD8-9442-49FD-A2C8-3BA87C142E98}" srcOrd="0" destOrd="0" presId="urn:microsoft.com/office/officeart/2018/2/layout/IconLabelDescriptionList"/>
    <dgm:cxn modelId="{3057ED48-79ED-471A-AD8A-B5AED432F281}" type="presOf" srcId="{933E6B3B-234F-4B09-8F7D-FB42285E2147}" destId="{71977614-B788-43E1-B0B1-51F1D4848C68}" srcOrd="0" destOrd="1" presId="urn:microsoft.com/office/officeart/2018/2/layout/IconLabelDescriptionList"/>
    <dgm:cxn modelId="{3BBE8F73-8E62-48ED-BF8F-692A3ADC48AF}" type="presOf" srcId="{F49EC27B-87F0-4C4A-AB96-72A17EB2160C}" destId="{B1A74924-ADC9-48E1-B0A0-46EFD09AE55D}" srcOrd="0" destOrd="0" presId="urn:microsoft.com/office/officeart/2018/2/layout/IconLabelDescriptionList"/>
    <dgm:cxn modelId="{D1CE6F54-5387-4C58-A8C5-F7472E3BEBAD}" type="presOf" srcId="{35447B58-115C-4B05-921F-497528F98E87}" destId="{D9BE486F-7B5A-4379-BE11-D74091A2CF5D}" srcOrd="0" destOrd="0" presId="urn:microsoft.com/office/officeart/2018/2/layout/IconLabelDescriptionList"/>
    <dgm:cxn modelId="{03CAC182-7678-4071-BA11-8551ECD4F151}" srcId="{64F4CE8A-0D36-471C-BBC2-2BE97F13F8A5}" destId="{82AC2F9E-A03A-4C9F-8D37-02B2278BF311}" srcOrd="3" destOrd="0" parTransId="{A62FABC9-061F-434E-9E5E-0ED7C072E71C}" sibTransId="{1E3E1908-05FA-457D-B972-C356C04CE05D}"/>
    <dgm:cxn modelId="{E776189A-AFD5-49ED-A455-538234733BA1}" srcId="{6D86114D-6B02-401E-B985-D17155F569AA}" destId="{1796811A-1465-40B8-92E2-5F4DC6EBC59E}" srcOrd="0" destOrd="0" parTransId="{0CF0D32A-BABB-47C9-952A-A43B232BA0C8}" sibTransId="{B60705D7-A318-495A-83EE-9D3DAB2DD7BC}"/>
    <dgm:cxn modelId="{90AFF29D-6B6C-465A-9C8C-2676A65BCCB6}" type="presOf" srcId="{9C2E309D-1AAB-4601-AA84-F8A580CBBA3C}" destId="{01A34EAA-1283-4E00-B334-B5F19C7C258A}" srcOrd="0" destOrd="0" presId="urn:microsoft.com/office/officeart/2018/2/layout/IconLabelDescriptionList"/>
    <dgm:cxn modelId="{8A7AB4A0-C76C-4DDB-BB68-6FC1CEBF67A1}" srcId="{82AC2F9E-A03A-4C9F-8D37-02B2278BF311}" destId="{35447B58-115C-4B05-921F-497528F98E87}" srcOrd="0" destOrd="0" parTransId="{4A31115D-87A4-4220-B550-4B503FA378C1}" sibTransId="{07A3AB18-FAA8-445E-B9E4-F0733DFA6267}"/>
    <dgm:cxn modelId="{AFBC65AA-6338-4D42-B791-13EFCE9C08AC}" srcId="{64F4CE8A-0D36-471C-BBC2-2BE97F13F8A5}" destId="{6D86114D-6B02-401E-B985-D17155F569AA}" srcOrd="2" destOrd="0" parTransId="{FDAC7B22-F061-4777-9C84-FA50D58D22A6}" sibTransId="{42C0B379-96B7-4C60-AB38-39B6A6E5CD84}"/>
    <dgm:cxn modelId="{F8FE58AB-DDBE-40B2-A95F-A325B7C849C3}" srcId="{64F4CE8A-0D36-471C-BBC2-2BE97F13F8A5}" destId="{9C2E309D-1AAB-4601-AA84-F8A580CBBA3C}" srcOrd="1" destOrd="0" parTransId="{CD647079-D88D-4A62-B74E-47E0EF7A57A9}" sibTransId="{5616AB08-F09B-474A-8FAA-B53EF775F681}"/>
    <dgm:cxn modelId="{2D7EEABA-1069-4D41-8738-609134F11B12}" type="presOf" srcId="{624F7E1F-1AE1-4C9C-8DE0-82F07C7C66B1}" destId="{B9CD1A0B-D36D-4C37-9CF3-56780781AC35}" srcOrd="0" destOrd="0" presId="urn:microsoft.com/office/officeart/2018/2/layout/IconLabelDescriptionList"/>
    <dgm:cxn modelId="{1F83B2CB-0C96-46D7-BAC6-6A42BF822371}" srcId="{6D86114D-6B02-401E-B985-D17155F569AA}" destId="{933E6B3B-234F-4B09-8F7D-FB42285E2147}" srcOrd="1" destOrd="0" parTransId="{9D58E5C3-BC27-4671-BBBB-B4EDD621FD30}" sibTransId="{94AD9D1F-1E90-4CE7-955D-CA2FAA10FFB9}"/>
    <dgm:cxn modelId="{3EA77D67-057F-4162-9C2D-C2269ADA213F}" type="presParOf" srcId="{6FD875E0-339A-41A3-B574-B69734C229D6}" destId="{ACD081D8-B2B5-4070-B363-0415F26D64B6}" srcOrd="0" destOrd="0" presId="urn:microsoft.com/office/officeart/2018/2/layout/IconLabelDescriptionList"/>
    <dgm:cxn modelId="{13AA4938-F931-4C69-9B3B-01EBBCC7897F}" type="presParOf" srcId="{ACD081D8-B2B5-4070-B363-0415F26D64B6}" destId="{9975A323-6886-4283-B44A-A1A8FE752C5D}" srcOrd="0" destOrd="0" presId="urn:microsoft.com/office/officeart/2018/2/layout/IconLabelDescriptionList"/>
    <dgm:cxn modelId="{FBA7825E-D61F-4E7A-BE8B-5E5DF128CC9C}" type="presParOf" srcId="{ACD081D8-B2B5-4070-B363-0415F26D64B6}" destId="{81515464-4C60-4F4E-B6B2-4801B3A18552}" srcOrd="1" destOrd="0" presId="urn:microsoft.com/office/officeart/2018/2/layout/IconLabelDescriptionList"/>
    <dgm:cxn modelId="{40925992-3FD2-4446-917F-1B04430DA04B}" type="presParOf" srcId="{ACD081D8-B2B5-4070-B363-0415F26D64B6}" destId="{B9CD1A0B-D36D-4C37-9CF3-56780781AC35}" srcOrd="2" destOrd="0" presId="urn:microsoft.com/office/officeart/2018/2/layout/IconLabelDescriptionList"/>
    <dgm:cxn modelId="{9A162334-C624-4DA8-8A50-6B77F8FDE781}" type="presParOf" srcId="{ACD081D8-B2B5-4070-B363-0415F26D64B6}" destId="{406EEE16-43B3-46E8-86A0-CDBA4565589C}" srcOrd="3" destOrd="0" presId="urn:microsoft.com/office/officeart/2018/2/layout/IconLabelDescriptionList"/>
    <dgm:cxn modelId="{494AD4E4-449E-4198-8F2A-2BD5A469A832}" type="presParOf" srcId="{ACD081D8-B2B5-4070-B363-0415F26D64B6}" destId="{B1A74924-ADC9-48E1-B0A0-46EFD09AE55D}" srcOrd="4" destOrd="0" presId="urn:microsoft.com/office/officeart/2018/2/layout/IconLabelDescriptionList"/>
    <dgm:cxn modelId="{07BDDBE2-B137-4787-8DAF-DDA0A4AEEAF3}" type="presParOf" srcId="{6FD875E0-339A-41A3-B574-B69734C229D6}" destId="{F60FE7AF-57D7-406D-9A3F-4BB48AE0969F}" srcOrd="1" destOrd="0" presId="urn:microsoft.com/office/officeart/2018/2/layout/IconLabelDescriptionList"/>
    <dgm:cxn modelId="{3C9ECDCF-9750-4134-8CB5-75D893DF6D1F}" type="presParOf" srcId="{6FD875E0-339A-41A3-B574-B69734C229D6}" destId="{5E7A562E-2314-43C1-BD7C-589D687F1434}" srcOrd="2" destOrd="0" presId="urn:microsoft.com/office/officeart/2018/2/layout/IconLabelDescriptionList"/>
    <dgm:cxn modelId="{26ABF3E3-364D-43C2-A4CA-001C9ADE0469}" type="presParOf" srcId="{5E7A562E-2314-43C1-BD7C-589D687F1434}" destId="{E70937D0-BA9F-4803-8B30-9A8E6370FAD6}" srcOrd="0" destOrd="0" presId="urn:microsoft.com/office/officeart/2018/2/layout/IconLabelDescriptionList"/>
    <dgm:cxn modelId="{7DC882AC-42C1-42A1-8F34-670FF430AAF2}" type="presParOf" srcId="{5E7A562E-2314-43C1-BD7C-589D687F1434}" destId="{340F3455-DAF7-4A57-BF82-088F6C49A3FE}" srcOrd="1" destOrd="0" presId="urn:microsoft.com/office/officeart/2018/2/layout/IconLabelDescriptionList"/>
    <dgm:cxn modelId="{362E1108-AB63-4C49-990E-6F5702347A1B}" type="presParOf" srcId="{5E7A562E-2314-43C1-BD7C-589D687F1434}" destId="{01A34EAA-1283-4E00-B334-B5F19C7C258A}" srcOrd="2" destOrd="0" presId="urn:microsoft.com/office/officeart/2018/2/layout/IconLabelDescriptionList"/>
    <dgm:cxn modelId="{C2FFD734-F1E4-41D0-8E84-471835D8018C}" type="presParOf" srcId="{5E7A562E-2314-43C1-BD7C-589D687F1434}" destId="{4B5B1DD3-13D1-4C85-93C0-7FC63F534AC4}" srcOrd="3" destOrd="0" presId="urn:microsoft.com/office/officeart/2018/2/layout/IconLabelDescriptionList"/>
    <dgm:cxn modelId="{6D0EB640-7740-4F9E-982D-6D9675F7C9C9}" type="presParOf" srcId="{5E7A562E-2314-43C1-BD7C-589D687F1434}" destId="{4E1BBA43-58B5-48BB-BEFB-56446EA8EF95}" srcOrd="4" destOrd="0" presId="urn:microsoft.com/office/officeart/2018/2/layout/IconLabelDescriptionList"/>
    <dgm:cxn modelId="{ED2A5F7F-11D9-48E5-89EF-1759AD400F8E}" type="presParOf" srcId="{6FD875E0-339A-41A3-B574-B69734C229D6}" destId="{5CA14049-93CA-469E-8FE3-2A9133CAC117}" srcOrd="3" destOrd="0" presId="urn:microsoft.com/office/officeart/2018/2/layout/IconLabelDescriptionList"/>
    <dgm:cxn modelId="{01D918FF-0C06-44C8-B01C-FA3FFD090662}" type="presParOf" srcId="{6FD875E0-339A-41A3-B574-B69734C229D6}" destId="{30A0D2F6-BFB0-487A-A6AD-3FFE7DFF43E7}" srcOrd="4" destOrd="0" presId="urn:microsoft.com/office/officeart/2018/2/layout/IconLabelDescriptionList"/>
    <dgm:cxn modelId="{37746381-5ECF-4988-B29D-ABB4A5DC4993}" type="presParOf" srcId="{30A0D2F6-BFB0-487A-A6AD-3FFE7DFF43E7}" destId="{163E6A17-C8F2-48D1-946A-C826FB9C03E2}" srcOrd="0" destOrd="0" presId="urn:microsoft.com/office/officeart/2018/2/layout/IconLabelDescriptionList"/>
    <dgm:cxn modelId="{399CCECB-A5DD-41C7-8A03-477F5DED7E6E}" type="presParOf" srcId="{30A0D2F6-BFB0-487A-A6AD-3FFE7DFF43E7}" destId="{D053A2B3-EBB6-4895-9A04-D0824848B6B9}" srcOrd="1" destOrd="0" presId="urn:microsoft.com/office/officeart/2018/2/layout/IconLabelDescriptionList"/>
    <dgm:cxn modelId="{D0781766-88BC-4DF0-858E-6AE106E5281A}" type="presParOf" srcId="{30A0D2F6-BFB0-487A-A6AD-3FFE7DFF43E7}" destId="{CF90CBD8-9442-49FD-A2C8-3BA87C142E98}" srcOrd="2" destOrd="0" presId="urn:microsoft.com/office/officeart/2018/2/layout/IconLabelDescriptionList"/>
    <dgm:cxn modelId="{D60BDEC7-9D7A-4795-85AA-DA6768C22E25}" type="presParOf" srcId="{30A0D2F6-BFB0-487A-A6AD-3FFE7DFF43E7}" destId="{FD185CF5-F0E7-4B62-A108-F0F21971431F}" srcOrd="3" destOrd="0" presId="urn:microsoft.com/office/officeart/2018/2/layout/IconLabelDescriptionList"/>
    <dgm:cxn modelId="{5FCB168D-43B2-443C-9C6F-C21875EA2561}" type="presParOf" srcId="{30A0D2F6-BFB0-487A-A6AD-3FFE7DFF43E7}" destId="{71977614-B788-43E1-B0B1-51F1D4848C68}" srcOrd="4" destOrd="0" presId="urn:microsoft.com/office/officeart/2018/2/layout/IconLabelDescriptionList"/>
    <dgm:cxn modelId="{F6BA6BB0-BF22-482E-8793-2BF270E4446E}" type="presParOf" srcId="{6FD875E0-339A-41A3-B574-B69734C229D6}" destId="{EE18514E-474C-4E17-B67C-3A5667745A5A}" srcOrd="5" destOrd="0" presId="urn:microsoft.com/office/officeart/2018/2/layout/IconLabelDescriptionList"/>
    <dgm:cxn modelId="{4A4F371B-78D2-49A1-A93D-EC6E185B3480}" type="presParOf" srcId="{6FD875E0-339A-41A3-B574-B69734C229D6}" destId="{AA6040D5-BBAF-418E-98EB-18B412AB3E2E}" srcOrd="6" destOrd="0" presId="urn:microsoft.com/office/officeart/2018/2/layout/IconLabelDescriptionList"/>
    <dgm:cxn modelId="{77833D97-1E67-4F64-B3E1-8F24253C6541}" type="presParOf" srcId="{AA6040D5-BBAF-418E-98EB-18B412AB3E2E}" destId="{80358369-4B60-4F41-97F9-C88F324067B2}" srcOrd="0" destOrd="0" presId="urn:microsoft.com/office/officeart/2018/2/layout/IconLabelDescriptionList"/>
    <dgm:cxn modelId="{987DDEE7-95DC-4A79-878F-324EF93E5F93}" type="presParOf" srcId="{AA6040D5-BBAF-418E-98EB-18B412AB3E2E}" destId="{8921A199-FC98-43FF-9AD3-9FA0352CB1F6}" srcOrd="1" destOrd="0" presId="urn:microsoft.com/office/officeart/2018/2/layout/IconLabelDescriptionList"/>
    <dgm:cxn modelId="{8E2823D7-C9FA-4953-BFD9-D06FB599B138}" type="presParOf" srcId="{AA6040D5-BBAF-418E-98EB-18B412AB3E2E}" destId="{837CABC0-EA17-4038-B911-AF214534CE80}" srcOrd="2" destOrd="0" presId="urn:microsoft.com/office/officeart/2018/2/layout/IconLabelDescriptionList"/>
    <dgm:cxn modelId="{5527A1E7-1CA5-4FAC-AFD8-0261FF392801}" type="presParOf" srcId="{AA6040D5-BBAF-418E-98EB-18B412AB3E2E}" destId="{05163FA5-746A-474D-803F-B159D5D17560}" srcOrd="3" destOrd="0" presId="urn:microsoft.com/office/officeart/2018/2/layout/IconLabelDescriptionList"/>
    <dgm:cxn modelId="{8C7B2D13-0C3B-488B-A014-B3949B7AFD7C}" type="presParOf" srcId="{AA6040D5-BBAF-418E-98EB-18B412AB3E2E}" destId="{D9BE486F-7B5A-4379-BE11-D74091A2CF5D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1.xml><?xml version="1.0" encoding="utf-8"?>
<dgm:dataModel xmlns:dgm="http://schemas.openxmlformats.org/drawingml/2006/diagram" xmlns:a="http://schemas.openxmlformats.org/drawingml/2006/main">
  <dgm:ptLst>
    <dgm:pt modelId="{DF9BF6E5-81F6-45FD-B861-B3DF2B2F5D9C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587A7B27-E0A4-4A4D-A287-FBB7F3E816E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Relative timelocks </a:t>
          </a:r>
        </a:p>
      </dgm:t>
    </dgm:pt>
    <dgm:pt modelId="{E8D03DF4-2832-4533-BA48-1A4A31AC8EC5}" type="parTrans" cxnId="{1626E955-0F00-4421-8A12-8ED49BBE5D1D}">
      <dgm:prSet/>
      <dgm:spPr/>
      <dgm:t>
        <a:bodyPr/>
        <a:lstStyle/>
        <a:p>
          <a:endParaRPr lang="en-US"/>
        </a:p>
      </dgm:t>
    </dgm:pt>
    <dgm:pt modelId="{30962C8B-8529-45C2-82B2-D73342F954E5}" type="sibTrans" cxnId="{1626E955-0F00-4421-8A12-8ED49BBE5D1D}">
      <dgm:prSet/>
      <dgm:spPr/>
      <dgm:t>
        <a:bodyPr/>
        <a:lstStyle/>
        <a:p>
          <a:endParaRPr lang="en-US"/>
        </a:p>
      </dgm:t>
    </dgm:pt>
    <dgm:pt modelId="{5F74C3E8-4D3B-462A-B3E1-D8FEFE6D716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are implemented with both a transaction</a:t>
          </a:r>
          <a:r>
            <a:rPr lang="tr-TR"/>
            <a:t> </a:t>
          </a:r>
          <a:r>
            <a:rPr lang="en-US"/>
            <a:t>level</a:t>
          </a:r>
          <a:r>
            <a:rPr lang="tr-TR"/>
            <a:t> </a:t>
          </a:r>
          <a:r>
            <a:rPr lang="en-US"/>
            <a:t>feature </a:t>
          </a:r>
        </a:p>
      </dgm:t>
    </dgm:pt>
    <dgm:pt modelId="{3F93C04D-2816-4E9A-8BC5-A2079467D86B}" type="parTrans" cxnId="{1C82C7EF-39E7-4607-9F92-92A2EF41AD52}">
      <dgm:prSet/>
      <dgm:spPr/>
      <dgm:t>
        <a:bodyPr/>
        <a:lstStyle/>
        <a:p>
          <a:endParaRPr lang="en-US"/>
        </a:p>
      </dgm:t>
    </dgm:pt>
    <dgm:pt modelId="{F156C3D1-3176-477D-9871-D0A6CA70B53C}" type="sibTrans" cxnId="{1C82C7EF-39E7-4607-9F92-92A2EF41AD52}">
      <dgm:prSet/>
      <dgm:spPr/>
      <dgm:t>
        <a:bodyPr/>
        <a:lstStyle/>
        <a:p>
          <a:endParaRPr lang="en-US"/>
        </a:p>
      </dgm:t>
    </dgm:pt>
    <dgm:pt modelId="{4CC67A9F-224E-42DF-90CF-BB644AB7DFC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a script-level opcode. </a:t>
          </a:r>
        </a:p>
      </dgm:t>
    </dgm:pt>
    <dgm:pt modelId="{AF5C304B-1204-4D31-A0BA-0032D9FA58C4}" type="parTrans" cxnId="{B4908139-6248-42C7-A4D9-FECF6947E69B}">
      <dgm:prSet/>
      <dgm:spPr/>
      <dgm:t>
        <a:bodyPr/>
        <a:lstStyle/>
        <a:p>
          <a:endParaRPr lang="en-US"/>
        </a:p>
      </dgm:t>
    </dgm:pt>
    <dgm:pt modelId="{298817AF-EA2D-4E85-9DD6-84190E979746}" type="sibTrans" cxnId="{B4908139-6248-42C7-A4D9-FECF6947E69B}">
      <dgm:prSet/>
      <dgm:spPr/>
      <dgm:t>
        <a:bodyPr/>
        <a:lstStyle/>
        <a:p>
          <a:endParaRPr lang="en-US"/>
        </a:p>
      </dgm:t>
    </dgm:pt>
    <dgm:pt modelId="{F18AA8EF-A399-427A-B0D3-7DFF2E545F8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transaction-level relative timelock</a:t>
          </a:r>
        </a:p>
      </dgm:t>
    </dgm:pt>
    <dgm:pt modelId="{8301DDBB-8454-45C3-85F3-24569F3165BD}" type="parTrans" cxnId="{F9B539A2-1CB7-4D24-A668-72E5CC8AA790}">
      <dgm:prSet/>
      <dgm:spPr/>
      <dgm:t>
        <a:bodyPr/>
        <a:lstStyle/>
        <a:p>
          <a:endParaRPr lang="en-US"/>
        </a:p>
      </dgm:t>
    </dgm:pt>
    <dgm:pt modelId="{994D5A9A-422A-48BB-BF2A-09EE97F9A115}" type="sibTrans" cxnId="{F9B539A2-1CB7-4D24-A668-72E5CC8AA790}">
      <dgm:prSet/>
      <dgm:spPr/>
      <dgm:t>
        <a:bodyPr/>
        <a:lstStyle/>
        <a:p>
          <a:endParaRPr lang="en-US"/>
        </a:p>
      </dgm:t>
    </dgm:pt>
    <dgm:pt modelId="{83185379-A887-4ACE-ADB1-E932984223C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is</a:t>
          </a:r>
          <a:r>
            <a:rPr lang="tr-TR"/>
            <a:t> </a:t>
          </a:r>
          <a:r>
            <a:rPr lang="en-US"/>
            <a:t>implemented as a consensus rule </a:t>
          </a:r>
        </a:p>
      </dgm:t>
    </dgm:pt>
    <dgm:pt modelId="{5BC2638A-9D66-41A9-998E-F151D2FBC1A2}" type="parTrans" cxnId="{503363FC-FD32-4DA9-94CD-B1737104A3EE}">
      <dgm:prSet/>
      <dgm:spPr/>
      <dgm:t>
        <a:bodyPr/>
        <a:lstStyle/>
        <a:p>
          <a:endParaRPr lang="en-US"/>
        </a:p>
      </dgm:t>
    </dgm:pt>
    <dgm:pt modelId="{7BF75D7A-156D-4FEA-963C-0DD218053C86}" type="sibTrans" cxnId="{503363FC-FD32-4DA9-94CD-B1737104A3EE}">
      <dgm:prSet/>
      <dgm:spPr/>
      <dgm:t>
        <a:bodyPr/>
        <a:lstStyle/>
        <a:p>
          <a:endParaRPr lang="en-US"/>
        </a:p>
      </dgm:t>
    </dgm:pt>
    <dgm:pt modelId="{8B48E3C0-24EA-4AC7-937E-62CEC25F9DD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 the value of nSequence, </a:t>
          </a:r>
        </a:p>
      </dgm:t>
    </dgm:pt>
    <dgm:pt modelId="{6F117F66-8CC2-46F4-BB44-85F15523DF6E}" type="parTrans" cxnId="{0533B8CA-6B92-49B8-8F24-E92CC2EC018B}">
      <dgm:prSet/>
      <dgm:spPr/>
      <dgm:t>
        <a:bodyPr/>
        <a:lstStyle/>
        <a:p>
          <a:endParaRPr lang="en-US"/>
        </a:p>
      </dgm:t>
    </dgm:pt>
    <dgm:pt modelId="{09530E8A-1888-473A-A56A-39A1AFC4E8EB}" type="sibTrans" cxnId="{0533B8CA-6B92-49B8-8F24-E92CC2EC018B}">
      <dgm:prSet/>
      <dgm:spPr/>
      <dgm:t>
        <a:bodyPr/>
        <a:lstStyle/>
        <a:p>
          <a:endParaRPr lang="en-US"/>
        </a:p>
      </dgm:t>
    </dgm:pt>
    <dgm:pt modelId="{03A4A157-4E88-44C6-945A-6A2548E685E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nSequence</a:t>
          </a:r>
          <a:endParaRPr lang="en-US"/>
        </a:p>
      </dgm:t>
    </dgm:pt>
    <dgm:pt modelId="{DC1BC65F-1379-4893-A811-29AB9844ADFD}" type="parTrans" cxnId="{4EA326CF-68FF-4C60-8F48-45C0ADF11978}">
      <dgm:prSet/>
      <dgm:spPr/>
      <dgm:t>
        <a:bodyPr/>
        <a:lstStyle/>
        <a:p>
          <a:endParaRPr lang="en-US"/>
        </a:p>
      </dgm:t>
    </dgm:pt>
    <dgm:pt modelId="{CCACD69B-1E78-46AC-8B21-0B691AA0535C}" type="sibTrans" cxnId="{4EA326CF-68FF-4C60-8F48-45C0ADF11978}">
      <dgm:prSet/>
      <dgm:spPr/>
      <dgm:t>
        <a:bodyPr/>
        <a:lstStyle/>
        <a:p>
          <a:endParaRPr lang="en-US"/>
        </a:p>
      </dgm:t>
    </dgm:pt>
    <dgm:pt modelId="{E16BF96B-9060-4475-99F2-4C57AE0B052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transaction field that is</a:t>
          </a:r>
          <a:r>
            <a:rPr lang="tr-TR"/>
            <a:t> </a:t>
          </a:r>
          <a:r>
            <a:rPr lang="en-US"/>
            <a:t>set in every transaction input. </a:t>
          </a:r>
        </a:p>
      </dgm:t>
    </dgm:pt>
    <dgm:pt modelId="{B453932B-D032-47C4-85EE-6EE1B845BD63}" type="parTrans" cxnId="{E6946227-0CEB-40C8-9B21-9D68400333AE}">
      <dgm:prSet/>
      <dgm:spPr/>
      <dgm:t>
        <a:bodyPr/>
        <a:lstStyle/>
        <a:p>
          <a:endParaRPr lang="en-US"/>
        </a:p>
      </dgm:t>
    </dgm:pt>
    <dgm:pt modelId="{4EF20517-89FE-4131-BD23-EA77F3F6E104}" type="sibTrans" cxnId="{E6946227-0CEB-40C8-9B21-9D68400333AE}">
      <dgm:prSet/>
      <dgm:spPr/>
      <dgm:t>
        <a:bodyPr/>
        <a:lstStyle/>
        <a:p>
          <a:endParaRPr lang="en-US"/>
        </a:p>
      </dgm:t>
    </dgm:pt>
    <dgm:pt modelId="{B8A40153-71B5-4D98-A9AD-69305074429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Script-level relative timelocks </a:t>
          </a:r>
        </a:p>
      </dgm:t>
    </dgm:pt>
    <dgm:pt modelId="{AB300EDB-E89B-4754-BDFF-DB04F2F82228}" type="parTrans" cxnId="{421E1653-2658-47FA-9840-EB29FF4C96A3}">
      <dgm:prSet/>
      <dgm:spPr/>
      <dgm:t>
        <a:bodyPr/>
        <a:lstStyle/>
        <a:p>
          <a:endParaRPr lang="en-US"/>
        </a:p>
      </dgm:t>
    </dgm:pt>
    <dgm:pt modelId="{F8D6A7FC-7488-4F81-A151-99DD094F5762}" type="sibTrans" cxnId="{421E1653-2658-47FA-9840-EB29FF4C96A3}">
      <dgm:prSet/>
      <dgm:spPr/>
      <dgm:t>
        <a:bodyPr/>
        <a:lstStyle/>
        <a:p>
          <a:endParaRPr lang="en-US"/>
        </a:p>
      </dgm:t>
    </dgm:pt>
    <dgm:pt modelId="{057446C8-14BB-45A2-9F8E-850F8FD66A5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are implemented with</a:t>
          </a:r>
          <a:r>
            <a:rPr lang="tr-TR"/>
            <a:t> the </a:t>
          </a:r>
          <a:endParaRPr lang="en-US"/>
        </a:p>
      </dgm:t>
    </dgm:pt>
    <dgm:pt modelId="{652CA653-7401-4490-8835-1465070CE1B3}" type="parTrans" cxnId="{C79EB7E8-B6FA-4B4F-9633-026CE6D8C852}">
      <dgm:prSet/>
      <dgm:spPr/>
      <dgm:t>
        <a:bodyPr/>
        <a:lstStyle/>
        <a:p>
          <a:endParaRPr lang="en-US"/>
        </a:p>
      </dgm:t>
    </dgm:pt>
    <dgm:pt modelId="{5A7A8DDC-3C7D-41A5-B995-B19D36ADE4B1}" type="sibTrans" cxnId="{C79EB7E8-B6FA-4B4F-9633-026CE6D8C852}">
      <dgm:prSet/>
      <dgm:spPr/>
      <dgm:t>
        <a:bodyPr/>
        <a:lstStyle/>
        <a:p>
          <a:endParaRPr lang="en-US"/>
        </a:p>
      </dgm:t>
    </dgm:pt>
    <dgm:pt modelId="{1712EFCE-267A-4DCA-B150-78C6080F2DE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CHECKSEQUENCEVERIFY (CSV) opcode.</a:t>
          </a:r>
          <a:endParaRPr lang="en-US"/>
        </a:p>
      </dgm:t>
    </dgm:pt>
    <dgm:pt modelId="{84BDC5A4-0980-4924-AD00-39AE09436B93}" type="parTrans" cxnId="{F015EF6A-E9DB-4CBB-A964-DF1054889C59}">
      <dgm:prSet/>
      <dgm:spPr/>
      <dgm:t>
        <a:bodyPr/>
        <a:lstStyle/>
        <a:p>
          <a:endParaRPr lang="en-US"/>
        </a:p>
      </dgm:t>
    </dgm:pt>
    <dgm:pt modelId="{D21CF757-56FF-42D1-93C5-EC0483F5E52D}" type="sibTrans" cxnId="{F015EF6A-E9DB-4CBB-A964-DF1054889C59}">
      <dgm:prSet/>
      <dgm:spPr/>
      <dgm:t>
        <a:bodyPr/>
        <a:lstStyle/>
        <a:p>
          <a:endParaRPr lang="en-US"/>
        </a:p>
      </dgm:t>
    </dgm:pt>
    <dgm:pt modelId="{AE16C9E6-D802-4D5C-9343-9A6D48B63B50}" type="pres">
      <dgm:prSet presAssocID="{DF9BF6E5-81F6-45FD-B861-B3DF2B2F5D9C}" presName="root" presStyleCnt="0">
        <dgm:presLayoutVars>
          <dgm:dir/>
          <dgm:resizeHandles val="exact"/>
        </dgm:presLayoutVars>
      </dgm:prSet>
      <dgm:spPr/>
    </dgm:pt>
    <dgm:pt modelId="{C998E9BC-5130-4D73-A5C0-740E871CCC55}" type="pres">
      <dgm:prSet presAssocID="{587A7B27-E0A4-4A4D-A287-FBB7F3E816E2}" presName="compNode" presStyleCnt="0"/>
      <dgm:spPr/>
    </dgm:pt>
    <dgm:pt modelId="{C28EE881-6DEA-4DF5-B26E-B505A04CA792}" type="pres">
      <dgm:prSet presAssocID="{587A7B27-E0A4-4A4D-A287-FBB7F3E816E2}" presName="iconRect" presStyleLbl="node1" presStyleIdx="0" presStyleCnt="4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rkod"/>
        </a:ext>
      </dgm:extLst>
    </dgm:pt>
    <dgm:pt modelId="{28F6BE96-1ED9-4B3A-8D89-BCC088F0B42C}" type="pres">
      <dgm:prSet presAssocID="{587A7B27-E0A4-4A4D-A287-FBB7F3E816E2}" presName="iconSpace" presStyleCnt="0"/>
      <dgm:spPr/>
    </dgm:pt>
    <dgm:pt modelId="{2880C7CE-16A1-490F-AFAB-FB1297DDE9DF}" type="pres">
      <dgm:prSet presAssocID="{587A7B27-E0A4-4A4D-A287-FBB7F3E816E2}" presName="parTx" presStyleLbl="revTx" presStyleIdx="0" presStyleCnt="8">
        <dgm:presLayoutVars>
          <dgm:chMax val="0"/>
          <dgm:chPref val="0"/>
        </dgm:presLayoutVars>
      </dgm:prSet>
      <dgm:spPr/>
    </dgm:pt>
    <dgm:pt modelId="{83D30FA2-1D09-4551-B3BC-66A2A1C6ED4D}" type="pres">
      <dgm:prSet presAssocID="{587A7B27-E0A4-4A4D-A287-FBB7F3E816E2}" presName="txSpace" presStyleCnt="0"/>
      <dgm:spPr/>
    </dgm:pt>
    <dgm:pt modelId="{F7734004-A4C8-438F-8347-C1A213531826}" type="pres">
      <dgm:prSet presAssocID="{587A7B27-E0A4-4A4D-A287-FBB7F3E816E2}" presName="desTx" presStyleLbl="revTx" presStyleIdx="1" presStyleCnt="8">
        <dgm:presLayoutVars/>
      </dgm:prSet>
      <dgm:spPr/>
    </dgm:pt>
    <dgm:pt modelId="{F23B0F14-2AC6-45C8-966E-BE1161E0295F}" type="pres">
      <dgm:prSet presAssocID="{30962C8B-8529-45C2-82B2-D73342F954E5}" presName="sibTrans" presStyleCnt="0"/>
      <dgm:spPr/>
    </dgm:pt>
    <dgm:pt modelId="{025BB9D8-E6EF-4535-BA13-189A2E05E54E}" type="pres">
      <dgm:prSet presAssocID="{F18AA8EF-A399-427A-B0D3-7DFF2E545F88}" presName="compNode" presStyleCnt="0"/>
      <dgm:spPr/>
    </dgm:pt>
    <dgm:pt modelId="{ED5234E8-9FA4-41B5-80C8-3A73E1D8FF71}" type="pres">
      <dgm:prSet presAssocID="{F18AA8EF-A399-427A-B0D3-7DFF2E545F88}" presName="iconRect" presStyleLbl="node1" presStyleIdx="1" presStyleCnt="4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Yuan"/>
        </a:ext>
      </dgm:extLst>
    </dgm:pt>
    <dgm:pt modelId="{58C1A83D-54A3-4FE4-8DA6-E23184029FB4}" type="pres">
      <dgm:prSet presAssocID="{F18AA8EF-A399-427A-B0D3-7DFF2E545F88}" presName="iconSpace" presStyleCnt="0"/>
      <dgm:spPr/>
    </dgm:pt>
    <dgm:pt modelId="{5D44E1CE-EC05-4F68-84FB-09B64112B87B}" type="pres">
      <dgm:prSet presAssocID="{F18AA8EF-A399-427A-B0D3-7DFF2E545F88}" presName="parTx" presStyleLbl="revTx" presStyleIdx="2" presStyleCnt="8">
        <dgm:presLayoutVars>
          <dgm:chMax val="0"/>
          <dgm:chPref val="0"/>
        </dgm:presLayoutVars>
      </dgm:prSet>
      <dgm:spPr/>
    </dgm:pt>
    <dgm:pt modelId="{78E2D127-BA28-4409-BD9D-8F7A775997F2}" type="pres">
      <dgm:prSet presAssocID="{F18AA8EF-A399-427A-B0D3-7DFF2E545F88}" presName="txSpace" presStyleCnt="0"/>
      <dgm:spPr/>
    </dgm:pt>
    <dgm:pt modelId="{8CAD5B40-402B-4181-BCA2-3B873DB98D96}" type="pres">
      <dgm:prSet presAssocID="{F18AA8EF-A399-427A-B0D3-7DFF2E545F88}" presName="desTx" presStyleLbl="revTx" presStyleIdx="3" presStyleCnt="8">
        <dgm:presLayoutVars/>
      </dgm:prSet>
      <dgm:spPr/>
    </dgm:pt>
    <dgm:pt modelId="{283F2311-1878-4DB2-910D-0F201F70DC35}" type="pres">
      <dgm:prSet presAssocID="{994D5A9A-422A-48BB-BF2A-09EE97F9A115}" presName="sibTrans" presStyleCnt="0"/>
      <dgm:spPr/>
    </dgm:pt>
    <dgm:pt modelId="{60E52397-96EA-4AB9-90BA-D10D85FB37B0}" type="pres">
      <dgm:prSet presAssocID="{03A4A157-4E88-44C6-945A-6A2548E685E6}" presName="compNode" presStyleCnt="0"/>
      <dgm:spPr/>
    </dgm:pt>
    <dgm:pt modelId="{BD729C25-A41D-4839-936A-28058FDB0F18}" type="pres">
      <dgm:prSet presAssocID="{03A4A157-4E88-44C6-945A-6A2548E685E6}" presName="iconRect" presStyleLbl="node1" presStyleIdx="2" presStyleCnt="4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Aktarma"/>
        </a:ext>
      </dgm:extLst>
    </dgm:pt>
    <dgm:pt modelId="{0C71D228-648B-4957-B90F-BF9E78B8C8AD}" type="pres">
      <dgm:prSet presAssocID="{03A4A157-4E88-44C6-945A-6A2548E685E6}" presName="iconSpace" presStyleCnt="0"/>
      <dgm:spPr/>
    </dgm:pt>
    <dgm:pt modelId="{44F157B7-C4D2-4306-836F-A12AFCCF60E3}" type="pres">
      <dgm:prSet presAssocID="{03A4A157-4E88-44C6-945A-6A2548E685E6}" presName="parTx" presStyleLbl="revTx" presStyleIdx="4" presStyleCnt="8">
        <dgm:presLayoutVars>
          <dgm:chMax val="0"/>
          <dgm:chPref val="0"/>
        </dgm:presLayoutVars>
      </dgm:prSet>
      <dgm:spPr/>
    </dgm:pt>
    <dgm:pt modelId="{0A5CD2BF-4814-480D-85EA-8B77C77AB456}" type="pres">
      <dgm:prSet presAssocID="{03A4A157-4E88-44C6-945A-6A2548E685E6}" presName="txSpace" presStyleCnt="0"/>
      <dgm:spPr/>
    </dgm:pt>
    <dgm:pt modelId="{016B8F79-5494-4CC2-AC10-828803902BA1}" type="pres">
      <dgm:prSet presAssocID="{03A4A157-4E88-44C6-945A-6A2548E685E6}" presName="desTx" presStyleLbl="revTx" presStyleIdx="5" presStyleCnt="8">
        <dgm:presLayoutVars/>
      </dgm:prSet>
      <dgm:spPr/>
    </dgm:pt>
    <dgm:pt modelId="{44E7F975-820C-4F03-B752-1E30720D57CA}" type="pres">
      <dgm:prSet presAssocID="{CCACD69B-1E78-46AC-8B21-0B691AA0535C}" presName="sibTrans" presStyleCnt="0"/>
      <dgm:spPr/>
    </dgm:pt>
    <dgm:pt modelId="{546E328A-B195-4028-A931-8A0C697E6445}" type="pres">
      <dgm:prSet presAssocID="{B8A40153-71B5-4D98-A9AD-693050744298}" presName="compNode" presStyleCnt="0"/>
      <dgm:spPr/>
    </dgm:pt>
    <dgm:pt modelId="{8A16ED07-C19A-4FE0-AB79-B74039C22004}" type="pres">
      <dgm:prSet presAssocID="{B8A40153-71B5-4D98-A9AD-693050744298}" presName="iconRect" presStyleLbl="node1" presStyleIdx="3" presStyleCnt="4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658D0A85-618A-448D-8B72-E22C827C0D17}" type="pres">
      <dgm:prSet presAssocID="{B8A40153-71B5-4D98-A9AD-693050744298}" presName="iconSpace" presStyleCnt="0"/>
      <dgm:spPr/>
    </dgm:pt>
    <dgm:pt modelId="{CF827314-C9BA-471B-9F03-12817B4CF32E}" type="pres">
      <dgm:prSet presAssocID="{B8A40153-71B5-4D98-A9AD-693050744298}" presName="parTx" presStyleLbl="revTx" presStyleIdx="6" presStyleCnt="8">
        <dgm:presLayoutVars>
          <dgm:chMax val="0"/>
          <dgm:chPref val="0"/>
        </dgm:presLayoutVars>
      </dgm:prSet>
      <dgm:spPr/>
    </dgm:pt>
    <dgm:pt modelId="{8F65AD85-E63C-4F52-8468-FBD15C3A1700}" type="pres">
      <dgm:prSet presAssocID="{B8A40153-71B5-4D98-A9AD-693050744298}" presName="txSpace" presStyleCnt="0"/>
      <dgm:spPr/>
    </dgm:pt>
    <dgm:pt modelId="{C60B95A3-F467-4C01-8C5A-70A005F47963}" type="pres">
      <dgm:prSet presAssocID="{B8A40153-71B5-4D98-A9AD-693050744298}" presName="desTx" presStyleLbl="revTx" presStyleIdx="7" presStyleCnt="8">
        <dgm:presLayoutVars/>
      </dgm:prSet>
      <dgm:spPr/>
    </dgm:pt>
  </dgm:ptLst>
  <dgm:cxnLst>
    <dgm:cxn modelId="{513A310C-01D3-41C6-86E5-F81189EF4080}" type="presOf" srcId="{4CC67A9F-224E-42DF-90CF-BB644AB7DFC5}" destId="{F7734004-A4C8-438F-8347-C1A213531826}" srcOrd="0" destOrd="1" presId="urn:microsoft.com/office/officeart/2018/5/layout/CenteredIconLabelDescriptionList"/>
    <dgm:cxn modelId="{51979821-0AA8-4453-B543-5AE2CE41DA24}" type="presOf" srcId="{1712EFCE-267A-4DCA-B150-78C6080F2DE7}" destId="{C60B95A3-F467-4C01-8C5A-70A005F47963}" srcOrd="0" destOrd="1" presId="urn:microsoft.com/office/officeart/2018/5/layout/CenteredIconLabelDescriptionList"/>
    <dgm:cxn modelId="{E6946227-0CEB-40C8-9B21-9D68400333AE}" srcId="{03A4A157-4E88-44C6-945A-6A2548E685E6}" destId="{E16BF96B-9060-4475-99F2-4C57AE0B052A}" srcOrd="0" destOrd="0" parTransId="{B453932B-D032-47C4-85EE-6EE1B845BD63}" sibTransId="{4EF20517-89FE-4131-BD23-EA77F3F6E104}"/>
    <dgm:cxn modelId="{B4908139-6248-42C7-A4D9-FECF6947E69B}" srcId="{587A7B27-E0A4-4A4D-A287-FBB7F3E816E2}" destId="{4CC67A9F-224E-42DF-90CF-BB644AB7DFC5}" srcOrd="1" destOrd="0" parTransId="{AF5C304B-1204-4D31-A0BA-0032D9FA58C4}" sibTransId="{298817AF-EA2D-4E85-9DD6-84190E979746}"/>
    <dgm:cxn modelId="{D3BEEE60-1B78-4764-84D4-931A5AD70CDE}" type="presOf" srcId="{B8A40153-71B5-4D98-A9AD-693050744298}" destId="{CF827314-C9BA-471B-9F03-12817B4CF32E}" srcOrd="0" destOrd="0" presId="urn:microsoft.com/office/officeart/2018/5/layout/CenteredIconLabelDescriptionList"/>
    <dgm:cxn modelId="{BD5B4741-977C-44EF-8CAE-BACF947DE8BD}" type="presOf" srcId="{F18AA8EF-A399-427A-B0D3-7DFF2E545F88}" destId="{5D44E1CE-EC05-4F68-84FB-09B64112B87B}" srcOrd="0" destOrd="0" presId="urn:microsoft.com/office/officeart/2018/5/layout/CenteredIconLabelDescriptionList"/>
    <dgm:cxn modelId="{10B35266-3EA3-4D7E-BB74-8F7F442FB0E4}" type="presOf" srcId="{057446C8-14BB-45A2-9F8E-850F8FD66A5B}" destId="{C60B95A3-F467-4C01-8C5A-70A005F47963}" srcOrd="0" destOrd="0" presId="urn:microsoft.com/office/officeart/2018/5/layout/CenteredIconLabelDescriptionList"/>
    <dgm:cxn modelId="{0EAC9149-233B-458A-8798-DDBB2BA6C44D}" type="presOf" srcId="{E16BF96B-9060-4475-99F2-4C57AE0B052A}" destId="{016B8F79-5494-4CC2-AC10-828803902BA1}" srcOrd="0" destOrd="0" presId="urn:microsoft.com/office/officeart/2018/5/layout/CenteredIconLabelDescriptionList"/>
    <dgm:cxn modelId="{F015EF6A-E9DB-4CBB-A964-DF1054889C59}" srcId="{B8A40153-71B5-4D98-A9AD-693050744298}" destId="{1712EFCE-267A-4DCA-B150-78C6080F2DE7}" srcOrd="1" destOrd="0" parTransId="{84BDC5A4-0980-4924-AD00-39AE09436B93}" sibTransId="{D21CF757-56FF-42D1-93C5-EC0483F5E52D}"/>
    <dgm:cxn modelId="{421E1653-2658-47FA-9840-EB29FF4C96A3}" srcId="{DF9BF6E5-81F6-45FD-B861-B3DF2B2F5D9C}" destId="{B8A40153-71B5-4D98-A9AD-693050744298}" srcOrd="3" destOrd="0" parTransId="{AB300EDB-E89B-4754-BDFF-DB04F2F82228}" sibTransId="{F8D6A7FC-7488-4F81-A151-99DD094F5762}"/>
    <dgm:cxn modelId="{1626E955-0F00-4421-8A12-8ED49BBE5D1D}" srcId="{DF9BF6E5-81F6-45FD-B861-B3DF2B2F5D9C}" destId="{587A7B27-E0A4-4A4D-A287-FBB7F3E816E2}" srcOrd="0" destOrd="0" parTransId="{E8D03DF4-2832-4533-BA48-1A4A31AC8EC5}" sibTransId="{30962C8B-8529-45C2-82B2-D73342F954E5}"/>
    <dgm:cxn modelId="{9059BC91-117B-4576-9115-E07618BCF91D}" type="presOf" srcId="{5F74C3E8-4D3B-462A-B3E1-D8FEFE6D7166}" destId="{F7734004-A4C8-438F-8347-C1A213531826}" srcOrd="0" destOrd="0" presId="urn:microsoft.com/office/officeart/2018/5/layout/CenteredIconLabelDescriptionList"/>
    <dgm:cxn modelId="{F9B539A2-1CB7-4D24-A668-72E5CC8AA790}" srcId="{DF9BF6E5-81F6-45FD-B861-B3DF2B2F5D9C}" destId="{F18AA8EF-A399-427A-B0D3-7DFF2E545F88}" srcOrd="1" destOrd="0" parTransId="{8301DDBB-8454-45C3-85F3-24569F3165BD}" sibTransId="{994D5A9A-422A-48BB-BF2A-09EE97F9A115}"/>
    <dgm:cxn modelId="{630252B6-240F-4E73-BAC5-83FF10DBFB36}" type="presOf" srcId="{03A4A157-4E88-44C6-945A-6A2548E685E6}" destId="{44F157B7-C4D2-4306-836F-A12AFCCF60E3}" srcOrd="0" destOrd="0" presId="urn:microsoft.com/office/officeart/2018/5/layout/CenteredIconLabelDescriptionList"/>
    <dgm:cxn modelId="{5C8021BB-744A-4761-969B-0E1116460CC8}" type="presOf" srcId="{DF9BF6E5-81F6-45FD-B861-B3DF2B2F5D9C}" destId="{AE16C9E6-D802-4D5C-9343-9A6D48B63B50}" srcOrd="0" destOrd="0" presId="urn:microsoft.com/office/officeart/2018/5/layout/CenteredIconLabelDescriptionList"/>
    <dgm:cxn modelId="{97C4C7C3-9E8B-479C-8935-907447889ACA}" type="presOf" srcId="{587A7B27-E0A4-4A4D-A287-FBB7F3E816E2}" destId="{2880C7CE-16A1-490F-AFAB-FB1297DDE9DF}" srcOrd="0" destOrd="0" presId="urn:microsoft.com/office/officeart/2018/5/layout/CenteredIconLabelDescriptionList"/>
    <dgm:cxn modelId="{0533B8CA-6B92-49B8-8F24-E92CC2EC018B}" srcId="{F18AA8EF-A399-427A-B0D3-7DFF2E545F88}" destId="{8B48E3C0-24EA-4AC7-937E-62CEC25F9DD6}" srcOrd="1" destOrd="0" parTransId="{6F117F66-8CC2-46F4-BB44-85F15523DF6E}" sibTransId="{09530E8A-1888-473A-A56A-39A1AFC4E8EB}"/>
    <dgm:cxn modelId="{26B98BCB-6981-48F6-811D-2A54B7885A7F}" type="presOf" srcId="{83185379-A887-4ACE-ADB1-E932984223C3}" destId="{8CAD5B40-402B-4181-BCA2-3B873DB98D96}" srcOrd="0" destOrd="0" presId="urn:microsoft.com/office/officeart/2018/5/layout/CenteredIconLabelDescriptionList"/>
    <dgm:cxn modelId="{9E6017CE-12B6-4ADB-A652-24DCC5C79CEC}" type="presOf" srcId="{8B48E3C0-24EA-4AC7-937E-62CEC25F9DD6}" destId="{8CAD5B40-402B-4181-BCA2-3B873DB98D96}" srcOrd="0" destOrd="1" presId="urn:microsoft.com/office/officeart/2018/5/layout/CenteredIconLabelDescriptionList"/>
    <dgm:cxn modelId="{4EA326CF-68FF-4C60-8F48-45C0ADF11978}" srcId="{DF9BF6E5-81F6-45FD-B861-B3DF2B2F5D9C}" destId="{03A4A157-4E88-44C6-945A-6A2548E685E6}" srcOrd="2" destOrd="0" parTransId="{DC1BC65F-1379-4893-A811-29AB9844ADFD}" sibTransId="{CCACD69B-1E78-46AC-8B21-0B691AA0535C}"/>
    <dgm:cxn modelId="{C79EB7E8-B6FA-4B4F-9633-026CE6D8C852}" srcId="{B8A40153-71B5-4D98-A9AD-693050744298}" destId="{057446C8-14BB-45A2-9F8E-850F8FD66A5B}" srcOrd="0" destOrd="0" parTransId="{652CA653-7401-4490-8835-1465070CE1B3}" sibTransId="{5A7A8DDC-3C7D-41A5-B995-B19D36ADE4B1}"/>
    <dgm:cxn modelId="{1C82C7EF-39E7-4607-9F92-92A2EF41AD52}" srcId="{587A7B27-E0A4-4A4D-A287-FBB7F3E816E2}" destId="{5F74C3E8-4D3B-462A-B3E1-D8FEFE6D7166}" srcOrd="0" destOrd="0" parTransId="{3F93C04D-2816-4E9A-8BC5-A2079467D86B}" sibTransId="{F156C3D1-3176-477D-9871-D0A6CA70B53C}"/>
    <dgm:cxn modelId="{503363FC-FD32-4DA9-94CD-B1737104A3EE}" srcId="{F18AA8EF-A399-427A-B0D3-7DFF2E545F88}" destId="{83185379-A887-4ACE-ADB1-E932984223C3}" srcOrd="0" destOrd="0" parTransId="{5BC2638A-9D66-41A9-998E-F151D2FBC1A2}" sibTransId="{7BF75D7A-156D-4FEA-963C-0DD218053C86}"/>
    <dgm:cxn modelId="{F6010D80-87B6-496B-81CD-09B9AE670D3F}" type="presParOf" srcId="{AE16C9E6-D802-4D5C-9343-9A6D48B63B50}" destId="{C998E9BC-5130-4D73-A5C0-740E871CCC55}" srcOrd="0" destOrd="0" presId="urn:microsoft.com/office/officeart/2018/5/layout/CenteredIconLabelDescriptionList"/>
    <dgm:cxn modelId="{15E4BA5B-6213-42E4-A49F-3464A07572AF}" type="presParOf" srcId="{C998E9BC-5130-4D73-A5C0-740E871CCC55}" destId="{C28EE881-6DEA-4DF5-B26E-B505A04CA792}" srcOrd="0" destOrd="0" presId="urn:microsoft.com/office/officeart/2018/5/layout/CenteredIconLabelDescriptionList"/>
    <dgm:cxn modelId="{7B30055F-EBC4-4C7A-AC80-7BE0ED201EEF}" type="presParOf" srcId="{C998E9BC-5130-4D73-A5C0-740E871CCC55}" destId="{28F6BE96-1ED9-4B3A-8D89-BCC088F0B42C}" srcOrd="1" destOrd="0" presId="urn:microsoft.com/office/officeart/2018/5/layout/CenteredIconLabelDescriptionList"/>
    <dgm:cxn modelId="{86FE715E-676D-41D3-A4A8-9C0FD3E152FD}" type="presParOf" srcId="{C998E9BC-5130-4D73-A5C0-740E871CCC55}" destId="{2880C7CE-16A1-490F-AFAB-FB1297DDE9DF}" srcOrd="2" destOrd="0" presId="urn:microsoft.com/office/officeart/2018/5/layout/CenteredIconLabelDescriptionList"/>
    <dgm:cxn modelId="{783892B6-6AC3-4814-995C-86CB79C93CDD}" type="presParOf" srcId="{C998E9BC-5130-4D73-A5C0-740E871CCC55}" destId="{83D30FA2-1D09-4551-B3BC-66A2A1C6ED4D}" srcOrd="3" destOrd="0" presId="urn:microsoft.com/office/officeart/2018/5/layout/CenteredIconLabelDescriptionList"/>
    <dgm:cxn modelId="{51F0408E-F91D-4C2E-86A2-06CF5559B450}" type="presParOf" srcId="{C998E9BC-5130-4D73-A5C0-740E871CCC55}" destId="{F7734004-A4C8-438F-8347-C1A213531826}" srcOrd="4" destOrd="0" presId="urn:microsoft.com/office/officeart/2018/5/layout/CenteredIconLabelDescriptionList"/>
    <dgm:cxn modelId="{77D06948-2AAC-4DC4-8C5E-F5DD49F281E1}" type="presParOf" srcId="{AE16C9E6-D802-4D5C-9343-9A6D48B63B50}" destId="{F23B0F14-2AC6-45C8-966E-BE1161E0295F}" srcOrd="1" destOrd="0" presId="urn:microsoft.com/office/officeart/2018/5/layout/CenteredIconLabelDescriptionList"/>
    <dgm:cxn modelId="{00DAFB2B-62F4-4E2A-9247-D94F508DBEBA}" type="presParOf" srcId="{AE16C9E6-D802-4D5C-9343-9A6D48B63B50}" destId="{025BB9D8-E6EF-4535-BA13-189A2E05E54E}" srcOrd="2" destOrd="0" presId="urn:microsoft.com/office/officeart/2018/5/layout/CenteredIconLabelDescriptionList"/>
    <dgm:cxn modelId="{B32B609F-4FA7-4513-98F9-A420A4D6D8DD}" type="presParOf" srcId="{025BB9D8-E6EF-4535-BA13-189A2E05E54E}" destId="{ED5234E8-9FA4-41B5-80C8-3A73E1D8FF71}" srcOrd="0" destOrd="0" presId="urn:microsoft.com/office/officeart/2018/5/layout/CenteredIconLabelDescriptionList"/>
    <dgm:cxn modelId="{4557BB49-A836-45FF-BE88-F9E39D596F2B}" type="presParOf" srcId="{025BB9D8-E6EF-4535-BA13-189A2E05E54E}" destId="{58C1A83D-54A3-4FE4-8DA6-E23184029FB4}" srcOrd="1" destOrd="0" presId="urn:microsoft.com/office/officeart/2018/5/layout/CenteredIconLabelDescriptionList"/>
    <dgm:cxn modelId="{F34C93AB-003F-4AD9-8640-289226D29FFA}" type="presParOf" srcId="{025BB9D8-E6EF-4535-BA13-189A2E05E54E}" destId="{5D44E1CE-EC05-4F68-84FB-09B64112B87B}" srcOrd="2" destOrd="0" presId="urn:microsoft.com/office/officeart/2018/5/layout/CenteredIconLabelDescriptionList"/>
    <dgm:cxn modelId="{1C685487-F91E-4173-A458-B19FDA1BE480}" type="presParOf" srcId="{025BB9D8-E6EF-4535-BA13-189A2E05E54E}" destId="{78E2D127-BA28-4409-BD9D-8F7A775997F2}" srcOrd="3" destOrd="0" presId="urn:microsoft.com/office/officeart/2018/5/layout/CenteredIconLabelDescriptionList"/>
    <dgm:cxn modelId="{EE69BDBC-161A-4459-98FE-69041F5D1D8C}" type="presParOf" srcId="{025BB9D8-E6EF-4535-BA13-189A2E05E54E}" destId="{8CAD5B40-402B-4181-BCA2-3B873DB98D96}" srcOrd="4" destOrd="0" presId="urn:microsoft.com/office/officeart/2018/5/layout/CenteredIconLabelDescriptionList"/>
    <dgm:cxn modelId="{B6906DBF-4D14-429D-84D1-92BD554E5CF8}" type="presParOf" srcId="{AE16C9E6-D802-4D5C-9343-9A6D48B63B50}" destId="{283F2311-1878-4DB2-910D-0F201F70DC35}" srcOrd="3" destOrd="0" presId="urn:microsoft.com/office/officeart/2018/5/layout/CenteredIconLabelDescriptionList"/>
    <dgm:cxn modelId="{B5C18453-BEAF-40FA-8028-88FAA3AA30D5}" type="presParOf" srcId="{AE16C9E6-D802-4D5C-9343-9A6D48B63B50}" destId="{60E52397-96EA-4AB9-90BA-D10D85FB37B0}" srcOrd="4" destOrd="0" presId="urn:microsoft.com/office/officeart/2018/5/layout/CenteredIconLabelDescriptionList"/>
    <dgm:cxn modelId="{2EA001E1-2DD2-4DB9-8E61-CD69DAE3738F}" type="presParOf" srcId="{60E52397-96EA-4AB9-90BA-D10D85FB37B0}" destId="{BD729C25-A41D-4839-936A-28058FDB0F18}" srcOrd="0" destOrd="0" presId="urn:microsoft.com/office/officeart/2018/5/layout/CenteredIconLabelDescriptionList"/>
    <dgm:cxn modelId="{7B1E658E-3DD2-446B-9BA1-705815559C2F}" type="presParOf" srcId="{60E52397-96EA-4AB9-90BA-D10D85FB37B0}" destId="{0C71D228-648B-4957-B90F-BF9E78B8C8AD}" srcOrd="1" destOrd="0" presId="urn:microsoft.com/office/officeart/2018/5/layout/CenteredIconLabelDescriptionList"/>
    <dgm:cxn modelId="{FFF0517E-604B-48FC-98F8-0267C7E220B2}" type="presParOf" srcId="{60E52397-96EA-4AB9-90BA-D10D85FB37B0}" destId="{44F157B7-C4D2-4306-836F-A12AFCCF60E3}" srcOrd="2" destOrd="0" presId="urn:microsoft.com/office/officeart/2018/5/layout/CenteredIconLabelDescriptionList"/>
    <dgm:cxn modelId="{CB633CA1-79AF-4FC2-B702-B4C89AE411B6}" type="presParOf" srcId="{60E52397-96EA-4AB9-90BA-D10D85FB37B0}" destId="{0A5CD2BF-4814-480D-85EA-8B77C77AB456}" srcOrd="3" destOrd="0" presId="urn:microsoft.com/office/officeart/2018/5/layout/CenteredIconLabelDescriptionList"/>
    <dgm:cxn modelId="{33764039-C5E9-4AD5-BBD8-77B09240E023}" type="presParOf" srcId="{60E52397-96EA-4AB9-90BA-D10D85FB37B0}" destId="{016B8F79-5494-4CC2-AC10-828803902BA1}" srcOrd="4" destOrd="0" presId="urn:microsoft.com/office/officeart/2018/5/layout/CenteredIconLabelDescriptionList"/>
    <dgm:cxn modelId="{544DB267-7277-4BD4-8824-F9ED99A42A4E}" type="presParOf" srcId="{AE16C9E6-D802-4D5C-9343-9A6D48B63B50}" destId="{44E7F975-820C-4F03-B752-1E30720D57CA}" srcOrd="5" destOrd="0" presId="urn:microsoft.com/office/officeart/2018/5/layout/CenteredIconLabelDescriptionList"/>
    <dgm:cxn modelId="{8F468928-A244-4E89-A1BC-2964100E7B8B}" type="presParOf" srcId="{AE16C9E6-D802-4D5C-9343-9A6D48B63B50}" destId="{546E328A-B195-4028-A931-8A0C697E6445}" srcOrd="6" destOrd="0" presId="urn:microsoft.com/office/officeart/2018/5/layout/CenteredIconLabelDescriptionList"/>
    <dgm:cxn modelId="{0F462FC6-62EB-43D0-B3D0-E2F3921D8D41}" type="presParOf" srcId="{546E328A-B195-4028-A931-8A0C697E6445}" destId="{8A16ED07-C19A-4FE0-AB79-B74039C22004}" srcOrd="0" destOrd="0" presId="urn:microsoft.com/office/officeart/2018/5/layout/CenteredIconLabelDescriptionList"/>
    <dgm:cxn modelId="{82DB1D40-9B45-4660-94D4-04A39D40E133}" type="presParOf" srcId="{546E328A-B195-4028-A931-8A0C697E6445}" destId="{658D0A85-618A-448D-8B72-E22C827C0D17}" srcOrd="1" destOrd="0" presId="urn:microsoft.com/office/officeart/2018/5/layout/CenteredIconLabelDescriptionList"/>
    <dgm:cxn modelId="{2FF811A2-C869-460F-B5AD-C46252E7656B}" type="presParOf" srcId="{546E328A-B195-4028-A931-8A0C697E6445}" destId="{CF827314-C9BA-471B-9F03-12817B4CF32E}" srcOrd="2" destOrd="0" presId="urn:microsoft.com/office/officeart/2018/5/layout/CenteredIconLabelDescriptionList"/>
    <dgm:cxn modelId="{5506FC46-7569-42A3-8965-95C2ED0156FD}" type="presParOf" srcId="{546E328A-B195-4028-A931-8A0C697E6445}" destId="{8F65AD85-E63C-4F52-8468-FBD15C3A1700}" srcOrd="3" destOrd="0" presId="urn:microsoft.com/office/officeart/2018/5/layout/CenteredIconLabelDescriptionList"/>
    <dgm:cxn modelId="{1A53AEA4-8E4D-413D-B2BC-3CB8F652DC18}" type="presParOf" srcId="{546E328A-B195-4028-A931-8A0C697E6445}" destId="{C60B95A3-F467-4C01-8C5A-70A005F4796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2.xml><?xml version="1.0" encoding="utf-8"?>
<dgm:dataModel xmlns:dgm="http://schemas.openxmlformats.org/drawingml/2006/diagram" xmlns:a="http://schemas.openxmlformats.org/drawingml/2006/main">
  <dgm:ptLst>
    <dgm:pt modelId="{AD72AC05-F6F7-452E-87F2-73BC7FF47184}" type="doc">
      <dgm:prSet loTypeId="urn:microsoft.com/office/officeart/2005/8/layout/vList5" loCatId="list" qsTypeId="urn:microsoft.com/office/officeart/2005/8/quickstyle/simple2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42677924-0054-4A1B-B1EF-85BFBE0CE186}">
      <dgm:prSet/>
      <dgm:spPr/>
      <dgm:t>
        <a:bodyPr/>
        <a:lstStyle/>
        <a:p>
          <a:r>
            <a:rPr lang="en-US" dirty="0"/>
            <a:t>Relative </a:t>
          </a:r>
          <a:r>
            <a:rPr lang="en-US" dirty="0" err="1"/>
            <a:t>timelocks</a:t>
          </a:r>
          <a:endParaRPr lang="en-US" dirty="0"/>
        </a:p>
      </dgm:t>
    </dgm:pt>
    <dgm:pt modelId="{8CF10425-CBD5-48BC-B2AF-C5001E3E8245}" type="parTrans" cxnId="{36127AB1-2D4B-4488-A863-A14344749AED}">
      <dgm:prSet/>
      <dgm:spPr/>
      <dgm:t>
        <a:bodyPr/>
        <a:lstStyle/>
        <a:p>
          <a:endParaRPr lang="en-US"/>
        </a:p>
      </dgm:t>
    </dgm:pt>
    <dgm:pt modelId="{A67FFB4D-CD11-4DC4-8CF1-B6DCC18CF152}" type="sibTrans" cxnId="{36127AB1-2D4B-4488-A863-A14344749AED}">
      <dgm:prSet/>
      <dgm:spPr/>
      <dgm:t>
        <a:bodyPr/>
        <a:lstStyle/>
        <a:p>
          <a:endParaRPr lang="en-US"/>
        </a:p>
      </dgm:t>
    </dgm:pt>
    <dgm:pt modelId="{44935C32-C21B-4E4D-92DA-A781EA8E54E4}">
      <dgm:prSet/>
      <dgm:spPr/>
      <dgm:t>
        <a:bodyPr/>
        <a:lstStyle/>
        <a:p>
          <a:r>
            <a:rPr lang="en-US"/>
            <a:t>according to the specifications in BIP-68, </a:t>
          </a:r>
        </a:p>
      </dgm:t>
    </dgm:pt>
    <dgm:pt modelId="{DD9E6573-5626-4E80-9872-EFF8EB4B1717}" type="parTrans" cxnId="{3F9D50BE-BBC3-489B-9BC0-30D1A9BE9A26}">
      <dgm:prSet/>
      <dgm:spPr/>
      <dgm:t>
        <a:bodyPr/>
        <a:lstStyle/>
        <a:p>
          <a:endParaRPr lang="en-US"/>
        </a:p>
      </dgm:t>
    </dgm:pt>
    <dgm:pt modelId="{C8C722A4-D27B-48B8-B398-9D1806A07EAD}" type="sibTrans" cxnId="{3F9D50BE-BBC3-489B-9BC0-30D1A9BE9A26}">
      <dgm:prSet/>
      <dgm:spPr/>
      <dgm:t>
        <a:bodyPr/>
        <a:lstStyle/>
        <a:p>
          <a:endParaRPr lang="en-US"/>
        </a:p>
      </dgm:t>
    </dgm:pt>
    <dgm:pt modelId="{A8BB7085-F32B-4685-BA86-8DC126AF25B0}">
      <dgm:prSet/>
      <dgm:spPr/>
      <dgm:t>
        <a:bodyPr/>
        <a:lstStyle/>
        <a:p>
          <a:r>
            <a:rPr lang="tr-TR" dirty="0" err="1"/>
            <a:t>Mechanism</a:t>
          </a:r>
          <a:endParaRPr lang="en-US" dirty="0"/>
        </a:p>
      </dgm:t>
    </dgm:pt>
    <dgm:pt modelId="{87459ACE-CBC0-49EC-8DC5-A1410FACEE53}" type="parTrans" cxnId="{B1DB4211-B6B1-4556-91AD-D3F2E55795DF}">
      <dgm:prSet/>
      <dgm:spPr/>
      <dgm:t>
        <a:bodyPr/>
        <a:lstStyle/>
        <a:p>
          <a:endParaRPr lang="en-US"/>
        </a:p>
      </dgm:t>
    </dgm:pt>
    <dgm:pt modelId="{60A0E765-D8B5-45CE-9DF7-016D3B11A626}" type="sibTrans" cxnId="{B1DB4211-B6B1-4556-91AD-D3F2E55795DF}">
      <dgm:prSet/>
      <dgm:spPr/>
      <dgm:t>
        <a:bodyPr/>
        <a:lstStyle/>
        <a:p>
          <a:endParaRPr lang="en-US"/>
        </a:p>
      </dgm:t>
    </dgm:pt>
    <dgm:pt modelId="{7AECEDDB-CC16-4F56-B212-E8DCFD66E929}">
      <dgm:prSet/>
      <dgm:spPr/>
      <dgm:t>
        <a:bodyPr/>
        <a:lstStyle/>
        <a:p>
          <a:r>
            <a:rPr lang="en-US"/>
            <a:t>using consensus-enforced sequence numbers </a:t>
          </a:r>
        </a:p>
      </dgm:t>
    </dgm:pt>
    <dgm:pt modelId="{4A15D65A-09DD-4C37-83C0-2266E18C2748}" type="parTrans" cxnId="{897B3B1D-AF84-4748-83E9-8A7DBFA8D296}">
      <dgm:prSet/>
      <dgm:spPr/>
      <dgm:t>
        <a:bodyPr/>
        <a:lstStyle/>
        <a:p>
          <a:endParaRPr lang="en-US"/>
        </a:p>
      </dgm:t>
    </dgm:pt>
    <dgm:pt modelId="{721AEBB2-5CAE-488F-8B33-2F29FF531205}" type="sibTrans" cxnId="{897B3B1D-AF84-4748-83E9-8A7DBFA8D296}">
      <dgm:prSet/>
      <dgm:spPr/>
      <dgm:t>
        <a:bodyPr/>
        <a:lstStyle/>
        <a:p>
          <a:endParaRPr lang="en-US"/>
        </a:p>
      </dgm:t>
    </dgm:pt>
    <dgm:pt modelId="{F30CD26F-E7C4-44BD-A4CD-ECAB78AC3EE0}">
      <dgm:prSet/>
      <dgm:spPr/>
      <dgm:t>
        <a:bodyPr/>
        <a:lstStyle/>
        <a:p>
          <a:r>
            <a:rPr lang="en-US"/>
            <a:t>and BIP-112, CHECKSEQUENCEVERIFY.</a:t>
          </a:r>
        </a:p>
      </dgm:t>
    </dgm:pt>
    <dgm:pt modelId="{8F904EFD-794D-4B85-BB82-35B30BB40C25}" type="parTrans" cxnId="{D196E61B-2FE3-4204-938E-955DC32AEDC7}">
      <dgm:prSet/>
      <dgm:spPr/>
      <dgm:t>
        <a:bodyPr/>
        <a:lstStyle/>
        <a:p>
          <a:endParaRPr lang="en-US"/>
        </a:p>
      </dgm:t>
    </dgm:pt>
    <dgm:pt modelId="{02BC4EEE-B732-4E18-97DB-9F37C0192394}" type="sibTrans" cxnId="{D196E61B-2FE3-4204-938E-955DC32AEDC7}">
      <dgm:prSet/>
      <dgm:spPr/>
      <dgm:t>
        <a:bodyPr/>
        <a:lstStyle/>
        <a:p>
          <a:endParaRPr lang="en-US"/>
        </a:p>
      </dgm:t>
    </dgm:pt>
    <dgm:pt modelId="{3DF6E70C-3BD8-4EAC-84F7-4C395737F442}">
      <dgm:prSet/>
      <dgm:spPr/>
      <dgm:t>
        <a:bodyPr/>
        <a:lstStyle/>
        <a:p>
          <a:r>
            <a:rPr lang="en-US"/>
            <a:t>BIP-68 and BIP-112 </a:t>
          </a:r>
        </a:p>
      </dgm:t>
    </dgm:pt>
    <dgm:pt modelId="{3039A883-BD5C-4F98-90F8-550D9DF01A5E}" type="parTrans" cxnId="{6DE9CC89-3C6E-48CE-808A-AAD4770D1F29}">
      <dgm:prSet/>
      <dgm:spPr/>
      <dgm:t>
        <a:bodyPr/>
        <a:lstStyle/>
        <a:p>
          <a:endParaRPr lang="en-US"/>
        </a:p>
      </dgm:t>
    </dgm:pt>
    <dgm:pt modelId="{37D1F13B-1F5D-4F44-8062-F00A94BEB00F}" type="sibTrans" cxnId="{6DE9CC89-3C6E-48CE-808A-AAD4770D1F29}">
      <dgm:prSet/>
      <dgm:spPr/>
      <dgm:t>
        <a:bodyPr/>
        <a:lstStyle/>
        <a:p>
          <a:endParaRPr lang="en-US"/>
        </a:p>
      </dgm:t>
    </dgm:pt>
    <dgm:pt modelId="{406166F2-D6DE-4C33-BBBE-3316EB39CD9F}">
      <dgm:prSet/>
      <dgm:spPr/>
      <dgm:t>
        <a:bodyPr/>
        <a:lstStyle/>
        <a:p>
          <a:r>
            <a:rPr lang="en-US"/>
            <a:t>were activated in May 2016 </a:t>
          </a:r>
        </a:p>
      </dgm:t>
    </dgm:pt>
    <dgm:pt modelId="{8E38C8B8-0C88-4784-8B38-42C4ED1BC764}" type="parTrans" cxnId="{2F614A59-6854-46B4-AEEC-5876E9BD7E46}">
      <dgm:prSet/>
      <dgm:spPr/>
      <dgm:t>
        <a:bodyPr/>
        <a:lstStyle/>
        <a:p>
          <a:endParaRPr lang="en-US"/>
        </a:p>
      </dgm:t>
    </dgm:pt>
    <dgm:pt modelId="{944E80C5-D5C6-431F-A16F-939728629DCB}" type="sibTrans" cxnId="{2F614A59-6854-46B4-AEEC-5876E9BD7E46}">
      <dgm:prSet/>
      <dgm:spPr/>
      <dgm:t>
        <a:bodyPr/>
        <a:lstStyle/>
        <a:p>
          <a:endParaRPr lang="en-US"/>
        </a:p>
      </dgm:t>
    </dgm:pt>
    <dgm:pt modelId="{85B1C13A-9D41-4BA3-9A43-D2541710428C}">
      <dgm:prSet/>
      <dgm:spPr/>
      <dgm:t>
        <a:bodyPr/>
        <a:lstStyle/>
        <a:p>
          <a:r>
            <a:rPr lang="en-US"/>
            <a:t>as a soft fork upgrade to the consensus</a:t>
          </a:r>
          <a:r>
            <a:rPr lang="tr-TR"/>
            <a:t> rules.</a:t>
          </a:r>
          <a:endParaRPr lang="en-US"/>
        </a:p>
      </dgm:t>
    </dgm:pt>
    <dgm:pt modelId="{DEFE57F4-C79D-44E4-8A10-69EADA199727}" type="parTrans" cxnId="{5D4194F2-0050-4335-B571-F8C61540A14D}">
      <dgm:prSet/>
      <dgm:spPr/>
      <dgm:t>
        <a:bodyPr/>
        <a:lstStyle/>
        <a:p>
          <a:endParaRPr lang="en-US"/>
        </a:p>
      </dgm:t>
    </dgm:pt>
    <dgm:pt modelId="{01579D57-26EF-4710-898B-4C9AC2A939D5}" type="sibTrans" cxnId="{5D4194F2-0050-4335-B571-F8C61540A14D}">
      <dgm:prSet/>
      <dgm:spPr/>
      <dgm:t>
        <a:bodyPr/>
        <a:lstStyle/>
        <a:p>
          <a:endParaRPr lang="en-US"/>
        </a:p>
      </dgm:t>
    </dgm:pt>
    <dgm:pt modelId="{56FBB4F6-B299-4B96-991B-6A2AB9E04D9A}">
      <dgm:prSet/>
      <dgm:spPr/>
      <dgm:t>
        <a:bodyPr/>
        <a:lstStyle/>
        <a:p>
          <a:r>
            <a:rPr lang="en-US"/>
            <a:t>are </a:t>
          </a:r>
          <a:r>
            <a:rPr lang="en-US" dirty="0"/>
            <a:t>implemented </a:t>
          </a:r>
        </a:p>
      </dgm:t>
    </dgm:pt>
    <dgm:pt modelId="{5FB2AC58-A42C-4CEF-BA76-1F4BE788DD53}" type="parTrans" cxnId="{8C837268-7ECA-4703-A7BC-4EC008F5FD0D}">
      <dgm:prSet/>
      <dgm:spPr/>
    </dgm:pt>
    <dgm:pt modelId="{7C413006-5B48-42AA-BE83-A6239111B9DB}" type="sibTrans" cxnId="{8C837268-7ECA-4703-A7BC-4EC008F5FD0D}">
      <dgm:prSet/>
      <dgm:spPr/>
    </dgm:pt>
    <dgm:pt modelId="{363F08B2-601B-4A03-8826-82268CB002F6}">
      <dgm:prSet/>
      <dgm:spPr/>
      <dgm:t>
        <a:bodyPr/>
        <a:lstStyle/>
        <a:p>
          <a:r>
            <a:rPr lang="en-US"/>
            <a:t>Relative</a:t>
          </a:r>
          <a:r>
            <a:rPr lang="tr-TR"/>
            <a:t> </a:t>
          </a:r>
          <a:r>
            <a:rPr lang="en-US" dirty="0"/>
            <a:t>lock-time </a:t>
          </a:r>
        </a:p>
      </dgm:t>
    </dgm:pt>
    <dgm:pt modelId="{FB138FCB-2E4B-4591-9D79-14A3DAAF72DB}" type="parTrans" cxnId="{A21C6065-6D05-47F4-BB75-EAE18CEA94B6}">
      <dgm:prSet/>
      <dgm:spPr/>
    </dgm:pt>
    <dgm:pt modelId="{8AE6DD65-8997-4C46-9AC4-A998C8366567}" type="sibTrans" cxnId="{A21C6065-6D05-47F4-BB75-EAE18CEA94B6}">
      <dgm:prSet/>
      <dgm:spPr/>
    </dgm:pt>
    <dgm:pt modelId="{5166275F-6655-431B-B076-BD607EA74957}" type="pres">
      <dgm:prSet presAssocID="{AD72AC05-F6F7-452E-87F2-73BC7FF47184}" presName="Name0" presStyleCnt="0">
        <dgm:presLayoutVars>
          <dgm:dir/>
          <dgm:animLvl val="lvl"/>
          <dgm:resizeHandles val="exact"/>
        </dgm:presLayoutVars>
      </dgm:prSet>
      <dgm:spPr/>
    </dgm:pt>
    <dgm:pt modelId="{40D3F46E-BCAB-442A-B1DC-92838FDAF511}" type="pres">
      <dgm:prSet presAssocID="{42677924-0054-4A1B-B1EF-85BFBE0CE186}" presName="linNode" presStyleCnt="0"/>
      <dgm:spPr/>
    </dgm:pt>
    <dgm:pt modelId="{422E83E0-449B-48EC-BDE3-EECE084DA3BD}" type="pres">
      <dgm:prSet presAssocID="{42677924-0054-4A1B-B1EF-85BFBE0CE186}" presName="parentText" presStyleLbl="node1" presStyleIdx="0" presStyleCnt="3">
        <dgm:presLayoutVars>
          <dgm:chMax val="1"/>
          <dgm:bulletEnabled val="1"/>
        </dgm:presLayoutVars>
      </dgm:prSet>
      <dgm:spPr/>
    </dgm:pt>
    <dgm:pt modelId="{F6F4D121-6551-45E2-BA04-24D816F063FE}" type="pres">
      <dgm:prSet presAssocID="{42677924-0054-4A1B-B1EF-85BFBE0CE186}" presName="descendantText" presStyleLbl="alignAccFollowNode1" presStyleIdx="0" presStyleCnt="3">
        <dgm:presLayoutVars>
          <dgm:bulletEnabled val="1"/>
        </dgm:presLayoutVars>
      </dgm:prSet>
      <dgm:spPr/>
    </dgm:pt>
    <dgm:pt modelId="{DA5E8940-FE38-458E-B635-9C773C8BD388}" type="pres">
      <dgm:prSet presAssocID="{A67FFB4D-CD11-4DC4-8CF1-B6DCC18CF152}" presName="sp" presStyleCnt="0"/>
      <dgm:spPr/>
    </dgm:pt>
    <dgm:pt modelId="{3BF97F81-1676-4367-80B8-DD8DC526428E}" type="pres">
      <dgm:prSet presAssocID="{A8BB7085-F32B-4685-BA86-8DC126AF25B0}" presName="linNode" presStyleCnt="0"/>
      <dgm:spPr/>
    </dgm:pt>
    <dgm:pt modelId="{C2FE564C-D717-49E8-BA7D-BE516F9D496F}" type="pres">
      <dgm:prSet presAssocID="{A8BB7085-F32B-4685-BA86-8DC126AF25B0}" presName="parentText" presStyleLbl="node1" presStyleIdx="1" presStyleCnt="3">
        <dgm:presLayoutVars>
          <dgm:chMax val="1"/>
          <dgm:bulletEnabled val="1"/>
        </dgm:presLayoutVars>
      </dgm:prSet>
      <dgm:spPr/>
    </dgm:pt>
    <dgm:pt modelId="{AA2EFEF1-A3C8-4E16-A349-2C9672A1EABF}" type="pres">
      <dgm:prSet presAssocID="{A8BB7085-F32B-4685-BA86-8DC126AF25B0}" presName="descendantText" presStyleLbl="alignAccFollowNode1" presStyleIdx="1" presStyleCnt="3">
        <dgm:presLayoutVars>
          <dgm:bulletEnabled val="1"/>
        </dgm:presLayoutVars>
      </dgm:prSet>
      <dgm:spPr/>
    </dgm:pt>
    <dgm:pt modelId="{4F27ABD6-E182-4CB1-BF1E-27ED904240F5}" type="pres">
      <dgm:prSet presAssocID="{60A0E765-D8B5-45CE-9DF7-016D3B11A626}" presName="sp" presStyleCnt="0"/>
      <dgm:spPr/>
    </dgm:pt>
    <dgm:pt modelId="{828E6DC0-1860-46AD-B988-88DE07B66B06}" type="pres">
      <dgm:prSet presAssocID="{3DF6E70C-3BD8-4EAC-84F7-4C395737F442}" presName="linNode" presStyleCnt="0"/>
      <dgm:spPr/>
    </dgm:pt>
    <dgm:pt modelId="{F556DED5-2230-4E05-ABFB-6D226E7EA520}" type="pres">
      <dgm:prSet presAssocID="{3DF6E70C-3BD8-4EAC-84F7-4C395737F442}" presName="parentText" presStyleLbl="node1" presStyleIdx="2" presStyleCnt="3">
        <dgm:presLayoutVars>
          <dgm:chMax val="1"/>
          <dgm:bulletEnabled val="1"/>
        </dgm:presLayoutVars>
      </dgm:prSet>
      <dgm:spPr/>
    </dgm:pt>
    <dgm:pt modelId="{681DDD7A-8F33-4617-8464-F4732351624D}" type="pres">
      <dgm:prSet presAssocID="{3DF6E70C-3BD8-4EAC-84F7-4C395737F442}" presName="descendantText" presStyleLbl="alignAccFollowNode1" presStyleIdx="2" presStyleCnt="3">
        <dgm:presLayoutVars>
          <dgm:bulletEnabled val="1"/>
        </dgm:presLayoutVars>
      </dgm:prSet>
      <dgm:spPr/>
    </dgm:pt>
  </dgm:ptLst>
  <dgm:cxnLst>
    <dgm:cxn modelId="{B1DB4211-B6B1-4556-91AD-D3F2E55795DF}" srcId="{AD72AC05-F6F7-452E-87F2-73BC7FF47184}" destId="{A8BB7085-F32B-4685-BA86-8DC126AF25B0}" srcOrd="1" destOrd="0" parTransId="{87459ACE-CBC0-49EC-8DC5-A1410FACEE53}" sibTransId="{60A0E765-D8B5-45CE-9DF7-016D3B11A626}"/>
    <dgm:cxn modelId="{E5741916-0867-474A-900A-3A15DFB5FB1B}" type="presOf" srcId="{44935C32-C21B-4E4D-92DA-A781EA8E54E4}" destId="{F6F4D121-6551-45E2-BA04-24D816F063FE}" srcOrd="0" destOrd="1" presId="urn:microsoft.com/office/officeart/2005/8/layout/vList5"/>
    <dgm:cxn modelId="{D196E61B-2FE3-4204-938E-955DC32AEDC7}" srcId="{A8BB7085-F32B-4685-BA86-8DC126AF25B0}" destId="{F30CD26F-E7C4-44BD-A4CD-ECAB78AC3EE0}" srcOrd="2" destOrd="0" parTransId="{8F904EFD-794D-4B85-BB82-35B30BB40C25}" sibTransId="{02BC4EEE-B732-4E18-97DB-9F37C0192394}"/>
    <dgm:cxn modelId="{897B3B1D-AF84-4748-83E9-8A7DBFA8D296}" srcId="{A8BB7085-F32B-4685-BA86-8DC126AF25B0}" destId="{7AECEDDB-CC16-4F56-B212-E8DCFD66E929}" srcOrd="1" destOrd="0" parTransId="{4A15D65A-09DD-4C37-83C0-2266E18C2748}" sibTransId="{721AEBB2-5CAE-488F-8B33-2F29FF531205}"/>
    <dgm:cxn modelId="{A21C6065-6D05-47F4-BB75-EAE18CEA94B6}" srcId="{A8BB7085-F32B-4685-BA86-8DC126AF25B0}" destId="{363F08B2-601B-4A03-8826-82268CB002F6}" srcOrd="0" destOrd="0" parTransId="{FB138FCB-2E4B-4591-9D79-14A3DAAF72DB}" sibTransId="{8AE6DD65-8997-4C46-9AC4-A998C8366567}"/>
    <dgm:cxn modelId="{B92AFE65-1BF8-4E63-926C-CD92FEE9AAF5}" type="presOf" srcId="{56FBB4F6-B299-4B96-991B-6A2AB9E04D9A}" destId="{F6F4D121-6551-45E2-BA04-24D816F063FE}" srcOrd="0" destOrd="0" presId="urn:microsoft.com/office/officeart/2005/8/layout/vList5"/>
    <dgm:cxn modelId="{8C837268-7ECA-4703-A7BC-4EC008F5FD0D}" srcId="{42677924-0054-4A1B-B1EF-85BFBE0CE186}" destId="{56FBB4F6-B299-4B96-991B-6A2AB9E04D9A}" srcOrd="0" destOrd="0" parTransId="{5FB2AC58-A42C-4CEF-BA76-1F4BE788DD53}" sibTransId="{7C413006-5B48-42AA-BE83-A6239111B9DB}"/>
    <dgm:cxn modelId="{30D9F153-3E9E-4D8D-8491-43A4520E9E69}" type="presOf" srcId="{7AECEDDB-CC16-4F56-B212-E8DCFD66E929}" destId="{AA2EFEF1-A3C8-4E16-A349-2C9672A1EABF}" srcOrd="0" destOrd="1" presId="urn:microsoft.com/office/officeart/2005/8/layout/vList5"/>
    <dgm:cxn modelId="{2F614A59-6854-46B4-AEEC-5876E9BD7E46}" srcId="{3DF6E70C-3BD8-4EAC-84F7-4C395737F442}" destId="{406166F2-D6DE-4C33-BBBE-3316EB39CD9F}" srcOrd="0" destOrd="0" parTransId="{8E38C8B8-0C88-4784-8B38-42C4ED1BC764}" sibTransId="{944E80C5-D5C6-431F-A16F-939728629DCB}"/>
    <dgm:cxn modelId="{4051FF7F-F38D-473C-A8EB-FB12B4C95ECC}" type="presOf" srcId="{3DF6E70C-3BD8-4EAC-84F7-4C395737F442}" destId="{F556DED5-2230-4E05-ABFB-6D226E7EA520}" srcOrd="0" destOrd="0" presId="urn:microsoft.com/office/officeart/2005/8/layout/vList5"/>
    <dgm:cxn modelId="{6DE9CC89-3C6E-48CE-808A-AAD4770D1F29}" srcId="{AD72AC05-F6F7-452E-87F2-73BC7FF47184}" destId="{3DF6E70C-3BD8-4EAC-84F7-4C395737F442}" srcOrd="2" destOrd="0" parTransId="{3039A883-BD5C-4F98-90F8-550D9DF01A5E}" sibTransId="{37D1F13B-1F5D-4F44-8062-F00A94BEB00F}"/>
    <dgm:cxn modelId="{3273FF91-9972-4903-97C5-ED518FCF080D}" type="presOf" srcId="{AD72AC05-F6F7-452E-87F2-73BC7FF47184}" destId="{5166275F-6655-431B-B076-BD607EA74957}" srcOrd="0" destOrd="0" presId="urn:microsoft.com/office/officeart/2005/8/layout/vList5"/>
    <dgm:cxn modelId="{7A73D3AD-F1A2-4A18-9348-8CB26FD51C39}" type="presOf" srcId="{A8BB7085-F32B-4685-BA86-8DC126AF25B0}" destId="{C2FE564C-D717-49E8-BA7D-BE516F9D496F}" srcOrd="0" destOrd="0" presId="urn:microsoft.com/office/officeart/2005/8/layout/vList5"/>
    <dgm:cxn modelId="{36127AB1-2D4B-4488-A863-A14344749AED}" srcId="{AD72AC05-F6F7-452E-87F2-73BC7FF47184}" destId="{42677924-0054-4A1B-B1EF-85BFBE0CE186}" srcOrd="0" destOrd="0" parTransId="{8CF10425-CBD5-48BC-B2AF-C5001E3E8245}" sibTransId="{A67FFB4D-CD11-4DC4-8CF1-B6DCC18CF152}"/>
    <dgm:cxn modelId="{EF26F6B1-603E-417F-BC9D-080BE81FD7A7}" type="presOf" srcId="{F30CD26F-E7C4-44BD-A4CD-ECAB78AC3EE0}" destId="{AA2EFEF1-A3C8-4E16-A349-2C9672A1EABF}" srcOrd="0" destOrd="2" presId="urn:microsoft.com/office/officeart/2005/8/layout/vList5"/>
    <dgm:cxn modelId="{F80BA8BD-B3A7-493C-8082-335A833E71C6}" type="presOf" srcId="{406166F2-D6DE-4C33-BBBE-3316EB39CD9F}" destId="{681DDD7A-8F33-4617-8464-F4732351624D}" srcOrd="0" destOrd="0" presId="urn:microsoft.com/office/officeart/2005/8/layout/vList5"/>
    <dgm:cxn modelId="{3F9D50BE-BBC3-489B-9BC0-30D1A9BE9A26}" srcId="{42677924-0054-4A1B-B1EF-85BFBE0CE186}" destId="{44935C32-C21B-4E4D-92DA-A781EA8E54E4}" srcOrd="1" destOrd="0" parTransId="{DD9E6573-5626-4E80-9872-EFF8EB4B1717}" sibTransId="{C8C722A4-D27B-48B8-B398-9D1806A07EAD}"/>
    <dgm:cxn modelId="{96BB22D4-D855-4D4A-A6A4-0D32B6D540BE}" type="presOf" srcId="{363F08B2-601B-4A03-8826-82268CB002F6}" destId="{AA2EFEF1-A3C8-4E16-A349-2C9672A1EABF}" srcOrd="0" destOrd="0" presId="urn:microsoft.com/office/officeart/2005/8/layout/vList5"/>
    <dgm:cxn modelId="{956B30DD-9DCE-4633-BA2C-C55BA6C48F2C}" type="presOf" srcId="{85B1C13A-9D41-4BA3-9A43-D2541710428C}" destId="{681DDD7A-8F33-4617-8464-F4732351624D}" srcOrd="0" destOrd="1" presId="urn:microsoft.com/office/officeart/2005/8/layout/vList5"/>
    <dgm:cxn modelId="{BBBAC4E7-72CE-4C7B-8693-ED8CE132D351}" type="presOf" srcId="{42677924-0054-4A1B-B1EF-85BFBE0CE186}" destId="{422E83E0-449B-48EC-BDE3-EECE084DA3BD}" srcOrd="0" destOrd="0" presId="urn:microsoft.com/office/officeart/2005/8/layout/vList5"/>
    <dgm:cxn modelId="{5D4194F2-0050-4335-B571-F8C61540A14D}" srcId="{3DF6E70C-3BD8-4EAC-84F7-4C395737F442}" destId="{85B1C13A-9D41-4BA3-9A43-D2541710428C}" srcOrd="1" destOrd="0" parTransId="{DEFE57F4-C79D-44E4-8A10-69EADA199727}" sibTransId="{01579D57-26EF-4710-898B-4C9AC2A939D5}"/>
    <dgm:cxn modelId="{8590B077-3FE1-4A72-A621-4573121C1C5F}" type="presParOf" srcId="{5166275F-6655-431B-B076-BD607EA74957}" destId="{40D3F46E-BCAB-442A-B1DC-92838FDAF511}" srcOrd="0" destOrd="0" presId="urn:microsoft.com/office/officeart/2005/8/layout/vList5"/>
    <dgm:cxn modelId="{D91BA1F8-EED8-4835-8B8E-231C0A94B756}" type="presParOf" srcId="{40D3F46E-BCAB-442A-B1DC-92838FDAF511}" destId="{422E83E0-449B-48EC-BDE3-EECE084DA3BD}" srcOrd="0" destOrd="0" presId="urn:microsoft.com/office/officeart/2005/8/layout/vList5"/>
    <dgm:cxn modelId="{804027BA-D69F-4E75-A563-80404DBA1DF8}" type="presParOf" srcId="{40D3F46E-BCAB-442A-B1DC-92838FDAF511}" destId="{F6F4D121-6551-45E2-BA04-24D816F063FE}" srcOrd="1" destOrd="0" presId="urn:microsoft.com/office/officeart/2005/8/layout/vList5"/>
    <dgm:cxn modelId="{0AD2F57A-2929-447B-B6D5-424D86C16DF7}" type="presParOf" srcId="{5166275F-6655-431B-B076-BD607EA74957}" destId="{DA5E8940-FE38-458E-B635-9C773C8BD388}" srcOrd="1" destOrd="0" presId="urn:microsoft.com/office/officeart/2005/8/layout/vList5"/>
    <dgm:cxn modelId="{45DA9640-DA3F-4A30-9319-27EA1D4A0CCC}" type="presParOf" srcId="{5166275F-6655-431B-B076-BD607EA74957}" destId="{3BF97F81-1676-4367-80B8-DD8DC526428E}" srcOrd="2" destOrd="0" presId="urn:microsoft.com/office/officeart/2005/8/layout/vList5"/>
    <dgm:cxn modelId="{7EE4A69F-2466-4881-9831-775F18B7203A}" type="presParOf" srcId="{3BF97F81-1676-4367-80B8-DD8DC526428E}" destId="{C2FE564C-D717-49E8-BA7D-BE516F9D496F}" srcOrd="0" destOrd="0" presId="urn:microsoft.com/office/officeart/2005/8/layout/vList5"/>
    <dgm:cxn modelId="{CABF669D-D99F-422A-ABA9-E54854BB0E9D}" type="presParOf" srcId="{3BF97F81-1676-4367-80B8-DD8DC526428E}" destId="{AA2EFEF1-A3C8-4E16-A349-2C9672A1EABF}" srcOrd="1" destOrd="0" presId="urn:microsoft.com/office/officeart/2005/8/layout/vList5"/>
    <dgm:cxn modelId="{48A967D6-AEE3-4C80-B720-9553E48C71E3}" type="presParOf" srcId="{5166275F-6655-431B-B076-BD607EA74957}" destId="{4F27ABD6-E182-4CB1-BF1E-27ED904240F5}" srcOrd="3" destOrd="0" presId="urn:microsoft.com/office/officeart/2005/8/layout/vList5"/>
    <dgm:cxn modelId="{0BE0F998-9CFE-47ED-A7B7-3774CAABD60B}" type="presParOf" srcId="{5166275F-6655-431B-B076-BD607EA74957}" destId="{828E6DC0-1860-46AD-B988-88DE07B66B06}" srcOrd="4" destOrd="0" presId="urn:microsoft.com/office/officeart/2005/8/layout/vList5"/>
    <dgm:cxn modelId="{D7DCC89B-7EF8-4774-9431-180146E4E47C}" type="presParOf" srcId="{828E6DC0-1860-46AD-B988-88DE07B66B06}" destId="{F556DED5-2230-4E05-ABFB-6D226E7EA520}" srcOrd="0" destOrd="0" presId="urn:microsoft.com/office/officeart/2005/8/layout/vList5"/>
    <dgm:cxn modelId="{38E98427-358E-4DBF-A233-720D1FCFA68D}" type="presParOf" srcId="{828E6DC0-1860-46AD-B988-88DE07B66B06}" destId="{681DDD7A-8F33-4617-8464-F4732351624D}" srcOrd="1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3.xml><?xml version="1.0" encoding="utf-8"?>
<dgm:dataModel xmlns:dgm="http://schemas.openxmlformats.org/drawingml/2006/diagram" xmlns:a="http://schemas.openxmlformats.org/drawingml/2006/main">
  <dgm:ptLst>
    <dgm:pt modelId="{86E46200-DA88-4C99-BFD4-6BA35E6FF03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tr-TR"/>
        </a:p>
      </dgm:t>
    </dgm:pt>
    <dgm:pt modelId="{E308334F-3D06-4A8E-AAFD-198D0F57B42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Relative timelocks </a:t>
          </a:r>
          <a:endParaRPr lang="tr-TR"/>
        </a:p>
      </dgm:t>
    </dgm:pt>
    <dgm:pt modelId="{40454800-508C-4B35-9315-C523AC4230A2}" type="parTrans" cxnId="{4769F595-61B4-4969-902F-59596F008E79}">
      <dgm:prSet/>
      <dgm:spPr/>
      <dgm:t>
        <a:bodyPr/>
        <a:lstStyle/>
        <a:p>
          <a:endParaRPr lang="tr-TR"/>
        </a:p>
      </dgm:t>
    </dgm:pt>
    <dgm:pt modelId="{CCFDB96B-A8A9-45DC-9939-BD3B316FCC4D}" type="sibTrans" cxnId="{4769F595-61B4-4969-902F-59596F008E79}">
      <dgm:prSet/>
      <dgm:spPr/>
      <dgm:t>
        <a:bodyPr/>
        <a:lstStyle/>
        <a:p>
          <a:endParaRPr lang="tr-TR"/>
        </a:p>
      </dgm:t>
    </dgm:pt>
    <dgm:pt modelId="{6965D151-7F70-45D5-91E3-B4D9C196D8B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can be set</a:t>
          </a:r>
          <a:endParaRPr lang="tr-TR" dirty="0"/>
        </a:p>
      </dgm:t>
    </dgm:pt>
    <dgm:pt modelId="{3D7264FD-B04F-464C-A2F0-4DD6A9D049CC}" type="parTrans" cxnId="{31183A3E-8C97-4E51-8B60-67EEB2F74CE3}">
      <dgm:prSet/>
      <dgm:spPr/>
      <dgm:t>
        <a:bodyPr/>
        <a:lstStyle/>
        <a:p>
          <a:endParaRPr lang="tr-TR"/>
        </a:p>
      </dgm:t>
    </dgm:pt>
    <dgm:pt modelId="{EC4A00B1-B1C2-4E60-80C8-30BE8B6F88E5}" type="sibTrans" cxnId="{31183A3E-8C97-4E51-8B60-67EEB2F74CE3}">
      <dgm:prSet/>
      <dgm:spPr/>
      <dgm:t>
        <a:bodyPr/>
        <a:lstStyle/>
        <a:p>
          <a:endParaRPr lang="tr-TR"/>
        </a:p>
      </dgm:t>
    </dgm:pt>
    <dgm:pt modelId="{3DF01240-72D3-4D00-B8CF-DF7FCF0C903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by setting the </a:t>
          </a:r>
          <a:r>
            <a:rPr lang="en-US" dirty="0" err="1"/>
            <a:t>nSequence</a:t>
          </a:r>
          <a:r>
            <a:rPr lang="tr-TR" dirty="0"/>
            <a:t> </a:t>
          </a:r>
          <a:r>
            <a:rPr lang="tr-TR" dirty="0" err="1"/>
            <a:t>field</a:t>
          </a:r>
          <a:endParaRPr lang="tr-TR" dirty="0"/>
        </a:p>
      </dgm:t>
    </dgm:pt>
    <dgm:pt modelId="{D0711B18-140C-49FF-90AB-0B95D03F2411}" type="parTrans" cxnId="{08BD6347-239B-40E1-A4F5-BD28E75FADE6}">
      <dgm:prSet/>
      <dgm:spPr/>
      <dgm:t>
        <a:bodyPr/>
        <a:lstStyle/>
        <a:p>
          <a:endParaRPr lang="tr-TR"/>
        </a:p>
      </dgm:t>
    </dgm:pt>
    <dgm:pt modelId="{C747D2B5-99F9-41AA-934F-E7EA43CCCB5C}" type="sibTrans" cxnId="{08BD6347-239B-40E1-A4F5-BD28E75FADE6}">
      <dgm:prSet/>
      <dgm:spPr/>
      <dgm:t>
        <a:bodyPr/>
        <a:lstStyle/>
        <a:p>
          <a:endParaRPr lang="tr-TR"/>
        </a:p>
      </dgm:t>
    </dgm:pt>
    <dgm:pt modelId="{84B539B3-8422-4AAB-97CD-4BFF49168C8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in </a:t>
          </a:r>
          <a:r>
            <a:rPr lang="tr-TR" dirty="0" err="1"/>
            <a:t>each</a:t>
          </a:r>
          <a:r>
            <a:rPr lang="tr-TR" dirty="0"/>
            <a:t> </a:t>
          </a:r>
          <a:r>
            <a:rPr lang="tr-TR" dirty="0" err="1"/>
            <a:t>input</a:t>
          </a:r>
          <a:r>
            <a:rPr lang="tr-TR" dirty="0"/>
            <a:t>.</a:t>
          </a:r>
        </a:p>
      </dgm:t>
    </dgm:pt>
    <dgm:pt modelId="{C1B485A9-0D30-480D-82D3-F81974D4D081}" type="parTrans" cxnId="{C3FFAE8F-C1D4-426B-ADF8-09BD2B572044}">
      <dgm:prSet/>
      <dgm:spPr/>
      <dgm:t>
        <a:bodyPr/>
        <a:lstStyle/>
        <a:p>
          <a:endParaRPr lang="tr-TR"/>
        </a:p>
      </dgm:t>
    </dgm:pt>
    <dgm:pt modelId="{9BA713D6-318D-42C5-AC0A-DE64C94FFA51}" type="sibTrans" cxnId="{C3FFAE8F-C1D4-426B-ADF8-09BD2B572044}">
      <dgm:prSet/>
      <dgm:spPr/>
      <dgm:t>
        <a:bodyPr/>
        <a:lstStyle/>
        <a:p>
          <a:endParaRPr lang="tr-TR"/>
        </a:p>
      </dgm:t>
    </dgm:pt>
    <dgm:pt modelId="{5115A3A3-5A0F-4FD0-87A7-B2CAAD2DC40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 </a:t>
          </a:r>
          <a:r>
            <a:rPr lang="en-US" dirty="0"/>
            <a:t>each input of a transaction </a:t>
          </a:r>
          <a:endParaRPr lang="tr-TR" dirty="0"/>
        </a:p>
      </dgm:t>
    </dgm:pt>
    <dgm:pt modelId="{126C2F54-603A-423A-BF52-40A4FDF94558}" type="parTrans" cxnId="{47BAA96F-172A-4E2B-8CE6-40EE21F036B4}">
      <dgm:prSet/>
      <dgm:spPr/>
      <dgm:t>
        <a:bodyPr/>
        <a:lstStyle/>
        <a:p>
          <a:endParaRPr lang="tr-TR"/>
        </a:p>
      </dgm:t>
    </dgm:pt>
    <dgm:pt modelId="{ADC6FB65-E14B-4711-97A8-CD967E12DB89}" type="sibTrans" cxnId="{47BAA96F-172A-4E2B-8CE6-40EE21F036B4}">
      <dgm:prSet/>
      <dgm:spPr/>
      <dgm:t>
        <a:bodyPr/>
        <a:lstStyle/>
        <a:p>
          <a:endParaRPr lang="tr-TR"/>
        </a:p>
      </dgm:t>
    </dgm:pt>
    <dgm:pt modelId="{E112D39A-16B6-43E8-BB0D-541349350D6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Set </a:t>
          </a:r>
          <a:r>
            <a:rPr lang="tr-TR" dirty="0" err="1"/>
            <a:t>nSequence</a:t>
          </a:r>
          <a:endParaRPr lang="tr-TR" dirty="0"/>
        </a:p>
      </dgm:t>
    </dgm:pt>
    <dgm:pt modelId="{EE7F935A-1948-4721-9514-72A4C6FCF177}" type="parTrans" cxnId="{4250649B-6C85-434C-97E1-B563FD412944}">
      <dgm:prSet/>
      <dgm:spPr/>
      <dgm:t>
        <a:bodyPr/>
        <a:lstStyle/>
        <a:p>
          <a:endParaRPr lang="tr-TR"/>
        </a:p>
      </dgm:t>
    </dgm:pt>
    <dgm:pt modelId="{EB98DB19-18C5-4370-92F5-FA6931A2A35D}" type="sibTrans" cxnId="{4250649B-6C85-434C-97E1-B563FD412944}">
      <dgm:prSet/>
      <dgm:spPr/>
      <dgm:t>
        <a:bodyPr/>
        <a:lstStyle/>
        <a:p>
          <a:endParaRPr lang="tr-TR"/>
        </a:p>
      </dgm:t>
    </dgm:pt>
    <dgm:pt modelId="{911A359E-ACA7-4833-A41F-A8052EEFEEA5}" type="pres">
      <dgm:prSet presAssocID="{86E46200-DA88-4C99-BFD4-6BA35E6FF037}" presName="root" presStyleCnt="0">
        <dgm:presLayoutVars>
          <dgm:dir/>
          <dgm:resizeHandles val="exact"/>
        </dgm:presLayoutVars>
      </dgm:prSet>
      <dgm:spPr/>
    </dgm:pt>
    <dgm:pt modelId="{48167B94-7DFA-47F0-911E-725C90B1FCD6}" type="pres">
      <dgm:prSet presAssocID="{E308334F-3D06-4A8E-AAFD-198D0F57B422}" presName="compNode" presStyleCnt="0"/>
      <dgm:spPr/>
    </dgm:pt>
    <dgm:pt modelId="{57882720-FFAA-491D-9E43-73D626C6C01E}" type="pres">
      <dgm:prSet presAssocID="{E308334F-3D06-4A8E-AAFD-198D0F57B422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65896C8A-F72E-4242-884C-2C073F240FB5}" type="pres">
      <dgm:prSet presAssocID="{E308334F-3D06-4A8E-AAFD-198D0F57B422}" presName="iconSpace" presStyleCnt="0"/>
      <dgm:spPr/>
    </dgm:pt>
    <dgm:pt modelId="{986D6E23-45F5-4FBC-8A9F-B38D55B73A3C}" type="pres">
      <dgm:prSet presAssocID="{E308334F-3D06-4A8E-AAFD-198D0F57B422}" presName="parTx" presStyleLbl="revTx" presStyleIdx="0" presStyleCnt="4">
        <dgm:presLayoutVars>
          <dgm:chMax val="0"/>
          <dgm:chPref val="0"/>
        </dgm:presLayoutVars>
      </dgm:prSet>
      <dgm:spPr/>
    </dgm:pt>
    <dgm:pt modelId="{F2154F75-1712-4E1A-9D2B-8B8F83329C18}" type="pres">
      <dgm:prSet presAssocID="{E308334F-3D06-4A8E-AAFD-198D0F57B422}" presName="txSpace" presStyleCnt="0"/>
      <dgm:spPr/>
    </dgm:pt>
    <dgm:pt modelId="{C68B805A-9679-4F3E-8320-CB4702C1CFC1}" type="pres">
      <dgm:prSet presAssocID="{E308334F-3D06-4A8E-AAFD-198D0F57B422}" presName="desTx" presStyleLbl="revTx" presStyleIdx="1" presStyleCnt="4">
        <dgm:presLayoutVars/>
      </dgm:prSet>
      <dgm:spPr/>
    </dgm:pt>
    <dgm:pt modelId="{2A7B72C8-7941-4B97-9010-C850A2CD8FD5}" type="pres">
      <dgm:prSet presAssocID="{CCFDB96B-A8A9-45DC-9939-BD3B316FCC4D}" presName="sibTrans" presStyleCnt="0"/>
      <dgm:spPr/>
    </dgm:pt>
    <dgm:pt modelId="{A9F32CBD-74CA-4881-ABBB-4ABEBE2EAF36}" type="pres">
      <dgm:prSet presAssocID="{E112D39A-16B6-43E8-BB0D-541349350D68}" presName="compNode" presStyleCnt="0"/>
      <dgm:spPr/>
    </dgm:pt>
    <dgm:pt modelId="{73051949-B0BC-48CC-8F73-DB453E0AAD8F}" type="pres">
      <dgm:prSet presAssocID="{E112D39A-16B6-43E8-BB0D-541349350D68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İmleç"/>
        </a:ext>
      </dgm:extLst>
    </dgm:pt>
    <dgm:pt modelId="{9D1966EB-6DFF-43E1-9C9C-9AF1742C59EF}" type="pres">
      <dgm:prSet presAssocID="{E112D39A-16B6-43E8-BB0D-541349350D68}" presName="iconSpace" presStyleCnt="0"/>
      <dgm:spPr/>
    </dgm:pt>
    <dgm:pt modelId="{F5456A6F-4740-45A8-93F9-AC405C930690}" type="pres">
      <dgm:prSet presAssocID="{E112D39A-16B6-43E8-BB0D-541349350D68}" presName="parTx" presStyleLbl="revTx" presStyleIdx="2" presStyleCnt="4">
        <dgm:presLayoutVars>
          <dgm:chMax val="0"/>
          <dgm:chPref val="0"/>
        </dgm:presLayoutVars>
      </dgm:prSet>
      <dgm:spPr/>
    </dgm:pt>
    <dgm:pt modelId="{15192DA5-342D-471C-A584-CBC5AAC74B9C}" type="pres">
      <dgm:prSet presAssocID="{E112D39A-16B6-43E8-BB0D-541349350D68}" presName="txSpace" presStyleCnt="0"/>
      <dgm:spPr/>
    </dgm:pt>
    <dgm:pt modelId="{526EF503-02D2-4E59-BC1A-5879EF186BDE}" type="pres">
      <dgm:prSet presAssocID="{E112D39A-16B6-43E8-BB0D-541349350D68}" presName="desTx" presStyleLbl="revTx" presStyleIdx="3" presStyleCnt="4">
        <dgm:presLayoutVars/>
      </dgm:prSet>
      <dgm:spPr/>
    </dgm:pt>
  </dgm:ptLst>
  <dgm:cxnLst>
    <dgm:cxn modelId="{F8DDAE25-8FA6-446C-AFAB-A439EC89D1DD}" type="presOf" srcId="{84B539B3-8422-4AAB-97CD-4BFF49168C87}" destId="{526EF503-02D2-4E59-BC1A-5879EF186BDE}" srcOrd="0" destOrd="1" presId="urn:microsoft.com/office/officeart/2018/5/layout/CenteredIconLabelDescriptionList"/>
    <dgm:cxn modelId="{31183A3E-8C97-4E51-8B60-67EEB2F74CE3}" srcId="{E308334F-3D06-4A8E-AAFD-198D0F57B422}" destId="{6965D151-7F70-45D5-91E3-B4D9C196D8B3}" srcOrd="0" destOrd="0" parTransId="{3D7264FD-B04F-464C-A2F0-4DD6A9D049CC}" sibTransId="{EC4A00B1-B1C2-4E60-80C8-30BE8B6F88E5}"/>
    <dgm:cxn modelId="{05D26D3E-D739-4AE4-AEF2-37E4B942D51C}" type="presOf" srcId="{E112D39A-16B6-43E8-BB0D-541349350D68}" destId="{F5456A6F-4740-45A8-93F9-AC405C930690}" srcOrd="0" destOrd="0" presId="urn:microsoft.com/office/officeart/2018/5/layout/CenteredIconLabelDescriptionList"/>
    <dgm:cxn modelId="{08BD6347-239B-40E1-A4F5-BD28E75FADE6}" srcId="{E112D39A-16B6-43E8-BB0D-541349350D68}" destId="{3DF01240-72D3-4D00-B8CF-DF7FCF0C9031}" srcOrd="0" destOrd="0" parTransId="{D0711B18-140C-49FF-90AB-0B95D03F2411}" sibTransId="{C747D2B5-99F9-41AA-934F-E7EA43CCCB5C}"/>
    <dgm:cxn modelId="{7B4CEC6A-B211-47C9-9CAC-17C01E2FDF28}" type="presOf" srcId="{E308334F-3D06-4A8E-AAFD-198D0F57B422}" destId="{986D6E23-45F5-4FBC-8A9F-B38D55B73A3C}" srcOrd="0" destOrd="0" presId="urn:microsoft.com/office/officeart/2018/5/layout/CenteredIconLabelDescriptionList"/>
    <dgm:cxn modelId="{47BAA96F-172A-4E2B-8CE6-40EE21F036B4}" srcId="{E308334F-3D06-4A8E-AAFD-198D0F57B422}" destId="{5115A3A3-5A0F-4FD0-87A7-B2CAAD2DC404}" srcOrd="1" destOrd="0" parTransId="{126C2F54-603A-423A-BF52-40A4FDF94558}" sibTransId="{ADC6FB65-E14B-4711-97A8-CD967E12DB89}"/>
    <dgm:cxn modelId="{9642C278-F20F-495F-B497-237DDE298011}" type="presOf" srcId="{6965D151-7F70-45D5-91E3-B4D9C196D8B3}" destId="{C68B805A-9679-4F3E-8320-CB4702C1CFC1}" srcOrd="0" destOrd="0" presId="urn:microsoft.com/office/officeart/2018/5/layout/CenteredIconLabelDescriptionList"/>
    <dgm:cxn modelId="{DC43D159-B8F2-48F4-8D07-132EC86B8686}" type="presOf" srcId="{86E46200-DA88-4C99-BFD4-6BA35E6FF037}" destId="{911A359E-ACA7-4833-A41F-A8052EEFEEA5}" srcOrd="0" destOrd="0" presId="urn:microsoft.com/office/officeart/2018/5/layout/CenteredIconLabelDescriptionList"/>
    <dgm:cxn modelId="{A943F884-8348-469F-B1FD-AF2DAFCFF996}" type="presOf" srcId="{5115A3A3-5A0F-4FD0-87A7-B2CAAD2DC404}" destId="{C68B805A-9679-4F3E-8320-CB4702C1CFC1}" srcOrd="0" destOrd="1" presId="urn:microsoft.com/office/officeart/2018/5/layout/CenteredIconLabelDescriptionList"/>
    <dgm:cxn modelId="{C3FFAE8F-C1D4-426B-ADF8-09BD2B572044}" srcId="{E112D39A-16B6-43E8-BB0D-541349350D68}" destId="{84B539B3-8422-4AAB-97CD-4BFF49168C87}" srcOrd="1" destOrd="0" parTransId="{C1B485A9-0D30-480D-82D3-F81974D4D081}" sibTransId="{9BA713D6-318D-42C5-AC0A-DE64C94FFA51}"/>
    <dgm:cxn modelId="{4769F595-61B4-4969-902F-59596F008E79}" srcId="{86E46200-DA88-4C99-BFD4-6BA35E6FF037}" destId="{E308334F-3D06-4A8E-AAFD-198D0F57B422}" srcOrd="0" destOrd="0" parTransId="{40454800-508C-4B35-9315-C523AC4230A2}" sibTransId="{CCFDB96B-A8A9-45DC-9939-BD3B316FCC4D}"/>
    <dgm:cxn modelId="{4250649B-6C85-434C-97E1-B563FD412944}" srcId="{86E46200-DA88-4C99-BFD4-6BA35E6FF037}" destId="{E112D39A-16B6-43E8-BB0D-541349350D68}" srcOrd="1" destOrd="0" parTransId="{EE7F935A-1948-4721-9514-72A4C6FCF177}" sibTransId="{EB98DB19-18C5-4370-92F5-FA6931A2A35D}"/>
    <dgm:cxn modelId="{834525F9-0FB1-40F0-920F-DF670B24330C}" type="presOf" srcId="{3DF01240-72D3-4D00-B8CF-DF7FCF0C9031}" destId="{526EF503-02D2-4E59-BC1A-5879EF186BDE}" srcOrd="0" destOrd="0" presId="urn:microsoft.com/office/officeart/2018/5/layout/CenteredIconLabelDescriptionList"/>
    <dgm:cxn modelId="{2B34E312-3C84-4703-B5EF-58D8E922266E}" type="presParOf" srcId="{911A359E-ACA7-4833-A41F-A8052EEFEEA5}" destId="{48167B94-7DFA-47F0-911E-725C90B1FCD6}" srcOrd="0" destOrd="0" presId="urn:microsoft.com/office/officeart/2018/5/layout/CenteredIconLabelDescriptionList"/>
    <dgm:cxn modelId="{2036053A-86F4-4470-9461-BD4D1EC7028D}" type="presParOf" srcId="{48167B94-7DFA-47F0-911E-725C90B1FCD6}" destId="{57882720-FFAA-491D-9E43-73D626C6C01E}" srcOrd="0" destOrd="0" presId="urn:microsoft.com/office/officeart/2018/5/layout/CenteredIconLabelDescriptionList"/>
    <dgm:cxn modelId="{969BADDC-734C-42C0-81AF-B8595AAF07AA}" type="presParOf" srcId="{48167B94-7DFA-47F0-911E-725C90B1FCD6}" destId="{65896C8A-F72E-4242-884C-2C073F240FB5}" srcOrd="1" destOrd="0" presId="urn:microsoft.com/office/officeart/2018/5/layout/CenteredIconLabelDescriptionList"/>
    <dgm:cxn modelId="{808CB7A8-610A-48B9-B3D2-54F9F2C3DB9A}" type="presParOf" srcId="{48167B94-7DFA-47F0-911E-725C90B1FCD6}" destId="{986D6E23-45F5-4FBC-8A9F-B38D55B73A3C}" srcOrd="2" destOrd="0" presId="urn:microsoft.com/office/officeart/2018/5/layout/CenteredIconLabelDescriptionList"/>
    <dgm:cxn modelId="{53DFA6DB-61DE-4F9A-84D4-66EF7E758375}" type="presParOf" srcId="{48167B94-7DFA-47F0-911E-725C90B1FCD6}" destId="{F2154F75-1712-4E1A-9D2B-8B8F83329C18}" srcOrd="3" destOrd="0" presId="urn:microsoft.com/office/officeart/2018/5/layout/CenteredIconLabelDescriptionList"/>
    <dgm:cxn modelId="{237B0189-D0F8-4B1C-800C-16B8F16A7C76}" type="presParOf" srcId="{48167B94-7DFA-47F0-911E-725C90B1FCD6}" destId="{C68B805A-9679-4F3E-8320-CB4702C1CFC1}" srcOrd="4" destOrd="0" presId="urn:microsoft.com/office/officeart/2018/5/layout/CenteredIconLabelDescriptionList"/>
    <dgm:cxn modelId="{C13CC9D8-8F06-437D-BA08-86BD91185A21}" type="presParOf" srcId="{911A359E-ACA7-4833-A41F-A8052EEFEEA5}" destId="{2A7B72C8-7941-4B97-9010-C850A2CD8FD5}" srcOrd="1" destOrd="0" presId="urn:microsoft.com/office/officeart/2018/5/layout/CenteredIconLabelDescriptionList"/>
    <dgm:cxn modelId="{7D7739AB-6E5E-4D96-9D50-4F49ABBED39C}" type="presParOf" srcId="{911A359E-ACA7-4833-A41F-A8052EEFEEA5}" destId="{A9F32CBD-74CA-4881-ABBB-4ABEBE2EAF36}" srcOrd="2" destOrd="0" presId="urn:microsoft.com/office/officeart/2018/5/layout/CenteredIconLabelDescriptionList"/>
    <dgm:cxn modelId="{2F26445B-6244-4D26-80EF-D86B881BDD46}" type="presParOf" srcId="{A9F32CBD-74CA-4881-ABBB-4ABEBE2EAF36}" destId="{73051949-B0BC-48CC-8F73-DB453E0AAD8F}" srcOrd="0" destOrd="0" presId="urn:microsoft.com/office/officeart/2018/5/layout/CenteredIconLabelDescriptionList"/>
    <dgm:cxn modelId="{E081E412-E598-4114-B41F-F1C62A25FB67}" type="presParOf" srcId="{A9F32CBD-74CA-4881-ABBB-4ABEBE2EAF36}" destId="{9D1966EB-6DFF-43E1-9C9C-9AF1742C59EF}" srcOrd="1" destOrd="0" presId="urn:microsoft.com/office/officeart/2018/5/layout/CenteredIconLabelDescriptionList"/>
    <dgm:cxn modelId="{5583C6D0-74FB-49A5-BB35-4DDC07B7A213}" type="presParOf" srcId="{A9F32CBD-74CA-4881-ABBB-4ABEBE2EAF36}" destId="{F5456A6F-4740-45A8-93F9-AC405C930690}" srcOrd="2" destOrd="0" presId="urn:microsoft.com/office/officeart/2018/5/layout/CenteredIconLabelDescriptionList"/>
    <dgm:cxn modelId="{E347A6AA-351E-401F-A43A-576A13AF21D7}" type="presParOf" srcId="{A9F32CBD-74CA-4881-ABBB-4ABEBE2EAF36}" destId="{15192DA5-342D-471C-A584-CBC5AAC74B9C}" srcOrd="3" destOrd="0" presId="urn:microsoft.com/office/officeart/2018/5/layout/CenteredIconLabelDescriptionList"/>
    <dgm:cxn modelId="{E161050F-F092-454F-BF78-83DE50B75B0C}" type="presParOf" srcId="{A9F32CBD-74CA-4881-ABBB-4ABEBE2EAF36}" destId="{526EF503-02D2-4E59-BC1A-5879EF186BDE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4.xml><?xml version="1.0" encoding="utf-8"?>
<dgm:dataModel xmlns:dgm="http://schemas.openxmlformats.org/drawingml/2006/diagram" xmlns:a="http://schemas.openxmlformats.org/drawingml/2006/main">
  <dgm:ptLst>
    <dgm:pt modelId="{8444A764-E35B-4E5D-99FD-CE687E811408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6C7F8C7A-0060-4754-B117-41B48F33D0B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nSequence field was originally intended</a:t>
          </a:r>
        </a:p>
      </dgm:t>
    </dgm:pt>
    <dgm:pt modelId="{718B56DA-215E-4803-A228-6276C9E391AC}" type="parTrans" cxnId="{0E6BDCCF-9360-4D5D-B0C3-4A45C03AB016}">
      <dgm:prSet/>
      <dgm:spPr/>
      <dgm:t>
        <a:bodyPr/>
        <a:lstStyle/>
        <a:p>
          <a:endParaRPr lang="en-US"/>
        </a:p>
      </dgm:t>
    </dgm:pt>
    <dgm:pt modelId="{DFF09613-7D61-4644-844C-123999F52775}" type="sibTrans" cxnId="{0E6BDCCF-9360-4D5D-B0C3-4A45C03AB016}">
      <dgm:prSet/>
      <dgm:spPr/>
      <dgm:t>
        <a:bodyPr/>
        <a:lstStyle/>
        <a:p>
          <a:endParaRPr lang="en-US"/>
        </a:p>
      </dgm:t>
    </dgm:pt>
    <dgm:pt modelId="{8047B168-1531-48AF-8667-DF14D9DDC1E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but never properly implemented</a:t>
          </a:r>
        </a:p>
      </dgm:t>
    </dgm:pt>
    <dgm:pt modelId="{D9C34EFC-9BA7-4C2B-B2DF-D5D1D4033163}" type="parTrans" cxnId="{26F0A1CF-8FF9-4396-84F1-8E8D35A47721}">
      <dgm:prSet/>
      <dgm:spPr/>
      <dgm:t>
        <a:bodyPr/>
        <a:lstStyle/>
        <a:p>
          <a:endParaRPr lang="en-US"/>
        </a:p>
      </dgm:t>
    </dgm:pt>
    <dgm:pt modelId="{B521AFFB-DBE8-4149-844B-CAE78A08091D}" type="sibTrans" cxnId="{26F0A1CF-8FF9-4396-84F1-8E8D35A47721}">
      <dgm:prSet/>
      <dgm:spPr/>
      <dgm:t>
        <a:bodyPr/>
        <a:lstStyle/>
        <a:p>
          <a:endParaRPr lang="en-US"/>
        </a:p>
      </dgm:t>
    </dgm:pt>
    <dgm:pt modelId="{DCA114A9-DE7B-4BA5-AD5D-AB2F958170E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</a:t>
          </a:r>
          <a:r>
            <a:rPr lang="tr-TR"/>
            <a:t> </a:t>
          </a:r>
          <a:r>
            <a:rPr lang="en-US"/>
            <a:t>allow modification of transactions in the mempool. </a:t>
          </a:r>
        </a:p>
      </dgm:t>
    </dgm:pt>
    <dgm:pt modelId="{AB78E351-1779-4D1D-80F3-04CF258DB0BF}" type="parTrans" cxnId="{98284443-B3D0-4E14-9F4E-2114773619D7}">
      <dgm:prSet/>
      <dgm:spPr/>
      <dgm:t>
        <a:bodyPr/>
        <a:lstStyle/>
        <a:p>
          <a:endParaRPr lang="en-US"/>
        </a:p>
      </dgm:t>
    </dgm:pt>
    <dgm:pt modelId="{70CE0DED-6D0B-4A2D-A8B7-4B051F34F5A6}" type="sibTrans" cxnId="{98284443-B3D0-4E14-9F4E-2114773619D7}">
      <dgm:prSet/>
      <dgm:spPr/>
      <dgm:t>
        <a:bodyPr/>
        <a:lstStyle/>
        <a:p>
          <a:endParaRPr lang="en-US"/>
        </a:p>
      </dgm:t>
    </dgm:pt>
    <dgm:pt modelId="{5D29FD44-93AD-4443-A18F-4161FD4DC7D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In a transaction containing inputs </a:t>
          </a:r>
        </a:p>
      </dgm:t>
    </dgm:pt>
    <dgm:pt modelId="{EF70EE3E-12E2-4D3B-B4FE-32833F3D7C5F}" type="parTrans" cxnId="{3FB3931A-DD2B-4F2A-B0BA-3E254C23BC05}">
      <dgm:prSet/>
      <dgm:spPr/>
      <dgm:t>
        <a:bodyPr/>
        <a:lstStyle/>
        <a:p>
          <a:endParaRPr lang="en-US"/>
        </a:p>
      </dgm:t>
    </dgm:pt>
    <dgm:pt modelId="{0EEBA383-809A-4E5D-9296-57A62CABC51F}" type="sibTrans" cxnId="{3FB3931A-DD2B-4F2A-B0BA-3E254C23BC05}">
      <dgm:prSet/>
      <dgm:spPr/>
      <dgm:t>
        <a:bodyPr/>
        <a:lstStyle/>
        <a:p>
          <a:endParaRPr lang="en-US"/>
        </a:p>
      </dgm:t>
    </dgm:pt>
    <dgm:pt modelId="{0E137125-F96C-40D4-B1F6-8AF1B062C3F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 nSequence value below 2</a:t>
          </a:r>
          <a:r>
            <a:rPr lang="en-US" baseline="30000"/>
            <a:t>32</a:t>
          </a:r>
          <a:r>
            <a:rPr lang="en-US"/>
            <a:t> (0xFFFFFFFF) </a:t>
          </a:r>
        </a:p>
      </dgm:t>
    </dgm:pt>
    <dgm:pt modelId="{B613552D-7B3B-4C81-8B77-8A535E4AF5DF}" type="parTrans" cxnId="{A7CF182D-DCD3-4535-BAD4-F7875A5C77B3}">
      <dgm:prSet/>
      <dgm:spPr/>
      <dgm:t>
        <a:bodyPr/>
        <a:lstStyle/>
        <a:p>
          <a:endParaRPr lang="en-US"/>
        </a:p>
      </dgm:t>
    </dgm:pt>
    <dgm:pt modelId="{C5A4D32E-D460-4966-B1C4-F8C98DF5DF43}" type="sibTrans" cxnId="{A7CF182D-DCD3-4535-BAD4-F7875A5C77B3}">
      <dgm:prSet/>
      <dgm:spPr/>
      <dgm:t>
        <a:bodyPr/>
        <a:lstStyle/>
        <a:p>
          <a:endParaRPr lang="en-US"/>
        </a:p>
      </dgm:t>
    </dgm:pt>
    <dgm:pt modelId="{DF9C3ECE-0410-4F4B-9FDD-03532F99AA8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indicated a transaction that</a:t>
          </a:r>
          <a:r>
            <a:rPr lang="tr-TR"/>
            <a:t> </a:t>
          </a:r>
          <a:r>
            <a:rPr lang="en-US"/>
            <a:t>was not yet “finalized.” </a:t>
          </a:r>
        </a:p>
      </dgm:t>
    </dgm:pt>
    <dgm:pt modelId="{19D61A85-A640-4B08-A238-4157F41B1DC2}" type="parTrans" cxnId="{26018956-1E01-47DF-9F6A-2C9093D3235E}">
      <dgm:prSet/>
      <dgm:spPr/>
      <dgm:t>
        <a:bodyPr/>
        <a:lstStyle/>
        <a:p>
          <a:endParaRPr lang="en-US"/>
        </a:p>
      </dgm:t>
    </dgm:pt>
    <dgm:pt modelId="{E8165DEA-CE2B-4E5D-85F1-AC0C84FA8E6B}" type="sibTrans" cxnId="{26018956-1E01-47DF-9F6A-2C9093D3235E}">
      <dgm:prSet/>
      <dgm:spPr/>
      <dgm:t>
        <a:bodyPr/>
        <a:lstStyle/>
        <a:p>
          <a:endParaRPr lang="en-US"/>
        </a:p>
      </dgm:t>
    </dgm:pt>
    <dgm:pt modelId="{864BED1E-FE71-4BD4-9ABF-70BF265D0892}" type="pres">
      <dgm:prSet presAssocID="{8444A764-E35B-4E5D-99FD-CE687E811408}" presName="root" presStyleCnt="0">
        <dgm:presLayoutVars>
          <dgm:dir/>
          <dgm:resizeHandles val="exact"/>
        </dgm:presLayoutVars>
      </dgm:prSet>
      <dgm:spPr/>
    </dgm:pt>
    <dgm:pt modelId="{8E91ADED-521F-4C95-8BF1-0F94EAD28923}" type="pres">
      <dgm:prSet presAssocID="{6C7F8C7A-0060-4754-B117-41B48F33D0B5}" presName="compNode" presStyleCnt="0"/>
      <dgm:spPr/>
    </dgm:pt>
    <dgm:pt modelId="{14057FB0-64D2-4124-B347-C7A5541D3CA0}" type="pres">
      <dgm:prSet presAssocID="{6C7F8C7A-0060-4754-B117-41B48F33D0B5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2E2FFC8F-1ED4-46BE-BE7C-97797597B07F}" type="pres">
      <dgm:prSet presAssocID="{6C7F8C7A-0060-4754-B117-41B48F33D0B5}" presName="iconSpace" presStyleCnt="0"/>
      <dgm:spPr/>
    </dgm:pt>
    <dgm:pt modelId="{E79F1138-DF99-4523-99CE-0CDC72AFA481}" type="pres">
      <dgm:prSet presAssocID="{6C7F8C7A-0060-4754-B117-41B48F33D0B5}" presName="parTx" presStyleLbl="revTx" presStyleIdx="0" presStyleCnt="4">
        <dgm:presLayoutVars>
          <dgm:chMax val="0"/>
          <dgm:chPref val="0"/>
        </dgm:presLayoutVars>
      </dgm:prSet>
      <dgm:spPr/>
    </dgm:pt>
    <dgm:pt modelId="{4CA9B5ED-28FC-44FC-B63F-B8A01F951E0B}" type="pres">
      <dgm:prSet presAssocID="{6C7F8C7A-0060-4754-B117-41B48F33D0B5}" presName="txSpace" presStyleCnt="0"/>
      <dgm:spPr/>
    </dgm:pt>
    <dgm:pt modelId="{D18B29F1-B5B0-47C6-8DED-BF19C80B0496}" type="pres">
      <dgm:prSet presAssocID="{6C7F8C7A-0060-4754-B117-41B48F33D0B5}" presName="desTx" presStyleLbl="revTx" presStyleIdx="1" presStyleCnt="4">
        <dgm:presLayoutVars/>
      </dgm:prSet>
      <dgm:spPr/>
    </dgm:pt>
    <dgm:pt modelId="{89401E52-001A-40C3-BC5A-8D60CB00FC61}" type="pres">
      <dgm:prSet presAssocID="{DFF09613-7D61-4644-844C-123999F52775}" presName="sibTrans" presStyleCnt="0"/>
      <dgm:spPr/>
    </dgm:pt>
    <dgm:pt modelId="{786F8FFC-FF6F-4CD6-BE91-0F3D03AE5C4B}" type="pres">
      <dgm:prSet presAssocID="{5D29FD44-93AD-4443-A18F-4161FD4DC7DB}" presName="compNode" presStyleCnt="0"/>
      <dgm:spPr/>
    </dgm:pt>
    <dgm:pt modelId="{0521D036-BB3F-4B21-855F-F81E6BAF71DC}" type="pres">
      <dgm:prSet presAssocID="{5D29FD44-93AD-4443-A18F-4161FD4DC7DB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ontract"/>
        </a:ext>
      </dgm:extLst>
    </dgm:pt>
    <dgm:pt modelId="{22B64739-9F7A-4CF6-9365-41442B753F8A}" type="pres">
      <dgm:prSet presAssocID="{5D29FD44-93AD-4443-A18F-4161FD4DC7DB}" presName="iconSpace" presStyleCnt="0"/>
      <dgm:spPr/>
    </dgm:pt>
    <dgm:pt modelId="{16253A00-F041-40BB-BB68-476874B05501}" type="pres">
      <dgm:prSet presAssocID="{5D29FD44-93AD-4443-A18F-4161FD4DC7DB}" presName="parTx" presStyleLbl="revTx" presStyleIdx="2" presStyleCnt="4">
        <dgm:presLayoutVars>
          <dgm:chMax val="0"/>
          <dgm:chPref val="0"/>
        </dgm:presLayoutVars>
      </dgm:prSet>
      <dgm:spPr/>
    </dgm:pt>
    <dgm:pt modelId="{7D9DAB0C-2F4E-417E-B382-14AF66FBABF5}" type="pres">
      <dgm:prSet presAssocID="{5D29FD44-93AD-4443-A18F-4161FD4DC7DB}" presName="txSpace" presStyleCnt="0"/>
      <dgm:spPr/>
    </dgm:pt>
    <dgm:pt modelId="{D6209EE4-7B6F-4600-9082-A1C42D5BA2E8}" type="pres">
      <dgm:prSet presAssocID="{5D29FD44-93AD-4443-A18F-4161FD4DC7DB}" presName="desTx" presStyleLbl="revTx" presStyleIdx="3" presStyleCnt="4">
        <dgm:presLayoutVars/>
      </dgm:prSet>
      <dgm:spPr/>
    </dgm:pt>
  </dgm:ptLst>
  <dgm:cxnLst>
    <dgm:cxn modelId="{8BBB0E0A-67F9-4C54-843C-A197E47DCCB8}" type="presOf" srcId="{0E137125-F96C-40D4-B1F6-8AF1B062C3F2}" destId="{D6209EE4-7B6F-4600-9082-A1C42D5BA2E8}" srcOrd="0" destOrd="0" presId="urn:microsoft.com/office/officeart/2018/2/layout/IconLabelDescriptionList"/>
    <dgm:cxn modelId="{3FB3931A-DD2B-4F2A-B0BA-3E254C23BC05}" srcId="{8444A764-E35B-4E5D-99FD-CE687E811408}" destId="{5D29FD44-93AD-4443-A18F-4161FD4DC7DB}" srcOrd="1" destOrd="0" parTransId="{EF70EE3E-12E2-4D3B-B4FE-32833F3D7C5F}" sibTransId="{0EEBA383-809A-4E5D-9296-57A62CABC51F}"/>
    <dgm:cxn modelId="{66961A27-B7BA-4D2D-A025-CD9421D51CC0}" type="presOf" srcId="{8444A764-E35B-4E5D-99FD-CE687E811408}" destId="{864BED1E-FE71-4BD4-9ABF-70BF265D0892}" srcOrd="0" destOrd="0" presId="urn:microsoft.com/office/officeart/2018/2/layout/IconLabelDescriptionList"/>
    <dgm:cxn modelId="{A7CF182D-DCD3-4535-BAD4-F7875A5C77B3}" srcId="{5D29FD44-93AD-4443-A18F-4161FD4DC7DB}" destId="{0E137125-F96C-40D4-B1F6-8AF1B062C3F2}" srcOrd="0" destOrd="0" parTransId="{B613552D-7B3B-4C81-8B77-8A535E4AF5DF}" sibTransId="{C5A4D32E-D460-4966-B1C4-F8C98DF5DF43}"/>
    <dgm:cxn modelId="{89FFE431-4826-4103-AEE7-37B5040E1ABE}" type="presOf" srcId="{6C7F8C7A-0060-4754-B117-41B48F33D0B5}" destId="{E79F1138-DF99-4523-99CE-0CDC72AFA481}" srcOrd="0" destOrd="0" presId="urn:microsoft.com/office/officeart/2018/2/layout/IconLabelDescriptionList"/>
    <dgm:cxn modelId="{98284443-B3D0-4E14-9F4E-2114773619D7}" srcId="{6C7F8C7A-0060-4754-B117-41B48F33D0B5}" destId="{DCA114A9-DE7B-4BA5-AD5D-AB2F958170EE}" srcOrd="1" destOrd="0" parTransId="{AB78E351-1779-4D1D-80F3-04CF258DB0BF}" sibTransId="{70CE0DED-6D0B-4A2D-A8B7-4B051F34F5A6}"/>
    <dgm:cxn modelId="{47BCF563-BFA2-4B61-BB25-70E55CC7CF57}" type="presOf" srcId="{8047B168-1531-48AF-8667-DF14D9DDC1E5}" destId="{D18B29F1-B5B0-47C6-8DED-BF19C80B0496}" srcOrd="0" destOrd="0" presId="urn:microsoft.com/office/officeart/2018/2/layout/IconLabelDescriptionList"/>
    <dgm:cxn modelId="{26018956-1E01-47DF-9F6A-2C9093D3235E}" srcId="{5D29FD44-93AD-4443-A18F-4161FD4DC7DB}" destId="{DF9C3ECE-0410-4F4B-9FDD-03532F99AA8F}" srcOrd="1" destOrd="0" parTransId="{19D61A85-A640-4B08-A238-4157F41B1DC2}" sibTransId="{E8165DEA-CE2B-4E5D-85F1-AC0C84FA8E6B}"/>
    <dgm:cxn modelId="{EF7CBB80-EC85-4EB3-B1C1-1747B7B92E83}" type="presOf" srcId="{DCA114A9-DE7B-4BA5-AD5D-AB2F958170EE}" destId="{D18B29F1-B5B0-47C6-8DED-BF19C80B0496}" srcOrd="0" destOrd="1" presId="urn:microsoft.com/office/officeart/2018/2/layout/IconLabelDescriptionList"/>
    <dgm:cxn modelId="{8F071283-69B6-44C1-ABF2-9B3EE2D222DF}" type="presOf" srcId="{DF9C3ECE-0410-4F4B-9FDD-03532F99AA8F}" destId="{D6209EE4-7B6F-4600-9082-A1C42D5BA2E8}" srcOrd="0" destOrd="1" presId="urn:microsoft.com/office/officeart/2018/2/layout/IconLabelDescriptionList"/>
    <dgm:cxn modelId="{9326B0A3-750A-4E74-B8A3-5F15AE0A9753}" type="presOf" srcId="{5D29FD44-93AD-4443-A18F-4161FD4DC7DB}" destId="{16253A00-F041-40BB-BB68-476874B05501}" srcOrd="0" destOrd="0" presId="urn:microsoft.com/office/officeart/2018/2/layout/IconLabelDescriptionList"/>
    <dgm:cxn modelId="{26F0A1CF-8FF9-4396-84F1-8E8D35A47721}" srcId="{6C7F8C7A-0060-4754-B117-41B48F33D0B5}" destId="{8047B168-1531-48AF-8667-DF14D9DDC1E5}" srcOrd="0" destOrd="0" parTransId="{D9C34EFC-9BA7-4C2B-B2DF-D5D1D4033163}" sibTransId="{B521AFFB-DBE8-4149-844B-CAE78A08091D}"/>
    <dgm:cxn modelId="{0E6BDCCF-9360-4D5D-B0C3-4A45C03AB016}" srcId="{8444A764-E35B-4E5D-99FD-CE687E811408}" destId="{6C7F8C7A-0060-4754-B117-41B48F33D0B5}" srcOrd="0" destOrd="0" parTransId="{718B56DA-215E-4803-A228-6276C9E391AC}" sibTransId="{DFF09613-7D61-4644-844C-123999F52775}"/>
    <dgm:cxn modelId="{580AE9C9-5493-48D7-B02E-5FCE1F65013A}" type="presParOf" srcId="{864BED1E-FE71-4BD4-9ABF-70BF265D0892}" destId="{8E91ADED-521F-4C95-8BF1-0F94EAD28923}" srcOrd="0" destOrd="0" presId="urn:microsoft.com/office/officeart/2018/2/layout/IconLabelDescriptionList"/>
    <dgm:cxn modelId="{8E5C64B0-A0B4-4B2C-9108-CFA2BDD2C120}" type="presParOf" srcId="{8E91ADED-521F-4C95-8BF1-0F94EAD28923}" destId="{14057FB0-64D2-4124-B347-C7A5541D3CA0}" srcOrd="0" destOrd="0" presId="urn:microsoft.com/office/officeart/2018/2/layout/IconLabelDescriptionList"/>
    <dgm:cxn modelId="{D5ABDF11-B824-4A89-9AFF-81CD3362C767}" type="presParOf" srcId="{8E91ADED-521F-4C95-8BF1-0F94EAD28923}" destId="{2E2FFC8F-1ED4-46BE-BE7C-97797597B07F}" srcOrd="1" destOrd="0" presId="urn:microsoft.com/office/officeart/2018/2/layout/IconLabelDescriptionList"/>
    <dgm:cxn modelId="{E89E31E9-E68A-496E-B98E-6C3B4C1DC1E7}" type="presParOf" srcId="{8E91ADED-521F-4C95-8BF1-0F94EAD28923}" destId="{E79F1138-DF99-4523-99CE-0CDC72AFA481}" srcOrd="2" destOrd="0" presId="urn:microsoft.com/office/officeart/2018/2/layout/IconLabelDescriptionList"/>
    <dgm:cxn modelId="{6728998E-CD24-4AC1-AB7F-9F184044A9A8}" type="presParOf" srcId="{8E91ADED-521F-4C95-8BF1-0F94EAD28923}" destId="{4CA9B5ED-28FC-44FC-B63F-B8A01F951E0B}" srcOrd="3" destOrd="0" presId="urn:microsoft.com/office/officeart/2018/2/layout/IconLabelDescriptionList"/>
    <dgm:cxn modelId="{AF6DB54C-515A-4DDC-9013-23B7F7B91153}" type="presParOf" srcId="{8E91ADED-521F-4C95-8BF1-0F94EAD28923}" destId="{D18B29F1-B5B0-47C6-8DED-BF19C80B0496}" srcOrd="4" destOrd="0" presId="urn:microsoft.com/office/officeart/2018/2/layout/IconLabelDescriptionList"/>
    <dgm:cxn modelId="{518289B2-4C49-4636-8D28-FA4AB75F73DA}" type="presParOf" srcId="{864BED1E-FE71-4BD4-9ABF-70BF265D0892}" destId="{89401E52-001A-40C3-BC5A-8D60CB00FC61}" srcOrd="1" destOrd="0" presId="urn:microsoft.com/office/officeart/2018/2/layout/IconLabelDescriptionList"/>
    <dgm:cxn modelId="{5A0D203E-6112-49E3-97B5-9CB143310A97}" type="presParOf" srcId="{864BED1E-FE71-4BD4-9ABF-70BF265D0892}" destId="{786F8FFC-FF6F-4CD6-BE91-0F3D03AE5C4B}" srcOrd="2" destOrd="0" presId="urn:microsoft.com/office/officeart/2018/2/layout/IconLabelDescriptionList"/>
    <dgm:cxn modelId="{D1E1D4CD-A1A3-406F-A331-9D2FA19B9DE7}" type="presParOf" srcId="{786F8FFC-FF6F-4CD6-BE91-0F3D03AE5C4B}" destId="{0521D036-BB3F-4B21-855F-F81E6BAF71DC}" srcOrd="0" destOrd="0" presId="urn:microsoft.com/office/officeart/2018/2/layout/IconLabelDescriptionList"/>
    <dgm:cxn modelId="{BB11C150-A92F-408E-B9EC-7F25E818F7CA}" type="presParOf" srcId="{786F8FFC-FF6F-4CD6-BE91-0F3D03AE5C4B}" destId="{22B64739-9F7A-4CF6-9365-41442B753F8A}" srcOrd="1" destOrd="0" presId="urn:microsoft.com/office/officeart/2018/2/layout/IconLabelDescriptionList"/>
    <dgm:cxn modelId="{52614A9E-CE23-4343-9FB4-DEBF8F8F7B98}" type="presParOf" srcId="{786F8FFC-FF6F-4CD6-BE91-0F3D03AE5C4B}" destId="{16253A00-F041-40BB-BB68-476874B05501}" srcOrd="2" destOrd="0" presId="urn:microsoft.com/office/officeart/2018/2/layout/IconLabelDescriptionList"/>
    <dgm:cxn modelId="{DFA9FBB6-3C9D-4FB3-A0A2-F0B96FE281BC}" type="presParOf" srcId="{786F8FFC-FF6F-4CD6-BE91-0F3D03AE5C4B}" destId="{7D9DAB0C-2F4E-417E-B382-14AF66FBABF5}" srcOrd="3" destOrd="0" presId="urn:microsoft.com/office/officeart/2018/2/layout/IconLabelDescriptionList"/>
    <dgm:cxn modelId="{F13B0963-E02F-4E0B-8480-90012E8BAAEC}" type="presParOf" srcId="{786F8FFC-FF6F-4CD6-BE91-0F3D03AE5C4B}" destId="{D6209EE4-7B6F-4600-9082-A1C42D5BA2E8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5.xml><?xml version="1.0" encoding="utf-8"?>
<dgm:dataModel xmlns:dgm="http://schemas.openxmlformats.org/drawingml/2006/diagram" xmlns:a="http://schemas.openxmlformats.org/drawingml/2006/main">
  <dgm:ptLst>
    <dgm:pt modelId="{A1F8E920-2A85-44F0-9E09-C8C93B6161B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E9A85809-F625-46FE-86B7-A88B2755BE1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Such a transaction would be held</a:t>
          </a:r>
        </a:p>
      </dgm:t>
    </dgm:pt>
    <dgm:pt modelId="{6ABA0AAD-051B-4156-A9E9-DF24E63A5700}" type="parTrans" cxnId="{7329D5D1-37ED-49F0-A141-B17A14483E71}">
      <dgm:prSet/>
      <dgm:spPr/>
      <dgm:t>
        <a:bodyPr/>
        <a:lstStyle/>
        <a:p>
          <a:endParaRPr lang="en-US"/>
        </a:p>
      </dgm:t>
    </dgm:pt>
    <dgm:pt modelId="{B4413010-A9E7-4E08-B94B-44BFCFE27B29}" type="sibTrans" cxnId="{7329D5D1-37ED-49F0-A141-B17A14483E71}">
      <dgm:prSet/>
      <dgm:spPr/>
      <dgm:t>
        <a:bodyPr/>
        <a:lstStyle/>
        <a:p>
          <a:endParaRPr lang="en-US"/>
        </a:p>
      </dgm:t>
    </dgm:pt>
    <dgm:pt modelId="{41C205DC-6285-4880-AB8C-5635C6EB4EE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the mempool until it was</a:t>
          </a:r>
          <a:r>
            <a:rPr lang="tr-TR"/>
            <a:t> </a:t>
          </a:r>
          <a:r>
            <a:rPr lang="en-US"/>
            <a:t>replaced by another transaction </a:t>
          </a:r>
        </a:p>
      </dgm:t>
    </dgm:pt>
    <dgm:pt modelId="{07EB37D1-B91C-4B31-B131-691B99007CEF}" type="parTrans" cxnId="{C015B459-5E72-4BED-90D6-02168C6C48D3}">
      <dgm:prSet/>
      <dgm:spPr/>
      <dgm:t>
        <a:bodyPr/>
        <a:lstStyle/>
        <a:p>
          <a:endParaRPr lang="en-US"/>
        </a:p>
      </dgm:t>
    </dgm:pt>
    <dgm:pt modelId="{C6FA1204-4F97-4C55-9B5D-BB5CC3CBD054}" type="sibTrans" cxnId="{C015B459-5E72-4BED-90D6-02168C6C48D3}">
      <dgm:prSet/>
      <dgm:spPr/>
      <dgm:t>
        <a:bodyPr/>
        <a:lstStyle/>
        <a:p>
          <a:endParaRPr lang="en-US"/>
        </a:p>
      </dgm:t>
    </dgm:pt>
    <dgm:pt modelId="{E67D9A40-48E6-4D21-AFB9-119FD9338E9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spending the same inputs with a higher nSequence</a:t>
          </a:r>
          <a:r>
            <a:rPr lang="tr-TR"/>
            <a:t> </a:t>
          </a:r>
          <a:r>
            <a:rPr lang="en-US"/>
            <a:t>value. </a:t>
          </a:r>
        </a:p>
      </dgm:t>
    </dgm:pt>
    <dgm:pt modelId="{59B8F2F2-EC2F-468F-AA3B-E86ADC0AFFDD}" type="parTrans" cxnId="{87C36A90-E1FC-4961-8854-8D1E97005F6D}">
      <dgm:prSet/>
      <dgm:spPr/>
      <dgm:t>
        <a:bodyPr/>
        <a:lstStyle/>
        <a:p>
          <a:endParaRPr lang="en-US"/>
        </a:p>
      </dgm:t>
    </dgm:pt>
    <dgm:pt modelId="{1126DC06-6419-4056-A785-02BCCFD27415}" type="sibTrans" cxnId="{87C36A90-E1FC-4961-8854-8D1E97005F6D}">
      <dgm:prSet/>
      <dgm:spPr/>
      <dgm:t>
        <a:bodyPr/>
        <a:lstStyle/>
        <a:p>
          <a:endParaRPr lang="en-US"/>
        </a:p>
      </dgm:t>
    </dgm:pt>
    <dgm:pt modelId="{0DBAA1FE-8FED-458B-A0C4-731905C2223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Once a transaction was received </a:t>
          </a:r>
        </a:p>
      </dgm:t>
    </dgm:pt>
    <dgm:pt modelId="{143FE7F2-E44D-4C2B-9F79-97B4EA76D27D}" type="parTrans" cxnId="{3FEB0F38-8531-4ADC-B459-F783EAC6DC6A}">
      <dgm:prSet/>
      <dgm:spPr/>
      <dgm:t>
        <a:bodyPr/>
        <a:lstStyle/>
        <a:p>
          <a:endParaRPr lang="en-US"/>
        </a:p>
      </dgm:t>
    </dgm:pt>
    <dgm:pt modelId="{4C3F87A1-FCA9-40F9-B292-4D5F3A6081CF}" type="sibTrans" cxnId="{3FEB0F38-8531-4ADC-B459-F783EAC6DC6A}">
      <dgm:prSet/>
      <dgm:spPr/>
      <dgm:t>
        <a:bodyPr/>
        <a:lstStyle/>
        <a:p>
          <a:endParaRPr lang="en-US"/>
        </a:p>
      </dgm:t>
    </dgm:pt>
    <dgm:pt modelId="{34D2807F-67EC-4A67-88AD-DDF6E90F9C2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whose inputs had an nSequence value of 2</a:t>
          </a:r>
          <a:r>
            <a:rPr lang="en-US" baseline="30000"/>
            <a:t>32</a:t>
          </a:r>
          <a:r>
            <a:rPr lang="en-US"/>
            <a:t> </a:t>
          </a:r>
        </a:p>
      </dgm:t>
    </dgm:pt>
    <dgm:pt modelId="{132CB899-40B2-451E-BFC1-30CDE0D300AA}" type="parTrans" cxnId="{C026C100-35A9-48FC-99B7-502FEFD602FF}">
      <dgm:prSet/>
      <dgm:spPr/>
      <dgm:t>
        <a:bodyPr/>
        <a:lstStyle/>
        <a:p>
          <a:endParaRPr lang="en-US"/>
        </a:p>
      </dgm:t>
    </dgm:pt>
    <dgm:pt modelId="{C7C5A97A-FD59-43D0-80C6-02568B6728D3}" type="sibTrans" cxnId="{C026C100-35A9-48FC-99B7-502FEFD602FF}">
      <dgm:prSet/>
      <dgm:spPr/>
      <dgm:t>
        <a:bodyPr/>
        <a:lstStyle/>
        <a:p>
          <a:endParaRPr lang="en-US"/>
        </a:p>
      </dgm:t>
    </dgm:pt>
    <dgm:pt modelId="{2D73C5A3-662C-44BF-8B3D-19D9890A43A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it</a:t>
          </a:r>
          <a:r>
            <a:rPr lang="tr-TR"/>
            <a:t> </a:t>
          </a:r>
          <a:r>
            <a:rPr lang="en-US"/>
            <a:t>would be considered “finalized” and mined.</a:t>
          </a:r>
        </a:p>
      </dgm:t>
    </dgm:pt>
    <dgm:pt modelId="{A1939902-E15B-443A-80BE-8363A55451EB}" type="parTrans" cxnId="{7425D24E-0766-4CE0-B8B9-8E2EE97B7A8A}">
      <dgm:prSet/>
      <dgm:spPr/>
      <dgm:t>
        <a:bodyPr/>
        <a:lstStyle/>
        <a:p>
          <a:endParaRPr lang="en-US"/>
        </a:p>
      </dgm:t>
    </dgm:pt>
    <dgm:pt modelId="{48907858-4779-4B2B-9A58-608E2AF707F0}" type="sibTrans" cxnId="{7425D24E-0766-4CE0-B8B9-8E2EE97B7A8A}">
      <dgm:prSet/>
      <dgm:spPr/>
      <dgm:t>
        <a:bodyPr/>
        <a:lstStyle/>
        <a:p>
          <a:endParaRPr lang="en-US"/>
        </a:p>
      </dgm:t>
    </dgm:pt>
    <dgm:pt modelId="{935D97D8-763D-48AF-9E20-DF906EBEBED3}" type="pres">
      <dgm:prSet presAssocID="{A1F8E920-2A85-44F0-9E09-C8C93B6161BD}" presName="root" presStyleCnt="0">
        <dgm:presLayoutVars>
          <dgm:dir/>
          <dgm:resizeHandles val="exact"/>
        </dgm:presLayoutVars>
      </dgm:prSet>
      <dgm:spPr/>
    </dgm:pt>
    <dgm:pt modelId="{DF23935C-984C-4A46-BF0A-D8B2A3DC2658}" type="pres">
      <dgm:prSet presAssocID="{E9A85809-F625-46FE-86B7-A88B2755BE1B}" presName="compNode" presStyleCnt="0"/>
      <dgm:spPr/>
    </dgm:pt>
    <dgm:pt modelId="{97A28213-A7C5-4A7F-8CBB-DE6F5791EA16}" type="pres">
      <dgm:prSet presAssocID="{E9A85809-F625-46FE-86B7-A88B2755BE1B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upi"/>
        </a:ext>
      </dgm:extLst>
    </dgm:pt>
    <dgm:pt modelId="{73E143CA-D304-4AE9-87FA-8486EB544DEC}" type="pres">
      <dgm:prSet presAssocID="{E9A85809-F625-46FE-86B7-A88B2755BE1B}" presName="iconSpace" presStyleCnt="0"/>
      <dgm:spPr/>
    </dgm:pt>
    <dgm:pt modelId="{27C10D80-2BA6-4362-8962-C6D56F0A0946}" type="pres">
      <dgm:prSet presAssocID="{E9A85809-F625-46FE-86B7-A88B2755BE1B}" presName="parTx" presStyleLbl="revTx" presStyleIdx="0" presStyleCnt="4">
        <dgm:presLayoutVars>
          <dgm:chMax val="0"/>
          <dgm:chPref val="0"/>
        </dgm:presLayoutVars>
      </dgm:prSet>
      <dgm:spPr/>
    </dgm:pt>
    <dgm:pt modelId="{06EACDD2-5049-4565-AC72-38A9119443FB}" type="pres">
      <dgm:prSet presAssocID="{E9A85809-F625-46FE-86B7-A88B2755BE1B}" presName="txSpace" presStyleCnt="0"/>
      <dgm:spPr/>
    </dgm:pt>
    <dgm:pt modelId="{51926D74-AF17-4736-B413-B86A90744801}" type="pres">
      <dgm:prSet presAssocID="{E9A85809-F625-46FE-86B7-A88B2755BE1B}" presName="desTx" presStyleLbl="revTx" presStyleIdx="1" presStyleCnt="4">
        <dgm:presLayoutVars/>
      </dgm:prSet>
      <dgm:spPr/>
    </dgm:pt>
    <dgm:pt modelId="{8AEB973C-7185-4064-A31D-8EEBD13C402A}" type="pres">
      <dgm:prSet presAssocID="{B4413010-A9E7-4E08-B94B-44BFCFE27B29}" presName="sibTrans" presStyleCnt="0"/>
      <dgm:spPr/>
    </dgm:pt>
    <dgm:pt modelId="{F76B74C2-FF0C-4F7B-93E7-F4581B6DC604}" type="pres">
      <dgm:prSet presAssocID="{0DBAA1FE-8FED-458B-A0C4-731905C22232}" presName="compNode" presStyleCnt="0"/>
      <dgm:spPr/>
    </dgm:pt>
    <dgm:pt modelId="{150F0546-EFFD-427C-A22A-ED6AC3A6E76C}" type="pres">
      <dgm:prSet presAssocID="{0DBAA1FE-8FED-458B-A0C4-731905C22232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abrika"/>
        </a:ext>
      </dgm:extLst>
    </dgm:pt>
    <dgm:pt modelId="{DC54F632-3F14-4ACE-AB44-C2D5FD44007C}" type="pres">
      <dgm:prSet presAssocID="{0DBAA1FE-8FED-458B-A0C4-731905C22232}" presName="iconSpace" presStyleCnt="0"/>
      <dgm:spPr/>
    </dgm:pt>
    <dgm:pt modelId="{561594A7-3F70-46F2-96C7-B4F2B8405029}" type="pres">
      <dgm:prSet presAssocID="{0DBAA1FE-8FED-458B-A0C4-731905C22232}" presName="parTx" presStyleLbl="revTx" presStyleIdx="2" presStyleCnt="4">
        <dgm:presLayoutVars>
          <dgm:chMax val="0"/>
          <dgm:chPref val="0"/>
        </dgm:presLayoutVars>
      </dgm:prSet>
      <dgm:spPr/>
    </dgm:pt>
    <dgm:pt modelId="{F287F24E-63AC-471C-962F-EA536E99114A}" type="pres">
      <dgm:prSet presAssocID="{0DBAA1FE-8FED-458B-A0C4-731905C22232}" presName="txSpace" presStyleCnt="0"/>
      <dgm:spPr/>
    </dgm:pt>
    <dgm:pt modelId="{CD135C95-6EC3-4B0E-913F-76D9CFFF533B}" type="pres">
      <dgm:prSet presAssocID="{0DBAA1FE-8FED-458B-A0C4-731905C22232}" presName="desTx" presStyleLbl="revTx" presStyleIdx="3" presStyleCnt="4">
        <dgm:presLayoutVars/>
      </dgm:prSet>
      <dgm:spPr/>
    </dgm:pt>
  </dgm:ptLst>
  <dgm:cxnLst>
    <dgm:cxn modelId="{C026C100-35A9-48FC-99B7-502FEFD602FF}" srcId="{0DBAA1FE-8FED-458B-A0C4-731905C22232}" destId="{34D2807F-67EC-4A67-88AD-DDF6E90F9C21}" srcOrd="0" destOrd="0" parTransId="{132CB899-40B2-451E-BFC1-30CDE0D300AA}" sibTransId="{C7C5A97A-FD59-43D0-80C6-02568B6728D3}"/>
    <dgm:cxn modelId="{BF4B1630-B1C4-4CFF-AD02-7BEA2C7AB893}" type="presOf" srcId="{2D73C5A3-662C-44BF-8B3D-19D9890A43A0}" destId="{CD135C95-6EC3-4B0E-913F-76D9CFFF533B}" srcOrd="0" destOrd="1" presId="urn:microsoft.com/office/officeart/2018/5/layout/CenteredIconLabelDescriptionList"/>
    <dgm:cxn modelId="{3FEB0F38-8531-4ADC-B459-F783EAC6DC6A}" srcId="{A1F8E920-2A85-44F0-9E09-C8C93B6161BD}" destId="{0DBAA1FE-8FED-458B-A0C4-731905C22232}" srcOrd="1" destOrd="0" parTransId="{143FE7F2-E44D-4C2B-9F79-97B4EA76D27D}" sibTransId="{4C3F87A1-FCA9-40F9-B292-4D5F3A6081CF}"/>
    <dgm:cxn modelId="{8E5DAC3C-A00E-4105-B251-F9CCCF7FD33E}" type="presOf" srcId="{A1F8E920-2A85-44F0-9E09-C8C93B6161BD}" destId="{935D97D8-763D-48AF-9E20-DF906EBEBED3}" srcOrd="0" destOrd="0" presId="urn:microsoft.com/office/officeart/2018/5/layout/CenteredIconLabelDescriptionList"/>
    <dgm:cxn modelId="{7425D24E-0766-4CE0-B8B9-8E2EE97B7A8A}" srcId="{0DBAA1FE-8FED-458B-A0C4-731905C22232}" destId="{2D73C5A3-662C-44BF-8B3D-19D9890A43A0}" srcOrd="1" destOrd="0" parTransId="{A1939902-E15B-443A-80BE-8363A55451EB}" sibTransId="{48907858-4779-4B2B-9A58-608E2AF707F0}"/>
    <dgm:cxn modelId="{C015B459-5E72-4BED-90D6-02168C6C48D3}" srcId="{E9A85809-F625-46FE-86B7-A88B2755BE1B}" destId="{41C205DC-6285-4880-AB8C-5635C6EB4EE2}" srcOrd="0" destOrd="0" parTransId="{07EB37D1-B91C-4B31-B131-691B99007CEF}" sibTransId="{C6FA1204-4F97-4C55-9B5D-BB5CC3CBD054}"/>
    <dgm:cxn modelId="{87C36A90-E1FC-4961-8854-8D1E97005F6D}" srcId="{E9A85809-F625-46FE-86B7-A88B2755BE1B}" destId="{E67D9A40-48E6-4D21-AFB9-119FD9338E96}" srcOrd="1" destOrd="0" parTransId="{59B8F2F2-EC2F-468F-AA3B-E86ADC0AFFDD}" sibTransId="{1126DC06-6419-4056-A785-02BCCFD27415}"/>
    <dgm:cxn modelId="{6D92E49B-4CF3-4922-8797-C290F2BD9966}" type="presOf" srcId="{0DBAA1FE-8FED-458B-A0C4-731905C22232}" destId="{561594A7-3F70-46F2-96C7-B4F2B8405029}" srcOrd="0" destOrd="0" presId="urn:microsoft.com/office/officeart/2018/5/layout/CenteredIconLabelDescriptionList"/>
    <dgm:cxn modelId="{E1DD09A8-6F15-4DE7-99BD-3291DD187A37}" type="presOf" srcId="{E9A85809-F625-46FE-86B7-A88B2755BE1B}" destId="{27C10D80-2BA6-4362-8962-C6D56F0A0946}" srcOrd="0" destOrd="0" presId="urn:microsoft.com/office/officeart/2018/5/layout/CenteredIconLabelDescriptionList"/>
    <dgm:cxn modelId="{FB004EC7-7491-4ACE-A8A6-1B3DFB8F71BB}" type="presOf" srcId="{E67D9A40-48E6-4D21-AFB9-119FD9338E96}" destId="{51926D74-AF17-4736-B413-B86A90744801}" srcOrd="0" destOrd="1" presId="urn:microsoft.com/office/officeart/2018/5/layout/CenteredIconLabelDescriptionList"/>
    <dgm:cxn modelId="{7329D5D1-37ED-49F0-A141-B17A14483E71}" srcId="{A1F8E920-2A85-44F0-9E09-C8C93B6161BD}" destId="{E9A85809-F625-46FE-86B7-A88B2755BE1B}" srcOrd="0" destOrd="0" parTransId="{6ABA0AAD-051B-4156-A9E9-DF24E63A5700}" sibTransId="{B4413010-A9E7-4E08-B94B-44BFCFE27B29}"/>
    <dgm:cxn modelId="{6AEE1FD8-82C4-42EF-A8AE-0B908E41C1E9}" type="presOf" srcId="{41C205DC-6285-4880-AB8C-5635C6EB4EE2}" destId="{51926D74-AF17-4736-B413-B86A90744801}" srcOrd="0" destOrd="0" presId="urn:microsoft.com/office/officeart/2018/5/layout/CenteredIconLabelDescriptionList"/>
    <dgm:cxn modelId="{2AE313F1-10A1-4424-A27C-E176D8EA1ED6}" type="presOf" srcId="{34D2807F-67EC-4A67-88AD-DDF6E90F9C21}" destId="{CD135C95-6EC3-4B0E-913F-76D9CFFF533B}" srcOrd="0" destOrd="0" presId="urn:microsoft.com/office/officeart/2018/5/layout/CenteredIconLabelDescriptionList"/>
    <dgm:cxn modelId="{BD227BE8-E6C1-4BC7-9F54-1323328B1206}" type="presParOf" srcId="{935D97D8-763D-48AF-9E20-DF906EBEBED3}" destId="{DF23935C-984C-4A46-BF0A-D8B2A3DC2658}" srcOrd="0" destOrd="0" presId="urn:microsoft.com/office/officeart/2018/5/layout/CenteredIconLabelDescriptionList"/>
    <dgm:cxn modelId="{0ADC9AEA-9C17-41ED-93BC-2CF5393F28A8}" type="presParOf" srcId="{DF23935C-984C-4A46-BF0A-D8B2A3DC2658}" destId="{97A28213-A7C5-4A7F-8CBB-DE6F5791EA16}" srcOrd="0" destOrd="0" presId="urn:microsoft.com/office/officeart/2018/5/layout/CenteredIconLabelDescriptionList"/>
    <dgm:cxn modelId="{97B8A00D-478F-4A20-977E-42A861D51BD1}" type="presParOf" srcId="{DF23935C-984C-4A46-BF0A-D8B2A3DC2658}" destId="{73E143CA-D304-4AE9-87FA-8486EB544DEC}" srcOrd="1" destOrd="0" presId="urn:microsoft.com/office/officeart/2018/5/layout/CenteredIconLabelDescriptionList"/>
    <dgm:cxn modelId="{89E35373-9F29-478E-957A-CE2B8079D8CC}" type="presParOf" srcId="{DF23935C-984C-4A46-BF0A-D8B2A3DC2658}" destId="{27C10D80-2BA6-4362-8962-C6D56F0A0946}" srcOrd="2" destOrd="0" presId="urn:microsoft.com/office/officeart/2018/5/layout/CenteredIconLabelDescriptionList"/>
    <dgm:cxn modelId="{5B4DD1D7-636B-4C1E-8462-171CBAA9C90B}" type="presParOf" srcId="{DF23935C-984C-4A46-BF0A-D8B2A3DC2658}" destId="{06EACDD2-5049-4565-AC72-38A9119443FB}" srcOrd="3" destOrd="0" presId="urn:microsoft.com/office/officeart/2018/5/layout/CenteredIconLabelDescriptionList"/>
    <dgm:cxn modelId="{30146B21-456C-47AA-80A7-6C7F3E783FDC}" type="presParOf" srcId="{DF23935C-984C-4A46-BF0A-D8B2A3DC2658}" destId="{51926D74-AF17-4736-B413-B86A90744801}" srcOrd="4" destOrd="0" presId="urn:microsoft.com/office/officeart/2018/5/layout/CenteredIconLabelDescriptionList"/>
    <dgm:cxn modelId="{302099E9-0AE8-4C8D-BA02-610C434D1AC1}" type="presParOf" srcId="{935D97D8-763D-48AF-9E20-DF906EBEBED3}" destId="{8AEB973C-7185-4064-A31D-8EEBD13C402A}" srcOrd="1" destOrd="0" presId="urn:microsoft.com/office/officeart/2018/5/layout/CenteredIconLabelDescriptionList"/>
    <dgm:cxn modelId="{996C3D21-A5F8-41F5-B90F-E07777CE8A95}" type="presParOf" srcId="{935D97D8-763D-48AF-9E20-DF906EBEBED3}" destId="{F76B74C2-FF0C-4F7B-93E7-F4581B6DC604}" srcOrd="2" destOrd="0" presId="urn:microsoft.com/office/officeart/2018/5/layout/CenteredIconLabelDescriptionList"/>
    <dgm:cxn modelId="{DD57E330-EA5E-4C5A-87F9-06546B772659}" type="presParOf" srcId="{F76B74C2-FF0C-4F7B-93E7-F4581B6DC604}" destId="{150F0546-EFFD-427C-A22A-ED6AC3A6E76C}" srcOrd="0" destOrd="0" presId="urn:microsoft.com/office/officeart/2018/5/layout/CenteredIconLabelDescriptionList"/>
    <dgm:cxn modelId="{789D453F-DDCB-4B31-A9FB-5338F32D7AC9}" type="presParOf" srcId="{F76B74C2-FF0C-4F7B-93E7-F4581B6DC604}" destId="{DC54F632-3F14-4ACE-AB44-C2D5FD44007C}" srcOrd="1" destOrd="0" presId="urn:microsoft.com/office/officeart/2018/5/layout/CenteredIconLabelDescriptionList"/>
    <dgm:cxn modelId="{F5D7572F-639A-4BB0-9DE3-01F48A56B62B}" type="presParOf" srcId="{F76B74C2-FF0C-4F7B-93E7-F4581B6DC604}" destId="{561594A7-3F70-46F2-96C7-B4F2B8405029}" srcOrd="2" destOrd="0" presId="urn:microsoft.com/office/officeart/2018/5/layout/CenteredIconLabelDescriptionList"/>
    <dgm:cxn modelId="{CEF062D6-4A77-447A-BCA3-EA63D42FD539}" type="presParOf" srcId="{F76B74C2-FF0C-4F7B-93E7-F4581B6DC604}" destId="{F287F24E-63AC-471C-962F-EA536E99114A}" srcOrd="3" destOrd="0" presId="urn:microsoft.com/office/officeart/2018/5/layout/CenteredIconLabelDescriptionList"/>
    <dgm:cxn modelId="{B0996FF2-7870-45C5-B837-308902A3B8E6}" type="presParOf" srcId="{F76B74C2-FF0C-4F7B-93E7-F4581B6DC604}" destId="{CD135C95-6EC3-4B0E-913F-76D9CFFF533B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6.xml><?xml version="1.0" encoding="utf-8"?>
<dgm:dataModel xmlns:dgm="http://schemas.openxmlformats.org/drawingml/2006/diagram" xmlns:a="http://schemas.openxmlformats.org/drawingml/2006/main">
  <dgm:ptLst>
    <dgm:pt modelId="{44A58798-0E90-4FCE-BA34-B0ABD1DA9044}" type="doc">
      <dgm:prSet loTypeId="urn:microsoft.com/office/officeart/2018/2/layout/IconLabelDescriptionList" loCatId="icon" qsTypeId="urn:microsoft.com/office/officeart/2005/8/quickstyle/simple3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45A911BF-AAD9-407B-A0B7-D980B1F93E4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original meaning of nSequence </a:t>
          </a:r>
        </a:p>
      </dgm:t>
    </dgm:pt>
    <dgm:pt modelId="{48CBE23E-61AE-4396-A261-AD06B93F7192}" type="parTrans" cxnId="{4DF18303-0C52-4F38-A348-DB7B1FBFC815}">
      <dgm:prSet/>
      <dgm:spPr/>
      <dgm:t>
        <a:bodyPr/>
        <a:lstStyle/>
        <a:p>
          <a:endParaRPr lang="en-US"/>
        </a:p>
      </dgm:t>
    </dgm:pt>
    <dgm:pt modelId="{ECDD813A-2E8D-403E-9318-3E44CB3BD0FE}" type="sibTrans" cxnId="{4DF18303-0C52-4F38-A348-DB7B1FBFC815}">
      <dgm:prSet/>
      <dgm:spPr/>
      <dgm:t>
        <a:bodyPr/>
        <a:lstStyle/>
        <a:p>
          <a:endParaRPr lang="en-US"/>
        </a:p>
      </dgm:t>
    </dgm:pt>
    <dgm:pt modelId="{33678A3C-5DCB-406C-9C77-F4CF578ABF6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was never properly implemented </a:t>
          </a:r>
        </a:p>
      </dgm:t>
    </dgm:pt>
    <dgm:pt modelId="{6A245004-B1F6-4B0D-834A-CE4D83CA0DA5}" type="parTrans" cxnId="{E8693048-9488-4F77-84CF-B0F48546F5AC}">
      <dgm:prSet/>
      <dgm:spPr/>
      <dgm:t>
        <a:bodyPr/>
        <a:lstStyle/>
        <a:p>
          <a:endParaRPr lang="en-US"/>
        </a:p>
      </dgm:t>
    </dgm:pt>
    <dgm:pt modelId="{9BECF5AB-F9CC-4CD1-9B0B-4C9EA12C145A}" type="sibTrans" cxnId="{E8693048-9488-4F77-84CF-B0F48546F5AC}">
      <dgm:prSet/>
      <dgm:spPr/>
      <dgm:t>
        <a:bodyPr/>
        <a:lstStyle/>
        <a:p>
          <a:endParaRPr lang="en-US"/>
        </a:p>
      </dgm:t>
    </dgm:pt>
    <dgm:pt modelId="{C9C652CD-2495-4902-B91B-0ACC8A895C8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and the value of</a:t>
          </a:r>
          <a:r>
            <a:rPr lang="tr-TR"/>
            <a:t> </a:t>
          </a:r>
          <a:r>
            <a:rPr lang="en-US"/>
            <a:t>nSequence </a:t>
          </a:r>
        </a:p>
      </dgm:t>
    </dgm:pt>
    <dgm:pt modelId="{24C7839B-DFBA-4E88-A0F7-4DC4ECC6A3DE}" type="parTrans" cxnId="{459D5C82-873C-4A6A-B756-613C6C9F14EF}">
      <dgm:prSet/>
      <dgm:spPr/>
      <dgm:t>
        <a:bodyPr/>
        <a:lstStyle/>
        <a:p>
          <a:endParaRPr lang="en-US"/>
        </a:p>
      </dgm:t>
    </dgm:pt>
    <dgm:pt modelId="{293FD2B2-47AD-48CD-AEF1-C6C9EFD209FC}" type="sibTrans" cxnId="{459D5C82-873C-4A6A-B756-613C6C9F14EF}">
      <dgm:prSet/>
      <dgm:spPr/>
      <dgm:t>
        <a:bodyPr/>
        <a:lstStyle/>
        <a:p>
          <a:endParaRPr lang="en-US"/>
        </a:p>
      </dgm:t>
    </dgm:pt>
    <dgm:pt modelId="{2071E450-91CF-4273-B035-C6D99B80A8B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is customarily set to 2</a:t>
          </a:r>
          <a:r>
            <a:rPr lang="en-US" baseline="30000"/>
            <a:t>32</a:t>
          </a:r>
          <a:r>
            <a:rPr lang="en-US"/>
            <a:t> </a:t>
          </a:r>
        </a:p>
      </dgm:t>
    </dgm:pt>
    <dgm:pt modelId="{6F5D5219-182D-4C57-9257-34A816351B3A}" type="parTrans" cxnId="{D4C270EB-245A-405D-A166-BF43568D429F}">
      <dgm:prSet/>
      <dgm:spPr/>
      <dgm:t>
        <a:bodyPr/>
        <a:lstStyle/>
        <a:p>
          <a:endParaRPr lang="en-US"/>
        </a:p>
      </dgm:t>
    </dgm:pt>
    <dgm:pt modelId="{7AFA828A-8ADB-49E5-8F8F-30DEDCDBBC81}" type="sibTrans" cxnId="{D4C270EB-245A-405D-A166-BF43568D429F}">
      <dgm:prSet/>
      <dgm:spPr/>
      <dgm:t>
        <a:bodyPr/>
        <a:lstStyle/>
        <a:p>
          <a:endParaRPr lang="en-US"/>
        </a:p>
      </dgm:t>
    </dgm:pt>
    <dgm:pt modelId="{252B7C12-4A57-4E53-9421-222EECBCB6A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transactions that do not utilize timelocks. </a:t>
          </a:r>
        </a:p>
      </dgm:t>
    </dgm:pt>
    <dgm:pt modelId="{5F3495DB-BFF3-45F9-8F3B-E5DD68128762}" type="parTrans" cxnId="{0F419005-049C-4766-9752-7C6925136669}">
      <dgm:prSet/>
      <dgm:spPr/>
      <dgm:t>
        <a:bodyPr/>
        <a:lstStyle/>
        <a:p>
          <a:endParaRPr lang="en-US"/>
        </a:p>
      </dgm:t>
    </dgm:pt>
    <dgm:pt modelId="{3A89C59F-7012-4D53-9998-90C0480BDEC7}" type="sibTrans" cxnId="{0F419005-049C-4766-9752-7C6925136669}">
      <dgm:prSet/>
      <dgm:spPr/>
      <dgm:t>
        <a:bodyPr/>
        <a:lstStyle/>
        <a:p>
          <a:endParaRPr lang="en-US"/>
        </a:p>
      </dgm:t>
    </dgm:pt>
    <dgm:pt modelId="{7DE1D1DB-CF15-44DF-95C0-E908C8800E00}" type="pres">
      <dgm:prSet presAssocID="{44A58798-0E90-4FCE-BA34-B0ABD1DA9044}" presName="root" presStyleCnt="0">
        <dgm:presLayoutVars>
          <dgm:dir/>
          <dgm:resizeHandles val="exact"/>
        </dgm:presLayoutVars>
      </dgm:prSet>
      <dgm:spPr/>
    </dgm:pt>
    <dgm:pt modelId="{161674CF-5C8B-4DA8-AE22-28BF33419531}" type="pres">
      <dgm:prSet presAssocID="{45A911BF-AAD9-407B-A0B7-D980B1F93E42}" presName="compNode" presStyleCnt="0"/>
      <dgm:spPr/>
    </dgm:pt>
    <dgm:pt modelId="{F2D7FE8E-D019-4469-B475-CD3E30BE0EF5}" type="pres">
      <dgm:prSet presAssocID="{45A911BF-AAD9-407B-A0B7-D980B1F93E42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3AC5B830-C8E7-483D-91B3-078557D7556D}" type="pres">
      <dgm:prSet presAssocID="{45A911BF-AAD9-407B-A0B7-D980B1F93E42}" presName="iconSpace" presStyleCnt="0"/>
      <dgm:spPr/>
    </dgm:pt>
    <dgm:pt modelId="{19F6AD8B-DD1B-4A08-B45B-421CB2D9D4E4}" type="pres">
      <dgm:prSet presAssocID="{45A911BF-AAD9-407B-A0B7-D980B1F93E42}" presName="parTx" presStyleLbl="revTx" presStyleIdx="0" presStyleCnt="4">
        <dgm:presLayoutVars>
          <dgm:chMax val="0"/>
          <dgm:chPref val="0"/>
        </dgm:presLayoutVars>
      </dgm:prSet>
      <dgm:spPr/>
    </dgm:pt>
    <dgm:pt modelId="{56B2818B-2E0D-4A42-AA5B-8A1EEA72232F}" type="pres">
      <dgm:prSet presAssocID="{45A911BF-AAD9-407B-A0B7-D980B1F93E42}" presName="txSpace" presStyleCnt="0"/>
      <dgm:spPr/>
    </dgm:pt>
    <dgm:pt modelId="{46348675-FCBD-41FE-98D1-E12DAFE53093}" type="pres">
      <dgm:prSet presAssocID="{45A911BF-AAD9-407B-A0B7-D980B1F93E42}" presName="desTx" presStyleLbl="revTx" presStyleIdx="1" presStyleCnt="4">
        <dgm:presLayoutVars/>
      </dgm:prSet>
      <dgm:spPr/>
    </dgm:pt>
    <dgm:pt modelId="{6ED9F0CF-7332-458D-B0DC-371D2176DE43}" type="pres">
      <dgm:prSet presAssocID="{ECDD813A-2E8D-403E-9318-3E44CB3BD0FE}" presName="sibTrans" presStyleCnt="0"/>
      <dgm:spPr/>
    </dgm:pt>
    <dgm:pt modelId="{72AD1C3F-8F07-4A06-AAEE-BE7A1E30E13E}" type="pres">
      <dgm:prSet presAssocID="{C9C652CD-2495-4902-B91B-0ACC8A895C8F}" presName="compNode" presStyleCnt="0"/>
      <dgm:spPr/>
    </dgm:pt>
    <dgm:pt modelId="{AE4CBD74-BAF9-4764-8B06-5210B10162FB}" type="pres">
      <dgm:prSet presAssocID="{C9C652CD-2495-4902-B91B-0ACC8A895C8F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Ruble"/>
        </a:ext>
      </dgm:extLst>
    </dgm:pt>
    <dgm:pt modelId="{6862CC24-44C7-4D1E-B06F-A7C1185995F9}" type="pres">
      <dgm:prSet presAssocID="{C9C652CD-2495-4902-B91B-0ACC8A895C8F}" presName="iconSpace" presStyleCnt="0"/>
      <dgm:spPr/>
    </dgm:pt>
    <dgm:pt modelId="{5FCAC2EA-B545-44BD-B39F-62394BB5888B}" type="pres">
      <dgm:prSet presAssocID="{C9C652CD-2495-4902-B91B-0ACC8A895C8F}" presName="parTx" presStyleLbl="revTx" presStyleIdx="2" presStyleCnt="4">
        <dgm:presLayoutVars>
          <dgm:chMax val="0"/>
          <dgm:chPref val="0"/>
        </dgm:presLayoutVars>
      </dgm:prSet>
      <dgm:spPr/>
    </dgm:pt>
    <dgm:pt modelId="{3D244293-E7AE-401A-8D42-91995C6AD26F}" type="pres">
      <dgm:prSet presAssocID="{C9C652CD-2495-4902-B91B-0ACC8A895C8F}" presName="txSpace" presStyleCnt="0"/>
      <dgm:spPr/>
    </dgm:pt>
    <dgm:pt modelId="{701694FD-911F-4795-A984-8B5F9E5BC38F}" type="pres">
      <dgm:prSet presAssocID="{C9C652CD-2495-4902-B91B-0ACC8A895C8F}" presName="desTx" presStyleLbl="revTx" presStyleIdx="3" presStyleCnt="4">
        <dgm:presLayoutVars/>
      </dgm:prSet>
      <dgm:spPr/>
    </dgm:pt>
  </dgm:ptLst>
  <dgm:cxnLst>
    <dgm:cxn modelId="{4DF18303-0C52-4F38-A348-DB7B1FBFC815}" srcId="{44A58798-0E90-4FCE-BA34-B0ABD1DA9044}" destId="{45A911BF-AAD9-407B-A0B7-D980B1F93E42}" srcOrd="0" destOrd="0" parTransId="{48CBE23E-61AE-4396-A261-AD06B93F7192}" sibTransId="{ECDD813A-2E8D-403E-9318-3E44CB3BD0FE}"/>
    <dgm:cxn modelId="{0F419005-049C-4766-9752-7C6925136669}" srcId="{C9C652CD-2495-4902-B91B-0ACC8A895C8F}" destId="{252B7C12-4A57-4E53-9421-222EECBCB6A9}" srcOrd="1" destOrd="0" parTransId="{5F3495DB-BFF3-45F9-8F3B-E5DD68128762}" sibTransId="{3A89C59F-7012-4D53-9998-90C0480BDEC7}"/>
    <dgm:cxn modelId="{0A18DB33-0037-46A5-8C4C-6BE9B38A00B3}" type="presOf" srcId="{2071E450-91CF-4273-B035-C6D99B80A8B6}" destId="{701694FD-911F-4795-A984-8B5F9E5BC38F}" srcOrd="0" destOrd="0" presId="urn:microsoft.com/office/officeart/2018/2/layout/IconLabelDescriptionList"/>
    <dgm:cxn modelId="{E8693048-9488-4F77-84CF-B0F48546F5AC}" srcId="{45A911BF-AAD9-407B-A0B7-D980B1F93E42}" destId="{33678A3C-5DCB-406C-9C77-F4CF578ABF67}" srcOrd="0" destOrd="0" parTransId="{6A245004-B1F6-4B0D-834A-CE4D83CA0DA5}" sibTransId="{9BECF5AB-F9CC-4CD1-9B0B-4C9EA12C145A}"/>
    <dgm:cxn modelId="{459D5C82-873C-4A6A-B756-613C6C9F14EF}" srcId="{44A58798-0E90-4FCE-BA34-B0ABD1DA9044}" destId="{C9C652CD-2495-4902-B91B-0ACC8A895C8F}" srcOrd="1" destOrd="0" parTransId="{24C7839B-DFBA-4E88-A0F7-4DC4ECC6A3DE}" sibTransId="{293FD2B2-47AD-48CD-AEF1-C6C9EFD209FC}"/>
    <dgm:cxn modelId="{DB55DE89-1A12-4B8A-BB4A-8033EC9414A2}" type="presOf" srcId="{33678A3C-5DCB-406C-9C77-F4CF578ABF67}" destId="{46348675-FCBD-41FE-98D1-E12DAFE53093}" srcOrd="0" destOrd="0" presId="urn:microsoft.com/office/officeart/2018/2/layout/IconLabelDescriptionList"/>
    <dgm:cxn modelId="{36695094-62A5-4D1B-85D2-1B2CFA73AC0E}" type="presOf" srcId="{45A911BF-AAD9-407B-A0B7-D980B1F93E42}" destId="{19F6AD8B-DD1B-4A08-B45B-421CB2D9D4E4}" srcOrd="0" destOrd="0" presId="urn:microsoft.com/office/officeart/2018/2/layout/IconLabelDescriptionList"/>
    <dgm:cxn modelId="{32F558BC-F1C7-4987-9D36-B2FC43B42B91}" type="presOf" srcId="{252B7C12-4A57-4E53-9421-222EECBCB6A9}" destId="{701694FD-911F-4795-A984-8B5F9E5BC38F}" srcOrd="0" destOrd="1" presId="urn:microsoft.com/office/officeart/2018/2/layout/IconLabelDescriptionList"/>
    <dgm:cxn modelId="{59EC7BCA-350D-43C7-B04F-22EB9FEBAD1A}" type="presOf" srcId="{44A58798-0E90-4FCE-BA34-B0ABD1DA9044}" destId="{7DE1D1DB-CF15-44DF-95C0-E908C8800E00}" srcOrd="0" destOrd="0" presId="urn:microsoft.com/office/officeart/2018/2/layout/IconLabelDescriptionList"/>
    <dgm:cxn modelId="{E17D6FE2-CF58-4A76-BDE8-8BB74AB19196}" type="presOf" srcId="{C9C652CD-2495-4902-B91B-0ACC8A895C8F}" destId="{5FCAC2EA-B545-44BD-B39F-62394BB5888B}" srcOrd="0" destOrd="0" presId="urn:microsoft.com/office/officeart/2018/2/layout/IconLabelDescriptionList"/>
    <dgm:cxn modelId="{D4C270EB-245A-405D-A166-BF43568D429F}" srcId="{C9C652CD-2495-4902-B91B-0ACC8A895C8F}" destId="{2071E450-91CF-4273-B035-C6D99B80A8B6}" srcOrd="0" destOrd="0" parTransId="{6F5D5219-182D-4C57-9257-34A816351B3A}" sibTransId="{7AFA828A-8ADB-49E5-8F8F-30DEDCDBBC81}"/>
    <dgm:cxn modelId="{2EBF84C5-7E4A-4074-82A2-3EB666D52610}" type="presParOf" srcId="{7DE1D1DB-CF15-44DF-95C0-E908C8800E00}" destId="{161674CF-5C8B-4DA8-AE22-28BF33419531}" srcOrd="0" destOrd="0" presId="urn:microsoft.com/office/officeart/2018/2/layout/IconLabelDescriptionList"/>
    <dgm:cxn modelId="{2A9C6CC1-4076-49EC-863A-6E567642E14D}" type="presParOf" srcId="{161674CF-5C8B-4DA8-AE22-28BF33419531}" destId="{F2D7FE8E-D019-4469-B475-CD3E30BE0EF5}" srcOrd="0" destOrd="0" presId="urn:microsoft.com/office/officeart/2018/2/layout/IconLabelDescriptionList"/>
    <dgm:cxn modelId="{08D2027C-BA6A-452E-A087-DD7694DE36FC}" type="presParOf" srcId="{161674CF-5C8B-4DA8-AE22-28BF33419531}" destId="{3AC5B830-C8E7-483D-91B3-078557D7556D}" srcOrd="1" destOrd="0" presId="urn:microsoft.com/office/officeart/2018/2/layout/IconLabelDescriptionList"/>
    <dgm:cxn modelId="{79FB58E0-5477-4424-9930-E8B3E17E8EBD}" type="presParOf" srcId="{161674CF-5C8B-4DA8-AE22-28BF33419531}" destId="{19F6AD8B-DD1B-4A08-B45B-421CB2D9D4E4}" srcOrd="2" destOrd="0" presId="urn:microsoft.com/office/officeart/2018/2/layout/IconLabelDescriptionList"/>
    <dgm:cxn modelId="{B5F06612-AE45-4114-A5D0-B6E831FA6C3F}" type="presParOf" srcId="{161674CF-5C8B-4DA8-AE22-28BF33419531}" destId="{56B2818B-2E0D-4A42-AA5B-8A1EEA72232F}" srcOrd="3" destOrd="0" presId="urn:microsoft.com/office/officeart/2018/2/layout/IconLabelDescriptionList"/>
    <dgm:cxn modelId="{4195F7A5-96C2-49D1-9E76-ED19D93ECE8C}" type="presParOf" srcId="{161674CF-5C8B-4DA8-AE22-28BF33419531}" destId="{46348675-FCBD-41FE-98D1-E12DAFE53093}" srcOrd="4" destOrd="0" presId="urn:microsoft.com/office/officeart/2018/2/layout/IconLabelDescriptionList"/>
    <dgm:cxn modelId="{EAFCDE94-61C2-45C7-8602-D22F460CB014}" type="presParOf" srcId="{7DE1D1DB-CF15-44DF-95C0-E908C8800E00}" destId="{6ED9F0CF-7332-458D-B0DC-371D2176DE43}" srcOrd="1" destOrd="0" presId="urn:microsoft.com/office/officeart/2018/2/layout/IconLabelDescriptionList"/>
    <dgm:cxn modelId="{E70D0B8C-A6E3-4F51-8DCF-7CA83AFA709F}" type="presParOf" srcId="{7DE1D1DB-CF15-44DF-95C0-E908C8800E00}" destId="{72AD1C3F-8F07-4A06-AAEE-BE7A1E30E13E}" srcOrd="2" destOrd="0" presId="urn:microsoft.com/office/officeart/2018/2/layout/IconLabelDescriptionList"/>
    <dgm:cxn modelId="{8EED33C6-E2CB-4BC3-B269-3101829EA1F6}" type="presParOf" srcId="{72AD1C3F-8F07-4A06-AAEE-BE7A1E30E13E}" destId="{AE4CBD74-BAF9-4764-8B06-5210B10162FB}" srcOrd="0" destOrd="0" presId="urn:microsoft.com/office/officeart/2018/2/layout/IconLabelDescriptionList"/>
    <dgm:cxn modelId="{71AAE414-F8CF-4A8E-B890-5399551562F2}" type="presParOf" srcId="{72AD1C3F-8F07-4A06-AAEE-BE7A1E30E13E}" destId="{6862CC24-44C7-4D1E-B06F-A7C1185995F9}" srcOrd="1" destOrd="0" presId="urn:microsoft.com/office/officeart/2018/2/layout/IconLabelDescriptionList"/>
    <dgm:cxn modelId="{CDE5D17D-5358-4A2C-A5EB-2DD373B639B5}" type="presParOf" srcId="{72AD1C3F-8F07-4A06-AAEE-BE7A1E30E13E}" destId="{5FCAC2EA-B545-44BD-B39F-62394BB5888B}" srcOrd="2" destOrd="0" presId="urn:microsoft.com/office/officeart/2018/2/layout/IconLabelDescriptionList"/>
    <dgm:cxn modelId="{04AB67B9-6B56-40FB-803B-02BABEFC46E8}" type="presParOf" srcId="{72AD1C3F-8F07-4A06-AAEE-BE7A1E30E13E}" destId="{3D244293-E7AE-401A-8D42-91995C6AD26F}" srcOrd="3" destOrd="0" presId="urn:microsoft.com/office/officeart/2018/2/layout/IconLabelDescriptionList"/>
    <dgm:cxn modelId="{ADA2DACF-FFBE-407E-A631-1E065CB7242B}" type="presParOf" srcId="{72AD1C3F-8F07-4A06-AAEE-BE7A1E30E13E}" destId="{701694FD-911F-4795-A984-8B5F9E5BC38F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7.xml><?xml version="1.0" encoding="utf-8"?>
<dgm:dataModel xmlns:dgm="http://schemas.openxmlformats.org/drawingml/2006/diagram" xmlns:a="http://schemas.openxmlformats.org/drawingml/2006/main">
  <dgm:ptLst>
    <dgm:pt modelId="{4281B32A-C183-4B4C-B392-1CF62830A696}" type="doc">
      <dgm:prSet loTypeId="urn:microsoft.com/office/officeart/2005/8/layout/list1" loCatId="list" qsTypeId="urn:microsoft.com/office/officeart/2005/8/quickstyle/simple5" qsCatId="simple" csTypeId="urn:microsoft.com/office/officeart/2005/8/colors/accent3_1" csCatId="accent3" phldr="1"/>
      <dgm:spPr/>
      <dgm:t>
        <a:bodyPr/>
        <a:lstStyle/>
        <a:p>
          <a:endParaRPr lang="en-US"/>
        </a:p>
      </dgm:t>
    </dgm:pt>
    <dgm:pt modelId="{E88E2BF3-3A65-4064-9370-3D00544128A7}">
      <dgm:prSet/>
      <dgm:spPr/>
      <dgm:t>
        <a:bodyPr/>
        <a:lstStyle/>
        <a:p>
          <a:r>
            <a:rPr lang="en-US" dirty="0" err="1"/>
            <a:t>nLocktime</a:t>
          </a:r>
          <a:r>
            <a:rPr lang="tr-TR" dirty="0"/>
            <a:t> </a:t>
          </a:r>
          <a:r>
            <a:rPr lang="tr-TR" dirty="0" err="1"/>
            <a:t>transactions</a:t>
          </a:r>
          <a:endParaRPr lang="en-US" dirty="0"/>
        </a:p>
      </dgm:t>
    </dgm:pt>
    <dgm:pt modelId="{339BE274-3B8E-4950-8ACE-C945841EEF6E}" type="parTrans" cxnId="{7F52B7B9-0C93-4E61-8B24-9ECC10E7CCF5}">
      <dgm:prSet/>
      <dgm:spPr/>
      <dgm:t>
        <a:bodyPr/>
        <a:lstStyle/>
        <a:p>
          <a:endParaRPr lang="en-US"/>
        </a:p>
      </dgm:t>
    </dgm:pt>
    <dgm:pt modelId="{3451165A-3EA1-4E93-9F0D-D5DA7FF6AA81}" type="sibTrans" cxnId="{7F52B7B9-0C93-4E61-8B24-9ECC10E7CCF5}">
      <dgm:prSet/>
      <dgm:spPr/>
      <dgm:t>
        <a:bodyPr/>
        <a:lstStyle/>
        <a:p>
          <a:endParaRPr lang="en-US"/>
        </a:p>
      </dgm:t>
    </dgm:pt>
    <dgm:pt modelId="{65BC8F25-6ADE-4A41-8E69-17AE4D577D71}">
      <dgm:prSet/>
      <dgm:spPr/>
      <dgm:t>
        <a:bodyPr/>
        <a:lstStyle/>
        <a:p>
          <a:r>
            <a:rPr lang="en-US"/>
            <a:t>or CHECKLOCKTIMEVERIFY, </a:t>
          </a:r>
        </a:p>
      </dgm:t>
    </dgm:pt>
    <dgm:pt modelId="{F19BD6BD-C9E6-4709-96D9-7DA07E8324C1}" type="parTrans" cxnId="{2B4281D0-53F1-4FC9-A993-F823FBE6564F}">
      <dgm:prSet/>
      <dgm:spPr/>
      <dgm:t>
        <a:bodyPr/>
        <a:lstStyle/>
        <a:p>
          <a:endParaRPr lang="en-US"/>
        </a:p>
      </dgm:t>
    </dgm:pt>
    <dgm:pt modelId="{65441F5B-0E5A-490E-BB28-D08A3F6CCEB5}" type="sibTrans" cxnId="{2B4281D0-53F1-4FC9-A993-F823FBE6564F}">
      <dgm:prSet/>
      <dgm:spPr/>
      <dgm:t>
        <a:bodyPr/>
        <a:lstStyle/>
        <a:p>
          <a:endParaRPr lang="en-US"/>
        </a:p>
      </dgm:t>
    </dgm:pt>
    <dgm:pt modelId="{F84DBB6F-CD39-4D73-95F7-DD81FEFF83E9}">
      <dgm:prSet/>
      <dgm:spPr/>
      <dgm:t>
        <a:bodyPr/>
        <a:lstStyle/>
        <a:p>
          <a:r>
            <a:rPr lang="en-US"/>
            <a:t>the nSequence value </a:t>
          </a:r>
        </a:p>
      </dgm:t>
    </dgm:pt>
    <dgm:pt modelId="{15AF9E56-43F8-4A45-A21B-120030975CCD}" type="parTrans" cxnId="{1B30F187-1221-4BEC-8DA4-2BA8F8BF47C3}">
      <dgm:prSet/>
      <dgm:spPr/>
      <dgm:t>
        <a:bodyPr/>
        <a:lstStyle/>
        <a:p>
          <a:endParaRPr lang="en-US"/>
        </a:p>
      </dgm:t>
    </dgm:pt>
    <dgm:pt modelId="{E0AC963E-4103-4AEE-BE24-E5E5EE7FF764}" type="sibTrans" cxnId="{1B30F187-1221-4BEC-8DA4-2BA8F8BF47C3}">
      <dgm:prSet/>
      <dgm:spPr/>
      <dgm:t>
        <a:bodyPr/>
        <a:lstStyle/>
        <a:p>
          <a:endParaRPr lang="en-US"/>
        </a:p>
      </dgm:t>
    </dgm:pt>
    <dgm:pt modelId="{483E8BAD-FA1D-4896-8756-3F832BA860AC}">
      <dgm:prSet/>
      <dgm:spPr/>
      <dgm:t>
        <a:bodyPr/>
        <a:lstStyle/>
        <a:p>
          <a:r>
            <a:rPr lang="en-US"/>
            <a:t>must be</a:t>
          </a:r>
          <a:r>
            <a:rPr lang="tr-TR"/>
            <a:t> </a:t>
          </a:r>
          <a:r>
            <a:rPr lang="en-US"/>
            <a:t>set to less than 2</a:t>
          </a:r>
          <a:r>
            <a:rPr lang="en-US" baseline="30000"/>
            <a:t>32</a:t>
          </a:r>
          <a:r>
            <a:rPr lang="en-US"/>
            <a:t> </a:t>
          </a:r>
        </a:p>
      </dgm:t>
    </dgm:pt>
    <dgm:pt modelId="{00F267B9-7890-4364-9AAD-03C9C4CBA2D8}" type="parTrans" cxnId="{32B83453-D7E8-47B8-94C6-1EE0F3DC30C8}">
      <dgm:prSet/>
      <dgm:spPr/>
      <dgm:t>
        <a:bodyPr/>
        <a:lstStyle/>
        <a:p>
          <a:endParaRPr lang="en-US"/>
        </a:p>
      </dgm:t>
    </dgm:pt>
    <dgm:pt modelId="{E0732902-277B-4B26-B2DB-7340571F67C3}" type="sibTrans" cxnId="{32B83453-D7E8-47B8-94C6-1EE0F3DC30C8}">
      <dgm:prSet/>
      <dgm:spPr/>
      <dgm:t>
        <a:bodyPr/>
        <a:lstStyle/>
        <a:p>
          <a:endParaRPr lang="en-US"/>
        </a:p>
      </dgm:t>
    </dgm:pt>
    <dgm:pt modelId="{DCF32778-A2FA-411D-9A0C-0D064D47634E}">
      <dgm:prSet/>
      <dgm:spPr/>
      <dgm:t>
        <a:bodyPr/>
        <a:lstStyle/>
        <a:p>
          <a:r>
            <a:rPr lang="en-US"/>
            <a:t>for the timelock guards to have effect. </a:t>
          </a:r>
        </a:p>
      </dgm:t>
    </dgm:pt>
    <dgm:pt modelId="{08D3FCB9-912A-4369-814F-13E6BF044C06}" type="parTrans" cxnId="{217DA459-BFDA-46FE-948B-F8DD7D46FD61}">
      <dgm:prSet/>
      <dgm:spPr/>
      <dgm:t>
        <a:bodyPr/>
        <a:lstStyle/>
        <a:p>
          <a:endParaRPr lang="en-US"/>
        </a:p>
      </dgm:t>
    </dgm:pt>
    <dgm:pt modelId="{FEF8EA3D-66D2-47C2-984E-AF69D75C2F9E}" type="sibTrans" cxnId="{217DA459-BFDA-46FE-948B-F8DD7D46FD61}">
      <dgm:prSet/>
      <dgm:spPr/>
      <dgm:t>
        <a:bodyPr/>
        <a:lstStyle/>
        <a:p>
          <a:endParaRPr lang="en-US"/>
        </a:p>
      </dgm:t>
    </dgm:pt>
    <dgm:pt modelId="{52A07023-B2CC-40EE-875E-82E7EF363494}">
      <dgm:prSet/>
      <dgm:spPr/>
      <dgm:t>
        <a:bodyPr/>
        <a:lstStyle/>
        <a:p>
          <a:r>
            <a:rPr lang="tr-TR" dirty="0"/>
            <a:t>Value</a:t>
          </a:r>
          <a:endParaRPr lang="en-US" dirty="0"/>
        </a:p>
      </dgm:t>
    </dgm:pt>
    <dgm:pt modelId="{4592290E-736A-4F0C-B812-0E33A0D8AB78}" type="parTrans" cxnId="{92CEE0B3-B087-49CA-A4BF-F0675E4E64E6}">
      <dgm:prSet/>
      <dgm:spPr/>
      <dgm:t>
        <a:bodyPr/>
        <a:lstStyle/>
        <a:p>
          <a:endParaRPr lang="en-US"/>
        </a:p>
      </dgm:t>
    </dgm:pt>
    <dgm:pt modelId="{869AE689-A2FD-41FB-AC46-159EA1392276}" type="sibTrans" cxnId="{92CEE0B3-B087-49CA-A4BF-F0675E4E64E6}">
      <dgm:prSet/>
      <dgm:spPr/>
      <dgm:t>
        <a:bodyPr/>
        <a:lstStyle/>
        <a:p>
          <a:endParaRPr lang="en-US"/>
        </a:p>
      </dgm:t>
    </dgm:pt>
    <dgm:pt modelId="{91ADDCE6-682F-4D63-A234-CE49F9484320}">
      <dgm:prSet/>
      <dgm:spPr/>
      <dgm:t>
        <a:bodyPr/>
        <a:lstStyle/>
        <a:p>
          <a:r>
            <a:rPr lang="en-US"/>
            <a:t>to</a:t>
          </a:r>
          <a:r>
            <a:rPr lang="tr-TR"/>
            <a:t> 2</a:t>
          </a:r>
          <a:r>
            <a:rPr lang="tr-TR" baseline="30000"/>
            <a:t>32</a:t>
          </a:r>
          <a:r>
            <a:rPr lang="tr-TR"/>
            <a:t> – 1 (0xFFFFFFFE).</a:t>
          </a:r>
          <a:endParaRPr lang="en-US"/>
        </a:p>
      </dgm:t>
    </dgm:pt>
    <dgm:pt modelId="{112D8E86-C0FD-4076-BBA4-A60F7EA0A9CC}" type="parTrans" cxnId="{91D262FF-8DB4-4401-AC14-E26E86DD5DF1}">
      <dgm:prSet/>
      <dgm:spPr/>
      <dgm:t>
        <a:bodyPr/>
        <a:lstStyle/>
        <a:p>
          <a:endParaRPr lang="en-US"/>
        </a:p>
      </dgm:t>
    </dgm:pt>
    <dgm:pt modelId="{6826CACE-DFCD-4E3A-82A3-631D04D037AD}" type="sibTrans" cxnId="{91D262FF-8DB4-4401-AC14-E26E86DD5DF1}">
      <dgm:prSet/>
      <dgm:spPr/>
      <dgm:t>
        <a:bodyPr/>
        <a:lstStyle/>
        <a:p>
          <a:endParaRPr lang="en-US"/>
        </a:p>
      </dgm:t>
    </dgm:pt>
    <dgm:pt modelId="{5DB49708-767F-4D3D-970C-5BC11AF06F92}">
      <dgm:prSet/>
      <dgm:spPr/>
      <dgm:t>
        <a:bodyPr/>
        <a:lstStyle/>
        <a:p>
          <a:r>
            <a:rPr lang="en-US"/>
            <a:t>For</a:t>
          </a:r>
          <a:r>
            <a:rPr lang="tr-TR"/>
            <a:t> </a:t>
          </a:r>
          <a:r>
            <a:rPr lang="en-US" dirty="0"/>
            <a:t>transactions with </a:t>
          </a:r>
          <a:r>
            <a:rPr lang="en-US" dirty="0" err="1"/>
            <a:t>nLocktime</a:t>
          </a:r>
          <a:r>
            <a:rPr lang="en-US" dirty="0"/>
            <a:t> </a:t>
          </a:r>
        </a:p>
      </dgm:t>
    </dgm:pt>
    <dgm:pt modelId="{BF38A68B-84CA-4ACE-AFF1-C7FEE0C6A076}" type="parTrans" cxnId="{59469BDA-972B-40F3-B97F-B30AC15E5D35}">
      <dgm:prSet/>
      <dgm:spPr/>
    </dgm:pt>
    <dgm:pt modelId="{F2C30DFE-B344-4EFF-835D-80CFA9AF67D8}" type="sibTrans" cxnId="{59469BDA-972B-40F3-B97F-B30AC15E5D35}">
      <dgm:prSet/>
      <dgm:spPr/>
    </dgm:pt>
    <dgm:pt modelId="{800B1D4E-D9BC-4D04-A786-6FA99C989B5D}">
      <dgm:prSet/>
      <dgm:spPr/>
      <dgm:t>
        <a:bodyPr/>
        <a:lstStyle/>
        <a:p>
          <a:r>
            <a:rPr lang="en-US"/>
            <a:t>Customarily</a:t>
          </a:r>
          <a:r>
            <a:rPr lang="en-US" dirty="0"/>
            <a:t>, it is set</a:t>
          </a:r>
        </a:p>
      </dgm:t>
    </dgm:pt>
    <dgm:pt modelId="{5026FAC0-31F4-4480-A343-88FE5E07A176}" type="parTrans" cxnId="{091493C5-D1D5-453D-934F-AFACB75BFFA1}">
      <dgm:prSet/>
      <dgm:spPr/>
    </dgm:pt>
    <dgm:pt modelId="{8991443C-7596-4E54-9AB1-BDD7E767C349}" type="sibTrans" cxnId="{091493C5-D1D5-453D-934F-AFACB75BFFA1}">
      <dgm:prSet/>
      <dgm:spPr/>
    </dgm:pt>
    <dgm:pt modelId="{BD8F27CF-3149-41D3-AFDD-9E775B32C5F7}" type="pres">
      <dgm:prSet presAssocID="{4281B32A-C183-4B4C-B392-1CF62830A696}" presName="linear" presStyleCnt="0">
        <dgm:presLayoutVars>
          <dgm:dir/>
          <dgm:animLvl val="lvl"/>
          <dgm:resizeHandles val="exact"/>
        </dgm:presLayoutVars>
      </dgm:prSet>
      <dgm:spPr/>
    </dgm:pt>
    <dgm:pt modelId="{E6F49F40-0DF0-4D29-8886-6A86D1BD978A}" type="pres">
      <dgm:prSet presAssocID="{E88E2BF3-3A65-4064-9370-3D00544128A7}" presName="parentLin" presStyleCnt="0"/>
      <dgm:spPr/>
    </dgm:pt>
    <dgm:pt modelId="{EE999541-AEFD-4BDD-BB83-9FA868AF914C}" type="pres">
      <dgm:prSet presAssocID="{E88E2BF3-3A65-4064-9370-3D00544128A7}" presName="parentLeftMargin" presStyleLbl="node1" presStyleIdx="0" presStyleCnt="3"/>
      <dgm:spPr/>
    </dgm:pt>
    <dgm:pt modelId="{6DB1084E-1D49-409C-B102-9A3FAC3290CC}" type="pres">
      <dgm:prSet presAssocID="{E88E2BF3-3A65-4064-9370-3D00544128A7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479C47AF-0DF5-4FD9-971D-E66100E1B105}" type="pres">
      <dgm:prSet presAssocID="{E88E2BF3-3A65-4064-9370-3D00544128A7}" presName="negativeSpace" presStyleCnt="0"/>
      <dgm:spPr/>
    </dgm:pt>
    <dgm:pt modelId="{FE389687-F1F8-45CD-88A2-53EBCD4301C4}" type="pres">
      <dgm:prSet presAssocID="{E88E2BF3-3A65-4064-9370-3D00544128A7}" presName="childText" presStyleLbl="conFgAcc1" presStyleIdx="0" presStyleCnt="3">
        <dgm:presLayoutVars>
          <dgm:bulletEnabled val="1"/>
        </dgm:presLayoutVars>
      </dgm:prSet>
      <dgm:spPr/>
    </dgm:pt>
    <dgm:pt modelId="{97850D57-5949-4624-92A5-51DFDEDFC073}" type="pres">
      <dgm:prSet presAssocID="{3451165A-3EA1-4E93-9F0D-D5DA7FF6AA81}" presName="spaceBetweenRectangles" presStyleCnt="0"/>
      <dgm:spPr/>
    </dgm:pt>
    <dgm:pt modelId="{26A0E281-3A81-4757-8B3E-B34792CCFECA}" type="pres">
      <dgm:prSet presAssocID="{F84DBB6F-CD39-4D73-95F7-DD81FEFF83E9}" presName="parentLin" presStyleCnt="0"/>
      <dgm:spPr/>
    </dgm:pt>
    <dgm:pt modelId="{3FD05988-C403-441F-AEAB-E3F02590BD1A}" type="pres">
      <dgm:prSet presAssocID="{F84DBB6F-CD39-4D73-95F7-DD81FEFF83E9}" presName="parentLeftMargin" presStyleLbl="node1" presStyleIdx="0" presStyleCnt="3"/>
      <dgm:spPr/>
    </dgm:pt>
    <dgm:pt modelId="{C47DB757-1B8D-48D1-BE96-84BE7EBAAAF8}" type="pres">
      <dgm:prSet presAssocID="{F84DBB6F-CD39-4D73-95F7-DD81FEFF83E9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872E76CD-8CE6-4BB5-994C-2B07B9E748B0}" type="pres">
      <dgm:prSet presAssocID="{F84DBB6F-CD39-4D73-95F7-DD81FEFF83E9}" presName="negativeSpace" presStyleCnt="0"/>
      <dgm:spPr/>
    </dgm:pt>
    <dgm:pt modelId="{CC757E33-F840-4F56-B757-D2F9D3DB867B}" type="pres">
      <dgm:prSet presAssocID="{F84DBB6F-CD39-4D73-95F7-DD81FEFF83E9}" presName="childText" presStyleLbl="conFgAcc1" presStyleIdx="1" presStyleCnt="3">
        <dgm:presLayoutVars>
          <dgm:bulletEnabled val="1"/>
        </dgm:presLayoutVars>
      </dgm:prSet>
      <dgm:spPr/>
    </dgm:pt>
    <dgm:pt modelId="{25D9C35C-EFD3-4D7F-A7D9-6059F79D00C5}" type="pres">
      <dgm:prSet presAssocID="{E0AC963E-4103-4AEE-BE24-E5E5EE7FF764}" presName="spaceBetweenRectangles" presStyleCnt="0"/>
      <dgm:spPr/>
    </dgm:pt>
    <dgm:pt modelId="{6123623D-1C9F-4372-BC4B-D00C79E26BB0}" type="pres">
      <dgm:prSet presAssocID="{52A07023-B2CC-40EE-875E-82E7EF363494}" presName="parentLin" presStyleCnt="0"/>
      <dgm:spPr/>
    </dgm:pt>
    <dgm:pt modelId="{007EE666-F73E-43AC-9A3B-FDEECCADB7BC}" type="pres">
      <dgm:prSet presAssocID="{52A07023-B2CC-40EE-875E-82E7EF363494}" presName="parentLeftMargin" presStyleLbl="node1" presStyleIdx="1" presStyleCnt="3"/>
      <dgm:spPr/>
    </dgm:pt>
    <dgm:pt modelId="{41D9E440-4E02-4B2D-98A2-58F57759A58F}" type="pres">
      <dgm:prSet presAssocID="{52A07023-B2CC-40EE-875E-82E7EF363494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DA59E939-1FE8-414E-839E-695EC6DD895C}" type="pres">
      <dgm:prSet presAssocID="{52A07023-B2CC-40EE-875E-82E7EF363494}" presName="negativeSpace" presStyleCnt="0"/>
      <dgm:spPr/>
    </dgm:pt>
    <dgm:pt modelId="{DCF5F3D9-06A8-412A-9DDA-FE3782EE4FFF}" type="pres">
      <dgm:prSet presAssocID="{52A07023-B2CC-40EE-875E-82E7EF363494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A6F5E006-CCF4-495C-BF63-A869A0AA572E}" type="presOf" srcId="{DCF32778-A2FA-411D-9A0C-0D064D47634E}" destId="{CC757E33-F840-4F56-B757-D2F9D3DB867B}" srcOrd="0" destOrd="1" presId="urn:microsoft.com/office/officeart/2005/8/layout/list1"/>
    <dgm:cxn modelId="{FB89D80E-6E6E-4EEC-A396-5683A80EBC79}" type="presOf" srcId="{52A07023-B2CC-40EE-875E-82E7EF363494}" destId="{007EE666-F73E-43AC-9A3B-FDEECCADB7BC}" srcOrd="0" destOrd="0" presId="urn:microsoft.com/office/officeart/2005/8/layout/list1"/>
    <dgm:cxn modelId="{C4256B5F-98CD-46DB-8D6F-12D62AA07D98}" type="presOf" srcId="{5DB49708-767F-4D3D-970C-5BC11AF06F92}" destId="{FE389687-F1F8-45CD-88A2-53EBCD4301C4}" srcOrd="0" destOrd="0" presId="urn:microsoft.com/office/officeart/2005/8/layout/list1"/>
    <dgm:cxn modelId="{E80B3560-4742-430A-951C-E7CE4F48972C}" type="presOf" srcId="{E88E2BF3-3A65-4064-9370-3D00544128A7}" destId="{EE999541-AEFD-4BDD-BB83-9FA868AF914C}" srcOrd="0" destOrd="0" presId="urn:microsoft.com/office/officeart/2005/8/layout/list1"/>
    <dgm:cxn modelId="{D4824352-9D68-4B23-B4C3-748CE5CC718B}" type="presOf" srcId="{52A07023-B2CC-40EE-875E-82E7EF363494}" destId="{41D9E440-4E02-4B2D-98A2-58F57759A58F}" srcOrd="1" destOrd="0" presId="urn:microsoft.com/office/officeart/2005/8/layout/list1"/>
    <dgm:cxn modelId="{32B83453-D7E8-47B8-94C6-1EE0F3DC30C8}" srcId="{F84DBB6F-CD39-4D73-95F7-DD81FEFF83E9}" destId="{483E8BAD-FA1D-4896-8756-3F832BA860AC}" srcOrd="0" destOrd="0" parTransId="{00F267B9-7890-4364-9AAD-03C9C4CBA2D8}" sibTransId="{E0732902-277B-4B26-B2DB-7340571F67C3}"/>
    <dgm:cxn modelId="{217DA459-BFDA-46FE-948B-F8DD7D46FD61}" srcId="{F84DBB6F-CD39-4D73-95F7-DD81FEFF83E9}" destId="{DCF32778-A2FA-411D-9A0C-0D064D47634E}" srcOrd="1" destOrd="0" parTransId="{08D3FCB9-912A-4369-814F-13E6BF044C06}" sibTransId="{FEF8EA3D-66D2-47C2-984E-AF69D75C2F9E}"/>
    <dgm:cxn modelId="{DC4DB580-F77D-4E42-B995-611BC14B6864}" type="presOf" srcId="{483E8BAD-FA1D-4896-8756-3F832BA860AC}" destId="{CC757E33-F840-4F56-B757-D2F9D3DB867B}" srcOrd="0" destOrd="0" presId="urn:microsoft.com/office/officeart/2005/8/layout/list1"/>
    <dgm:cxn modelId="{1B30F187-1221-4BEC-8DA4-2BA8F8BF47C3}" srcId="{4281B32A-C183-4B4C-B392-1CF62830A696}" destId="{F84DBB6F-CD39-4D73-95F7-DD81FEFF83E9}" srcOrd="1" destOrd="0" parTransId="{15AF9E56-43F8-4A45-A21B-120030975CCD}" sibTransId="{E0AC963E-4103-4AEE-BE24-E5E5EE7FF764}"/>
    <dgm:cxn modelId="{3B33DF8B-F7CC-402E-91A2-1B8DC3D565C3}" type="presOf" srcId="{E88E2BF3-3A65-4064-9370-3D00544128A7}" destId="{6DB1084E-1D49-409C-B102-9A3FAC3290CC}" srcOrd="1" destOrd="0" presId="urn:microsoft.com/office/officeart/2005/8/layout/list1"/>
    <dgm:cxn modelId="{9D934090-383A-42C9-88FF-74024957E77F}" type="presOf" srcId="{91ADDCE6-682F-4D63-A234-CE49F9484320}" destId="{DCF5F3D9-06A8-412A-9DDA-FE3782EE4FFF}" srcOrd="0" destOrd="1" presId="urn:microsoft.com/office/officeart/2005/8/layout/list1"/>
    <dgm:cxn modelId="{939FCB9F-5A45-4B6A-AA7E-7E3A65AD9626}" type="presOf" srcId="{65BC8F25-6ADE-4A41-8E69-17AE4D577D71}" destId="{FE389687-F1F8-45CD-88A2-53EBCD4301C4}" srcOrd="0" destOrd="1" presId="urn:microsoft.com/office/officeart/2005/8/layout/list1"/>
    <dgm:cxn modelId="{7ECCE4B1-9D7E-477D-9D13-FF80027737E3}" type="presOf" srcId="{800B1D4E-D9BC-4D04-A786-6FA99C989B5D}" destId="{DCF5F3D9-06A8-412A-9DDA-FE3782EE4FFF}" srcOrd="0" destOrd="0" presId="urn:microsoft.com/office/officeart/2005/8/layout/list1"/>
    <dgm:cxn modelId="{92CEE0B3-B087-49CA-A4BF-F0675E4E64E6}" srcId="{4281B32A-C183-4B4C-B392-1CF62830A696}" destId="{52A07023-B2CC-40EE-875E-82E7EF363494}" srcOrd="2" destOrd="0" parTransId="{4592290E-736A-4F0C-B812-0E33A0D8AB78}" sibTransId="{869AE689-A2FD-41FB-AC46-159EA1392276}"/>
    <dgm:cxn modelId="{7F52B7B9-0C93-4E61-8B24-9ECC10E7CCF5}" srcId="{4281B32A-C183-4B4C-B392-1CF62830A696}" destId="{E88E2BF3-3A65-4064-9370-3D00544128A7}" srcOrd="0" destOrd="0" parTransId="{339BE274-3B8E-4950-8ACE-C945841EEF6E}" sibTransId="{3451165A-3EA1-4E93-9F0D-D5DA7FF6AA81}"/>
    <dgm:cxn modelId="{994090BD-4B74-42F7-86D3-1377F9AE7892}" type="presOf" srcId="{4281B32A-C183-4B4C-B392-1CF62830A696}" destId="{BD8F27CF-3149-41D3-AFDD-9E775B32C5F7}" srcOrd="0" destOrd="0" presId="urn:microsoft.com/office/officeart/2005/8/layout/list1"/>
    <dgm:cxn modelId="{091493C5-D1D5-453D-934F-AFACB75BFFA1}" srcId="{52A07023-B2CC-40EE-875E-82E7EF363494}" destId="{800B1D4E-D9BC-4D04-A786-6FA99C989B5D}" srcOrd="0" destOrd="0" parTransId="{5026FAC0-31F4-4480-A343-88FE5E07A176}" sibTransId="{8991443C-7596-4E54-9AB1-BDD7E767C349}"/>
    <dgm:cxn modelId="{2B4281D0-53F1-4FC9-A993-F823FBE6564F}" srcId="{E88E2BF3-3A65-4064-9370-3D00544128A7}" destId="{65BC8F25-6ADE-4A41-8E69-17AE4D577D71}" srcOrd="1" destOrd="0" parTransId="{F19BD6BD-C9E6-4709-96D9-7DA07E8324C1}" sibTransId="{65441F5B-0E5A-490E-BB28-D08A3F6CCEB5}"/>
    <dgm:cxn modelId="{D92486D9-1A0E-49DE-B76A-B7B1DC6A5552}" type="presOf" srcId="{F84DBB6F-CD39-4D73-95F7-DD81FEFF83E9}" destId="{3FD05988-C403-441F-AEAB-E3F02590BD1A}" srcOrd="0" destOrd="0" presId="urn:microsoft.com/office/officeart/2005/8/layout/list1"/>
    <dgm:cxn modelId="{59469BDA-972B-40F3-B97F-B30AC15E5D35}" srcId="{E88E2BF3-3A65-4064-9370-3D00544128A7}" destId="{5DB49708-767F-4D3D-970C-5BC11AF06F92}" srcOrd="0" destOrd="0" parTransId="{BF38A68B-84CA-4ACE-AFF1-C7FEE0C6A076}" sibTransId="{F2C30DFE-B344-4EFF-835D-80CFA9AF67D8}"/>
    <dgm:cxn modelId="{FCE909E4-1A7C-4457-853C-2DD1D03E6614}" type="presOf" srcId="{F84DBB6F-CD39-4D73-95F7-DD81FEFF83E9}" destId="{C47DB757-1B8D-48D1-BE96-84BE7EBAAAF8}" srcOrd="1" destOrd="0" presId="urn:microsoft.com/office/officeart/2005/8/layout/list1"/>
    <dgm:cxn modelId="{91D262FF-8DB4-4401-AC14-E26E86DD5DF1}" srcId="{52A07023-B2CC-40EE-875E-82E7EF363494}" destId="{91ADDCE6-682F-4D63-A234-CE49F9484320}" srcOrd="1" destOrd="0" parTransId="{112D8E86-C0FD-4076-BBA4-A60F7EA0A9CC}" sibTransId="{6826CACE-DFCD-4E3A-82A3-631D04D037AD}"/>
    <dgm:cxn modelId="{E7D221F0-00E8-46B5-B70B-29DE139DE632}" type="presParOf" srcId="{BD8F27CF-3149-41D3-AFDD-9E775B32C5F7}" destId="{E6F49F40-0DF0-4D29-8886-6A86D1BD978A}" srcOrd="0" destOrd="0" presId="urn:microsoft.com/office/officeart/2005/8/layout/list1"/>
    <dgm:cxn modelId="{2ADC44DC-4DEA-4149-9A2C-437219772ECE}" type="presParOf" srcId="{E6F49F40-0DF0-4D29-8886-6A86D1BD978A}" destId="{EE999541-AEFD-4BDD-BB83-9FA868AF914C}" srcOrd="0" destOrd="0" presId="urn:microsoft.com/office/officeart/2005/8/layout/list1"/>
    <dgm:cxn modelId="{C8BAEAB0-5DA8-48C3-A71F-051C68A8FD98}" type="presParOf" srcId="{E6F49F40-0DF0-4D29-8886-6A86D1BD978A}" destId="{6DB1084E-1D49-409C-B102-9A3FAC3290CC}" srcOrd="1" destOrd="0" presId="urn:microsoft.com/office/officeart/2005/8/layout/list1"/>
    <dgm:cxn modelId="{AF5CC2F5-567E-4066-A183-8383F728A8D4}" type="presParOf" srcId="{BD8F27CF-3149-41D3-AFDD-9E775B32C5F7}" destId="{479C47AF-0DF5-4FD9-971D-E66100E1B105}" srcOrd="1" destOrd="0" presId="urn:microsoft.com/office/officeart/2005/8/layout/list1"/>
    <dgm:cxn modelId="{5C3B4CB9-327C-4FA8-8C95-38F73AF6F229}" type="presParOf" srcId="{BD8F27CF-3149-41D3-AFDD-9E775B32C5F7}" destId="{FE389687-F1F8-45CD-88A2-53EBCD4301C4}" srcOrd="2" destOrd="0" presId="urn:microsoft.com/office/officeart/2005/8/layout/list1"/>
    <dgm:cxn modelId="{5C7DB6EC-81A2-4B08-81CA-CDCAAF5E2744}" type="presParOf" srcId="{BD8F27CF-3149-41D3-AFDD-9E775B32C5F7}" destId="{97850D57-5949-4624-92A5-51DFDEDFC073}" srcOrd="3" destOrd="0" presId="urn:microsoft.com/office/officeart/2005/8/layout/list1"/>
    <dgm:cxn modelId="{F67EFF22-8B00-44C1-B985-7AB9EF8FB5AE}" type="presParOf" srcId="{BD8F27CF-3149-41D3-AFDD-9E775B32C5F7}" destId="{26A0E281-3A81-4757-8B3E-B34792CCFECA}" srcOrd="4" destOrd="0" presId="urn:microsoft.com/office/officeart/2005/8/layout/list1"/>
    <dgm:cxn modelId="{547B4D9A-15E5-40F1-B42D-AE4F1DC9AD4B}" type="presParOf" srcId="{26A0E281-3A81-4757-8B3E-B34792CCFECA}" destId="{3FD05988-C403-441F-AEAB-E3F02590BD1A}" srcOrd="0" destOrd="0" presId="urn:microsoft.com/office/officeart/2005/8/layout/list1"/>
    <dgm:cxn modelId="{A2A3FBB6-BE7F-4132-BA01-5DAF3D3EA02B}" type="presParOf" srcId="{26A0E281-3A81-4757-8B3E-B34792CCFECA}" destId="{C47DB757-1B8D-48D1-BE96-84BE7EBAAAF8}" srcOrd="1" destOrd="0" presId="urn:microsoft.com/office/officeart/2005/8/layout/list1"/>
    <dgm:cxn modelId="{C9094573-EC25-44F1-BC94-0558C026E32E}" type="presParOf" srcId="{BD8F27CF-3149-41D3-AFDD-9E775B32C5F7}" destId="{872E76CD-8CE6-4BB5-994C-2B07B9E748B0}" srcOrd="5" destOrd="0" presId="urn:microsoft.com/office/officeart/2005/8/layout/list1"/>
    <dgm:cxn modelId="{25AF8BAB-3EB3-49EC-9A46-690CAFEDB9D0}" type="presParOf" srcId="{BD8F27CF-3149-41D3-AFDD-9E775B32C5F7}" destId="{CC757E33-F840-4F56-B757-D2F9D3DB867B}" srcOrd="6" destOrd="0" presId="urn:microsoft.com/office/officeart/2005/8/layout/list1"/>
    <dgm:cxn modelId="{B07FA738-8C55-4FCD-B326-DE586D0D2467}" type="presParOf" srcId="{BD8F27CF-3149-41D3-AFDD-9E775B32C5F7}" destId="{25D9C35C-EFD3-4D7F-A7D9-6059F79D00C5}" srcOrd="7" destOrd="0" presId="urn:microsoft.com/office/officeart/2005/8/layout/list1"/>
    <dgm:cxn modelId="{A548E04B-2265-45C8-B54B-11ADC668C24E}" type="presParOf" srcId="{BD8F27CF-3149-41D3-AFDD-9E775B32C5F7}" destId="{6123623D-1C9F-4372-BC4B-D00C79E26BB0}" srcOrd="8" destOrd="0" presId="urn:microsoft.com/office/officeart/2005/8/layout/list1"/>
    <dgm:cxn modelId="{25BD8615-F0C6-4533-B4A5-CF769A1CCD13}" type="presParOf" srcId="{6123623D-1C9F-4372-BC4B-D00C79E26BB0}" destId="{007EE666-F73E-43AC-9A3B-FDEECCADB7BC}" srcOrd="0" destOrd="0" presId="urn:microsoft.com/office/officeart/2005/8/layout/list1"/>
    <dgm:cxn modelId="{F3916BF9-2BB1-4A0B-9D31-7AD68A85D842}" type="presParOf" srcId="{6123623D-1C9F-4372-BC4B-D00C79E26BB0}" destId="{41D9E440-4E02-4B2D-98A2-58F57759A58F}" srcOrd="1" destOrd="0" presId="urn:microsoft.com/office/officeart/2005/8/layout/list1"/>
    <dgm:cxn modelId="{4A26D0D0-66E1-4A49-A89C-1E4111081870}" type="presParOf" srcId="{BD8F27CF-3149-41D3-AFDD-9E775B32C5F7}" destId="{DA59E939-1FE8-414E-839E-695EC6DD895C}" srcOrd="9" destOrd="0" presId="urn:microsoft.com/office/officeart/2005/8/layout/list1"/>
    <dgm:cxn modelId="{DAECDBFD-9349-4498-8616-910478FB878B}" type="presParOf" srcId="{BD8F27CF-3149-41D3-AFDD-9E775B32C5F7}" destId="{DCF5F3D9-06A8-412A-9DDA-FE3782EE4FFF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8.xml><?xml version="1.0" encoding="utf-8"?>
<dgm:dataModel xmlns:dgm="http://schemas.openxmlformats.org/drawingml/2006/diagram" xmlns:a="http://schemas.openxmlformats.org/drawingml/2006/main">
  <dgm:ptLst>
    <dgm:pt modelId="{B9398AE8-28FD-494F-AB1D-A0C881412410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8211FD22-F5C5-4DD1-8F9B-C2DAC44CACC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Since the activation of BIP-68, </a:t>
          </a:r>
        </a:p>
      </dgm:t>
    </dgm:pt>
    <dgm:pt modelId="{F6B2709C-A0B1-4890-B190-0448883F9591}" type="parTrans" cxnId="{604D47CD-9975-4967-9C82-CBAB43B3955D}">
      <dgm:prSet/>
      <dgm:spPr/>
      <dgm:t>
        <a:bodyPr/>
        <a:lstStyle/>
        <a:p>
          <a:endParaRPr lang="en-US"/>
        </a:p>
      </dgm:t>
    </dgm:pt>
    <dgm:pt modelId="{A52B41A6-FF0C-4D9D-9143-D15B48C95A3A}" type="sibTrans" cxnId="{604D47CD-9975-4967-9C82-CBAB43B3955D}">
      <dgm:prSet/>
      <dgm:spPr/>
      <dgm:t>
        <a:bodyPr/>
        <a:lstStyle/>
        <a:p>
          <a:endParaRPr lang="en-US"/>
        </a:p>
      </dgm:t>
    </dgm:pt>
    <dgm:pt modelId="{CDB5BC77-A8C9-40E3-AE80-4CD73D3B34E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new consensus rules apply </a:t>
          </a:r>
        </a:p>
      </dgm:t>
    </dgm:pt>
    <dgm:pt modelId="{0E0208C4-0FC8-48B0-8911-F414154BE886}" type="parTrans" cxnId="{37B330FB-6373-42D4-9F3E-7311176D1037}">
      <dgm:prSet/>
      <dgm:spPr/>
      <dgm:t>
        <a:bodyPr/>
        <a:lstStyle/>
        <a:p>
          <a:endParaRPr lang="en-US"/>
        </a:p>
      </dgm:t>
    </dgm:pt>
    <dgm:pt modelId="{6F3683D1-4C7D-431A-8C87-26440B3947B8}" type="sibTrans" cxnId="{37B330FB-6373-42D4-9F3E-7311176D1037}">
      <dgm:prSet/>
      <dgm:spPr/>
      <dgm:t>
        <a:bodyPr/>
        <a:lstStyle/>
        <a:p>
          <a:endParaRPr lang="en-US"/>
        </a:p>
      </dgm:t>
    </dgm:pt>
    <dgm:pt modelId="{5888E246-2BAD-4EF7-B6BD-581FCD2A8B3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for any transaction </a:t>
          </a:r>
        </a:p>
      </dgm:t>
    </dgm:pt>
    <dgm:pt modelId="{D7D43DF9-FE87-4250-825C-8FFFFCEB5EF6}" type="parTrans" cxnId="{313DFC5B-6F01-4D7A-B57E-35B5A049A442}">
      <dgm:prSet/>
      <dgm:spPr/>
      <dgm:t>
        <a:bodyPr/>
        <a:lstStyle/>
        <a:p>
          <a:endParaRPr lang="en-US"/>
        </a:p>
      </dgm:t>
    </dgm:pt>
    <dgm:pt modelId="{19D2B565-4437-48E9-A4A7-A746E621A1A0}" type="sibTrans" cxnId="{313DFC5B-6F01-4D7A-B57E-35B5A049A442}">
      <dgm:prSet/>
      <dgm:spPr/>
      <dgm:t>
        <a:bodyPr/>
        <a:lstStyle/>
        <a:p>
          <a:endParaRPr lang="en-US"/>
        </a:p>
      </dgm:t>
    </dgm:pt>
    <dgm:pt modelId="{7B9700DB-3788-45BC-BB7C-D2C91D300F1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containing</a:t>
          </a:r>
          <a:r>
            <a:rPr lang="tr-TR"/>
            <a:t> </a:t>
          </a:r>
          <a:r>
            <a:rPr lang="en-US"/>
            <a:t>an input </a:t>
          </a:r>
          <a:r>
            <a:rPr lang="tr-TR"/>
            <a:t> </a:t>
          </a:r>
          <a:r>
            <a:rPr lang="en-US"/>
            <a:t>whose nSequence value is </a:t>
          </a:r>
        </a:p>
      </dgm:t>
    </dgm:pt>
    <dgm:pt modelId="{F6A60A47-8872-4575-A9F5-13F12C477AF9}" type="parTrans" cxnId="{90C0A30D-41AF-4F7F-AE11-B13E0EB6FD6D}">
      <dgm:prSet/>
      <dgm:spPr/>
      <dgm:t>
        <a:bodyPr/>
        <a:lstStyle/>
        <a:p>
          <a:endParaRPr lang="en-US"/>
        </a:p>
      </dgm:t>
    </dgm:pt>
    <dgm:pt modelId="{D8BDA7F0-72CC-4212-B70D-47139B77DFBB}" type="sibTrans" cxnId="{90C0A30D-41AF-4F7F-AE11-B13E0EB6FD6D}">
      <dgm:prSet/>
      <dgm:spPr/>
      <dgm:t>
        <a:bodyPr/>
        <a:lstStyle/>
        <a:p>
          <a:endParaRPr lang="en-US"/>
        </a:p>
      </dgm:t>
    </dgm:pt>
    <dgm:pt modelId="{5CBBE74E-5EFA-43B4-896F-45CE0C8953C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less than 231 (bit 1&lt;&lt;31 is not set). </a:t>
          </a:r>
        </a:p>
      </dgm:t>
    </dgm:pt>
    <dgm:pt modelId="{826F0242-8B5B-4DE2-8DE6-E9B2B683DA55}" type="parTrans" cxnId="{D7DD1464-763A-458E-BB9D-C9E9CBF3B458}">
      <dgm:prSet/>
      <dgm:spPr/>
      <dgm:t>
        <a:bodyPr/>
        <a:lstStyle/>
        <a:p>
          <a:endParaRPr lang="en-US"/>
        </a:p>
      </dgm:t>
    </dgm:pt>
    <dgm:pt modelId="{3C70100D-9A0D-4ED0-9D98-67D35871ED38}" type="sibTrans" cxnId="{D7DD1464-763A-458E-BB9D-C9E9CBF3B458}">
      <dgm:prSet/>
      <dgm:spPr/>
      <dgm:t>
        <a:bodyPr/>
        <a:lstStyle/>
        <a:p>
          <a:endParaRPr lang="en-US"/>
        </a:p>
      </dgm:t>
    </dgm:pt>
    <dgm:pt modelId="{8FF2BC36-E3C2-4C20-9628-CF6EE18EDF79}" type="pres">
      <dgm:prSet presAssocID="{B9398AE8-28FD-494F-AB1D-A0C881412410}" presName="root" presStyleCnt="0">
        <dgm:presLayoutVars>
          <dgm:dir/>
          <dgm:resizeHandles val="exact"/>
        </dgm:presLayoutVars>
      </dgm:prSet>
      <dgm:spPr/>
    </dgm:pt>
    <dgm:pt modelId="{F9BBDE96-9C24-4EF4-8C41-A8485E1F91B8}" type="pres">
      <dgm:prSet presAssocID="{8211FD22-F5C5-4DD1-8F9B-C2DAC44CACCF}" presName="compNode" presStyleCnt="0"/>
      <dgm:spPr/>
    </dgm:pt>
    <dgm:pt modelId="{BA7B352A-A259-4AA0-8AC4-B032C11D6A41}" type="pres">
      <dgm:prSet presAssocID="{8211FD22-F5C5-4DD1-8F9B-C2DAC44CACCF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okalaşma"/>
        </a:ext>
      </dgm:extLst>
    </dgm:pt>
    <dgm:pt modelId="{A0A02E2E-73D7-434C-B041-855BE32196CE}" type="pres">
      <dgm:prSet presAssocID="{8211FD22-F5C5-4DD1-8F9B-C2DAC44CACCF}" presName="iconSpace" presStyleCnt="0"/>
      <dgm:spPr/>
    </dgm:pt>
    <dgm:pt modelId="{D6805AB1-53C6-4C2E-B090-3A0326D5847A}" type="pres">
      <dgm:prSet presAssocID="{8211FD22-F5C5-4DD1-8F9B-C2DAC44CACCF}" presName="parTx" presStyleLbl="revTx" presStyleIdx="0" presStyleCnt="4">
        <dgm:presLayoutVars>
          <dgm:chMax val="0"/>
          <dgm:chPref val="0"/>
        </dgm:presLayoutVars>
      </dgm:prSet>
      <dgm:spPr/>
    </dgm:pt>
    <dgm:pt modelId="{4FBEC2D1-15E4-4864-BFB8-AA3D686D2430}" type="pres">
      <dgm:prSet presAssocID="{8211FD22-F5C5-4DD1-8F9B-C2DAC44CACCF}" presName="txSpace" presStyleCnt="0"/>
      <dgm:spPr/>
    </dgm:pt>
    <dgm:pt modelId="{347442AB-9AFF-44C0-9880-B7DD487D5CFF}" type="pres">
      <dgm:prSet presAssocID="{8211FD22-F5C5-4DD1-8F9B-C2DAC44CACCF}" presName="desTx" presStyleLbl="revTx" presStyleIdx="1" presStyleCnt="4">
        <dgm:presLayoutVars/>
      </dgm:prSet>
      <dgm:spPr/>
    </dgm:pt>
    <dgm:pt modelId="{9038E1A5-7143-41FF-B941-B415D4726FC8}" type="pres">
      <dgm:prSet presAssocID="{A52B41A6-FF0C-4D9D-9143-D15B48C95A3A}" presName="sibTrans" presStyleCnt="0"/>
      <dgm:spPr/>
    </dgm:pt>
    <dgm:pt modelId="{5B87DA97-E563-4329-9249-07A504174023}" type="pres">
      <dgm:prSet presAssocID="{5888E246-2BAD-4EF7-B6BD-581FCD2A8B30}" presName="compNode" presStyleCnt="0"/>
      <dgm:spPr/>
    </dgm:pt>
    <dgm:pt modelId="{AC706EF3-B387-499A-ABE1-0360FB50E87D}" type="pres">
      <dgm:prSet presAssocID="{5888E246-2BAD-4EF7-B6BD-581FCD2A8B30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F790405E-D8CE-4E9F-8777-E2E61444BFD5}" type="pres">
      <dgm:prSet presAssocID="{5888E246-2BAD-4EF7-B6BD-581FCD2A8B30}" presName="iconSpace" presStyleCnt="0"/>
      <dgm:spPr/>
    </dgm:pt>
    <dgm:pt modelId="{E6767660-4421-4F69-B60F-461EC852729F}" type="pres">
      <dgm:prSet presAssocID="{5888E246-2BAD-4EF7-B6BD-581FCD2A8B30}" presName="parTx" presStyleLbl="revTx" presStyleIdx="2" presStyleCnt="4">
        <dgm:presLayoutVars>
          <dgm:chMax val="0"/>
          <dgm:chPref val="0"/>
        </dgm:presLayoutVars>
      </dgm:prSet>
      <dgm:spPr/>
    </dgm:pt>
    <dgm:pt modelId="{97EC97FB-7533-412C-8222-BC407ED0E7FF}" type="pres">
      <dgm:prSet presAssocID="{5888E246-2BAD-4EF7-B6BD-581FCD2A8B30}" presName="txSpace" presStyleCnt="0"/>
      <dgm:spPr/>
    </dgm:pt>
    <dgm:pt modelId="{D98801DF-70DA-4545-BAEA-42B8C778E707}" type="pres">
      <dgm:prSet presAssocID="{5888E246-2BAD-4EF7-B6BD-581FCD2A8B30}" presName="desTx" presStyleLbl="revTx" presStyleIdx="3" presStyleCnt="4">
        <dgm:presLayoutVars/>
      </dgm:prSet>
      <dgm:spPr/>
    </dgm:pt>
  </dgm:ptLst>
  <dgm:cxnLst>
    <dgm:cxn modelId="{90C0A30D-41AF-4F7F-AE11-B13E0EB6FD6D}" srcId="{5888E246-2BAD-4EF7-B6BD-581FCD2A8B30}" destId="{7B9700DB-3788-45BC-BB7C-D2C91D300F1D}" srcOrd="0" destOrd="0" parTransId="{F6A60A47-8872-4575-A9F5-13F12C477AF9}" sibTransId="{D8BDA7F0-72CC-4212-B70D-47139B77DFBB}"/>
    <dgm:cxn modelId="{313DFC5B-6F01-4D7A-B57E-35B5A049A442}" srcId="{B9398AE8-28FD-494F-AB1D-A0C881412410}" destId="{5888E246-2BAD-4EF7-B6BD-581FCD2A8B30}" srcOrd="1" destOrd="0" parTransId="{D7D43DF9-FE87-4250-825C-8FFFFCEB5EF6}" sibTransId="{19D2B565-4437-48E9-A4A7-A746E621A1A0}"/>
    <dgm:cxn modelId="{2435D25D-4662-47B3-858B-340B04FCCEF6}" type="presOf" srcId="{5CBBE74E-5EFA-43B4-896F-45CE0C8953C1}" destId="{D98801DF-70DA-4545-BAEA-42B8C778E707}" srcOrd="0" destOrd="1" presId="urn:microsoft.com/office/officeart/2018/5/layout/CenteredIconLabelDescriptionList"/>
    <dgm:cxn modelId="{D7DD1464-763A-458E-BB9D-C9E9CBF3B458}" srcId="{5888E246-2BAD-4EF7-B6BD-581FCD2A8B30}" destId="{5CBBE74E-5EFA-43B4-896F-45CE0C8953C1}" srcOrd="1" destOrd="0" parTransId="{826F0242-8B5B-4DE2-8DE6-E9B2B683DA55}" sibTransId="{3C70100D-9A0D-4ED0-9D98-67D35871ED38}"/>
    <dgm:cxn modelId="{F2409750-CC58-43A7-8A40-D41E849F4C6A}" type="presOf" srcId="{8211FD22-F5C5-4DD1-8F9B-C2DAC44CACCF}" destId="{D6805AB1-53C6-4C2E-B090-3A0326D5847A}" srcOrd="0" destOrd="0" presId="urn:microsoft.com/office/officeart/2018/5/layout/CenteredIconLabelDescriptionList"/>
    <dgm:cxn modelId="{D4189F80-357F-4C69-BBA4-C64809371FC7}" type="presOf" srcId="{CDB5BC77-A8C9-40E3-AE80-4CD73D3B34E2}" destId="{347442AB-9AFF-44C0-9880-B7DD487D5CFF}" srcOrd="0" destOrd="0" presId="urn:microsoft.com/office/officeart/2018/5/layout/CenteredIconLabelDescriptionList"/>
    <dgm:cxn modelId="{402E0E89-7427-41B8-963F-958B555A5F9E}" type="presOf" srcId="{B9398AE8-28FD-494F-AB1D-A0C881412410}" destId="{8FF2BC36-E3C2-4C20-9628-CF6EE18EDF79}" srcOrd="0" destOrd="0" presId="urn:microsoft.com/office/officeart/2018/5/layout/CenteredIconLabelDescriptionList"/>
    <dgm:cxn modelId="{604D47CD-9975-4967-9C82-CBAB43B3955D}" srcId="{B9398AE8-28FD-494F-AB1D-A0C881412410}" destId="{8211FD22-F5C5-4DD1-8F9B-C2DAC44CACCF}" srcOrd="0" destOrd="0" parTransId="{F6B2709C-A0B1-4890-B190-0448883F9591}" sibTransId="{A52B41A6-FF0C-4D9D-9143-D15B48C95A3A}"/>
    <dgm:cxn modelId="{681A2ACE-4497-4F2B-85D0-547B03385B2C}" type="presOf" srcId="{5888E246-2BAD-4EF7-B6BD-581FCD2A8B30}" destId="{E6767660-4421-4F69-B60F-461EC852729F}" srcOrd="0" destOrd="0" presId="urn:microsoft.com/office/officeart/2018/5/layout/CenteredIconLabelDescriptionList"/>
    <dgm:cxn modelId="{DEAE57E0-1518-4827-9A39-7E419A1356A6}" type="presOf" srcId="{7B9700DB-3788-45BC-BB7C-D2C91D300F1D}" destId="{D98801DF-70DA-4545-BAEA-42B8C778E707}" srcOrd="0" destOrd="0" presId="urn:microsoft.com/office/officeart/2018/5/layout/CenteredIconLabelDescriptionList"/>
    <dgm:cxn modelId="{37B330FB-6373-42D4-9F3E-7311176D1037}" srcId="{8211FD22-F5C5-4DD1-8F9B-C2DAC44CACCF}" destId="{CDB5BC77-A8C9-40E3-AE80-4CD73D3B34E2}" srcOrd="0" destOrd="0" parTransId="{0E0208C4-0FC8-48B0-8911-F414154BE886}" sibTransId="{6F3683D1-4C7D-431A-8C87-26440B3947B8}"/>
    <dgm:cxn modelId="{BC0D7C9A-9F01-4C05-81E8-5C2F4029407D}" type="presParOf" srcId="{8FF2BC36-E3C2-4C20-9628-CF6EE18EDF79}" destId="{F9BBDE96-9C24-4EF4-8C41-A8485E1F91B8}" srcOrd="0" destOrd="0" presId="urn:microsoft.com/office/officeart/2018/5/layout/CenteredIconLabelDescriptionList"/>
    <dgm:cxn modelId="{E4BBB7EA-D05F-413B-B507-A22AB16EE894}" type="presParOf" srcId="{F9BBDE96-9C24-4EF4-8C41-A8485E1F91B8}" destId="{BA7B352A-A259-4AA0-8AC4-B032C11D6A41}" srcOrd="0" destOrd="0" presId="urn:microsoft.com/office/officeart/2018/5/layout/CenteredIconLabelDescriptionList"/>
    <dgm:cxn modelId="{05AC48C9-329F-4EF9-AF63-FF875205DBEB}" type="presParOf" srcId="{F9BBDE96-9C24-4EF4-8C41-A8485E1F91B8}" destId="{A0A02E2E-73D7-434C-B041-855BE32196CE}" srcOrd="1" destOrd="0" presId="urn:microsoft.com/office/officeart/2018/5/layout/CenteredIconLabelDescriptionList"/>
    <dgm:cxn modelId="{FBF0D974-B414-41E5-B50A-1C7888B2794C}" type="presParOf" srcId="{F9BBDE96-9C24-4EF4-8C41-A8485E1F91B8}" destId="{D6805AB1-53C6-4C2E-B090-3A0326D5847A}" srcOrd="2" destOrd="0" presId="urn:microsoft.com/office/officeart/2018/5/layout/CenteredIconLabelDescriptionList"/>
    <dgm:cxn modelId="{B3306A02-9881-46DA-B2FE-F18EFE825A8A}" type="presParOf" srcId="{F9BBDE96-9C24-4EF4-8C41-A8485E1F91B8}" destId="{4FBEC2D1-15E4-4864-BFB8-AA3D686D2430}" srcOrd="3" destOrd="0" presId="urn:microsoft.com/office/officeart/2018/5/layout/CenteredIconLabelDescriptionList"/>
    <dgm:cxn modelId="{00E9E942-44CC-450D-8158-EF246CE2B96C}" type="presParOf" srcId="{F9BBDE96-9C24-4EF4-8C41-A8485E1F91B8}" destId="{347442AB-9AFF-44C0-9880-B7DD487D5CFF}" srcOrd="4" destOrd="0" presId="urn:microsoft.com/office/officeart/2018/5/layout/CenteredIconLabelDescriptionList"/>
    <dgm:cxn modelId="{970C9DF7-28C5-4783-AF0E-6D7E41542DCD}" type="presParOf" srcId="{8FF2BC36-E3C2-4C20-9628-CF6EE18EDF79}" destId="{9038E1A5-7143-41FF-B941-B415D4726FC8}" srcOrd="1" destOrd="0" presId="urn:microsoft.com/office/officeart/2018/5/layout/CenteredIconLabelDescriptionList"/>
    <dgm:cxn modelId="{836C87EF-3B82-41C4-8D07-6FA93C7DDD3F}" type="presParOf" srcId="{8FF2BC36-E3C2-4C20-9628-CF6EE18EDF79}" destId="{5B87DA97-E563-4329-9249-07A504174023}" srcOrd="2" destOrd="0" presId="urn:microsoft.com/office/officeart/2018/5/layout/CenteredIconLabelDescriptionList"/>
    <dgm:cxn modelId="{263D0182-E2B0-4942-8A61-1E2AEA33E0B3}" type="presParOf" srcId="{5B87DA97-E563-4329-9249-07A504174023}" destId="{AC706EF3-B387-499A-ABE1-0360FB50E87D}" srcOrd="0" destOrd="0" presId="urn:microsoft.com/office/officeart/2018/5/layout/CenteredIconLabelDescriptionList"/>
    <dgm:cxn modelId="{347C9601-C6C2-40A4-B273-0A42DBE998DE}" type="presParOf" srcId="{5B87DA97-E563-4329-9249-07A504174023}" destId="{F790405E-D8CE-4E9F-8777-E2E61444BFD5}" srcOrd="1" destOrd="0" presId="urn:microsoft.com/office/officeart/2018/5/layout/CenteredIconLabelDescriptionList"/>
    <dgm:cxn modelId="{87053D2E-6D6F-4F90-AD18-E91F7B84B3EE}" type="presParOf" srcId="{5B87DA97-E563-4329-9249-07A504174023}" destId="{E6767660-4421-4F69-B60F-461EC852729F}" srcOrd="2" destOrd="0" presId="urn:microsoft.com/office/officeart/2018/5/layout/CenteredIconLabelDescriptionList"/>
    <dgm:cxn modelId="{83B4D597-6A6A-4DFA-AE83-20DDF3B80321}" type="presParOf" srcId="{5B87DA97-E563-4329-9249-07A504174023}" destId="{97EC97FB-7533-412C-8222-BC407ED0E7FF}" srcOrd="3" destOrd="0" presId="urn:microsoft.com/office/officeart/2018/5/layout/CenteredIconLabelDescriptionList"/>
    <dgm:cxn modelId="{A160C4AE-FF96-40CB-A8C3-D86673437FEE}" type="presParOf" srcId="{5B87DA97-E563-4329-9249-07A504174023}" destId="{D98801DF-70DA-4545-BAEA-42B8C778E707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9.xml><?xml version="1.0" encoding="utf-8"?>
<dgm:dataModel xmlns:dgm="http://schemas.openxmlformats.org/drawingml/2006/diagram" xmlns:a="http://schemas.openxmlformats.org/drawingml/2006/main">
  <dgm:ptLst>
    <dgm:pt modelId="{211D8A4C-A165-4046-9CDE-A70CBC0D10FE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ADC4029A-E2FB-4CBB-8A32-D6C8540DC9D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Programmatically,</a:t>
          </a:r>
          <a:r>
            <a:rPr lang="tr-TR" dirty="0"/>
            <a:t> </a:t>
          </a:r>
          <a:endParaRPr lang="en-US" dirty="0"/>
        </a:p>
      </dgm:t>
    </dgm:pt>
    <dgm:pt modelId="{4B9546EB-134F-4067-A094-52E2C79DE6F3}" type="parTrans" cxnId="{E29A76E1-2E36-44F8-B655-99B761755998}">
      <dgm:prSet/>
      <dgm:spPr/>
      <dgm:t>
        <a:bodyPr/>
        <a:lstStyle/>
        <a:p>
          <a:endParaRPr lang="en-US"/>
        </a:p>
      </dgm:t>
    </dgm:pt>
    <dgm:pt modelId="{DBA04B30-692D-4815-A026-F0A53199961F}" type="sibTrans" cxnId="{E29A76E1-2E36-44F8-B655-99B761755998}">
      <dgm:prSet/>
      <dgm:spPr/>
      <dgm:t>
        <a:bodyPr/>
        <a:lstStyle/>
        <a:p>
          <a:endParaRPr lang="en-US"/>
        </a:p>
      </dgm:t>
    </dgm:pt>
    <dgm:pt modelId="{EEC22CFA-7BE7-474B-8C0D-474C9F45B8A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if the most significant (bit 1&lt;&lt;31) is not set, </a:t>
          </a:r>
        </a:p>
      </dgm:t>
    </dgm:pt>
    <dgm:pt modelId="{79C76A5E-7535-493B-BA47-B4B94AE31572}" type="parTrans" cxnId="{5DE6627B-6573-4429-970D-B779251B5CC5}">
      <dgm:prSet/>
      <dgm:spPr/>
      <dgm:t>
        <a:bodyPr/>
        <a:lstStyle/>
        <a:p>
          <a:endParaRPr lang="en-US"/>
        </a:p>
      </dgm:t>
    </dgm:pt>
    <dgm:pt modelId="{BB5BE8F1-9EE8-4DA2-B1B5-C283E5B433A5}" type="sibTrans" cxnId="{5DE6627B-6573-4429-970D-B779251B5CC5}">
      <dgm:prSet/>
      <dgm:spPr/>
      <dgm:t>
        <a:bodyPr/>
        <a:lstStyle/>
        <a:p>
          <a:endParaRPr lang="en-US"/>
        </a:p>
      </dgm:t>
    </dgm:pt>
    <dgm:pt modelId="{B887B5BE-2DC7-474A-B47D-6607EE7746D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it is a flag that</a:t>
          </a:r>
          <a:r>
            <a:rPr lang="tr-TR"/>
            <a:t> means “relative locktime.”</a:t>
          </a:r>
          <a:endParaRPr lang="en-US"/>
        </a:p>
      </dgm:t>
    </dgm:pt>
    <dgm:pt modelId="{0E31658D-8D49-44D5-8725-D1C4159E8A9A}" type="parTrans" cxnId="{D492B972-05D4-4D17-8668-635CA22A0EFA}">
      <dgm:prSet/>
      <dgm:spPr/>
      <dgm:t>
        <a:bodyPr/>
        <a:lstStyle/>
        <a:p>
          <a:endParaRPr lang="en-US"/>
        </a:p>
      </dgm:t>
    </dgm:pt>
    <dgm:pt modelId="{49B4E8AE-B079-455F-867B-BA692A2CEC82}" type="sibTrans" cxnId="{D492B972-05D4-4D17-8668-635CA22A0EFA}">
      <dgm:prSet/>
      <dgm:spPr/>
      <dgm:t>
        <a:bodyPr/>
        <a:lstStyle/>
        <a:p>
          <a:endParaRPr lang="en-US"/>
        </a:p>
      </dgm:t>
    </dgm:pt>
    <dgm:pt modelId="{7DAF8972-DA96-4E7A-95E9-15517D4320C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Otherwise (bit 1&lt;&lt;31 set), </a:t>
          </a:r>
        </a:p>
      </dgm:t>
    </dgm:pt>
    <dgm:pt modelId="{74B419F3-E3A2-4C24-A0A8-20A89332AC3D}" type="parTrans" cxnId="{37A5A192-96EC-4AC2-8169-26139398FE27}">
      <dgm:prSet/>
      <dgm:spPr/>
      <dgm:t>
        <a:bodyPr/>
        <a:lstStyle/>
        <a:p>
          <a:endParaRPr lang="en-US"/>
        </a:p>
      </dgm:t>
    </dgm:pt>
    <dgm:pt modelId="{C5880437-407B-45D3-ADC0-5A86A57DA7BA}" type="sibTrans" cxnId="{37A5A192-96EC-4AC2-8169-26139398FE27}">
      <dgm:prSet/>
      <dgm:spPr/>
      <dgm:t>
        <a:bodyPr/>
        <a:lstStyle/>
        <a:p>
          <a:endParaRPr lang="en-US"/>
        </a:p>
      </dgm:t>
    </dgm:pt>
    <dgm:pt modelId="{70F46C97-92CD-4323-BE74-246CB2177B7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</a:t>
          </a:r>
          <a:r>
            <a:rPr lang="en-US" dirty="0" err="1"/>
            <a:t>nSequence</a:t>
          </a:r>
          <a:r>
            <a:rPr lang="en-US" dirty="0"/>
            <a:t> value</a:t>
          </a:r>
        </a:p>
      </dgm:t>
    </dgm:pt>
    <dgm:pt modelId="{BA01B31F-B4D3-47AC-A799-029E8DA1C0D0}" type="parTrans" cxnId="{D5226300-210E-4A83-AFEA-2673C96ACD4F}">
      <dgm:prSet/>
      <dgm:spPr/>
      <dgm:t>
        <a:bodyPr/>
        <a:lstStyle/>
        <a:p>
          <a:endParaRPr lang="en-US"/>
        </a:p>
      </dgm:t>
    </dgm:pt>
    <dgm:pt modelId="{49F98864-81F8-4584-9B79-A47B25F06DA6}" type="sibTrans" cxnId="{D5226300-210E-4A83-AFEA-2673C96ACD4F}">
      <dgm:prSet/>
      <dgm:spPr/>
      <dgm:t>
        <a:bodyPr/>
        <a:lstStyle/>
        <a:p>
          <a:endParaRPr lang="en-US"/>
        </a:p>
      </dgm:t>
    </dgm:pt>
    <dgm:pt modelId="{CBC57A8A-9FBA-4780-815D-84BD1475A90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such as enabling</a:t>
          </a:r>
        </a:p>
      </dgm:t>
    </dgm:pt>
    <dgm:pt modelId="{4D149ED9-40FB-448D-9383-28CAFD52FF50}" type="parTrans" cxnId="{89C1D7B3-5804-402F-BE02-90000425E69F}">
      <dgm:prSet/>
      <dgm:spPr/>
      <dgm:t>
        <a:bodyPr/>
        <a:lstStyle/>
        <a:p>
          <a:endParaRPr lang="en-US"/>
        </a:p>
      </dgm:t>
    </dgm:pt>
    <dgm:pt modelId="{62E41211-E131-4F08-A758-108CA8E9749B}" type="sibTrans" cxnId="{89C1D7B3-5804-402F-BE02-90000425E69F}">
      <dgm:prSet/>
      <dgm:spPr/>
      <dgm:t>
        <a:bodyPr/>
        <a:lstStyle/>
        <a:p>
          <a:endParaRPr lang="en-US"/>
        </a:p>
      </dgm:t>
    </dgm:pt>
    <dgm:pt modelId="{0BDAD057-8421-434E-B810-FC760F6B659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CHECKLOCKTIMEVERIFY, </a:t>
          </a:r>
        </a:p>
      </dgm:t>
    </dgm:pt>
    <dgm:pt modelId="{2502D119-054D-49E9-8787-AC3F7D61DC5A}" type="parTrans" cxnId="{DD37FF0D-470D-4D9F-97D6-8E51115F08B3}">
      <dgm:prSet/>
      <dgm:spPr/>
      <dgm:t>
        <a:bodyPr/>
        <a:lstStyle/>
        <a:p>
          <a:endParaRPr lang="en-US"/>
        </a:p>
      </dgm:t>
    </dgm:pt>
    <dgm:pt modelId="{03E59874-116E-4164-B5CA-9617A524BA39}" type="sibTrans" cxnId="{DD37FF0D-470D-4D9F-97D6-8E51115F08B3}">
      <dgm:prSet/>
      <dgm:spPr/>
      <dgm:t>
        <a:bodyPr/>
        <a:lstStyle/>
        <a:p>
          <a:endParaRPr lang="en-US"/>
        </a:p>
      </dgm:t>
    </dgm:pt>
    <dgm:pt modelId="{4B5A95FA-5013-438E-BDAB-02B80244D58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nLocktime, </a:t>
          </a:r>
        </a:p>
      </dgm:t>
    </dgm:pt>
    <dgm:pt modelId="{8E04CF5A-ED45-4245-B949-1C5E0313786A}" type="parTrans" cxnId="{CDC9AB6A-54CB-4DD6-9C64-CBA25F5037B6}">
      <dgm:prSet/>
      <dgm:spPr/>
      <dgm:t>
        <a:bodyPr/>
        <a:lstStyle/>
        <a:p>
          <a:endParaRPr lang="en-US"/>
        </a:p>
      </dgm:t>
    </dgm:pt>
    <dgm:pt modelId="{35D790E7-E44F-4395-9B23-D40F59D177C9}" type="sibTrans" cxnId="{CDC9AB6A-54CB-4DD6-9C64-CBA25F5037B6}">
      <dgm:prSet/>
      <dgm:spPr/>
      <dgm:t>
        <a:bodyPr/>
        <a:lstStyle/>
        <a:p>
          <a:endParaRPr lang="en-US"/>
        </a:p>
      </dgm:t>
    </dgm:pt>
    <dgm:pt modelId="{7D677DAE-C631-4AFD-BCA2-F52E7F6D153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Opt-In-Replace-By-Fee, </a:t>
          </a:r>
        </a:p>
      </dgm:t>
    </dgm:pt>
    <dgm:pt modelId="{AF96B0D4-DBD0-43F7-94A1-23DE752D8761}" type="parTrans" cxnId="{AB928E70-EC21-4034-8E75-4AC4CFE00B32}">
      <dgm:prSet/>
      <dgm:spPr/>
      <dgm:t>
        <a:bodyPr/>
        <a:lstStyle/>
        <a:p>
          <a:endParaRPr lang="en-US"/>
        </a:p>
      </dgm:t>
    </dgm:pt>
    <dgm:pt modelId="{09AE992D-BE25-4101-8CD2-5891D2F8E3AC}" type="sibTrans" cxnId="{AB928E70-EC21-4034-8E75-4AC4CFE00B32}">
      <dgm:prSet/>
      <dgm:spPr/>
      <dgm:t>
        <a:bodyPr/>
        <a:lstStyle/>
        <a:p>
          <a:endParaRPr lang="en-US"/>
        </a:p>
      </dgm:t>
    </dgm:pt>
    <dgm:pt modelId="{63EF89A1-1E5C-4BB3-9FBF-B8CDBCB6B84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other future developments.</a:t>
          </a:r>
        </a:p>
      </dgm:t>
    </dgm:pt>
    <dgm:pt modelId="{64B053D2-F3D5-4191-8DC1-FB4835950A49}" type="parTrans" cxnId="{7242AD56-9622-4E8E-9878-7E455B9F6D34}">
      <dgm:prSet/>
      <dgm:spPr/>
      <dgm:t>
        <a:bodyPr/>
        <a:lstStyle/>
        <a:p>
          <a:endParaRPr lang="en-US"/>
        </a:p>
      </dgm:t>
    </dgm:pt>
    <dgm:pt modelId="{D4033A0A-63B0-4541-BA21-F0AE2111F6AC}" type="sibTrans" cxnId="{7242AD56-9622-4E8E-9878-7E455B9F6D34}">
      <dgm:prSet/>
      <dgm:spPr/>
      <dgm:t>
        <a:bodyPr/>
        <a:lstStyle/>
        <a:p>
          <a:endParaRPr lang="en-US"/>
        </a:p>
      </dgm:t>
    </dgm:pt>
    <dgm:pt modelId="{FC554302-3FA7-47C8-81BA-7E88398E366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that means that </a:t>
          </a:r>
        </a:p>
      </dgm:t>
    </dgm:pt>
    <dgm:pt modelId="{F58F8C1B-15C2-47BB-BC42-DD900397EC66}" type="parTrans" cxnId="{1719B983-3AA9-4013-8278-7C9AD89993D4}">
      <dgm:prSet/>
      <dgm:spPr/>
    </dgm:pt>
    <dgm:pt modelId="{647BE3DE-E70C-4FAB-B7AD-1B1E58303955}" type="sibTrans" cxnId="{1719B983-3AA9-4013-8278-7C9AD89993D4}">
      <dgm:prSet/>
      <dgm:spPr/>
    </dgm:pt>
    <dgm:pt modelId="{3C90D8CF-DE20-4BB3-82EF-518F6CBDCEA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is reserved</a:t>
          </a:r>
          <a:r>
            <a:rPr lang="tr-TR" dirty="0"/>
            <a:t> </a:t>
          </a:r>
          <a:r>
            <a:rPr lang="en-US" dirty="0"/>
            <a:t>for other uses </a:t>
          </a:r>
        </a:p>
      </dgm:t>
    </dgm:pt>
    <dgm:pt modelId="{95DAC756-0E89-4EAB-AA22-7B6CCEBB3FBA}" type="parTrans" cxnId="{3D448024-9D2C-436E-A4E2-7CE1E5504348}">
      <dgm:prSet/>
      <dgm:spPr/>
    </dgm:pt>
    <dgm:pt modelId="{97835FE4-F79B-4D97-84D9-66B0C8859F3A}" type="sibTrans" cxnId="{3D448024-9D2C-436E-A4E2-7CE1E5504348}">
      <dgm:prSet/>
      <dgm:spPr/>
    </dgm:pt>
    <dgm:pt modelId="{3EE841DC-2B26-429B-9F70-4F9F97ADA96B}" type="pres">
      <dgm:prSet presAssocID="{211D8A4C-A165-4046-9CDE-A70CBC0D10FE}" presName="root" presStyleCnt="0">
        <dgm:presLayoutVars>
          <dgm:dir/>
          <dgm:resizeHandles val="exact"/>
        </dgm:presLayoutVars>
      </dgm:prSet>
      <dgm:spPr/>
    </dgm:pt>
    <dgm:pt modelId="{41998463-79ED-4286-92DE-2D996451C64C}" type="pres">
      <dgm:prSet presAssocID="{ADC4029A-E2FB-4CBB-8A32-D6C8540DC9D9}" presName="compNode" presStyleCnt="0"/>
      <dgm:spPr/>
    </dgm:pt>
    <dgm:pt modelId="{7B844B89-BD7A-412A-9003-D907B24071BB}" type="pres">
      <dgm:prSet presAssocID="{ADC4029A-E2FB-4CBB-8A32-D6C8540DC9D9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yrak"/>
        </a:ext>
      </dgm:extLst>
    </dgm:pt>
    <dgm:pt modelId="{81A3E17E-0D06-44A4-9F5B-644E3322B3CC}" type="pres">
      <dgm:prSet presAssocID="{ADC4029A-E2FB-4CBB-8A32-D6C8540DC9D9}" presName="iconSpace" presStyleCnt="0"/>
      <dgm:spPr/>
    </dgm:pt>
    <dgm:pt modelId="{5B180262-843F-4ECE-8F2C-DCC9F4AE3EBB}" type="pres">
      <dgm:prSet presAssocID="{ADC4029A-E2FB-4CBB-8A32-D6C8540DC9D9}" presName="parTx" presStyleLbl="revTx" presStyleIdx="0" presStyleCnt="6">
        <dgm:presLayoutVars>
          <dgm:chMax val="0"/>
          <dgm:chPref val="0"/>
        </dgm:presLayoutVars>
      </dgm:prSet>
      <dgm:spPr/>
    </dgm:pt>
    <dgm:pt modelId="{746A51C2-7BC6-49FA-8073-50AF4910A842}" type="pres">
      <dgm:prSet presAssocID="{ADC4029A-E2FB-4CBB-8A32-D6C8540DC9D9}" presName="txSpace" presStyleCnt="0"/>
      <dgm:spPr/>
    </dgm:pt>
    <dgm:pt modelId="{A20EBFAD-9C95-4BF5-AFDB-FA15121FB7E9}" type="pres">
      <dgm:prSet presAssocID="{ADC4029A-E2FB-4CBB-8A32-D6C8540DC9D9}" presName="desTx" presStyleLbl="revTx" presStyleIdx="1" presStyleCnt="6">
        <dgm:presLayoutVars/>
      </dgm:prSet>
      <dgm:spPr/>
    </dgm:pt>
    <dgm:pt modelId="{D29F5A17-735E-4280-B8E0-97F0C799388D}" type="pres">
      <dgm:prSet presAssocID="{DBA04B30-692D-4815-A026-F0A53199961F}" presName="sibTrans" presStyleCnt="0"/>
      <dgm:spPr/>
    </dgm:pt>
    <dgm:pt modelId="{16C5E525-255D-4812-9065-4A796933A53D}" type="pres">
      <dgm:prSet presAssocID="{7DAF8972-DA96-4E7A-95E9-15517D4320C1}" presName="compNode" presStyleCnt="0"/>
      <dgm:spPr/>
    </dgm:pt>
    <dgm:pt modelId="{3217A3FD-CD95-4EDF-BE7F-CCA52158728C}" type="pres">
      <dgm:prSet presAssocID="{7DAF8972-DA96-4E7A-95E9-15517D4320C1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7B541BE6-C08F-468F-B867-62E09B521BE7}" type="pres">
      <dgm:prSet presAssocID="{7DAF8972-DA96-4E7A-95E9-15517D4320C1}" presName="iconSpace" presStyleCnt="0"/>
      <dgm:spPr/>
    </dgm:pt>
    <dgm:pt modelId="{1DB81161-9428-4FB0-856C-E849C30013CA}" type="pres">
      <dgm:prSet presAssocID="{7DAF8972-DA96-4E7A-95E9-15517D4320C1}" presName="parTx" presStyleLbl="revTx" presStyleIdx="2" presStyleCnt="6">
        <dgm:presLayoutVars>
          <dgm:chMax val="0"/>
          <dgm:chPref val="0"/>
        </dgm:presLayoutVars>
      </dgm:prSet>
      <dgm:spPr/>
    </dgm:pt>
    <dgm:pt modelId="{D87BD12D-A7E9-4716-A9AB-9FC7A8F90A5C}" type="pres">
      <dgm:prSet presAssocID="{7DAF8972-DA96-4E7A-95E9-15517D4320C1}" presName="txSpace" presStyleCnt="0"/>
      <dgm:spPr/>
    </dgm:pt>
    <dgm:pt modelId="{77B039EE-C547-4108-A6B5-9F1D02DF17DD}" type="pres">
      <dgm:prSet presAssocID="{7DAF8972-DA96-4E7A-95E9-15517D4320C1}" presName="desTx" presStyleLbl="revTx" presStyleIdx="3" presStyleCnt="6">
        <dgm:presLayoutVars/>
      </dgm:prSet>
      <dgm:spPr/>
    </dgm:pt>
    <dgm:pt modelId="{0B3A4431-AD9A-4F7D-8D76-6C9BAB4AA525}" type="pres">
      <dgm:prSet presAssocID="{C5880437-407B-45D3-ADC0-5A86A57DA7BA}" presName="sibTrans" presStyleCnt="0"/>
      <dgm:spPr/>
    </dgm:pt>
    <dgm:pt modelId="{0CA89B72-A495-4A04-9426-D4902DCE7A26}" type="pres">
      <dgm:prSet presAssocID="{CBC57A8A-9FBA-4780-815D-84BD1475A905}" presName="compNode" presStyleCnt="0"/>
      <dgm:spPr/>
    </dgm:pt>
    <dgm:pt modelId="{6C93E468-4E21-4063-88E8-552499656F32}" type="pres">
      <dgm:prSet presAssocID="{CBC57A8A-9FBA-4780-815D-84BD1475A905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lgisayar"/>
        </a:ext>
      </dgm:extLst>
    </dgm:pt>
    <dgm:pt modelId="{61E8F25D-6B2C-40C3-8012-A0AEA4F036B7}" type="pres">
      <dgm:prSet presAssocID="{CBC57A8A-9FBA-4780-815D-84BD1475A905}" presName="iconSpace" presStyleCnt="0"/>
      <dgm:spPr/>
    </dgm:pt>
    <dgm:pt modelId="{F19B78E1-7A48-41D2-B735-655423B5F41D}" type="pres">
      <dgm:prSet presAssocID="{CBC57A8A-9FBA-4780-815D-84BD1475A905}" presName="parTx" presStyleLbl="revTx" presStyleIdx="4" presStyleCnt="6">
        <dgm:presLayoutVars>
          <dgm:chMax val="0"/>
          <dgm:chPref val="0"/>
        </dgm:presLayoutVars>
      </dgm:prSet>
      <dgm:spPr/>
    </dgm:pt>
    <dgm:pt modelId="{5F1C6DE9-0FB5-4E17-A993-F45B6F26CFAA}" type="pres">
      <dgm:prSet presAssocID="{CBC57A8A-9FBA-4780-815D-84BD1475A905}" presName="txSpace" presStyleCnt="0"/>
      <dgm:spPr/>
    </dgm:pt>
    <dgm:pt modelId="{173E323D-1E7E-4920-B34F-97B930135640}" type="pres">
      <dgm:prSet presAssocID="{CBC57A8A-9FBA-4780-815D-84BD1475A905}" presName="desTx" presStyleLbl="revTx" presStyleIdx="5" presStyleCnt="6">
        <dgm:presLayoutVars/>
      </dgm:prSet>
      <dgm:spPr/>
    </dgm:pt>
  </dgm:ptLst>
  <dgm:cxnLst>
    <dgm:cxn modelId="{D5226300-210E-4A83-AFEA-2673C96ACD4F}" srcId="{7DAF8972-DA96-4E7A-95E9-15517D4320C1}" destId="{70F46C97-92CD-4323-BE74-246CB2177B76}" srcOrd="0" destOrd="0" parTransId="{BA01B31F-B4D3-47AC-A799-029E8DA1C0D0}" sibTransId="{49F98864-81F8-4584-9B79-A47B25F06DA6}"/>
    <dgm:cxn modelId="{25F51D07-5182-46B8-B740-5BD9BFA8A8F0}" type="presOf" srcId="{70F46C97-92CD-4323-BE74-246CB2177B76}" destId="{77B039EE-C547-4108-A6B5-9F1D02DF17DD}" srcOrd="0" destOrd="0" presId="urn:microsoft.com/office/officeart/2018/5/layout/CenteredIconLabelDescriptionList"/>
    <dgm:cxn modelId="{DD37FF0D-470D-4D9F-97D6-8E51115F08B3}" srcId="{CBC57A8A-9FBA-4780-815D-84BD1475A905}" destId="{0BDAD057-8421-434E-B810-FC760F6B659D}" srcOrd="0" destOrd="0" parTransId="{2502D119-054D-49E9-8787-AC3F7D61DC5A}" sibTransId="{03E59874-116E-4164-B5CA-9617A524BA39}"/>
    <dgm:cxn modelId="{7C175B0F-92AF-4835-9D35-F4F61397EC68}" type="presOf" srcId="{CBC57A8A-9FBA-4780-815D-84BD1475A905}" destId="{F19B78E1-7A48-41D2-B735-655423B5F41D}" srcOrd="0" destOrd="0" presId="urn:microsoft.com/office/officeart/2018/5/layout/CenteredIconLabelDescriptionList"/>
    <dgm:cxn modelId="{F4B30E18-162D-4986-811A-BDCD3066532B}" type="presOf" srcId="{EEC22CFA-7BE7-474B-8C0D-474C9F45B8A5}" destId="{A20EBFAD-9C95-4BF5-AFDB-FA15121FB7E9}" srcOrd="0" destOrd="1" presId="urn:microsoft.com/office/officeart/2018/5/layout/CenteredIconLabelDescriptionList"/>
    <dgm:cxn modelId="{3D448024-9D2C-436E-A4E2-7CE1E5504348}" srcId="{7DAF8972-DA96-4E7A-95E9-15517D4320C1}" destId="{3C90D8CF-DE20-4BB3-82EF-518F6CBDCEAC}" srcOrd="1" destOrd="0" parTransId="{95DAC756-0E89-4EAB-AA22-7B6CCEBB3FBA}" sibTransId="{97835FE4-F79B-4D97-84D9-66B0C8859F3A}"/>
    <dgm:cxn modelId="{33F55430-65DE-4BBE-9019-73D482ED5AF0}" type="presOf" srcId="{4B5A95FA-5013-438E-BDAB-02B80244D582}" destId="{173E323D-1E7E-4920-B34F-97B930135640}" srcOrd="0" destOrd="1" presId="urn:microsoft.com/office/officeart/2018/5/layout/CenteredIconLabelDescriptionList"/>
    <dgm:cxn modelId="{E71D375B-19C2-42B6-8CCE-03784BEA8703}" type="presOf" srcId="{B887B5BE-2DC7-474A-B47D-6607EE7746D5}" destId="{A20EBFAD-9C95-4BF5-AFDB-FA15121FB7E9}" srcOrd="0" destOrd="2" presId="urn:microsoft.com/office/officeart/2018/5/layout/CenteredIconLabelDescriptionList"/>
    <dgm:cxn modelId="{4416C448-CE6D-4898-982B-FF8B6BAD9287}" type="presOf" srcId="{7DAF8972-DA96-4E7A-95E9-15517D4320C1}" destId="{1DB81161-9428-4FB0-856C-E849C30013CA}" srcOrd="0" destOrd="0" presId="urn:microsoft.com/office/officeart/2018/5/layout/CenteredIconLabelDescriptionList"/>
    <dgm:cxn modelId="{CDC9AB6A-54CB-4DD6-9C64-CBA25F5037B6}" srcId="{CBC57A8A-9FBA-4780-815D-84BD1475A905}" destId="{4B5A95FA-5013-438E-BDAB-02B80244D582}" srcOrd="1" destOrd="0" parTransId="{8E04CF5A-ED45-4245-B949-1C5E0313786A}" sibTransId="{35D790E7-E44F-4395-9B23-D40F59D177C9}"/>
    <dgm:cxn modelId="{CA32F84E-EC46-4070-A9E1-19C586FAF0A3}" type="presOf" srcId="{FC554302-3FA7-47C8-81BA-7E88398E3660}" destId="{A20EBFAD-9C95-4BF5-AFDB-FA15121FB7E9}" srcOrd="0" destOrd="0" presId="urn:microsoft.com/office/officeart/2018/5/layout/CenteredIconLabelDescriptionList"/>
    <dgm:cxn modelId="{73EC3970-B358-4C0F-B72C-AC0D83DDA1EC}" type="presOf" srcId="{63EF89A1-1E5C-4BB3-9FBF-B8CDBCB6B84D}" destId="{173E323D-1E7E-4920-B34F-97B930135640}" srcOrd="0" destOrd="3" presId="urn:microsoft.com/office/officeart/2018/5/layout/CenteredIconLabelDescriptionList"/>
    <dgm:cxn modelId="{AB928E70-EC21-4034-8E75-4AC4CFE00B32}" srcId="{CBC57A8A-9FBA-4780-815D-84BD1475A905}" destId="{7D677DAE-C631-4AFD-BCA2-F52E7F6D153C}" srcOrd="2" destOrd="0" parTransId="{AF96B0D4-DBD0-43F7-94A1-23DE752D8761}" sibTransId="{09AE992D-BE25-4101-8CD2-5891D2F8E3AC}"/>
    <dgm:cxn modelId="{16112C71-A020-4DA2-83F8-9CD72DA5DDAE}" type="presOf" srcId="{7D677DAE-C631-4AFD-BCA2-F52E7F6D153C}" destId="{173E323D-1E7E-4920-B34F-97B930135640}" srcOrd="0" destOrd="2" presId="urn:microsoft.com/office/officeart/2018/5/layout/CenteredIconLabelDescriptionList"/>
    <dgm:cxn modelId="{D492B972-05D4-4D17-8668-635CA22A0EFA}" srcId="{ADC4029A-E2FB-4CBB-8A32-D6C8540DC9D9}" destId="{B887B5BE-2DC7-474A-B47D-6607EE7746D5}" srcOrd="2" destOrd="0" parTransId="{0E31658D-8D49-44D5-8725-D1C4159E8A9A}" sibTransId="{49B4E8AE-B079-455F-867B-BA692A2CEC82}"/>
    <dgm:cxn modelId="{052F5675-F620-46B6-ADE4-D14E84D37046}" type="presOf" srcId="{0BDAD057-8421-434E-B810-FC760F6B659D}" destId="{173E323D-1E7E-4920-B34F-97B930135640}" srcOrd="0" destOrd="0" presId="urn:microsoft.com/office/officeart/2018/5/layout/CenteredIconLabelDescriptionList"/>
    <dgm:cxn modelId="{7242AD56-9622-4E8E-9878-7E455B9F6D34}" srcId="{CBC57A8A-9FBA-4780-815D-84BD1475A905}" destId="{63EF89A1-1E5C-4BB3-9FBF-B8CDBCB6B84D}" srcOrd="3" destOrd="0" parTransId="{64B053D2-F3D5-4191-8DC1-FB4835950A49}" sibTransId="{D4033A0A-63B0-4541-BA21-F0AE2111F6AC}"/>
    <dgm:cxn modelId="{5DE6627B-6573-4429-970D-B779251B5CC5}" srcId="{ADC4029A-E2FB-4CBB-8A32-D6C8540DC9D9}" destId="{EEC22CFA-7BE7-474B-8C0D-474C9F45B8A5}" srcOrd="1" destOrd="0" parTransId="{79C76A5E-7535-493B-BA47-B4B94AE31572}" sibTransId="{BB5BE8F1-9EE8-4DA2-B1B5-C283E5B433A5}"/>
    <dgm:cxn modelId="{1719B983-3AA9-4013-8278-7C9AD89993D4}" srcId="{ADC4029A-E2FB-4CBB-8A32-D6C8540DC9D9}" destId="{FC554302-3FA7-47C8-81BA-7E88398E3660}" srcOrd="0" destOrd="0" parTransId="{F58F8C1B-15C2-47BB-BC42-DD900397EC66}" sibTransId="{647BE3DE-E70C-4FAB-B7AD-1B1E58303955}"/>
    <dgm:cxn modelId="{37A5A192-96EC-4AC2-8169-26139398FE27}" srcId="{211D8A4C-A165-4046-9CDE-A70CBC0D10FE}" destId="{7DAF8972-DA96-4E7A-95E9-15517D4320C1}" srcOrd="1" destOrd="0" parTransId="{74B419F3-E3A2-4C24-A0A8-20A89332AC3D}" sibTransId="{C5880437-407B-45D3-ADC0-5A86A57DA7BA}"/>
    <dgm:cxn modelId="{89C1D7B3-5804-402F-BE02-90000425E69F}" srcId="{211D8A4C-A165-4046-9CDE-A70CBC0D10FE}" destId="{CBC57A8A-9FBA-4780-815D-84BD1475A905}" srcOrd="2" destOrd="0" parTransId="{4D149ED9-40FB-448D-9383-28CAFD52FF50}" sibTransId="{62E41211-E131-4F08-A758-108CA8E9749B}"/>
    <dgm:cxn modelId="{A50E5DB5-F118-40D3-AD99-B70C899E4894}" type="presOf" srcId="{3C90D8CF-DE20-4BB3-82EF-518F6CBDCEAC}" destId="{77B039EE-C547-4108-A6B5-9F1D02DF17DD}" srcOrd="0" destOrd="1" presId="urn:microsoft.com/office/officeart/2018/5/layout/CenteredIconLabelDescriptionList"/>
    <dgm:cxn modelId="{2367BBCA-BB3B-4633-8342-242B40A128D0}" type="presOf" srcId="{ADC4029A-E2FB-4CBB-8A32-D6C8540DC9D9}" destId="{5B180262-843F-4ECE-8F2C-DCC9F4AE3EBB}" srcOrd="0" destOrd="0" presId="urn:microsoft.com/office/officeart/2018/5/layout/CenteredIconLabelDescriptionList"/>
    <dgm:cxn modelId="{96D674CF-A8D8-4490-A2CF-F0FC05DB7B64}" type="presOf" srcId="{211D8A4C-A165-4046-9CDE-A70CBC0D10FE}" destId="{3EE841DC-2B26-429B-9F70-4F9F97ADA96B}" srcOrd="0" destOrd="0" presId="urn:microsoft.com/office/officeart/2018/5/layout/CenteredIconLabelDescriptionList"/>
    <dgm:cxn modelId="{E29A76E1-2E36-44F8-B655-99B761755998}" srcId="{211D8A4C-A165-4046-9CDE-A70CBC0D10FE}" destId="{ADC4029A-E2FB-4CBB-8A32-D6C8540DC9D9}" srcOrd="0" destOrd="0" parTransId="{4B9546EB-134F-4067-A094-52E2C79DE6F3}" sibTransId="{DBA04B30-692D-4815-A026-F0A53199961F}"/>
    <dgm:cxn modelId="{1D75486E-F855-4CAB-B82D-A74340101444}" type="presParOf" srcId="{3EE841DC-2B26-429B-9F70-4F9F97ADA96B}" destId="{41998463-79ED-4286-92DE-2D996451C64C}" srcOrd="0" destOrd="0" presId="urn:microsoft.com/office/officeart/2018/5/layout/CenteredIconLabelDescriptionList"/>
    <dgm:cxn modelId="{EA378322-40A3-43D5-92C1-60B6628794F2}" type="presParOf" srcId="{41998463-79ED-4286-92DE-2D996451C64C}" destId="{7B844B89-BD7A-412A-9003-D907B24071BB}" srcOrd="0" destOrd="0" presId="urn:microsoft.com/office/officeart/2018/5/layout/CenteredIconLabelDescriptionList"/>
    <dgm:cxn modelId="{641F3558-09A2-4108-94AA-F0533DAA9539}" type="presParOf" srcId="{41998463-79ED-4286-92DE-2D996451C64C}" destId="{81A3E17E-0D06-44A4-9F5B-644E3322B3CC}" srcOrd="1" destOrd="0" presId="urn:microsoft.com/office/officeart/2018/5/layout/CenteredIconLabelDescriptionList"/>
    <dgm:cxn modelId="{697479CD-3719-46F7-88DA-3ABA03B522EA}" type="presParOf" srcId="{41998463-79ED-4286-92DE-2D996451C64C}" destId="{5B180262-843F-4ECE-8F2C-DCC9F4AE3EBB}" srcOrd="2" destOrd="0" presId="urn:microsoft.com/office/officeart/2018/5/layout/CenteredIconLabelDescriptionList"/>
    <dgm:cxn modelId="{35E28392-58B4-44D9-ACE6-00E38D661334}" type="presParOf" srcId="{41998463-79ED-4286-92DE-2D996451C64C}" destId="{746A51C2-7BC6-49FA-8073-50AF4910A842}" srcOrd="3" destOrd="0" presId="urn:microsoft.com/office/officeart/2018/5/layout/CenteredIconLabelDescriptionList"/>
    <dgm:cxn modelId="{0E244096-F0BB-471B-9C36-E5E7C31B3AE3}" type="presParOf" srcId="{41998463-79ED-4286-92DE-2D996451C64C}" destId="{A20EBFAD-9C95-4BF5-AFDB-FA15121FB7E9}" srcOrd="4" destOrd="0" presId="urn:microsoft.com/office/officeart/2018/5/layout/CenteredIconLabelDescriptionList"/>
    <dgm:cxn modelId="{0BD615DB-5570-4E14-9041-AF901835A25A}" type="presParOf" srcId="{3EE841DC-2B26-429B-9F70-4F9F97ADA96B}" destId="{D29F5A17-735E-4280-B8E0-97F0C799388D}" srcOrd="1" destOrd="0" presId="urn:microsoft.com/office/officeart/2018/5/layout/CenteredIconLabelDescriptionList"/>
    <dgm:cxn modelId="{54B63FA5-3767-48E5-9273-D4C5672B80B0}" type="presParOf" srcId="{3EE841DC-2B26-429B-9F70-4F9F97ADA96B}" destId="{16C5E525-255D-4812-9065-4A796933A53D}" srcOrd="2" destOrd="0" presId="urn:microsoft.com/office/officeart/2018/5/layout/CenteredIconLabelDescriptionList"/>
    <dgm:cxn modelId="{72F59CDA-86F2-459B-B437-2515586B15A6}" type="presParOf" srcId="{16C5E525-255D-4812-9065-4A796933A53D}" destId="{3217A3FD-CD95-4EDF-BE7F-CCA52158728C}" srcOrd="0" destOrd="0" presId="urn:microsoft.com/office/officeart/2018/5/layout/CenteredIconLabelDescriptionList"/>
    <dgm:cxn modelId="{556CBA23-1753-4B59-9F49-6E2ED1FAAE9F}" type="presParOf" srcId="{16C5E525-255D-4812-9065-4A796933A53D}" destId="{7B541BE6-C08F-468F-B867-62E09B521BE7}" srcOrd="1" destOrd="0" presId="urn:microsoft.com/office/officeart/2018/5/layout/CenteredIconLabelDescriptionList"/>
    <dgm:cxn modelId="{748BF4F1-DF38-4C47-BF3F-956906E0A172}" type="presParOf" srcId="{16C5E525-255D-4812-9065-4A796933A53D}" destId="{1DB81161-9428-4FB0-856C-E849C30013CA}" srcOrd="2" destOrd="0" presId="urn:microsoft.com/office/officeart/2018/5/layout/CenteredIconLabelDescriptionList"/>
    <dgm:cxn modelId="{058A7875-63EB-4932-B16A-0280F6C93A32}" type="presParOf" srcId="{16C5E525-255D-4812-9065-4A796933A53D}" destId="{D87BD12D-A7E9-4716-A9AB-9FC7A8F90A5C}" srcOrd="3" destOrd="0" presId="urn:microsoft.com/office/officeart/2018/5/layout/CenteredIconLabelDescriptionList"/>
    <dgm:cxn modelId="{B72EEA11-694D-4E8B-91CB-D0FC65EDBCFB}" type="presParOf" srcId="{16C5E525-255D-4812-9065-4A796933A53D}" destId="{77B039EE-C547-4108-A6B5-9F1D02DF17DD}" srcOrd="4" destOrd="0" presId="urn:microsoft.com/office/officeart/2018/5/layout/CenteredIconLabelDescriptionList"/>
    <dgm:cxn modelId="{81DA8F73-C018-4F63-B791-FCCCA37F5DEE}" type="presParOf" srcId="{3EE841DC-2B26-429B-9F70-4F9F97ADA96B}" destId="{0B3A4431-AD9A-4F7D-8D76-6C9BAB4AA525}" srcOrd="3" destOrd="0" presId="urn:microsoft.com/office/officeart/2018/5/layout/CenteredIconLabelDescriptionList"/>
    <dgm:cxn modelId="{E507CFDD-BF07-435E-AA95-BA18EB1D37AE}" type="presParOf" srcId="{3EE841DC-2B26-429B-9F70-4F9F97ADA96B}" destId="{0CA89B72-A495-4A04-9426-D4902DCE7A26}" srcOrd="4" destOrd="0" presId="urn:microsoft.com/office/officeart/2018/5/layout/CenteredIconLabelDescriptionList"/>
    <dgm:cxn modelId="{51050834-C2AB-49B8-8D64-F56B937B3523}" type="presParOf" srcId="{0CA89B72-A495-4A04-9426-D4902DCE7A26}" destId="{6C93E468-4E21-4063-88E8-552499656F32}" srcOrd="0" destOrd="0" presId="urn:microsoft.com/office/officeart/2018/5/layout/CenteredIconLabelDescriptionList"/>
    <dgm:cxn modelId="{AFD04AF5-7A55-4705-A61E-5D9869E718DA}" type="presParOf" srcId="{0CA89B72-A495-4A04-9426-D4902DCE7A26}" destId="{61E8F25D-6B2C-40C3-8012-A0AEA4F036B7}" srcOrd="1" destOrd="0" presId="urn:microsoft.com/office/officeart/2018/5/layout/CenteredIconLabelDescriptionList"/>
    <dgm:cxn modelId="{4435E1AB-B1E4-41E5-823C-C7BE56DC0847}" type="presParOf" srcId="{0CA89B72-A495-4A04-9426-D4902DCE7A26}" destId="{F19B78E1-7A48-41D2-B735-655423B5F41D}" srcOrd="2" destOrd="0" presId="urn:microsoft.com/office/officeart/2018/5/layout/CenteredIconLabelDescriptionList"/>
    <dgm:cxn modelId="{9E2D8B8E-147D-4117-A3B2-9F85A34D2FE2}" type="presParOf" srcId="{0CA89B72-A495-4A04-9426-D4902DCE7A26}" destId="{5F1C6DE9-0FB5-4E17-A993-F45B6F26CFAA}" srcOrd="3" destOrd="0" presId="urn:microsoft.com/office/officeart/2018/5/layout/CenteredIconLabelDescriptionList"/>
    <dgm:cxn modelId="{687EA0A6-3C48-4277-99F9-FD583F13FE8E}" type="presParOf" srcId="{0CA89B72-A495-4A04-9426-D4902DCE7A26}" destId="{173E323D-1E7E-4920-B34F-97B930135640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0.xml><?xml version="1.0" encoding="utf-8"?>
<dgm:dataModel xmlns:dgm="http://schemas.openxmlformats.org/drawingml/2006/diagram" xmlns:a="http://schemas.openxmlformats.org/drawingml/2006/main">
  <dgm:ptLst>
    <dgm:pt modelId="{94C66DD8-B89A-40B7-9B69-2D4EE5C06142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en-US"/>
        </a:p>
      </dgm:t>
    </dgm:pt>
    <dgm:pt modelId="{745E206F-AF23-4AC1-8AF6-1AA3636D12B5}">
      <dgm:prSet/>
      <dgm:spPr/>
      <dgm:t>
        <a:bodyPr/>
        <a:lstStyle/>
        <a:p>
          <a:pPr>
            <a:defRPr b="1"/>
          </a:pPr>
          <a:r>
            <a:rPr lang="en-US"/>
            <a:t>The nSequence value is specified in either blocks or seconds, </a:t>
          </a:r>
        </a:p>
      </dgm:t>
    </dgm:pt>
    <dgm:pt modelId="{0904E195-7E51-4CA8-8256-59670E18D010}" type="parTrans" cxnId="{1BF51EE1-0138-4030-96A4-15369691F89D}">
      <dgm:prSet/>
      <dgm:spPr/>
      <dgm:t>
        <a:bodyPr/>
        <a:lstStyle/>
        <a:p>
          <a:endParaRPr lang="en-US"/>
        </a:p>
      </dgm:t>
    </dgm:pt>
    <dgm:pt modelId="{A3C18D3E-B253-45C6-9B3C-C8106AF15167}" type="sibTrans" cxnId="{1BF51EE1-0138-4030-96A4-15369691F89D}">
      <dgm:prSet/>
      <dgm:spPr/>
      <dgm:t>
        <a:bodyPr/>
        <a:lstStyle/>
        <a:p>
          <a:endParaRPr lang="en-US"/>
        </a:p>
      </dgm:t>
    </dgm:pt>
    <dgm:pt modelId="{08976C89-EE08-4683-BC13-86905D3FA0B0}">
      <dgm:prSet/>
      <dgm:spPr/>
      <dgm:t>
        <a:bodyPr/>
        <a:lstStyle/>
        <a:p>
          <a:r>
            <a:rPr lang="en-US"/>
            <a:t>but in a slightly different</a:t>
          </a:r>
          <a:r>
            <a:rPr lang="tr-TR"/>
            <a:t> </a:t>
          </a:r>
          <a:r>
            <a:rPr lang="en-US"/>
            <a:t>format </a:t>
          </a:r>
        </a:p>
      </dgm:t>
    </dgm:pt>
    <dgm:pt modelId="{C26A5855-DAC1-469D-8523-B7FD62B797BD}" type="parTrans" cxnId="{2BE41842-6EA5-4C52-B2A8-322DD26E9F1A}">
      <dgm:prSet/>
      <dgm:spPr/>
      <dgm:t>
        <a:bodyPr/>
        <a:lstStyle/>
        <a:p>
          <a:endParaRPr lang="en-US"/>
        </a:p>
      </dgm:t>
    </dgm:pt>
    <dgm:pt modelId="{9ED5DEEF-DE37-4FBB-AECE-A4C8822AC824}" type="sibTrans" cxnId="{2BE41842-6EA5-4C52-B2A8-322DD26E9F1A}">
      <dgm:prSet/>
      <dgm:spPr/>
      <dgm:t>
        <a:bodyPr/>
        <a:lstStyle/>
        <a:p>
          <a:endParaRPr lang="en-US"/>
        </a:p>
      </dgm:t>
    </dgm:pt>
    <dgm:pt modelId="{FE47CB51-247E-42B8-9F32-687E373ADC2F}">
      <dgm:prSet/>
      <dgm:spPr/>
      <dgm:t>
        <a:bodyPr/>
        <a:lstStyle/>
        <a:p>
          <a:r>
            <a:rPr lang="en-US"/>
            <a:t>than we saw used in nLocktime. </a:t>
          </a:r>
        </a:p>
      </dgm:t>
    </dgm:pt>
    <dgm:pt modelId="{9C392FDA-8AF8-439C-A2B9-54D5AA24F843}" type="parTrans" cxnId="{1BD5C0C0-C7FC-4B58-889D-7722137AAFFA}">
      <dgm:prSet/>
      <dgm:spPr/>
      <dgm:t>
        <a:bodyPr/>
        <a:lstStyle/>
        <a:p>
          <a:endParaRPr lang="en-US"/>
        </a:p>
      </dgm:t>
    </dgm:pt>
    <dgm:pt modelId="{0BA71097-DC95-4DE1-BD26-49C27B39B6F8}" type="sibTrans" cxnId="{1BD5C0C0-C7FC-4B58-889D-7722137AAFFA}">
      <dgm:prSet/>
      <dgm:spPr/>
      <dgm:t>
        <a:bodyPr/>
        <a:lstStyle/>
        <a:p>
          <a:endParaRPr lang="en-US"/>
        </a:p>
      </dgm:t>
    </dgm:pt>
    <dgm:pt modelId="{C59FA423-1D28-4BCA-BE91-F6B7DF14C1BD}">
      <dgm:prSet/>
      <dgm:spPr/>
      <dgm:t>
        <a:bodyPr/>
        <a:lstStyle/>
        <a:p>
          <a:pPr>
            <a:defRPr b="1"/>
          </a:pPr>
          <a:r>
            <a:rPr lang="en-US"/>
            <a:t>A type-flag is used </a:t>
          </a:r>
        </a:p>
      </dgm:t>
    </dgm:pt>
    <dgm:pt modelId="{49C1276C-0926-441B-9DE4-1BC93BD2B97B}" type="parTrans" cxnId="{627F4349-0427-4F9C-BEB9-45D979E72021}">
      <dgm:prSet/>
      <dgm:spPr/>
      <dgm:t>
        <a:bodyPr/>
        <a:lstStyle/>
        <a:p>
          <a:endParaRPr lang="en-US"/>
        </a:p>
      </dgm:t>
    </dgm:pt>
    <dgm:pt modelId="{3D23F093-142A-462A-B20B-2C568E67A570}" type="sibTrans" cxnId="{627F4349-0427-4F9C-BEB9-45D979E72021}">
      <dgm:prSet/>
      <dgm:spPr/>
      <dgm:t>
        <a:bodyPr/>
        <a:lstStyle/>
        <a:p>
          <a:endParaRPr lang="en-US"/>
        </a:p>
      </dgm:t>
    </dgm:pt>
    <dgm:pt modelId="{C2ACC093-3AF3-40C0-884D-90B127E3D585}">
      <dgm:prSet/>
      <dgm:spPr/>
      <dgm:t>
        <a:bodyPr/>
        <a:lstStyle/>
        <a:p>
          <a:r>
            <a:rPr lang="en-US"/>
            <a:t>to differentiate between</a:t>
          </a:r>
          <a:r>
            <a:rPr lang="tr-TR"/>
            <a:t> </a:t>
          </a:r>
          <a:r>
            <a:rPr lang="en-US"/>
            <a:t>values counting blocks</a:t>
          </a:r>
        </a:p>
      </dgm:t>
    </dgm:pt>
    <dgm:pt modelId="{40636D21-3F9B-4986-85FB-E7FA76D19C1B}" type="parTrans" cxnId="{CA4C46E7-89A9-4E3B-AF8D-8A7280DC5B65}">
      <dgm:prSet/>
      <dgm:spPr/>
      <dgm:t>
        <a:bodyPr/>
        <a:lstStyle/>
        <a:p>
          <a:endParaRPr lang="en-US"/>
        </a:p>
      </dgm:t>
    </dgm:pt>
    <dgm:pt modelId="{EA62D61E-41B4-4964-B74A-4DEE7AE7F87F}" type="sibTrans" cxnId="{CA4C46E7-89A9-4E3B-AF8D-8A7280DC5B65}">
      <dgm:prSet/>
      <dgm:spPr/>
      <dgm:t>
        <a:bodyPr/>
        <a:lstStyle/>
        <a:p>
          <a:endParaRPr lang="en-US"/>
        </a:p>
      </dgm:t>
    </dgm:pt>
    <dgm:pt modelId="{AE5DD95D-680A-4839-BA44-A37EB9984F90}">
      <dgm:prSet/>
      <dgm:spPr/>
      <dgm:t>
        <a:bodyPr/>
        <a:lstStyle/>
        <a:p>
          <a:r>
            <a:rPr lang="en-US"/>
            <a:t>and values counting time in seconds. </a:t>
          </a:r>
        </a:p>
      </dgm:t>
    </dgm:pt>
    <dgm:pt modelId="{01C116D7-5F5B-41CD-9367-3F733E17CFE1}" type="parTrans" cxnId="{0FA61ED3-A906-4B56-83D2-CE617D50A78A}">
      <dgm:prSet/>
      <dgm:spPr/>
      <dgm:t>
        <a:bodyPr/>
        <a:lstStyle/>
        <a:p>
          <a:endParaRPr lang="en-US"/>
        </a:p>
      </dgm:t>
    </dgm:pt>
    <dgm:pt modelId="{73CB4C32-9F96-442D-9CE7-C81C1902E540}" type="sibTrans" cxnId="{0FA61ED3-A906-4B56-83D2-CE617D50A78A}">
      <dgm:prSet/>
      <dgm:spPr/>
      <dgm:t>
        <a:bodyPr/>
        <a:lstStyle/>
        <a:p>
          <a:endParaRPr lang="en-US"/>
        </a:p>
      </dgm:t>
    </dgm:pt>
    <dgm:pt modelId="{4DFD4B5E-B47B-41F2-914E-533703430B58}">
      <dgm:prSet/>
      <dgm:spPr/>
      <dgm:t>
        <a:bodyPr/>
        <a:lstStyle/>
        <a:p>
          <a:pPr>
            <a:defRPr b="1"/>
          </a:pPr>
          <a:r>
            <a:rPr lang="en-US"/>
            <a:t>The type-flag is s</a:t>
          </a:r>
        </a:p>
      </dgm:t>
    </dgm:pt>
    <dgm:pt modelId="{B0FBB907-4572-47BE-B6CD-55596D845ED4}" type="parTrans" cxnId="{0AEB0C94-E080-4E4C-BC46-D927F9FA5EAE}">
      <dgm:prSet/>
      <dgm:spPr/>
      <dgm:t>
        <a:bodyPr/>
        <a:lstStyle/>
        <a:p>
          <a:endParaRPr lang="en-US"/>
        </a:p>
      </dgm:t>
    </dgm:pt>
    <dgm:pt modelId="{79F6F6AB-F063-47B8-8ABB-8B75D7EF1357}" type="sibTrans" cxnId="{0AEB0C94-E080-4E4C-BC46-D927F9FA5EAE}">
      <dgm:prSet/>
      <dgm:spPr/>
      <dgm:t>
        <a:bodyPr/>
        <a:lstStyle/>
        <a:p>
          <a:endParaRPr lang="en-US"/>
        </a:p>
      </dgm:t>
    </dgm:pt>
    <dgm:pt modelId="{A6EF0DD9-DA1D-4188-AAE2-F437DF40D264}">
      <dgm:prSet/>
      <dgm:spPr/>
      <dgm:t>
        <a:bodyPr/>
        <a:lstStyle/>
        <a:p>
          <a:r>
            <a:rPr lang="en-US"/>
            <a:t>et in</a:t>
          </a:r>
          <a:r>
            <a:rPr lang="tr-TR"/>
            <a:t> </a:t>
          </a:r>
          <a:r>
            <a:rPr lang="en-US"/>
            <a:t>the 23rd least-significant bit </a:t>
          </a:r>
        </a:p>
      </dgm:t>
    </dgm:pt>
    <dgm:pt modelId="{5F78DC64-72D4-416B-AC05-8889C1E1E3F4}" type="parTrans" cxnId="{7F8EE9E9-D88D-4C2A-AA65-4F5BBAA5190A}">
      <dgm:prSet/>
      <dgm:spPr/>
      <dgm:t>
        <a:bodyPr/>
        <a:lstStyle/>
        <a:p>
          <a:endParaRPr lang="en-US"/>
        </a:p>
      </dgm:t>
    </dgm:pt>
    <dgm:pt modelId="{C0E222D8-9CE6-49DC-A2C3-78CE7B0285B0}" type="sibTrans" cxnId="{7F8EE9E9-D88D-4C2A-AA65-4F5BBAA5190A}">
      <dgm:prSet/>
      <dgm:spPr/>
      <dgm:t>
        <a:bodyPr/>
        <a:lstStyle/>
        <a:p>
          <a:endParaRPr lang="en-US"/>
        </a:p>
      </dgm:t>
    </dgm:pt>
    <dgm:pt modelId="{B881B21D-1A18-4DBA-8F40-FA00F5856046}">
      <dgm:prSet/>
      <dgm:spPr/>
      <dgm:t>
        <a:bodyPr/>
        <a:lstStyle/>
        <a:p>
          <a:r>
            <a:rPr lang="en-US"/>
            <a:t>i.e., value 1&lt;&lt;22</a:t>
          </a:r>
        </a:p>
      </dgm:t>
    </dgm:pt>
    <dgm:pt modelId="{2F66BBC6-8CD1-49FE-B0EE-31BEB25FED34}" type="parTrans" cxnId="{14A53F6C-EBC7-437B-8B0E-28D0F19286D6}">
      <dgm:prSet/>
      <dgm:spPr/>
      <dgm:t>
        <a:bodyPr/>
        <a:lstStyle/>
        <a:p>
          <a:endParaRPr lang="en-US"/>
        </a:p>
      </dgm:t>
    </dgm:pt>
    <dgm:pt modelId="{7176E726-9AF2-4CE7-BD18-9234A4782348}" type="sibTrans" cxnId="{14A53F6C-EBC7-437B-8B0E-28D0F19286D6}">
      <dgm:prSet/>
      <dgm:spPr/>
      <dgm:t>
        <a:bodyPr/>
        <a:lstStyle/>
        <a:p>
          <a:endParaRPr lang="en-US"/>
        </a:p>
      </dgm:t>
    </dgm:pt>
    <dgm:pt modelId="{DAD6A421-623D-4D1C-8161-617806F7147D}" type="pres">
      <dgm:prSet presAssocID="{94C66DD8-B89A-40B7-9B69-2D4EE5C06142}" presName="root" presStyleCnt="0">
        <dgm:presLayoutVars>
          <dgm:dir/>
          <dgm:resizeHandles val="exact"/>
        </dgm:presLayoutVars>
      </dgm:prSet>
      <dgm:spPr/>
    </dgm:pt>
    <dgm:pt modelId="{AE370E77-B391-4804-A7CA-75DA47DE749B}" type="pres">
      <dgm:prSet presAssocID="{745E206F-AF23-4AC1-8AF6-1AA3636D12B5}" presName="compNode" presStyleCnt="0"/>
      <dgm:spPr/>
    </dgm:pt>
    <dgm:pt modelId="{A79A0AD5-D93D-4DF5-A140-434FCA331C3F}" type="pres">
      <dgm:prSet presAssocID="{745E206F-AF23-4AC1-8AF6-1AA3636D12B5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kas"/>
        </a:ext>
      </dgm:extLst>
    </dgm:pt>
    <dgm:pt modelId="{ACB42B72-2DF2-4CE2-84C7-F0AE15C57E2A}" type="pres">
      <dgm:prSet presAssocID="{745E206F-AF23-4AC1-8AF6-1AA3636D12B5}" presName="iconSpace" presStyleCnt="0"/>
      <dgm:spPr/>
    </dgm:pt>
    <dgm:pt modelId="{76076639-C232-40DB-A928-06322CBEEC0D}" type="pres">
      <dgm:prSet presAssocID="{745E206F-AF23-4AC1-8AF6-1AA3636D12B5}" presName="parTx" presStyleLbl="revTx" presStyleIdx="0" presStyleCnt="6">
        <dgm:presLayoutVars>
          <dgm:chMax val="0"/>
          <dgm:chPref val="0"/>
        </dgm:presLayoutVars>
      </dgm:prSet>
      <dgm:spPr/>
    </dgm:pt>
    <dgm:pt modelId="{3BBEB8FD-D27E-4CAD-AB1C-102F6AC938B5}" type="pres">
      <dgm:prSet presAssocID="{745E206F-AF23-4AC1-8AF6-1AA3636D12B5}" presName="txSpace" presStyleCnt="0"/>
      <dgm:spPr/>
    </dgm:pt>
    <dgm:pt modelId="{6437000A-D7FD-477A-824D-142A5EAEC46E}" type="pres">
      <dgm:prSet presAssocID="{745E206F-AF23-4AC1-8AF6-1AA3636D12B5}" presName="desTx" presStyleLbl="revTx" presStyleIdx="1" presStyleCnt="6">
        <dgm:presLayoutVars/>
      </dgm:prSet>
      <dgm:spPr/>
    </dgm:pt>
    <dgm:pt modelId="{11C02702-7392-4FB6-ABF4-98AB208E8903}" type="pres">
      <dgm:prSet presAssocID="{A3C18D3E-B253-45C6-9B3C-C8106AF15167}" presName="sibTrans" presStyleCnt="0"/>
      <dgm:spPr/>
    </dgm:pt>
    <dgm:pt modelId="{35783498-2010-42AD-85C6-CAE210511FA0}" type="pres">
      <dgm:prSet presAssocID="{C59FA423-1D28-4BCA-BE91-F6B7DF14C1BD}" presName="compNode" presStyleCnt="0"/>
      <dgm:spPr/>
    </dgm:pt>
    <dgm:pt modelId="{7413E5F1-6C33-4679-95C8-E5A57ABB3DE9}" type="pres">
      <dgm:prSet presAssocID="{C59FA423-1D28-4BCA-BE91-F6B7DF14C1BD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yrak"/>
        </a:ext>
      </dgm:extLst>
    </dgm:pt>
    <dgm:pt modelId="{E1717802-793B-48C9-A03F-A68D2A491EE8}" type="pres">
      <dgm:prSet presAssocID="{C59FA423-1D28-4BCA-BE91-F6B7DF14C1BD}" presName="iconSpace" presStyleCnt="0"/>
      <dgm:spPr/>
    </dgm:pt>
    <dgm:pt modelId="{8703E22D-A777-4CD3-A920-614FAF15B345}" type="pres">
      <dgm:prSet presAssocID="{C59FA423-1D28-4BCA-BE91-F6B7DF14C1BD}" presName="parTx" presStyleLbl="revTx" presStyleIdx="2" presStyleCnt="6">
        <dgm:presLayoutVars>
          <dgm:chMax val="0"/>
          <dgm:chPref val="0"/>
        </dgm:presLayoutVars>
      </dgm:prSet>
      <dgm:spPr/>
    </dgm:pt>
    <dgm:pt modelId="{63F65994-C5FC-456A-8C84-57EE63A7F641}" type="pres">
      <dgm:prSet presAssocID="{C59FA423-1D28-4BCA-BE91-F6B7DF14C1BD}" presName="txSpace" presStyleCnt="0"/>
      <dgm:spPr/>
    </dgm:pt>
    <dgm:pt modelId="{D8097B8C-7B8C-46A2-9D78-F1354C542C9B}" type="pres">
      <dgm:prSet presAssocID="{C59FA423-1D28-4BCA-BE91-F6B7DF14C1BD}" presName="desTx" presStyleLbl="revTx" presStyleIdx="3" presStyleCnt="6">
        <dgm:presLayoutVars/>
      </dgm:prSet>
      <dgm:spPr/>
    </dgm:pt>
    <dgm:pt modelId="{E480CABA-DF03-4917-BAB1-1ED52F12076D}" type="pres">
      <dgm:prSet presAssocID="{3D23F093-142A-462A-B20B-2C568E67A570}" presName="sibTrans" presStyleCnt="0"/>
      <dgm:spPr/>
    </dgm:pt>
    <dgm:pt modelId="{81AD0E05-C2EB-4211-811E-FFE5F2FF0655}" type="pres">
      <dgm:prSet presAssocID="{4DFD4B5E-B47B-41F2-914E-533703430B58}" presName="compNode" presStyleCnt="0"/>
      <dgm:spPr/>
    </dgm:pt>
    <dgm:pt modelId="{F838799A-5867-4A6F-B015-21282C08F98C}" type="pres">
      <dgm:prSet presAssocID="{4DFD4B5E-B47B-41F2-914E-533703430B58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Yer işareti"/>
        </a:ext>
      </dgm:extLst>
    </dgm:pt>
    <dgm:pt modelId="{DF23E370-A2B3-450F-ADB7-2F0697D951A5}" type="pres">
      <dgm:prSet presAssocID="{4DFD4B5E-B47B-41F2-914E-533703430B58}" presName="iconSpace" presStyleCnt="0"/>
      <dgm:spPr/>
    </dgm:pt>
    <dgm:pt modelId="{3C0F4DF9-F258-47EA-9247-05A73D6E226F}" type="pres">
      <dgm:prSet presAssocID="{4DFD4B5E-B47B-41F2-914E-533703430B58}" presName="parTx" presStyleLbl="revTx" presStyleIdx="4" presStyleCnt="6">
        <dgm:presLayoutVars>
          <dgm:chMax val="0"/>
          <dgm:chPref val="0"/>
        </dgm:presLayoutVars>
      </dgm:prSet>
      <dgm:spPr/>
    </dgm:pt>
    <dgm:pt modelId="{27E2B8F8-CF78-41BB-86E8-20ADD8F9CA62}" type="pres">
      <dgm:prSet presAssocID="{4DFD4B5E-B47B-41F2-914E-533703430B58}" presName="txSpace" presStyleCnt="0"/>
      <dgm:spPr/>
    </dgm:pt>
    <dgm:pt modelId="{70BC15D1-FF69-44A7-A1BD-AC76C410320E}" type="pres">
      <dgm:prSet presAssocID="{4DFD4B5E-B47B-41F2-914E-533703430B58}" presName="desTx" presStyleLbl="revTx" presStyleIdx="5" presStyleCnt="6">
        <dgm:presLayoutVars/>
      </dgm:prSet>
      <dgm:spPr/>
    </dgm:pt>
  </dgm:ptLst>
  <dgm:cxnLst>
    <dgm:cxn modelId="{F6294A3C-1D55-43DB-B4F8-48257DF69A77}" type="presOf" srcId="{C2ACC093-3AF3-40C0-884D-90B127E3D585}" destId="{D8097B8C-7B8C-46A2-9D78-F1354C542C9B}" srcOrd="0" destOrd="0" presId="urn:microsoft.com/office/officeart/2018/2/layout/IconLabelDescriptionList"/>
    <dgm:cxn modelId="{4E1CB23E-C02E-4914-B143-871F15C89C97}" type="presOf" srcId="{B881B21D-1A18-4DBA-8F40-FA00F5856046}" destId="{70BC15D1-FF69-44A7-A1BD-AC76C410320E}" srcOrd="0" destOrd="1" presId="urn:microsoft.com/office/officeart/2018/2/layout/IconLabelDescriptionList"/>
    <dgm:cxn modelId="{2BE41842-6EA5-4C52-B2A8-322DD26E9F1A}" srcId="{745E206F-AF23-4AC1-8AF6-1AA3636D12B5}" destId="{08976C89-EE08-4683-BC13-86905D3FA0B0}" srcOrd="0" destOrd="0" parTransId="{C26A5855-DAC1-469D-8523-B7FD62B797BD}" sibTransId="{9ED5DEEF-DE37-4FBB-AECE-A4C8822AC824}"/>
    <dgm:cxn modelId="{D97A5568-14F1-429D-84B5-B8FAD7C360B6}" type="presOf" srcId="{745E206F-AF23-4AC1-8AF6-1AA3636D12B5}" destId="{76076639-C232-40DB-A928-06322CBEEC0D}" srcOrd="0" destOrd="0" presId="urn:microsoft.com/office/officeart/2018/2/layout/IconLabelDescriptionList"/>
    <dgm:cxn modelId="{627F4349-0427-4F9C-BEB9-45D979E72021}" srcId="{94C66DD8-B89A-40B7-9B69-2D4EE5C06142}" destId="{C59FA423-1D28-4BCA-BE91-F6B7DF14C1BD}" srcOrd="1" destOrd="0" parTransId="{49C1276C-0926-441B-9DE4-1BC93BD2B97B}" sibTransId="{3D23F093-142A-462A-B20B-2C568E67A570}"/>
    <dgm:cxn modelId="{14A53F6C-EBC7-437B-8B0E-28D0F19286D6}" srcId="{4DFD4B5E-B47B-41F2-914E-533703430B58}" destId="{B881B21D-1A18-4DBA-8F40-FA00F5856046}" srcOrd="1" destOrd="0" parTransId="{2F66BBC6-8CD1-49FE-B0EE-31BEB25FED34}" sibTransId="{7176E726-9AF2-4CE7-BD18-9234A4782348}"/>
    <dgm:cxn modelId="{4F36AD54-4660-408C-B5FD-5CC9A5382644}" type="presOf" srcId="{08976C89-EE08-4683-BC13-86905D3FA0B0}" destId="{6437000A-D7FD-477A-824D-142A5EAEC46E}" srcOrd="0" destOrd="0" presId="urn:microsoft.com/office/officeart/2018/2/layout/IconLabelDescriptionList"/>
    <dgm:cxn modelId="{B48B6C7C-078C-4FF6-8BAE-DA4124CB061F}" type="presOf" srcId="{C59FA423-1D28-4BCA-BE91-F6B7DF14C1BD}" destId="{8703E22D-A777-4CD3-A920-614FAF15B345}" srcOrd="0" destOrd="0" presId="urn:microsoft.com/office/officeart/2018/2/layout/IconLabelDescriptionList"/>
    <dgm:cxn modelId="{838A887E-F43F-4DD4-9E94-374B37CC5612}" type="presOf" srcId="{FE47CB51-247E-42B8-9F32-687E373ADC2F}" destId="{6437000A-D7FD-477A-824D-142A5EAEC46E}" srcOrd="0" destOrd="1" presId="urn:microsoft.com/office/officeart/2018/2/layout/IconLabelDescriptionList"/>
    <dgm:cxn modelId="{22CF8F90-99D7-4B0E-984F-B6BDC1955ED1}" type="presOf" srcId="{A6EF0DD9-DA1D-4188-AAE2-F437DF40D264}" destId="{70BC15D1-FF69-44A7-A1BD-AC76C410320E}" srcOrd="0" destOrd="0" presId="urn:microsoft.com/office/officeart/2018/2/layout/IconLabelDescriptionList"/>
    <dgm:cxn modelId="{0AEB0C94-E080-4E4C-BC46-D927F9FA5EAE}" srcId="{94C66DD8-B89A-40B7-9B69-2D4EE5C06142}" destId="{4DFD4B5E-B47B-41F2-914E-533703430B58}" srcOrd="2" destOrd="0" parTransId="{B0FBB907-4572-47BE-B6CD-55596D845ED4}" sibTransId="{79F6F6AB-F063-47B8-8ABB-8B75D7EF1357}"/>
    <dgm:cxn modelId="{37693A97-5D3D-4415-BD11-0D459468D5DA}" type="presOf" srcId="{94C66DD8-B89A-40B7-9B69-2D4EE5C06142}" destId="{DAD6A421-623D-4D1C-8161-617806F7147D}" srcOrd="0" destOrd="0" presId="urn:microsoft.com/office/officeart/2018/2/layout/IconLabelDescriptionList"/>
    <dgm:cxn modelId="{6EA770A1-B3B5-42E5-B094-FE62AE9372ED}" type="presOf" srcId="{AE5DD95D-680A-4839-BA44-A37EB9984F90}" destId="{D8097B8C-7B8C-46A2-9D78-F1354C542C9B}" srcOrd="0" destOrd="1" presId="urn:microsoft.com/office/officeart/2018/2/layout/IconLabelDescriptionList"/>
    <dgm:cxn modelId="{1BD5C0C0-C7FC-4B58-889D-7722137AAFFA}" srcId="{745E206F-AF23-4AC1-8AF6-1AA3636D12B5}" destId="{FE47CB51-247E-42B8-9F32-687E373ADC2F}" srcOrd="1" destOrd="0" parTransId="{9C392FDA-8AF8-439C-A2B9-54D5AA24F843}" sibTransId="{0BA71097-DC95-4DE1-BD26-49C27B39B6F8}"/>
    <dgm:cxn modelId="{0FA61ED3-A906-4B56-83D2-CE617D50A78A}" srcId="{C59FA423-1D28-4BCA-BE91-F6B7DF14C1BD}" destId="{AE5DD95D-680A-4839-BA44-A37EB9984F90}" srcOrd="1" destOrd="0" parTransId="{01C116D7-5F5B-41CD-9367-3F733E17CFE1}" sibTransId="{73CB4C32-9F96-442D-9CE7-C81C1902E540}"/>
    <dgm:cxn modelId="{350CF6D9-FAE3-46DC-8F6B-D2E169E2A4BC}" type="presOf" srcId="{4DFD4B5E-B47B-41F2-914E-533703430B58}" destId="{3C0F4DF9-F258-47EA-9247-05A73D6E226F}" srcOrd="0" destOrd="0" presId="urn:microsoft.com/office/officeart/2018/2/layout/IconLabelDescriptionList"/>
    <dgm:cxn modelId="{1BF51EE1-0138-4030-96A4-15369691F89D}" srcId="{94C66DD8-B89A-40B7-9B69-2D4EE5C06142}" destId="{745E206F-AF23-4AC1-8AF6-1AA3636D12B5}" srcOrd="0" destOrd="0" parTransId="{0904E195-7E51-4CA8-8256-59670E18D010}" sibTransId="{A3C18D3E-B253-45C6-9B3C-C8106AF15167}"/>
    <dgm:cxn modelId="{CA4C46E7-89A9-4E3B-AF8D-8A7280DC5B65}" srcId="{C59FA423-1D28-4BCA-BE91-F6B7DF14C1BD}" destId="{C2ACC093-3AF3-40C0-884D-90B127E3D585}" srcOrd="0" destOrd="0" parTransId="{40636D21-3F9B-4986-85FB-E7FA76D19C1B}" sibTransId="{EA62D61E-41B4-4964-B74A-4DEE7AE7F87F}"/>
    <dgm:cxn modelId="{7F8EE9E9-D88D-4C2A-AA65-4F5BBAA5190A}" srcId="{4DFD4B5E-B47B-41F2-914E-533703430B58}" destId="{A6EF0DD9-DA1D-4188-AAE2-F437DF40D264}" srcOrd="0" destOrd="0" parTransId="{5F78DC64-72D4-416B-AC05-8889C1E1E3F4}" sibTransId="{C0E222D8-9CE6-49DC-A2C3-78CE7B0285B0}"/>
    <dgm:cxn modelId="{01262337-C18B-4F18-8321-3E3219257E9F}" type="presParOf" srcId="{DAD6A421-623D-4D1C-8161-617806F7147D}" destId="{AE370E77-B391-4804-A7CA-75DA47DE749B}" srcOrd="0" destOrd="0" presId="urn:microsoft.com/office/officeart/2018/2/layout/IconLabelDescriptionList"/>
    <dgm:cxn modelId="{96209036-0816-468F-89C7-D6CD12D0119C}" type="presParOf" srcId="{AE370E77-B391-4804-A7CA-75DA47DE749B}" destId="{A79A0AD5-D93D-4DF5-A140-434FCA331C3F}" srcOrd="0" destOrd="0" presId="urn:microsoft.com/office/officeart/2018/2/layout/IconLabelDescriptionList"/>
    <dgm:cxn modelId="{918E8AC7-AD43-4316-9C51-552E9EF338F2}" type="presParOf" srcId="{AE370E77-B391-4804-A7CA-75DA47DE749B}" destId="{ACB42B72-2DF2-4CE2-84C7-F0AE15C57E2A}" srcOrd="1" destOrd="0" presId="urn:microsoft.com/office/officeart/2018/2/layout/IconLabelDescriptionList"/>
    <dgm:cxn modelId="{AD947A2C-BA61-4841-9293-E197003AD0A2}" type="presParOf" srcId="{AE370E77-B391-4804-A7CA-75DA47DE749B}" destId="{76076639-C232-40DB-A928-06322CBEEC0D}" srcOrd="2" destOrd="0" presId="urn:microsoft.com/office/officeart/2018/2/layout/IconLabelDescriptionList"/>
    <dgm:cxn modelId="{2291967F-199B-4DC0-B3F9-268E05D9E189}" type="presParOf" srcId="{AE370E77-B391-4804-A7CA-75DA47DE749B}" destId="{3BBEB8FD-D27E-4CAD-AB1C-102F6AC938B5}" srcOrd="3" destOrd="0" presId="urn:microsoft.com/office/officeart/2018/2/layout/IconLabelDescriptionList"/>
    <dgm:cxn modelId="{2337E58C-8617-465B-A41E-2ED82748CC4F}" type="presParOf" srcId="{AE370E77-B391-4804-A7CA-75DA47DE749B}" destId="{6437000A-D7FD-477A-824D-142A5EAEC46E}" srcOrd="4" destOrd="0" presId="urn:microsoft.com/office/officeart/2018/2/layout/IconLabelDescriptionList"/>
    <dgm:cxn modelId="{A3FD9BD5-EA9D-4E93-A39A-A82E8F3C45B7}" type="presParOf" srcId="{DAD6A421-623D-4D1C-8161-617806F7147D}" destId="{11C02702-7392-4FB6-ABF4-98AB208E8903}" srcOrd="1" destOrd="0" presId="urn:microsoft.com/office/officeart/2018/2/layout/IconLabelDescriptionList"/>
    <dgm:cxn modelId="{40AA692D-60F8-4FCA-A5EB-634176CF0FBD}" type="presParOf" srcId="{DAD6A421-623D-4D1C-8161-617806F7147D}" destId="{35783498-2010-42AD-85C6-CAE210511FA0}" srcOrd="2" destOrd="0" presId="urn:microsoft.com/office/officeart/2018/2/layout/IconLabelDescriptionList"/>
    <dgm:cxn modelId="{F5AD70C9-CC70-4C4C-8490-C6FA54437575}" type="presParOf" srcId="{35783498-2010-42AD-85C6-CAE210511FA0}" destId="{7413E5F1-6C33-4679-95C8-E5A57ABB3DE9}" srcOrd="0" destOrd="0" presId="urn:microsoft.com/office/officeart/2018/2/layout/IconLabelDescriptionList"/>
    <dgm:cxn modelId="{3403ECC8-FF9A-4F6E-B131-BB7216B59337}" type="presParOf" srcId="{35783498-2010-42AD-85C6-CAE210511FA0}" destId="{E1717802-793B-48C9-A03F-A68D2A491EE8}" srcOrd="1" destOrd="0" presId="urn:microsoft.com/office/officeart/2018/2/layout/IconLabelDescriptionList"/>
    <dgm:cxn modelId="{EFEFDEAB-8060-4963-9D90-8668EA1F78C5}" type="presParOf" srcId="{35783498-2010-42AD-85C6-CAE210511FA0}" destId="{8703E22D-A777-4CD3-A920-614FAF15B345}" srcOrd="2" destOrd="0" presId="urn:microsoft.com/office/officeart/2018/2/layout/IconLabelDescriptionList"/>
    <dgm:cxn modelId="{6F3CAF44-0E8D-408E-AE36-B7299D456251}" type="presParOf" srcId="{35783498-2010-42AD-85C6-CAE210511FA0}" destId="{63F65994-C5FC-456A-8C84-57EE63A7F641}" srcOrd="3" destOrd="0" presId="urn:microsoft.com/office/officeart/2018/2/layout/IconLabelDescriptionList"/>
    <dgm:cxn modelId="{64AE18A3-F9C2-45EC-AD19-9043ECA18288}" type="presParOf" srcId="{35783498-2010-42AD-85C6-CAE210511FA0}" destId="{D8097B8C-7B8C-46A2-9D78-F1354C542C9B}" srcOrd="4" destOrd="0" presId="urn:microsoft.com/office/officeart/2018/2/layout/IconLabelDescriptionList"/>
    <dgm:cxn modelId="{FEB14032-70FE-4E0B-9D45-C8A7065AFD0E}" type="presParOf" srcId="{DAD6A421-623D-4D1C-8161-617806F7147D}" destId="{E480CABA-DF03-4917-BAB1-1ED52F12076D}" srcOrd="3" destOrd="0" presId="urn:microsoft.com/office/officeart/2018/2/layout/IconLabelDescriptionList"/>
    <dgm:cxn modelId="{56952E08-049B-4B42-ADB6-E3C3810F097C}" type="presParOf" srcId="{DAD6A421-623D-4D1C-8161-617806F7147D}" destId="{81AD0E05-C2EB-4211-811E-FFE5F2FF0655}" srcOrd="4" destOrd="0" presId="urn:microsoft.com/office/officeart/2018/2/layout/IconLabelDescriptionList"/>
    <dgm:cxn modelId="{352964CB-ECA3-43B7-A737-9B47B7944223}" type="presParOf" srcId="{81AD0E05-C2EB-4211-811E-FFE5F2FF0655}" destId="{F838799A-5867-4A6F-B015-21282C08F98C}" srcOrd="0" destOrd="0" presId="urn:microsoft.com/office/officeart/2018/2/layout/IconLabelDescriptionList"/>
    <dgm:cxn modelId="{A556E8DF-72A7-4B44-B0A5-249AE17D0C64}" type="presParOf" srcId="{81AD0E05-C2EB-4211-811E-FFE5F2FF0655}" destId="{DF23E370-A2B3-450F-ADB7-2F0697D951A5}" srcOrd="1" destOrd="0" presId="urn:microsoft.com/office/officeart/2018/2/layout/IconLabelDescriptionList"/>
    <dgm:cxn modelId="{E572AA23-9CE3-4E79-AE6E-9B20406E8193}" type="presParOf" srcId="{81AD0E05-C2EB-4211-811E-FFE5F2FF0655}" destId="{3C0F4DF9-F258-47EA-9247-05A73D6E226F}" srcOrd="2" destOrd="0" presId="urn:microsoft.com/office/officeart/2018/2/layout/IconLabelDescriptionList"/>
    <dgm:cxn modelId="{ECBB15BF-F642-4E75-B922-A14D46A99980}" type="presParOf" srcId="{81AD0E05-C2EB-4211-811E-FFE5F2FF0655}" destId="{27E2B8F8-CF78-41BB-86E8-20ADD8F9CA62}" srcOrd="3" destOrd="0" presId="urn:microsoft.com/office/officeart/2018/2/layout/IconLabelDescriptionList"/>
    <dgm:cxn modelId="{8269ECBC-8475-49C0-9FAE-19EBB233D90F}" type="presParOf" srcId="{81AD0E05-C2EB-4211-811E-FFE5F2FF0655}" destId="{70BC15D1-FF69-44A7-A1BD-AC76C410320E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1.xml><?xml version="1.0" encoding="utf-8"?>
<dgm:dataModel xmlns:dgm="http://schemas.openxmlformats.org/drawingml/2006/diagram" xmlns:a="http://schemas.openxmlformats.org/drawingml/2006/main">
  <dgm:ptLst>
    <dgm:pt modelId="{5D65191C-9AA8-497B-88B3-581DB2D11F5C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3_2" csCatId="accent3" phldr="1"/>
      <dgm:spPr/>
      <dgm:t>
        <a:bodyPr/>
        <a:lstStyle/>
        <a:p>
          <a:endParaRPr lang="en-US"/>
        </a:p>
      </dgm:t>
    </dgm:pt>
    <dgm:pt modelId="{5FF07EE3-382D-4FFC-B47B-1312F4B3B0B8}">
      <dgm:prSet/>
      <dgm:spPr/>
      <dgm:t>
        <a:bodyPr/>
        <a:lstStyle/>
        <a:p>
          <a:pPr>
            <a:defRPr b="1"/>
          </a:pPr>
          <a:r>
            <a:rPr lang="en-US"/>
            <a:t>type-flag is set</a:t>
          </a:r>
        </a:p>
      </dgm:t>
    </dgm:pt>
    <dgm:pt modelId="{71DCFC9D-708D-443D-8DAD-ED7578440113}" type="parTrans" cxnId="{3BBD2C53-A67F-48B3-A38C-0B8A96FDEDDA}">
      <dgm:prSet/>
      <dgm:spPr/>
      <dgm:t>
        <a:bodyPr/>
        <a:lstStyle/>
        <a:p>
          <a:endParaRPr lang="en-US"/>
        </a:p>
      </dgm:t>
    </dgm:pt>
    <dgm:pt modelId="{31C8CAA5-5F3E-423E-ADD8-C4DEBA67E386}" type="sibTrans" cxnId="{3BBD2C53-A67F-48B3-A38C-0B8A96FDEDDA}">
      <dgm:prSet/>
      <dgm:spPr/>
      <dgm:t>
        <a:bodyPr/>
        <a:lstStyle/>
        <a:p>
          <a:endParaRPr lang="en-US"/>
        </a:p>
      </dgm:t>
    </dgm:pt>
    <dgm:pt modelId="{8B0A06D6-C844-4942-9B41-B02160D25030}">
      <dgm:prSet/>
      <dgm:spPr/>
      <dgm:t>
        <a:bodyPr/>
        <a:lstStyle/>
        <a:p>
          <a:r>
            <a:rPr lang="en-US"/>
            <a:t>then the nSequence value is interpreted </a:t>
          </a:r>
        </a:p>
      </dgm:t>
    </dgm:pt>
    <dgm:pt modelId="{D8B6DEAF-28C6-44B0-BDBD-B86182F0FBF1}" type="parTrans" cxnId="{ACBD92E8-3D27-4F3F-BA59-A54340474FEB}">
      <dgm:prSet/>
      <dgm:spPr/>
      <dgm:t>
        <a:bodyPr/>
        <a:lstStyle/>
        <a:p>
          <a:endParaRPr lang="en-US"/>
        </a:p>
      </dgm:t>
    </dgm:pt>
    <dgm:pt modelId="{4A46FFAD-5E56-4544-AB74-DBF6FB350F43}" type="sibTrans" cxnId="{ACBD92E8-3D27-4F3F-BA59-A54340474FEB}">
      <dgm:prSet/>
      <dgm:spPr/>
      <dgm:t>
        <a:bodyPr/>
        <a:lstStyle/>
        <a:p>
          <a:endParaRPr lang="en-US"/>
        </a:p>
      </dgm:t>
    </dgm:pt>
    <dgm:pt modelId="{C4D3847D-DB7B-46BC-BB25-2E17DE9E88D4}">
      <dgm:prSet/>
      <dgm:spPr/>
      <dgm:t>
        <a:bodyPr/>
        <a:lstStyle/>
        <a:p>
          <a:r>
            <a:rPr lang="en-US"/>
            <a:t>as a multiple of 512 seconds. </a:t>
          </a:r>
        </a:p>
      </dgm:t>
    </dgm:pt>
    <dgm:pt modelId="{0ED01A82-B0F1-4EB7-8335-7F5DCD760AEA}" type="parTrans" cxnId="{72DCEF9D-C8A1-4F00-BF5B-DAD359D11648}">
      <dgm:prSet/>
      <dgm:spPr/>
      <dgm:t>
        <a:bodyPr/>
        <a:lstStyle/>
        <a:p>
          <a:endParaRPr lang="en-US"/>
        </a:p>
      </dgm:t>
    </dgm:pt>
    <dgm:pt modelId="{1C1A9E02-1BB8-441D-8576-48A1B75460B5}" type="sibTrans" cxnId="{72DCEF9D-C8A1-4F00-BF5B-DAD359D11648}">
      <dgm:prSet/>
      <dgm:spPr/>
      <dgm:t>
        <a:bodyPr/>
        <a:lstStyle/>
        <a:p>
          <a:endParaRPr lang="en-US"/>
        </a:p>
      </dgm:t>
    </dgm:pt>
    <dgm:pt modelId="{E4CEB621-EDA7-4611-9671-85118E121B66}">
      <dgm:prSet/>
      <dgm:spPr/>
      <dgm:t>
        <a:bodyPr/>
        <a:lstStyle/>
        <a:p>
          <a:pPr>
            <a:defRPr b="1"/>
          </a:pPr>
          <a:r>
            <a:rPr lang="en-US"/>
            <a:t>type-flag is not set</a:t>
          </a:r>
        </a:p>
      </dgm:t>
    </dgm:pt>
    <dgm:pt modelId="{AC5B5C43-FEEF-4929-8A38-CB19D1788CA6}" type="parTrans" cxnId="{FF0B0842-0156-4BB9-B71F-76C36F054424}">
      <dgm:prSet/>
      <dgm:spPr/>
      <dgm:t>
        <a:bodyPr/>
        <a:lstStyle/>
        <a:p>
          <a:endParaRPr lang="en-US"/>
        </a:p>
      </dgm:t>
    </dgm:pt>
    <dgm:pt modelId="{12F5D66A-05BB-4A9D-AED7-F1B95FF0C345}" type="sibTrans" cxnId="{FF0B0842-0156-4BB9-B71F-76C36F054424}">
      <dgm:prSet/>
      <dgm:spPr/>
      <dgm:t>
        <a:bodyPr/>
        <a:lstStyle/>
        <a:p>
          <a:endParaRPr lang="en-US"/>
        </a:p>
      </dgm:t>
    </dgm:pt>
    <dgm:pt modelId="{42B4C30C-268B-4132-A2C4-44ADC738861C}">
      <dgm:prSet/>
      <dgm:spPr/>
      <dgm:t>
        <a:bodyPr/>
        <a:lstStyle/>
        <a:p>
          <a:r>
            <a:rPr lang="en-US"/>
            <a:t>the</a:t>
          </a:r>
          <a:r>
            <a:rPr lang="tr-TR"/>
            <a:t> </a:t>
          </a:r>
          <a:r>
            <a:rPr lang="en-US"/>
            <a:t>nSequence value is interpreted </a:t>
          </a:r>
        </a:p>
      </dgm:t>
    </dgm:pt>
    <dgm:pt modelId="{B0A142C0-8408-430C-B027-F78824726E9B}" type="parTrans" cxnId="{DA4B07EB-A924-4117-8126-C50DD90881E2}">
      <dgm:prSet/>
      <dgm:spPr/>
      <dgm:t>
        <a:bodyPr/>
        <a:lstStyle/>
        <a:p>
          <a:endParaRPr lang="en-US"/>
        </a:p>
      </dgm:t>
    </dgm:pt>
    <dgm:pt modelId="{81EA737E-20E6-44F7-8837-C853FC42A460}" type="sibTrans" cxnId="{DA4B07EB-A924-4117-8126-C50DD90881E2}">
      <dgm:prSet/>
      <dgm:spPr/>
      <dgm:t>
        <a:bodyPr/>
        <a:lstStyle/>
        <a:p>
          <a:endParaRPr lang="en-US"/>
        </a:p>
      </dgm:t>
    </dgm:pt>
    <dgm:pt modelId="{DB75CF95-1B77-4E6D-B211-60F51CA18CA4}">
      <dgm:prSet/>
      <dgm:spPr/>
      <dgm:t>
        <a:bodyPr/>
        <a:lstStyle/>
        <a:p>
          <a:r>
            <a:rPr lang="en-US"/>
            <a:t>as a number of blocks.</a:t>
          </a:r>
        </a:p>
      </dgm:t>
    </dgm:pt>
    <dgm:pt modelId="{2449634F-B6A3-431F-ACD8-98B80BF75840}" type="parTrans" cxnId="{7BA62D3A-A456-474F-9349-A74FD0B4A8F2}">
      <dgm:prSet/>
      <dgm:spPr/>
      <dgm:t>
        <a:bodyPr/>
        <a:lstStyle/>
        <a:p>
          <a:endParaRPr lang="en-US"/>
        </a:p>
      </dgm:t>
    </dgm:pt>
    <dgm:pt modelId="{60A68C01-F482-416B-B5E0-E83469D85FE6}" type="sibTrans" cxnId="{7BA62D3A-A456-474F-9349-A74FD0B4A8F2}">
      <dgm:prSet/>
      <dgm:spPr/>
      <dgm:t>
        <a:bodyPr/>
        <a:lstStyle/>
        <a:p>
          <a:endParaRPr lang="en-US"/>
        </a:p>
      </dgm:t>
    </dgm:pt>
    <dgm:pt modelId="{3C57A3A8-A673-41EB-8B1B-96E71A270DDC}">
      <dgm:prSet/>
      <dgm:spPr/>
      <dgm:t>
        <a:bodyPr/>
        <a:lstStyle/>
        <a:p>
          <a:r>
            <a:rPr lang="en-US"/>
            <a:t>If the type-flag is set, </a:t>
          </a:r>
        </a:p>
      </dgm:t>
    </dgm:pt>
    <dgm:pt modelId="{BAE49907-FFD2-4648-85D2-70BEECD90A95}" type="parTrans" cxnId="{317D269E-96D8-4ECB-9C07-47F0D6CF1E94}">
      <dgm:prSet/>
      <dgm:spPr/>
      <dgm:t>
        <a:bodyPr/>
        <a:lstStyle/>
        <a:p>
          <a:endParaRPr lang="tr-TR"/>
        </a:p>
      </dgm:t>
    </dgm:pt>
    <dgm:pt modelId="{A65BA4B8-34B9-4419-B3E4-D388C24A5E8F}" type="sibTrans" cxnId="{317D269E-96D8-4ECB-9C07-47F0D6CF1E94}">
      <dgm:prSet/>
      <dgm:spPr/>
      <dgm:t>
        <a:bodyPr/>
        <a:lstStyle/>
        <a:p>
          <a:endParaRPr lang="tr-TR"/>
        </a:p>
      </dgm:t>
    </dgm:pt>
    <dgm:pt modelId="{A1F19BE6-E079-44C5-AB88-6DAD1954E0C7}">
      <dgm:prSet/>
      <dgm:spPr/>
      <dgm:t>
        <a:bodyPr/>
        <a:lstStyle/>
        <a:p>
          <a:r>
            <a:rPr lang="en-US"/>
            <a:t>If the type-flag is not set, </a:t>
          </a:r>
        </a:p>
      </dgm:t>
    </dgm:pt>
    <dgm:pt modelId="{8580514C-741E-4E3C-B519-418D47DCD424}" type="parTrans" cxnId="{6112A055-23EE-49E6-AA2A-02C643203A5D}">
      <dgm:prSet/>
      <dgm:spPr/>
      <dgm:t>
        <a:bodyPr/>
        <a:lstStyle/>
        <a:p>
          <a:endParaRPr lang="tr-TR"/>
        </a:p>
      </dgm:t>
    </dgm:pt>
    <dgm:pt modelId="{B1418F26-92DB-473D-8FE5-986A6BB038E2}" type="sibTrans" cxnId="{6112A055-23EE-49E6-AA2A-02C643203A5D}">
      <dgm:prSet/>
      <dgm:spPr/>
      <dgm:t>
        <a:bodyPr/>
        <a:lstStyle/>
        <a:p>
          <a:endParaRPr lang="tr-TR"/>
        </a:p>
      </dgm:t>
    </dgm:pt>
    <dgm:pt modelId="{7BBC8B06-8E86-4D07-B368-CBE1035A4016}" type="pres">
      <dgm:prSet presAssocID="{5D65191C-9AA8-497B-88B3-581DB2D11F5C}" presName="root" presStyleCnt="0">
        <dgm:presLayoutVars>
          <dgm:dir/>
          <dgm:resizeHandles val="exact"/>
        </dgm:presLayoutVars>
      </dgm:prSet>
      <dgm:spPr/>
    </dgm:pt>
    <dgm:pt modelId="{BF8368DA-9A13-49DC-9764-79F55107D076}" type="pres">
      <dgm:prSet presAssocID="{5FF07EE3-382D-4FFC-B47B-1312F4B3B0B8}" presName="compNode" presStyleCnt="0"/>
      <dgm:spPr/>
    </dgm:pt>
    <dgm:pt modelId="{37B48305-7B4B-4E62-8B4D-472D0054E7DE}" type="pres">
      <dgm:prSet presAssocID="{5FF07EE3-382D-4FFC-B47B-1312F4B3B0B8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k"/>
        </a:ext>
      </dgm:extLst>
    </dgm:pt>
    <dgm:pt modelId="{1868E317-0AF9-41BD-ABAB-A1CB028554C1}" type="pres">
      <dgm:prSet presAssocID="{5FF07EE3-382D-4FFC-B47B-1312F4B3B0B8}" presName="iconSpace" presStyleCnt="0"/>
      <dgm:spPr/>
    </dgm:pt>
    <dgm:pt modelId="{B4EF2B36-6752-4BF5-B577-E9AD498D8141}" type="pres">
      <dgm:prSet presAssocID="{5FF07EE3-382D-4FFC-B47B-1312F4B3B0B8}" presName="parTx" presStyleLbl="revTx" presStyleIdx="0" presStyleCnt="4">
        <dgm:presLayoutVars>
          <dgm:chMax val="0"/>
          <dgm:chPref val="0"/>
        </dgm:presLayoutVars>
      </dgm:prSet>
      <dgm:spPr/>
    </dgm:pt>
    <dgm:pt modelId="{110FA783-D9BA-4113-9CB9-82BFA6695015}" type="pres">
      <dgm:prSet presAssocID="{5FF07EE3-382D-4FFC-B47B-1312F4B3B0B8}" presName="txSpace" presStyleCnt="0"/>
      <dgm:spPr/>
    </dgm:pt>
    <dgm:pt modelId="{6E824822-5B58-4D65-8DE0-449500E12F27}" type="pres">
      <dgm:prSet presAssocID="{5FF07EE3-382D-4FFC-B47B-1312F4B3B0B8}" presName="desTx" presStyleLbl="revTx" presStyleIdx="1" presStyleCnt="4">
        <dgm:presLayoutVars/>
      </dgm:prSet>
      <dgm:spPr/>
    </dgm:pt>
    <dgm:pt modelId="{0CE66498-8AAC-4713-B77E-CE9811337553}" type="pres">
      <dgm:prSet presAssocID="{31C8CAA5-5F3E-423E-ADD8-C4DEBA67E386}" presName="sibTrans" presStyleCnt="0"/>
      <dgm:spPr/>
    </dgm:pt>
    <dgm:pt modelId="{B89B69DF-A09D-41EF-9DB3-9CDC5F65AD7E}" type="pres">
      <dgm:prSet presAssocID="{E4CEB621-EDA7-4611-9671-85118E121B66}" presName="compNode" presStyleCnt="0"/>
      <dgm:spPr/>
    </dgm:pt>
    <dgm:pt modelId="{91D3D4BD-CF59-4DC1-B3D2-F71500CA2FEC}" type="pres">
      <dgm:prSet presAssocID="{E4CEB621-EDA7-4611-9671-85118E121B66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yrak"/>
        </a:ext>
      </dgm:extLst>
    </dgm:pt>
    <dgm:pt modelId="{9F1C37EB-F6F6-410A-AFAB-02F5ECD9AD84}" type="pres">
      <dgm:prSet presAssocID="{E4CEB621-EDA7-4611-9671-85118E121B66}" presName="iconSpace" presStyleCnt="0"/>
      <dgm:spPr/>
    </dgm:pt>
    <dgm:pt modelId="{82FE974F-A619-4E4B-A5D4-7048410CE960}" type="pres">
      <dgm:prSet presAssocID="{E4CEB621-EDA7-4611-9671-85118E121B66}" presName="parTx" presStyleLbl="revTx" presStyleIdx="2" presStyleCnt="4">
        <dgm:presLayoutVars>
          <dgm:chMax val="0"/>
          <dgm:chPref val="0"/>
        </dgm:presLayoutVars>
      </dgm:prSet>
      <dgm:spPr/>
    </dgm:pt>
    <dgm:pt modelId="{1A5AB2FA-D6CC-46F8-B61B-F29591CCCED2}" type="pres">
      <dgm:prSet presAssocID="{E4CEB621-EDA7-4611-9671-85118E121B66}" presName="txSpace" presStyleCnt="0"/>
      <dgm:spPr/>
    </dgm:pt>
    <dgm:pt modelId="{6FDE86F5-8BC2-4C3A-98A2-D2B9861B32D6}" type="pres">
      <dgm:prSet presAssocID="{E4CEB621-EDA7-4611-9671-85118E121B66}" presName="desTx" presStyleLbl="revTx" presStyleIdx="3" presStyleCnt="4">
        <dgm:presLayoutVars/>
      </dgm:prSet>
      <dgm:spPr/>
    </dgm:pt>
  </dgm:ptLst>
  <dgm:cxnLst>
    <dgm:cxn modelId="{2D34CB16-B896-44B1-9DF2-1F04A9E4AF82}" type="presOf" srcId="{3C57A3A8-A673-41EB-8B1B-96E71A270DDC}" destId="{6E824822-5B58-4D65-8DE0-449500E12F27}" srcOrd="0" destOrd="0" presId="urn:microsoft.com/office/officeart/2018/2/layout/IconLabelDescriptionList"/>
    <dgm:cxn modelId="{F20E5D1C-BDBB-4741-8D75-931BD275D771}" type="presOf" srcId="{C4D3847D-DB7B-46BC-BB25-2E17DE9E88D4}" destId="{6E824822-5B58-4D65-8DE0-449500E12F27}" srcOrd="0" destOrd="2" presId="urn:microsoft.com/office/officeart/2018/2/layout/IconLabelDescriptionList"/>
    <dgm:cxn modelId="{AB96E838-4210-479D-855F-5C2E4D5992F1}" type="presOf" srcId="{DB75CF95-1B77-4E6D-B211-60F51CA18CA4}" destId="{6FDE86F5-8BC2-4C3A-98A2-D2B9861B32D6}" srcOrd="0" destOrd="2" presId="urn:microsoft.com/office/officeart/2018/2/layout/IconLabelDescriptionList"/>
    <dgm:cxn modelId="{7BA62D3A-A456-474F-9349-A74FD0B4A8F2}" srcId="{E4CEB621-EDA7-4611-9671-85118E121B66}" destId="{DB75CF95-1B77-4E6D-B211-60F51CA18CA4}" srcOrd="2" destOrd="0" parTransId="{2449634F-B6A3-431F-ACD8-98B80BF75840}" sibTransId="{60A68C01-F482-416B-B5E0-E83469D85FE6}"/>
    <dgm:cxn modelId="{8FBC435B-2797-45DF-A30D-7A4036B0885F}" type="presOf" srcId="{42B4C30C-268B-4132-A2C4-44ADC738861C}" destId="{6FDE86F5-8BC2-4C3A-98A2-D2B9861B32D6}" srcOrd="0" destOrd="1" presId="urn:microsoft.com/office/officeart/2018/2/layout/IconLabelDescriptionList"/>
    <dgm:cxn modelId="{FF0B0842-0156-4BB9-B71F-76C36F054424}" srcId="{5D65191C-9AA8-497B-88B3-581DB2D11F5C}" destId="{E4CEB621-EDA7-4611-9671-85118E121B66}" srcOrd="1" destOrd="0" parTransId="{AC5B5C43-FEEF-4929-8A38-CB19D1788CA6}" sibTransId="{12F5D66A-05BB-4A9D-AED7-F1B95FF0C345}"/>
    <dgm:cxn modelId="{0AA38747-F7D6-47BB-8D14-B3B3660C19D1}" type="presOf" srcId="{5D65191C-9AA8-497B-88B3-581DB2D11F5C}" destId="{7BBC8B06-8E86-4D07-B368-CBE1035A4016}" srcOrd="0" destOrd="0" presId="urn:microsoft.com/office/officeart/2018/2/layout/IconLabelDescriptionList"/>
    <dgm:cxn modelId="{ABCEDC68-9340-4DEF-A6CF-DA4BAD51951B}" type="presOf" srcId="{E4CEB621-EDA7-4611-9671-85118E121B66}" destId="{82FE974F-A619-4E4B-A5D4-7048410CE960}" srcOrd="0" destOrd="0" presId="urn:microsoft.com/office/officeart/2018/2/layout/IconLabelDescriptionList"/>
    <dgm:cxn modelId="{1EB0A46A-4879-41D8-A0E5-8D92EA1629F8}" type="presOf" srcId="{5FF07EE3-382D-4FFC-B47B-1312F4B3B0B8}" destId="{B4EF2B36-6752-4BF5-B577-E9AD498D8141}" srcOrd="0" destOrd="0" presId="urn:microsoft.com/office/officeart/2018/2/layout/IconLabelDescriptionList"/>
    <dgm:cxn modelId="{3BBD2C53-A67F-48B3-A38C-0B8A96FDEDDA}" srcId="{5D65191C-9AA8-497B-88B3-581DB2D11F5C}" destId="{5FF07EE3-382D-4FFC-B47B-1312F4B3B0B8}" srcOrd="0" destOrd="0" parTransId="{71DCFC9D-708D-443D-8DAD-ED7578440113}" sibTransId="{31C8CAA5-5F3E-423E-ADD8-C4DEBA67E386}"/>
    <dgm:cxn modelId="{6112A055-23EE-49E6-AA2A-02C643203A5D}" srcId="{E4CEB621-EDA7-4611-9671-85118E121B66}" destId="{A1F19BE6-E079-44C5-AB88-6DAD1954E0C7}" srcOrd="0" destOrd="0" parTransId="{8580514C-741E-4E3C-B519-418D47DCD424}" sibTransId="{B1418F26-92DB-473D-8FE5-986A6BB038E2}"/>
    <dgm:cxn modelId="{8A62C891-04F9-41BD-800C-44CBE9133FE7}" type="presOf" srcId="{8B0A06D6-C844-4942-9B41-B02160D25030}" destId="{6E824822-5B58-4D65-8DE0-449500E12F27}" srcOrd="0" destOrd="1" presId="urn:microsoft.com/office/officeart/2018/2/layout/IconLabelDescriptionList"/>
    <dgm:cxn modelId="{72DCEF9D-C8A1-4F00-BF5B-DAD359D11648}" srcId="{5FF07EE3-382D-4FFC-B47B-1312F4B3B0B8}" destId="{C4D3847D-DB7B-46BC-BB25-2E17DE9E88D4}" srcOrd="2" destOrd="0" parTransId="{0ED01A82-B0F1-4EB7-8335-7F5DCD760AEA}" sibTransId="{1C1A9E02-1BB8-441D-8576-48A1B75460B5}"/>
    <dgm:cxn modelId="{317D269E-96D8-4ECB-9C07-47F0D6CF1E94}" srcId="{5FF07EE3-382D-4FFC-B47B-1312F4B3B0B8}" destId="{3C57A3A8-A673-41EB-8B1B-96E71A270DDC}" srcOrd="0" destOrd="0" parTransId="{BAE49907-FFD2-4648-85D2-70BEECD90A95}" sibTransId="{A65BA4B8-34B9-4419-B3E4-D388C24A5E8F}"/>
    <dgm:cxn modelId="{D7DEDCD7-5362-4F68-8266-5595EDD4DB3D}" type="presOf" srcId="{A1F19BE6-E079-44C5-AB88-6DAD1954E0C7}" destId="{6FDE86F5-8BC2-4C3A-98A2-D2B9861B32D6}" srcOrd="0" destOrd="0" presId="urn:microsoft.com/office/officeart/2018/2/layout/IconLabelDescriptionList"/>
    <dgm:cxn modelId="{ACBD92E8-3D27-4F3F-BA59-A54340474FEB}" srcId="{5FF07EE3-382D-4FFC-B47B-1312F4B3B0B8}" destId="{8B0A06D6-C844-4942-9B41-B02160D25030}" srcOrd="1" destOrd="0" parTransId="{D8B6DEAF-28C6-44B0-BDBD-B86182F0FBF1}" sibTransId="{4A46FFAD-5E56-4544-AB74-DBF6FB350F43}"/>
    <dgm:cxn modelId="{DA4B07EB-A924-4117-8126-C50DD90881E2}" srcId="{E4CEB621-EDA7-4611-9671-85118E121B66}" destId="{42B4C30C-268B-4132-A2C4-44ADC738861C}" srcOrd="1" destOrd="0" parTransId="{B0A142C0-8408-430C-B027-F78824726E9B}" sibTransId="{81EA737E-20E6-44F7-8837-C853FC42A460}"/>
    <dgm:cxn modelId="{135D59A2-70E6-4EB0-9712-7EC47D10FED6}" type="presParOf" srcId="{7BBC8B06-8E86-4D07-B368-CBE1035A4016}" destId="{BF8368DA-9A13-49DC-9764-79F55107D076}" srcOrd="0" destOrd="0" presId="urn:microsoft.com/office/officeart/2018/2/layout/IconLabelDescriptionList"/>
    <dgm:cxn modelId="{2913FA06-665C-4393-B807-86E0DB776B74}" type="presParOf" srcId="{BF8368DA-9A13-49DC-9764-79F55107D076}" destId="{37B48305-7B4B-4E62-8B4D-472D0054E7DE}" srcOrd="0" destOrd="0" presId="urn:microsoft.com/office/officeart/2018/2/layout/IconLabelDescriptionList"/>
    <dgm:cxn modelId="{DC5BD5E6-B5D6-4423-9B10-EAD74A11A42F}" type="presParOf" srcId="{BF8368DA-9A13-49DC-9764-79F55107D076}" destId="{1868E317-0AF9-41BD-ABAB-A1CB028554C1}" srcOrd="1" destOrd="0" presId="urn:microsoft.com/office/officeart/2018/2/layout/IconLabelDescriptionList"/>
    <dgm:cxn modelId="{0932BA02-AE65-4842-B09E-74827A46545D}" type="presParOf" srcId="{BF8368DA-9A13-49DC-9764-79F55107D076}" destId="{B4EF2B36-6752-4BF5-B577-E9AD498D8141}" srcOrd="2" destOrd="0" presId="urn:microsoft.com/office/officeart/2018/2/layout/IconLabelDescriptionList"/>
    <dgm:cxn modelId="{1AFDB1E5-1176-4082-9EF1-CD0D5FE9E96E}" type="presParOf" srcId="{BF8368DA-9A13-49DC-9764-79F55107D076}" destId="{110FA783-D9BA-4113-9CB9-82BFA6695015}" srcOrd="3" destOrd="0" presId="urn:microsoft.com/office/officeart/2018/2/layout/IconLabelDescriptionList"/>
    <dgm:cxn modelId="{040E29FF-5117-4C8B-BF9F-95D0C08D658A}" type="presParOf" srcId="{BF8368DA-9A13-49DC-9764-79F55107D076}" destId="{6E824822-5B58-4D65-8DE0-449500E12F27}" srcOrd="4" destOrd="0" presId="urn:microsoft.com/office/officeart/2018/2/layout/IconLabelDescriptionList"/>
    <dgm:cxn modelId="{3646E045-0AD2-499A-9593-ACD22A028583}" type="presParOf" srcId="{7BBC8B06-8E86-4D07-B368-CBE1035A4016}" destId="{0CE66498-8AAC-4713-B77E-CE9811337553}" srcOrd="1" destOrd="0" presId="urn:microsoft.com/office/officeart/2018/2/layout/IconLabelDescriptionList"/>
    <dgm:cxn modelId="{57E0BC95-FA9B-45A6-A81D-D02FE764EC0D}" type="presParOf" srcId="{7BBC8B06-8E86-4D07-B368-CBE1035A4016}" destId="{B89B69DF-A09D-41EF-9DB3-9CDC5F65AD7E}" srcOrd="2" destOrd="0" presId="urn:microsoft.com/office/officeart/2018/2/layout/IconLabelDescriptionList"/>
    <dgm:cxn modelId="{45EBCA21-66E4-47FE-BEA8-411D4AA48743}" type="presParOf" srcId="{B89B69DF-A09D-41EF-9DB3-9CDC5F65AD7E}" destId="{91D3D4BD-CF59-4DC1-B3D2-F71500CA2FEC}" srcOrd="0" destOrd="0" presId="urn:microsoft.com/office/officeart/2018/2/layout/IconLabelDescriptionList"/>
    <dgm:cxn modelId="{2DE40F07-F8EE-4298-A1D0-D628407695D4}" type="presParOf" srcId="{B89B69DF-A09D-41EF-9DB3-9CDC5F65AD7E}" destId="{9F1C37EB-F6F6-410A-AFAB-02F5ECD9AD84}" srcOrd="1" destOrd="0" presId="urn:microsoft.com/office/officeart/2018/2/layout/IconLabelDescriptionList"/>
    <dgm:cxn modelId="{1A510A7D-7DE6-4642-9488-BB6586B2FEB1}" type="presParOf" srcId="{B89B69DF-A09D-41EF-9DB3-9CDC5F65AD7E}" destId="{82FE974F-A619-4E4B-A5D4-7048410CE960}" srcOrd="2" destOrd="0" presId="urn:microsoft.com/office/officeart/2018/2/layout/IconLabelDescriptionList"/>
    <dgm:cxn modelId="{28EEE843-1AF1-4172-A29A-1193F8D3475A}" type="presParOf" srcId="{B89B69DF-A09D-41EF-9DB3-9CDC5F65AD7E}" destId="{1A5AB2FA-D6CC-46F8-B61B-F29591CCCED2}" srcOrd="3" destOrd="0" presId="urn:microsoft.com/office/officeart/2018/2/layout/IconLabelDescriptionList"/>
    <dgm:cxn modelId="{A1DDDC92-4229-4B71-B466-8A81C79E3C52}" type="presParOf" srcId="{B89B69DF-A09D-41EF-9DB3-9CDC5F65AD7E}" destId="{6FDE86F5-8BC2-4C3A-98A2-D2B9861B32D6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2.xml><?xml version="1.0" encoding="utf-8"?>
<dgm:dataModel xmlns:dgm="http://schemas.openxmlformats.org/drawingml/2006/diagram" xmlns:a="http://schemas.openxmlformats.org/drawingml/2006/main">
  <dgm:ptLst>
    <dgm:pt modelId="{96A4A5DB-F4CA-419F-B4C7-0F370C0D6BCB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6_2" csCatId="accent6" phldr="1"/>
      <dgm:spPr/>
      <dgm:t>
        <a:bodyPr/>
        <a:lstStyle/>
        <a:p>
          <a:endParaRPr lang="en-US"/>
        </a:p>
      </dgm:t>
    </dgm:pt>
    <dgm:pt modelId="{BE00DD70-B846-46EC-B4D2-94E4E3656B66}">
      <dgm:prSet/>
      <dgm:spPr/>
      <dgm:t>
        <a:bodyPr/>
        <a:lstStyle/>
        <a:p>
          <a:pPr>
            <a:defRPr b="1"/>
          </a:pPr>
          <a:r>
            <a:rPr lang="en-US"/>
            <a:t>Just like CLTV and </a:t>
          </a:r>
          <a:r>
            <a:rPr lang="en-US" b="1"/>
            <a:t>nLocktime</a:t>
          </a:r>
          <a:r>
            <a:rPr lang="en-US"/>
            <a:t>, </a:t>
          </a:r>
        </a:p>
      </dgm:t>
    </dgm:pt>
    <dgm:pt modelId="{13D468B1-4D80-4784-934A-E694188F1A09}" type="parTrans" cxnId="{F3442B4F-212D-4E25-BFB1-D107D58D981B}">
      <dgm:prSet/>
      <dgm:spPr/>
      <dgm:t>
        <a:bodyPr/>
        <a:lstStyle/>
        <a:p>
          <a:endParaRPr lang="en-US"/>
        </a:p>
      </dgm:t>
    </dgm:pt>
    <dgm:pt modelId="{8BE1499C-560E-49C8-AAE1-F79CF71C8F16}" type="sibTrans" cxnId="{F3442B4F-212D-4E25-BFB1-D107D58D981B}">
      <dgm:prSet/>
      <dgm:spPr/>
      <dgm:t>
        <a:bodyPr/>
        <a:lstStyle/>
        <a:p>
          <a:endParaRPr lang="en-US"/>
        </a:p>
      </dgm:t>
    </dgm:pt>
    <dgm:pt modelId="{9E56DCFD-318C-4EE7-AF86-A47099585122}">
      <dgm:prSet/>
      <dgm:spPr/>
      <dgm:t>
        <a:bodyPr/>
        <a:lstStyle/>
        <a:p>
          <a:r>
            <a:rPr lang="en-US"/>
            <a:t>there is a script opcode for relative timelocks</a:t>
          </a:r>
        </a:p>
      </dgm:t>
    </dgm:pt>
    <dgm:pt modelId="{D4570FC3-6CF8-4127-A110-0884C11C2F26}" type="parTrans" cxnId="{C312A91F-84A4-479B-8C9D-F585EA757FCE}">
      <dgm:prSet/>
      <dgm:spPr/>
      <dgm:t>
        <a:bodyPr/>
        <a:lstStyle/>
        <a:p>
          <a:endParaRPr lang="en-US"/>
        </a:p>
      </dgm:t>
    </dgm:pt>
    <dgm:pt modelId="{C0415E55-C5DF-47E6-9395-AD84C98E58C5}" type="sibTrans" cxnId="{C312A91F-84A4-479B-8C9D-F585EA757FCE}">
      <dgm:prSet/>
      <dgm:spPr/>
      <dgm:t>
        <a:bodyPr/>
        <a:lstStyle/>
        <a:p>
          <a:endParaRPr lang="en-US"/>
        </a:p>
      </dgm:t>
    </dgm:pt>
    <dgm:pt modelId="{587237B4-E636-4411-87DF-A11AF7F106C6}">
      <dgm:prSet/>
      <dgm:spPr/>
      <dgm:t>
        <a:bodyPr/>
        <a:lstStyle/>
        <a:p>
          <a:r>
            <a:rPr lang="en-US"/>
            <a:t>that leverages</a:t>
          </a:r>
          <a:r>
            <a:rPr lang="tr-TR"/>
            <a:t> </a:t>
          </a:r>
          <a:r>
            <a:rPr lang="en-US"/>
            <a:t>the </a:t>
          </a:r>
          <a:r>
            <a:rPr lang="en-US" b="1"/>
            <a:t>nSequence</a:t>
          </a:r>
          <a:r>
            <a:rPr lang="en-US"/>
            <a:t> value in scripts. </a:t>
          </a:r>
        </a:p>
      </dgm:t>
    </dgm:pt>
    <dgm:pt modelId="{F9D4BBB0-50E0-4AFC-99E4-C71875425F95}" type="parTrans" cxnId="{6B04FEFA-293F-4F35-A5CF-68E9C54F318B}">
      <dgm:prSet/>
      <dgm:spPr/>
      <dgm:t>
        <a:bodyPr/>
        <a:lstStyle/>
        <a:p>
          <a:endParaRPr lang="en-US"/>
        </a:p>
      </dgm:t>
    </dgm:pt>
    <dgm:pt modelId="{63C93E44-4A1C-417D-AA17-32184A4F0643}" type="sibTrans" cxnId="{6B04FEFA-293F-4F35-A5CF-68E9C54F318B}">
      <dgm:prSet/>
      <dgm:spPr/>
      <dgm:t>
        <a:bodyPr/>
        <a:lstStyle/>
        <a:p>
          <a:endParaRPr lang="en-US"/>
        </a:p>
      </dgm:t>
    </dgm:pt>
    <dgm:pt modelId="{3DB5F806-CB30-409E-BFB6-AF5009AA982E}">
      <dgm:prSet/>
      <dgm:spPr/>
      <dgm:t>
        <a:bodyPr/>
        <a:lstStyle/>
        <a:p>
          <a:pPr>
            <a:defRPr b="1"/>
          </a:pPr>
          <a:r>
            <a:rPr lang="en-US"/>
            <a:t>That opcode is CHECKSEQUENCEVERIFY, </a:t>
          </a:r>
        </a:p>
      </dgm:t>
    </dgm:pt>
    <dgm:pt modelId="{B5FC3B18-15A5-43C6-B5E8-89B64EE8E735}" type="parTrans" cxnId="{119323EE-A1BB-4401-B303-02EB4B34E562}">
      <dgm:prSet/>
      <dgm:spPr/>
      <dgm:t>
        <a:bodyPr/>
        <a:lstStyle/>
        <a:p>
          <a:endParaRPr lang="en-US"/>
        </a:p>
      </dgm:t>
    </dgm:pt>
    <dgm:pt modelId="{836015BB-BB60-487F-B8AF-A4D6A978DE73}" type="sibTrans" cxnId="{119323EE-A1BB-4401-B303-02EB4B34E562}">
      <dgm:prSet/>
      <dgm:spPr/>
      <dgm:t>
        <a:bodyPr/>
        <a:lstStyle/>
        <a:p>
          <a:endParaRPr lang="en-US"/>
        </a:p>
      </dgm:t>
    </dgm:pt>
    <dgm:pt modelId="{6BAF2D86-C7CE-4C72-A6D6-D32EF73B77D4}">
      <dgm:prSet/>
      <dgm:spPr/>
      <dgm:t>
        <a:bodyPr/>
        <a:lstStyle/>
        <a:p>
          <a:r>
            <a:rPr lang="en-US"/>
            <a:t>commonly</a:t>
          </a:r>
          <a:r>
            <a:rPr lang="tr-TR"/>
            <a:t> </a:t>
          </a:r>
          <a:r>
            <a:rPr lang="en-US"/>
            <a:t>referred to as </a:t>
          </a:r>
          <a:r>
            <a:rPr lang="en-US" b="1"/>
            <a:t>CSV</a:t>
          </a:r>
          <a:r>
            <a:rPr lang="en-US"/>
            <a:t> for short.</a:t>
          </a:r>
        </a:p>
      </dgm:t>
    </dgm:pt>
    <dgm:pt modelId="{C0562ADC-9210-4F60-9CEA-236AEAD364BE}" type="parTrans" cxnId="{4DAE4B43-C8C7-4DFD-8153-31F66C636F85}">
      <dgm:prSet/>
      <dgm:spPr/>
      <dgm:t>
        <a:bodyPr/>
        <a:lstStyle/>
        <a:p>
          <a:endParaRPr lang="en-US"/>
        </a:p>
      </dgm:t>
    </dgm:pt>
    <dgm:pt modelId="{21D40A31-B00C-458E-B417-A8F3B824E1CE}" type="sibTrans" cxnId="{4DAE4B43-C8C7-4DFD-8153-31F66C636F85}">
      <dgm:prSet/>
      <dgm:spPr/>
      <dgm:t>
        <a:bodyPr/>
        <a:lstStyle/>
        <a:p>
          <a:endParaRPr lang="en-US"/>
        </a:p>
      </dgm:t>
    </dgm:pt>
    <dgm:pt modelId="{A1C6E654-AF8B-4085-BC9C-50C6A75856E7}" type="pres">
      <dgm:prSet presAssocID="{96A4A5DB-F4CA-419F-B4C7-0F370C0D6BCB}" presName="root" presStyleCnt="0">
        <dgm:presLayoutVars>
          <dgm:dir/>
          <dgm:resizeHandles val="exact"/>
        </dgm:presLayoutVars>
      </dgm:prSet>
      <dgm:spPr/>
    </dgm:pt>
    <dgm:pt modelId="{2F33048B-0E9F-47C0-9E0F-0A222681F3DD}" type="pres">
      <dgm:prSet presAssocID="{BE00DD70-B846-46EC-B4D2-94E4E3656B66}" presName="compNode" presStyleCnt="0"/>
      <dgm:spPr/>
    </dgm:pt>
    <dgm:pt modelId="{038DF48A-92FC-47F1-9383-452649CF4C48}" type="pres">
      <dgm:prSet presAssocID="{BE00DD70-B846-46EC-B4D2-94E4E3656B66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rkod"/>
        </a:ext>
      </dgm:extLst>
    </dgm:pt>
    <dgm:pt modelId="{F51F5AA9-5241-4ABB-AD43-5E50D79C3AD8}" type="pres">
      <dgm:prSet presAssocID="{BE00DD70-B846-46EC-B4D2-94E4E3656B66}" presName="iconSpace" presStyleCnt="0"/>
      <dgm:spPr/>
    </dgm:pt>
    <dgm:pt modelId="{D846F375-091E-4C42-98CA-1596484A5699}" type="pres">
      <dgm:prSet presAssocID="{BE00DD70-B846-46EC-B4D2-94E4E3656B66}" presName="parTx" presStyleLbl="revTx" presStyleIdx="0" presStyleCnt="4">
        <dgm:presLayoutVars>
          <dgm:chMax val="0"/>
          <dgm:chPref val="0"/>
        </dgm:presLayoutVars>
      </dgm:prSet>
      <dgm:spPr/>
    </dgm:pt>
    <dgm:pt modelId="{22A2869D-6464-49C9-9B26-F0C9F8314830}" type="pres">
      <dgm:prSet presAssocID="{BE00DD70-B846-46EC-B4D2-94E4E3656B66}" presName="txSpace" presStyleCnt="0"/>
      <dgm:spPr/>
    </dgm:pt>
    <dgm:pt modelId="{FF5E7315-42FB-4A08-82D1-C28C0404C2F7}" type="pres">
      <dgm:prSet presAssocID="{BE00DD70-B846-46EC-B4D2-94E4E3656B66}" presName="desTx" presStyleLbl="revTx" presStyleIdx="1" presStyleCnt="4">
        <dgm:presLayoutVars/>
      </dgm:prSet>
      <dgm:spPr/>
    </dgm:pt>
    <dgm:pt modelId="{04F0E432-67C5-412A-AF25-BC41BE02C2D8}" type="pres">
      <dgm:prSet presAssocID="{8BE1499C-560E-49C8-AAE1-F79CF71C8F16}" presName="sibTrans" presStyleCnt="0"/>
      <dgm:spPr/>
    </dgm:pt>
    <dgm:pt modelId="{B823FEC9-E5CE-4CA3-9ECB-57E71937D0F5}" type="pres">
      <dgm:prSet presAssocID="{3DB5F806-CB30-409E-BFB6-AF5009AA982E}" presName="compNode" presStyleCnt="0"/>
      <dgm:spPr/>
    </dgm:pt>
    <dgm:pt modelId="{3C101FDF-9E9D-4C96-90F9-6BC673EA5E25}" type="pres">
      <dgm:prSet presAssocID="{3DB5F806-CB30-409E-BFB6-AF5009AA982E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ıp"/>
        </a:ext>
      </dgm:extLst>
    </dgm:pt>
    <dgm:pt modelId="{8E6F0BE0-A4BF-41BB-83C8-15FB20EE6B51}" type="pres">
      <dgm:prSet presAssocID="{3DB5F806-CB30-409E-BFB6-AF5009AA982E}" presName="iconSpace" presStyleCnt="0"/>
      <dgm:spPr/>
    </dgm:pt>
    <dgm:pt modelId="{0987F722-5D19-4260-8986-DBBAD2FB05BD}" type="pres">
      <dgm:prSet presAssocID="{3DB5F806-CB30-409E-BFB6-AF5009AA982E}" presName="parTx" presStyleLbl="revTx" presStyleIdx="2" presStyleCnt="4">
        <dgm:presLayoutVars>
          <dgm:chMax val="0"/>
          <dgm:chPref val="0"/>
        </dgm:presLayoutVars>
      </dgm:prSet>
      <dgm:spPr/>
    </dgm:pt>
    <dgm:pt modelId="{22710169-4F16-4B96-872A-C5FF65AEEFDB}" type="pres">
      <dgm:prSet presAssocID="{3DB5F806-CB30-409E-BFB6-AF5009AA982E}" presName="txSpace" presStyleCnt="0"/>
      <dgm:spPr/>
    </dgm:pt>
    <dgm:pt modelId="{B767AFF8-10C6-42FE-874D-39F7DBFD10C7}" type="pres">
      <dgm:prSet presAssocID="{3DB5F806-CB30-409E-BFB6-AF5009AA982E}" presName="desTx" presStyleLbl="revTx" presStyleIdx="3" presStyleCnt="4">
        <dgm:presLayoutVars/>
      </dgm:prSet>
      <dgm:spPr/>
    </dgm:pt>
  </dgm:ptLst>
  <dgm:cxnLst>
    <dgm:cxn modelId="{4262760B-DDB5-4357-864A-AA59C898E38A}" type="presOf" srcId="{96A4A5DB-F4CA-419F-B4C7-0F370C0D6BCB}" destId="{A1C6E654-AF8B-4085-BC9C-50C6A75856E7}" srcOrd="0" destOrd="0" presId="urn:microsoft.com/office/officeart/2018/2/layout/IconLabelDescriptionList"/>
    <dgm:cxn modelId="{C312A91F-84A4-479B-8C9D-F585EA757FCE}" srcId="{BE00DD70-B846-46EC-B4D2-94E4E3656B66}" destId="{9E56DCFD-318C-4EE7-AF86-A47099585122}" srcOrd="0" destOrd="0" parTransId="{D4570FC3-6CF8-4127-A110-0884C11C2F26}" sibTransId="{C0415E55-C5DF-47E6-9395-AD84C98E58C5}"/>
    <dgm:cxn modelId="{9F637536-62AF-46E1-8DD5-2C1B7E75D8AB}" type="presOf" srcId="{3DB5F806-CB30-409E-BFB6-AF5009AA982E}" destId="{0987F722-5D19-4260-8986-DBBAD2FB05BD}" srcOrd="0" destOrd="0" presId="urn:microsoft.com/office/officeart/2018/2/layout/IconLabelDescriptionList"/>
    <dgm:cxn modelId="{4DAE4B43-C8C7-4DFD-8153-31F66C636F85}" srcId="{3DB5F806-CB30-409E-BFB6-AF5009AA982E}" destId="{6BAF2D86-C7CE-4C72-A6D6-D32EF73B77D4}" srcOrd="0" destOrd="0" parTransId="{C0562ADC-9210-4F60-9CEA-236AEAD364BE}" sibTransId="{21D40A31-B00C-458E-B417-A8F3B824E1CE}"/>
    <dgm:cxn modelId="{F3442B4F-212D-4E25-BFB1-D107D58D981B}" srcId="{96A4A5DB-F4CA-419F-B4C7-0F370C0D6BCB}" destId="{BE00DD70-B846-46EC-B4D2-94E4E3656B66}" srcOrd="0" destOrd="0" parTransId="{13D468B1-4D80-4784-934A-E694188F1A09}" sibTransId="{8BE1499C-560E-49C8-AAE1-F79CF71C8F16}"/>
    <dgm:cxn modelId="{5C369052-5E96-43DC-9E13-9DC10E46BAEC}" type="presOf" srcId="{9E56DCFD-318C-4EE7-AF86-A47099585122}" destId="{FF5E7315-42FB-4A08-82D1-C28C0404C2F7}" srcOrd="0" destOrd="0" presId="urn:microsoft.com/office/officeart/2018/2/layout/IconLabelDescriptionList"/>
    <dgm:cxn modelId="{4F0D6979-C06E-4070-9912-D31E10398B08}" type="presOf" srcId="{6BAF2D86-C7CE-4C72-A6D6-D32EF73B77D4}" destId="{B767AFF8-10C6-42FE-874D-39F7DBFD10C7}" srcOrd="0" destOrd="0" presId="urn:microsoft.com/office/officeart/2018/2/layout/IconLabelDescriptionList"/>
    <dgm:cxn modelId="{0F0D0F85-4204-45C3-8D06-FE3C284CDC6C}" type="presOf" srcId="{587237B4-E636-4411-87DF-A11AF7F106C6}" destId="{FF5E7315-42FB-4A08-82D1-C28C0404C2F7}" srcOrd="0" destOrd="1" presId="urn:microsoft.com/office/officeart/2018/2/layout/IconLabelDescriptionList"/>
    <dgm:cxn modelId="{426F26EC-B788-4911-A236-5B7ED2306352}" type="presOf" srcId="{BE00DD70-B846-46EC-B4D2-94E4E3656B66}" destId="{D846F375-091E-4C42-98CA-1596484A5699}" srcOrd="0" destOrd="0" presId="urn:microsoft.com/office/officeart/2018/2/layout/IconLabelDescriptionList"/>
    <dgm:cxn modelId="{119323EE-A1BB-4401-B303-02EB4B34E562}" srcId="{96A4A5DB-F4CA-419F-B4C7-0F370C0D6BCB}" destId="{3DB5F806-CB30-409E-BFB6-AF5009AA982E}" srcOrd="1" destOrd="0" parTransId="{B5FC3B18-15A5-43C6-B5E8-89B64EE8E735}" sibTransId="{836015BB-BB60-487F-B8AF-A4D6A978DE73}"/>
    <dgm:cxn modelId="{6B04FEFA-293F-4F35-A5CF-68E9C54F318B}" srcId="{BE00DD70-B846-46EC-B4D2-94E4E3656B66}" destId="{587237B4-E636-4411-87DF-A11AF7F106C6}" srcOrd="1" destOrd="0" parTransId="{F9D4BBB0-50E0-4AFC-99E4-C71875425F95}" sibTransId="{63C93E44-4A1C-417D-AA17-32184A4F0643}"/>
    <dgm:cxn modelId="{86D5CCFD-F114-4CC7-A10F-1271A188D49C}" type="presParOf" srcId="{A1C6E654-AF8B-4085-BC9C-50C6A75856E7}" destId="{2F33048B-0E9F-47C0-9E0F-0A222681F3DD}" srcOrd="0" destOrd="0" presId="urn:microsoft.com/office/officeart/2018/2/layout/IconLabelDescriptionList"/>
    <dgm:cxn modelId="{801719A5-148D-4D0D-A7C0-11F0E2BC26D8}" type="presParOf" srcId="{2F33048B-0E9F-47C0-9E0F-0A222681F3DD}" destId="{038DF48A-92FC-47F1-9383-452649CF4C48}" srcOrd="0" destOrd="0" presId="urn:microsoft.com/office/officeart/2018/2/layout/IconLabelDescriptionList"/>
    <dgm:cxn modelId="{6604599C-A14B-4F38-9E1B-78AB9C721078}" type="presParOf" srcId="{2F33048B-0E9F-47C0-9E0F-0A222681F3DD}" destId="{F51F5AA9-5241-4ABB-AD43-5E50D79C3AD8}" srcOrd="1" destOrd="0" presId="urn:microsoft.com/office/officeart/2018/2/layout/IconLabelDescriptionList"/>
    <dgm:cxn modelId="{35B6355B-E0B8-4C17-A475-508FF293FC83}" type="presParOf" srcId="{2F33048B-0E9F-47C0-9E0F-0A222681F3DD}" destId="{D846F375-091E-4C42-98CA-1596484A5699}" srcOrd="2" destOrd="0" presId="urn:microsoft.com/office/officeart/2018/2/layout/IconLabelDescriptionList"/>
    <dgm:cxn modelId="{36E73EB7-3DB6-4FD7-A7FA-D840B04C3338}" type="presParOf" srcId="{2F33048B-0E9F-47C0-9E0F-0A222681F3DD}" destId="{22A2869D-6464-49C9-9B26-F0C9F8314830}" srcOrd="3" destOrd="0" presId="urn:microsoft.com/office/officeart/2018/2/layout/IconLabelDescriptionList"/>
    <dgm:cxn modelId="{D7AEEF00-0906-4D30-AD20-D55058A24648}" type="presParOf" srcId="{2F33048B-0E9F-47C0-9E0F-0A222681F3DD}" destId="{FF5E7315-42FB-4A08-82D1-C28C0404C2F7}" srcOrd="4" destOrd="0" presId="urn:microsoft.com/office/officeart/2018/2/layout/IconLabelDescriptionList"/>
    <dgm:cxn modelId="{BC2F886A-4EC3-4441-9082-74D3DBA02001}" type="presParOf" srcId="{A1C6E654-AF8B-4085-BC9C-50C6A75856E7}" destId="{04F0E432-67C5-412A-AF25-BC41BE02C2D8}" srcOrd="1" destOrd="0" presId="urn:microsoft.com/office/officeart/2018/2/layout/IconLabelDescriptionList"/>
    <dgm:cxn modelId="{167E9593-BDB3-4044-840A-392E3D95A2A9}" type="presParOf" srcId="{A1C6E654-AF8B-4085-BC9C-50C6A75856E7}" destId="{B823FEC9-E5CE-4CA3-9ECB-57E71937D0F5}" srcOrd="2" destOrd="0" presId="urn:microsoft.com/office/officeart/2018/2/layout/IconLabelDescriptionList"/>
    <dgm:cxn modelId="{8D934482-6018-4EBC-9486-F86FBF79EC88}" type="presParOf" srcId="{B823FEC9-E5CE-4CA3-9ECB-57E71937D0F5}" destId="{3C101FDF-9E9D-4C96-90F9-6BC673EA5E25}" srcOrd="0" destOrd="0" presId="urn:microsoft.com/office/officeart/2018/2/layout/IconLabelDescriptionList"/>
    <dgm:cxn modelId="{66EB9A4E-DFB8-4BF3-86DB-CD774FE220DC}" type="presParOf" srcId="{B823FEC9-E5CE-4CA3-9ECB-57E71937D0F5}" destId="{8E6F0BE0-A4BF-41BB-83C8-15FB20EE6B51}" srcOrd="1" destOrd="0" presId="urn:microsoft.com/office/officeart/2018/2/layout/IconLabelDescriptionList"/>
    <dgm:cxn modelId="{3CDFC76D-EE25-499E-8E07-BEE00F48657D}" type="presParOf" srcId="{B823FEC9-E5CE-4CA3-9ECB-57E71937D0F5}" destId="{0987F722-5D19-4260-8986-DBBAD2FB05BD}" srcOrd="2" destOrd="0" presId="urn:microsoft.com/office/officeart/2018/2/layout/IconLabelDescriptionList"/>
    <dgm:cxn modelId="{D6E9AC4A-0DCA-490A-9B57-8C181B688D88}" type="presParOf" srcId="{B823FEC9-E5CE-4CA3-9ECB-57E71937D0F5}" destId="{22710169-4F16-4B96-872A-C5FF65AEEFDB}" srcOrd="3" destOrd="0" presId="urn:microsoft.com/office/officeart/2018/2/layout/IconLabelDescriptionList"/>
    <dgm:cxn modelId="{BB86E337-FF8B-49F2-ABB1-BE90A08B0B9C}" type="presParOf" srcId="{B823FEC9-E5CE-4CA3-9ECB-57E71937D0F5}" destId="{B767AFF8-10C6-42FE-874D-39F7DBFD10C7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3.xml><?xml version="1.0" encoding="utf-8"?>
<dgm:dataModel xmlns:dgm="http://schemas.openxmlformats.org/drawingml/2006/diagram" xmlns:a="http://schemas.openxmlformats.org/drawingml/2006/main">
  <dgm:ptLst>
    <dgm:pt modelId="{4E9138F4-0527-4A36-911B-80205750D2E7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ECC769CD-2294-4875-9EFB-952C86DF651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</a:t>
          </a:r>
          <a:r>
            <a:rPr lang="en-US" b="1"/>
            <a:t>CSV</a:t>
          </a:r>
          <a:r>
            <a:rPr lang="en-US"/>
            <a:t> opcode when evaluated in a UTXO’s </a:t>
          </a:r>
        </a:p>
      </dgm:t>
    </dgm:pt>
    <dgm:pt modelId="{B818E768-ED27-4105-9A55-8596F86B18C8}" type="parTrans" cxnId="{6E2EBCA7-E7E8-471E-BB0E-07292C54A223}">
      <dgm:prSet/>
      <dgm:spPr/>
      <dgm:t>
        <a:bodyPr/>
        <a:lstStyle/>
        <a:p>
          <a:endParaRPr lang="en-US"/>
        </a:p>
      </dgm:t>
    </dgm:pt>
    <dgm:pt modelId="{6CF2FF93-C733-49CA-BD7D-73A90282687C}" type="sibTrans" cxnId="{6E2EBCA7-E7E8-471E-BB0E-07292C54A223}">
      <dgm:prSet/>
      <dgm:spPr/>
      <dgm:t>
        <a:bodyPr/>
        <a:lstStyle/>
        <a:p>
          <a:endParaRPr lang="en-US"/>
        </a:p>
      </dgm:t>
    </dgm:pt>
    <dgm:pt modelId="{AC9CB2C6-CC37-4EDC-BDF5-E0506C392F4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redeem script allows spending only in a</a:t>
          </a:r>
          <a:r>
            <a:rPr lang="tr-TR"/>
            <a:t> </a:t>
          </a:r>
          <a:r>
            <a:rPr lang="en-US"/>
            <a:t>transaction </a:t>
          </a:r>
        </a:p>
      </dgm:t>
    </dgm:pt>
    <dgm:pt modelId="{698718A9-C6E3-45A8-ACB6-7D20E68E6E1D}" type="parTrans" cxnId="{F79C46D4-D1C0-45B2-82F7-599E36E584F4}">
      <dgm:prSet/>
      <dgm:spPr/>
      <dgm:t>
        <a:bodyPr/>
        <a:lstStyle/>
        <a:p>
          <a:endParaRPr lang="en-US"/>
        </a:p>
      </dgm:t>
    </dgm:pt>
    <dgm:pt modelId="{08100849-BC11-49C5-8B37-CA2ADFC948D6}" type="sibTrans" cxnId="{F79C46D4-D1C0-45B2-82F7-599E36E584F4}">
      <dgm:prSet/>
      <dgm:spPr/>
      <dgm:t>
        <a:bodyPr/>
        <a:lstStyle/>
        <a:p>
          <a:endParaRPr lang="en-US"/>
        </a:p>
      </dgm:t>
    </dgm:pt>
    <dgm:pt modelId="{5B0B6978-3530-44A8-B39A-5471AA29E55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whose input nSequence value is</a:t>
          </a:r>
        </a:p>
      </dgm:t>
    </dgm:pt>
    <dgm:pt modelId="{3F744B0B-E82D-4974-AE14-3F10005CE41E}" type="parTrans" cxnId="{C0781E20-206A-40F5-B5B3-4F0A2A210CBB}">
      <dgm:prSet/>
      <dgm:spPr/>
      <dgm:t>
        <a:bodyPr/>
        <a:lstStyle/>
        <a:p>
          <a:endParaRPr lang="en-US"/>
        </a:p>
      </dgm:t>
    </dgm:pt>
    <dgm:pt modelId="{BBD579F5-D2E9-4DFF-9AEB-F0F672A2F8D0}" type="sibTrans" cxnId="{C0781E20-206A-40F5-B5B3-4F0A2A210CBB}">
      <dgm:prSet/>
      <dgm:spPr/>
      <dgm:t>
        <a:bodyPr/>
        <a:lstStyle/>
        <a:p>
          <a:endParaRPr lang="en-US"/>
        </a:p>
      </dgm:t>
    </dgm:pt>
    <dgm:pt modelId="{EC092568-68EB-447B-A080-0449177355D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greater than or equal to the </a:t>
          </a:r>
          <a:r>
            <a:rPr lang="en-US" b="1"/>
            <a:t>CSV</a:t>
          </a:r>
          <a:r>
            <a:rPr lang="en-US"/>
            <a:t> parameter.</a:t>
          </a:r>
        </a:p>
      </dgm:t>
    </dgm:pt>
    <dgm:pt modelId="{6F9A75F1-30DE-494B-BDEA-962799594F10}" type="parTrans" cxnId="{A180D5AB-EAF4-441E-943C-57924733221D}">
      <dgm:prSet/>
      <dgm:spPr/>
      <dgm:t>
        <a:bodyPr/>
        <a:lstStyle/>
        <a:p>
          <a:endParaRPr lang="en-US"/>
        </a:p>
      </dgm:t>
    </dgm:pt>
    <dgm:pt modelId="{ACD75813-5B45-40E1-90F1-D84AF743324A}" type="sibTrans" cxnId="{A180D5AB-EAF4-441E-943C-57924733221D}">
      <dgm:prSet/>
      <dgm:spPr/>
      <dgm:t>
        <a:bodyPr/>
        <a:lstStyle/>
        <a:p>
          <a:endParaRPr lang="en-US"/>
        </a:p>
      </dgm:t>
    </dgm:pt>
    <dgm:pt modelId="{0F67B9E5-6117-4C20-B2C1-5BEF7DB577B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this restricts spending the UTXO </a:t>
          </a:r>
        </a:p>
      </dgm:t>
    </dgm:pt>
    <dgm:pt modelId="{B606E6F1-8DB4-4894-B568-6A60E7711313}" type="parTrans" cxnId="{AAB2C4A9-7B86-4162-A067-C0CF91648310}">
      <dgm:prSet/>
      <dgm:spPr/>
      <dgm:t>
        <a:bodyPr/>
        <a:lstStyle/>
        <a:p>
          <a:endParaRPr lang="en-US"/>
        </a:p>
      </dgm:t>
    </dgm:pt>
    <dgm:pt modelId="{5AC0F245-5EE9-41C1-BAF3-EC8DF8F8E64B}" type="sibTrans" cxnId="{AAB2C4A9-7B86-4162-A067-C0CF91648310}">
      <dgm:prSet/>
      <dgm:spPr/>
      <dgm:t>
        <a:bodyPr/>
        <a:lstStyle/>
        <a:p>
          <a:endParaRPr lang="en-US"/>
        </a:p>
      </dgm:t>
    </dgm:pt>
    <dgm:pt modelId="{C4214F08-E516-4111-B834-AABF2EE4E98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until a certain number of blocks or</a:t>
          </a:r>
          <a:r>
            <a:rPr lang="tr-TR"/>
            <a:t> </a:t>
          </a:r>
          <a:r>
            <a:rPr lang="en-US"/>
            <a:t>seconds have elapsed </a:t>
          </a:r>
        </a:p>
      </dgm:t>
    </dgm:pt>
    <dgm:pt modelId="{5D6B7833-FE4A-4969-B85E-B829FDC24349}" type="parTrans" cxnId="{7699C961-976D-49A3-8649-A7E20D443B12}">
      <dgm:prSet/>
      <dgm:spPr/>
      <dgm:t>
        <a:bodyPr/>
        <a:lstStyle/>
        <a:p>
          <a:endParaRPr lang="en-US"/>
        </a:p>
      </dgm:t>
    </dgm:pt>
    <dgm:pt modelId="{112EF1C1-3938-41EF-BC12-C48A2441B11B}" type="sibTrans" cxnId="{7699C961-976D-49A3-8649-A7E20D443B12}">
      <dgm:prSet/>
      <dgm:spPr/>
      <dgm:t>
        <a:bodyPr/>
        <a:lstStyle/>
        <a:p>
          <a:endParaRPr lang="en-US"/>
        </a:p>
      </dgm:t>
    </dgm:pt>
    <dgm:pt modelId="{EF53E211-0B47-4AC2-BEE0-67974809D8E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relative to the time the UTXO was mined.</a:t>
          </a:r>
        </a:p>
      </dgm:t>
    </dgm:pt>
    <dgm:pt modelId="{EA91118F-32AC-45A0-9B54-8010A273F6B0}" type="parTrans" cxnId="{0950A141-522F-4574-BFA6-0886D1D6D98F}">
      <dgm:prSet/>
      <dgm:spPr/>
      <dgm:t>
        <a:bodyPr/>
        <a:lstStyle/>
        <a:p>
          <a:endParaRPr lang="en-US"/>
        </a:p>
      </dgm:t>
    </dgm:pt>
    <dgm:pt modelId="{CE584978-664A-4BCA-B964-BFBD73989E37}" type="sibTrans" cxnId="{0950A141-522F-4574-BFA6-0886D1D6D98F}">
      <dgm:prSet/>
      <dgm:spPr/>
      <dgm:t>
        <a:bodyPr/>
        <a:lstStyle/>
        <a:p>
          <a:endParaRPr lang="en-US"/>
        </a:p>
      </dgm:t>
    </dgm:pt>
    <dgm:pt modelId="{134D4621-8DA9-4A6F-A2B5-508D9E3A5C6F}" type="pres">
      <dgm:prSet presAssocID="{4E9138F4-0527-4A36-911B-80205750D2E7}" presName="root" presStyleCnt="0">
        <dgm:presLayoutVars>
          <dgm:dir/>
          <dgm:resizeHandles val="exact"/>
        </dgm:presLayoutVars>
      </dgm:prSet>
      <dgm:spPr/>
    </dgm:pt>
    <dgm:pt modelId="{27C14F97-5E0B-4ADB-8C22-647E47F83849}" type="pres">
      <dgm:prSet presAssocID="{ECC769CD-2294-4875-9EFB-952C86DF6513}" presName="compNode" presStyleCnt="0"/>
      <dgm:spPr/>
    </dgm:pt>
    <dgm:pt modelId="{29E0EA30-47AE-4969-B788-E95816E2BE42}" type="pres">
      <dgm:prSet presAssocID="{ECC769CD-2294-4875-9EFB-952C86DF6513}" presName="bgRect" presStyleLbl="bgShp" presStyleIdx="0" presStyleCnt="3"/>
      <dgm:spPr/>
    </dgm:pt>
    <dgm:pt modelId="{F47C835A-A37F-4FFB-9A48-028D72586962}" type="pres">
      <dgm:prSet presAssocID="{ECC769CD-2294-4875-9EFB-952C86DF6513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rkod"/>
        </a:ext>
      </dgm:extLst>
    </dgm:pt>
    <dgm:pt modelId="{4690DDAE-66B4-4586-B658-47AC70925F57}" type="pres">
      <dgm:prSet presAssocID="{ECC769CD-2294-4875-9EFB-952C86DF6513}" presName="spaceRect" presStyleCnt="0"/>
      <dgm:spPr/>
    </dgm:pt>
    <dgm:pt modelId="{5AD6B18E-A891-4655-8E73-F01B236EB7E5}" type="pres">
      <dgm:prSet presAssocID="{ECC769CD-2294-4875-9EFB-952C86DF6513}" presName="parTx" presStyleLbl="revTx" presStyleIdx="0" presStyleCnt="6">
        <dgm:presLayoutVars>
          <dgm:chMax val="0"/>
          <dgm:chPref val="0"/>
        </dgm:presLayoutVars>
      </dgm:prSet>
      <dgm:spPr/>
    </dgm:pt>
    <dgm:pt modelId="{6C321C28-8D47-44DF-B066-EB755D530951}" type="pres">
      <dgm:prSet presAssocID="{ECC769CD-2294-4875-9EFB-952C86DF6513}" presName="desTx" presStyleLbl="revTx" presStyleIdx="1" presStyleCnt="6">
        <dgm:presLayoutVars/>
      </dgm:prSet>
      <dgm:spPr/>
    </dgm:pt>
    <dgm:pt modelId="{353D0DE2-3E4C-474C-AA62-B77B1DF23C9E}" type="pres">
      <dgm:prSet presAssocID="{6CF2FF93-C733-49CA-BD7D-73A90282687C}" presName="sibTrans" presStyleCnt="0"/>
      <dgm:spPr/>
    </dgm:pt>
    <dgm:pt modelId="{F96F714E-3880-4F99-BDE9-F1E29DBA43DD}" type="pres">
      <dgm:prSet presAssocID="{5B0B6978-3530-44A8-B39A-5471AA29E551}" presName="compNode" presStyleCnt="0"/>
      <dgm:spPr/>
    </dgm:pt>
    <dgm:pt modelId="{0A4A5D7A-4DE9-4BEE-83FA-AEF3DABABB5A}" type="pres">
      <dgm:prSet presAssocID="{5B0B6978-3530-44A8-B39A-5471AA29E551}" presName="bgRect" presStyleLbl="bgShp" presStyleIdx="1" presStyleCnt="3"/>
      <dgm:spPr/>
    </dgm:pt>
    <dgm:pt modelId="{42744BAA-349E-45BE-91A2-8E57BDCC881D}" type="pres">
      <dgm:prSet presAssocID="{5B0B6978-3530-44A8-B39A-5471AA29E551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eb Design"/>
        </a:ext>
      </dgm:extLst>
    </dgm:pt>
    <dgm:pt modelId="{74648974-186E-4FDA-8987-74F341B46DED}" type="pres">
      <dgm:prSet presAssocID="{5B0B6978-3530-44A8-B39A-5471AA29E551}" presName="spaceRect" presStyleCnt="0"/>
      <dgm:spPr/>
    </dgm:pt>
    <dgm:pt modelId="{CFB34BD8-D565-44EC-82F8-49A711CF5F5A}" type="pres">
      <dgm:prSet presAssocID="{5B0B6978-3530-44A8-B39A-5471AA29E551}" presName="parTx" presStyleLbl="revTx" presStyleIdx="2" presStyleCnt="6">
        <dgm:presLayoutVars>
          <dgm:chMax val="0"/>
          <dgm:chPref val="0"/>
        </dgm:presLayoutVars>
      </dgm:prSet>
      <dgm:spPr/>
    </dgm:pt>
    <dgm:pt modelId="{F3141DD4-89B2-47B4-9725-EBE730C75121}" type="pres">
      <dgm:prSet presAssocID="{5B0B6978-3530-44A8-B39A-5471AA29E551}" presName="desTx" presStyleLbl="revTx" presStyleIdx="3" presStyleCnt="6">
        <dgm:presLayoutVars/>
      </dgm:prSet>
      <dgm:spPr/>
    </dgm:pt>
    <dgm:pt modelId="{C9A01C41-F689-47C3-86F9-7C0F4C4F7F21}" type="pres">
      <dgm:prSet presAssocID="{BBD579F5-D2E9-4DFF-9AEB-F0F672A2F8D0}" presName="sibTrans" presStyleCnt="0"/>
      <dgm:spPr/>
    </dgm:pt>
    <dgm:pt modelId="{4F3C9ED1-556F-424B-BE5C-B03A74947551}" type="pres">
      <dgm:prSet presAssocID="{0F67B9E5-6117-4C20-B2C1-5BEF7DB577BA}" presName="compNode" presStyleCnt="0"/>
      <dgm:spPr/>
    </dgm:pt>
    <dgm:pt modelId="{6BF81FDC-9934-4CA8-B4A0-E268CF5629EB}" type="pres">
      <dgm:prSet presAssocID="{0F67B9E5-6117-4C20-B2C1-5BEF7DB577BA}" presName="bgRect" presStyleLbl="bgShp" presStyleIdx="2" presStyleCnt="3"/>
      <dgm:spPr/>
    </dgm:pt>
    <dgm:pt modelId="{C06AC644-0795-4EC4-9A87-0A3721F46291}" type="pres">
      <dgm:prSet presAssocID="{0F67B9E5-6117-4C20-B2C1-5BEF7DB577BA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96EDBAF3-B22F-42CD-8DFF-6B978073C4A3}" type="pres">
      <dgm:prSet presAssocID="{0F67B9E5-6117-4C20-B2C1-5BEF7DB577BA}" presName="spaceRect" presStyleCnt="0"/>
      <dgm:spPr/>
    </dgm:pt>
    <dgm:pt modelId="{A0CC6246-7D0E-41FA-AE44-68CBF9E60068}" type="pres">
      <dgm:prSet presAssocID="{0F67B9E5-6117-4C20-B2C1-5BEF7DB577BA}" presName="parTx" presStyleLbl="revTx" presStyleIdx="4" presStyleCnt="6">
        <dgm:presLayoutVars>
          <dgm:chMax val="0"/>
          <dgm:chPref val="0"/>
        </dgm:presLayoutVars>
      </dgm:prSet>
      <dgm:spPr/>
    </dgm:pt>
    <dgm:pt modelId="{3A51DFBC-CA4B-4AE9-B138-D9293DBBE65C}" type="pres">
      <dgm:prSet presAssocID="{0F67B9E5-6117-4C20-B2C1-5BEF7DB577BA}" presName="desTx" presStyleLbl="revTx" presStyleIdx="5" presStyleCnt="6">
        <dgm:presLayoutVars/>
      </dgm:prSet>
      <dgm:spPr/>
    </dgm:pt>
  </dgm:ptLst>
  <dgm:cxnLst>
    <dgm:cxn modelId="{57BCA419-BA76-4C97-8B88-86A907205B24}" type="presOf" srcId="{EC092568-68EB-447B-A080-0449177355D9}" destId="{F3141DD4-89B2-47B4-9725-EBE730C75121}" srcOrd="0" destOrd="0" presId="urn:microsoft.com/office/officeart/2018/2/layout/IconVerticalSolidList"/>
    <dgm:cxn modelId="{C0781E20-206A-40F5-B5B3-4F0A2A210CBB}" srcId="{4E9138F4-0527-4A36-911B-80205750D2E7}" destId="{5B0B6978-3530-44A8-B39A-5471AA29E551}" srcOrd="1" destOrd="0" parTransId="{3F744B0B-E82D-4974-AE14-3F10005CE41E}" sibTransId="{BBD579F5-D2E9-4DFF-9AEB-F0F672A2F8D0}"/>
    <dgm:cxn modelId="{DE42292B-A2AE-4439-8040-E14AD57302BA}" type="presOf" srcId="{EF53E211-0B47-4AC2-BEE0-67974809D8EC}" destId="{3A51DFBC-CA4B-4AE9-B138-D9293DBBE65C}" srcOrd="0" destOrd="1" presId="urn:microsoft.com/office/officeart/2018/2/layout/IconVerticalSolidList"/>
    <dgm:cxn modelId="{F8CC452C-24E1-4D57-B58E-54FAFD386CC4}" type="presOf" srcId="{ECC769CD-2294-4875-9EFB-952C86DF6513}" destId="{5AD6B18E-A891-4655-8E73-F01B236EB7E5}" srcOrd="0" destOrd="0" presId="urn:microsoft.com/office/officeart/2018/2/layout/IconVerticalSolidList"/>
    <dgm:cxn modelId="{D0550A33-5273-4624-81C9-CC69A925F058}" type="presOf" srcId="{AC9CB2C6-CC37-4EDC-BDF5-E0506C392F4F}" destId="{6C321C28-8D47-44DF-B066-EB755D530951}" srcOrd="0" destOrd="0" presId="urn:microsoft.com/office/officeart/2018/2/layout/IconVerticalSolidList"/>
    <dgm:cxn modelId="{0950A141-522F-4574-BFA6-0886D1D6D98F}" srcId="{0F67B9E5-6117-4C20-B2C1-5BEF7DB577BA}" destId="{EF53E211-0B47-4AC2-BEE0-67974809D8EC}" srcOrd="1" destOrd="0" parTransId="{EA91118F-32AC-45A0-9B54-8010A273F6B0}" sibTransId="{CE584978-664A-4BCA-B964-BFBD73989E37}"/>
    <dgm:cxn modelId="{7699C961-976D-49A3-8649-A7E20D443B12}" srcId="{0F67B9E5-6117-4C20-B2C1-5BEF7DB577BA}" destId="{C4214F08-E516-4111-B834-AABF2EE4E985}" srcOrd="0" destOrd="0" parTransId="{5D6B7833-FE4A-4969-B85E-B829FDC24349}" sibTransId="{112EF1C1-3938-41EF-BC12-C48A2441B11B}"/>
    <dgm:cxn modelId="{B2A0028A-EBA0-48F6-AC90-18193D74BE20}" type="presOf" srcId="{5B0B6978-3530-44A8-B39A-5471AA29E551}" destId="{CFB34BD8-D565-44EC-82F8-49A711CF5F5A}" srcOrd="0" destOrd="0" presId="urn:microsoft.com/office/officeart/2018/2/layout/IconVerticalSolidList"/>
    <dgm:cxn modelId="{394F23A6-DA21-46BC-AFB4-4D1353CD5023}" type="presOf" srcId="{0F67B9E5-6117-4C20-B2C1-5BEF7DB577BA}" destId="{A0CC6246-7D0E-41FA-AE44-68CBF9E60068}" srcOrd="0" destOrd="0" presId="urn:microsoft.com/office/officeart/2018/2/layout/IconVerticalSolidList"/>
    <dgm:cxn modelId="{6E2EBCA7-E7E8-471E-BB0E-07292C54A223}" srcId="{4E9138F4-0527-4A36-911B-80205750D2E7}" destId="{ECC769CD-2294-4875-9EFB-952C86DF6513}" srcOrd="0" destOrd="0" parTransId="{B818E768-ED27-4105-9A55-8596F86B18C8}" sibTransId="{6CF2FF93-C733-49CA-BD7D-73A90282687C}"/>
    <dgm:cxn modelId="{AAB2C4A9-7B86-4162-A067-C0CF91648310}" srcId="{4E9138F4-0527-4A36-911B-80205750D2E7}" destId="{0F67B9E5-6117-4C20-B2C1-5BEF7DB577BA}" srcOrd="2" destOrd="0" parTransId="{B606E6F1-8DB4-4894-B568-6A60E7711313}" sibTransId="{5AC0F245-5EE9-41C1-BAF3-EC8DF8F8E64B}"/>
    <dgm:cxn modelId="{A180D5AB-EAF4-441E-943C-57924733221D}" srcId="{5B0B6978-3530-44A8-B39A-5471AA29E551}" destId="{EC092568-68EB-447B-A080-0449177355D9}" srcOrd="0" destOrd="0" parTransId="{6F9A75F1-30DE-494B-BDEA-962799594F10}" sibTransId="{ACD75813-5B45-40E1-90F1-D84AF743324A}"/>
    <dgm:cxn modelId="{F8B54FCE-CE8D-4BB2-93F7-B52936ED5B06}" type="presOf" srcId="{C4214F08-E516-4111-B834-AABF2EE4E985}" destId="{3A51DFBC-CA4B-4AE9-B138-D9293DBBE65C}" srcOrd="0" destOrd="0" presId="urn:microsoft.com/office/officeart/2018/2/layout/IconVerticalSolidList"/>
    <dgm:cxn modelId="{F79C46D4-D1C0-45B2-82F7-599E36E584F4}" srcId="{ECC769CD-2294-4875-9EFB-952C86DF6513}" destId="{AC9CB2C6-CC37-4EDC-BDF5-E0506C392F4F}" srcOrd="0" destOrd="0" parTransId="{698718A9-C6E3-45A8-ACB6-7D20E68E6E1D}" sibTransId="{08100849-BC11-49C5-8B37-CA2ADFC948D6}"/>
    <dgm:cxn modelId="{D71BE6FB-5706-4ACA-B138-AC01054E2A3A}" type="presOf" srcId="{4E9138F4-0527-4A36-911B-80205750D2E7}" destId="{134D4621-8DA9-4A6F-A2B5-508D9E3A5C6F}" srcOrd="0" destOrd="0" presId="urn:microsoft.com/office/officeart/2018/2/layout/IconVerticalSolidList"/>
    <dgm:cxn modelId="{79D845A7-B03F-4D79-93C2-9E629388E751}" type="presParOf" srcId="{134D4621-8DA9-4A6F-A2B5-508D9E3A5C6F}" destId="{27C14F97-5E0B-4ADB-8C22-647E47F83849}" srcOrd="0" destOrd="0" presId="urn:microsoft.com/office/officeart/2018/2/layout/IconVerticalSolidList"/>
    <dgm:cxn modelId="{B741CC34-7508-4021-BC43-9A2977C4FE1E}" type="presParOf" srcId="{27C14F97-5E0B-4ADB-8C22-647E47F83849}" destId="{29E0EA30-47AE-4969-B788-E95816E2BE42}" srcOrd="0" destOrd="0" presId="urn:microsoft.com/office/officeart/2018/2/layout/IconVerticalSolidList"/>
    <dgm:cxn modelId="{994F4294-FB28-4A0E-A499-520EDB344372}" type="presParOf" srcId="{27C14F97-5E0B-4ADB-8C22-647E47F83849}" destId="{F47C835A-A37F-4FFB-9A48-028D72586962}" srcOrd="1" destOrd="0" presId="urn:microsoft.com/office/officeart/2018/2/layout/IconVerticalSolidList"/>
    <dgm:cxn modelId="{459BD086-7F85-45D4-8B4C-2C6B48397C47}" type="presParOf" srcId="{27C14F97-5E0B-4ADB-8C22-647E47F83849}" destId="{4690DDAE-66B4-4586-B658-47AC70925F57}" srcOrd="2" destOrd="0" presId="urn:microsoft.com/office/officeart/2018/2/layout/IconVerticalSolidList"/>
    <dgm:cxn modelId="{DBE1E9BA-FFC2-4BE3-9BFB-AD151038F62D}" type="presParOf" srcId="{27C14F97-5E0B-4ADB-8C22-647E47F83849}" destId="{5AD6B18E-A891-4655-8E73-F01B236EB7E5}" srcOrd="3" destOrd="0" presId="urn:microsoft.com/office/officeart/2018/2/layout/IconVerticalSolidList"/>
    <dgm:cxn modelId="{213477F7-5D03-48F9-A543-EFC60B46F8C6}" type="presParOf" srcId="{27C14F97-5E0B-4ADB-8C22-647E47F83849}" destId="{6C321C28-8D47-44DF-B066-EB755D530951}" srcOrd="4" destOrd="0" presId="urn:microsoft.com/office/officeart/2018/2/layout/IconVerticalSolidList"/>
    <dgm:cxn modelId="{8640B834-5B92-4E28-874D-6B820983EFFA}" type="presParOf" srcId="{134D4621-8DA9-4A6F-A2B5-508D9E3A5C6F}" destId="{353D0DE2-3E4C-474C-AA62-B77B1DF23C9E}" srcOrd="1" destOrd="0" presId="urn:microsoft.com/office/officeart/2018/2/layout/IconVerticalSolidList"/>
    <dgm:cxn modelId="{09C37754-DB66-4FD2-8C74-BB2F7C557843}" type="presParOf" srcId="{134D4621-8DA9-4A6F-A2B5-508D9E3A5C6F}" destId="{F96F714E-3880-4F99-BDE9-F1E29DBA43DD}" srcOrd="2" destOrd="0" presId="urn:microsoft.com/office/officeart/2018/2/layout/IconVerticalSolidList"/>
    <dgm:cxn modelId="{16023996-EBAE-4916-B706-0F1B3B782651}" type="presParOf" srcId="{F96F714E-3880-4F99-BDE9-F1E29DBA43DD}" destId="{0A4A5D7A-4DE9-4BEE-83FA-AEF3DABABB5A}" srcOrd="0" destOrd="0" presId="urn:microsoft.com/office/officeart/2018/2/layout/IconVerticalSolidList"/>
    <dgm:cxn modelId="{2D6755B6-C571-4EAC-9D9A-E386E697C8E3}" type="presParOf" srcId="{F96F714E-3880-4F99-BDE9-F1E29DBA43DD}" destId="{42744BAA-349E-45BE-91A2-8E57BDCC881D}" srcOrd="1" destOrd="0" presId="urn:microsoft.com/office/officeart/2018/2/layout/IconVerticalSolidList"/>
    <dgm:cxn modelId="{0F79E56B-DF18-4694-8A1B-EB6AB8A04AAB}" type="presParOf" srcId="{F96F714E-3880-4F99-BDE9-F1E29DBA43DD}" destId="{74648974-186E-4FDA-8987-74F341B46DED}" srcOrd="2" destOrd="0" presId="urn:microsoft.com/office/officeart/2018/2/layout/IconVerticalSolidList"/>
    <dgm:cxn modelId="{1EE78752-8AF4-4E79-BA4E-C3D5980C46D1}" type="presParOf" srcId="{F96F714E-3880-4F99-BDE9-F1E29DBA43DD}" destId="{CFB34BD8-D565-44EC-82F8-49A711CF5F5A}" srcOrd="3" destOrd="0" presId="urn:microsoft.com/office/officeart/2018/2/layout/IconVerticalSolidList"/>
    <dgm:cxn modelId="{9FF5E605-F587-4571-B0BF-48F11D217EA5}" type="presParOf" srcId="{F96F714E-3880-4F99-BDE9-F1E29DBA43DD}" destId="{F3141DD4-89B2-47B4-9725-EBE730C75121}" srcOrd="4" destOrd="0" presId="urn:microsoft.com/office/officeart/2018/2/layout/IconVerticalSolidList"/>
    <dgm:cxn modelId="{8A623068-343A-4C2E-AC52-59DA7FEF554C}" type="presParOf" srcId="{134D4621-8DA9-4A6F-A2B5-508D9E3A5C6F}" destId="{C9A01C41-F689-47C3-86F9-7C0F4C4F7F21}" srcOrd="3" destOrd="0" presId="urn:microsoft.com/office/officeart/2018/2/layout/IconVerticalSolidList"/>
    <dgm:cxn modelId="{ED3C720F-D8DF-4E1B-9AA9-C070947915C3}" type="presParOf" srcId="{134D4621-8DA9-4A6F-A2B5-508D9E3A5C6F}" destId="{4F3C9ED1-556F-424B-BE5C-B03A74947551}" srcOrd="4" destOrd="0" presId="urn:microsoft.com/office/officeart/2018/2/layout/IconVerticalSolidList"/>
    <dgm:cxn modelId="{BDED069F-A1D9-490F-9D21-771635B0D1CA}" type="presParOf" srcId="{4F3C9ED1-556F-424B-BE5C-B03A74947551}" destId="{6BF81FDC-9934-4CA8-B4A0-E268CF5629EB}" srcOrd="0" destOrd="0" presId="urn:microsoft.com/office/officeart/2018/2/layout/IconVerticalSolidList"/>
    <dgm:cxn modelId="{19E29617-BE83-4CD2-8C7C-B1C31147A3AE}" type="presParOf" srcId="{4F3C9ED1-556F-424B-BE5C-B03A74947551}" destId="{C06AC644-0795-4EC4-9A87-0A3721F46291}" srcOrd="1" destOrd="0" presId="urn:microsoft.com/office/officeart/2018/2/layout/IconVerticalSolidList"/>
    <dgm:cxn modelId="{37B98213-79BC-43C4-8869-5CE20851EC1E}" type="presParOf" srcId="{4F3C9ED1-556F-424B-BE5C-B03A74947551}" destId="{96EDBAF3-B22F-42CD-8DFF-6B978073C4A3}" srcOrd="2" destOrd="0" presId="urn:microsoft.com/office/officeart/2018/2/layout/IconVerticalSolidList"/>
    <dgm:cxn modelId="{52436A80-EB07-4FAE-A4C1-0F1939E9CCF6}" type="presParOf" srcId="{4F3C9ED1-556F-424B-BE5C-B03A74947551}" destId="{A0CC6246-7D0E-41FA-AE44-68CBF9E60068}" srcOrd="3" destOrd="0" presId="urn:microsoft.com/office/officeart/2018/2/layout/IconVerticalSolidList"/>
    <dgm:cxn modelId="{78F693BD-C4A6-4EAF-8C9B-C9D04967A05D}" type="presParOf" srcId="{4F3C9ED1-556F-424B-BE5C-B03A74947551}" destId="{3A51DFBC-CA4B-4AE9-B138-D9293DBBE65C}" srcOrd="4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4.xml><?xml version="1.0" encoding="utf-8"?>
<dgm:dataModel xmlns:dgm="http://schemas.openxmlformats.org/drawingml/2006/diagram" xmlns:a="http://schemas.openxmlformats.org/drawingml/2006/main">
  <dgm:ptLst>
    <dgm:pt modelId="{CE52CDB4-A56C-4C97-9A2A-421F033E450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077754F7-918D-4700-B943-59C57BFB88F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Usage</a:t>
          </a:r>
          <a:endParaRPr lang="en-US"/>
        </a:p>
      </dgm:t>
    </dgm:pt>
    <dgm:pt modelId="{7544BD26-7634-4555-BE40-7473CDB31E26}" type="parTrans" cxnId="{798A947C-4581-42D7-B828-93D7D39737EE}">
      <dgm:prSet/>
      <dgm:spPr/>
      <dgm:t>
        <a:bodyPr/>
        <a:lstStyle/>
        <a:p>
          <a:endParaRPr lang="en-US"/>
        </a:p>
      </dgm:t>
    </dgm:pt>
    <dgm:pt modelId="{5E79A794-2A9E-42C7-B59B-2DC240034864}" type="sibTrans" cxnId="{798A947C-4581-42D7-B828-93D7D39737EE}">
      <dgm:prSet/>
      <dgm:spPr/>
      <dgm:t>
        <a:bodyPr/>
        <a:lstStyle/>
        <a:p>
          <a:endParaRPr lang="en-US"/>
        </a:p>
      </dgm:t>
    </dgm:pt>
    <dgm:pt modelId="{FD1C9011-E554-4D02-BE23-A62C13A2268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are especially useful when several (chained) transactions</a:t>
          </a:r>
          <a:r>
            <a:rPr lang="tr-TR"/>
            <a:t> </a:t>
          </a:r>
          <a:endParaRPr lang="en-US"/>
        </a:p>
      </dgm:t>
    </dgm:pt>
    <dgm:pt modelId="{E68862FC-0466-4C4B-BB2C-A00DE653B2FD}" type="parTrans" cxnId="{7755CADB-9A02-41A1-9F6A-AC6044A6BCCF}">
      <dgm:prSet/>
      <dgm:spPr/>
      <dgm:t>
        <a:bodyPr/>
        <a:lstStyle/>
        <a:p>
          <a:endParaRPr lang="en-US"/>
        </a:p>
      </dgm:t>
    </dgm:pt>
    <dgm:pt modelId="{48F4AB7A-3CE5-4779-BD14-A7BE94E363AD}" type="sibTrans" cxnId="{7755CADB-9A02-41A1-9F6A-AC6044A6BCCF}">
      <dgm:prSet/>
      <dgm:spPr/>
      <dgm:t>
        <a:bodyPr/>
        <a:lstStyle/>
        <a:p>
          <a:endParaRPr lang="en-US"/>
        </a:p>
      </dgm:t>
    </dgm:pt>
    <dgm:pt modelId="{1B2619A5-D8B6-4ADD-B778-FFDC0CA572C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are created and signed, </a:t>
          </a:r>
        </a:p>
      </dgm:t>
    </dgm:pt>
    <dgm:pt modelId="{2E39091D-9758-48CF-BDF2-0AB07FF909A2}" type="parTrans" cxnId="{AE49E1C2-82C6-4D98-8248-24109E0C58FE}">
      <dgm:prSet/>
      <dgm:spPr/>
      <dgm:t>
        <a:bodyPr/>
        <a:lstStyle/>
        <a:p>
          <a:endParaRPr lang="en-US"/>
        </a:p>
      </dgm:t>
    </dgm:pt>
    <dgm:pt modelId="{796BAC03-FEF3-4258-8F13-9A8B07B1D5CA}" type="sibTrans" cxnId="{AE49E1C2-82C6-4D98-8248-24109E0C58FE}">
      <dgm:prSet/>
      <dgm:spPr/>
      <dgm:t>
        <a:bodyPr/>
        <a:lstStyle/>
        <a:p>
          <a:endParaRPr lang="en-US"/>
        </a:p>
      </dgm:t>
    </dgm:pt>
    <dgm:pt modelId="{EB948913-BE2C-4B71-B5BF-980ED0266CE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Off-chain</a:t>
          </a:r>
          <a:endParaRPr lang="en-US"/>
        </a:p>
      </dgm:t>
    </dgm:pt>
    <dgm:pt modelId="{6A490009-BD9C-44AD-90ED-80C60C4B73AA}" type="parTrans" cxnId="{09D0B935-891F-49D3-973E-6087096701F2}">
      <dgm:prSet/>
      <dgm:spPr/>
      <dgm:t>
        <a:bodyPr/>
        <a:lstStyle/>
        <a:p>
          <a:endParaRPr lang="en-US"/>
        </a:p>
      </dgm:t>
    </dgm:pt>
    <dgm:pt modelId="{FA842760-4D27-4368-A74F-B17A01FD4431}" type="sibTrans" cxnId="{09D0B935-891F-49D3-973E-6087096701F2}">
      <dgm:prSet/>
      <dgm:spPr/>
      <dgm:t>
        <a:bodyPr/>
        <a:lstStyle/>
        <a:p>
          <a:endParaRPr lang="en-US"/>
        </a:p>
      </dgm:t>
    </dgm:pt>
    <dgm:pt modelId="{787B3A5B-98A1-4D08-9F9B-E8F7235A018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when they’re kept “off-chain.</a:t>
          </a:r>
        </a:p>
      </dgm:t>
    </dgm:pt>
    <dgm:pt modelId="{455AD25C-A5A2-486A-9267-14E5AAD6F264}" type="parTrans" cxnId="{A1E6E4EA-AD37-4E6A-9A44-9B66937F913A}">
      <dgm:prSet/>
      <dgm:spPr/>
      <dgm:t>
        <a:bodyPr/>
        <a:lstStyle/>
        <a:p>
          <a:endParaRPr lang="en-US"/>
        </a:p>
      </dgm:t>
    </dgm:pt>
    <dgm:pt modelId="{5D7B6240-4E96-43E2-904C-C1E9F44D5CBC}" type="sibTrans" cxnId="{A1E6E4EA-AD37-4E6A-9A44-9B66937F913A}">
      <dgm:prSet/>
      <dgm:spPr/>
      <dgm:t>
        <a:bodyPr/>
        <a:lstStyle/>
        <a:p>
          <a:endParaRPr lang="en-US"/>
        </a:p>
      </dgm:t>
    </dgm:pt>
    <dgm:pt modelId="{609A1AF9-47ED-497A-AA6C-F2166089975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Relative </a:t>
          </a:r>
          <a:r>
            <a:rPr lang="en-US" dirty="0" err="1"/>
            <a:t>timelocks</a:t>
          </a:r>
          <a:r>
            <a:rPr lang="en-US" dirty="0"/>
            <a:t> with CSV </a:t>
          </a:r>
        </a:p>
      </dgm:t>
    </dgm:pt>
    <dgm:pt modelId="{99C461C0-7C9C-43D0-8CD2-0D08247C5A55}" type="parTrans" cxnId="{99D24918-C5E2-4D84-9EE3-F5CB711B5772}">
      <dgm:prSet/>
      <dgm:spPr/>
    </dgm:pt>
    <dgm:pt modelId="{513D87F1-DE19-4CA6-8FE3-CA950393F58B}" type="sibTrans" cxnId="{99D24918-C5E2-4D84-9EE3-F5CB711B5772}">
      <dgm:prSet/>
      <dgm:spPr/>
    </dgm:pt>
    <dgm:pt modelId="{B43B3E6D-4336-426F-8C88-995394596D8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but </a:t>
          </a:r>
          <a:r>
            <a:rPr lang="en-US" dirty="0"/>
            <a:t>not propagated, </a:t>
          </a:r>
        </a:p>
      </dgm:t>
    </dgm:pt>
    <dgm:pt modelId="{D5F0B918-7A80-4CDF-A8A1-6D6B0A1DB6AF}" type="parTrans" cxnId="{3FC216E2-224A-4CBE-A08A-DECABD311DB8}">
      <dgm:prSet/>
      <dgm:spPr/>
    </dgm:pt>
    <dgm:pt modelId="{05F25F82-1298-4F55-8C71-5CFA4F7F8481}" type="sibTrans" cxnId="{3FC216E2-224A-4CBE-A08A-DECABD311DB8}">
      <dgm:prSet/>
      <dgm:spPr/>
    </dgm:pt>
    <dgm:pt modelId="{0971EE84-93B6-444F-8EA7-CFD4C2D61EE1}" type="pres">
      <dgm:prSet presAssocID="{CE52CDB4-A56C-4C97-9A2A-421F033E450D}" presName="root" presStyleCnt="0">
        <dgm:presLayoutVars>
          <dgm:dir/>
          <dgm:resizeHandles val="exact"/>
        </dgm:presLayoutVars>
      </dgm:prSet>
      <dgm:spPr/>
    </dgm:pt>
    <dgm:pt modelId="{1C002F61-05E5-45C8-B5B4-6FCB0F614062}" type="pres">
      <dgm:prSet presAssocID="{077754F7-918D-4700-B943-59C57BFB88F1}" presName="compNode" presStyleCnt="0"/>
      <dgm:spPr/>
    </dgm:pt>
    <dgm:pt modelId="{429EE473-C2CC-44D7-BA92-66B6114640EE}" type="pres">
      <dgm:prSet presAssocID="{077754F7-918D-4700-B943-59C57BFB88F1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oyguncu"/>
        </a:ext>
      </dgm:extLst>
    </dgm:pt>
    <dgm:pt modelId="{4B8CF765-A846-4104-A69A-1FCB5220AE5C}" type="pres">
      <dgm:prSet presAssocID="{077754F7-918D-4700-B943-59C57BFB88F1}" presName="iconSpace" presStyleCnt="0"/>
      <dgm:spPr/>
    </dgm:pt>
    <dgm:pt modelId="{F7ED6E71-87C9-4151-B455-00AF0D49F96B}" type="pres">
      <dgm:prSet presAssocID="{077754F7-918D-4700-B943-59C57BFB88F1}" presName="parTx" presStyleLbl="revTx" presStyleIdx="0" presStyleCnt="4">
        <dgm:presLayoutVars>
          <dgm:chMax val="0"/>
          <dgm:chPref val="0"/>
        </dgm:presLayoutVars>
      </dgm:prSet>
      <dgm:spPr/>
    </dgm:pt>
    <dgm:pt modelId="{5B5004C9-C932-4536-B884-7AEC309FB358}" type="pres">
      <dgm:prSet presAssocID="{077754F7-918D-4700-B943-59C57BFB88F1}" presName="txSpace" presStyleCnt="0"/>
      <dgm:spPr/>
    </dgm:pt>
    <dgm:pt modelId="{8082B8B6-77AD-4805-8B01-11311297A6ED}" type="pres">
      <dgm:prSet presAssocID="{077754F7-918D-4700-B943-59C57BFB88F1}" presName="desTx" presStyleLbl="revTx" presStyleIdx="1" presStyleCnt="4">
        <dgm:presLayoutVars/>
      </dgm:prSet>
      <dgm:spPr/>
    </dgm:pt>
    <dgm:pt modelId="{F0BFB0AE-2FF3-412C-B3C7-8152190919C7}" type="pres">
      <dgm:prSet presAssocID="{5E79A794-2A9E-42C7-B59B-2DC240034864}" presName="sibTrans" presStyleCnt="0"/>
      <dgm:spPr/>
    </dgm:pt>
    <dgm:pt modelId="{CA96BF52-DBEB-46A6-9D63-905A972E387E}" type="pres">
      <dgm:prSet presAssocID="{EB948913-BE2C-4B71-B5BF-980ED0266CE8}" presName="compNode" presStyleCnt="0"/>
      <dgm:spPr/>
    </dgm:pt>
    <dgm:pt modelId="{76C44E74-BD8E-4C29-9679-42D426149446}" type="pres">
      <dgm:prSet presAssocID="{EB948913-BE2C-4B71-B5BF-980ED0266CE8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ğlı değil"/>
        </a:ext>
      </dgm:extLst>
    </dgm:pt>
    <dgm:pt modelId="{58BB9536-A401-44BD-95FC-5EA01DE140BF}" type="pres">
      <dgm:prSet presAssocID="{EB948913-BE2C-4B71-B5BF-980ED0266CE8}" presName="iconSpace" presStyleCnt="0"/>
      <dgm:spPr/>
    </dgm:pt>
    <dgm:pt modelId="{941091D7-6B58-46CB-A49B-C2048CCD5B5F}" type="pres">
      <dgm:prSet presAssocID="{EB948913-BE2C-4B71-B5BF-980ED0266CE8}" presName="parTx" presStyleLbl="revTx" presStyleIdx="2" presStyleCnt="4">
        <dgm:presLayoutVars>
          <dgm:chMax val="0"/>
          <dgm:chPref val="0"/>
        </dgm:presLayoutVars>
      </dgm:prSet>
      <dgm:spPr/>
    </dgm:pt>
    <dgm:pt modelId="{EBC181AF-9F14-496B-A7FD-7F232ED84FBE}" type="pres">
      <dgm:prSet presAssocID="{EB948913-BE2C-4B71-B5BF-980ED0266CE8}" presName="txSpace" presStyleCnt="0"/>
      <dgm:spPr/>
    </dgm:pt>
    <dgm:pt modelId="{AF7BC5D1-0404-48CF-8F83-F549BA65433C}" type="pres">
      <dgm:prSet presAssocID="{EB948913-BE2C-4B71-B5BF-980ED0266CE8}" presName="desTx" presStyleLbl="revTx" presStyleIdx="3" presStyleCnt="4">
        <dgm:presLayoutVars/>
      </dgm:prSet>
      <dgm:spPr/>
    </dgm:pt>
  </dgm:ptLst>
  <dgm:cxnLst>
    <dgm:cxn modelId="{C0C08C06-F3DC-44F7-828A-D6286887F7AE}" type="presOf" srcId="{787B3A5B-98A1-4D08-9F9B-E8F7235A0184}" destId="{AF7BC5D1-0404-48CF-8F83-F549BA65433C}" srcOrd="0" destOrd="1" presId="urn:microsoft.com/office/officeart/2018/5/layout/CenteredIconLabelDescriptionList"/>
    <dgm:cxn modelId="{42370107-EE39-4545-A8F7-78762A629589}" type="presOf" srcId="{EB948913-BE2C-4B71-B5BF-980ED0266CE8}" destId="{941091D7-6B58-46CB-A49B-C2048CCD5B5F}" srcOrd="0" destOrd="0" presId="urn:microsoft.com/office/officeart/2018/5/layout/CenteredIconLabelDescriptionList"/>
    <dgm:cxn modelId="{99D24918-C5E2-4D84-9EE3-F5CB711B5772}" srcId="{077754F7-918D-4700-B943-59C57BFB88F1}" destId="{609A1AF9-47ED-497A-AA6C-F21660899759}" srcOrd="0" destOrd="0" parTransId="{99C461C0-7C9C-43D0-8CD2-0D08247C5A55}" sibTransId="{513D87F1-DE19-4CA6-8FE3-CA950393F58B}"/>
    <dgm:cxn modelId="{45DDD321-878B-4317-9B4B-F4D70A9BA613}" type="presOf" srcId="{CE52CDB4-A56C-4C97-9A2A-421F033E450D}" destId="{0971EE84-93B6-444F-8EA7-CFD4C2D61EE1}" srcOrd="0" destOrd="0" presId="urn:microsoft.com/office/officeart/2018/5/layout/CenteredIconLabelDescriptionList"/>
    <dgm:cxn modelId="{345C4834-0D0D-456F-8F48-FF6D0C258740}" type="presOf" srcId="{1B2619A5-D8B6-4ADD-B778-FFDC0CA572C4}" destId="{8082B8B6-77AD-4805-8B01-11311297A6ED}" srcOrd="0" destOrd="2" presId="urn:microsoft.com/office/officeart/2018/5/layout/CenteredIconLabelDescriptionList"/>
    <dgm:cxn modelId="{09D0B935-891F-49D3-973E-6087096701F2}" srcId="{CE52CDB4-A56C-4C97-9A2A-421F033E450D}" destId="{EB948913-BE2C-4B71-B5BF-980ED0266CE8}" srcOrd="1" destOrd="0" parTransId="{6A490009-BD9C-44AD-90ED-80C60C4B73AA}" sibTransId="{FA842760-4D27-4368-A74F-B17A01FD4431}"/>
    <dgm:cxn modelId="{798A947C-4581-42D7-B828-93D7D39737EE}" srcId="{CE52CDB4-A56C-4C97-9A2A-421F033E450D}" destId="{077754F7-918D-4700-B943-59C57BFB88F1}" srcOrd="0" destOrd="0" parTransId="{7544BD26-7634-4555-BE40-7473CDB31E26}" sibTransId="{5E79A794-2A9E-42C7-B59B-2DC240034864}"/>
    <dgm:cxn modelId="{D9C5757F-65EF-4335-8467-C84F30B7CA86}" type="presOf" srcId="{FD1C9011-E554-4D02-BE23-A62C13A2268F}" destId="{8082B8B6-77AD-4805-8B01-11311297A6ED}" srcOrd="0" destOrd="1" presId="urn:microsoft.com/office/officeart/2018/5/layout/CenteredIconLabelDescriptionList"/>
    <dgm:cxn modelId="{07804681-A424-4031-8A6D-D5BA4764B3B4}" type="presOf" srcId="{609A1AF9-47ED-497A-AA6C-F21660899759}" destId="{8082B8B6-77AD-4805-8B01-11311297A6ED}" srcOrd="0" destOrd="0" presId="urn:microsoft.com/office/officeart/2018/5/layout/CenteredIconLabelDescriptionList"/>
    <dgm:cxn modelId="{A4028984-59C8-4480-A804-53EC21B3EDFA}" type="presOf" srcId="{B43B3E6D-4336-426F-8C88-995394596D84}" destId="{AF7BC5D1-0404-48CF-8F83-F549BA65433C}" srcOrd="0" destOrd="0" presId="urn:microsoft.com/office/officeart/2018/5/layout/CenteredIconLabelDescriptionList"/>
    <dgm:cxn modelId="{AE49E1C2-82C6-4D98-8248-24109E0C58FE}" srcId="{077754F7-918D-4700-B943-59C57BFB88F1}" destId="{1B2619A5-D8B6-4ADD-B778-FFDC0CA572C4}" srcOrd="2" destOrd="0" parTransId="{2E39091D-9758-48CF-BDF2-0AB07FF909A2}" sibTransId="{796BAC03-FEF3-4258-8F13-9A8B07B1D5CA}"/>
    <dgm:cxn modelId="{7755CADB-9A02-41A1-9F6A-AC6044A6BCCF}" srcId="{077754F7-918D-4700-B943-59C57BFB88F1}" destId="{FD1C9011-E554-4D02-BE23-A62C13A2268F}" srcOrd="1" destOrd="0" parTransId="{E68862FC-0466-4C4B-BB2C-A00DE653B2FD}" sibTransId="{48F4AB7A-3CE5-4779-BD14-A7BE94E363AD}"/>
    <dgm:cxn modelId="{3FC216E2-224A-4CBE-A08A-DECABD311DB8}" srcId="{EB948913-BE2C-4B71-B5BF-980ED0266CE8}" destId="{B43B3E6D-4336-426F-8C88-995394596D84}" srcOrd="0" destOrd="0" parTransId="{D5F0B918-7A80-4CDF-A8A1-6D6B0A1DB6AF}" sibTransId="{05F25F82-1298-4F55-8C71-5CFA4F7F8481}"/>
    <dgm:cxn modelId="{A1E6E4EA-AD37-4E6A-9A44-9B66937F913A}" srcId="{EB948913-BE2C-4B71-B5BF-980ED0266CE8}" destId="{787B3A5B-98A1-4D08-9F9B-E8F7235A0184}" srcOrd="1" destOrd="0" parTransId="{455AD25C-A5A2-486A-9267-14E5AAD6F264}" sibTransId="{5D7B6240-4E96-43E2-904C-C1E9F44D5CBC}"/>
    <dgm:cxn modelId="{F96225ED-14B2-4457-AE90-204142F27C7F}" type="presOf" srcId="{077754F7-918D-4700-B943-59C57BFB88F1}" destId="{F7ED6E71-87C9-4151-B455-00AF0D49F96B}" srcOrd="0" destOrd="0" presId="urn:microsoft.com/office/officeart/2018/5/layout/CenteredIconLabelDescriptionList"/>
    <dgm:cxn modelId="{BC8F5338-4174-4058-AD91-6E8B060C05F0}" type="presParOf" srcId="{0971EE84-93B6-444F-8EA7-CFD4C2D61EE1}" destId="{1C002F61-05E5-45C8-B5B4-6FCB0F614062}" srcOrd="0" destOrd="0" presId="urn:microsoft.com/office/officeart/2018/5/layout/CenteredIconLabelDescriptionList"/>
    <dgm:cxn modelId="{28ECE2BD-205C-42AD-8DA4-2DFBBEBBC16D}" type="presParOf" srcId="{1C002F61-05E5-45C8-B5B4-6FCB0F614062}" destId="{429EE473-C2CC-44D7-BA92-66B6114640EE}" srcOrd="0" destOrd="0" presId="urn:microsoft.com/office/officeart/2018/5/layout/CenteredIconLabelDescriptionList"/>
    <dgm:cxn modelId="{7B5DD7EF-2E1D-4680-A3E6-A83A61A7FCD9}" type="presParOf" srcId="{1C002F61-05E5-45C8-B5B4-6FCB0F614062}" destId="{4B8CF765-A846-4104-A69A-1FCB5220AE5C}" srcOrd="1" destOrd="0" presId="urn:microsoft.com/office/officeart/2018/5/layout/CenteredIconLabelDescriptionList"/>
    <dgm:cxn modelId="{C838743F-0B03-47FB-B85E-FD23DEB939F6}" type="presParOf" srcId="{1C002F61-05E5-45C8-B5B4-6FCB0F614062}" destId="{F7ED6E71-87C9-4151-B455-00AF0D49F96B}" srcOrd="2" destOrd="0" presId="urn:microsoft.com/office/officeart/2018/5/layout/CenteredIconLabelDescriptionList"/>
    <dgm:cxn modelId="{C56F9691-D22D-4453-9715-AE3BDC22DE7B}" type="presParOf" srcId="{1C002F61-05E5-45C8-B5B4-6FCB0F614062}" destId="{5B5004C9-C932-4536-B884-7AEC309FB358}" srcOrd="3" destOrd="0" presId="urn:microsoft.com/office/officeart/2018/5/layout/CenteredIconLabelDescriptionList"/>
    <dgm:cxn modelId="{CF5BD61A-1A9B-47B5-8ACD-213E57769B1B}" type="presParOf" srcId="{1C002F61-05E5-45C8-B5B4-6FCB0F614062}" destId="{8082B8B6-77AD-4805-8B01-11311297A6ED}" srcOrd="4" destOrd="0" presId="urn:microsoft.com/office/officeart/2018/5/layout/CenteredIconLabelDescriptionList"/>
    <dgm:cxn modelId="{6757C7D4-EB09-4230-B59D-C80BE50BD8E3}" type="presParOf" srcId="{0971EE84-93B6-444F-8EA7-CFD4C2D61EE1}" destId="{F0BFB0AE-2FF3-412C-B3C7-8152190919C7}" srcOrd="1" destOrd="0" presId="urn:microsoft.com/office/officeart/2018/5/layout/CenteredIconLabelDescriptionList"/>
    <dgm:cxn modelId="{F1BFC67C-6425-4C1F-B656-D2A989262BE9}" type="presParOf" srcId="{0971EE84-93B6-444F-8EA7-CFD4C2D61EE1}" destId="{CA96BF52-DBEB-46A6-9D63-905A972E387E}" srcOrd="2" destOrd="0" presId="urn:microsoft.com/office/officeart/2018/5/layout/CenteredIconLabelDescriptionList"/>
    <dgm:cxn modelId="{E73C3006-3A54-435D-A723-B15213DF8AE7}" type="presParOf" srcId="{CA96BF52-DBEB-46A6-9D63-905A972E387E}" destId="{76C44E74-BD8E-4C29-9679-42D426149446}" srcOrd="0" destOrd="0" presId="urn:microsoft.com/office/officeart/2018/5/layout/CenteredIconLabelDescriptionList"/>
    <dgm:cxn modelId="{F58B33EF-AB7F-4060-95CC-6FA3307889F9}" type="presParOf" srcId="{CA96BF52-DBEB-46A6-9D63-905A972E387E}" destId="{58BB9536-A401-44BD-95FC-5EA01DE140BF}" srcOrd="1" destOrd="0" presId="urn:microsoft.com/office/officeart/2018/5/layout/CenteredIconLabelDescriptionList"/>
    <dgm:cxn modelId="{1C08259B-5A19-469B-AE19-0C5BBAE1DA19}" type="presParOf" srcId="{CA96BF52-DBEB-46A6-9D63-905A972E387E}" destId="{941091D7-6B58-46CB-A49B-C2048CCD5B5F}" srcOrd="2" destOrd="0" presId="urn:microsoft.com/office/officeart/2018/5/layout/CenteredIconLabelDescriptionList"/>
    <dgm:cxn modelId="{90703274-DCA5-45C0-A099-4FEE01B67E62}" type="presParOf" srcId="{CA96BF52-DBEB-46A6-9D63-905A972E387E}" destId="{EBC181AF-9F14-496B-A7FD-7F232ED84FBE}" srcOrd="3" destOrd="0" presId="urn:microsoft.com/office/officeart/2018/5/layout/CenteredIconLabelDescriptionList"/>
    <dgm:cxn modelId="{EFA9935A-660E-4A15-9E83-34115EA11EFC}" type="presParOf" srcId="{CA96BF52-DBEB-46A6-9D63-905A972E387E}" destId="{AF7BC5D1-0404-48CF-8F83-F549BA65433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5.xml><?xml version="1.0" encoding="utf-8"?>
<dgm:dataModel xmlns:dgm="http://schemas.openxmlformats.org/drawingml/2006/diagram" xmlns:a="http://schemas.openxmlformats.org/drawingml/2006/main">
  <dgm:ptLst>
    <dgm:pt modelId="{FF316041-CBFC-45BC-BCC3-4692F2E4B382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bg_accent0_3" csCatId="mainScheme" phldr="1"/>
      <dgm:spPr/>
      <dgm:t>
        <a:bodyPr/>
        <a:lstStyle/>
        <a:p>
          <a:endParaRPr lang="en-US"/>
        </a:p>
      </dgm:t>
    </dgm:pt>
    <dgm:pt modelId="{089A036A-6CE8-49FF-A3B8-E92EAC23407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child</a:t>
          </a:r>
          <a:r>
            <a:rPr lang="tr-TR"/>
            <a:t> </a:t>
          </a:r>
          <a:r>
            <a:rPr lang="en-US"/>
            <a:t>transaction cannot be used </a:t>
          </a:r>
        </a:p>
      </dgm:t>
    </dgm:pt>
    <dgm:pt modelId="{9B96ACDD-A9E1-48DF-95E9-E5E82F56F298}" type="parTrans" cxnId="{8A1A22B0-FBF5-4520-81D0-E18E8059BBD2}">
      <dgm:prSet/>
      <dgm:spPr/>
      <dgm:t>
        <a:bodyPr/>
        <a:lstStyle/>
        <a:p>
          <a:endParaRPr lang="en-US"/>
        </a:p>
      </dgm:t>
    </dgm:pt>
    <dgm:pt modelId="{E8C1C57E-3AC3-4D20-AD7D-42F1A184BE1D}" type="sibTrans" cxnId="{8A1A22B0-FBF5-4520-81D0-E18E8059BBD2}">
      <dgm:prSet/>
      <dgm:spPr/>
      <dgm:t>
        <a:bodyPr/>
        <a:lstStyle/>
        <a:p>
          <a:endParaRPr lang="en-US"/>
        </a:p>
      </dgm:t>
    </dgm:pt>
    <dgm:pt modelId="{6C2F461E-5826-44BA-8E8C-88BA8BCDB8D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until the parent transaction has been </a:t>
          </a:r>
        </a:p>
      </dgm:t>
    </dgm:pt>
    <dgm:pt modelId="{B481E98B-735B-43C5-A434-619A778D37C9}" type="parTrans" cxnId="{3DD214D3-C93A-4D52-99F9-32CC2DD83929}">
      <dgm:prSet/>
      <dgm:spPr/>
      <dgm:t>
        <a:bodyPr/>
        <a:lstStyle/>
        <a:p>
          <a:endParaRPr lang="en-US"/>
        </a:p>
      </dgm:t>
    </dgm:pt>
    <dgm:pt modelId="{1CEABEDF-72CF-42D6-9B4F-E1AC14828C6B}" type="sibTrans" cxnId="{3DD214D3-C93A-4D52-99F9-32CC2DD83929}">
      <dgm:prSet/>
      <dgm:spPr/>
      <dgm:t>
        <a:bodyPr/>
        <a:lstStyle/>
        <a:p>
          <a:endParaRPr lang="en-US"/>
        </a:p>
      </dgm:t>
    </dgm:pt>
    <dgm:pt modelId="{6950859E-0533-4CFD-ACE1-AB980E57403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propagated, mined,</a:t>
          </a:r>
          <a:r>
            <a:rPr lang="tr-TR"/>
            <a:t> </a:t>
          </a:r>
          <a:r>
            <a:rPr lang="en-US"/>
            <a:t>and aged </a:t>
          </a:r>
        </a:p>
      </dgm:t>
    </dgm:pt>
    <dgm:pt modelId="{096B14A8-9D6B-4C81-85B3-73F51F8E86F7}" type="parTrans" cxnId="{F0BE1575-FFC2-4FE5-8527-75554789C8EF}">
      <dgm:prSet/>
      <dgm:spPr/>
      <dgm:t>
        <a:bodyPr/>
        <a:lstStyle/>
        <a:p>
          <a:endParaRPr lang="en-US"/>
        </a:p>
      </dgm:t>
    </dgm:pt>
    <dgm:pt modelId="{2B475129-210B-429C-B0D5-E5F2D1B2D8FA}" type="sibTrans" cxnId="{F0BE1575-FFC2-4FE5-8527-75554789C8EF}">
      <dgm:prSet/>
      <dgm:spPr/>
      <dgm:t>
        <a:bodyPr/>
        <a:lstStyle/>
        <a:p>
          <a:endParaRPr lang="en-US"/>
        </a:p>
      </dgm:t>
    </dgm:pt>
    <dgm:pt modelId="{DFDF5326-3EA2-4921-85D8-84928F9D749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by the time specified in the relative timelock.</a:t>
          </a:r>
        </a:p>
      </dgm:t>
    </dgm:pt>
    <dgm:pt modelId="{88D1E069-2D54-4FB3-B36A-8158AB94986A}" type="parTrans" cxnId="{8E013C62-CF9C-4811-BD0E-9BE06E10D6C5}">
      <dgm:prSet/>
      <dgm:spPr/>
      <dgm:t>
        <a:bodyPr/>
        <a:lstStyle/>
        <a:p>
          <a:endParaRPr lang="en-US"/>
        </a:p>
      </dgm:t>
    </dgm:pt>
    <dgm:pt modelId="{A9CE636B-AC5A-4FC2-80B4-D0EC2A91F0A4}" type="sibTrans" cxnId="{8E013C62-CF9C-4811-BD0E-9BE06E10D6C5}">
      <dgm:prSet/>
      <dgm:spPr/>
      <dgm:t>
        <a:bodyPr/>
        <a:lstStyle/>
        <a:p>
          <a:endParaRPr lang="en-US"/>
        </a:p>
      </dgm:t>
    </dgm:pt>
    <dgm:pt modelId="{F1BC6C1A-6755-4FB3-9180-B77E5605A691}" type="pres">
      <dgm:prSet presAssocID="{FF316041-CBFC-45BC-BCC3-4692F2E4B382}" presName="root" presStyleCnt="0">
        <dgm:presLayoutVars>
          <dgm:dir/>
          <dgm:resizeHandles val="exact"/>
        </dgm:presLayoutVars>
      </dgm:prSet>
      <dgm:spPr/>
    </dgm:pt>
    <dgm:pt modelId="{3D84D2F9-5396-4FA6-BE69-1BA891A9624E}" type="pres">
      <dgm:prSet presAssocID="{089A036A-6CE8-49FF-A3B8-E92EAC23407D}" presName="compNode" presStyleCnt="0"/>
      <dgm:spPr/>
    </dgm:pt>
    <dgm:pt modelId="{DEFE89C9-FF62-4825-A2C1-E7A8B7464052}" type="pres">
      <dgm:prSet presAssocID="{089A036A-6CE8-49FF-A3B8-E92EAC23407D}" presName="bgRect" presStyleLbl="bgShp" presStyleIdx="0" presStyleCnt="2"/>
      <dgm:spPr/>
    </dgm:pt>
    <dgm:pt modelId="{C058A46B-CE07-4053-BFBB-3ADC32B92732}" type="pres">
      <dgm:prSet presAssocID="{089A036A-6CE8-49FF-A3B8-E92EAC23407D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Parent and Child"/>
        </a:ext>
      </dgm:extLst>
    </dgm:pt>
    <dgm:pt modelId="{58D96241-70A5-49D9-82BE-471672F9DFAB}" type="pres">
      <dgm:prSet presAssocID="{089A036A-6CE8-49FF-A3B8-E92EAC23407D}" presName="spaceRect" presStyleCnt="0"/>
      <dgm:spPr/>
    </dgm:pt>
    <dgm:pt modelId="{5CD1D2BB-E97F-443E-9751-2DC2AF546865}" type="pres">
      <dgm:prSet presAssocID="{089A036A-6CE8-49FF-A3B8-E92EAC23407D}" presName="parTx" presStyleLbl="revTx" presStyleIdx="0" presStyleCnt="4">
        <dgm:presLayoutVars>
          <dgm:chMax val="0"/>
          <dgm:chPref val="0"/>
        </dgm:presLayoutVars>
      </dgm:prSet>
      <dgm:spPr/>
    </dgm:pt>
    <dgm:pt modelId="{89D9043C-E25B-4874-968B-A64F4A843DA8}" type="pres">
      <dgm:prSet presAssocID="{089A036A-6CE8-49FF-A3B8-E92EAC23407D}" presName="desTx" presStyleLbl="revTx" presStyleIdx="1" presStyleCnt="4">
        <dgm:presLayoutVars/>
      </dgm:prSet>
      <dgm:spPr/>
    </dgm:pt>
    <dgm:pt modelId="{6794E159-196C-4670-A2C2-CD1FCFF34496}" type="pres">
      <dgm:prSet presAssocID="{E8C1C57E-3AC3-4D20-AD7D-42F1A184BE1D}" presName="sibTrans" presStyleCnt="0"/>
      <dgm:spPr/>
    </dgm:pt>
    <dgm:pt modelId="{DCE9B8DF-E341-4D02-B98B-D0917215365C}" type="pres">
      <dgm:prSet presAssocID="{6950859E-0533-4CFD-ACE1-AB980E574032}" presName="compNode" presStyleCnt="0"/>
      <dgm:spPr/>
    </dgm:pt>
    <dgm:pt modelId="{0D27AC51-3945-486C-98E4-7C1B34C18849}" type="pres">
      <dgm:prSet presAssocID="{6950859E-0533-4CFD-ACE1-AB980E574032}" presName="bgRect" presStyleLbl="bgShp" presStyleIdx="1" presStyleCnt="2"/>
      <dgm:spPr/>
    </dgm:pt>
    <dgm:pt modelId="{B2A7EDB4-021C-4C73-85A1-9A35D78DB42D}" type="pres">
      <dgm:prSet presAssocID="{6950859E-0533-4CFD-ACE1-AB980E574032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Farm scene"/>
        </a:ext>
      </dgm:extLst>
    </dgm:pt>
    <dgm:pt modelId="{62DCFE86-D04D-4CC1-A9D9-B42040FD3ECD}" type="pres">
      <dgm:prSet presAssocID="{6950859E-0533-4CFD-ACE1-AB980E574032}" presName="spaceRect" presStyleCnt="0"/>
      <dgm:spPr/>
    </dgm:pt>
    <dgm:pt modelId="{4164E986-0904-4B26-8FF5-BBE6A70FE8A6}" type="pres">
      <dgm:prSet presAssocID="{6950859E-0533-4CFD-ACE1-AB980E574032}" presName="parTx" presStyleLbl="revTx" presStyleIdx="2" presStyleCnt="4">
        <dgm:presLayoutVars>
          <dgm:chMax val="0"/>
          <dgm:chPref val="0"/>
        </dgm:presLayoutVars>
      </dgm:prSet>
      <dgm:spPr/>
    </dgm:pt>
    <dgm:pt modelId="{46F43489-FADE-4131-A930-85D3B775F9E2}" type="pres">
      <dgm:prSet presAssocID="{6950859E-0533-4CFD-ACE1-AB980E574032}" presName="desTx" presStyleLbl="revTx" presStyleIdx="3" presStyleCnt="4">
        <dgm:presLayoutVars/>
      </dgm:prSet>
      <dgm:spPr/>
    </dgm:pt>
  </dgm:ptLst>
  <dgm:cxnLst>
    <dgm:cxn modelId="{28EAE202-9794-4EE1-8495-37504A130DCE}" type="presOf" srcId="{089A036A-6CE8-49FF-A3B8-E92EAC23407D}" destId="{5CD1D2BB-E97F-443E-9751-2DC2AF546865}" srcOrd="0" destOrd="0" presId="urn:microsoft.com/office/officeart/2018/2/layout/IconVerticalSolidList"/>
    <dgm:cxn modelId="{CC9F6A15-E150-48DB-94AA-921C987ECB48}" type="presOf" srcId="{FF316041-CBFC-45BC-BCC3-4692F2E4B382}" destId="{F1BC6C1A-6755-4FB3-9180-B77E5605A691}" srcOrd="0" destOrd="0" presId="urn:microsoft.com/office/officeart/2018/2/layout/IconVerticalSolidList"/>
    <dgm:cxn modelId="{8E013C62-CF9C-4811-BD0E-9BE06E10D6C5}" srcId="{6950859E-0533-4CFD-ACE1-AB980E574032}" destId="{DFDF5326-3EA2-4921-85D8-84928F9D749B}" srcOrd="0" destOrd="0" parTransId="{88D1E069-2D54-4FB3-B36A-8158AB94986A}" sibTransId="{A9CE636B-AC5A-4FC2-80B4-D0EC2A91F0A4}"/>
    <dgm:cxn modelId="{D028346A-D1EC-48ED-B404-637A9BFFF1F8}" type="presOf" srcId="{6C2F461E-5826-44BA-8E8C-88BA8BCDB8D2}" destId="{89D9043C-E25B-4874-968B-A64F4A843DA8}" srcOrd="0" destOrd="0" presId="urn:microsoft.com/office/officeart/2018/2/layout/IconVerticalSolidList"/>
    <dgm:cxn modelId="{F0BE1575-FFC2-4FE5-8527-75554789C8EF}" srcId="{FF316041-CBFC-45BC-BCC3-4692F2E4B382}" destId="{6950859E-0533-4CFD-ACE1-AB980E574032}" srcOrd="1" destOrd="0" parTransId="{096B14A8-9D6B-4C81-85B3-73F51F8E86F7}" sibTransId="{2B475129-210B-429C-B0D5-E5F2D1B2D8FA}"/>
    <dgm:cxn modelId="{8A1A22B0-FBF5-4520-81D0-E18E8059BBD2}" srcId="{FF316041-CBFC-45BC-BCC3-4692F2E4B382}" destId="{089A036A-6CE8-49FF-A3B8-E92EAC23407D}" srcOrd="0" destOrd="0" parTransId="{9B96ACDD-A9E1-48DF-95E9-E5E82F56F298}" sibTransId="{E8C1C57E-3AC3-4D20-AD7D-42F1A184BE1D}"/>
    <dgm:cxn modelId="{3DD214D3-C93A-4D52-99F9-32CC2DD83929}" srcId="{089A036A-6CE8-49FF-A3B8-E92EAC23407D}" destId="{6C2F461E-5826-44BA-8E8C-88BA8BCDB8D2}" srcOrd="0" destOrd="0" parTransId="{B481E98B-735B-43C5-A434-619A778D37C9}" sibTransId="{1CEABEDF-72CF-42D6-9B4F-E1AC14828C6B}"/>
    <dgm:cxn modelId="{A2947BDC-B04C-4E79-A4C9-F74EA939D3A9}" type="presOf" srcId="{6950859E-0533-4CFD-ACE1-AB980E574032}" destId="{4164E986-0904-4B26-8FF5-BBE6A70FE8A6}" srcOrd="0" destOrd="0" presId="urn:microsoft.com/office/officeart/2018/2/layout/IconVerticalSolidList"/>
    <dgm:cxn modelId="{D72B04F3-BB72-438C-BB56-017C3E634D5F}" type="presOf" srcId="{DFDF5326-3EA2-4921-85D8-84928F9D749B}" destId="{46F43489-FADE-4131-A930-85D3B775F9E2}" srcOrd="0" destOrd="0" presId="urn:microsoft.com/office/officeart/2018/2/layout/IconVerticalSolidList"/>
    <dgm:cxn modelId="{4A978CE6-45BA-42B5-90B1-ADF41734780C}" type="presParOf" srcId="{F1BC6C1A-6755-4FB3-9180-B77E5605A691}" destId="{3D84D2F9-5396-4FA6-BE69-1BA891A9624E}" srcOrd="0" destOrd="0" presId="urn:microsoft.com/office/officeart/2018/2/layout/IconVerticalSolidList"/>
    <dgm:cxn modelId="{0918206E-9175-4DBE-8220-36A235D6B91D}" type="presParOf" srcId="{3D84D2F9-5396-4FA6-BE69-1BA891A9624E}" destId="{DEFE89C9-FF62-4825-A2C1-E7A8B7464052}" srcOrd="0" destOrd="0" presId="urn:microsoft.com/office/officeart/2018/2/layout/IconVerticalSolidList"/>
    <dgm:cxn modelId="{1729E2F1-F45F-41E8-875E-77F84A280967}" type="presParOf" srcId="{3D84D2F9-5396-4FA6-BE69-1BA891A9624E}" destId="{C058A46B-CE07-4053-BFBB-3ADC32B92732}" srcOrd="1" destOrd="0" presId="urn:microsoft.com/office/officeart/2018/2/layout/IconVerticalSolidList"/>
    <dgm:cxn modelId="{46A17E8C-723A-4FB2-A120-8A8BBE42D990}" type="presParOf" srcId="{3D84D2F9-5396-4FA6-BE69-1BA891A9624E}" destId="{58D96241-70A5-49D9-82BE-471672F9DFAB}" srcOrd="2" destOrd="0" presId="urn:microsoft.com/office/officeart/2018/2/layout/IconVerticalSolidList"/>
    <dgm:cxn modelId="{72F84D54-CA45-4796-B112-C430DF829E4F}" type="presParOf" srcId="{3D84D2F9-5396-4FA6-BE69-1BA891A9624E}" destId="{5CD1D2BB-E97F-443E-9751-2DC2AF546865}" srcOrd="3" destOrd="0" presId="urn:microsoft.com/office/officeart/2018/2/layout/IconVerticalSolidList"/>
    <dgm:cxn modelId="{E2FA84C8-2C00-4F14-8860-3EA428C514FD}" type="presParOf" srcId="{3D84D2F9-5396-4FA6-BE69-1BA891A9624E}" destId="{89D9043C-E25B-4874-968B-A64F4A843DA8}" srcOrd="4" destOrd="0" presId="urn:microsoft.com/office/officeart/2018/2/layout/IconVerticalSolidList"/>
    <dgm:cxn modelId="{95763B6F-A4F4-4F77-A3B3-B76EB741888D}" type="presParOf" srcId="{F1BC6C1A-6755-4FB3-9180-B77E5605A691}" destId="{6794E159-196C-4670-A2C2-CD1FCFF34496}" srcOrd="1" destOrd="0" presId="urn:microsoft.com/office/officeart/2018/2/layout/IconVerticalSolidList"/>
    <dgm:cxn modelId="{43AE50A3-68C5-427A-85C6-255D4A748AB3}" type="presParOf" srcId="{F1BC6C1A-6755-4FB3-9180-B77E5605A691}" destId="{DCE9B8DF-E341-4D02-B98B-D0917215365C}" srcOrd="2" destOrd="0" presId="urn:microsoft.com/office/officeart/2018/2/layout/IconVerticalSolidList"/>
    <dgm:cxn modelId="{15BA7573-7261-48BA-86DE-093D25E5F31D}" type="presParOf" srcId="{DCE9B8DF-E341-4D02-B98B-D0917215365C}" destId="{0D27AC51-3945-486C-98E4-7C1B34C18849}" srcOrd="0" destOrd="0" presId="urn:microsoft.com/office/officeart/2018/2/layout/IconVerticalSolidList"/>
    <dgm:cxn modelId="{D6E73ADF-87CB-4EF3-A86D-D3BCF23C3982}" type="presParOf" srcId="{DCE9B8DF-E341-4D02-B98B-D0917215365C}" destId="{B2A7EDB4-021C-4C73-85A1-9A35D78DB42D}" srcOrd="1" destOrd="0" presId="urn:microsoft.com/office/officeart/2018/2/layout/IconVerticalSolidList"/>
    <dgm:cxn modelId="{2FA97ED1-4AA8-4645-AA5E-D7F28C93537B}" type="presParOf" srcId="{DCE9B8DF-E341-4D02-B98B-D0917215365C}" destId="{62DCFE86-D04D-4CC1-A9D9-B42040FD3ECD}" srcOrd="2" destOrd="0" presId="urn:microsoft.com/office/officeart/2018/2/layout/IconVerticalSolidList"/>
    <dgm:cxn modelId="{4DD6A304-678A-4AEA-9942-9AE6DDA2FDDD}" type="presParOf" srcId="{DCE9B8DF-E341-4D02-B98B-D0917215365C}" destId="{4164E986-0904-4B26-8FF5-BBE6A70FE8A6}" srcOrd="3" destOrd="0" presId="urn:microsoft.com/office/officeart/2018/2/layout/IconVerticalSolidList"/>
    <dgm:cxn modelId="{936B3487-BA7B-4EDD-B15C-8D050922B567}" type="presParOf" srcId="{DCE9B8DF-E341-4D02-B98B-D0917215365C}" destId="{46F43489-FADE-4131-A930-85D3B775F9E2}" srcOrd="4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6.xml><?xml version="1.0" encoding="utf-8"?>
<dgm:dataModel xmlns:dgm="http://schemas.openxmlformats.org/drawingml/2006/diagram" xmlns:a="http://schemas.openxmlformats.org/drawingml/2006/main">
  <dgm:ptLst>
    <dgm:pt modelId="{DE24C329-9A83-4C1F-A356-7CA59417154C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EE41A16C-77AB-4D9A-9D6A-A417F8E6448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As part of the activation of relative timelocks, </a:t>
          </a:r>
        </a:p>
      </dgm:t>
    </dgm:pt>
    <dgm:pt modelId="{29F719D8-E6A8-48DE-AFCE-43A2A074C91D}" type="parTrans" cxnId="{47B50111-BB78-4950-9D1A-72F185A287E2}">
      <dgm:prSet/>
      <dgm:spPr/>
      <dgm:t>
        <a:bodyPr/>
        <a:lstStyle/>
        <a:p>
          <a:endParaRPr lang="en-US"/>
        </a:p>
      </dgm:t>
    </dgm:pt>
    <dgm:pt modelId="{4311B10D-F133-4054-AE6E-E814A7B8D13A}" type="sibTrans" cxnId="{47B50111-BB78-4950-9D1A-72F185A287E2}">
      <dgm:prSet/>
      <dgm:spPr/>
      <dgm:t>
        <a:bodyPr/>
        <a:lstStyle/>
        <a:p>
          <a:endParaRPr lang="en-US"/>
        </a:p>
      </dgm:t>
    </dgm:pt>
    <dgm:pt modelId="{2F56F903-BE83-4E01-9032-122550B5FE2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there was also a change in the way</a:t>
          </a:r>
          <a:r>
            <a:rPr lang="tr-TR"/>
            <a:t> </a:t>
          </a:r>
          <a:r>
            <a:rPr lang="en-US"/>
            <a:t>“time” is calculated </a:t>
          </a:r>
        </a:p>
      </dgm:t>
    </dgm:pt>
    <dgm:pt modelId="{E59DD35F-4D51-47F7-AA2E-92806396EF5F}" type="parTrans" cxnId="{BBE593A2-EC0D-44B7-95FF-999D2017032E}">
      <dgm:prSet/>
      <dgm:spPr/>
      <dgm:t>
        <a:bodyPr/>
        <a:lstStyle/>
        <a:p>
          <a:endParaRPr lang="en-US"/>
        </a:p>
      </dgm:t>
    </dgm:pt>
    <dgm:pt modelId="{EB96C4F4-1D01-465C-9B48-DE375F9CB9D2}" type="sibTrans" cxnId="{BBE593A2-EC0D-44B7-95FF-999D2017032E}">
      <dgm:prSet/>
      <dgm:spPr/>
      <dgm:t>
        <a:bodyPr/>
        <a:lstStyle/>
        <a:p>
          <a:endParaRPr lang="en-US"/>
        </a:p>
      </dgm:t>
    </dgm:pt>
    <dgm:pt modelId="{A9E7A592-59B9-46AF-9A1F-27DC35D83B9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 timelocks (both absolute and relative). </a:t>
          </a:r>
        </a:p>
      </dgm:t>
    </dgm:pt>
    <dgm:pt modelId="{8D0C30C9-5ACB-4338-977D-8901015DE001}" type="parTrans" cxnId="{0478269D-09CB-4779-BC51-DA8E35D5EA1A}">
      <dgm:prSet/>
      <dgm:spPr/>
      <dgm:t>
        <a:bodyPr/>
        <a:lstStyle/>
        <a:p>
          <a:endParaRPr lang="en-US"/>
        </a:p>
      </dgm:t>
    </dgm:pt>
    <dgm:pt modelId="{B67623C2-2E86-40EF-B591-EE1AE10FAA71}" type="sibTrans" cxnId="{0478269D-09CB-4779-BC51-DA8E35D5EA1A}">
      <dgm:prSet/>
      <dgm:spPr/>
      <dgm:t>
        <a:bodyPr/>
        <a:lstStyle/>
        <a:p>
          <a:endParaRPr lang="en-US"/>
        </a:p>
      </dgm:t>
    </dgm:pt>
    <dgm:pt modelId="{E6219E5D-95CB-4E31-81BA-C4DBA27416B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In bitcoin there is a</a:t>
          </a:r>
          <a:r>
            <a:rPr lang="tr-TR"/>
            <a:t> </a:t>
          </a:r>
          <a:r>
            <a:rPr lang="en-US"/>
            <a:t>subtle, </a:t>
          </a:r>
        </a:p>
      </dgm:t>
    </dgm:pt>
    <dgm:pt modelId="{406B28C2-8E7E-4C9A-813B-6875C76FA3BA}" type="parTrans" cxnId="{1ACAFB8C-70F4-48EC-9DEF-A4DEDBF32CA9}">
      <dgm:prSet/>
      <dgm:spPr/>
      <dgm:t>
        <a:bodyPr/>
        <a:lstStyle/>
        <a:p>
          <a:endParaRPr lang="en-US"/>
        </a:p>
      </dgm:t>
    </dgm:pt>
    <dgm:pt modelId="{F44E5531-735A-4B1F-8C8A-EBCE3C2CD10F}" type="sibTrans" cxnId="{1ACAFB8C-70F4-48EC-9DEF-A4DEDBF32CA9}">
      <dgm:prSet/>
      <dgm:spPr/>
      <dgm:t>
        <a:bodyPr/>
        <a:lstStyle/>
        <a:p>
          <a:endParaRPr lang="en-US"/>
        </a:p>
      </dgm:t>
    </dgm:pt>
    <dgm:pt modelId="{7E0FF832-2FCF-4D04-BC93-EDD80BA5E72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but very significant, difference </a:t>
          </a:r>
        </a:p>
      </dgm:t>
    </dgm:pt>
    <dgm:pt modelId="{4BA1EBED-FB99-472B-9C6A-B85F133195CC}" type="parTrans" cxnId="{A0088D26-7E01-4A1E-9D64-2A40DDA5608C}">
      <dgm:prSet/>
      <dgm:spPr/>
      <dgm:t>
        <a:bodyPr/>
        <a:lstStyle/>
        <a:p>
          <a:endParaRPr lang="en-US"/>
        </a:p>
      </dgm:t>
    </dgm:pt>
    <dgm:pt modelId="{F60DB10E-4A9B-4F51-A248-3D4F42C3328C}" type="sibTrans" cxnId="{A0088D26-7E01-4A1E-9D64-2A40DDA5608C}">
      <dgm:prSet/>
      <dgm:spPr/>
      <dgm:t>
        <a:bodyPr/>
        <a:lstStyle/>
        <a:p>
          <a:endParaRPr lang="en-US"/>
        </a:p>
      </dgm:t>
    </dgm:pt>
    <dgm:pt modelId="{84D57BC1-292A-4B79-95D5-8AF4895F46F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between wall time and consensus time.</a:t>
          </a:r>
        </a:p>
      </dgm:t>
    </dgm:pt>
    <dgm:pt modelId="{C3794E9B-5559-47D4-BC81-A1284C109C64}" type="parTrans" cxnId="{4B228163-8826-4968-BFAD-DF3E3666320E}">
      <dgm:prSet/>
      <dgm:spPr/>
      <dgm:t>
        <a:bodyPr/>
        <a:lstStyle/>
        <a:p>
          <a:endParaRPr lang="en-US"/>
        </a:p>
      </dgm:t>
    </dgm:pt>
    <dgm:pt modelId="{B766BAD1-1E45-4D7E-BD4F-5137B728CCA8}" type="sibTrans" cxnId="{4B228163-8826-4968-BFAD-DF3E3666320E}">
      <dgm:prSet/>
      <dgm:spPr/>
      <dgm:t>
        <a:bodyPr/>
        <a:lstStyle/>
        <a:p>
          <a:endParaRPr lang="en-US"/>
        </a:p>
      </dgm:t>
    </dgm:pt>
    <dgm:pt modelId="{3BB3CE97-19B5-456C-9D81-4F1F3FE81B0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Bitcoin </a:t>
          </a:r>
          <a:r>
            <a:rPr lang="en-US"/>
            <a:t>is a decentralized network, </a:t>
          </a:r>
        </a:p>
      </dgm:t>
    </dgm:pt>
    <dgm:pt modelId="{B363BA99-3706-4A7D-9EC3-74BA1A0ADF6D}" type="parTrans" cxnId="{241BAA48-FA00-4969-89A5-B7C48E70A1D1}">
      <dgm:prSet/>
      <dgm:spPr/>
      <dgm:t>
        <a:bodyPr/>
        <a:lstStyle/>
        <a:p>
          <a:endParaRPr lang="en-US"/>
        </a:p>
      </dgm:t>
    </dgm:pt>
    <dgm:pt modelId="{EF98FDFE-7D80-4393-86D1-F982D874C0CA}" type="sibTrans" cxnId="{241BAA48-FA00-4969-89A5-B7C48E70A1D1}">
      <dgm:prSet/>
      <dgm:spPr/>
      <dgm:t>
        <a:bodyPr/>
        <a:lstStyle/>
        <a:p>
          <a:endParaRPr lang="en-US"/>
        </a:p>
      </dgm:t>
    </dgm:pt>
    <dgm:pt modelId="{42425A12-65DC-4077-9E3B-C4B82BEFB21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which means that each participant </a:t>
          </a:r>
        </a:p>
      </dgm:t>
    </dgm:pt>
    <dgm:pt modelId="{E282F4C2-D59A-451B-B22C-65FBBED6C8BD}" type="parTrans" cxnId="{692BEF08-C6AE-4DF6-852F-8D1E256670A3}">
      <dgm:prSet/>
      <dgm:spPr/>
      <dgm:t>
        <a:bodyPr/>
        <a:lstStyle/>
        <a:p>
          <a:endParaRPr lang="en-US"/>
        </a:p>
      </dgm:t>
    </dgm:pt>
    <dgm:pt modelId="{27916973-9C65-4679-AC65-DCDDE0FB05FD}" type="sibTrans" cxnId="{692BEF08-C6AE-4DF6-852F-8D1E256670A3}">
      <dgm:prSet/>
      <dgm:spPr/>
      <dgm:t>
        <a:bodyPr/>
        <a:lstStyle/>
        <a:p>
          <a:endParaRPr lang="en-US"/>
        </a:p>
      </dgm:t>
    </dgm:pt>
    <dgm:pt modelId="{0479848A-7FAC-4C85-B729-0247B3CDDDF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has his or her own perspective</a:t>
          </a:r>
          <a:r>
            <a:rPr lang="tr-TR"/>
            <a:t> </a:t>
          </a:r>
          <a:r>
            <a:rPr lang="en-US"/>
            <a:t>of time. </a:t>
          </a:r>
        </a:p>
      </dgm:t>
    </dgm:pt>
    <dgm:pt modelId="{44F77C7B-A5C8-47FF-9587-9312BFD23F8D}" type="parTrans" cxnId="{A5285318-6143-4F11-97B6-D01C5AF76182}">
      <dgm:prSet/>
      <dgm:spPr/>
      <dgm:t>
        <a:bodyPr/>
        <a:lstStyle/>
        <a:p>
          <a:endParaRPr lang="en-US"/>
        </a:p>
      </dgm:t>
    </dgm:pt>
    <dgm:pt modelId="{F1D15AF0-60E9-4172-8B4A-FF4AE50539E7}" type="sibTrans" cxnId="{A5285318-6143-4F11-97B6-D01C5AF76182}">
      <dgm:prSet/>
      <dgm:spPr/>
      <dgm:t>
        <a:bodyPr/>
        <a:lstStyle/>
        <a:p>
          <a:endParaRPr lang="en-US"/>
        </a:p>
      </dgm:t>
    </dgm:pt>
    <dgm:pt modelId="{0FDB5E34-7E71-4BE5-93EF-B32318337C73}" type="pres">
      <dgm:prSet presAssocID="{DE24C329-9A83-4C1F-A356-7CA59417154C}" presName="root" presStyleCnt="0">
        <dgm:presLayoutVars>
          <dgm:dir/>
          <dgm:resizeHandles val="exact"/>
        </dgm:presLayoutVars>
      </dgm:prSet>
      <dgm:spPr/>
    </dgm:pt>
    <dgm:pt modelId="{ABBF0E11-D0FF-481C-B9A4-6811DCF83342}" type="pres">
      <dgm:prSet presAssocID="{EE41A16C-77AB-4D9A-9D6A-A417F8E64481}" presName="compNode" presStyleCnt="0"/>
      <dgm:spPr/>
    </dgm:pt>
    <dgm:pt modelId="{0B204072-E780-44CA-8ED1-21B743E1FDBB}" type="pres">
      <dgm:prSet presAssocID="{EE41A16C-77AB-4D9A-9D6A-A417F8E64481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esap makinesi"/>
        </a:ext>
      </dgm:extLst>
    </dgm:pt>
    <dgm:pt modelId="{B0404735-79AB-44A1-AF7A-3362D13E8B38}" type="pres">
      <dgm:prSet presAssocID="{EE41A16C-77AB-4D9A-9D6A-A417F8E64481}" presName="iconSpace" presStyleCnt="0"/>
      <dgm:spPr/>
    </dgm:pt>
    <dgm:pt modelId="{51A5A7BC-BE60-4317-997D-8DB7D1B73D60}" type="pres">
      <dgm:prSet presAssocID="{EE41A16C-77AB-4D9A-9D6A-A417F8E64481}" presName="parTx" presStyleLbl="revTx" presStyleIdx="0" presStyleCnt="6">
        <dgm:presLayoutVars>
          <dgm:chMax val="0"/>
          <dgm:chPref val="0"/>
        </dgm:presLayoutVars>
      </dgm:prSet>
      <dgm:spPr/>
    </dgm:pt>
    <dgm:pt modelId="{3B2BF6C5-02D0-4C50-872F-E303C258615E}" type="pres">
      <dgm:prSet presAssocID="{EE41A16C-77AB-4D9A-9D6A-A417F8E64481}" presName="txSpace" presStyleCnt="0"/>
      <dgm:spPr/>
    </dgm:pt>
    <dgm:pt modelId="{15C23D6F-2CEC-4231-BD8E-08D6B2CBC633}" type="pres">
      <dgm:prSet presAssocID="{EE41A16C-77AB-4D9A-9D6A-A417F8E64481}" presName="desTx" presStyleLbl="revTx" presStyleIdx="1" presStyleCnt="6">
        <dgm:presLayoutVars/>
      </dgm:prSet>
      <dgm:spPr/>
    </dgm:pt>
    <dgm:pt modelId="{9AF1D645-D61D-496F-A002-85BA6B5C8228}" type="pres">
      <dgm:prSet presAssocID="{4311B10D-F133-4054-AE6E-E814A7B8D13A}" presName="sibTrans" presStyleCnt="0"/>
      <dgm:spPr/>
    </dgm:pt>
    <dgm:pt modelId="{68760252-D1CB-42CE-B352-B42983151FC3}" type="pres">
      <dgm:prSet presAssocID="{E6219E5D-95CB-4E31-81BA-C4DBA27416B6}" presName="compNode" presStyleCnt="0"/>
      <dgm:spPr/>
    </dgm:pt>
    <dgm:pt modelId="{4BF78313-8883-4010-A3BE-151C9C2CA28A}" type="pres">
      <dgm:prSet presAssocID="{E6219E5D-95CB-4E31-81BA-C4DBA27416B6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E8FB0E8C-8AA5-4CE9-B1A4-AD56CE3CEFFE}" type="pres">
      <dgm:prSet presAssocID="{E6219E5D-95CB-4E31-81BA-C4DBA27416B6}" presName="iconSpace" presStyleCnt="0"/>
      <dgm:spPr/>
    </dgm:pt>
    <dgm:pt modelId="{87CAAD55-83F2-4561-9744-1222E034EE2D}" type="pres">
      <dgm:prSet presAssocID="{E6219E5D-95CB-4E31-81BA-C4DBA27416B6}" presName="parTx" presStyleLbl="revTx" presStyleIdx="2" presStyleCnt="6">
        <dgm:presLayoutVars>
          <dgm:chMax val="0"/>
          <dgm:chPref val="0"/>
        </dgm:presLayoutVars>
      </dgm:prSet>
      <dgm:spPr/>
    </dgm:pt>
    <dgm:pt modelId="{FD48B647-7122-4599-90B3-3E20812116E6}" type="pres">
      <dgm:prSet presAssocID="{E6219E5D-95CB-4E31-81BA-C4DBA27416B6}" presName="txSpace" presStyleCnt="0"/>
      <dgm:spPr/>
    </dgm:pt>
    <dgm:pt modelId="{CA6556AE-14B0-4614-AC6F-B7D36A725C99}" type="pres">
      <dgm:prSet presAssocID="{E6219E5D-95CB-4E31-81BA-C4DBA27416B6}" presName="desTx" presStyleLbl="revTx" presStyleIdx="3" presStyleCnt="6">
        <dgm:presLayoutVars/>
      </dgm:prSet>
      <dgm:spPr/>
    </dgm:pt>
    <dgm:pt modelId="{CA96FEF4-C14D-4702-B5E8-73A2622D131C}" type="pres">
      <dgm:prSet presAssocID="{F44E5531-735A-4B1F-8C8A-EBCE3C2CD10F}" presName="sibTrans" presStyleCnt="0"/>
      <dgm:spPr/>
    </dgm:pt>
    <dgm:pt modelId="{9FE34A25-D594-4432-AAA7-A80C601EEA06}" type="pres">
      <dgm:prSet presAssocID="{3BB3CE97-19B5-456C-9D81-4F1F3FE81B06}" presName="compNode" presStyleCnt="0"/>
      <dgm:spPr/>
    </dgm:pt>
    <dgm:pt modelId="{679DC872-BCF3-46A6-8F2C-1B1AD86887D6}" type="pres">
      <dgm:prSet presAssocID="{3BB3CE97-19B5-456C-9D81-4F1F3FE81B06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 Network"/>
        </a:ext>
      </dgm:extLst>
    </dgm:pt>
    <dgm:pt modelId="{75EDA023-F0D4-4432-A001-889E83B9B429}" type="pres">
      <dgm:prSet presAssocID="{3BB3CE97-19B5-456C-9D81-4F1F3FE81B06}" presName="iconSpace" presStyleCnt="0"/>
      <dgm:spPr/>
    </dgm:pt>
    <dgm:pt modelId="{C590EF9F-C2B8-4D85-B2FB-214D18B1A3CB}" type="pres">
      <dgm:prSet presAssocID="{3BB3CE97-19B5-456C-9D81-4F1F3FE81B06}" presName="parTx" presStyleLbl="revTx" presStyleIdx="4" presStyleCnt="6">
        <dgm:presLayoutVars>
          <dgm:chMax val="0"/>
          <dgm:chPref val="0"/>
        </dgm:presLayoutVars>
      </dgm:prSet>
      <dgm:spPr/>
    </dgm:pt>
    <dgm:pt modelId="{7F504261-C50B-4766-970D-E9AE123E169D}" type="pres">
      <dgm:prSet presAssocID="{3BB3CE97-19B5-456C-9D81-4F1F3FE81B06}" presName="txSpace" presStyleCnt="0"/>
      <dgm:spPr/>
    </dgm:pt>
    <dgm:pt modelId="{3CF2CBBE-FBB6-44FF-94FE-D0696AF58C9B}" type="pres">
      <dgm:prSet presAssocID="{3BB3CE97-19B5-456C-9D81-4F1F3FE81B06}" presName="desTx" presStyleLbl="revTx" presStyleIdx="5" presStyleCnt="6">
        <dgm:presLayoutVars/>
      </dgm:prSet>
      <dgm:spPr/>
    </dgm:pt>
  </dgm:ptLst>
  <dgm:cxnLst>
    <dgm:cxn modelId="{5E06EB08-A21B-42DC-BA9F-D266160C798E}" type="presOf" srcId="{42425A12-65DC-4077-9E3B-C4B82BEFB21D}" destId="{3CF2CBBE-FBB6-44FF-94FE-D0696AF58C9B}" srcOrd="0" destOrd="0" presId="urn:microsoft.com/office/officeart/2018/5/layout/CenteredIconLabelDescriptionList"/>
    <dgm:cxn modelId="{692BEF08-C6AE-4DF6-852F-8D1E256670A3}" srcId="{3BB3CE97-19B5-456C-9D81-4F1F3FE81B06}" destId="{42425A12-65DC-4077-9E3B-C4B82BEFB21D}" srcOrd="0" destOrd="0" parTransId="{E282F4C2-D59A-451B-B22C-65FBBED6C8BD}" sibTransId="{27916973-9C65-4679-AC65-DCDDE0FB05FD}"/>
    <dgm:cxn modelId="{47B50111-BB78-4950-9D1A-72F185A287E2}" srcId="{DE24C329-9A83-4C1F-A356-7CA59417154C}" destId="{EE41A16C-77AB-4D9A-9D6A-A417F8E64481}" srcOrd="0" destOrd="0" parTransId="{29F719D8-E6A8-48DE-AFCE-43A2A074C91D}" sibTransId="{4311B10D-F133-4054-AE6E-E814A7B8D13A}"/>
    <dgm:cxn modelId="{A5285318-6143-4F11-97B6-D01C5AF76182}" srcId="{3BB3CE97-19B5-456C-9D81-4F1F3FE81B06}" destId="{0479848A-7FAC-4C85-B729-0247B3CDDDFA}" srcOrd="1" destOrd="0" parTransId="{44F77C7B-A5C8-47FF-9587-9312BFD23F8D}" sibTransId="{F1D15AF0-60E9-4172-8B4A-FF4AE50539E7}"/>
    <dgm:cxn modelId="{5B908A1E-9C61-4F6E-BD3F-15ADCB9AD9CA}" type="presOf" srcId="{E6219E5D-95CB-4E31-81BA-C4DBA27416B6}" destId="{87CAAD55-83F2-4561-9744-1222E034EE2D}" srcOrd="0" destOrd="0" presId="urn:microsoft.com/office/officeart/2018/5/layout/CenteredIconLabelDescriptionList"/>
    <dgm:cxn modelId="{A0088D26-7E01-4A1E-9D64-2A40DDA5608C}" srcId="{E6219E5D-95CB-4E31-81BA-C4DBA27416B6}" destId="{7E0FF832-2FCF-4D04-BC93-EDD80BA5E72B}" srcOrd="0" destOrd="0" parTransId="{4BA1EBED-FB99-472B-9C6A-B85F133195CC}" sibTransId="{F60DB10E-4A9B-4F51-A248-3D4F42C3328C}"/>
    <dgm:cxn modelId="{CC461540-3066-4961-9E51-8395BECE2E5F}" type="presOf" srcId="{0479848A-7FAC-4C85-B729-0247B3CDDDFA}" destId="{3CF2CBBE-FBB6-44FF-94FE-D0696AF58C9B}" srcOrd="0" destOrd="1" presId="urn:microsoft.com/office/officeart/2018/5/layout/CenteredIconLabelDescriptionList"/>
    <dgm:cxn modelId="{BDD40C63-4388-45DC-B560-8DC5B2BFC890}" type="presOf" srcId="{7E0FF832-2FCF-4D04-BC93-EDD80BA5E72B}" destId="{CA6556AE-14B0-4614-AC6F-B7D36A725C99}" srcOrd="0" destOrd="0" presId="urn:microsoft.com/office/officeart/2018/5/layout/CenteredIconLabelDescriptionList"/>
    <dgm:cxn modelId="{4B228163-8826-4968-BFAD-DF3E3666320E}" srcId="{E6219E5D-95CB-4E31-81BA-C4DBA27416B6}" destId="{84D57BC1-292A-4B79-95D5-8AF4895F46F0}" srcOrd="1" destOrd="0" parTransId="{C3794E9B-5559-47D4-BC81-A1284C109C64}" sibTransId="{B766BAD1-1E45-4D7E-BD4F-5137B728CCA8}"/>
    <dgm:cxn modelId="{241BAA48-FA00-4969-89A5-B7C48E70A1D1}" srcId="{DE24C329-9A83-4C1F-A356-7CA59417154C}" destId="{3BB3CE97-19B5-456C-9D81-4F1F3FE81B06}" srcOrd="2" destOrd="0" parTransId="{B363BA99-3706-4A7D-9EC3-74BA1A0ADF6D}" sibTransId="{EF98FDFE-7D80-4393-86D1-F982D874C0CA}"/>
    <dgm:cxn modelId="{1D133A55-6D10-4707-B92F-51D4AE39DA35}" type="presOf" srcId="{EE41A16C-77AB-4D9A-9D6A-A417F8E64481}" destId="{51A5A7BC-BE60-4317-997D-8DB7D1B73D60}" srcOrd="0" destOrd="0" presId="urn:microsoft.com/office/officeart/2018/5/layout/CenteredIconLabelDescriptionList"/>
    <dgm:cxn modelId="{1ACAFB8C-70F4-48EC-9DEF-A4DEDBF32CA9}" srcId="{DE24C329-9A83-4C1F-A356-7CA59417154C}" destId="{E6219E5D-95CB-4E31-81BA-C4DBA27416B6}" srcOrd="1" destOrd="0" parTransId="{406B28C2-8E7E-4C9A-813B-6875C76FA3BA}" sibTransId="{F44E5531-735A-4B1F-8C8A-EBCE3C2CD10F}"/>
    <dgm:cxn modelId="{30FA628D-147E-4500-8FD7-5DDAD351263D}" type="presOf" srcId="{84D57BC1-292A-4B79-95D5-8AF4895F46F0}" destId="{CA6556AE-14B0-4614-AC6F-B7D36A725C99}" srcOrd="0" destOrd="1" presId="urn:microsoft.com/office/officeart/2018/5/layout/CenteredIconLabelDescriptionList"/>
    <dgm:cxn modelId="{AA32F191-10B7-4D48-89E5-A6CACB49E6E3}" type="presOf" srcId="{DE24C329-9A83-4C1F-A356-7CA59417154C}" destId="{0FDB5E34-7E71-4BE5-93EF-B32318337C73}" srcOrd="0" destOrd="0" presId="urn:microsoft.com/office/officeart/2018/5/layout/CenteredIconLabelDescriptionList"/>
    <dgm:cxn modelId="{6ABE3897-5785-4290-A285-9A698F37DE22}" type="presOf" srcId="{2F56F903-BE83-4E01-9032-122550B5FE22}" destId="{15C23D6F-2CEC-4231-BD8E-08D6B2CBC633}" srcOrd="0" destOrd="0" presId="urn:microsoft.com/office/officeart/2018/5/layout/CenteredIconLabelDescriptionList"/>
    <dgm:cxn modelId="{0478269D-09CB-4779-BC51-DA8E35D5EA1A}" srcId="{EE41A16C-77AB-4D9A-9D6A-A417F8E64481}" destId="{A9E7A592-59B9-46AF-9A1F-27DC35D83B90}" srcOrd="1" destOrd="0" parTransId="{8D0C30C9-5ACB-4338-977D-8901015DE001}" sibTransId="{B67623C2-2E86-40EF-B591-EE1AE10FAA71}"/>
    <dgm:cxn modelId="{BBE593A2-EC0D-44B7-95FF-999D2017032E}" srcId="{EE41A16C-77AB-4D9A-9D6A-A417F8E64481}" destId="{2F56F903-BE83-4E01-9032-122550B5FE22}" srcOrd="0" destOrd="0" parTransId="{E59DD35F-4D51-47F7-AA2E-92806396EF5F}" sibTransId="{EB96C4F4-1D01-465C-9B48-DE375F9CB9D2}"/>
    <dgm:cxn modelId="{FF56EEE4-EFB9-46B2-96F5-4AA36BFC3B01}" type="presOf" srcId="{3BB3CE97-19B5-456C-9D81-4F1F3FE81B06}" destId="{C590EF9F-C2B8-4D85-B2FB-214D18B1A3CB}" srcOrd="0" destOrd="0" presId="urn:microsoft.com/office/officeart/2018/5/layout/CenteredIconLabelDescriptionList"/>
    <dgm:cxn modelId="{BEF0DFF6-D19D-4A43-BCC6-070467A9A2B1}" type="presOf" srcId="{A9E7A592-59B9-46AF-9A1F-27DC35D83B90}" destId="{15C23D6F-2CEC-4231-BD8E-08D6B2CBC633}" srcOrd="0" destOrd="1" presId="urn:microsoft.com/office/officeart/2018/5/layout/CenteredIconLabelDescriptionList"/>
    <dgm:cxn modelId="{FBC6E554-A508-4325-925A-21FD71B4DB29}" type="presParOf" srcId="{0FDB5E34-7E71-4BE5-93EF-B32318337C73}" destId="{ABBF0E11-D0FF-481C-B9A4-6811DCF83342}" srcOrd="0" destOrd="0" presId="urn:microsoft.com/office/officeart/2018/5/layout/CenteredIconLabelDescriptionList"/>
    <dgm:cxn modelId="{2D70FE80-BE6D-4160-81A0-C161ACE91057}" type="presParOf" srcId="{ABBF0E11-D0FF-481C-B9A4-6811DCF83342}" destId="{0B204072-E780-44CA-8ED1-21B743E1FDBB}" srcOrd="0" destOrd="0" presId="urn:microsoft.com/office/officeart/2018/5/layout/CenteredIconLabelDescriptionList"/>
    <dgm:cxn modelId="{730079DC-C6AF-4861-A1CA-6F387E261E3C}" type="presParOf" srcId="{ABBF0E11-D0FF-481C-B9A4-6811DCF83342}" destId="{B0404735-79AB-44A1-AF7A-3362D13E8B38}" srcOrd="1" destOrd="0" presId="urn:microsoft.com/office/officeart/2018/5/layout/CenteredIconLabelDescriptionList"/>
    <dgm:cxn modelId="{50F6ADBC-4DBC-404D-9707-F29BABD25FC3}" type="presParOf" srcId="{ABBF0E11-D0FF-481C-B9A4-6811DCF83342}" destId="{51A5A7BC-BE60-4317-997D-8DB7D1B73D60}" srcOrd="2" destOrd="0" presId="urn:microsoft.com/office/officeart/2018/5/layout/CenteredIconLabelDescriptionList"/>
    <dgm:cxn modelId="{AC4B4D42-E513-445C-BC0F-33EEE893C98F}" type="presParOf" srcId="{ABBF0E11-D0FF-481C-B9A4-6811DCF83342}" destId="{3B2BF6C5-02D0-4C50-872F-E303C258615E}" srcOrd="3" destOrd="0" presId="urn:microsoft.com/office/officeart/2018/5/layout/CenteredIconLabelDescriptionList"/>
    <dgm:cxn modelId="{40056FB6-6321-469F-B323-C7FA217EF96B}" type="presParOf" srcId="{ABBF0E11-D0FF-481C-B9A4-6811DCF83342}" destId="{15C23D6F-2CEC-4231-BD8E-08D6B2CBC633}" srcOrd="4" destOrd="0" presId="urn:microsoft.com/office/officeart/2018/5/layout/CenteredIconLabelDescriptionList"/>
    <dgm:cxn modelId="{0CC1E37B-88CA-462A-8304-AD8B23AE5860}" type="presParOf" srcId="{0FDB5E34-7E71-4BE5-93EF-B32318337C73}" destId="{9AF1D645-D61D-496F-A002-85BA6B5C8228}" srcOrd="1" destOrd="0" presId="urn:microsoft.com/office/officeart/2018/5/layout/CenteredIconLabelDescriptionList"/>
    <dgm:cxn modelId="{362A6DB2-905C-4703-9AE0-A41FF6660D1B}" type="presParOf" srcId="{0FDB5E34-7E71-4BE5-93EF-B32318337C73}" destId="{68760252-D1CB-42CE-B352-B42983151FC3}" srcOrd="2" destOrd="0" presId="urn:microsoft.com/office/officeart/2018/5/layout/CenteredIconLabelDescriptionList"/>
    <dgm:cxn modelId="{5B86E2FA-0DDE-4667-BB03-646C3B01FAB5}" type="presParOf" srcId="{68760252-D1CB-42CE-B352-B42983151FC3}" destId="{4BF78313-8883-4010-A3BE-151C9C2CA28A}" srcOrd="0" destOrd="0" presId="urn:microsoft.com/office/officeart/2018/5/layout/CenteredIconLabelDescriptionList"/>
    <dgm:cxn modelId="{93EF4407-0BAD-424C-B8A0-C11E9B377F7D}" type="presParOf" srcId="{68760252-D1CB-42CE-B352-B42983151FC3}" destId="{E8FB0E8C-8AA5-4CE9-B1A4-AD56CE3CEFFE}" srcOrd="1" destOrd="0" presId="urn:microsoft.com/office/officeart/2018/5/layout/CenteredIconLabelDescriptionList"/>
    <dgm:cxn modelId="{6173589F-9394-435C-9B65-3890E08669E3}" type="presParOf" srcId="{68760252-D1CB-42CE-B352-B42983151FC3}" destId="{87CAAD55-83F2-4561-9744-1222E034EE2D}" srcOrd="2" destOrd="0" presId="urn:microsoft.com/office/officeart/2018/5/layout/CenteredIconLabelDescriptionList"/>
    <dgm:cxn modelId="{5FB02A38-DC9C-4B70-B0A1-8D48A1347500}" type="presParOf" srcId="{68760252-D1CB-42CE-B352-B42983151FC3}" destId="{FD48B647-7122-4599-90B3-3E20812116E6}" srcOrd="3" destOrd="0" presId="urn:microsoft.com/office/officeart/2018/5/layout/CenteredIconLabelDescriptionList"/>
    <dgm:cxn modelId="{ABB75FEB-A7B8-4E17-A134-1B04262DA920}" type="presParOf" srcId="{68760252-D1CB-42CE-B352-B42983151FC3}" destId="{CA6556AE-14B0-4614-AC6F-B7D36A725C99}" srcOrd="4" destOrd="0" presId="urn:microsoft.com/office/officeart/2018/5/layout/CenteredIconLabelDescriptionList"/>
    <dgm:cxn modelId="{E059D151-8D22-43AB-ACD7-A22A0FB09A7B}" type="presParOf" srcId="{0FDB5E34-7E71-4BE5-93EF-B32318337C73}" destId="{CA96FEF4-C14D-4702-B5E8-73A2622D131C}" srcOrd="3" destOrd="0" presId="urn:microsoft.com/office/officeart/2018/5/layout/CenteredIconLabelDescriptionList"/>
    <dgm:cxn modelId="{FF8817AE-DD4E-463E-BBAB-E3FF126BC116}" type="presParOf" srcId="{0FDB5E34-7E71-4BE5-93EF-B32318337C73}" destId="{9FE34A25-D594-4432-AAA7-A80C601EEA06}" srcOrd="4" destOrd="0" presId="urn:microsoft.com/office/officeart/2018/5/layout/CenteredIconLabelDescriptionList"/>
    <dgm:cxn modelId="{FD7B02C7-6461-4F1B-9EE2-943FB3BFA3B8}" type="presParOf" srcId="{9FE34A25-D594-4432-AAA7-A80C601EEA06}" destId="{679DC872-BCF3-46A6-8F2C-1B1AD86887D6}" srcOrd="0" destOrd="0" presId="urn:microsoft.com/office/officeart/2018/5/layout/CenteredIconLabelDescriptionList"/>
    <dgm:cxn modelId="{1A37E564-AAC6-463A-888B-43ED27A2B852}" type="presParOf" srcId="{9FE34A25-D594-4432-AAA7-A80C601EEA06}" destId="{75EDA023-F0D4-4432-A001-889E83B9B429}" srcOrd="1" destOrd="0" presId="urn:microsoft.com/office/officeart/2018/5/layout/CenteredIconLabelDescriptionList"/>
    <dgm:cxn modelId="{7A549913-B3A0-4FF7-9C73-7F696F83C0E9}" type="presParOf" srcId="{9FE34A25-D594-4432-AAA7-A80C601EEA06}" destId="{C590EF9F-C2B8-4D85-B2FB-214D18B1A3CB}" srcOrd="2" destOrd="0" presId="urn:microsoft.com/office/officeart/2018/5/layout/CenteredIconLabelDescriptionList"/>
    <dgm:cxn modelId="{37E6B156-BC1F-4881-BBF1-6AE16F7001B1}" type="presParOf" srcId="{9FE34A25-D594-4432-AAA7-A80C601EEA06}" destId="{7F504261-C50B-4766-970D-E9AE123E169D}" srcOrd="3" destOrd="0" presId="urn:microsoft.com/office/officeart/2018/5/layout/CenteredIconLabelDescriptionList"/>
    <dgm:cxn modelId="{A7A93C6D-89D0-4CED-9982-E87AC7782B32}" type="presParOf" srcId="{9FE34A25-D594-4432-AAA7-A80C601EEA06}" destId="{3CF2CBBE-FBB6-44FF-94FE-D0696AF58C9B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7.xml><?xml version="1.0" encoding="utf-8"?>
<dgm:dataModel xmlns:dgm="http://schemas.openxmlformats.org/drawingml/2006/diagram" xmlns:a="http://schemas.openxmlformats.org/drawingml/2006/main">
  <dgm:ptLst>
    <dgm:pt modelId="{6442964F-7FEB-4339-82E4-C63B5B75B44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85514034-5862-414A-B6E9-283B73716B2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Events on the network </a:t>
          </a:r>
        </a:p>
      </dgm:t>
    </dgm:pt>
    <dgm:pt modelId="{B5BBEF64-4A3E-4C9C-848A-327A232E41C1}" type="parTrans" cxnId="{512AD751-7BDC-4BD8-BC91-149D3739A608}">
      <dgm:prSet/>
      <dgm:spPr/>
      <dgm:t>
        <a:bodyPr/>
        <a:lstStyle/>
        <a:p>
          <a:endParaRPr lang="en-US"/>
        </a:p>
      </dgm:t>
    </dgm:pt>
    <dgm:pt modelId="{8EB8D6EB-66F6-4156-8384-C97CCD8BDFA4}" type="sibTrans" cxnId="{512AD751-7BDC-4BD8-BC91-149D3739A608}">
      <dgm:prSet/>
      <dgm:spPr/>
      <dgm:t>
        <a:bodyPr/>
        <a:lstStyle/>
        <a:p>
          <a:endParaRPr lang="en-US"/>
        </a:p>
      </dgm:t>
    </dgm:pt>
    <dgm:pt modelId="{A91F57DB-3EA6-40CF-B3EF-07F8FD163C8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do not occur instantaneously everywhere.</a:t>
          </a:r>
        </a:p>
      </dgm:t>
    </dgm:pt>
    <dgm:pt modelId="{50C1DA0D-2CC2-4F32-B800-046337FADA5C}" type="parTrans" cxnId="{AA03B2B1-71AA-4C1C-825D-7DBFBA92BB65}">
      <dgm:prSet/>
      <dgm:spPr/>
      <dgm:t>
        <a:bodyPr/>
        <a:lstStyle/>
        <a:p>
          <a:endParaRPr lang="en-US"/>
        </a:p>
      </dgm:t>
    </dgm:pt>
    <dgm:pt modelId="{E27C0FBD-CF6F-4BE1-AB0C-FE33B7F877B8}" type="sibTrans" cxnId="{AA03B2B1-71AA-4C1C-825D-7DBFBA92BB65}">
      <dgm:prSet/>
      <dgm:spPr/>
      <dgm:t>
        <a:bodyPr/>
        <a:lstStyle/>
        <a:p>
          <a:endParaRPr lang="en-US"/>
        </a:p>
      </dgm:t>
    </dgm:pt>
    <dgm:pt modelId="{EA4C828A-2B88-47F2-AC3C-2898690902D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Network latency </a:t>
          </a:r>
        </a:p>
      </dgm:t>
    </dgm:pt>
    <dgm:pt modelId="{F27EF575-B92E-4300-BE77-969A5030545B}" type="parTrans" cxnId="{FBD76EEA-EF73-456C-BADD-8942CFA80D19}">
      <dgm:prSet/>
      <dgm:spPr/>
      <dgm:t>
        <a:bodyPr/>
        <a:lstStyle/>
        <a:p>
          <a:endParaRPr lang="en-US"/>
        </a:p>
      </dgm:t>
    </dgm:pt>
    <dgm:pt modelId="{241220E9-C221-4C11-9EDA-82AC3B3FE35F}" type="sibTrans" cxnId="{FBD76EEA-EF73-456C-BADD-8942CFA80D19}">
      <dgm:prSet/>
      <dgm:spPr/>
      <dgm:t>
        <a:bodyPr/>
        <a:lstStyle/>
        <a:p>
          <a:endParaRPr lang="en-US"/>
        </a:p>
      </dgm:t>
    </dgm:pt>
    <dgm:pt modelId="{84425976-6760-4D31-B483-F9207CD7C1B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must be factored into the perspective of each node. </a:t>
          </a:r>
        </a:p>
      </dgm:t>
    </dgm:pt>
    <dgm:pt modelId="{E8685C51-B725-485C-93BF-AF87A4CF711C}" type="parTrans" cxnId="{7DE24654-25FF-47FC-995D-F9B5A0F94EAB}">
      <dgm:prSet/>
      <dgm:spPr/>
      <dgm:t>
        <a:bodyPr/>
        <a:lstStyle/>
        <a:p>
          <a:endParaRPr lang="en-US"/>
        </a:p>
      </dgm:t>
    </dgm:pt>
    <dgm:pt modelId="{2C66836B-0F8E-40B2-8C23-867D850C0274}" type="sibTrans" cxnId="{7DE24654-25FF-47FC-995D-F9B5A0F94EAB}">
      <dgm:prSet/>
      <dgm:spPr/>
      <dgm:t>
        <a:bodyPr/>
        <a:lstStyle/>
        <a:p>
          <a:endParaRPr lang="en-US"/>
        </a:p>
      </dgm:t>
    </dgm:pt>
    <dgm:pt modelId="{70E99CC6-FC21-4D94-8617-B8BD4CE2BED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Eventually</a:t>
          </a:r>
          <a:r>
            <a:rPr lang="tr-TR"/>
            <a:t> </a:t>
          </a:r>
          <a:r>
            <a:rPr lang="en-US"/>
            <a:t>everything is synchronized </a:t>
          </a:r>
        </a:p>
      </dgm:t>
    </dgm:pt>
    <dgm:pt modelId="{D93D74C9-AC6D-443A-B2EA-F1254626D442}" type="parTrans" cxnId="{DC6FB458-3E61-40AD-B780-A61C4BE966E4}">
      <dgm:prSet/>
      <dgm:spPr/>
      <dgm:t>
        <a:bodyPr/>
        <a:lstStyle/>
        <a:p>
          <a:endParaRPr lang="en-US"/>
        </a:p>
      </dgm:t>
    </dgm:pt>
    <dgm:pt modelId="{4EA638EB-A44A-4FA1-B450-E176404C9A11}" type="sibTrans" cxnId="{DC6FB458-3E61-40AD-B780-A61C4BE966E4}">
      <dgm:prSet/>
      <dgm:spPr/>
      <dgm:t>
        <a:bodyPr/>
        <a:lstStyle/>
        <a:p>
          <a:endParaRPr lang="en-US"/>
        </a:p>
      </dgm:t>
    </dgm:pt>
    <dgm:pt modelId="{AC3653B0-587F-4D42-8CE0-1BFFBEA1DA1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create a common ledger. </a:t>
          </a:r>
        </a:p>
      </dgm:t>
    </dgm:pt>
    <dgm:pt modelId="{E0F150B3-E85D-4B03-8607-AE524821503E}" type="parTrans" cxnId="{07AA4C77-EED2-4D63-B105-5519CC714205}">
      <dgm:prSet/>
      <dgm:spPr/>
      <dgm:t>
        <a:bodyPr/>
        <a:lstStyle/>
        <a:p>
          <a:endParaRPr lang="en-US"/>
        </a:p>
      </dgm:t>
    </dgm:pt>
    <dgm:pt modelId="{51558EFC-93C7-4AF6-86CB-1680C93DA468}" type="sibTrans" cxnId="{07AA4C77-EED2-4D63-B105-5519CC714205}">
      <dgm:prSet/>
      <dgm:spPr/>
      <dgm:t>
        <a:bodyPr/>
        <a:lstStyle/>
        <a:p>
          <a:endParaRPr lang="en-US"/>
        </a:p>
      </dgm:t>
    </dgm:pt>
    <dgm:pt modelId="{E7D6561D-AD4C-4F71-A60D-523B1089F05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Bitcoin reaches consensus</a:t>
          </a:r>
          <a:r>
            <a:rPr lang="tr-TR"/>
            <a:t> </a:t>
          </a:r>
          <a:endParaRPr lang="en-US"/>
        </a:p>
      </dgm:t>
    </dgm:pt>
    <dgm:pt modelId="{3A0EE7EF-B1A3-43C2-B9F2-7BE70D3D82A4}" type="parTrans" cxnId="{545FCAF8-75F9-48AB-AD4F-6A82A2843958}">
      <dgm:prSet/>
      <dgm:spPr/>
      <dgm:t>
        <a:bodyPr/>
        <a:lstStyle/>
        <a:p>
          <a:endParaRPr lang="en-US"/>
        </a:p>
      </dgm:t>
    </dgm:pt>
    <dgm:pt modelId="{65D4FEB6-E175-4788-B36C-BCE29F21FAEE}" type="sibTrans" cxnId="{545FCAF8-75F9-48AB-AD4F-6A82A2843958}">
      <dgm:prSet/>
      <dgm:spPr/>
      <dgm:t>
        <a:bodyPr/>
        <a:lstStyle/>
        <a:p>
          <a:endParaRPr lang="en-US"/>
        </a:p>
      </dgm:t>
    </dgm:pt>
    <dgm:pt modelId="{7B1EE12D-402C-470A-9ED6-179A4A6FA18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every 10 minutes about the state of the ledger </a:t>
          </a:r>
        </a:p>
      </dgm:t>
    </dgm:pt>
    <dgm:pt modelId="{3FF7F1AB-2312-403B-A8F8-DF608CB88E05}" type="parTrans" cxnId="{8E2B5F66-8517-4395-8260-5E469381A920}">
      <dgm:prSet/>
      <dgm:spPr/>
      <dgm:t>
        <a:bodyPr/>
        <a:lstStyle/>
        <a:p>
          <a:endParaRPr lang="en-US"/>
        </a:p>
      </dgm:t>
    </dgm:pt>
    <dgm:pt modelId="{085E7C82-9F80-4566-AD78-982D477A63A8}" type="sibTrans" cxnId="{8E2B5F66-8517-4395-8260-5E469381A920}">
      <dgm:prSet/>
      <dgm:spPr/>
      <dgm:t>
        <a:bodyPr/>
        <a:lstStyle/>
        <a:p>
          <a:endParaRPr lang="en-US"/>
        </a:p>
      </dgm:t>
    </dgm:pt>
    <dgm:pt modelId="{9CD6CD40-EE2D-421C-A4E7-0AA19040452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as it existed in the </a:t>
          </a:r>
          <a:r>
            <a:rPr lang="en-US" i="1"/>
            <a:t>past</a:t>
          </a:r>
          <a:r>
            <a:rPr lang="en-US"/>
            <a:t>.</a:t>
          </a:r>
        </a:p>
      </dgm:t>
    </dgm:pt>
    <dgm:pt modelId="{E7F16B82-17E7-4FBD-BF6B-6D8D118828AF}" type="parTrans" cxnId="{8C133609-16DC-4E81-A0BF-D3B7D886EB5C}">
      <dgm:prSet/>
      <dgm:spPr/>
      <dgm:t>
        <a:bodyPr/>
        <a:lstStyle/>
        <a:p>
          <a:endParaRPr lang="en-US"/>
        </a:p>
      </dgm:t>
    </dgm:pt>
    <dgm:pt modelId="{084FBB24-4DA3-4357-A99A-2B416B3DFA83}" type="sibTrans" cxnId="{8C133609-16DC-4E81-A0BF-D3B7D886EB5C}">
      <dgm:prSet/>
      <dgm:spPr/>
      <dgm:t>
        <a:bodyPr/>
        <a:lstStyle/>
        <a:p>
          <a:endParaRPr lang="en-US"/>
        </a:p>
      </dgm:t>
    </dgm:pt>
    <dgm:pt modelId="{DAC5E4F6-A0FE-4C6D-A05B-66CEAB82391D}" type="pres">
      <dgm:prSet presAssocID="{6442964F-7FEB-4339-82E4-C63B5B75B44D}" presName="root" presStyleCnt="0">
        <dgm:presLayoutVars>
          <dgm:dir/>
          <dgm:resizeHandles val="exact"/>
        </dgm:presLayoutVars>
      </dgm:prSet>
      <dgm:spPr/>
    </dgm:pt>
    <dgm:pt modelId="{882F5803-4DEC-46A0-B995-3ACED0B2D48B}" type="pres">
      <dgm:prSet presAssocID="{85514034-5862-414A-B6E9-283B73716B2D}" presName="compNode" presStyleCnt="0"/>
      <dgm:spPr/>
    </dgm:pt>
    <dgm:pt modelId="{A723CD71-5B12-4102-818B-EB974471F025}" type="pres">
      <dgm:prSet presAssocID="{85514034-5862-414A-B6E9-283B73716B2D}" presName="iconRect" presStyleLbl="node1" presStyleIdx="0" presStyleCnt="4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 Network"/>
        </a:ext>
      </dgm:extLst>
    </dgm:pt>
    <dgm:pt modelId="{BD6E9C4B-6ADF-4E95-8096-A374979C784B}" type="pres">
      <dgm:prSet presAssocID="{85514034-5862-414A-B6E9-283B73716B2D}" presName="iconSpace" presStyleCnt="0"/>
      <dgm:spPr/>
    </dgm:pt>
    <dgm:pt modelId="{4908CE93-DACD-4B5C-AB07-C0E97BE55B52}" type="pres">
      <dgm:prSet presAssocID="{85514034-5862-414A-B6E9-283B73716B2D}" presName="parTx" presStyleLbl="revTx" presStyleIdx="0" presStyleCnt="8">
        <dgm:presLayoutVars>
          <dgm:chMax val="0"/>
          <dgm:chPref val="0"/>
        </dgm:presLayoutVars>
      </dgm:prSet>
      <dgm:spPr/>
    </dgm:pt>
    <dgm:pt modelId="{52DF3806-592E-4C6D-AA82-7B2C4512A659}" type="pres">
      <dgm:prSet presAssocID="{85514034-5862-414A-B6E9-283B73716B2D}" presName="txSpace" presStyleCnt="0"/>
      <dgm:spPr/>
    </dgm:pt>
    <dgm:pt modelId="{892610AC-F182-4FA4-9523-AB14F2EEAAC1}" type="pres">
      <dgm:prSet presAssocID="{85514034-5862-414A-B6E9-283B73716B2D}" presName="desTx" presStyleLbl="revTx" presStyleIdx="1" presStyleCnt="8">
        <dgm:presLayoutVars/>
      </dgm:prSet>
      <dgm:spPr/>
    </dgm:pt>
    <dgm:pt modelId="{870B4BA0-E0EB-4D81-A0CB-7A7458ECEDAE}" type="pres">
      <dgm:prSet presAssocID="{8EB8D6EB-66F6-4156-8384-C97CCD8BDFA4}" presName="sibTrans" presStyleCnt="0"/>
      <dgm:spPr/>
    </dgm:pt>
    <dgm:pt modelId="{E71534D5-57AD-4064-BABD-05853F2C63D5}" type="pres">
      <dgm:prSet presAssocID="{EA4C828A-2B88-47F2-AC3C-2898690902D3}" presName="compNode" presStyleCnt="0"/>
      <dgm:spPr/>
    </dgm:pt>
    <dgm:pt modelId="{9538E875-FB3D-467A-87B9-47DB4055AA5C}" type="pres">
      <dgm:prSet presAssocID="{EA4C828A-2B88-47F2-AC3C-2898690902D3}" presName="iconRect" presStyleLbl="node1" presStyleIdx="1" presStyleCnt="4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ğlı değil"/>
        </a:ext>
      </dgm:extLst>
    </dgm:pt>
    <dgm:pt modelId="{1B2C6F19-775C-496C-B16C-7ECC53C396BB}" type="pres">
      <dgm:prSet presAssocID="{EA4C828A-2B88-47F2-AC3C-2898690902D3}" presName="iconSpace" presStyleCnt="0"/>
      <dgm:spPr/>
    </dgm:pt>
    <dgm:pt modelId="{D0471B2A-7511-489B-8C55-90FE76E93A15}" type="pres">
      <dgm:prSet presAssocID="{EA4C828A-2B88-47F2-AC3C-2898690902D3}" presName="parTx" presStyleLbl="revTx" presStyleIdx="2" presStyleCnt="8">
        <dgm:presLayoutVars>
          <dgm:chMax val="0"/>
          <dgm:chPref val="0"/>
        </dgm:presLayoutVars>
      </dgm:prSet>
      <dgm:spPr/>
    </dgm:pt>
    <dgm:pt modelId="{ED1C8B71-1EA6-4887-B61C-083108379180}" type="pres">
      <dgm:prSet presAssocID="{EA4C828A-2B88-47F2-AC3C-2898690902D3}" presName="txSpace" presStyleCnt="0"/>
      <dgm:spPr/>
    </dgm:pt>
    <dgm:pt modelId="{933D7D8E-DDA1-4A48-A908-5020B477FE16}" type="pres">
      <dgm:prSet presAssocID="{EA4C828A-2B88-47F2-AC3C-2898690902D3}" presName="desTx" presStyleLbl="revTx" presStyleIdx="3" presStyleCnt="8">
        <dgm:presLayoutVars/>
      </dgm:prSet>
      <dgm:spPr/>
    </dgm:pt>
    <dgm:pt modelId="{B915F38B-8877-4A0A-BC4B-BDCAE7797B67}" type="pres">
      <dgm:prSet presAssocID="{241220E9-C221-4C11-9EDA-82AC3B3FE35F}" presName="sibTrans" presStyleCnt="0"/>
      <dgm:spPr/>
    </dgm:pt>
    <dgm:pt modelId="{F649A858-CB60-4E66-BAFA-783C50382A58}" type="pres">
      <dgm:prSet presAssocID="{70E99CC6-FC21-4D94-8617-B8BD4CE2BED5}" presName="compNode" presStyleCnt="0"/>
      <dgm:spPr/>
    </dgm:pt>
    <dgm:pt modelId="{E4CD8AE9-6E49-40A4-875C-E4BBD0095B3E}" type="pres">
      <dgm:prSet presAssocID="{70E99CC6-FC21-4D94-8617-B8BD4CE2BED5}" presName="iconRect" presStyleLbl="node1" presStyleIdx="2" presStyleCnt="4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Veri tabanı"/>
        </a:ext>
      </dgm:extLst>
    </dgm:pt>
    <dgm:pt modelId="{6B3464AE-AA51-424E-AAB8-61066F306AF4}" type="pres">
      <dgm:prSet presAssocID="{70E99CC6-FC21-4D94-8617-B8BD4CE2BED5}" presName="iconSpace" presStyleCnt="0"/>
      <dgm:spPr/>
    </dgm:pt>
    <dgm:pt modelId="{BDDA1F58-68F5-4C53-8E48-C2BB7670F68F}" type="pres">
      <dgm:prSet presAssocID="{70E99CC6-FC21-4D94-8617-B8BD4CE2BED5}" presName="parTx" presStyleLbl="revTx" presStyleIdx="4" presStyleCnt="8">
        <dgm:presLayoutVars>
          <dgm:chMax val="0"/>
          <dgm:chPref val="0"/>
        </dgm:presLayoutVars>
      </dgm:prSet>
      <dgm:spPr/>
    </dgm:pt>
    <dgm:pt modelId="{7A4C1A53-187A-4EC1-A152-B17417319FD4}" type="pres">
      <dgm:prSet presAssocID="{70E99CC6-FC21-4D94-8617-B8BD4CE2BED5}" presName="txSpace" presStyleCnt="0"/>
      <dgm:spPr/>
    </dgm:pt>
    <dgm:pt modelId="{7CE25D8A-BADE-43BF-8080-3AF456007314}" type="pres">
      <dgm:prSet presAssocID="{70E99CC6-FC21-4D94-8617-B8BD4CE2BED5}" presName="desTx" presStyleLbl="revTx" presStyleIdx="5" presStyleCnt="8">
        <dgm:presLayoutVars/>
      </dgm:prSet>
      <dgm:spPr/>
    </dgm:pt>
    <dgm:pt modelId="{EABEF3EE-B4BB-4E5B-973F-4C5B8D0DDCC8}" type="pres">
      <dgm:prSet presAssocID="{4EA638EB-A44A-4FA1-B450-E176404C9A11}" presName="sibTrans" presStyleCnt="0"/>
      <dgm:spPr/>
    </dgm:pt>
    <dgm:pt modelId="{16857CB8-ADB7-4F98-9793-E4E23A640D59}" type="pres">
      <dgm:prSet presAssocID="{E7D6561D-AD4C-4F71-A60D-523B1089F05E}" presName="compNode" presStyleCnt="0"/>
      <dgm:spPr/>
    </dgm:pt>
    <dgm:pt modelId="{55BEDC93-1A44-47C0-8A4E-FCB855648196}" type="pres">
      <dgm:prSet presAssocID="{E7D6561D-AD4C-4F71-A60D-523B1089F05E}" presName="iconRect" presStyleLbl="node1" presStyleIdx="3" presStyleCnt="4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2C5CE704-858B-4E0D-9FD8-DF2C5701AD2E}" type="pres">
      <dgm:prSet presAssocID="{E7D6561D-AD4C-4F71-A60D-523B1089F05E}" presName="iconSpace" presStyleCnt="0"/>
      <dgm:spPr/>
    </dgm:pt>
    <dgm:pt modelId="{886BF411-4CD7-41C5-AF84-9349B7F91E2C}" type="pres">
      <dgm:prSet presAssocID="{E7D6561D-AD4C-4F71-A60D-523B1089F05E}" presName="parTx" presStyleLbl="revTx" presStyleIdx="6" presStyleCnt="8">
        <dgm:presLayoutVars>
          <dgm:chMax val="0"/>
          <dgm:chPref val="0"/>
        </dgm:presLayoutVars>
      </dgm:prSet>
      <dgm:spPr/>
    </dgm:pt>
    <dgm:pt modelId="{DC012447-B8CF-4489-A07B-29C17DBC0A6F}" type="pres">
      <dgm:prSet presAssocID="{E7D6561D-AD4C-4F71-A60D-523B1089F05E}" presName="txSpace" presStyleCnt="0"/>
      <dgm:spPr/>
    </dgm:pt>
    <dgm:pt modelId="{8400ACF5-00F6-4144-842A-0B6560977E6D}" type="pres">
      <dgm:prSet presAssocID="{E7D6561D-AD4C-4F71-A60D-523B1089F05E}" presName="desTx" presStyleLbl="revTx" presStyleIdx="7" presStyleCnt="8">
        <dgm:presLayoutVars/>
      </dgm:prSet>
      <dgm:spPr/>
    </dgm:pt>
  </dgm:ptLst>
  <dgm:cxnLst>
    <dgm:cxn modelId="{188DE803-D796-494C-BD56-F691A138CE5E}" type="presOf" srcId="{70E99CC6-FC21-4D94-8617-B8BD4CE2BED5}" destId="{BDDA1F58-68F5-4C53-8E48-C2BB7670F68F}" srcOrd="0" destOrd="0" presId="urn:microsoft.com/office/officeart/2018/5/layout/CenteredIconLabelDescriptionList"/>
    <dgm:cxn modelId="{8C133609-16DC-4E81-A0BF-D3B7D886EB5C}" srcId="{E7D6561D-AD4C-4F71-A60D-523B1089F05E}" destId="{9CD6CD40-EE2D-421C-A4E7-0AA190404528}" srcOrd="1" destOrd="0" parTransId="{E7F16B82-17E7-4FBD-BF6B-6D8D118828AF}" sibTransId="{084FBB24-4DA3-4357-A99A-2B416B3DFA83}"/>
    <dgm:cxn modelId="{ECA3870D-465C-4BC9-97A4-D6175179ADEA}" type="presOf" srcId="{85514034-5862-414A-B6E9-283B73716B2D}" destId="{4908CE93-DACD-4B5C-AB07-C0E97BE55B52}" srcOrd="0" destOrd="0" presId="urn:microsoft.com/office/officeart/2018/5/layout/CenteredIconLabelDescriptionList"/>
    <dgm:cxn modelId="{3F4F4F34-A9FF-4372-8921-41258390848A}" type="presOf" srcId="{84425976-6760-4D31-B483-F9207CD7C1BF}" destId="{933D7D8E-DDA1-4A48-A908-5020B477FE16}" srcOrd="0" destOrd="0" presId="urn:microsoft.com/office/officeart/2018/5/layout/CenteredIconLabelDescriptionList"/>
    <dgm:cxn modelId="{4DF0AB40-C039-4022-8543-2D93E5290515}" type="presOf" srcId="{AC3653B0-587F-4D42-8CE0-1BFFBEA1DA12}" destId="{7CE25D8A-BADE-43BF-8080-3AF456007314}" srcOrd="0" destOrd="0" presId="urn:microsoft.com/office/officeart/2018/5/layout/CenteredIconLabelDescriptionList"/>
    <dgm:cxn modelId="{0EB94642-417D-46C5-82C2-8B14B3CC1ADB}" type="presOf" srcId="{A91F57DB-3EA6-40CF-B3EF-07F8FD163C8E}" destId="{892610AC-F182-4FA4-9523-AB14F2EEAAC1}" srcOrd="0" destOrd="0" presId="urn:microsoft.com/office/officeart/2018/5/layout/CenteredIconLabelDescriptionList"/>
    <dgm:cxn modelId="{5622E742-786D-4064-B1B0-C369EB7A9097}" type="presOf" srcId="{6442964F-7FEB-4339-82E4-C63B5B75B44D}" destId="{DAC5E4F6-A0FE-4C6D-A05B-66CEAB82391D}" srcOrd="0" destOrd="0" presId="urn:microsoft.com/office/officeart/2018/5/layout/CenteredIconLabelDescriptionList"/>
    <dgm:cxn modelId="{8E2B5F66-8517-4395-8260-5E469381A920}" srcId="{E7D6561D-AD4C-4F71-A60D-523B1089F05E}" destId="{7B1EE12D-402C-470A-9ED6-179A4A6FA18A}" srcOrd="0" destOrd="0" parTransId="{3FF7F1AB-2312-403B-A8F8-DF608CB88E05}" sibTransId="{085E7C82-9F80-4566-AD78-982D477A63A8}"/>
    <dgm:cxn modelId="{6D72D16D-B0BB-49A2-BF36-2B36046AD46D}" type="presOf" srcId="{EA4C828A-2B88-47F2-AC3C-2898690902D3}" destId="{D0471B2A-7511-489B-8C55-90FE76E93A15}" srcOrd="0" destOrd="0" presId="urn:microsoft.com/office/officeart/2018/5/layout/CenteredIconLabelDescriptionList"/>
    <dgm:cxn modelId="{512AD751-7BDC-4BD8-BC91-149D3739A608}" srcId="{6442964F-7FEB-4339-82E4-C63B5B75B44D}" destId="{85514034-5862-414A-B6E9-283B73716B2D}" srcOrd="0" destOrd="0" parTransId="{B5BBEF64-4A3E-4C9C-848A-327A232E41C1}" sibTransId="{8EB8D6EB-66F6-4156-8384-C97CCD8BDFA4}"/>
    <dgm:cxn modelId="{7DE24654-25FF-47FC-995D-F9B5A0F94EAB}" srcId="{EA4C828A-2B88-47F2-AC3C-2898690902D3}" destId="{84425976-6760-4D31-B483-F9207CD7C1BF}" srcOrd="0" destOrd="0" parTransId="{E8685C51-B725-485C-93BF-AF87A4CF711C}" sibTransId="{2C66836B-0F8E-40B2-8C23-867D850C0274}"/>
    <dgm:cxn modelId="{07AA4C77-EED2-4D63-B105-5519CC714205}" srcId="{70E99CC6-FC21-4D94-8617-B8BD4CE2BED5}" destId="{AC3653B0-587F-4D42-8CE0-1BFFBEA1DA12}" srcOrd="0" destOrd="0" parTransId="{E0F150B3-E85D-4B03-8607-AE524821503E}" sibTransId="{51558EFC-93C7-4AF6-86CB-1680C93DA468}"/>
    <dgm:cxn modelId="{DC6FB458-3E61-40AD-B780-A61C4BE966E4}" srcId="{6442964F-7FEB-4339-82E4-C63B5B75B44D}" destId="{70E99CC6-FC21-4D94-8617-B8BD4CE2BED5}" srcOrd="2" destOrd="0" parTransId="{D93D74C9-AC6D-443A-B2EA-F1254626D442}" sibTransId="{4EA638EB-A44A-4FA1-B450-E176404C9A11}"/>
    <dgm:cxn modelId="{899C278C-EEAF-48DB-844C-3AC149001B2A}" type="presOf" srcId="{9CD6CD40-EE2D-421C-A4E7-0AA190404528}" destId="{8400ACF5-00F6-4144-842A-0B6560977E6D}" srcOrd="0" destOrd="1" presId="urn:microsoft.com/office/officeart/2018/5/layout/CenteredIconLabelDescriptionList"/>
    <dgm:cxn modelId="{AA03B2B1-71AA-4C1C-825D-7DBFBA92BB65}" srcId="{85514034-5862-414A-B6E9-283B73716B2D}" destId="{A91F57DB-3EA6-40CF-B3EF-07F8FD163C8E}" srcOrd="0" destOrd="0" parTransId="{50C1DA0D-2CC2-4F32-B800-046337FADA5C}" sibTransId="{E27C0FBD-CF6F-4BE1-AB0C-FE33B7F877B8}"/>
    <dgm:cxn modelId="{0DBEB9B8-AE1E-4560-853C-66D90967DD76}" type="presOf" srcId="{7B1EE12D-402C-470A-9ED6-179A4A6FA18A}" destId="{8400ACF5-00F6-4144-842A-0B6560977E6D}" srcOrd="0" destOrd="0" presId="urn:microsoft.com/office/officeart/2018/5/layout/CenteredIconLabelDescriptionList"/>
    <dgm:cxn modelId="{E9D882D1-C0E5-45D1-8D28-8E1644878906}" type="presOf" srcId="{E7D6561D-AD4C-4F71-A60D-523B1089F05E}" destId="{886BF411-4CD7-41C5-AF84-9349B7F91E2C}" srcOrd="0" destOrd="0" presId="urn:microsoft.com/office/officeart/2018/5/layout/CenteredIconLabelDescriptionList"/>
    <dgm:cxn modelId="{FBD76EEA-EF73-456C-BADD-8942CFA80D19}" srcId="{6442964F-7FEB-4339-82E4-C63B5B75B44D}" destId="{EA4C828A-2B88-47F2-AC3C-2898690902D3}" srcOrd="1" destOrd="0" parTransId="{F27EF575-B92E-4300-BE77-969A5030545B}" sibTransId="{241220E9-C221-4C11-9EDA-82AC3B3FE35F}"/>
    <dgm:cxn modelId="{545FCAF8-75F9-48AB-AD4F-6A82A2843958}" srcId="{6442964F-7FEB-4339-82E4-C63B5B75B44D}" destId="{E7D6561D-AD4C-4F71-A60D-523B1089F05E}" srcOrd="3" destOrd="0" parTransId="{3A0EE7EF-B1A3-43C2-B9F2-7BE70D3D82A4}" sibTransId="{65D4FEB6-E175-4788-B36C-BCE29F21FAEE}"/>
    <dgm:cxn modelId="{9B43FA6F-4D28-404D-A0DF-0821CDF1943B}" type="presParOf" srcId="{DAC5E4F6-A0FE-4C6D-A05B-66CEAB82391D}" destId="{882F5803-4DEC-46A0-B995-3ACED0B2D48B}" srcOrd="0" destOrd="0" presId="urn:microsoft.com/office/officeart/2018/5/layout/CenteredIconLabelDescriptionList"/>
    <dgm:cxn modelId="{C4B7D15D-E89A-40B6-8CC8-0FC0860F1370}" type="presParOf" srcId="{882F5803-4DEC-46A0-B995-3ACED0B2D48B}" destId="{A723CD71-5B12-4102-818B-EB974471F025}" srcOrd="0" destOrd="0" presId="urn:microsoft.com/office/officeart/2018/5/layout/CenteredIconLabelDescriptionList"/>
    <dgm:cxn modelId="{1A3C3804-3DAA-4E36-AECE-4B8CC73FB4FE}" type="presParOf" srcId="{882F5803-4DEC-46A0-B995-3ACED0B2D48B}" destId="{BD6E9C4B-6ADF-4E95-8096-A374979C784B}" srcOrd="1" destOrd="0" presId="urn:microsoft.com/office/officeart/2018/5/layout/CenteredIconLabelDescriptionList"/>
    <dgm:cxn modelId="{6BFCA42C-6E94-44D4-8E51-CC92C4A32A71}" type="presParOf" srcId="{882F5803-4DEC-46A0-B995-3ACED0B2D48B}" destId="{4908CE93-DACD-4B5C-AB07-C0E97BE55B52}" srcOrd="2" destOrd="0" presId="urn:microsoft.com/office/officeart/2018/5/layout/CenteredIconLabelDescriptionList"/>
    <dgm:cxn modelId="{4EE248A4-0899-4FE1-8242-B203BC3E2930}" type="presParOf" srcId="{882F5803-4DEC-46A0-B995-3ACED0B2D48B}" destId="{52DF3806-592E-4C6D-AA82-7B2C4512A659}" srcOrd="3" destOrd="0" presId="urn:microsoft.com/office/officeart/2018/5/layout/CenteredIconLabelDescriptionList"/>
    <dgm:cxn modelId="{E80E9A35-E8A2-49BF-BDAC-252D974D69BF}" type="presParOf" srcId="{882F5803-4DEC-46A0-B995-3ACED0B2D48B}" destId="{892610AC-F182-4FA4-9523-AB14F2EEAAC1}" srcOrd="4" destOrd="0" presId="urn:microsoft.com/office/officeart/2018/5/layout/CenteredIconLabelDescriptionList"/>
    <dgm:cxn modelId="{DA2B4DA9-6142-42B0-9141-E84F3E89D26C}" type="presParOf" srcId="{DAC5E4F6-A0FE-4C6D-A05B-66CEAB82391D}" destId="{870B4BA0-E0EB-4D81-A0CB-7A7458ECEDAE}" srcOrd="1" destOrd="0" presId="urn:microsoft.com/office/officeart/2018/5/layout/CenteredIconLabelDescriptionList"/>
    <dgm:cxn modelId="{4A5B7C5B-A04D-4865-91FD-A6647E01524D}" type="presParOf" srcId="{DAC5E4F6-A0FE-4C6D-A05B-66CEAB82391D}" destId="{E71534D5-57AD-4064-BABD-05853F2C63D5}" srcOrd="2" destOrd="0" presId="urn:microsoft.com/office/officeart/2018/5/layout/CenteredIconLabelDescriptionList"/>
    <dgm:cxn modelId="{AFB11CC5-F718-4BEF-AF88-53F270D2D6EB}" type="presParOf" srcId="{E71534D5-57AD-4064-BABD-05853F2C63D5}" destId="{9538E875-FB3D-467A-87B9-47DB4055AA5C}" srcOrd="0" destOrd="0" presId="urn:microsoft.com/office/officeart/2018/5/layout/CenteredIconLabelDescriptionList"/>
    <dgm:cxn modelId="{324A738A-1C86-46D1-9C6E-69CA6A9348A2}" type="presParOf" srcId="{E71534D5-57AD-4064-BABD-05853F2C63D5}" destId="{1B2C6F19-775C-496C-B16C-7ECC53C396BB}" srcOrd="1" destOrd="0" presId="urn:microsoft.com/office/officeart/2018/5/layout/CenteredIconLabelDescriptionList"/>
    <dgm:cxn modelId="{AE0539FA-62A5-4BBB-9009-F7F5AECEF275}" type="presParOf" srcId="{E71534D5-57AD-4064-BABD-05853F2C63D5}" destId="{D0471B2A-7511-489B-8C55-90FE76E93A15}" srcOrd="2" destOrd="0" presId="urn:microsoft.com/office/officeart/2018/5/layout/CenteredIconLabelDescriptionList"/>
    <dgm:cxn modelId="{1D64C15E-8374-4840-BAF2-3DBA05F4C5FD}" type="presParOf" srcId="{E71534D5-57AD-4064-BABD-05853F2C63D5}" destId="{ED1C8B71-1EA6-4887-B61C-083108379180}" srcOrd="3" destOrd="0" presId="urn:microsoft.com/office/officeart/2018/5/layout/CenteredIconLabelDescriptionList"/>
    <dgm:cxn modelId="{77C82533-624E-4A6D-8125-B76CD7BB2FE8}" type="presParOf" srcId="{E71534D5-57AD-4064-BABD-05853F2C63D5}" destId="{933D7D8E-DDA1-4A48-A908-5020B477FE16}" srcOrd="4" destOrd="0" presId="urn:microsoft.com/office/officeart/2018/5/layout/CenteredIconLabelDescriptionList"/>
    <dgm:cxn modelId="{58011EF8-08A3-4CA7-8782-B71D8E533C0A}" type="presParOf" srcId="{DAC5E4F6-A0FE-4C6D-A05B-66CEAB82391D}" destId="{B915F38B-8877-4A0A-BC4B-BDCAE7797B67}" srcOrd="3" destOrd="0" presId="urn:microsoft.com/office/officeart/2018/5/layout/CenteredIconLabelDescriptionList"/>
    <dgm:cxn modelId="{1E469CD5-2B81-4560-A7C1-03A9497BE3F1}" type="presParOf" srcId="{DAC5E4F6-A0FE-4C6D-A05B-66CEAB82391D}" destId="{F649A858-CB60-4E66-BAFA-783C50382A58}" srcOrd="4" destOrd="0" presId="urn:microsoft.com/office/officeart/2018/5/layout/CenteredIconLabelDescriptionList"/>
    <dgm:cxn modelId="{E4126862-08EC-4A76-A346-E1EC4770E7B5}" type="presParOf" srcId="{F649A858-CB60-4E66-BAFA-783C50382A58}" destId="{E4CD8AE9-6E49-40A4-875C-E4BBD0095B3E}" srcOrd="0" destOrd="0" presId="urn:microsoft.com/office/officeart/2018/5/layout/CenteredIconLabelDescriptionList"/>
    <dgm:cxn modelId="{0D9DF4AD-23DC-4083-AABF-19700787CFC0}" type="presParOf" srcId="{F649A858-CB60-4E66-BAFA-783C50382A58}" destId="{6B3464AE-AA51-424E-AAB8-61066F306AF4}" srcOrd="1" destOrd="0" presId="urn:microsoft.com/office/officeart/2018/5/layout/CenteredIconLabelDescriptionList"/>
    <dgm:cxn modelId="{D0861228-6BF8-41BE-BB9D-A5EC30705999}" type="presParOf" srcId="{F649A858-CB60-4E66-BAFA-783C50382A58}" destId="{BDDA1F58-68F5-4C53-8E48-C2BB7670F68F}" srcOrd="2" destOrd="0" presId="urn:microsoft.com/office/officeart/2018/5/layout/CenteredIconLabelDescriptionList"/>
    <dgm:cxn modelId="{741F565C-3E95-4064-8CD8-0EF5520C4A13}" type="presParOf" srcId="{F649A858-CB60-4E66-BAFA-783C50382A58}" destId="{7A4C1A53-187A-4EC1-A152-B17417319FD4}" srcOrd="3" destOrd="0" presId="urn:microsoft.com/office/officeart/2018/5/layout/CenteredIconLabelDescriptionList"/>
    <dgm:cxn modelId="{803FA572-4C9F-4DB1-8FD9-19F74C2BDF29}" type="presParOf" srcId="{F649A858-CB60-4E66-BAFA-783C50382A58}" destId="{7CE25D8A-BADE-43BF-8080-3AF456007314}" srcOrd="4" destOrd="0" presId="urn:microsoft.com/office/officeart/2018/5/layout/CenteredIconLabelDescriptionList"/>
    <dgm:cxn modelId="{60AA633E-44D0-47B8-8BEF-43ADE1D3C0DD}" type="presParOf" srcId="{DAC5E4F6-A0FE-4C6D-A05B-66CEAB82391D}" destId="{EABEF3EE-B4BB-4E5B-973F-4C5B8D0DDCC8}" srcOrd="5" destOrd="0" presId="urn:microsoft.com/office/officeart/2018/5/layout/CenteredIconLabelDescriptionList"/>
    <dgm:cxn modelId="{3C605E71-C9E6-4205-B87D-FC1F090541E9}" type="presParOf" srcId="{DAC5E4F6-A0FE-4C6D-A05B-66CEAB82391D}" destId="{16857CB8-ADB7-4F98-9793-E4E23A640D59}" srcOrd="6" destOrd="0" presId="urn:microsoft.com/office/officeart/2018/5/layout/CenteredIconLabelDescriptionList"/>
    <dgm:cxn modelId="{66D1B980-C410-43E7-B379-F9E6FE86B1EC}" type="presParOf" srcId="{16857CB8-ADB7-4F98-9793-E4E23A640D59}" destId="{55BEDC93-1A44-47C0-8A4E-FCB855648196}" srcOrd="0" destOrd="0" presId="urn:microsoft.com/office/officeart/2018/5/layout/CenteredIconLabelDescriptionList"/>
    <dgm:cxn modelId="{3B320E1A-25A5-4D46-A9B0-20864B586614}" type="presParOf" srcId="{16857CB8-ADB7-4F98-9793-E4E23A640D59}" destId="{2C5CE704-858B-4E0D-9FD8-DF2C5701AD2E}" srcOrd="1" destOrd="0" presId="urn:microsoft.com/office/officeart/2018/5/layout/CenteredIconLabelDescriptionList"/>
    <dgm:cxn modelId="{19F8881F-AD3D-4023-BE4D-9355F549641A}" type="presParOf" srcId="{16857CB8-ADB7-4F98-9793-E4E23A640D59}" destId="{886BF411-4CD7-41C5-AF84-9349B7F91E2C}" srcOrd="2" destOrd="0" presId="urn:microsoft.com/office/officeart/2018/5/layout/CenteredIconLabelDescriptionList"/>
    <dgm:cxn modelId="{4316605E-6201-438A-939A-686BCC264CBE}" type="presParOf" srcId="{16857CB8-ADB7-4F98-9793-E4E23A640D59}" destId="{DC012447-B8CF-4489-A07B-29C17DBC0A6F}" srcOrd="3" destOrd="0" presId="urn:microsoft.com/office/officeart/2018/5/layout/CenteredIconLabelDescriptionList"/>
    <dgm:cxn modelId="{5CA548FE-2188-4D12-8DD8-2E5B8D344E26}" type="presParOf" srcId="{16857CB8-ADB7-4F98-9793-E4E23A640D59}" destId="{8400ACF5-00F6-4144-842A-0B6560977E6D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8.xml><?xml version="1.0" encoding="utf-8"?>
<dgm:dataModel xmlns:dgm="http://schemas.openxmlformats.org/drawingml/2006/diagram" xmlns:a="http://schemas.openxmlformats.org/drawingml/2006/main">
  <dgm:ptLst>
    <dgm:pt modelId="{775D0376-87EC-4BD1-A0EA-3B3359B16153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9C2E15C6-3238-4B98-991A-E80DD29B415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timestamps </a:t>
          </a:r>
        </a:p>
      </dgm:t>
    </dgm:pt>
    <dgm:pt modelId="{929C84D4-7E6F-48D5-90DC-08D1F99FE27A}" type="parTrans" cxnId="{A8587371-2B71-4C77-B3BC-F67280547E8C}">
      <dgm:prSet/>
      <dgm:spPr/>
      <dgm:t>
        <a:bodyPr/>
        <a:lstStyle/>
        <a:p>
          <a:endParaRPr lang="en-US"/>
        </a:p>
      </dgm:t>
    </dgm:pt>
    <dgm:pt modelId="{CB9F8A9B-BECA-4164-AEE8-EB76A32BDF09}" type="sibTrans" cxnId="{A8587371-2B71-4C77-B3BC-F67280547E8C}">
      <dgm:prSet/>
      <dgm:spPr/>
      <dgm:t>
        <a:bodyPr/>
        <a:lstStyle/>
        <a:p>
          <a:endParaRPr lang="en-US"/>
        </a:p>
      </dgm:t>
    </dgm:pt>
    <dgm:pt modelId="{78BCA2F6-5FB7-4E6D-98BC-A3527F20602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set in block headers are set by the miners. </a:t>
          </a:r>
        </a:p>
      </dgm:t>
    </dgm:pt>
    <dgm:pt modelId="{6BCDE686-9078-4165-B1B4-394D131DF418}" type="parTrans" cxnId="{0F9AF483-25CC-413B-B932-C62331A7AB24}">
      <dgm:prSet/>
      <dgm:spPr/>
      <dgm:t>
        <a:bodyPr/>
        <a:lstStyle/>
        <a:p>
          <a:endParaRPr lang="en-US"/>
        </a:p>
      </dgm:t>
    </dgm:pt>
    <dgm:pt modelId="{C44A9824-7746-49D6-A07F-49C1FF556702}" type="sibTrans" cxnId="{0F9AF483-25CC-413B-B932-C62331A7AB24}">
      <dgm:prSet/>
      <dgm:spPr/>
      <dgm:t>
        <a:bodyPr/>
        <a:lstStyle/>
        <a:p>
          <a:endParaRPr lang="en-US"/>
        </a:p>
      </dgm:t>
    </dgm:pt>
    <dgm:pt modelId="{0AA0A525-E107-4472-9DB6-20DEE45C70D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There is a certain degree of</a:t>
          </a:r>
          <a:r>
            <a:rPr lang="tr-TR"/>
            <a:t> </a:t>
          </a:r>
          <a:r>
            <a:rPr lang="en-US"/>
            <a:t>latitude </a:t>
          </a:r>
        </a:p>
      </dgm:t>
    </dgm:pt>
    <dgm:pt modelId="{8F30569B-B406-4ECC-8520-D4B86FDD18DD}" type="parTrans" cxnId="{F0FC5503-9A63-45A6-A4D5-407A3B98B506}">
      <dgm:prSet/>
      <dgm:spPr/>
      <dgm:t>
        <a:bodyPr/>
        <a:lstStyle/>
        <a:p>
          <a:endParaRPr lang="en-US"/>
        </a:p>
      </dgm:t>
    </dgm:pt>
    <dgm:pt modelId="{D0793115-4DBB-42CE-BE9C-C93268737E7B}" type="sibTrans" cxnId="{F0FC5503-9A63-45A6-A4D5-407A3B98B506}">
      <dgm:prSet/>
      <dgm:spPr/>
      <dgm:t>
        <a:bodyPr/>
        <a:lstStyle/>
        <a:p>
          <a:endParaRPr lang="en-US"/>
        </a:p>
      </dgm:t>
    </dgm:pt>
    <dgm:pt modelId="{F34CAF65-4FF6-401F-A202-650DAFA73B2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allowed by the consensus rules </a:t>
          </a:r>
        </a:p>
      </dgm:t>
    </dgm:pt>
    <dgm:pt modelId="{97D2CDB2-7A1B-44C1-B090-8C8C74E210BE}" type="parTrans" cxnId="{B5E59072-AD78-45EB-A43C-FDB4A3183766}">
      <dgm:prSet/>
      <dgm:spPr/>
      <dgm:t>
        <a:bodyPr/>
        <a:lstStyle/>
        <a:p>
          <a:endParaRPr lang="en-US"/>
        </a:p>
      </dgm:t>
    </dgm:pt>
    <dgm:pt modelId="{1789654F-93F7-4324-B790-5CE70EC332C7}" type="sibTrans" cxnId="{B5E59072-AD78-45EB-A43C-FDB4A3183766}">
      <dgm:prSet/>
      <dgm:spPr/>
      <dgm:t>
        <a:bodyPr/>
        <a:lstStyle/>
        <a:p>
          <a:endParaRPr lang="en-US"/>
        </a:p>
      </dgm:t>
    </dgm:pt>
    <dgm:pt modelId="{70514C03-F04B-419E-B805-4633BE6278D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to account </a:t>
          </a:r>
        </a:p>
      </dgm:t>
    </dgm:pt>
    <dgm:pt modelId="{5CDE6A0D-FB92-4A2E-A5C5-7438759BB73A}" type="parTrans" cxnId="{D19A3DFC-C278-42BE-AD4E-20CEEA470FAB}">
      <dgm:prSet/>
      <dgm:spPr/>
      <dgm:t>
        <a:bodyPr/>
        <a:lstStyle/>
        <a:p>
          <a:endParaRPr lang="en-US"/>
        </a:p>
      </dgm:t>
    </dgm:pt>
    <dgm:pt modelId="{648F5657-C377-4B1D-AD14-E1810AE8C83C}" type="sibTrans" cxnId="{D19A3DFC-C278-42BE-AD4E-20CEEA470FAB}">
      <dgm:prSet/>
      <dgm:spPr/>
      <dgm:t>
        <a:bodyPr/>
        <a:lstStyle/>
        <a:p>
          <a:endParaRPr lang="en-US"/>
        </a:p>
      </dgm:t>
    </dgm:pt>
    <dgm:pt modelId="{8D78CD77-6480-4407-A146-A5260CBC72F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 differences in clock accuracy</a:t>
          </a:r>
          <a:r>
            <a:rPr lang="tr-TR"/>
            <a:t> </a:t>
          </a:r>
          <a:endParaRPr lang="en-US"/>
        </a:p>
      </dgm:t>
    </dgm:pt>
    <dgm:pt modelId="{C59CEED7-CA44-4E64-B9C5-41517D4A4D16}" type="parTrans" cxnId="{53185033-8B77-4C5C-9511-C39012C8A096}">
      <dgm:prSet/>
      <dgm:spPr/>
      <dgm:t>
        <a:bodyPr/>
        <a:lstStyle/>
        <a:p>
          <a:endParaRPr lang="en-US"/>
        </a:p>
      </dgm:t>
    </dgm:pt>
    <dgm:pt modelId="{C852E744-36FB-4F9C-B355-3FF357417A84}" type="sibTrans" cxnId="{53185033-8B77-4C5C-9511-C39012C8A096}">
      <dgm:prSet/>
      <dgm:spPr/>
      <dgm:t>
        <a:bodyPr/>
        <a:lstStyle/>
        <a:p>
          <a:endParaRPr lang="en-US"/>
        </a:p>
      </dgm:t>
    </dgm:pt>
    <dgm:pt modelId="{8C5E536D-1BFF-4F1B-AD86-CD0B1A7C9CB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between decentralized nodes. </a:t>
          </a:r>
        </a:p>
      </dgm:t>
    </dgm:pt>
    <dgm:pt modelId="{EA0E38E2-3390-4D6B-8586-7C72C8EE29B5}" type="parTrans" cxnId="{B92DD9C3-AA37-4D0E-A9EE-DD6D54F7E1A4}">
      <dgm:prSet/>
      <dgm:spPr/>
      <dgm:t>
        <a:bodyPr/>
        <a:lstStyle/>
        <a:p>
          <a:endParaRPr lang="en-US"/>
        </a:p>
      </dgm:t>
    </dgm:pt>
    <dgm:pt modelId="{B5C4623B-63E0-4D3D-94E3-8C3F1CAA3316}" type="sibTrans" cxnId="{B92DD9C3-AA37-4D0E-A9EE-DD6D54F7E1A4}">
      <dgm:prSet/>
      <dgm:spPr/>
      <dgm:t>
        <a:bodyPr/>
        <a:lstStyle/>
        <a:p>
          <a:endParaRPr lang="en-US"/>
        </a:p>
      </dgm:t>
    </dgm:pt>
    <dgm:pt modelId="{8A2E661A-82EF-469A-BFC5-E84E1130C949}" type="pres">
      <dgm:prSet presAssocID="{775D0376-87EC-4BD1-A0EA-3B3359B16153}" presName="root" presStyleCnt="0">
        <dgm:presLayoutVars>
          <dgm:dir/>
          <dgm:resizeHandles val="exact"/>
        </dgm:presLayoutVars>
      </dgm:prSet>
      <dgm:spPr/>
    </dgm:pt>
    <dgm:pt modelId="{E67342E0-43A4-44DF-A645-8685B04FEC83}" type="pres">
      <dgm:prSet presAssocID="{9C2E15C6-3238-4B98-991A-E80DD29B415F}" presName="compNode" presStyleCnt="0"/>
      <dgm:spPr/>
    </dgm:pt>
    <dgm:pt modelId="{EB2820A0-3199-4ABE-9EDF-8078EB833C8F}" type="pres">
      <dgm:prSet presAssocID="{9C2E15C6-3238-4B98-991A-E80DD29B415F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8633CEE1-EEE4-44A1-806B-627C77717BF2}" type="pres">
      <dgm:prSet presAssocID="{9C2E15C6-3238-4B98-991A-E80DD29B415F}" presName="iconSpace" presStyleCnt="0"/>
      <dgm:spPr/>
    </dgm:pt>
    <dgm:pt modelId="{2599711C-4A39-44B7-9AE9-F981D5805D3D}" type="pres">
      <dgm:prSet presAssocID="{9C2E15C6-3238-4B98-991A-E80DD29B415F}" presName="parTx" presStyleLbl="revTx" presStyleIdx="0" presStyleCnt="6">
        <dgm:presLayoutVars>
          <dgm:chMax val="0"/>
          <dgm:chPref val="0"/>
        </dgm:presLayoutVars>
      </dgm:prSet>
      <dgm:spPr/>
    </dgm:pt>
    <dgm:pt modelId="{7F0731AD-968B-4968-9E30-3396948D4997}" type="pres">
      <dgm:prSet presAssocID="{9C2E15C6-3238-4B98-991A-E80DD29B415F}" presName="txSpace" presStyleCnt="0"/>
      <dgm:spPr/>
    </dgm:pt>
    <dgm:pt modelId="{7BEE0E54-5922-45A1-B649-B87E8E8E7266}" type="pres">
      <dgm:prSet presAssocID="{9C2E15C6-3238-4B98-991A-E80DD29B415F}" presName="desTx" presStyleLbl="revTx" presStyleIdx="1" presStyleCnt="6">
        <dgm:presLayoutVars/>
      </dgm:prSet>
      <dgm:spPr/>
    </dgm:pt>
    <dgm:pt modelId="{121D9341-1572-48B1-980B-3D271C2B3A73}" type="pres">
      <dgm:prSet presAssocID="{CB9F8A9B-BECA-4164-AEE8-EB76A32BDF09}" presName="sibTrans" presStyleCnt="0"/>
      <dgm:spPr/>
    </dgm:pt>
    <dgm:pt modelId="{A771D1C6-FF85-48D0-8252-FE6B3B3BB395}" type="pres">
      <dgm:prSet presAssocID="{0AA0A525-E107-4472-9DB6-20DEE45C70D5}" presName="compNode" presStyleCnt="0"/>
      <dgm:spPr/>
    </dgm:pt>
    <dgm:pt modelId="{AC110E21-AADC-4153-B683-FC6A5AA05289}" type="pres">
      <dgm:prSet presAssocID="{0AA0A525-E107-4472-9DB6-20DEE45C70D5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arth Globe Americas"/>
        </a:ext>
      </dgm:extLst>
    </dgm:pt>
    <dgm:pt modelId="{23C9B28E-EC0E-4E8A-8E1F-9BD88E23A9D2}" type="pres">
      <dgm:prSet presAssocID="{0AA0A525-E107-4472-9DB6-20DEE45C70D5}" presName="iconSpace" presStyleCnt="0"/>
      <dgm:spPr/>
    </dgm:pt>
    <dgm:pt modelId="{9844702B-88C7-4937-A6D8-129344E3747C}" type="pres">
      <dgm:prSet presAssocID="{0AA0A525-E107-4472-9DB6-20DEE45C70D5}" presName="parTx" presStyleLbl="revTx" presStyleIdx="2" presStyleCnt="6">
        <dgm:presLayoutVars>
          <dgm:chMax val="0"/>
          <dgm:chPref val="0"/>
        </dgm:presLayoutVars>
      </dgm:prSet>
      <dgm:spPr/>
    </dgm:pt>
    <dgm:pt modelId="{89F8216C-360C-4084-B158-464AFEDBDEFA}" type="pres">
      <dgm:prSet presAssocID="{0AA0A525-E107-4472-9DB6-20DEE45C70D5}" presName="txSpace" presStyleCnt="0"/>
      <dgm:spPr/>
    </dgm:pt>
    <dgm:pt modelId="{147DEB51-13E5-4DE5-A54D-FD57683B9791}" type="pres">
      <dgm:prSet presAssocID="{0AA0A525-E107-4472-9DB6-20DEE45C70D5}" presName="desTx" presStyleLbl="revTx" presStyleIdx="3" presStyleCnt="6">
        <dgm:presLayoutVars/>
      </dgm:prSet>
      <dgm:spPr/>
    </dgm:pt>
    <dgm:pt modelId="{971D9E7A-E508-4A51-9084-6F6CC67480D2}" type="pres">
      <dgm:prSet presAssocID="{D0793115-4DBB-42CE-BE9C-C93268737E7B}" presName="sibTrans" presStyleCnt="0"/>
      <dgm:spPr/>
    </dgm:pt>
    <dgm:pt modelId="{C5881E2B-2AC2-43EB-9AAD-40514492D96A}" type="pres">
      <dgm:prSet presAssocID="{70514C03-F04B-419E-B805-4633BE6278D7}" presName="compNode" presStyleCnt="0"/>
      <dgm:spPr/>
    </dgm:pt>
    <dgm:pt modelId="{D4B4D447-AE0A-4A51-B8F5-E74A3099FAF9}" type="pres">
      <dgm:prSet presAssocID="{70514C03-F04B-419E-B805-4633BE6278D7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ronometre"/>
        </a:ext>
      </dgm:extLst>
    </dgm:pt>
    <dgm:pt modelId="{3B0C1B58-5555-4A4E-A426-DFCEEE123524}" type="pres">
      <dgm:prSet presAssocID="{70514C03-F04B-419E-B805-4633BE6278D7}" presName="iconSpace" presStyleCnt="0"/>
      <dgm:spPr/>
    </dgm:pt>
    <dgm:pt modelId="{AE314ADF-F549-48DD-AE8E-813826437148}" type="pres">
      <dgm:prSet presAssocID="{70514C03-F04B-419E-B805-4633BE6278D7}" presName="parTx" presStyleLbl="revTx" presStyleIdx="4" presStyleCnt="6">
        <dgm:presLayoutVars>
          <dgm:chMax val="0"/>
          <dgm:chPref val="0"/>
        </dgm:presLayoutVars>
      </dgm:prSet>
      <dgm:spPr/>
    </dgm:pt>
    <dgm:pt modelId="{63D2B91F-020C-473D-83B4-7C6892846CDB}" type="pres">
      <dgm:prSet presAssocID="{70514C03-F04B-419E-B805-4633BE6278D7}" presName="txSpace" presStyleCnt="0"/>
      <dgm:spPr/>
    </dgm:pt>
    <dgm:pt modelId="{C14EA977-B09E-4B86-9301-E99250ED6E25}" type="pres">
      <dgm:prSet presAssocID="{70514C03-F04B-419E-B805-4633BE6278D7}" presName="desTx" presStyleLbl="revTx" presStyleIdx="5" presStyleCnt="6">
        <dgm:presLayoutVars/>
      </dgm:prSet>
      <dgm:spPr/>
    </dgm:pt>
  </dgm:ptLst>
  <dgm:cxnLst>
    <dgm:cxn modelId="{F0FC5503-9A63-45A6-A4D5-407A3B98B506}" srcId="{775D0376-87EC-4BD1-A0EA-3B3359B16153}" destId="{0AA0A525-E107-4472-9DB6-20DEE45C70D5}" srcOrd="1" destOrd="0" parTransId="{8F30569B-B406-4ECC-8520-D4B86FDD18DD}" sibTransId="{D0793115-4DBB-42CE-BE9C-C93268737E7B}"/>
    <dgm:cxn modelId="{B098DE08-BC82-4527-875E-D38217537822}" type="presOf" srcId="{8C5E536D-1BFF-4F1B-AD86-CD0B1A7C9CB9}" destId="{C14EA977-B09E-4B86-9301-E99250ED6E25}" srcOrd="0" destOrd="1" presId="urn:microsoft.com/office/officeart/2018/5/layout/CenteredIconLabelDescriptionList"/>
    <dgm:cxn modelId="{53185033-8B77-4C5C-9511-C39012C8A096}" srcId="{70514C03-F04B-419E-B805-4633BE6278D7}" destId="{8D78CD77-6480-4407-A146-A5260CBC72FE}" srcOrd="0" destOrd="0" parTransId="{C59CEED7-CA44-4E64-B9C5-41517D4A4D16}" sibTransId="{C852E744-36FB-4F9C-B355-3FF357417A84}"/>
    <dgm:cxn modelId="{001F4940-4299-41C6-9E11-B5EE170EAC0B}" type="presOf" srcId="{78BCA2F6-5FB7-4E6D-98BC-A3527F20602F}" destId="{7BEE0E54-5922-45A1-B649-B87E8E8E7266}" srcOrd="0" destOrd="0" presId="urn:microsoft.com/office/officeart/2018/5/layout/CenteredIconLabelDescriptionList"/>
    <dgm:cxn modelId="{5C056650-D578-460E-B25F-5668B86A9FFE}" type="presOf" srcId="{8D78CD77-6480-4407-A146-A5260CBC72FE}" destId="{C14EA977-B09E-4B86-9301-E99250ED6E25}" srcOrd="0" destOrd="0" presId="urn:microsoft.com/office/officeart/2018/5/layout/CenteredIconLabelDescriptionList"/>
    <dgm:cxn modelId="{0C6DE950-6D37-4598-BD52-1672539E5E94}" type="presOf" srcId="{9C2E15C6-3238-4B98-991A-E80DD29B415F}" destId="{2599711C-4A39-44B7-9AE9-F981D5805D3D}" srcOrd="0" destOrd="0" presId="urn:microsoft.com/office/officeart/2018/5/layout/CenteredIconLabelDescriptionList"/>
    <dgm:cxn modelId="{A8587371-2B71-4C77-B3BC-F67280547E8C}" srcId="{775D0376-87EC-4BD1-A0EA-3B3359B16153}" destId="{9C2E15C6-3238-4B98-991A-E80DD29B415F}" srcOrd="0" destOrd="0" parTransId="{929C84D4-7E6F-48D5-90DC-08D1F99FE27A}" sibTransId="{CB9F8A9B-BECA-4164-AEE8-EB76A32BDF09}"/>
    <dgm:cxn modelId="{B5E59072-AD78-45EB-A43C-FDB4A3183766}" srcId="{0AA0A525-E107-4472-9DB6-20DEE45C70D5}" destId="{F34CAF65-4FF6-401F-A202-650DAFA73B2E}" srcOrd="0" destOrd="0" parTransId="{97D2CDB2-7A1B-44C1-B090-8C8C74E210BE}" sibTransId="{1789654F-93F7-4324-B790-5CE70EC332C7}"/>
    <dgm:cxn modelId="{4B634554-FFBF-4A39-919F-3C0BA6ED87E3}" type="presOf" srcId="{70514C03-F04B-419E-B805-4633BE6278D7}" destId="{AE314ADF-F549-48DD-AE8E-813826437148}" srcOrd="0" destOrd="0" presId="urn:microsoft.com/office/officeart/2018/5/layout/CenteredIconLabelDescriptionList"/>
    <dgm:cxn modelId="{0F9AF483-25CC-413B-B932-C62331A7AB24}" srcId="{9C2E15C6-3238-4B98-991A-E80DD29B415F}" destId="{78BCA2F6-5FB7-4E6D-98BC-A3527F20602F}" srcOrd="0" destOrd="0" parTransId="{6BCDE686-9078-4165-B1B4-394D131DF418}" sibTransId="{C44A9824-7746-49D6-A07F-49C1FF556702}"/>
    <dgm:cxn modelId="{92670284-5EDC-43C3-A800-38A9B9A4E05F}" type="presOf" srcId="{0AA0A525-E107-4472-9DB6-20DEE45C70D5}" destId="{9844702B-88C7-4937-A6D8-129344E3747C}" srcOrd="0" destOrd="0" presId="urn:microsoft.com/office/officeart/2018/5/layout/CenteredIconLabelDescriptionList"/>
    <dgm:cxn modelId="{B92DD9C3-AA37-4D0E-A9EE-DD6D54F7E1A4}" srcId="{70514C03-F04B-419E-B805-4633BE6278D7}" destId="{8C5E536D-1BFF-4F1B-AD86-CD0B1A7C9CB9}" srcOrd="1" destOrd="0" parTransId="{EA0E38E2-3390-4D6B-8586-7C72C8EE29B5}" sibTransId="{B5C4623B-63E0-4D3D-94E3-8C3F1CAA3316}"/>
    <dgm:cxn modelId="{A1A1E6CA-A717-4708-96AA-440525DC3D2D}" type="presOf" srcId="{775D0376-87EC-4BD1-A0EA-3B3359B16153}" destId="{8A2E661A-82EF-469A-BFC5-E84E1130C949}" srcOrd="0" destOrd="0" presId="urn:microsoft.com/office/officeart/2018/5/layout/CenteredIconLabelDescriptionList"/>
    <dgm:cxn modelId="{1F0043CD-3354-4324-89A1-0FBCB00A0E13}" type="presOf" srcId="{F34CAF65-4FF6-401F-A202-650DAFA73B2E}" destId="{147DEB51-13E5-4DE5-A54D-FD57683B9791}" srcOrd="0" destOrd="0" presId="urn:microsoft.com/office/officeart/2018/5/layout/CenteredIconLabelDescriptionList"/>
    <dgm:cxn modelId="{D19A3DFC-C278-42BE-AD4E-20CEEA470FAB}" srcId="{775D0376-87EC-4BD1-A0EA-3B3359B16153}" destId="{70514C03-F04B-419E-B805-4633BE6278D7}" srcOrd="2" destOrd="0" parTransId="{5CDE6A0D-FB92-4A2E-A5C5-7438759BB73A}" sibTransId="{648F5657-C377-4B1D-AD14-E1810AE8C83C}"/>
    <dgm:cxn modelId="{603C0275-708A-4B6A-93BE-83138C68EF0F}" type="presParOf" srcId="{8A2E661A-82EF-469A-BFC5-E84E1130C949}" destId="{E67342E0-43A4-44DF-A645-8685B04FEC83}" srcOrd="0" destOrd="0" presId="urn:microsoft.com/office/officeart/2018/5/layout/CenteredIconLabelDescriptionList"/>
    <dgm:cxn modelId="{4945F70B-079D-4B63-BDF5-D2FD1C82E7AE}" type="presParOf" srcId="{E67342E0-43A4-44DF-A645-8685B04FEC83}" destId="{EB2820A0-3199-4ABE-9EDF-8078EB833C8F}" srcOrd="0" destOrd="0" presId="urn:microsoft.com/office/officeart/2018/5/layout/CenteredIconLabelDescriptionList"/>
    <dgm:cxn modelId="{47441B3C-3E92-4ECB-82DB-4AF4B1345EBA}" type="presParOf" srcId="{E67342E0-43A4-44DF-A645-8685B04FEC83}" destId="{8633CEE1-EEE4-44A1-806B-627C77717BF2}" srcOrd="1" destOrd="0" presId="urn:microsoft.com/office/officeart/2018/5/layout/CenteredIconLabelDescriptionList"/>
    <dgm:cxn modelId="{9FB3B14E-4965-40D2-883E-3FEEA0690DCA}" type="presParOf" srcId="{E67342E0-43A4-44DF-A645-8685B04FEC83}" destId="{2599711C-4A39-44B7-9AE9-F981D5805D3D}" srcOrd="2" destOrd="0" presId="urn:microsoft.com/office/officeart/2018/5/layout/CenteredIconLabelDescriptionList"/>
    <dgm:cxn modelId="{2ED5E5EA-7EA5-49AC-808A-9B44D529606D}" type="presParOf" srcId="{E67342E0-43A4-44DF-A645-8685B04FEC83}" destId="{7F0731AD-968B-4968-9E30-3396948D4997}" srcOrd="3" destOrd="0" presId="urn:microsoft.com/office/officeart/2018/5/layout/CenteredIconLabelDescriptionList"/>
    <dgm:cxn modelId="{4453F1C0-0802-4399-8A43-75CA2644CA81}" type="presParOf" srcId="{E67342E0-43A4-44DF-A645-8685B04FEC83}" destId="{7BEE0E54-5922-45A1-B649-B87E8E8E7266}" srcOrd="4" destOrd="0" presId="urn:microsoft.com/office/officeart/2018/5/layout/CenteredIconLabelDescriptionList"/>
    <dgm:cxn modelId="{9C20C112-72E7-4730-9C4B-1249BB1D634F}" type="presParOf" srcId="{8A2E661A-82EF-469A-BFC5-E84E1130C949}" destId="{121D9341-1572-48B1-980B-3D271C2B3A73}" srcOrd="1" destOrd="0" presId="urn:microsoft.com/office/officeart/2018/5/layout/CenteredIconLabelDescriptionList"/>
    <dgm:cxn modelId="{D0A4049D-B4C7-48D7-B7A3-9887BE8573E8}" type="presParOf" srcId="{8A2E661A-82EF-469A-BFC5-E84E1130C949}" destId="{A771D1C6-FF85-48D0-8252-FE6B3B3BB395}" srcOrd="2" destOrd="0" presId="urn:microsoft.com/office/officeart/2018/5/layout/CenteredIconLabelDescriptionList"/>
    <dgm:cxn modelId="{2474FB97-1B61-41DD-B4A0-453D9F47017E}" type="presParOf" srcId="{A771D1C6-FF85-48D0-8252-FE6B3B3BB395}" destId="{AC110E21-AADC-4153-B683-FC6A5AA05289}" srcOrd="0" destOrd="0" presId="urn:microsoft.com/office/officeart/2018/5/layout/CenteredIconLabelDescriptionList"/>
    <dgm:cxn modelId="{7707590A-F567-4339-87AC-B6E24A8404E8}" type="presParOf" srcId="{A771D1C6-FF85-48D0-8252-FE6B3B3BB395}" destId="{23C9B28E-EC0E-4E8A-8E1F-9BD88E23A9D2}" srcOrd="1" destOrd="0" presId="urn:microsoft.com/office/officeart/2018/5/layout/CenteredIconLabelDescriptionList"/>
    <dgm:cxn modelId="{08CA56E3-C299-4F31-94A3-307566D0D41D}" type="presParOf" srcId="{A771D1C6-FF85-48D0-8252-FE6B3B3BB395}" destId="{9844702B-88C7-4937-A6D8-129344E3747C}" srcOrd="2" destOrd="0" presId="urn:microsoft.com/office/officeart/2018/5/layout/CenteredIconLabelDescriptionList"/>
    <dgm:cxn modelId="{23877CF2-9FFF-44C7-9FCD-C6771B755A80}" type="presParOf" srcId="{A771D1C6-FF85-48D0-8252-FE6B3B3BB395}" destId="{89F8216C-360C-4084-B158-464AFEDBDEFA}" srcOrd="3" destOrd="0" presId="urn:microsoft.com/office/officeart/2018/5/layout/CenteredIconLabelDescriptionList"/>
    <dgm:cxn modelId="{4453C7DB-0BE6-4141-AE57-6072CDCA15BA}" type="presParOf" srcId="{A771D1C6-FF85-48D0-8252-FE6B3B3BB395}" destId="{147DEB51-13E5-4DE5-A54D-FD57683B9791}" srcOrd="4" destOrd="0" presId="urn:microsoft.com/office/officeart/2018/5/layout/CenteredIconLabelDescriptionList"/>
    <dgm:cxn modelId="{7E5818EE-219E-4F5E-A5F3-2D8B9DF27DAC}" type="presParOf" srcId="{8A2E661A-82EF-469A-BFC5-E84E1130C949}" destId="{971D9E7A-E508-4A51-9084-6F6CC67480D2}" srcOrd="3" destOrd="0" presId="urn:microsoft.com/office/officeart/2018/5/layout/CenteredIconLabelDescriptionList"/>
    <dgm:cxn modelId="{B189DD02-82FB-4CBF-820E-672DE8D15D05}" type="presParOf" srcId="{8A2E661A-82EF-469A-BFC5-E84E1130C949}" destId="{C5881E2B-2AC2-43EB-9AAD-40514492D96A}" srcOrd="4" destOrd="0" presId="urn:microsoft.com/office/officeart/2018/5/layout/CenteredIconLabelDescriptionList"/>
    <dgm:cxn modelId="{010948A1-EECC-4C81-851F-36527D746AB7}" type="presParOf" srcId="{C5881E2B-2AC2-43EB-9AAD-40514492D96A}" destId="{D4B4D447-AE0A-4A51-B8F5-E74A3099FAF9}" srcOrd="0" destOrd="0" presId="urn:microsoft.com/office/officeart/2018/5/layout/CenteredIconLabelDescriptionList"/>
    <dgm:cxn modelId="{A398905F-3967-4EDD-9CE5-64B06C8B2769}" type="presParOf" srcId="{C5881E2B-2AC2-43EB-9AAD-40514492D96A}" destId="{3B0C1B58-5555-4A4E-A426-DFCEEE123524}" srcOrd="1" destOrd="0" presId="urn:microsoft.com/office/officeart/2018/5/layout/CenteredIconLabelDescriptionList"/>
    <dgm:cxn modelId="{9467480A-A843-4E31-A336-D4182B5AC26C}" type="presParOf" srcId="{C5881E2B-2AC2-43EB-9AAD-40514492D96A}" destId="{AE314ADF-F549-48DD-AE8E-813826437148}" srcOrd="2" destOrd="0" presId="urn:microsoft.com/office/officeart/2018/5/layout/CenteredIconLabelDescriptionList"/>
    <dgm:cxn modelId="{4EB34B68-9ED2-47EB-88DB-0BAC2AC5A50D}" type="presParOf" srcId="{C5881E2B-2AC2-43EB-9AAD-40514492D96A}" destId="{63D2B91F-020C-473D-83B4-7C6892846CDB}" srcOrd="3" destOrd="0" presId="urn:microsoft.com/office/officeart/2018/5/layout/CenteredIconLabelDescriptionList"/>
    <dgm:cxn modelId="{9C8AC7C5-C7BC-44AF-92A0-0275845D2E83}" type="presParOf" srcId="{C5881E2B-2AC2-43EB-9AAD-40514492D96A}" destId="{C14EA977-B09E-4B86-9301-E99250ED6E25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9.xml><?xml version="1.0" encoding="utf-8"?>
<dgm:dataModel xmlns:dgm="http://schemas.openxmlformats.org/drawingml/2006/diagram" xmlns:a="http://schemas.openxmlformats.org/drawingml/2006/main">
  <dgm:ptLst>
    <dgm:pt modelId="{12E22AD3-F56D-41F0-AA4F-4C36C74CA8AF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0_3" csCatId="mainScheme" phldr="1"/>
      <dgm:spPr/>
      <dgm:t>
        <a:bodyPr/>
        <a:lstStyle/>
        <a:p>
          <a:endParaRPr lang="en-US"/>
        </a:p>
      </dgm:t>
    </dgm:pt>
    <dgm:pt modelId="{46955616-5BDA-4B8B-AEAC-555F35899E9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However, this creates</a:t>
          </a:r>
        </a:p>
      </dgm:t>
    </dgm:pt>
    <dgm:pt modelId="{6D1FB83E-E76B-4640-BC76-12E271DB22F5}" type="parTrans" cxnId="{03810B67-3B3C-4746-9BE9-154B01D78111}">
      <dgm:prSet/>
      <dgm:spPr/>
      <dgm:t>
        <a:bodyPr/>
        <a:lstStyle/>
        <a:p>
          <a:endParaRPr lang="en-US"/>
        </a:p>
      </dgm:t>
    </dgm:pt>
    <dgm:pt modelId="{8846DBAE-4028-4608-8110-1EE20999B96F}" type="sibTrans" cxnId="{03810B67-3B3C-4746-9BE9-154B01D78111}">
      <dgm:prSet/>
      <dgm:spPr/>
      <dgm:t>
        <a:bodyPr/>
        <a:lstStyle/>
        <a:p>
          <a:endParaRPr lang="en-US"/>
        </a:p>
      </dgm:t>
    </dgm:pt>
    <dgm:pt modelId="{C9E28B4D-B6D1-4CEC-9A41-AC458F4E262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 unfortunate incentive for miners</a:t>
          </a:r>
          <a:r>
            <a:rPr lang="tr-TR"/>
            <a:t> </a:t>
          </a:r>
          <a:endParaRPr lang="en-US"/>
        </a:p>
      </dgm:t>
    </dgm:pt>
    <dgm:pt modelId="{7871BBBC-6051-44D7-9376-4C2F157013AE}" type="parTrans" cxnId="{9B3DE6CD-759A-4F30-A230-7AE2CF2D7096}">
      <dgm:prSet/>
      <dgm:spPr/>
      <dgm:t>
        <a:bodyPr/>
        <a:lstStyle/>
        <a:p>
          <a:endParaRPr lang="en-US"/>
        </a:p>
      </dgm:t>
    </dgm:pt>
    <dgm:pt modelId="{672EF594-E125-477F-89F5-44AC03C4C854}" type="sibTrans" cxnId="{9B3DE6CD-759A-4F30-A230-7AE2CF2D7096}">
      <dgm:prSet/>
      <dgm:spPr/>
      <dgm:t>
        <a:bodyPr/>
        <a:lstStyle/>
        <a:p>
          <a:endParaRPr lang="en-US"/>
        </a:p>
      </dgm:t>
    </dgm:pt>
    <dgm:pt modelId="{92B98ACA-3DBC-4C3F-B9E0-3906FBFF1D9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lie about the time in a block </a:t>
          </a:r>
        </a:p>
      </dgm:t>
    </dgm:pt>
    <dgm:pt modelId="{258AD73F-DCA3-42C1-AFB5-F4646B36B113}" type="parTrans" cxnId="{B33FC309-607E-471B-8798-7DE407DC3FFC}">
      <dgm:prSet/>
      <dgm:spPr/>
      <dgm:t>
        <a:bodyPr/>
        <a:lstStyle/>
        <a:p>
          <a:endParaRPr lang="en-US"/>
        </a:p>
      </dgm:t>
    </dgm:pt>
    <dgm:pt modelId="{CC035FE7-CD17-4EE2-A932-C3C975B56775}" type="sibTrans" cxnId="{B33FC309-607E-471B-8798-7DE407DC3FFC}">
      <dgm:prSet/>
      <dgm:spPr/>
      <dgm:t>
        <a:bodyPr/>
        <a:lstStyle/>
        <a:p>
          <a:endParaRPr lang="en-US"/>
        </a:p>
      </dgm:t>
    </dgm:pt>
    <dgm:pt modelId="{EAEB80C6-B80D-4A2C-96C1-F0BC85DC105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to earn extra fees </a:t>
          </a:r>
        </a:p>
      </dgm:t>
    </dgm:pt>
    <dgm:pt modelId="{F01B9696-F563-4B61-AD07-89981961E797}" type="parTrans" cxnId="{C71D820B-BF14-4D25-8FF8-214681F556DC}">
      <dgm:prSet/>
      <dgm:spPr/>
      <dgm:t>
        <a:bodyPr/>
        <a:lstStyle/>
        <a:p>
          <a:endParaRPr lang="en-US"/>
        </a:p>
      </dgm:t>
    </dgm:pt>
    <dgm:pt modelId="{172088D7-40D2-45DA-8A33-C3C1EA299F2C}" type="sibTrans" cxnId="{C71D820B-BF14-4D25-8FF8-214681F556DC}">
      <dgm:prSet/>
      <dgm:spPr/>
      <dgm:t>
        <a:bodyPr/>
        <a:lstStyle/>
        <a:p>
          <a:endParaRPr lang="en-US"/>
        </a:p>
      </dgm:t>
    </dgm:pt>
    <dgm:pt modelId="{198E6A60-F8B3-44F2-BDBD-53CCD29F84E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by including timelocked</a:t>
          </a:r>
          <a:r>
            <a:rPr lang="tr-TR"/>
            <a:t> </a:t>
          </a:r>
          <a:r>
            <a:rPr lang="en-US"/>
            <a:t>transactions </a:t>
          </a:r>
        </a:p>
      </dgm:t>
    </dgm:pt>
    <dgm:pt modelId="{2DDD7BAA-46E9-43E0-8A54-D621D55D4DC9}" type="parTrans" cxnId="{5BA2B669-6E53-4F70-ADC1-F2FEF4CF2131}">
      <dgm:prSet/>
      <dgm:spPr/>
      <dgm:t>
        <a:bodyPr/>
        <a:lstStyle/>
        <a:p>
          <a:endParaRPr lang="en-US"/>
        </a:p>
      </dgm:t>
    </dgm:pt>
    <dgm:pt modelId="{190BA316-6F88-4135-99C9-82AA54F24BBD}" type="sibTrans" cxnId="{5BA2B669-6E53-4F70-ADC1-F2FEF4CF2131}">
      <dgm:prSet/>
      <dgm:spPr/>
      <dgm:t>
        <a:bodyPr/>
        <a:lstStyle/>
        <a:p>
          <a:endParaRPr lang="en-US"/>
        </a:p>
      </dgm:t>
    </dgm:pt>
    <dgm:pt modelId="{ED152296-52E6-4C72-9316-97776F6981B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that are not yet mature.</a:t>
          </a:r>
        </a:p>
      </dgm:t>
    </dgm:pt>
    <dgm:pt modelId="{F6120717-01F6-4188-BCD1-D45892D462BA}" type="parTrans" cxnId="{7B2A947F-6E4F-4AEF-8E03-D6FF2D64B4D9}">
      <dgm:prSet/>
      <dgm:spPr/>
      <dgm:t>
        <a:bodyPr/>
        <a:lstStyle/>
        <a:p>
          <a:endParaRPr lang="en-US"/>
        </a:p>
      </dgm:t>
    </dgm:pt>
    <dgm:pt modelId="{F8305734-A748-4BD8-8252-6205B2FC51D9}" type="sibTrans" cxnId="{7B2A947F-6E4F-4AEF-8E03-D6FF2D64B4D9}">
      <dgm:prSet/>
      <dgm:spPr/>
      <dgm:t>
        <a:bodyPr/>
        <a:lstStyle/>
        <a:p>
          <a:endParaRPr lang="en-US"/>
        </a:p>
      </dgm:t>
    </dgm:pt>
    <dgm:pt modelId="{691E3751-0006-4EFA-8206-19858C9AF174}" type="pres">
      <dgm:prSet presAssocID="{12E22AD3-F56D-41F0-AA4F-4C36C74CA8AF}" presName="root" presStyleCnt="0">
        <dgm:presLayoutVars>
          <dgm:dir/>
          <dgm:resizeHandles val="exact"/>
        </dgm:presLayoutVars>
      </dgm:prSet>
      <dgm:spPr/>
    </dgm:pt>
    <dgm:pt modelId="{FE060FCF-7AF7-40A6-A68C-AF4C4CBCAC6A}" type="pres">
      <dgm:prSet presAssocID="{46955616-5BDA-4B8B-AEAC-555F35899E94}" presName="compNode" presStyleCnt="0"/>
      <dgm:spPr/>
    </dgm:pt>
    <dgm:pt modelId="{D09185F9-6113-4573-9281-109E754FA829}" type="pres">
      <dgm:prSet presAssocID="{46955616-5BDA-4B8B-AEAC-555F35899E94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ar"/>
        </a:ext>
      </dgm:extLst>
    </dgm:pt>
    <dgm:pt modelId="{F113D236-83FA-4F1B-A575-37C54BCCBB93}" type="pres">
      <dgm:prSet presAssocID="{46955616-5BDA-4B8B-AEAC-555F35899E94}" presName="iconSpace" presStyleCnt="0"/>
      <dgm:spPr/>
    </dgm:pt>
    <dgm:pt modelId="{65600EDE-CF4C-4C07-BA43-1B7B2B0C3A5E}" type="pres">
      <dgm:prSet presAssocID="{46955616-5BDA-4B8B-AEAC-555F35899E94}" presName="parTx" presStyleLbl="revTx" presStyleIdx="0" presStyleCnt="4">
        <dgm:presLayoutVars>
          <dgm:chMax val="0"/>
          <dgm:chPref val="0"/>
        </dgm:presLayoutVars>
      </dgm:prSet>
      <dgm:spPr/>
    </dgm:pt>
    <dgm:pt modelId="{B5011649-13A2-4CE9-8B30-CF0C4EBA91AF}" type="pres">
      <dgm:prSet presAssocID="{46955616-5BDA-4B8B-AEAC-555F35899E94}" presName="txSpace" presStyleCnt="0"/>
      <dgm:spPr/>
    </dgm:pt>
    <dgm:pt modelId="{C122FD84-7743-4F70-BCB4-8FB9896C8BC7}" type="pres">
      <dgm:prSet presAssocID="{46955616-5BDA-4B8B-AEAC-555F35899E94}" presName="desTx" presStyleLbl="revTx" presStyleIdx="1" presStyleCnt="4">
        <dgm:presLayoutVars/>
      </dgm:prSet>
      <dgm:spPr/>
    </dgm:pt>
    <dgm:pt modelId="{BFF2E841-DF0D-488D-A19C-55B65BCC8850}" type="pres">
      <dgm:prSet presAssocID="{8846DBAE-4028-4608-8110-1EE20999B96F}" presName="sibTrans" presStyleCnt="0"/>
      <dgm:spPr/>
    </dgm:pt>
    <dgm:pt modelId="{EEEA6DE6-01FF-4964-8F54-36008D4800C5}" type="pres">
      <dgm:prSet presAssocID="{EAEB80C6-B80D-4A2C-96C1-F0BC85DC1054}" presName="compNode" presStyleCnt="0"/>
      <dgm:spPr/>
    </dgm:pt>
    <dgm:pt modelId="{10F538F2-8054-4FF6-A1CC-F411975454D6}" type="pres">
      <dgm:prSet presAssocID="{EAEB80C6-B80D-4A2C-96C1-F0BC85DC1054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ara"/>
        </a:ext>
      </dgm:extLst>
    </dgm:pt>
    <dgm:pt modelId="{7175E39A-40B9-4FFA-91A5-CDD5C3D8D053}" type="pres">
      <dgm:prSet presAssocID="{EAEB80C6-B80D-4A2C-96C1-F0BC85DC1054}" presName="iconSpace" presStyleCnt="0"/>
      <dgm:spPr/>
    </dgm:pt>
    <dgm:pt modelId="{E7F9F35C-26F9-48DF-8A91-063CD09E9307}" type="pres">
      <dgm:prSet presAssocID="{EAEB80C6-B80D-4A2C-96C1-F0BC85DC1054}" presName="parTx" presStyleLbl="revTx" presStyleIdx="2" presStyleCnt="4">
        <dgm:presLayoutVars>
          <dgm:chMax val="0"/>
          <dgm:chPref val="0"/>
        </dgm:presLayoutVars>
      </dgm:prSet>
      <dgm:spPr/>
    </dgm:pt>
    <dgm:pt modelId="{A326E177-8624-4D45-BF17-1EDAE9F2679A}" type="pres">
      <dgm:prSet presAssocID="{EAEB80C6-B80D-4A2C-96C1-F0BC85DC1054}" presName="txSpace" presStyleCnt="0"/>
      <dgm:spPr/>
    </dgm:pt>
    <dgm:pt modelId="{EF735B4E-254D-4746-AF36-1B71A9571B7B}" type="pres">
      <dgm:prSet presAssocID="{EAEB80C6-B80D-4A2C-96C1-F0BC85DC1054}" presName="desTx" presStyleLbl="revTx" presStyleIdx="3" presStyleCnt="4">
        <dgm:presLayoutVars/>
      </dgm:prSet>
      <dgm:spPr/>
    </dgm:pt>
  </dgm:ptLst>
  <dgm:cxnLst>
    <dgm:cxn modelId="{C8661E08-8299-48B9-ABDD-E765AFD392EC}" type="presOf" srcId="{EAEB80C6-B80D-4A2C-96C1-F0BC85DC1054}" destId="{E7F9F35C-26F9-48DF-8A91-063CD09E9307}" srcOrd="0" destOrd="0" presId="urn:microsoft.com/office/officeart/2018/5/layout/CenteredIconLabelDescriptionList"/>
    <dgm:cxn modelId="{B33FC309-607E-471B-8798-7DE407DC3FFC}" srcId="{46955616-5BDA-4B8B-AEAC-555F35899E94}" destId="{92B98ACA-3DBC-4C3F-B9E0-3906FBFF1D96}" srcOrd="1" destOrd="0" parTransId="{258AD73F-DCA3-42C1-AFB5-F4646B36B113}" sibTransId="{CC035FE7-CD17-4EE2-A932-C3C975B56775}"/>
    <dgm:cxn modelId="{C71D820B-BF14-4D25-8FF8-214681F556DC}" srcId="{12E22AD3-F56D-41F0-AA4F-4C36C74CA8AF}" destId="{EAEB80C6-B80D-4A2C-96C1-F0BC85DC1054}" srcOrd="1" destOrd="0" parTransId="{F01B9696-F563-4B61-AD07-89981961E797}" sibTransId="{172088D7-40D2-45DA-8A33-C3C1EA299F2C}"/>
    <dgm:cxn modelId="{89995B22-7FA3-45D3-B2C4-BDE51AB571C1}" type="presOf" srcId="{ED152296-52E6-4C72-9316-97776F6981B5}" destId="{EF735B4E-254D-4746-AF36-1B71A9571B7B}" srcOrd="0" destOrd="1" presId="urn:microsoft.com/office/officeart/2018/5/layout/CenteredIconLabelDescriptionList"/>
    <dgm:cxn modelId="{4C66C525-EBE2-43AE-8FF2-F09521C7A401}" type="presOf" srcId="{46955616-5BDA-4B8B-AEAC-555F35899E94}" destId="{65600EDE-CF4C-4C07-BA43-1B7B2B0C3A5E}" srcOrd="0" destOrd="0" presId="urn:microsoft.com/office/officeart/2018/5/layout/CenteredIconLabelDescriptionList"/>
    <dgm:cxn modelId="{848F5841-3D38-4C90-976A-BB175DC230E3}" type="presOf" srcId="{C9E28B4D-B6D1-4CEC-9A41-AC458F4E262E}" destId="{C122FD84-7743-4F70-BCB4-8FB9896C8BC7}" srcOrd="0" destOrd="0" presId="urn:microsoft.com/office/officeart/2018/5/layout/CenteredIconLabelDescriptionList"/>
    <dgm:cxn modelId="{03810B67-3B3C-4746-9BE9-154B01D78111}" srcId="{12E22AD3-F56D-41F0-AA4F-4C36C74CA8AF}" destId="{46955616-5BDA-4B8B-AEAC-555F35899E94}" srcOrd="0" destOrd="0" parTransId="{6D1FB83E-E76B-4640-BC76-12E271DB22F5}" sibTransId="{8846DBAE-4028-4608-8110-1EE20999B96F}"/>
    <dgm:cxn modelId="{5BA2B669-6E53-4F70-ADC1-F2FEF4CF2131}" srcId="{EAEB80C6-B80D-4A2C-96C1-F0BC85DC1054}" destId="{198E6A60-F8B3-44F2-BDBD-53CCD29F84E0}" srcOrd="0" destOrd="0" parTransId="{2DDD7BAA-46E9-43E0-8A54-D621D55D4DC9}" sibTransId="{190BA316-6F88-4135-99C9-82AA54F24BBD}"/>
    <dgm:cxn modelId="{CBD26D74-4D15-4B1E-A9A8-3149C532697A}" type="presOf" srcId="{92B98ACA-3DBC-4C3F-B9E0-3906FBFF1D96}" destId="{C122FD84-7743-4F70-BCB4-8FB9896C8BC7}" srcOrd="0" destOrd="1" presId="urn:microsoft.com/office/officeart/2018/5/layout/CenteredIconLabelDescriptionList"/>
    <dgm:cxn modelId="{7B2A947F-6E4F-4AEF-8E03-D6FF2D64B4D9}" srcId="{EAEB80C6-B80D-4A2C-96C1-F0BC85DC1054}" destId="{ED152296-52E6-4C72-9316-97776F6981B5}" srcOrd="1" destOrd="0" parTransId="{F6120717-01F6-4188-BCD1-D45892D462BA}" sibTransId="{F8305734-A748-4BD8-8252-6205B2FC51D9}"/>
    <dgm:cxn modelId="{50279883-7247-422B-BEA5-90A6C987F87B}" type="presOf" srcId="{12E22AD3-F56D-41F0-AA4F-4C36C74CA8AF}" destId="{691E3751-0006-4EFA-8206-19858C9AF174}" srcOrd="0" destOrd="0" presId="urn:microsoft.com/office/officeart/2018/5/layout/CenteredIconLabelDescriptionList"/>
    <dgm:cxn modelId="{BC7CBF8C-14A0-432A-8589-BEF09DC57EEF}" type="presOf" srcId="{198E6A60-F8B3-44F2-BDBD-53CCD29F84E0}" destId="{EF735B4E-254D-4746-AF36-1B71A9571B7B}" srcOrd="0" destOrd="0" presId="urn:microsoft.com/office/officeart/2018/5/layout/CenteredIconLabelDescriptionList"/>
    <dgm:cxn modelId="{9B3DE6CD-759A-4F30-A230-7AE2CF2D7096}" srcId="{46955616-5BDA-4B8B-AEAC-555F35899E94}" destId="{C9E28B4D-B6D1-4CEC-9A41-AC458F4E262E}" srcOrd="0" destOrd="0" parTransId="{7871BBBC-6051-44D7-9376-4C2F157013AE}" sibTransId="{672EF594-E125-477F-89F5-44AC03C4C854}"/>
    <dgm:cxn modelId="{3ED2E4A7-A089-460F-BE28-54728C287986}" type="presParOf" srcId="{691E3751-0006-4EFA-8206-19858C9AF174}" destId="{FE060FCF-7AF7-40A6-A68C-AF4C4CBCAC6A}" srcOrd="0" destOrd="0" presId="urn:microsoft.com/office/officeart/2018/5/layout/CenteredIconLabelDescriptionList"/>
    <dgm:cxn modelId="{2211D800-DAAD-4673-8016-C133FD3D5507}" type="presParOf" srcId="{FE060FCF-7AF7-40A6-A68C-AF4C4CBCAC6A}" destId="{D09185F9-6113-4573-9281-109E754FA829}" srcOrd="0" destOrd="0" presId="urn:microsoft.com/office/officeart/2018/5/layout/CenteredIconLabelDescriptionList"/>
    <dgm:cxn modelId="{85E355ED-5C59-417A-9927-6ABCC2A1A8C0}" type="presParOf" srcId="{FE060FCF-7AF7-40A6-A68C-AF4C4CBCAC6A}" destId="{F113D236-83FA-4F1B-A575-37C54BCCBB93}" srcOrd="1" destOrd="0" presId="urn:microsoft.com/office/officeart/2018/5/layout/CenteredIconLabelDescriptionList"/>
    <dgm:cxn modelId="{5B9FE50D-52AA-4703-A171-467A2F1BCC93}" type="presParOf" srcId="{FE060FCF-7AF7-40A6-A68C-AF4C4CBCAC6A}" destId="{65600EDE-CF4C-4C07-BA43-1B7B2B0C3A5E}" srcOrd="2" destOrd="0" presId="urn:microsoft.com/office/officeart/2018/5/layout/CenteredIconLabelDescriptionList"/>
    <dgm:cxn modelId="{32B9F6B3-4E91-4844-BE3E-F12663094565}" type="presParOf" srcId="{FE060FCF-7AF7-40A6-A68C-AF4C4CBCAC6A}" destId="{B5011649-13A2-4CE9-8B30-CF0C4EBA91AF}" srcOrd="3" destOrd="0" presId="urn:microsoft.com/office/officeart/2018/5/layout/CenteredIconLabelDescriptionList"/>
    <dgm:cxn modelId="{8B10C5B9-C7C9-4500-B61A-720FB3FFB990}" type="presParOf" srcId="{FE060FCF-7AF7-40A6-A68C-AF4C4CBCAC6A}" destId="{C122FD84-7743-4F70-BCB4-8FB9896C8BC7}" srcOrd="4" destOrd="0" presId="urn:microsoft.com/office/officeart/2018/5/layout/CenteredIconLabelDescriptionList"/>
    <dgm:cxn modelId="{EE145084-2559-4C9B-8A5A-8518AD5C2A86}" type="presParOf" srcId="{691E3751-0006-4EFA-8206-19858C9AF174}" destId="{BFF2E841-DF0D-488D-A19C-55B65BCC8850}" srcOrd="1" destOrd="0" presId="urn:microsoft.com/office/officeart/2018/5/layout/CenteredIconLabelDescriptionList"/>
    <dgm:cxn modelId="{59115274-4AFE-441E-8E5B-1594269E9B00}" type="presParOf" srcId="{691E3751-0006-4EFA-8206-19858C9AF174}" destId="{EEEA6DE6-01FF-4964-8F54-36008D4800C5}" srcOrd="2" destOrd="0" presId="urn:microsoft.com/office/officeart/2018/5/layout/CenteredIconLabelDescriptionList"/>
    <dgm:cxn modelId="{980A074F-11FD-45BB-86CA-C4D1F7C3A817}" type="presParOf" srcId="{EEEA6DE6-01FF-4964-8F54-36008D4800C5}" destId="{10F538F2-8054-4FF6-A1CC-F411975454D6}" srcOrd="0" destOrd="0" presId="urn:microsoft.com/office/officeart/2018/5/layout/CenteredIconLabelDescriptionList"/>
    <dgm:cxn modelId="{B6C7D6A1-9C80-488A-BC70-73B5A66ADF9B}" type="presParOf" srcId="{EEEA6DE6-01FF-4964-8F54-36008D4800C5}" destId="{7175E39A-40B9-4FFA-91A5-CDD5C3D8D053}" srcOrd="1" destOrd="0" presId="urn:microsoft.com/office/officeart/2018/5/layout/CenteredIconLabelDescriptionList"/>
    <dgm:cxn modelId="{CA51250A-CF03-4969-8F07-0935477F8E1F}" type="presParOf" srcId="{EEEA6DE6-01FF-4964-8F54-36008D4800C5}" destId="{E7F9F35C-26F9-48DF-8A91-063CD09E9307}" srcOrd="2" destOrd="0" presId="urn:microsoft.com/office/officeart/2018/5/layout/CenteredIconLabelDescriptionList"/>
    <dgm:cxn modelId="{04A130BF-F420-4257-BE10-746AD9D6D085}" type="presParOf" srcId="{EEEA6DE6-01FF-4964-8F54-36008D4800C5}" destId="{A326E177-8624-4D45-BF17-1EDAE9F2679A}" srcOrd="3" destOrd="0" presId="urn:microsoft.com/office/officeart/2018/5/layout/CenteredIconLabelDescriptionList"/>
    <dgm:cxn modelId="{DF6BE350-06B7-4A52-81A4-01422E12A1A8}" type="presParOf" srcId="{EEEA6DE6-01FF-4964-8F54-36008D4800C5}" destId="{EF735B4E-254D-4746-AF36-1B71A9571B7B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0.xml><?xml version="1.0" encoding="utf-8"?>
<dgm:dataModel xmlns:dgm="http://schemas.openxmlformats.org/drawingml/2006/diagram" xmlns:a="http://schemas.openxmlformats.org/drawingml/2006/main">
  <dgm:ptLst>
    <dgm:pt modelId="{C09C0F3B-853D-4EB2-AAF1-A79992968322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7BD9254F-595B-4D86-8624-DE1B4A76CCC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To remove the incentive </a:t>
          </a:r>
        </a:p>
      </dgm:t>
    </dgm:pt>
    <dgm:pt modelId="{6FD2A737-E5F3-4DCA-9CB5-210CC3AF836C}" type="parTrans" cxnId="{52A01883-32AE-4066-A095-91EAA3D75F3C}">
      <dgm:prSet/>
      <dgm:spPr/>
      <dgm:t>
        <a:bodyPr/>
        <a:lstStyle/>
        <a:p>
          <a:endParaRPr lang="en-US"/>
        </a:p>
      </dgm:t>
    </dgm:pt>
    <dgm:pt modelId="{4A427120-1A46-418E-BC9F-C909CCBF3D76}" type="sibTrans" cxnId="{52A01883-32AE-4066-A095-91EAA3D75F3C}">
      <dgm:prSet/>
      <dgm:spPr/>
      <dgm:t>
        <a:bodyPr/>
        <a:lstStyle/>
        <a:p>
          <a:endParaRPr lang="en-US"/>
        </a:p>
      </dgm:t>
    </dgm:pt>
    <dgm:pt modelId="{39178FC6-9DA5-4B68-B903-9E3820D431B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lie and strengthen the security of timelocks, </a:t>
          </a:r>
        </a:p>
      </dgm:t>
    </dgm:pt>
    <dgm:pt modelId="{B4D06922-8F3E-4174-81E1-080E9D3FB621}" type="parTrans" cxnId="{DB499DAE-6EE9-4D22-AC38-3FCB0B0FA4DF}">
      <dgm:prSet/>
      <dgm:spPr/>
      <dgm:t>
        <a:bodyPr/>
        <a:lstStyle/>
        <a:p>
          <a:endParaRPr lang="en-US"/>
        </a:p>
      </dgm:t>
    </dgm:pt>
    <dgm:pt modelId="{A8E19130-1077-4550-97E5-78CFC43D711B}" type="sibTrans" cxnId="{DB499DAE-6EE9-4D22-AC38-3FCB0B0FA4DF}">
      <dgm:prSet/>
      <dgm:spPr/>
      <dgm:t>
        <a:bodyPr/>
        <a:lstStyle/>
        <a:p>
          <a:endParaRPr lang="en-US"/>
        </a:p>
      </dgm:t>
    </dgm:pt>
    <dgm:pt modelId="{7B85D575-2E33-4F7C-83B2-966E4B9C5D5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BIP was</a:t>
          </a:r>
          <a:r>
            <a:rPr lang="tr-TR"/>
            <a:t> </a:t>
          </a:r>
          <a:r>
            <a:rPr lang="en-US"/>
            <a:t>proposed and activated </a:t>
          </a:r>
        </a:p>
      </dgm:t>
    </dgm:pt>
    <dgm:pt modelId="{1A45F9FD-1E3E-44CB-971B-3043F9DEB3D8}" type="parTrans" cxnId="{FD9BB446-8C15-4455-8639-269E8B53E032}">
      <dgm:prSet/>
      <dgm:spPr/>
      <dgm:t>
        <a:bodyPr/>
        <a:lstStyle/>
        <a:p>
          <a:endParaRPr lang="en-US"/>
        </a:p>
      </dgm:t>
    </dgm:pt>
    <dgm:pt modelId="{11F240D2-BA19-4CD2-AA2D-88A3FB1D0D6F}" type="sibTrans" cxnId="{FD9BB446-8C15-4455-8639-269E8B53E032}">
      <dgm:prSet/>
      <dgm:spPr/>
      <dgm:t>
        <a:bodyPr/>
        <a:lstStyle/>
        <a:p>
          <a:endParaRPr lang="en-US"/>
        </a:p>
      </dgm:t>
    </dgm:pt>
    <dgm:pt modelId="{8DD35040-0E39-463B-B474-8EBC5CA8033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at the same time </a:t>
          </a:r>
        </a:p>
      </dgm:t>
    </dgm:pt>
    <dgm:pt modelId="{CAC49F4D-4B3A-481C-B7C1-ED5AFC55F271}" type="parTrans" cxnId="{DAF1D6E6-E2F3-4ADE-BA57-B2537AB9A3FF}">
      <dgm:prSet/>
      <dgm:spPr/>
      <dgm:t>
        <a:bodyPr/>
        <a:lstStyle/>
        <a:p>
          <a:endParaRPr lang="en-US"/>
        </a:p>
      </dgm:t>
    </dgm:pt>
    <dgm:pt modelId="{8D8968D2-E765-47C5-9EFC-41DAD6D4A67A}" type="sibTrans" cxnId="{DAF1D6E6-E2F3-4ADE-BA57-B2537AB9A3FF}">
      <dgm:prSet/>
      <dgm:spPr/>
      <dgm:t>
        <a:bodyPr/>
        <a:lstStyle/>
        <a:p>
          <a:endParaRPr lang="en-US"/>
        </a:p>
      </dgm:t>
    </dgm:pt>
    <dgm:pt modelId="{C886D449-E39D-4B0F-9984-0CBA9FB9DF8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as the BIPs for relative timelocks. </a:t>
          </a:r>
        </a:p>
      </dgm:t>
    </dgm:pt>
    <dgm:pt modelId="{14290B69-7C13-47D4-A209-23118E00CC98}" type="parTrans" cxnId="{5481AB97-49DC-45C5-B683-4DD87FADAD80}">
      <dgm:prSet/>
      <dgm:spPr/>
      <dgm:t>
        <a:bodyPr/>
        <a:lstStyle/>
        <a:p>
          <a:endParaRPr lang="en-US"/>
        </a:p>
      </dgm:t>
    </dgm:pt>
    <dgm:pt modelId="{550493BE-368C-4745-A98A-6A227F93B1E3}" type="sibTrans" cxnId="{5481AB97-49DC-45C5-B683-4DD87FADAD80}">
      <dgm:prSet/>
      <dgm:spPr/>
      <dgm:t>
        <a:bodyPr/>
        <a:lstStyle/>
        <a:p>
          <a:endParaRPr lang="en-US"/>
        </a:p>
      </dgm:t>
    </dgm:pt>
    <dgm:pt modelId="{35597430-2C7F-4E78-827C-D36DC6FE69E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This is</a:t>
          </a:r>
          <a:r>
            <a:rPr lang="tr-TR"/>
            <a:t> </a:t>
          </a:r>
          <a:r>
            <a:rPr lang="en-US"/>
            <a:t>BIP-113, </a:t>
          </a:r>
        </a:p>
      </dgm:t>
    </dgm:pt>
    <dgm:pt modelId="{7A7D6006-5B78-410C-8DDA-D64183A276F3}" type="parTrans" cxnId="{D218E993-ADE6-40FA-9348-30CD4B9F9FF1}">
      <dgm:prSet/>
      <dgm:spPr/>
      <dgm:t>
        <a:bodyPr/>
        <a:lstStyle/>
        <a:p>
          <a:endParaRPr lang="en-US"/>
        </a:p>
      </dgm:t>
    </dgm:pt>
    <dgm:pt modelId="{41C54D14-25A1-4544-800A-F3EE9C0180A0}" type="sibTrans" cxnId="{D218E993-ADE6-40FA-9348-30CD4B9F9FF1}">
      <dgm:prSet/>
      <dgm:spPr/>
      <dgm:t>
        <a:bodyPr/>
        <a:lstStyle/>
        <a:p>
          <a:endParaRPr lang="en-US"/>
        </a:p>
      </dgm:t>
    </dgm:pt>
    <dgm:pt modelId="{A36BC8F5-0EE1-465D-8ABA-72DB30F15D4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which defines a new consensus measurement </a:t>
          </a:r>
        </a:p>
      </dgm:t>
    </dgm:pt>
    <dgm:pt modelId="{9D6D99C2-2FEC-4484-8531-DABB46933893}" type="parTrans" cxnId="{148CB4A6-F9EA-4D4B-83DE-166EE27FC8D8}">
      <dgm:prSet/>
      <dgm:spPr/>
      <dgm:t>
        <a:bodyPr/>
        <a:lstStyle/>
        <a:p>
          <a:endParaRPr lang="en-US"/>
        </a:p>
      </dgm:t>
    </dgm:pt>
    <dgm:pt modelId="{F8C13AB7-ACDB-4041-B031-96F752EB6488}" type="sibTrans" cxnId="{148CB4A6-F9EA-4D4B-83DE-166EE27FC8D8}">
      <dgm:prSet/>
      <dgm:spPr/>
      <dgm:t>
        <a:bodyPr/>
        <a:lstStyle/>
        <a:p>
          <a:endParaRPr lang="en-US"/>
        </a:p>
      </dgm:t>
    </dgm:pt>
    <dgm:pt modelId="{59FFCC40-7D83-4B9F-A167-E61707E1406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of time called </a:t>
          </a:r>
          <a:r>
            <a:rPr lang="en-US" i="1"/>
            <a:t>Median-Time-</a:t>
          </a:r>
          <a:r>
            <a:rPr lang="tr-TR" i="1"/>
            <a:t>Past</a:t>
          </a:r>
          <a:r>
            <a:rPr lang="tr-TR"/>
            <a:t>.</a:t>
          </a:r>
          <a:endParaRPr lang="en-US"/>
        </a:p>
      </dgm:t>
    </dgm:pt>
    <dgm:pt modelId="{186472EA-4079-4B15-B2A9-476D3ED2720C}" type="parTrans" cxnId="{48A44A43-E1CE-416C-B79F-D4B70D2C6174}">
      <dgm:prSet/>
      <dgm:spPr/>
      <dgm:t>
        <a:bodyPr/>
        <a:lstStyle/>
        <a:p>
          <a:endParaRPr lang="en-US"/>
        </a:p>
      </dgm:t>
    </dgm:pt>
    <dgm:pt modelId="{B55ABEEF-C1A0-4506-AC34-0380D61AAAD8}" type="sibTrans" cxnId="{48A44A43-E1CE-416C-B79F-D4B70D2C6174}">
      <dgm:prSet/>
      <dgm:spPr/>
      <dgm:t>
        <a:bodyPr/>
        <a:lstStyle/>
        <a:p>
          <a:endParaRPr lang="en-US"/>
        </a:p>
      </dgm:t>
    </dgm:pt>
    <dgm:pt modelId="{63DDD87A-3258-44EF-88DA-ABA487AF8EC6}" type="pres">
      <dgm:prSet presAssocID="{C09C0F3B-853D-4EB2-AAF1-A79992968322}" presName="root" presStyleCnt="0">
        <dgm:presLayoutVars>
          <dgm:dir/>
          <dgm:resizeHandles val="exact"/>
        </dgm:presLayoutVars>
      </dgm:prSet>
      <dgm:spPr/>
    </dgm:pt>
    <dgm:pt modelId="{60B555E9-5EB2-45EF-AD28-6DD4E2582269}" type="pres">
      <dgm:prSet presAssocID="{7BD9254F-595B-4D86-8624-DE1B4A76CCC9}" presName="compNode" presStyleCnt="0"/>
      <dgm:spPr/>
    </dgm:pt>
    <dgm:pt modelId="{0FCC6EFC-5A24-4255-9093-9523FA56086D}" type="pres">
      <dgm:prSet presAssocID="{7BD9254F-595B-4D86-8624-DE1B4A76CCC9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ahriş edici"/>
        </a:ext>
      </dgm:extLst>
    </dgm:pt>
    <dgm:pt modelId="{8918B635-1DE1-4AE3-9813-23365F1ED877}" type="pres">
      <dgm:prSet presAssocID="{7BD9254F-595B-4D86-8624-DE1B4A76CCC9}" presName="iconSpace" presStyleCnt="0"/>
      <dgm:spPr/>
    </dgm:pt>
    <dgm:pt modelId="{D7580680-7604-4D20-BF81-10C3B65B34E7}" type="pres">
      <dgm:prSet presAssocID="{7BD9254F-595B-4D86-8624-DE1B4A76CCC9}" presName="parTx" presStyleLbl="revTx" presStyleIdx="0" presStyleCnt="6">
        <dgm:presLayoutVars>
          <dgm:chMax val="0"/>
          <dgm:chPref val="0"/>
        </dgm:presLayoutVars>
      </dgm:prSet>
      <dgm:spPr/>
    </dgm:pt>
    <dgm:pt modelId="{92E7BC07-1ED6-4322-B8D2-3E52B8E17FEA}" type="pres">
      <dgm:prSet presAssocID="{7BD9254F-595B-4D86-8624-DE1B4A76CCC9}" presName="txSpace" presStyleCnt="0"/>
      <dgm:spPr/>
    </dgm:pt>
    <dgm:pt modelId="{2A0F8C30-5C5F-47D7-B4AB-B9EBAB2FF244}" type="pres">
      <dgm:prSet presAssocID="{7BD9254F-595B-4D86-8624-DE1B4A76CCC9}" presName="desTx" presStyleLbl="revTx" presStyleIdx="1" presStyleCnt="6">
        <dgm:presLayoutVars/>
      </dgm:prSet>
      <dgm:spPr/>
    </dgm:pt>
    <dgm:pt modelId="{6301A506-F4E7-4EFB-A4A9-E81A8E09C7B0}" type="pres">
      <dgm:prSet presAssocID="{4A427120-1A46-418E-BC9F-C909CCBF3D76}" presName="sibTrans" presStyleCnt="0"/>
      <dgm:spPr/>
    </dgm:pt>
    <dgm:pt modelId="{F7AC648F-DBC4-4734-9AEB-19CC1EA8FEC0}" type="pres">
      <dgm:prSet presAssocID="{8DD35040-0E39-463B-B474-8EBC5CA80337}" presName="compNode" presStyleCnt="0"/>
      <dgm:spPr/>
    </dgm:pt>
    <dgm:pt modelId="{A865B2A9-465C-4F18-BAD2-4BFE81B7661F}" type="pres">
      <dgm:prSet presAssocID="{8DD35040-0E39-463B-B474-8EBC5CA8033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etvel"/>
        </a:ext>
      </dgm:extLst>
    </dgm:pt>
    <dgm:pt modelId="{24E31478-9CD6-4E42-A34E-0A622B781E1B}" type="pres">
      <dgm:prSet presAssocID="{8DD35040-0E39-463B-B474-8EBC5CA80337}" presName="iconSpace" presStyleCnt="0"/>
      <dgm:spPr/>
    </dgm:pt>
    <dgm:pt modelId="{6CE8EEEF-C209-4BBB-9477-CF4430F08118}" type="pres">
      <dgm:prSet presAssocID="{8DD35040-0E39-463B-B474-8EBC5CA80337}" presName="parTx" presStyleLbl="revTx" presStyleIdx="2" presStyleCnt="6">
        <dgm:presLayoutVars>
          <dgm:chMax val="0"/>
          <dgm:chPref val="0"/>
        </dgm:presLayoutVars>
      </dgm:prSet>
      <dgm:spPr/>
    </dgm:pt>
    <dgm:pt modelId="{13D3EF99-8E3C-495F-834F-1FA7E3C9314C}" type="pres">
      <dgm:prSet presAssocID="{8DD35040-0E39-463B-B474-8EBC5CA80337}" presName="txSpace" presStyleCnt="0"/>
      <dgm:spPr/>
    </dgm:pt>
    <dgm:pt modelId="{825ECD9F-9A3C-4BB9-BDD8-3B31C0859EEB}" type="pres">
      <dgm:prSet presAssocID="{8DD35040-0E39-463B-B474-8EBC5CA80337}" presName="desTx" presStyleLbl="revTx" presStyleIdx="3" presStyleCnt="6">
        <dgm:presLayoutVars/>
      </dgm:prSet>
      <dgm:spPr/>
    </dgm:pt>
    <dgm:pt modelId="{E2F2E43B-55FB-4821-91CA-795D13612ECB}" type="pres">
      <dgm:prSet presAssocID="{8D8968D2-E765-47C5-9EFC-41DAD6D4A67A}" presName="sibTrans" presStyleCnt="0"/>
      <dgm:spPr/>
    </dgm:pt>
    <dgm:pt modelId="{D687FCCF-0676-42CA-9CD1-22E9A5D24B7B}" type="pres">
      <dgm:prSet presAssocID="{35597430-2C7F-4E78-827C-D36DC6FE69ED}" presName="compNode" presStyleCnt="0"/>
      <dgm:spPr/>
    </dgm:pt>
    <dgm:pt modelId="{AB37803C-EEA9-4D65-B7B8-5B4FE670D8C3}" type="pres">
      <dgm:prSet presAssocID="{35597430-2C7F-4E78-827C-D36DC6FE69ED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ronometre"/>
        </a:ext>
      </dgm:extLst>
    </dgm:pt>
    <dgm:pt modelId="{F4D87B4C-F4B1-4F12-826A-B9320D725643}" type="pres">
      <dgm:prSet presAssocID="{35597430-2C7F-4E78-827C-D36DC6FE69ED}" presName="iconSpace" presStyleCnt="0"/>
      <dgm:spPr/>
    </dgm:pt>
    <dgm:pt modelId="{74C670EE-97F1-4343-BE9C-625A97BDDAE7}" type="pres">
      <dgm:prSet presAssocID="{35597430-2C7F-4E78-827C-D36DC6FE69ED}" presName="parTx" presStyleLbl="revTx" presStyleIdx="4" presStyleCnt="6">
        <dgm:presLayoutVars>
          <dgm:chMax val="0"/>
          <dgm:chPref val="0"/>
        </dgm:presLayoutVars>
      </dgm:prSet>
      <dgm:spPr/>
    </dgm:pt>
    <dgm:pt modelId="{2D52667D-668C-418F-BEEC-27775ADCD63E}" type="pres">
      <dgm:prSet presAssocID="{35597430-2C7F-4E78-827C-D36DC6FE69ED}" presName="txSpace" presStyleCnt="0"/>
      <dgm:spPr/>
    </dgm:pt>
    <dgm:pt modelId="{12EBCFFA-E1F9-4C3F-BB39-1C90E6CA7CEA}" type="pres">
      <dgm:prSet presAssocID="{35597430-2C7F-4E78-827C-D36DC6FE69ED}" presName="desTx" presStyleLbl="revTx" presStyleIdx="5" presStyleCnt="6">
        <dgm:presLayoutVars/>
      </dgm:prSet>
      <dgm:spPr/>
    </dgm:pt>
  </dgm:ptLst>
  <dgm:cxnLst>
    <dgm:cxn modelId="{B9817E09-60E6-4A77-9320-3994809ED335}" type="presOf" srcId="{8DD35040-0E39-463B-B474-8EBC5CA80337}" destId="{6CE8EEEF-C209-4BBB-9477-CF4430F08118}" srcOrd="0" destOrd="0" presId="urn:microsoft.com/office/officeart/2018/5/layout/CenteredIconLabelDescriptionList"/>
    <dgm:cxn modelId="{7A3E540A-1CA1-417A-A7CB-7E0A3FC3CFD3}" type="presOf" srcId="{A36BC8F5-0EE1-465D-8ABA-72DB30F15D45}" destId="{12EBCFFA-E1F9-4C3F-BB39-1C90E6CA7CEA}" srcOrd="0" destOrd="0" presId="urn:microsoft.com/office/officeart/2018/5/layout/CenteredIconLabelDescriptionList"/>
    <dgm:cxn modelId="{C8165F26-24E0-4C56-B145-E1BCAF9D5DC4}" type="presOf" srcId="{7BD9254F-595B-4D86-8624-DE1B4A76CCC9}" destId="{D7580680-7604-4D20-BF81-10C3B65B34E7}" srcOrd="0" destOrd="0" presId="urn:microsoft.com/office/officeart/2018/5/layout/CenteredIconLabelDescriptionList"/>
    <dgm:cxn modelId="{2D637326-D2F6-4B2E-9706-12436F04C530}" type="presOf" srcId="{35597430-2C7F-4E78-827C-D36DC6FE69ED}" destId="{74C670EE-97F1-4343-BE9C-625A97BDDAE7}" srcOrd="0" destOrd="0" presId="urn:microsoft.com/office/officeart/2018/5/layout/CenteredIconLabelDescriptionList"/>
    <dgm:cxn modelId="{48A44A43-E1CE-416C-B79F-D4B70D2C6174}" srcId="{35597430-2C7F-4E78-827C-D36DC6FE69ED}" destId="{59FFCC40-7D83-4B9F-A167-E61707E1406D}" srcOrd="1" destOrd="0" parTransId="{186472EA-4079-4B15-B2A9-476D3ED2720C}" sibTransId="{B55ABEEF-C1A0-4506-AC34-0380D61AAAD8}"/>
    <dgm:cxn modelId="{18174C44-E613-4B7F-8FD7-46ECCDE72558}" type="presOf" srcId="{C886D449-E39D-4B0F-9984-0CBA9FB9DF8C}" destId="{825ECD9F-9A3C-4BB9-BDD8-3B31C0859EEB}" srcOrd="0" destOrd="0" presId="urn:microsoft.com/office/officeart/2018/5/layout/CenteredIconLabelDescriptionList"/>
    <dgm:cxn modelId="{FD9BB446-8C15-4455-8639-269E8B53E032}" srcId="{7BD9254F-595B-4D86-8624-DE1B4A76CCC9}" destId="{7B85D575-2E33-4F7C-83B2-966E4B9C5D51}" srcOrd="1" destOrd="0" parTransId="{1A45F9FD-1E3E-44CB-971B-3043F9DEB3D8}" sibTransId="{11F240D2-BA19-4CD2-AA2D-88A3FB1D0D6F}"/>
    <dgm:cxn modelId="{CACE956C-5FB7-4577-AB23-6B2A3822AB0F}" type="presOf" srcId="{C09C0F3B-853D-4EB2-AAF1-A79992968322}" destId="{63DDD87A-3258-44EF-88DA-ABA487AF8EC6}" srcOrd="0" destOrd="0" presId="urn:microsoft.com/office/officeart/2018/5/layout/CenteredIconLabelDescriptionList"/>
    <dgm:cxn modelId="{E2C45B54-302F-4E83-A1A7-34FCF678E2F3}" type="presOf" srcId="{7B85D575-2E33-4F7C-83B2-966E4B9C5D51}" destId="{2A0F8C30-5C5F-47D7-B4AB-B9EBAB2FF244}" srcOrd="0" destOrd="1" presId="urn:microsoft.com/office/officeart/2018/5/layout/CenteredIconLabelDescriptionList"/>
    <dgm:cxn modelId="{A039917F-EDE8-4D08-A7AD-C09ABD9FC1FA}" type="presOf" srcId="{39178FC6-9DA5-4B68-B903-9E3820D431B7}" destId="{2A0F8C30-5C5F-47D7-B4AB-B9EBAB2FF244}" srcOrd="0" destOrd="0" presId="urn:microsoft.com/office/officeart/2018/5/layout/CenteredIconLabelDescriptionList"/>
    <dgm:cxn modelId="{52A01883-32AE-4066-A095-91EAA3D75F3C}" srcId="{C09C0F3B-853D-4EB2-AAF1-A79992968322}" destId="{7BD9254F-595B-4D86-8624-DE1B4A76CCC9}" srcOrd="0" destOrd="0" parTransId="{6FD2A737-E5F3-4DCA-9CB5-210CC3AF836C}" sibTransId="{4A427120-1A46-418E-BC9F-C909CCBF3D76}"/>
    <dgm:cxn modelId="{D218E993-ADE6-40FA-9348-30CD4B9F9FF1}" srcId="{C09C0F3B-853D-4EB2-AAF1-A79992968322}" destId="{35597430-2C7F-4E78-827C-D36DC6FE69ED}" srcOrd="2" destOrd="0" parTransId="{7A7D6006-5B78-410C-8DDA-D64183A276F3}" sibTransId="{41C54D14-25A1-4544-800A-F3EE9C0180A0}"/>
    <dgm:cxn modelId="{5481AB97-49DC-45C5-B683-4DD87FADAD80}" srcId="{8DD35040-0E39-463B-B474-8EBC5CA80337}" destId="{C886D449-E39D-4B0F-9984-0CBA9FB9DF8C}" srcOrd="0" destOrd="0" parTransId="{14290B69-7C13-47D4-A209-23118E00CC98}" sibTransId="{550493BE-368C-4745-A98A-6A227F93B1E3}"/>
    <dgm:cxn modelId="{148CB4A6-F9EA-4D4B-83DE-166EE27FC8D8}" srcId="{35597430-2C7F-4E78-827C-D36DC6FE69ED}" destId="{A36BC8F5-0EE1-465D-8ABA-72DB30F15D45}" srcOrd="0" destOrd="0" parTransId="{9D6D99C2-2FEC-4484-8531-DABB46933893}" sibTransId="{F8C13AB7-ACDB-4041-B031-96F752EB6488}"/>
    <dgm:cxn modelId="{DB499DAE-6EE9-4D22-AC38-3FCB0B0FA4DF}" srcId="{7BD9254F-595B-4D86-8624-DE1B4A76CCC9}" destId="{39178FC6-9DA5-4B68-B903-9E3820D431B7}" srcOrd="0" destOrd="0" parTransId="{B4D06922-8F3E-4174-81E1-080E9D3FB621}" sibTransId="{A8E19130-1077-4550-97E5-78CFC43D711B}"/>
    <dgm:cxn modelId="{DAF1D6E6-E2F3-4ADE-BA57-B2537AB9A3FF}" srcId="{C09C0F3B-853D-4EB2-AAF1-A79992968322}" destId="{8DD35040-0E39-463B-B474-8EBC5CA80337}" srcOrd="1" destOrd="0" parTransId="{CAC49F4D-4B3A-481C-B7C1-ED5AFC55F271}" sibTransId="{8D8968D2-E765-47C5-9EFC-41DAD6D4A67A}"/>
    <dgm:cxn modelId="{23E6E6F4-0A54-4156-8559-7DFF53BB14E5}" type="presOf" srcId="{59FFCC40-7D83-4B9F-A167-E61707E1406D}" destId="{12EBCFFA-E1F9-4C3F-BB39-1C90E6CA7CEA}" srcOrd="0" destOrd="1" presId="urn:microsoft.com/office/officeart/2018/5/layout/CenteredIconLabelDescriptionList"/>
    <dgm:cxn modelId="{3803CB15-502A-467F-96C7-973AB6F312C0}" type="presParOf" srcId="{63DDD87A-3258-44EF-88DA-ABA487AF8EC6}" destId="{60B555E9-5EB2-45EF-AD28-6DD4E2582269}" srcOrd="0" destOrd="0" presId="urn:microsoft.com/office/officeart/2018/5/layout/CenteredIconLabelDescriptionList"/>
    <dgm:cxn modelId="{5AB76801-C77A-48DC-AA76-C3CCBE4352BD}" type="presParOf" srcId="{60B555E9-5EB2-45EF-AD28-6DD4E2582269}" destId="{0FCC6EFC-5A24-4255-9093-9523FA56086D}" srcOrd="0" destOrd="0" presId="urn:microsoft.com/office/officeart/2018/5/layout/CenteredIconLabelDescriptionList"/>
    <dgm:cxn modelId="{C6058FFC-45AB-4E23-956E-B561C492F94A}" type="presParOf" srcId="{60B555E9-5EB2-45EF-AD28-6DD4E2582269}" destId="{8918B635-1DE1-4AE3-9813-23365F1ED877}" srcOrd="1" destOrd="0" presId="urn:microsoft.com/office/officeart/2018/5/layout/CenteredIconLabelDescriptionList"/>
    <dgm:cxn modelId="{489F02B7-62AA-48FB-B8D1-5024BA883139}" type="presParOf" srcId="{60B555E9-5EB2-45EF-AD28-6DD4E2582269}" destId="{D7580680-7604-4D20-BF81-10C3B65B34E7}" srcOrd="2" destOrd="0" presId="urn:microsoft.com/office/officeart/2018/5/layout/CenteredIconLabelDescriptionList"/>
    <dgm:cxn modelId="{CD023375-C54F-4738-BE4F-7AFB7835A7F9}" type="presParOf" srcId="{60B555E9-5EB2-45EF-AD28-6DD4E2582269}" destId="{92E7BC07-1ED6-4322-B8D2-3E52B8E17FEA}" srcOrd="3" destOrd="0" presId="urn:microsoft.com/office/officeart/2018/5/layout/CenteredIconLabelDescriptionList"/>
    <dgm:cxn modelId="{0C1A7B14-8586-4A2A-B2F5-6011A914A5B2}" type="presParOf" srcId="{60B555E9-5EB2-45EF-AD28-6DD4E2582269}" destId="{2A0F8C30-5C5F-47D7-B4AB-B9EBAB2FF244}" srcOrd="4" destOrd="0" presId="urn:microsoft.com/office/officeart/2018/5/layout/CenteredIconLabelDescriptionList"/>
    <dgm:cxn modelId="{17B8FCD6-236C-4317-B292-C3D432C523EB}" type="presParOf" srcId="{63DDD87A-3258-44EF-88DA-ABA487AF8EC6}" destId="{6301A506-F4E7-4EFB-A4A9-E81A8E09C7B0}" srcOrd="1" destOrd="0" presId="urn:microsoft.com/office/officeart/2018/5/layout/CenteredIconLabelDescriptionList"/>
    <dgm:cxn modelId="{91394F62-0B52-4D4B-A667-5BD00EF762B8}" type="presParOf" srcId="{63DDD87A-3258-44EF-88DA-ABA487AF8EC6}" destId="{F7AC648F-DBC4-4734-9AEB-19CC1EA8FEC0}" srcOrd="2" destOrd="0" presId="urn:microsoft.com/office/officeart/2018/5/layout/CenteredIconLabelDescriptionList"/>
    <dgm:cxn modelId="{8EE40239-6275-4EA7-89B5-A31FD7605ECC}" type="presParOf" srcId="{F7AC648F-DBC4-4734-9AEB-19CC1EA8FEC0}" destId="{A865B2A9-465C-4F18-BAD2-4BFE81B7661F}" srcOrd="0" destOrd="0" presId="urn:microsoft.com/office/officeart/2018/5/layout/CenteredIconLabelDescriptionList"/>
    <dgm:cxn modelId="{2CB139B8-67E7-4280-8602-CF0FDBA4B809}" type="presParOf" srcId="{F7AC648F-DBC4-4734-9AEB-19CC1EA8FEC0}" destId="{24E31478-9CD6-4E42-A34E-0A622B781E1B}" srcOrd="1" destOrd="0" presId="urn:microsoft.com/office/officeart/2018/5/layout/CenteredIconLabelDescriptionList"/>
    <dgm:cxn modelId="{15FAFDBE-2338-4D33-BDD4-CB2F3778B06F}" type="presParOf" srcId="{F7AC648F-DBC4-4734-9AEB-19CC1EA8FEC0}" destId="{6CE8EEEF-C209-4BBB-9477-CF4430F08118}" srcOrd="2" destOrd="0" presId="urn:microsoft.com/office/officeart/2018/5/layout/CenteredIconLabelDescriptionList"/>
    <dgm:cxn modelId="{FC7691FB-65C7-4016-8D52-8532BD10B47B}" type="presParOf" srcId="{F7AC648F-DBC4-4734-9AEB-19CC1EA8FEC0}" destId="{13D3EF99-8E3C-495F-834F-1FA7E3C9314C}" srcOrd="3" destOrd="0" presId="urn:microsoft.com/office/officeart/2018/5/layout/CenteredIconLabelDescriptionList"/>
    <dgm:cxn modelId="{94369F8A-4EDC-4D09-9EB6-2C51F574BBCE}" type="presParOf" srcId="{F7AC648F-DBC4-4734-9AEB-19CC1EA8FEC0}" destId="{825ECD9F-9A3C-4BB9-BDD8-3B31C0859EEB}" srcOrd="4" destOrd="0" presId="urn:microsoft.com/office/officeart/2018/5/layout/CenteredIconLabelDescriptionList"/>
    <dgm:cxn modelId="{652E1A17-3A25-4769-A81D-446B97DFFAEF}" type="presParOf" srcId="{63DDD87A-3258-44EF-88DA-ABA487AF8EC6}" destId="{E2F2E43B-55FB-4821-91CA-795D13612ECB}" srcOrd="3" destOrd="0" presId="urn:microsoft.com/office/officeart/2018/5/layout/CenteredIconLabelDescriptionList"/>
    <dgm:cxn modelId="{D987E235-EBB3-4DC2-82D8-2E1889DC3C66}" type="presParOf" srcId="{63DDD87A-3258-44EF-88DA-ABA487AF8EC6}" destId="{D687FCCF-0676-42CA-9CD1-22E9A5D24B7B}" srcOrd="4" destOrd="0" presId="urn:microsoft.com/office/officeart/2018/5/layout/CenteredIconLabelDescriptionList"/>
    <dgm:cxn modelId="{29D87C2A-EBE8-430E-B974-0941BE671727}" type="presParOf" srcId="{D687FCCF-0676-42CA-9CD1-22E9A5D24B7B}" destId="{AB37803C-EEA9-4D65-B7B8-5B4FE670D8C3}" srcOrd="0" destOrd="0" presId="urn:microsoft.com/office/officeart/2018/5/layout/CenteredIconLabelDescriptionList"/>
    <dgm:cxn modelId="{28DF9E6D-FCBE-46D7-B219-F08785F29129}" type="presParOf" srcId="{D687FCCF-0676-42CA-9CD1-22E9A5D24B7B}" destId="{F4D87B4C-F4B1-4F12-826A-B9320D725643}" srcOrd="1" destOrd="0" presId="urn:microsoft.com/office/officeart/2018/5/layout/CenteredIconLabelDescriptionList"/>
    <dgm:cxn modelId="{611A10A2-516F-4E2D-B7E1-7BC8D4EA7106}" type="presParOf" srcId="{D687FCCF-0676-42CA-9CD1-22E9A5D24B7B}" destId="{74C670EE-97F1-4343-BE9C-625A97BDDAE7}" srcOrd="2" destOrd="0" presId="urn:microsoft.com/office/officeart/2018/5/layout/CenteredIconLabelDescriptionList"/>
    <dgm:cxn modelId="{C77CDBFC-22EB-4580-9622-05B275CD7FC6}" type="presParOf" srcId="{D687FCCF-0676-42CA-9CD1-22E9A5D24B7B}" destId="{2D52667D-668C-418F-BEEC-27775ADCD63E}" srcOrd="3" destOrd="0" presId="urn:microsoft.com/office/officeart/2018/5/layout/CenteredIconLabelDescriptionList"/>
    <dgm:cxn modelId="{8835EFDC-50CB-44D0-8533-05968FACFF6E}" type="presParOf" srcId="{D687FCCF-0676-42CA-9CD1-22E9A5D24B7B}" destId="{12EBCFFA-E1F9-4C3F-BB39-1C90E6CA7CEA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1.xml><?xml version="1.0" encoding="utf-8"?>
<dgm:dataModel xmlns:dgm="http://schemas.openxmlformats.org/drawingml/2006/diagram" xmlns:a="http://schemas.openxmlformats.org/drawingml/2006/main">
  <dgm:ptLst>
    <dgm:pt modelId="{DB9C60BB-9501-45F8-9F0B-172731BAD0E2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0_3" csCatId="mainScheme" phldr="1"/>
      <dgm:spPr/>
      <dgm:t>
        <a:bodyPr/>
        <a:lstStyle/>
        <a:p>
          <a:endParaRPr lang="en-US"/>
        </a:p>
      </dgm:t>
    </dgm:pt>
    <dgm:pt modelId="{C540A223-8911-41E1-9E4A-F3B80F16288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Median-Time-Past is calculated </a:t>
          </a:r>
        </a:p>
      </dgm:t>
    </dgm:pt>
    <dgm:pt modelId="{70CD45A0-8E9C-4299-9852-67E2B90C862C}" type="parTrans" cxnId="{BED3C07D-06FA-4291-9738-F95F94100174}">
      <dgm:prSet/>
      <dgm:spPr/>
      <dgm:t>
        <a:bodyPr/>
        <a:lstStyle/>
        <a:p>
          <a:endParaRPr lang="en-US"/>
        </a:p>
      </dgm:t>
    </dgm:pt>
    <dgm:pt modelId="{E0C539D5-A3DB-48D0-8308-3A71995040B4}" type="sibTrans" cxnId="{BED3C07D-06FA-4291-9738-F95F94100174}">
      <dgm:prSet/>
      <dgm:spPr/>
      <dgm:t>
        <a:bodyPr/>
        <a:lstStyle/>
        <a:p>
          <a:endParaRPr lang="en-US"/>
        </a:p>
      </dgm:t>
    </dgm:pt>
    <dgm:pt modelId="{81324252-3EF9-434B-A122-99BAA71C2BD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by taking the timestamps of the last 11 blocks </a:t>
          </a:r>
        </a:p>
      </dgm:t>
    </dgm:pt>
    <dgm:pt modelId="{F478EEDC-D602-4857-9E08-D395B877FA04}" type="parTrans" cxnId="{AF544056-6299-4A4B-AC7B-9FF5CBF24CBA}">
      <dgm:prSet/>
      <dgm:spPr/>
      <dgm:t>
        <a:bodyPr/>
        <a:lstStyle/>
        <a:p>
          <a:endParaRPr lang="en-US"/>
        </a:p>
      </dgm:t>
    </dgm:pt>
    <dgm:pt modelId="{E7B1841C-A865-42CE-B90D-DE6EDFE22EA7}" type="sibTrans" cxnId="{AF544056-6299-4A4B-AC7B-9FF5CBF24CBA}">
      <dgm:prSet/>
      <dgm:spPr/>
      <dgm:t>
        <a:bodyPr/>
        <a:lstStyle/>
        <a:p>
          <a:endParaRPr lang="en-US"/>
        </a:p>
      </dgm:t>
    </dgm:pt>
    <dgm:pt modelId="{8361BF7B-BD47-4802-9987-6F7841F283F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</a:t>
          </a:r>
          <a:r>
            <a:rPr lang="tr-TR"/>
            <a:t> </a:t>
          </a:r>
          <a:r>
            <a:rPr lang="en-US"/>
            <a:t>finding the median. </a:t>
          </a:r>
        </a:p>
      </dgm:t>
    </dgm:pt>
    <dgm:pt modelId="{C6ADB110-B8E7-487E-9C1D-DAC7CE83A272}" type="parTrans" cxnId="{388D122B-1722-46F9-94F6-0ECB2CCFB0D0}">
      <dgm:prSet/>
      <dgm:spPr/>
      <dgm:t>
        <a:bodyPr/>
        <a:lstStyle/>
        <a:p>
          <a:endParaRPr lang="en-US"/>
        </a:p>
      </dgm:t>
    </dgm:pt>
    <dgm:pt modelId="{D1325F2C-9606-4096-B694-1F57D56EE903}" type="sibTrans" cxnId="{388D122B-1722-46F9-94F6-0ECB2CCFB0D0}">
      <dgm:prSet/>
      <dgm:spPr/>
      <dgm:t>
        <a:bodyPr/>
        <a:lstStyle/>
        <a:p>
          <a:endParaRPr lang="en-US"/>
        </a:p>
      </dgm:t>
    </dgm:pt>
    <dgm:pt modelId="{1347C7B1-E136-4344-9574-C6A5508D4AA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That median time </a:t>
          </a:r>
        </a:p>
      </dgm:t>
    </dgm:pt>
    <dgm:pt modelId="{ABDDD9AA-01B3-4F5F-9628-66E7A29BC4D8}" type="parTrans" cxnId="{FC7DE219-339F-4AA9-96B5-845367DD071E}">
      <dgm:prSet/>
      <dgm:spPr/>
      <dgm:t>
        <a:bodyPr/>
        <a:lstStyle/>
        <a:p>
          <a:endParaRPr lang="en-US"/>
        </a:p>
      </dgm:t>
    </dgm:pt>
    <dgm:pt modelId="{F07225A1-D27A-4F34-AEDA-6CF30F827B1C}" type="sibTrans" cxnId="{FC7DE219-339F-4AA9-96B5-845367DD071E}">
      <dgm:prSet/>
      <dgm:spPr/>
      <dgm:t>
        <a:bodyPr/>
        <a:lstStyle/>
        <a:p>
          <a:endParaRPr lang="en-US"/>
        </a:p>
      </dgm:t>
    </dgm:pt>
    <dgm:pt modelId="{4A0578F8-8FA9-4D60-93B4-36B4347B679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then becomes consensus time </a:t>
          </a:r>
        </a:p>
      </dgm:t>
    </dgm:pt>
    <dgm:pt modelId="{AF2693AB-CD56-4241-AB46-794EEDA9966E}" type="parTrans" cxnId="{3396EC2E-AAD6-4D46-A659-C90D9D47F19D}">
      <dgm:prSet/>
      <dgm:spPr/>
      <dgm:t>
        <a:bodyPr/>
        <a:lstStyle/>
        <a:p>
          <a:endParaRPr lang="en-US"/>
        </a:p>
      </dgm:t>
    </dgm:pt>
    <dgm:pt modelId="{ABE639F7-41CB-410E-9899-81AE7F039847}" type="sibTrans" cxnId="{3396EC2E-AAD6-4D46-A659-C90D9D47F19D}">
      <dgm:prSet/>
      <dgm:spPr/>
      <dgm:t>
        <a:bodyPr/>
        <a:lstStyle/>
        <a:p>
          <a:endParaRPr lang="en-US"/>
        </a:p>
      </dgm:t>
    </dgm:pt>
    <dgm:pt modelId="{9B9D5EA2-528A-43EC-9000-CC2789A7ED4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is used for</a:t>
          </a:r>
          <a:r>
            <a:rPr lang="tr-TR"/>
            <a:t> all timelock calculations.</a:t>
          </a:r>
          <a:endParaRPr lang="en-US"/>
        </a:p>
      </dgm:t>
    </dgm:pt>
    <dgm:pt modelId="{317BD262-10A3-4170-A391-C4B3976B1FA4}" type="parTrans" cxnId="{B051630B-677E-409C-8C26-EB03DCAF2F09}">
      <dgm:prSet/>
      <dgm:spPr/>
      <dgm:t>
        <a:bodyPr/>
        <a:lstStyle/>
        <a:p>
          <a:endParaRPr lang="en-US"/>
        </a:p>
      </dgm:t>
    </dgm:pt>
    <dgm:pt modelId="{68E20292-EEC0-4E75-AD7C-1D8F360FC387}" type="sibTrans" cxnId="{B051630B-677E-409C-8C26-EB03DCAF2F09}">
      <dgm:prSet/>
      <dgm:spPr/>
      <dgm:t>
        <a:bodyPr/>
        <a:lstStyle/>
        <a:p>
          <a:endParaRPr lang="en-US"/>
        </a:p>
      </dgm:t>
    </dgm:pt>
    <dgm:pt modelId="{57A38C30-AC2E-4792-92DD-3DC139AA7C0B}" type="pres">
      <dgm:prSet presAssocID="{DB9C60BB-9501-45F8-9F0B-172731BAD0E2}" presName="root" presStyleCnt="0">
        <dgm:presLayoutVars>
          <dgm:dir/>
          <dgm:resizeHandles val="exact"/>
        </dgm:presLayoutVars>
      </dgm:prSet>
      <dgm:spPr/>
    </dgm:pt>
    <dgm:pt modelId="{6BD123E0-5E03-4453-A253-B6D81107BF04}" type="pres">
      <dgm:prSet presAssocID="{C540A223-8911-41E1-9E4A-F3B80F162880}" presName="compNode" presStyleCnt="0"/>
      <dgm:spPr/>
    </dgm:pt>
    <dgm:pt modelId="{87C9784D-AB1F-4DA9-B1C6-B648EB43F96B}" type="pres">
      <dgm:prSet presAssocID="{C540A223-8911-41E1-9E4A-F3B80F162880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um Saati Bitti"/>
        </a:ext>
      </dgm:extLst>
    </dgm:pt>
    <dgm:pt modelId="{0B261EEB-F9F8-49FF-97F3-C00B4C8E4AD8}" type="pres">
      <dgm:prSet presAssocID="{C540A223-8911-41E1-9E4A-F3B80F162880}" presName="iconSpace" presStyleCnt="0"/>
      <dgm:spPr/>
    </dgm:pt>
    <dgm:pt modelId="{03117D0B-22A5-4C09-B061-01221371F24D}" type="pres">
      <dgm:prSet presAssocID="{C540A223-8911-41E1-9E4A-F3B80F162880}" presName="parTx" presStyleLbl="revTx" presStyleIdx="0" presStyleCnt="4">
        <dgm:presLayoutVars>
          <dgm:chMax val="0"/>
          <dgm:chPref val="0"/>
        </dgm:presLayoutVars>
      </dgm:prSet>
      <dgm:spPr/>
    </dgm:pt>
    <dgm:pt modelId="{C1460B86-0AB8-4BF1-AA7D-65BEB9953553}" type="pres">
      <dgm:prSet presAssocID="{C540A223-8911-41E1-9E4A-F3B80F162880}" presName="txSpace" presStyleCnt="0"/>
      <dgm:spPr/>
    </dgm:pt>
    <dgm:pt modelId="{7E875E90-E4AF-4796-9B91-5EEF461977D8}" type="pres">
      <dgm:prSet presAssocID="{C540A223-8911-41E1-9E4A-F3B80F162880}" presName="desTx" presStyleLbl="revTx" presStyleIdx="1" presStyleCnt="4">
        <dgm:presLayoutVars/>
      </dgm:prSet>
      <dgm:spPr/>
    </dgm:pt>
    <dgm:pt modelId="{3295D6AB-B66C-48FA-9AE4-BF9D07E5FCEE}" type="pres">
      <dgm:prSet presAssocID="{E0C539D5-A3DB-48D0-8308-3A71995040B4}" presName="sibTrans" presStyleCnt="0"/>
      <dgm:spPr/>
    </dgm:pt>
    <dgm:pt modelId="{473B5E22-EC3E-42B0-9ABB-8A1F4BFA0D64}" type="pres">
      <dgm:prSet presAssocID="{1347C7B1-E136-4344-9574-C6A5508D4AAA}" presName="compNode" presStyleCnt="0"/>
      <dgm:spPr/>
    </dgm:pt>
    <dgm:pt modelId="{4F293631-166C-4AF4-884C-12A349245357}" type="pres">
      <dgm:prSet presAssocID="{1347C7B1-E136-4344-9574-C6A5508D4AAA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ight Bulb and Gear"/>
        </a:ext>
      </dgm:extLst>
    </dgm:pt>
    <dgm:pt modelId="{B07B453D-003D-4C77-B4FB-19430D1771FB}" type="pres">
      <dgm:prSet presAssocID="{1347C7B1-E136-4344-9574-C6A5508D4AAA}" presName="iconSpace" presStyleCnt="0"/>
      <dgm:spPr/>
    </dgm:pt>
    <dgm:pt modelId="{DE2CCC51-C3AB-441D-B8A4-BB2FB9FDBBF5}" type="pres">
      <dgm:prSet presAssocID="{1347C7B1-E136-4344-9574-C6A5508D4AAA}" presName="parTx" presStyleLbl="revTx" presStyleIdx="2" presStyleCnt="4">
        <dgm:presLayoutVars>
          <dgm:chMax val="0"/>
          <dgm:chPref val="0"/>
        </dgm:presLayoutVars>
      </dgm:prSet>
      <dgm:spPr/>
    </dgm:pt>
    <dgm:pt modelId="{C46D1377-F174-4583-82C8-F179DD9258DB}" type="pres">
      <dgm:prSet presAssocID="{1347C7B1-E136-4344-9574-C6A5508D4AAA}" presName="txSpace" presStyleCnt="0"/>
      <dgm:spPr/>
    </dgm:pt>
    <dgm:pt modelId="{1F8819A3-F4F1-419B-AD5F-A471F087BF34}" type="pres">
      <dgm:prSet presAssocID="{1347C7B1-E136-4344-9574-C6A5508D4AAA}" presName="desTx" presStyleLbl="revTx" presStyleIdx="3" presStyleCnt="4">
        <dgm:presLayoutVars/>
      </dgm:prSet>
      <dgm:spPr/>
    </dgm:pt>
  </dgm:ptLst>
  <dgm:cxnLst>
    <dgm:cxn modelId="{B051630B-677E-409C-8C26-EB03DCAF2F09}" srcId="{1347C7B1-E136-4344-9574-C6A5508D4AAA}" destId="{9B9D5EA2-528A-43EC-9000-CC2789A7ED49}" srcOrd="1" destOrd="0" parTransId="{317BD262-10A3-4170-A391-C4B3976B1FA4}" sibTransId="{68E20292-EEC0-4E75-AD7C-1D8F360FC387}"/>
    <dgm:cxn modelId="{FC7DE219-339F-4AA9-96B5-845367DD071E}" srcId="{DB9C60BB-9501-45F8-9F0B-172731BAD0E2}" destId="{1347C7B1-E136-4344-9574-C6A5508D4AAA}" srcOrd="1" destOrd="0" parTransId="{ABDDD9AA-01B3-4F5F-9628-66E7A29BC4D8}" sibTransId="{F07225A1-D27A-4F34-AEDA-6CF30F827B1C}"/>
    <dgm:cxn modelId="{5089331A-71AC-4CE1-925E-647A0184BBF3}" type="presOf" srcId="{DB9C60BB-9501-45F8-9F0B-172731BAD0E2}" destId="{57A38C30-AC2E-4792-92DD-3DC139AA7C0B}" srcOrd="0" destOrd="0" presId="urn:microsoft.com/office/officeart/2018/5/layout/CenteredIconLabelDescriptionList"/>
    <dgm:cxn modelId="{388D122B-1722-46F9-94F6-0ECB2CCFB0D0}" srcId="{C540A223-8911-41E1-9E4A-F3B80F162880}" destId="{8361BF7B-BD47-4802-9987-6F7841F283F0}" srcOrd="1" destOrd="0" parTransId="{C6ADB110-B8E7-487E-9C1D-DAC7CE83A272}" sibTransId="{D1325F2C-9606-4096-B694-1F57D56EE903}"/>
    <dgm:cxn modelId="{C426012C-2FB4-4FF3-A313-CF01B3A1FD19}" type="presOf" srcId="{4A0578F8-8FA9-4D60-93B4-36B4347B6793}" destId="{1F8819A3-F4F1-419B-AD5F-A471F087BF34}" srcOrd="0" destOrd="0" presId="urn:microsoft.com/office/officeart/2018/5/layout/CenteredIconLabelDescriptionList"/>
    <dgm:cxn modelId="{3396EC2E-AAD6-4D46-A659-C90D9D47F19D}" srcId="{1347C7B1-E136-4344-9574-C6A5508D4AAA}" destId="{4A0578F8-8FA9-4D60-93B4-36B4347B6793}" srcOrd="0" destOrd="0" parTransId="{AF2693AB-CD56-4241-AB46-794EEDA9966E}" sibTransId="{ABE639F7-41CB-410E-9899-81AE7F039847}"/>
    <dgm:cxn modelId="{AF544056-6299-4A4B-AC7B-9FF5CBF24CBA}" srcId="{C540A223-8911-41E1-9E4A-F3B80F162880}" destId="{81324252-3EF9-434B-A122-99BAA71C2BD7}" srcOrd="0" destOrd="0" parTransId="{F478EEDC-D602-4857-9E08-D395B877FA04}" sibTransId="{E7B1841C-A865-42CE-B90D-DE6EDFE22EA7}"/>
    <dgm:cxn modelId="{BED3C07D-06FA-4291-9738-F95F94100174}" srcId="{DB9C60BB-9501-45F8-9F0B-172731BAD0E2}" destId="{C540A223-8911-41E1-9E4A-F3B80F162880}" srcOrd="0" destOrd="0" parTransId="{70CD45A0-8E9C-4299-9852-67E2B90C862C}" sibTransId="{E0C539D5-A3DB-48D0-8308-3A71995040B4}"/>
    <dgm:cxn modelId="{BF218A93-B296-41B1-8873-5D620FB3F786}" type="presOf" srcId="{9B9D5EA2-528A-43EC-9000-CC2789A7ED49}" destId="{1F8819A3-F4F1-419B-AD5F-A471F087BF34}" srcOrd="0" destOrd="1" presId="urn:microsoft.com/office/officeart/2018/5/layout/CenteredIconLabelDescriptionList"/>
    <dgm:cxn modelId="{4F11CABC-5C65-44B9-AC93-893EE6E42437}" type="presOf" srcId="{8361BF7B-BD47-4802-9987-6F7841F283F0}" destId="{7E875E90-E4AF-4796-9B91-5EEF461977D8}" srcOrd="0" destOrd="1" presId="urn:microsoft.com/office/officeart/2018/5/layout/CenteredIconLabelDescriptionList"/>
    <dgm:cxn modelId="{90D332CD-F10B-4992-AA62-1AD1D482CC67}" type="presOf" srcId="{81324252-3EF9-434B-A122-99BAA71C2BD7}" destId="{7E875E90-E4AF-4796-9B91-5EEF461977D8}" srcOrd="0" destOrd="0" presId="urn:microsoft.com/office/officeart/2018/5/layout/CenteredIconLabelDescriptionList"/>
    <dgm:cxn modelId="{CE6050E0-C6A5-4585-BD75-D263BE5FC2C8}" type="presOf" srcId="{1347C7B1-E136-4344-9574-C6A5508D4AAA}" destId="{DE2CCC51-C3AB-441D-B8A4-BB2FB9FDBBF5}" srcOrd="0" destOrd="0" presId="urn:microsoft.com/office/officeart/2018/5/layout/CenteredIconLabelDescriptionList"/>
    <dgm:cxn modelId="{8AA757EE-00C9-49A7-832F-4AA1B872E32C}" type="presOf" srcId="{C540A223-8911-41E1-9E4A-F3B80F162880}" destId="{03117D0B-22A5-4C09-B061-01221371F24D}" srcOrd="0" destOrd="0" presId="urn:microsoft.com/office/officeart/2018/5/layout/CenteredIconLabelDescriptionList"/>
    <dgm:cxn modelId="{EB563727-5EAF-47A7-94A0-B77BDBF731AC}" type="presParOf" srcId="{57A38C30-AC2E-4792-92DD-3DC139AA7C0B}" destId="{6BD123E0-5E03-4453-A253-B6D81107BF04}" srcOrd="0" destOrd="0" presId="urn:microsoft.com/office/officeart/2018/5/layout/CenteredIconLabelDescriptionList"/>
    <dgm:cxn modelId="{D94D5EE7-8B48-4505-956E-BC0406CF6127}" type="presParOf" srcId="{6BD123E0-5E03-4453-A253-B6D81107BF04}" destId="{87C9784D-AB1F-4DA9-B1C6-B648EB43F96B}" srcOrd="0" destOrd="0" presId="urn:microsoft.com/office/officeart/2018/5/layout/CenteredIconLabelDescriptionList"/>
    <dgm:cxn modelId="{9314459D-2567-4018-BCDD-964CC60D6564}" type="presParOf" srcId="{6BD123E0-5E03-4453-A253-B6D81107BF04}" destId="{0B261EEB-F9F8-49FF-97F3-C00B4C8E4AD8}" srcOrd="1" destOrd="0" presId="urn:microsoft.com/office/officeart/2018/5/layout/CenteredIconLabelDescriptionList"/>
    <dgm:cxn modelId="{74F7C084-AFFB-4DA7-A801-99A439492FBF}" type="presParOf" srcId="{6BD123E0-5E03-4453-A253-B6D81107BF04}" destId="{03117D0B-22A5-4C09-B061-01221371F24D}" srcOrd="2" destOrd="0" presId="urn:microsoft.com/office/officeart/2018/5/layout/CenteredIconLabelDescriptionList"/>
    <dgm:cxn modelId="{29FEA3EF-846B-4D65-BEAE-963020BF2E87}" type="presParOf" srcId="{6BD123E0-5E03-4453-A253-B6D81107BF04}" destId="{C1460B86-0AB8-4BF1-AA7D-65BEB9953553}" srcOrd="3" destOrd="0" presId="urn:microsoft.com/office/officeart/2018/5/layout/CenteredIconLabelDescriptionList"/>
    <dgm:cxn modelId="{16175111-1353-4235-BAD5-3BBFAE302FA0}" type="presParOf" srcId="{6BD123E0-5E03-4453-A253-B6D81107BF04}" destId="{7E875E90-E4AF-4796-9B91-5EEF461977D8}" srcOrd="4" destOrd="0" presId="urn:microsoft.com/office/officeart/2018/5/layout/CenteredIconLabelDescriptionList"/>
    <dgm:cxn modelId="{49D99FB8-6965-4FE6-9F24-C2FA5FA6C746}" type="presParOf" srcId="{57A38C30-AC2E-4792-92DD-3DC139AA7C0B}" destId="{3295D6AB-B66C-48FA-9AE4-BF9D07E5FCEE}" srcOrd="1" destOrd="0" presId="urn:microsoft.com/office/officeart/2018/5/layout/CenteredIconLabelDescriptionList"/>
    <dgm:cxn modelId="{29D797E3-82E1-4C9A-8E5F-3BC0A2A287A9}" type="presParOf" srcId="{57A38C30-AC2E-4792-92DD-3DC139AA7C0B}" destId="{473B5E22-EC3E-42B0-9ABB-8A1F4BFA0D64}" srcOrd="2" destOrd="0" presId="urn:microsoft.com/office/officeart/2018/5/layout/CenteredIconLabelDescriptionList"/>
    <dgm:cxn modelId="{AF2B4E62-4DC8-48F0-A15F-2D06A3ED5BA5}" type="presParOf" srcId="{473B5E22-EC3E-42B0-9ABB-8A1F4BFA0D64}" destId="{4F293631-166C-4AF4-884C-12A349245357}" srcOrd="0" destOrd="0" presId="urn:microsoft.com/office/officeart/2018/5/layout/CenteredIconLabelDescriptionList"/>
    <dgm:cxn modelId="{3737C7F7-E2FF-45D8-977F-D0A3690B1E15}" type="presParOf" srcId="{473B5E22-EC3E-42B0-9ABB-8A1F4BFA0D64}" destId="{B07B453D-003D-4C77-B4FB-19430D1771FB}" srcOrd="1" destOrd="0" presId="urn:microsoft.com/office/officeart/2018/5/layout/CenteredIconLabelDescriptionList"/>
    <dgm:cxn modelId="{92335383-D7AD-4DC6-B9FF-AFF0BD02BE5E}" type="presParOf" srcId="{473B5E22-EC3E-42B0-9ABB-8A1F4BFA0D64}" destId="{DE2CCC51-C3AB-441D-B8A4-BB2FB9FDBBF5}" srcOrd="2" destOrd="0" presId="urn:microsoft.com/office/officeart/2018/5/layout/CenteredIconLabelDescriptionList"/>
    <dgm:cxn modelId="{0B32626A-EEC8-4970-A717-BE4380A99BE1}" type="presParOf" srcId="{473B5E22-EC3E-42B0-9ABB-8A1F4BFA0D64}" destId="{C46D1377-F174-4583-82C8-F179DD9258DB}" srcOrd="3" destOrd="0" presId="urn:microsoft.com/office/officeart/2018/5/layout/CenteredIconLabelDescriptionList"/>
    <dgm:cxn modelId="{E70DB7AA-10BC-43E0-8319-83B58B949918}" type="presParOf" srcId="{473B5E22-EC3E-42B0-9ABB-8A1F4BFA0D64}" destId="{1F8819A3-F4F1-419B-AD5F-A471F087BF3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2.xml><?xml version="1.0" encoding="utf-8"?>
<dgm:dataModel xmlns:dgm="http://schemas.openxmlformats.org/drawingml/2006/diagram" xmlns:a="http://schemas.openxmlformats.org/drawingml/2006/main">
  <dgm:ptLst>
    <dgm:pt modelId="{148F328F-D790-4BBC-A434-8093A0DED9DF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B7FD8B11-1211-4158-8485-7D6A4819963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Midpoint</a:t>
          </a:r>
          <a:endParaRPr lang="en-US"/>
        </a:p>
      </dgm:t>
    </dgm:pt>
    <dgm:pt modelId="{9F13B3EB-7A14-4FFE-9E1D-EE00902EEABE}" type="parTrans" cxnId="{32A12922-24BF-41DC-9C43-F1C88C05D421}">
      <dgm:prSet/>
      <dgm:spPr/>
      <dgm:t>
        <a:bodyPr/>
        <a:lstStyle/>
        <a:p>
          <a:endParaRPr lang="en-US"/>
        </a:p>
      </dgm:t>
    </dgm:pt>
    <dgm:pt modelId="{83F0E7BF-A14B-45CA-9395-D60A08D91DE7}" type="sibTrans" cxnId="{32A12922-24BF-41DC-9C43-F1C88C05D421}">
      <dgm:prSet/>
      <dgm:spPr/>
      <dgm:t>
        <a:bodyPr/>
        <a:lstStyle/>
        <a:p>
          <a:endParaRPr lang="en-US"/>
        </a:p>
      </dgm:t>
    </dgm:pt>
    <dgm:pt modelId="{C1F274A2-4E09-42CF-896A-D035C84C0EA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from approximately two hours in</a:t>
          </a:r>
          <a:r>
            <a:rPr lang="tr-TR" dirty="0"/>
            <a:t> </a:t>
          </a:r>
          <a:r>
            <a:rPr lang="en-US" dirty="0"/>
            <a:t>the past</a:t>
          </a:r>
        </a:p>
      </dgm:t>
    </dgm:pt>
    <dgm:pt modelId="{B7C1611F-A93C-49FB-B50C-B62ADD0AC3CF}" type="parTrans" cxnId="{8AD75C8F-4DDC-48D0-A821-38EC1FA04CFD}">
      <dgm:prSet/>
      <dgm:spPr/>
      <dgm:t>
        <a:bodyPr/>
        <a:lstStyle/>
        <a:p>
          <a:endParaRPr lang="en-US"/>
        </a:p>
      </dgm:t>
    </dgm:pt>
    <dgm:pt modelId="{4583F2FD-8B01-48DC-BDCF-D0709859B59D}" type="sibTrans" cxnId="{8AD75C8F-4DDC-48D0-A821-38EC1FA04CFD}">
      <dgm:prSet/>
      <dgm:spPr/>
      <dgm:t>
        <a:bodyPr/>
        <a:lstStyle/>
        <a:p>
          <a:endParaRPr lang="en-US"/>
        </a:p>
      </dgm:t>
    </dgm:pt>
    <dgm:pt modelId="{CACE8539-EF90-47E3-AE3B-8C0CE1CA4EE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influence of any one block’s timestamp is reduced</a:t>
          </a:r>
        </a:p>
      </dgm:t>
    </dgm:pt>
    <dgm:pt modelId="{2956A3CE-C01B-4DBA-85D9-67C76623189C}" type="parTrans" cxnId="{D32D26E2-2A93-440A-BD13-D52A3E17D639}">
      <dgm:prSet/>
      <dgm:spPr/>
      <dgm:t>
        <a:bodyPr/>
        <a:lstStyle/>
        <a:p>
          <a:endParaRPr lang="en-US"/>
        </a:p>
      </dgm:t>
    </dgm:pt>
    <dgm:pt modelId="{5E242DB8-129B-4093-BFC3-A7CF42ECA009}" type="sibTrans" cxnId="{D32D26E2-2A93-440A-BD13-D52A3E17D639}">
      <dgm:prSet/>
      <dgm:spPr/>
      <dgm:t>
        <a:bodyPr/>
        <a:lstStyle/>
        <a:p>
          <a:endParaRPr lang="en-US"/>
        </a:p>
      </dgm:t>
    </dgm:pt>
    <dgm:pt modelId="{42E32158-C22B-43CC-81E4-7BE71591C76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11</a:t>
          </a:r>
          <a:r>
            <a:rPr lang="tr-TR"/>
            <a:t> </a:t>
          </a:r>
          <a:r>
            <a:rPr lang="en-US"/>
            <a:t>blocks</a:t>
          </a:r>
        </a:p>
      </dgm:t>
    </dgm:pt>
    <dgm:pt modelId="{164F9032-33C2-4A44-BE96-CC8B813D5469}" type="parTrans" cxnId="{19EC4FE8-7C4A-404D-90C7-65AD1854DCD0}">
      <dgm:prSet/>
      <dgm:spPr/>
      <dgm:t>
        <a:bodyPr/>
        <a:lstStyle/>
        <a:p>
          <a:endParaRPr lang="en-US"/>
        </a:p>
      </dgm:t>
    </dgm:pt>
    <dgm:pt modelId="{C0977B10-6E51-484E-971C-4257650EEAF4}" type="sibTrans" cxnId="{19EC4FE8-7C4A-404D-90C7-65AD1854DCD0}">
      <dgm:prSet/>
      <dgm:spPr/>
      <dgm:t>
        <a:bodyPr/>
        <a:lstStyle/>
        <a:p>
          <a:endParaRPr lang="en-US"/>
        </a:p>
      </dgm:t>
    </dgm:pt>
    <dgm:pt modelId="{F1BC962F-479C-4174-BAFF-FB19970EE47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no single miner can influence the timestamps </a:t>
          </a:r>
        </a:p>
      </dgm:t>
    </dgm:pt>
    <dgm:pt modelId="{9AA90A4F-EAB0-42A4-9770-57670AF50DB6}" type="parTrans" cxnId="{D02DB0E2-28E9-4B50-8ABD-EF06F9DCAB31}">
      <dgm:prSet/>
      <dgm:spPr/>
      <dgm:t>
        <a:bodyPr/>
        <a:lstStyle/>
        <a:p>
          <a:endParaRPr lang="en-US"/>
        </a:p>
      </dgm:t>
    </dgm:pt>
    <dgm:pt modelId="{8BCC8F23-9680-465B-AAD6-65FD99372FD5}" type="sibTrans" cxnId="{D02DB0E2-28E9-4B50-8ABD-EF06F9DCAB31}">
      <dgm:prSet/>
      <dgm:spPr/>
      <dgm:t>
        <a:bodyPr/>
        <a:lstStyle/>
        <a:p>
          <a:endParaRPr lang="en-US"/>
        </a:p>
      </dgm:t>
    </dgm:pt>
    <dgm:pt modelId="{3A02AB1E-DDF9-4F05-8696-24DF5CEE537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order to gain fees from transactions</a:t>
          </a:r>
          <a:r>
            <a:rPr lang="tr-TR"/>
            <a:t> </a:t>
          </a:r>
          <a:endParaRPr lang="en-US"/>
        </a:p>
      </dgm:t>
    </dgm:pt>
    <dgm:pt modelId="{EC5A2522-47CA-4B7D-B1F6-E7602D8F2F08}" type="parTrans" cxnId="{0E90DA41-79E9-4524-B0C1-5BDA1B810E11}">
      <dgm:prSet/>
      <dgm:spPr/>
      <dgm:t>
        <a:bodyPr/>
        <a:lstStyle/>
        <a:p>
          <a:endParaRPr lang="en-US"/>
        </a:p>
      </dgm:t>
    </dgm:pt>
    <dgm:pt modelId="{96E23CA5-BF08-4D37-95F9-01A6DED5205E}" type="sibTrans" cxnId="{0E90DA41-79E9-4524-B0C1-5BDA1B810E11}">
      <dgm:prSet/>
      <dgm:spPr/>
      <dgm:t>
        <a:bodyPr/>
        <a:lstStyle/>
        <a:p>
          <a:endParaRPr lang="en-US"/>
        </a:p>
      </dgm:t>
    </dgm:pt>
    <dgm:pt modelId="{89EA8AAF-8E70-451E-BDA5-3F047B93A18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with a </a:t>
          </a:r>
          <a:r>
            <a:rPr lang="en-US" dirty="0" err="1"/>
            <a:t>timelock</a:t>
          </a:r>
          <a:r>
            <a:rPr lang="en-US" dirty="0"/>
            <a:t> </a:t>
          </a:r>
          <a:r>
            <a:rPr lang="tr-TR" dirty="0"/>
            <a:t> </a:t>
          </a:r>
          <a:r>
            <a:rPr lang="en-US" dirty="0"/>
            <a:t>that hasn’t yet matured.</a:t>
          </a:r>
        </a:p>
      </dgm:t>
    </dgm:pt>
    <dgm:pt modelId="{D3AAD5B2-4FE7-425A-B7F3-804418A07031}" type="parTrans" cxnId="{84BE88D9-3D6B-4662-816B-986C1863D548}">
      <dgm:prSet/>
      <dgm:spPr/>
      <dgm:t>
        <a:bodyPr/>
        <a:lstStyle/>
        <a:p>
          <a:endParaRPr lang="en-US"/>
        </a:p>
      </dgm:t>
    </dgm:pt>
    <dgm:pt modelId="{1A221EA6-D500-4957-AE40-A2EB17D64D4D}" type="sibTrans" cxnId="{84BE88D9-3D6B-4662-816B-986C1863D548}">
      <dgm:prSet/>
      <dgm:spPr/>
      <dgm:t>
        <a:bodyPr/>
        <a:lstStyle/>
        <a:p>
          <a:endParaRPr lang="en-US"/>
        </a:p>
      </dgm:t>
    </dgm:pt>
    <dgm:pt modelId="{4ACB9D8B-3275-4154-A247-F0C6CCEC7FE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By </a:t>
          </a:r>
          <a:r>
            <a:rPr lang="en-US" dirty="0"/>
            <a:t>incorporating 11</a:t>
          </a:r>
          <a:r>
            <a:rPr lang="tr-TR" dirty="0"/>
            <a:t> </a:t>
          </a:r>
          <a:r>
            <a:rPr lang="en-US" dirty="0"/>
            <a:t>blocks</a:t>
          </a:r>
        </a:p>
      </dgm:t>
    </dgm:pt>
    <dgm:pt modelId="{C188030C-4225-4D0E-BF88-16FA8B84F467}" type="parTrans" cxnId="{C0AADA81-0AD5-4606-BF86-7E9DE82C62FF}">
      <dgm:prSet/>
      <dgm:spPr/>
    </dgm:pt>
    <dgm:pt modelId="{2BA2EFF7-7FF8-4E15-B041-B4B796BA757C}" type="sibTrans" cxnId="{C0AADA81-0AD5-4606-BF86-7E9DE82C62FF}">
      <dgm:prSet/>
      <dgm:spPr/>
    </dgm:pt>
    <dgm:pt modelId="{EC0AD156-CD09-4074-BE87-925CBD4C1C8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By taking the midpoint </a:t>
          </a:r>
        </a:p>
      </dgm:t>
    </dgm:pt>
    <dgm:pt modelId="{D8D5DDE3-7EDF-4318-BA78-F53DD57B8D07}" type="parTrans" cxnId="{03AE5C5D-6D4F-4547-83C3-0B13E4936A32}">
      <dgm:prSet/>
      <dgm:spPr/>
    </dgm:pt>
    <dgm:pt modelId="{20ACC4E0-B33A-4E20-9201-92AEC36E14EB}" type="sibTrans" cxnId="{03AE5C5D-6D4F-4547-83C3-0B13E4936A32}">
      <dgm:prSet/>
      <dgm:spPr/>
    </dgm:pt>
    <dgm:pt modelId="{F394A240-B44E-4539-BE16-10059E8E6CC7}" type="pres">
      <dgm:prSet presAssocID="{148F328F-D790-4BBC-A434-8093A0DED9DF}" presName="root" presStyleCnt="0">
        <dgm:presLayoutVars>
          <dgm:dir/>
          <dgm:resizeHandles val="exact"/>
        </dgm:presLayoutVars>
      </dgm:prSet>
      <dgm:spPr/>
    </dgm:pt>
    <dgm:pt modelId="{2F52E2B7-47C9-4CB2-96E9-7EC5327E694A}" type="pres">
      <dgm:prSet presAssocID="{B7FD8B11-1211-4158-8485-7D6A48199633}" presName="compNode" presStyleCnt="0"/>
      <dgm:spPr/>
    </dgm:pt>
    <dgm:pt modelId="{2EF1DE7F-4E4F-42AB-BD37-75D247FF3325}" type="pres">
      <dgm:prSet presAssocID="{B7FD8B11-1211-4158-8485-7D6A48199633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ronometre"/>
        </a:ext>
      </dgm:extLst>
    </dgm:pt>
    <dgm:pt modelId="{C0923564-DA99-4009-BD7C-A0AED01DE05E}" type="pres">
      <dgm:prSet presAssocID="{B7FD8B11-1211-4158-8485-7D6A48199633}" presName="iconSpace" presStyleCnt="0"/>
      <dgm:spPr/>
    </dgm:pt>
    <dgm:pt modelId="{86D04566-A6C8-48BD-AA72-658E2CEBED63}" type="pres">
      <dgm:prSet presAssocID="{B7FD8B11-1211-4158-8485-7D6A48199633}" presName="parTx" presStyleLbl="revTx" presStyleIdx="0" presStyleCnt="4">
        <dgm:presLayoutVars>
          <dgm:chMax val="0"/>
          <dgm:chPref val="0"/>
        </dgm:presLayoutVars>
      </dgm:prSet>
      <dgm:spPr/>
    </dgm:pt>
    <dgm:pt modelId="{9202F141-ACB5-48A6-B2DA-131573134374}" type="pres">
      <dgm:prSet presAssocID="{B7FD8B11-1211-4158-8485-7D6A48199633}" presName="txSpace" presStyleCnt="0"/>
      <dgm:spPr/>
    </dgm:pt>
    <dgm:pt modelId="{E2D4BBE6-8730-4E1B-97BC-7C70D2C4FEBF}" type="pres">
      <dgm:prSet presAssocID="{B7FD8B11-1211-4158-8485-7D6A48199633}" presName="desTx" presStyleLbl="revTx" presStyleIdx="1" presStyleCnt="4">
        <dgm:presLayoutVars/>
      </dgm:prSet>
      <dgm:spPr/>
    </dgm:pt>
    <dgm:pt modelId="{BF41FC7A-10F5-4A74-9FF2-8EDFF614BD97}" type="pres">
      <dgm:prSet presAssocID="{83F0E7BF-A14B-45CA-9395-D60A08D91DE7}" presName="sibTrans" presStyleCnt="0"/>
      <dgm:spPr/>
    </dgm:pt>
    <dgm:pt modelId="{BD426B51-4AAB-40A3-964B-826D38E57A43}" type="pres">
      <dgm:prSet presAssocID="{42E32158-C22B-43CC-81E4-7BE71591C76B}" presName="compNode" presStyleCnt="0"/>
      <dgm:spPr/>
    </dgm:pt>
    <dgm:pt modelId="{5DD997DE-F3AD-4933-9023-AB13396BE42D}" type="pres">
      <dgm:prSet presAssocID="{42E32158-C22B-43CC-81E4-7BE71591C76B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ar"/>
        </a:ext>
      </dgm:extLst>
    </dgm:pt>
    <dgm:pt modelId="{1F5B5401-ACE8-4C97-BD5E-2F42E036C56F}" type="pres">
      <dgm:prSet presAssocID="{42E32158-C22B-43CC-81E4-7BE71591C76B}" presName="iconSpace" presStyleCnt="0"/>
      <dgm:spPr/>
    </dgm:pt>
    <dgm:pt modelId="{5DF2ED69-97D8-4EF9-ACB9-F03538328337}" type="pres">
      <dgm:prSet presAssocID="{42E32158-C22B-43CC-81E4-7BE71591C76B}" presName="parTx" presStyleLbl="revTx" presStyleIdx="2" presStyleCnt="4">
        <dgm:presLayoutVars>
          <dgm:chMax val="0"/>
          <dgm:chPref val="0"/>
        </dgm:presLayoutVars>
      </dgm:prSet>
      <dgm:spPr/>
    </dgm:pt>
    <dgm:pt modelId="{BDDBC343-3B36-4DF1-AF6E-3AE1921AF5DC}" type="pres">
      <dgm:prSet presAssocID="{42E32158-C22B-43CC-81E4-7BE71591C76B}" presName="txSpace" presStyleCnt="0"/>
      <dgm:spPr/>
    </dgm:pt>
    <dgm:pt modelId="{60C16FA5-C2DD-4C23-AF91-C86C945731AF}" type="pres">
      <dgm:prSet presAssocID="{42E32158-C22B-43CC-81E4-7BE71591C76B}" presName="desTx" presStyleLbl="revTx" presStyleIdx="3" presStyleCnt="4">
        <dgm:presLayoutVars/>
      </dgm:prSet>
      <dgm:spPr/>
    </dgm:pt>
  </dgm:ptLst>
  <dgm:cxnLst>
    <dgm:cxn modelId="{F9871610-C9B9-43E4-9E33-209746793E3B}" type="presOf" srcId="{EC0AD156-CD09-4074-BE87-925CBD4C1C87}" destId="{E2D4BBE6-8730-4E1B-97BC-7C70D2C4FEBF}" srcOrd="0" destOrd="0" presId="urn:microsoft.com/office/officeart/2018/5/layout/CenteredIconLabelDescriptionList"/>
    <dgm:cxn modelId="{32A12922-24BF-41DC-9C43-F1C88C05D421}" srcId="{148F328F-D790-4BBC-A434-8093A0DED9DF}" destId="{B7FD8B11-1211-4158-8485-7D6A48199633}" srcOrd="0" destOrd="0" parTransId="{9F13B3EB-7A14-4FFE-9E1D-EE00902EEABE}" sibTransId="{83F0E7BF-A14B-45CA-9395-D60A08D91DE7}"/>
    <dgm:cxn modelId="{DAFB863B-BE3A-4773-A208-20C47CF1C5DE}" type="presOf" srcId="{3A02AB1E-DDF9-4F05-8696-24DF5CEE5370}" destId="{60C16FA5-C2DD-4C23-AF91-C86C945731AF}" srcOrd="0" destOrd="2" presId="urn:microsoft.com/office/officeart/2018/5/layout/CenteredIconLabelDescriptionList"/>
    <dgm:cxn modelId="{03AE5C5D-6D4F-4547-83C3-0B13E4936A32}" srcId="{B7FD8B11-1211-4158-8485-7D6A48199633}" destId="{EC0AD156-CD09-4074-BE87-925CBD4C1C87}" srcOrd="0" destOrd="0" parTransId="{D8D5DDE3-7EDF-4318-BA78-F53DD57B8D07}" sibTransId="{20ACC4E0-B33A-4E20-9201-92AEC36E14EB}"/>
    <dgm:cxn modelId="{0E90DA41-79E9-4524-B0C1-5BDA1B810E11}" srcId="{42E32158-C22B-43CC-81E4-7BE71591C76B}" destId="{3A02AB1E-DDF9-4F05-8696-24DF5CEE5370}" srcOrd="2" destOrd="0" parTransId="{EC5A2522-47CA-4B7D-B1F6-E7602D8F2F08}" sibTransId="{96E23CA5-BF08-4D37-95F9-01A6DED5205E}"/>
    <dgm:cxn modelId="{35475343-FBD1-4B09-A19D-115D483AD20E}" type="presOf" srcId="{42E32158-C22B-43CC-81E4-7BE71591C76B}" destId="{5DF2ED69-97D8-4EF9-ACB9-F03538328337}" srcOrd="0" destOrd="0" presId="urn:microsoft.com/office/officeart/2018/5/layout/CenteredIconLabelDescriptionList"/>
    <dgm:cxn modelId="{15186C49-0151-46F5-B013-88A683E8650C}" type="presOf" srcId="{B7FD8B11-1211-4158-8485-7D6A48199633}" destId="{86D04566-A6C8-48BD-AA72-658E2CEBED63}" srcOrd="0" destOrd="0" presId="urn:microsoft.com/office/officeart/2018/5/layout/CenteredIconLabelDescriptionList"/>
    <dgm:cxn modelId="{DDC7AF4B-D37D-49A0-A86C-ECAB561E7083}" type="presOf" srcId="{4ACB9D8B-3275-4154-A247-F0C6CCEC7FE3}" destId="{60C16FA5-C2DD-4C23-AF91-C86C945731AF}" srcOrd="0" destOrd="0" presId="urn:microsoft.com/office/officeart/2018/5/layout/CenteredIconLabelDescriptionList"/>
    <dgm:cxn modelId="{DC27F570-58A7-4569-A084-60DDF840891E}" type="presOf" srcId="{CACE8539-EF90-47E3-AE3B-8C0CE1CA4EE6}" destId="{E2D4BBE6-8730-4E1B-97BC-7C70D2C4FEBF}" srcOrd="0" destOrd="2" presId="urn:microsoft.com/office/officeart/2018/5/layout/CenteredIconLabelDescriptionList"/>
    <dgm:cxn modelId="{C0AADA81-0AD5-4606-BF86-7E9DE82C62FF}" srcId="{42E32158-C22B-43CC-81E4-7BE71591C76B}" destId="{4ACB9D8B-3275-4154-A247-F0C6CCEC7FE3}" srcOrd="0" destOrd="0" parTransId="{C188030C-4225-4D0E-BF88-16FA8B84F467}" sibTransId="{2BA2EFF7-7FF8-4E15-B041-B4B796BA757C}"/>
    <dgm:cxn modelId="{8AD75C8F-4DDC-48D0-A821-38EC1FA04CFD}" srcId="{B7FD8B11-1211-4158-8485-7D6A48199633}" destId="{C1F274A2-4E09-42CF-896A-D035C84C0EA2}" srcOrd="1" destOrd="0" parTransId="{B7C1611F-A93C-49FB-B50C-B62ADD0AC3CF}" sibTransId="{4583F2FD-8B01-48DC-BDCF-D0709859B59D}"/>
    <dgm:cxn modelId="{009F06A8-B854-4B1C-A2C3-3C722309C570}" type="presOf" srcId="{F1BC962F-479C-4174-BAFF-FB19970EE47E}" destId="{60C16FA5-C2DD-4C23-AF91-C86C945731AF}" srcOrd="0" destOrd="1" presId="urn:microsoft.com/office/officeart/2018/5/layout/CenteredIconLabelDescriptionList"/>
    <dgm:cxn modelId="{372B21B1-1521-442A-8C1B-8EF66A245889}" type="presOf" srcId="{148F328F-D790-4BBC-A434-8093A0DED9DF}" destId="{F394A240-B44E-4539-BE16-10059E8E6CC7}" srcOrd="0" destOrd="0" presId="urn:microsoft.com/office/officeart/2018/5/layout/CenteredIconLabelDescriptionList"/>
    <dgm:cxn modelId="{442E94B8-94A6-4F35-8B90-BD15A84564E9}" type="presOf" srcId="{C1F274A2-4E09-42CF-896A-D035C84C0EA2}" destId="{E2D4BBE6-8730-4E1B-97BC-7C70D2C4FEBF}" srcOrd="0" destOrd="1" presId="urn:microsoft.com/office/officeart/2018/5/layout/CenteredIconLabelDescriptionList"/>
    <dgm:cxn modelId="{3F5990D4-1CF9-4457-941F-AF0C0B9B30C4}" type="presOf" srcId="{89EA8AAF-8E70-451E-BDA5-3F047B93A18B}" destId="{60C16FA5-C2DD-4C23-AF91-C86C945731AF}" srcOrd="0" destOrd="3" presId="urn:microsoft.com/office/officeart/2018/5/layout/CenteredIconLabelDescriptionList"/>
    <dgm:cxn modelId="{84BE88D9-3D6B-4662-816B-986C1863D548}" srcId="{42E32158-C22B-43CC-81E4-7BE71591C76B}" destId="{89EA8AAF-8E70-451E-BDA5-3F047B93A18B}" srcOrd="3" destOrd="0" parTransId="{D3AAD5B2-4FE7-425A-B7F3-804418A07031}" sibTransId="{1A221EA6-D500-4957-AE40-A2EB17D64D4D}"/>
    <dgm:cxn modelId="{D32D26E2-2A93-440A-BD13-D52A3E17D639}" srcId="{B7FD8B11-1211-4158-8485-7D6A48199633}" destId="{CACE8539-EF90-47E3-AE3B-8C0CE1CA4EE6}" srcOrd="2" destOrd="0" parTransId="{2956A3CE-C01B-4DBA-85D9-67C76623189C}" sibTransId="{5E242DB8-129B-4093-BFC3-A7CF42ECA009}"/>
    <dgm:cxn modelId="{D02DB0E2-28E9-4B50-8ABD-EF06F9DCAB31}" srcId="{42E32158-C22B-43CC-81E4-7BE71591C76B}" destId="{F1BC962F-479C-4174-BAFF-FB19970EE47E}" srcOrd="1" destOrd="0" parTransId="{9AA90A4F-EAB0-42A4-9770-57670AF50DB6}" sibTransId="{8BCC8F23-9680-465B-AAD6-65FD99372FD5}"/>
    <dgm:cxn modelId="{19EC4FE8-7C4A-404D-90C7-65AD1854DCD0}" srcId="{148F328F-D790-4BBC-A434-8093A0DED9DF}" destId="{42E32158-C22B-43CC-81E4-7BE71591C76B}" srcOrd="1" destOrd="0" parTransId="{164F9032-33C2-4A44-BE96-CC8B813D5469}" sibTransId="{C0977B10-6E51-484E-971C-4257650EEAF4}"/>
    <dgm:cxn modelId="{EA572B90-9F5C-4AD8-92A0-E0B7021FE306}" type="presParOf" srcId="{F394A240-B44E-4539-BE16-10059E8E6CC7}" destId="{2F52E2B7-47C9-4CB2-96E9-7EC5327E694A}" srcOrd="0" destOrd="0" presId="urn:microsoft.com/office/officeart/2018/5/layout/CenteredIconLabelDescriptionList"/>
    <dgm:cxn modelId="{DEC4B696-1109-464C-8E83-D3CEA4B43597}" type="presParOf" srcId="{2F52E2B7-47C9-4CB2-96E9-7EC5327E694A}" destId="{2EF1DE7F-4E4F-42AB-BD37-75D247FF3325}" srcOrd="0" destOrd="0" presId="urn:microsoft.com/office/officeart/2018/5/layout/CenteredIconLabelDescriptionList"/>
    <dgm:cxn modelId="{D1AFF187-F998-46F9-BAC7-F605616F91C3}" type="presParOf" srcId="{2F52E2B7-47C9-4CB2-96E9-7EC5327E694A}" destId="{C0923564-DA99-4009-BD7C-A0AED01DE05E}" srcOrd="1" destOrd="0" presId="urn:microsoft.com/office/officeart/2018/5/layout/CenteredIconLabelDescriptionList"/>
    <dgm:cxn modelId="{B6982644-30CB-485D-99BB-00F9B768AC45}" type="presParOf" srcId="{2F52E2B7-47C9-4CB2-96E9-7EC5327E694A}" destId="{86D04566-A6C8-48BD-AA72-658E2CEBED63}" srcOrd="2" destOrd="0" presId="urn:microsoft.com/office/officeart/2018/5/layout/CenteredIconLabelDescriptionList"/>
    <dgm:cxn modelId="{69AF6C12-BCA1-49F3-97A8-C2CBAEEAD835}" type="presParOf" srcId="{2F52E2B7-47C9-4CB2-96E9-7EC5327E694A}" destId="{9202F141-ACB5-48A6-B2DA-131573134374}" srcOrd="3" destOrd="0" presId="urn:microsoft.com/office/officeart/2018/5/layout/CenteredIconLabelDescriptionList"/>
    <dgm:cxn modelId="{B7DB5FAF-CC09-43E6-9BF8-D6A69D31E615}" type="presParOf" srcId="{2F52E2B7-47C9-4CB2-96E9-7EC5327E694A}" destId="{E2D4BBE6-8730-4E1B-97BC-7C70D2C4FEBF}" srcOrd="4" destOrd="0" presId="urn:microsoft.com/office/officeart/2018/5/layout/CenteredIconLabelDescriptionList"/>
    <dgm:cxn modelId="{5047A465-455E-41BF-8C0E-05D5A4681020}" type="presParOf" srcId="{F394A240-B44E-4539-BE16-10059E8E6CC7}" destId="{BF41FC7A-10F5-4A74-9FF2-8EDFF614BD97}" srcOrd="1" destOrd="0" presId="urn:microsoft.com/office/officeart/2018/5/layout/CenteredIconLabelDescriptionList"/>
    <dgm:cxn modelId="{81795A65-711E-45B1-ACAB-7563F7E9E580}" type="presParOf" srcId="{F394A240-B44E-4539-BE16-10059E8E6CC7}" destId="{BD426B51-4AAB-40A3-964B-826D38E57A43}" srcOrd="2" destOrd="0" presId="urn:microsoft.com/office/officeart/2018/5/layout/CenteredIconLabelDescriptionList"/>
    <dgm:cxn modelId="{9329CF31-B96F-4C01-83CB-5A361DF0B212}" type="presParOf" srcId="{BD426B51-4AAB-40A3-964B-826D38E57A43}" destId="{5DD997DE-F3AD-4933-9023-AB13396BE42D}" srcOrd="0" destOrd="0" presId="urn:microsoft.com/office/officeart/2018/5/layout/CenteredIconLabelDescriptionList"/>
    <dgm:cxn modelId="{001BE325-C074-440D-8CCD-9C9D755F122C}" type="presParOf" srcId="{BD426B51-4AAB-40A3-964B-826D38E57A43}" destId="{1F5B5401-ACE8-4C97-BD5E-2F42E036C56F}" srcOrd="1" destOrd="0" presId="urn:microsoft.com/office/officeart/2018/5/layout/CenteredIconLabelDescriptionList"/>
    <dgm:cxn modelId="{D8D45F7C-2CCB-4E13-B386-15FED753B075}" type="presParOf" srcId="{BD426B51-4AAB-40A3-964B-826D38E57A43}" destId="{5DF2ED69-97D8-4EF9-ACB9-F03538328337}" srcOrd="2" destOrd="0" presId="urn:microsoft.com/office/officeart/2018/5/layout/CenteredIconLabelDescriptionList"/>
    <dgm:cxn modelId="{F39ED134-1568-430B-A83B-141981FC7938}" type="presParOf" srcId="{BD426B51-4AAB-40A3-964B-826D38E57A43}" destId="{BDDBC343-3B36-4DF1-AF6E-3AE1921AF5DC}" srcOrd="3" destOrd="0" presId="urn:microsoft.com/office/officeart/2018/5/layout/CenteredIconLabelDescriptionList"/>
    <dgm:cxn modelId="{1F354CC6-7A4E-4F98-9C47-D67D3E34BA5F}" type="presParOf" srcId="{BD426B51-4AAB-40A3-964B-826D38E57A43}" destId="{60C16FA5-C2DD-4C23-AF91-C86C945731A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3.xml><?xml version="1.0" encoding="utf-8"?>
<dgm:dataModel xmlns:dgm="http://schemas.openxmlformats.org/drawingml/2006/diagram" xmlns:a="http://schemas.openxmlformats.org/drawingml/2006/main">
  <dgm:ptLst>
    <dgm:pt modelId="{70A596F1-25A4-4E56-8B74-61E553F7842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F95604DE-075C-4C67-82BD-557D9131437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Median-Time-Past </a:t>
          </a:r>
        </a:p>
      </dgm:t>
    </dgm:pt>
    <dgm:pt modelId="{ECA581D0-E909-4226-A8A6-9CD85869D5C2}" type="parTrans" cxnId="{7D3AEB40-EEF5-4B51-89FC-1EE77BDD3296}">
      <dgm:prSet/>
      <dgm:spPr/>
      <dgm:t>
        <a:bodyPr/>
        <a:lstStyle/>
        <a:p>
          <a:endParaRPr lang="en-US"/>
        </a:p>
      </dgm:t>
    </dgm:pt>
    <dgm:pt modelId="{F48A5764-5136-4709-97F4-45A2B93A6688}" type="sibTrans" cxnId="{7D3AEB40-EEF5-4B51-89FC-1EE77BDD3296}">
      <dgm:prSet/>
      <dgm:spPr/>
      <dgm:t>
        <a:bodyPr/>
        <a:lstStyle/>
        <a:p>
          <a:endParaRPr lang="en-US"/>
        </a:p>
      </dgm:t>
    </dgm:pt>
    <dgm:pt modelId="{AB36D6A6-DDED-470E-BB50-A1F3032B9EF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changes the implementation of time calculations </a:t>
          </a:r>
        </a:p>
      </dgm:t>
    </dgm:pt>
    <dgm:pt modelId="{406191DC-4D2F-43E0-92CC-AFC24B40D9A8}" type="parTrans" cxnId="{27253504-4A7F-40A3-ADE8-2AA3A776D74A}">
      <dgm:prSet/>
      <dgm:spPr/>
      <dgm:t>
        <a:bodyPr/>
        <a:lstStyle/>
        <a:p>
          <a:endParaRPr lang="en-US"/>
        </a:p>
      </dgm:t>
    </dgm:pt>
    <dgm:pt modelId="{F9FCEADE-DB3D-44A6-B616-CE6BB349C213}" type="sibTrans" cxnId="{27253504-4A7F-40A3-ADE8-2AA3A776D74A}">
      <dgm:prSet/>
      <dgm:spPr/>
      <dgm:t>
        <a:bodyPr/>
        <a:lstStyle/>
        <a:p>
          <a:endParaRPr lang="en-US"/>
        </a:p>
      </dgm:t>
    </dgm:pt>
    <dgm:pt modelId="{86765E03-5BFC-4357-8978-A34FDEDBAB7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 nLocktime,</a:t>
          </a:r>
          <a:r>
            <a:rPr lang="tr-TR"/>
            <a:t> </a:t>
          </a:r>
          <a:r>
            <a:rPr lang="en-US"/>
            <a:t>CLTV, nSequence, and CSV. </a:t>
          </a:r>
        </a:p>
      </dgm:t>
    </dgm:pt>
    <dgm:pt modelId="{50A1276F-A708-4F5B-8D9C-E5BC157A9825}" type="parTrans" cxnId="{382FC8D9-A155-4E5A-830D-F06730CBEAB6}">
      <dgm:prSet/>
      <dgm:spPr/>
      <dgm:t>
        <a:bodyPr/>
        <a:lstStyle/>
        <a:p>
          <a:endParaRPr lang="en-US"/>
        </a:p>
      </dgm:t>
    </dgm:pt>
    <dgm:pt modelId="{967A50CB-822E-4CB0-A2AD-5EB9CB82D18A}" type="sibTrans" cxnId="{382FC8D9-A155-4E5A-830D-F06730CBEAB6}">
      <dgm:prSet/>
      <dgm:spPr/>
      <dgm:t>
        <a:bodyPr/>
        <a:lstStyle/>
        <a:p>
          <a:endParaRPr lang="en-US"/>
        </a:p>
      </dgm:t>
    </dgm:pt>
    <dgm:pt modelId="{3E06C02C-AE16-49A3-8D2E-A6E686EC01D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consensus time </a:t>
          </a:r>
        </a:p>
      </dgm:t>
    </dgm:pt>
    <dgm:pt modelId="{BB2CDC3C-AE1F-4B74-9DBA-1604B9A10B5E}" type="parTrans" cxnId="{5BB60101-C02F-4CF1-8CE9-829481386930}">
      <dgm:prSet/>
      <dgm:spPr/>
      <dgm:t>
        <a:bodyPr/>
        <a:lstStyle/>
        <a:p>
          <a:endParaRPr lang="en-US"/>
        </a:p>
      </dgm:t>
    </dgm:pt>
    <dgm:pt modelId="{F2C707E9-0F1A-4494-AE87-03AF1DC609A9}" type="sibTrans" cxnId="{5BB60101-C02F-4CF1-8CE9-829481386930}">
      <dgm:prSet/>
      <dgm:spPr/>
      <dgm:t>
        <a:bodyPr/>
        <a:lstStyle/>
        <a:p>
          <a:endParaRPr lang="en-US"/>
        </a:p>
      </dgm:t>
    </dgm:pt>
    <dgm:pt modelId="{C24D8241-FD2C-4463-8E9C-219EA3F0D5F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calculated by Median-Time-Past </a:t>
          </a:r>
        </a:p>
      </dgm:t>
    </dgm:pt>
    <dgm:pt modelId="{77F2197F-C173-4EA9-AD3C-D70E7FDC7FE3}" type="parTrans" cxnId="{AEF49749-E0BF-4200-A804-2DDC33409DF8}">
      <dgm:prSet/>
      <dgm:spPr/>
      <dgm:t>
        <a:bodyPr/>
        <a:lstStyle/>
        <a:p>
          <a:endParaRPr lang="en-US"/>
        </a:p>
      </dgm:t>
    </dgm:pt>
    <dgm:pt modelId="{558D5931-B4F5-4023-B982-E57F6F94B5CD}" type="sibTrans" cxnId="{AEF49749-E0BF-4200-A804-2DDC33409DF8}">
      <dgm:prSet/>
      <dgm:spPr/>
      <dgm:t>
        <a:bodyPr/>
        <a:lstStyle/>
        <a:p>
          <a:endParaRPr lang="en-US"/>
        </a:p>
      </dgm:t>
    </dgm:pt>
    <dgm:pt modelId="{973D15E8-7ECA-4D98-821B-5CDC6442942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is</a:t>
          </a:r>
          <a:r>
            <a:rPr lang="tr-TR"/>
            <a:t> </a:t>
          </a:r>
          <a:r>
            <a:rPr lang="en-US"/>
            <a:t>always approximately one hour behind wall clock time. </a:t>
          </a:r>
        </a:p>
      </dgm:t>
    </dgm:pt>
    <dgm:pt modelId="{66B18C39-FE40-4B0E-9C4E-74CB47D42D91}" type="parTrans" cxnId="{662CFA51-05A7-40B4-855D-3126B6060DF2}">
      <dgm:prSet/>
      <dgm:spPr/>
      <dgm:t>
        <a:bodyPr/>
        <a:lstStyle/>
        <a:p>
          <a:endParaRPr lang="en-US"/>
        </a:p>
      </dgm:t>
    </dgm:pt>
    <dgm:pt modelId="{7059199F-C0F9-4745-91D9-9A3D7D5BD003}" type="sibTrans" cxnId="{662CFA51-05A7-40B4-855D-3126B6060DF2}">
      <dgm:prSet/>
      <dgm:spPr/>
      <dgm:t>
        <a:bodyPr/>
        <a:lstStyle/>
        <a:p>
          <a:endParaRPr lang="en-US"/>
        </a:p>
      </dgm:t>
    </dgm:pt>
    <dgm:pt modelId="{AE617CA2-2848-4A12-9D10-AA2679BECF7E}" type="pres">
      <dgm:prSet presAssocID="{70A596F1-25A4-4E56-8B74-61E553F7842D}" presName="root" presStyleCnt="0">
        <dgm:presLayoutVars>
          <dgm:dir/>
          <dgm:resizeHandles val="exact"/>
        </dgm:presLayoutVars>
      </dgm:prSet>
      <dgm:spPr/>
    </dgm:pt>
    <dgm:pt modelId="{BEB1B941-B79F-400D-AF35-065296CE6F0B}" type="pres">
      <dgm:prSet presAssocID="{F95604DE-075C-4C67-82BD-557D91314378}" presName="compNode" presStyleCnt="0"/>
      <dgm:spPr/>
    </dgm:pt>
    <dgm:pt modelId="{93A9ADDC-992A-4C36-92D0-1E1730C8B4E3}" type="pres">
      <dgm:prSet presAssocID="{F95604DE-075C-4C67-82BD-557D91314378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Akış Çizelgesi"/>
        </a:ext>
      </dgm:extLst>
    </dgm:pt>
    <dgm:pt modelId="{06F17F1E-ACD4-49F9-9DE9-2C120F6DE068}" type="pres">
      <dgm:prSet presAssocID="{F95604DE-075C-4C67-82BD-557D91314378}" presName="iconSpace" presStyleCnt="0"/>
      <dgm:spPr/>
    </dgm:pt>
    <dgm:pt modelId="{A335A793-C3DB-4962-94CC-EAB9204B82BA}" type="pres">
      <dgm:prSet presAssocID="{F95604DE-075C-4C67-82BD-557D91314378}" presName="parTx" presStyleLbl="revTx" presStyleIdx="0" presStyleCnt="4">
        <dgm:presLayoutVars>
          <dgm:chMax val="0"/>
          <dgm:chPref val="0"/>
        </dgm:presLayoutVars>
      </dgm:prSet>
      <dgm:spPr/>
    </dgm:pt>
    <dgm:pt modelId="{EFD8B374-A9CE-41BA-A30A-0526C96F9295}" type="pres">
      <dgm:prSet presAssocID="{F95604DE-075C-4C67-82BD-557D91314378}" presName="txSpace" presStyleCnt="0"/>
      <dgm:spPr/>
    </dgm:pt>
    <dgm:pt modelId="{5686B906-ECB1-486A-AA2B-243125090BEB}" type="pres">
      <dgm:prSet presAssocID="{F95604DE-075C-4C67-82BD-557D91314378}" presName="desTx" presStyleLbl="revTx" presStyleIdx="1" presStyleCnt="4">
        <dgm:presLayoutVars/>
      </dgm:prSet>
      <dgm:spPr/>
    </dgm:pt>
    <dgm:pt modelId="{02F889FD-7EE1-41B8-9722-5155F6FAA0AD}" type="pres">
      <dgm:prSet presAssocID="{F48A5764-5136-4709-97F4-45A2B93A6688}" presName="sibTrans" presStyleCnt="0"/>
      <dgm:spPr/>
    </dgm:pt>
    <dgm:pt modelId="{3ED47BA0-EEC1-47AC-8D50-05B920047AF5}" type="pres">
      <dgm:prSet presAssocID="{3E06C02C-AE16-49A3-8D2E-A6E686EC01D0}" presName="compNode" presStyleCnt="0"/>
      <dgm:spPr/>
    </dgm:pt>
    <dgm:pt modelId="{E3C5FDAF-391C-4CC0-854E-BCB796E38B26}" type="pres">
      <dgm:prSet presAssocID="{3E06C02C-AE16-49A3-8D2E-A6E686EC01D0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aat"/>
        </a:ext>
      </dgm:extLst>
    </dgm:pt>
    <dgm:pt modelId="{75A63F9C-A301-4D6A-93DC-2BA0E092FACC}" type="pres">
      <dgm:prSet presAssocID="{3E06C02C-AE16-49A3-8D2E-A6E686EC01D0}" presName="iconSpace" presStyleCnt="0"/>
      <dgm:spPr/>
    </dgm:pt>
    <dgm:pt modelId="{B7B0F405-C7B9-4A40-9299-1CF01B2A0CEA}" type="pres">
      <dgm:prSet presAssocID="{3E06C02C-AE16-49A3-8D2E-A6E686EC01D0}" presName="parTx" presStyleLbl="revTx" presStyleIdx="2" presStyleCnt="4">
        <dgm:presLayoutVars>
          <dgm:chMax val="0"/>
          <dgm:chPref val="0"/>
        </dgm:presLayoutVars>
      </dgm:prSet>
      <dgm:spPr/>
    </dgm:pt>
    <dgm:pt modelId="{B1CD2A46-FCA3-431D-A02F-9B7555C8EF8B}" type="pres">
      <dgm:prSet presAssocID="{3E06C02C-AE16-49A3-8D2E-A6E686EC01D0}" presName="txSpace" presStyleCnt="0"/>
      <dgm:spPr/>
    </dgm:pt>
    <dgm:pt modelId="{B932AB45-3360-474B-A16F-33A26B78C09E}" type="pres">
      <dgm:prSet presAssocID="{3E06C02C-AE16-49A3-8D2E-A6E686EC01D0}" presName="desTx" presStyleLbl="revTx" presStyleIdx="3" presStyleCnt="4">
        <dgm:presLayoutVars/>
      </dgm:prSet>
      <dgm:spPr/>
    </dgm:pt>
  </dgm:ptLst>
  <dgm:cxnLst>
    <dgm:cxn modelId="{5BB60101-C02F-4CF1-8CE9-829481386930}" srcId="{70A596F1-25A4-4E56-8B74-61E553F7842D}" destId="{3E06C02C-AE16-49A3-8D2E-A6E686EC01D0}" srcOrd="1" destOrd="0" parTransId="{BB2CDC3C-AE1F-4B74-9DBA-1604B9A10B5E}" sibTransId="{F2C707E9-0F1A-4494-AE87-03AF1DC609A9}"/>
    <dgm:cxn modelId="{B3929003-B816-4F0F-A03C-53784C380440}" type="presOf" srcId="{70A596F1-25A4-4E56-8B74-61E553F7842D}" destId="{AE617CA2-2848-4A12-9D10-AA2679BECF7E}" srcOrd="0" destOrd="0" presId="urn:microsoft.com/office/officeart/2018/5/layout/CenteredIconLabelDescriptionList"/>
    <dgm:cxn modelId="{27253504-4A7F-40A3-ADE8-2AA3A776D74A}" srcId="{F95604DE-075C-4C67-82BD-557D91314378}" destId="{AB36D6A6-DDED-470E-BB50-A1F3032B9EF3}" srcOrd="0" destOrd="0" parTransId="{406191DC-4D2F-43E0-92CC-AFC24B40D9A8}" sibTransId="{F9FCEADE-DB3D-44A6-B616-CE6BB349C213}"/>
    <dgm:cxn modelId="{D20C9C10-5BAC-4D15-9471-BF948BC7266C}" type="presOf" srcId="{973D15E8-7ECA-4D98-821B-5CDC64429427}" destId="{B932AB45-3360-474B-A16F-33A26B78C09E}" srcOrd="0" destOrd="1" presId="urn:microsoft.com/office/officeart/2018/5/layout/CenteredIconLabelDescriptionList"/>
    <dgm:cxn modelId="{EFF61C26-EF1B-4058-82F0-F07225605B3F}" type="presOf" srcId="{C24D8241-FD2C-4463-8E9C-219EA3F0D5F1}" destId="{B932AB45-3360-474B-A16F-33A26B78C09E}" srcOrd="0" destOrd="0" presId="urn:microsoft.com/office/officeart/2018/5/layout/CenteredIconLabelDescriptionList"/>
    <dgm:cxn modelId="{688E5936-12F9-4CFF-A517-1A3900170FD5}" type="presOf" srcId="{F95604DE-075C-4C67-82BD-557D91314378}" destId="{A335A793-C3DB-4962-94CC-EAB9204B82BA}" srcOrd="0" destOrd="0" presId="urn:microsoft.com/office/officeart/2018/5/layout/CenteredIconLabelDescriptionList"/>
    <dgm:cxn modelId="{52783C40-61D8-4B93-B012-5AED938FAA2E}" type="presOf" srcId="{86765E03-5BFC-4357-8978-A34FDEDBAB73}" destId="{5686B906-ECB1-486A-AA2B-243125090BEB}" srcOrd="0" destOrd="1" presId="urn:microsoft.com/office/officeart/2018/5/layout/CenteredIconLabelDescriptionList"/>
    <dgm:cxn modelId="{7D3AEB40-EEF5-4B51-89FC-1EE77BDD3296}" srcId="{70A596F1-25A4-4E56-8B74-61E553F7842D}" destId="{F95604DE-075C-4C67-82BD-557D91314378}" srcOrd="0" destOrd="0" parTransId="{ECA581D0-E909-4226-A8A6-9CD85869D5C2}" sibTransId="{F48A5764-5136-4709-97F4-45A2B93A6688}"/>
    <dgm:cxn modelId="{AEF49749-E0BF-4200-A804-2DDC33409DF8}" srcId="{3E06C02C-AE16-49A3-8D2E-A6E686EC01D0}" destId="{C24D8241-FD2C-4463-8E9C-219EA3F0D5F1}" srcOrd="0" destOrd="0" parTransId="{77F2197F-C173-4EA9-AD3C-D70E7FDC7FE3}" sibTransId="{558D5931-B4F5-4023-B982-E57F6F94B5CD}"/>
    <dgm:cxn modelId="{662CFA51-05A7-40B4-855D-3126B6060DF2}" srcId="{3E06C02C-AE16-49A3-8D2E-A6E686EC01D0}" destId="{973D15E8-7ECA-4D98-821B-5CDC64429427}" srcOrd="1" destOrd="0" parTransId="{66B18C39-FE40-4B0E-9C4E-74CB47D42D91}" sibTransId="{7059199F-C0F9-4745-91D9-9A3D7D5BD003}"/>
    <dgm:cxn modelId="{AD116B8E-2FB4-4D2F-80D2-94CEC4441F08}" type="presOf" srcId="{AB36D6A6-DDED-470E-BB50-A1F3032B9EF3}" destId="{5686B906-ECB1-486A-AA2B-243125090BEB}" srcOrd="0" destOrd="0" presId="urn:microsoft.com/office/officeart/2018/5/layout/CenteredIconLabelDescriptionList"/>
    <dgm:cxn modelId="{D63225CF-643B-4937-847A-547B1759EC39}" type="presOf" srcId="{3E06C02C-AE16-49A3-8D2E-A6E686EC01D0}" destId="{B7B0F405-C7B9-4A40-9299-1CF01B2A0CEA}" srcOrd="0" destOrd="0" presId="urn:microsoft.com/office/officeart/2018/5/layout/CenteredIconLabelDescriptionList"/>
    <dgm:cxn modelId="{382FC8D9-A155-4E5A-830D-F06730CBEAB6}" srcId="{F95604DE-075C-4C67-82BD-557D91314378}" destId="{86765E03-5BFC-4357-8978-A34FDEDBAB73}" srcOrd="1" destOrd="0" parTransId="{50A1276F-A708-4F5B-8D9C-E5BC157A9825}" sibTransId="{967A50CB-822E-4CB0-A2AD-5EB9CB82D18A}"/>
    <dgm:cxn modelId="{3AF30D06-27D2-4FB8-82EE-A2FAA7C0C959}" type="presParOf" srcId="{AE617CA2-2848-4A12-9D10-AA2679BECF7E}" destId="{BEB1B941-B79F-400D-AF35-065296CE6F0B}" srcOrd="0" destOrd="0" presId="urn:microsoft.com/office/officeart/2018/5/layout/CenteredIconLabelDescriptionList"/>
    <dgm:cxn modelId="{0D9A81EC-BBDD-48BD-B03F-E0D080FC4E3D}" type="presParOf" srcId="{BEB1B941-B79F-400D-AF35-065296CE6F0B}" destId="{93A9ADDC-992A-4C36-92D0-1E1730C8B4E3}" srcOrd="0" destOrd="0" presId="urn:microsoft.com/office/officeart/2018/5/layout/CenteredIconLabelDescriptionList"/>
    <dgm:cxn modelId="{3058FF05-D03F-425D-B0B0-3DE834D0136F}" type="presParOf" srcId="{BEB1B941-B79F-400D-AF35-065296CE6F0B}" destId="{06F17F1E-ACD4-49F9-9DE9-2C120F6DE068}" srcOrd="1" destOrd="0" presId="urn:microsoft.com/office/officeart/2018/5/layout/CenteredIconLabelDescriptionList"/>
    <dgm:cxn modelId="{6C2C1F42-8DFD-4E5D-B865-9C97C7FA0250}" type="presParOf" srcId="{BEB1B941-B79F-400D-AF35-065296CE6F0B}" destId="{A335A793-C3DB-4962-94CC-EAB9204B82BA}" srcOrd="2" destOrd="0" presId="urn:microsoft.com/office/officeart/2018/5/layout/CenteredIconLabelDescriptionList"/>
    <dgm:cxn modelId="{4AA910F3-F837-4FE3-B5FA-2F3CD8B42D71}" type="presParOf" srcId="{BEB1B941-B79F-400D-AF35-065296CE6F0B}" destId="{EFD8B374-A9CE-41BA-A30A-0526C96F9295}" srcOrd="3" destOrd="0" presId="urn:microsoft.com/office/officeart/2018/5/layout/CenteredIconLabelDescriptionList"/>
    <dgm:cxn modelId="{603C8FEF-D7BC-400E-9F2B-1CD1EBA202DC}" type="presParOf" srcId="{BEB1B941-B79F-400D-AF35-065296CE6F0B}" destId="{5686B906-ECB1-486A-AA2B-243125090BEB}" srcOrd="4" destOrd="0" presId="urn:microsoft.com/office/officeart/2018/5/layout/CenteredIconLabelDescriptionList"/>
    <dgm:cxn modelId="{660548F7-0F07-4F8B-AC4F-3082F6457DE0}" type="presParOf" srcId="{AE617CA2-2848-4A12-9D10-AA2679BECF7E}" destId="{02F889FD-7EE1-41B8-9722-5155F6FAA0AD}" srcOrd="1" destOrd="0" presId="urn:microsoft.com/office/officeart/2018/5/layout/CenteredIconLabelDescriptionList"/>
    <dgm:cxn modelId="{6917DBBA-B52F-40D2-BFF5-3E4028A0A0B2}" type="presParOf" srcId="{AE617CA2-2848-4A12-9D10-AA2679BECF7E}" destId="{3ED47BA0-EEC1-47AC-8D50-05B920047AF5}" srcOrd="2" destOrd="0" presId="urn:microsoft.com/office/officeart/2018/5/layout/CenteredIconLabelDescriptionList"/>
    <dgm:cxn modelId="{CC52C8C0-60DE-43F2-A15F-6BC38DA8A1BF}" type="presParOf" srcId="{3ED47BA0-EEC1-47AC-8D50-05B920047AF5}" destId="{E3C5FDAF-391C-4CC0-854E-BCB796E38B26}" srcOrd="0" destOrd="0" presId="urn:microsoft.com/office/officeart/2018/5/layout/CenteredIconLabelDescriptionList"/>
    <dgm:cxn modelId="{49C05918-B7B3-496C-A761-389069FE1D3C}" type="presParOf" srcId="{3ED47BA0-EEC1-47AC-8D50-05B920047AF5}" destId="{75A63F9C-A301-4D6A-93DC-2BA0E092FACC}" srcOrd="1" destOrd="0" presId="urn:microsoft.com/office/officeart/2018/5/layout/CenteredIconLabelDescriptionList"/>
    <dgm:cxn modelId="{00B8852F-5F2A-44B8-8269-3D40F47ECC0A}" type="presParOf" srcId="{3ED47BA0-EEC1-47AC-8D50-05B920047AF5}" destId="{B7B0F405-C7B9-4A40-9299-1CF01B2A0CEA}" srcOrd="2" destOrd="0" presId="urn:microsoft.com/office/officeart/2018/5/layout/CenteredIconLabelDescriptionList"/>
    <dgm:cxn modelId="{C43FDA9D-027B-4099-AB07-AF36D6698F1B}" type="presParOf" srcId="{3ED47BA0-EEC1-47AC-8D50-05B920047AF5}" destId="{B1CD2A46-FCA3-431D-A02F-9B7555C8EF8B}" srcOrd="3" destOrd="0" presId="urn:microsoft.com/office/officeart/2018/5/layout/CenteredIconLabelDescriptionList"/>
    <dgm:cxn modelId="{EFD3E605-C9D8-40B6-9FB6-1C9543C64676}" type="presParOf" srcId="{3ED47BA0-EEC1-47AC-8D50-05B920047AF5}" destId="{B932AB45-3360-474B-A16F-33A26B78C09E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4.xml><?xml version="1.0" encoding="utf-8"?>
<dgm:dataModel xmlns:dgm="http://schemas.openxmlformats.org/drawingml/2006/diagram" xmlns:a="http://schemas.openxmlformats.org/drawingml/2006/main">
  <dgm:ptLst>
    <dgm:pt modelId="{AF99FA29-8CEB-4E44-B3C0-D1D6716659EC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F5A36D49-E344-4912-BB4E-9F91723DF6B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If you create timelock transactions,</a:t>
          </a:r>
          <a:r>
            <a:rPr lang="tr-TR"/>
            <a:t> </a:t>
          </a:r>
          <a:endParaRPr lang="en-US"/>
        </a:p>
      </dgm:t>
    </dgm:pt>
    <dgm:pt modelId="{242EF37D-325D-4E82-9189-AEE2A58E75BC}" type="parTrans" cxnId="{2E0663BC-4966-4C71-BF5F-A90D70F20760}">
      <dgm:prSet/>
      <dgm:spPr/>
      <dgm:t>
        <a:bodyPr/>
        <a:lstStyle/>
        <a:p>
          <a:endParaRPr lang="en-US"/>
        </a:p>
      </dgm:t>
    </dgm:pt>
    <dgm:pt modelId="{EAC21D1D-3580-43B5-8BFD-4A178338DE96}" type="sibTrans" cxnId="{2E0663BC-4966-4C71-BF5F-A90D70F20760}">
      <dgm:prSet/>
      <dgm:spPr/>
      <dgm:t>
        <a:bodyPr/>
        <a:lstStyle/>
        <a:p>
          <a:endParaRPr lang="en-US"/>
        </a:p>
      </dgm:t>
    </dgm:pt>
    <dgm:pt modelId="{00C69D34-F2F6-43B9-AD3D-4024EB3D937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you should account for it when estimating the desired value </a:t>
          </a:r>
        </a:p>
      </dgm:t>
    </dgm:pt>
    <dgm:pt modelId="{99A38CD5-0929-4A07-BCAF-9CE7B97A8808}" type="parTrans" cxnId="{D4F77E0E-71CE-47DE-826F-D4A316FF9C2F}">
      <dgm:prSet/>
      <dgm:spPr/>
      <dgm:t>
        <a:bodyPr/>
        <a:lstStyle/>
        <a:p>
          <a:endParaRPr lang="en-US"/>
        </a:p>
      </dgm:t>
    </dgm:pt>
    <dgm:pt modelId="{6261CE1F-DA68-45B3-A1B5-0842655C3505}" type="sibTrans" cxnId="{D4F77E0E-71CE-47DE-826F-D4A316FF9C2F}">
      <dgm:prSet/>
      <dgm:spPr/>
      <dgm:t>
        <a:bodyPr/>
        <a:lstStyle/>
        <a:p>
          <a:endParaRPr lang="en-US"/>
        </a:p>
      </dgm:t>
    </dgm:pt>
    <dgm:pt modelId="{0700D340-029A-4D3B-87CA-F457CD5AB55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encode in</a:t>
          </a:r>
          <a:r>
            <a:rPr lang="tr-TR"/>
            <a:t> </a:t>
          </a:r>
          <a:r>
            <a:rPr lang="en-US"/>
            <a:t>nLocktime, nSequence, CLTV, and CSV.</a:t>
          </a:r>
        </a:p>
      </dgm:t>
    </dgm:pt>
    <dgm:pt modelId="{5587D746-F9A8-4B82-BC84-5E554F679A63}" type="parTrans" cxnId="{67433134-A0EF-4CAC-969C-0E58309308C6}">
      <dgm:prSet/>
      <dgm:spPr/>
      <dgm:t>
        <a:bodyPr/>
        <a:lstStyle/>
        <a:p>
          <a:endParaRPr lang="en-US"/>
        </a:p>
      </dgm:t>
    </dgm:pt>
    <dgm:pt modelId="{C54A4B28-E872-4FE6-8E1E-381785B3D09C}" type="sibTrans" cxnId="{67433134-A0EF-4CAC-969C-0E58309308C6}">
      <dgm:prSet/>
      <dgm:spPr/>
      <dgm:t>
        <a:bodyPr/>
        <a:lstStyle/>
        <a:p>
          <a:endParaRPr lang="en-US"/>
        </a:p>
      </dgm:t>
    </dgm:pt>
    <dgm:pt modelId="{990729AF-317B-4994-BCC5-B43F5D0C8D2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Median-Time-Past </a:t>
          </a:r>
        </a:p>
      </dgm:t>
    </dgm:pt>
    <dgm:pt modelId="{CBAD5C4A-6F21-46CE-8ACA-3AB03453DC9D}" type="parTrans" cxnId="{6A7C54C9-D1DD-45D6-8FC7-F768F1D981F3}">
      <dgm:prSet/>
      <dgm:spPr/>
      <dgm:t>
        <a:bodyPr/>
        <a:lstStyle/>
        <a:p>
          <a:endParaRPr lang="en-US"/>
        </a:p>
      </dgm:t>
    </dgm:pt>
    <dgm:pt modelId="{D5CE1712-E102-4A7A-A99B-89B18BA4E9D0}" type="sibTrans" cxnId="{6A7C54C9-D1DD-45D6-8FC7-F768F1D981F3}">
      <dgm:prSet/>
      <dgm:spPr/>
      <dgm:t>
        <a:bodyPr/>
        <a:lstStyle/>
        <a:p>
          <a:endParaRPr lang="en-US"/>
        </a:p>
      </dgm:t>
    </dgm:pt>
    <dgm:pt modelId="{E8F51F84-CADB-4753-B4C8-1D44C77316B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is specified in BIP-113</a:t>
          </a:r>
        </a:p>
      </dgm:t>
    </dgm:pt>
    <dgm:pt modelId="{153C84BC-6F25-4342-9163-F68022E0DC1A}" type="parTrans" cxnId="{9AD05C04-5EC5-47D4-9A80-223E781D078C}">
      <dgm:prSet/>
      <dgm:spPr/>
      <dgm:t>
        <a:bodyPr/>
        <a:lstStyle/>
        <a:p>
          <a:endParaRPr lang="en-US"/>
        </a:p>
      </dgm:t>
    </dgm:pt>
    <dgm:pt modelId="{AE3383DB-2FB4-4730-BAAC-4F14896779B5}" type="sibTrans" cxnId="{9AD05C04-5EC5-47D4-9A80-223E781D078C}">
      <dgm:prSet/>
      <dgm:spPr/>
      <dgm:t>
        <a:bodyPr/>
        <a:lstStyle/>
        <a:p>
          <a:endParaRPr lang="en-US"/>
        </a:p>
      </dgm:t>
    </dgm:pt>
    <dgm:pt modelId="{FA71A9B4-B5A0-4554-926A-2C0C39C1530F}" type="pres">
      <dgm:prSet presAssocID="{AF99FA29-8CEB-4E44-B3C0-D1D6716659EC}" presName="root" presStyleCnt="0">
        <dgm:presLayoutVars>
          <dgm:dir/>
          <dgm:resizeHandles val="exact"/>
        </dgm:presLayoutVars>
      </dgm:prSet>
      <dgm:spPr/>
    </dgm:pt>
    <dgm:pt modelId="{D4141665-BDC2-4B26-AA37-2E75DE080316}" type="pres">
      <dgm:prSet presAssocID="{F5A36D49-E344-4912-BB4E-9F91723DF6B4}" presName="compNode" presStyleCnt="0"/>
      <dgm:spPr/>
    </dgm:pt>
    <dgm:pt modelId="{4D9CEAD9-8D71-4A2E-8536-73A1348CE901}" type="pres">
      <dgm:prSet presAssocID="{F5A36D49-E344-4912-BB4E-9F91723DF6B4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rkod"/>
        </a:ext>
      </dgm:extLst>
    </dgm:pt>
    <dgm:pt modelId="{85B79249-29CD-408A-A498-47FF9E00872D}" type="pres">
      <dgm:prSet presAssocID="{F5A36D49-E344-4912-BB4E-9F91723DF6B4}" presName="iconSpace" presStyleCnt="0"/>
      <dgm:spPr/>
    </dgm:pt>
    <dgm:pt modelId="{D4E361C7-7EDD-401B-8EAB-9639897BDBC7}" type="pres">
      <dgm:prSet presAssocID="{F5A36D49-E344-4912-BB4E-9F91723DF6B4}" presName="parTx" presStyleLbl="revTx" presStyleIdx="0" presStyleCnt="4">
        <dgm:presLayoutVars>
          <dgm:chMax val="0"/>
          <dgm:chPref val="0"/>
        </dgm:presLayoutVars>
      </dgm:prSet>
      <dgm:spPr/>
    </dgm:pt>
    <dgm:pt modelId="{9DD86D98-6E34-4454-A0AE-24B2297D3D72}" type="pres">
      <dgm:prSet presAssocID="{F5A36D49-E344-4912-BB4E-9F91723DF6B4}" presName="txSpace" presStyleCnt="0"/>
      <dgm:spPr/>
    </dgm:pt>
    <dgm:pt modelId="{2B5E7EEC-7054-43F5-957F-25885138312F}" type="pres">
      <dgm:prSet presAssocID="{F5A36D49-E344-4912-BB4E-9F91723DF6B4}" presName="desTx" presStyleLbl="revTx" presStyleIdx="1" presStyleCnt="4">
        <dgm:presLayoutVars/>
      </dgm:prSet>
      <dgm:spPr/>
    </dgm:pt>
    <dgm:pt modelId="{67FE8783-E076-4175-A44E-E70A786D9CFA}" type="pres">
      <dgm:prSet presAssocID="{EAC21D1D-3580-43B5-8BFD-4A178338DE96}" presName="sibTrans" presStyleCnt="0"/>
      <dgm:spPr/>
    </dgm:pt>
    <dgm:pt modelId="{AEBAD4C9-6D0B-488D-9508-8C3CD88D2B85}" type="pres">
      <dgm:prSet presAssocID="{990729AF-317B-4994-BCC5-B43F5D0C8D22}" presName="compNode" presStyleCnt="0"/>
      <dgm:spPr/>
    </dgm:pt>
    <dgm:pt modelId="{5DDCDA6C-9B5A-4DC2-B2FA-D1899824F1A7}" type="pres">
      <dgm:prSet presAssocID="{990729AF-317B-4994-BCC5-B43F5D0C8D22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ronometre"/>
        </a:ext>
      </dgm:extLst>
    </dgm:pt>
    <dgm:pt modelId="{956B74BA-0045-4BD8-8FB8-DF7AD6726605}" type="pres">
      <dgm:prSet presAssocID="{990729AF-317B-4994-BCC5-B43F5D0C8D22}" presName="iconSpace" presStyleCnt="0"/>
      <dgm:spPr/>
    </dgm:pt>
    <dgm:pt modelId="{E75438D7-DC2F-4DEB-88DE-4E7D706BBABE}" type="pres">
      <dgm:prSet presAssocID="{990729AF-317B-4994-BCC5-B43F5D0C8D22}" presName="parTx" presStyleLbl="revTx" presStyleIdx="2" presStyleCnt="4">
        <dgm:presLayoutVars>
          <dgm:chMax val="0"/>
          <dgm:chPref val="0"/>
        </dgm:presLayoutVars>
      </dgm:prSet>
      <dgm:spPr/>
    </dgm:pt>
    <dgm:pt modelId="{C7B1C604-8DAA-412F-B0B1-BC583DDEA104}" type="pres">
      <dgm:prSet presAssocID="{990729AF-317B-4994-BCC5-B43F5D0C8D22}" presName="txSpace" presStyleCnt="0"/>
      <dgm:spPr/>
    </dgm:pt>
    <dgm:pt modelId="{807408B2-6714-4491-AFC7-9379075C34DF}" type="pres">
      <dgm:prSet presAssocID="{990729AF-317B-4994-BCC5-B43F5D0C8D22}" presName="desTx" presStyleLbl="revTx" presStyleIdx="3" presStyleCnt="4">
        <dgm:presLayoutVars/>
      </dgm:prSet>
      <dgm:spPr/>
    </dgm:pt>
  </dgm:ptLst>
  <dgm:cxnLst>
    <dgm:cxn modelId="{9AD05C04-5EC5-47D4-9A80-223E781D078C}" srcId="{990729AF-317B-4994-BCC5-B43F5D0C8D22}" destId="{E8F51F84-CADB-4753-B4C8-1D44C77316B2}" srcOrd="0" destOrd="0" parTransId="{153C84BC-6F25-4342-9163-F68022E0DC1A}" sibTransId="{AE3383DB-2FB4-4730-BAAC-4F14896779B5}"/>
    <dgm:cxn modelId="{D4F77E0E-71CE-47DE-826F-D4A316FF9C2F}" srcId="{F5A36D49-E344-4912-BB4E-9F91723DF6B4}" destId="{00C69D34-F2F6-43B9-AD3D-4024EB3D9370}" srcOrd="0" destOrd="0" parTransId="{99A38CD5-0929-4A07-BCAF-9CE7B97A8808}" sibTransId="{6261CE1F-DA68-45B3-A1B5-0842655C3505}"/>
    <dgm:cxn modelId="{67433134-A0EF-4CAC-969C-0E58309308C6}" srcId="{F5A36D49-E344-4912-BB4E-9F91723DF6B4}" destId="{0700D340-029A-4D3B-87CA-F457CD5AB550}" srcOrd="1" destOrd="0" parTransId="{5587D746-F9A8-4B82-BC84-5E554F679A63}" sibTransId="{C54A4B28-E872-4FE6-8E1E-381785B3D09C}"/>
    <dgm:cxn modelId="{B91FEC42-72A6-46D9-960D-3097E4233A13}" type="presOf" srcId="{AF99FA29-8CEB-4E44-B3C0-D1D6716659EC}" destId="{FA71A9B4-B5A0-4554-926A-2C0C39C1530F}" srcOrd="0" destOrd="0" presId="urn:microsoft.com/office/officeart/2018/5/layout/CenteredIconLabelDescriptionList"/>
    <dgm:cxn modelId="{8E41BA79-28B4-43A1-B521-83434501B308}" type="presOf" srcId="{00C69D34-F2F6-43B9-AD3D-4024EB3D9370}" destId="{2B5E7EEC-7054-43F5-957F-25885138312F}" srcOrd="0" destOrd="0" presId="urn:microsoft.com/office/officeart/2018/5/layout/CenteredIconLabelDescriptionList"/>
    <dgm:cxn modelId="{FB903AA5-2D5E-425B-B4AC-9B972C45CC3F}" type="presOf" srcId="{0700D340-029A-4D3B-87CA-F457CD5AB550}" destId="{2B5E7EEC-7054-43F5-957F-25885138312F}" srcOrd="0" destOrd="1" presId="urn:microsoft.com/office/officeart/2018/5/layout/CenteredIconLabelDescriptionList"/>
    <dgm:cxn modelId="{2E0663BC-4966-4C71-BF5F-A90D70F20760}" srcId="{AF99FA29-8CEB-4E44-B3C0-D1D6716659EC}" destId="{F5A36D49-E344-4912-BB4E-9F91723DF6B4}" srcOrd="0" destOrd="0" parTransId="{242EF37D-325D-4E82-9189-AEE2A58E75BC}" sibTransId="{EAC21D1D-3580-43B5-8BFD-4A178338DE96}"/>
    <dgm:cxn modelId="{6A7C54C9-D1DD-45D6-8FC7-F768F1D981F3}" srcId="{AF99FA29-8CEB-4E44-B3C0-D1D6716659EC}" destId="{990729AF-317B-4994-BCC5-B43F5D0C8D22}" srcOrd="1" destOrd="0" parTransId="{CBAD5C4A-6F21-46CE-8ACA-3AB03453DC9D}" sibTransId="{D5CE1712-E102-4A7A-A99B-89B18BA4E9D0}"/>
    <dgm:cxn modelId="{944674CE-E273-4167-AA42-D13B07AE6BB0}" type="presOf" srcId="{F5A36D49-E344-4912-BB4E-9F91723DF6B4}" destId="{D4E361C7-7EDD-401B-8EAB-9639897BDBC7}" srcOrd="0" destOrd="0" presId="urn:microsoft.com/office/officeart/2018/5/layout/CenteredIconLabelDescriptionList"/>
    <dgm:cxn modelId="{082A6AE6-8AFC-4AE5-85FA-2C3156BE0233}" type="presOf" srcId="{990729AF-317B-4994-BCC5-B43F5D0C8D22}" destId="{E75438D7-DC2F-4DEB-88DE-4E7D706BBABE}" srcOrd="0" destOrd="0" presId="urn:microsoft.com/office/officeart/2018/5/layout/CenteredIconLabelDescriptionList"/>
    <dgm:cxn modelId="{DBDCF0E8-1070-4A38-B265-15EF5FD278EA}" type="presOf" srcId="{E8F51F84-CADB-4753-B4C8-1D44C77316B2}" destId="{807408B2-6714-4491-AFC7-9379075C34DF}" srcOrd="0" destOrd="0" presId="urn:microsoft.com/office/officeart/2018/5/layout/CenteredIconLabelDescriptionList"/>
    <dgm:cxn modelId="{545CB66E-CF47-4CC9-96FF-09118F2A7E81}" type="presParOf" srcId="{FA71A9B4-B5A0-4554-926A-2C0C39C1530F}" destId="{D4141665-BDC2-4B26-AA37-2E75DE080316}" srcOrd="0" destOrd="0" presId="urn:microsoft.com/office/officeart/2018/5/layout/CenteredIconLabelDescriptionList"/>
    <dgm:cxn modelId="{228C1360-E4A9-4FFF-901D-F98FEE1177A3}" type="presParOf" srcId="{D4141665-BDC2-4B26-AA37-2E75DE080316}" destId="{4D9CEAD9-8D71-4A2E-8536-73A1348CE901}" srcOrd="0" destOrd="0" presId="urn:microsoft.com/office/officeart/2018/5/layout/CenteredIconLabelDescriptionList"/>
    <dgm:cxn modelId="{8B0A83ED-624E-4460-B164-8EB46A35D456}" type="presParOf" srcId="{D4141665-BDC2-4B26-AA37-2E75DE080316}" destId="{85B79249-29CD-408A-A498-47FF9E00872D}" srcOrd="1" destOrd="0" presId="urn:microsoft.com/office/officeart/2018/5/layout/CenteredIconLabelDescriptionList"/>
    <dgm:cxn modelId="{1270CFB0-EEDC-42C7-851C-75FED9EF1094}" type="presParOf" srcId="{D4141665-BDC2-4B26-AA37-2E75DE080316}" destId="{D4E361C7-7EDD-401B-8EAB-9639897BDBC7}" srcOrd="2" destOrd="0" presId="urn:microsoft.com/office/officeart/2018/5/layout/CenteredIconLabelDescriptionList"/>
    <dgm:cxn modelId="{DCD61E27-6D07-40E2-98CA-5AA7B9A6432D}" type="presParOf" srcId="{D4141665-BDC2-4B26-AA37-2E75DE080316}" destId="{9DD86D98-6E34-4454-A0AE-24B2297D3D72}" srcOrd="3" destOrd="0" presId="urn:microsoft.com/office/officeart/2018/5/layout/CenteredIconLabelDescriptionList"/>
    <dgm:cxn modelId="{0E85BFD2-67E4-47E7-9910-C3FFAB09C3B8}" type="presParOf" srcId="{D4141665-BDC2-4B26-AA37-2E75DE080316}" destId="{2B5E7EEC-7054-43F5-957F-25885138312F}" srcOrd="4" destOrd="0" presId="urn:microsoft.com/office/officeart/2018/5/layout/CenteredIconLabelDescriptionList"/>
    <dgm:cxn modelId="{3DDBDB33-6837-4BFB-B404-E60BA3E7F89D}" type="presParOf" srcId="{FA71A9B4-B5A0-4554-926A-2C0C39C1530F}" destId="{67FE8783-E076-4175-A44E-E70A786D9CFA}" srcOrd="1" destOrd="0" presId="urn:microsoft.com/office/officeart/2018/5/layout/CenteredIconLabelDescriptionList"/>
    <dgm:cxn modelId="{8D1CE5CC-03CB-4C9B-9E66-697415E8189F}" type="presParOf" srcId="{FA71A9B4-B5A0-4554-926A-2C0C39C1530F}" destId="{AEBAD4C9-6D0B-488D-9508-8C3CD88D2B85}" srcOrd="2" destOrd="0" presId="urn:microsoft.com/office/officeart/2018/5/layout/CenteredIconLabelDescriptionList"/>
    <dgm:cxn modelId="{F903E9E5-B8F4-43DA-8351-C7DAAA1AA36F}" type="presParOf" srcId="{AEBAD4C9-6D0B-488D-9508-8C3CD88D2B85}" destId="{5DDCDA6C-9B5A-4DC2-B2FA-D1899824F1A7}" srcOrd="0" destOrd="0" presId="urn:microsoft.com/office/officeart/2018/5/layout/CenteredIconLabelDescriptionList"/>
    <dgm:cxn modelId="{DDF149C4-144B-4AC3-B833-8E488D33D246}" type="presParOf" srcId="{AEBAD4C9-6D0B-488D-9508-8C3CD88D2B85}" destId="{956B74BA-0045-4BD8-8FB8-DF7AD6726605}" srcOrd="1" destOrd="0" presId="urn:microsoft.com/office/officeart/2018/5/layout/CenteredIconLabelDescriptionList"/>
    <dgm:cxn modelId="{3459869F-1678-4B3A-B62D-8DC3F38844E8}" type="presParOf" srcId="{AEBAD4C9-6D0B-488D-9508-8C3CD88D2B85}" destId="{E75438D7-DC2F-4DEB-88DE-4E7D706BBABE}" srcOrd="2" destOrd="0" presId="urn:microsoft.com/office/officeart/2018/5/layout/CenteredIconLabelDescriptionList"/>
    <dgm:cxn modelId="{624C7274-FF02-464D-A78F-347A2A7EA675}" type="presParOf" srcId="{AEBAD4C9-6D0B-488D-9508-8C3CD88D2B85}" destId="{C7B1C604-8DAA-412F-B0B1-BC583DDEA104}" srcOrd="3" destOrd="0" presId="urn:microsoft.com/office/officeart/2018/5/layout/CenteredIconLabelDescriptionList"/>
    <dgm:cxn modelId="{F60AE40C-BF89-45EC-A365-5E71A76291B7}" type="presParOf" srcId="{AEBAD4C9-6D0B-488D-9508-8C3CD88D2B85}" destId="{807408B2-6714-4491-AFC7-9379075C34D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5.xml><?xml version="1.0" encoding="utf-8"?>
<dgm:dataModel xmlns:dgm="http://schemas.openxmlformats.org/drawingml/2006/diagram" xmlns:a="http://schemas.openxmlformats.org/drawingml/2006/main">
  <dgm:ptLst>
    <dgm:pt modelId="{AD660AF8-218C-4FE5-95B8-626A6D67B323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/>
      <dgm:spPr/>
      <dgm:t>
        <a:bodyPr/>
        <a:lstStyle/>
        <a:p>
          <a:endParaRPr lang="en-US"/>
        </a:p>
      </dgm:t>
    </dgm:pt>
    <dgm:pt modelId="{BC8F387C-9323-4B63-BB7F-9218E615A7B2}">
      <dgm:prSet/>
      <dgm:spPr/>
      <dgm:t>
        <a:bodyPr/>
        <a:lstStyle/>
        <a:p>
          <a:r>
            <a:rPr lang="en-US"/>
            <a:t>Fee-sniping is </a:t>
          </a:r>
        </a:p>
      </dgm:t>
    </dgm:pt>
    <dgm:pt modelId="{FD90A3C0-7171-42A1-A83C-1BF5BC30F806}" type="parTrans" cxnId="{285C976C-140F-4274-9236-0149450185CA}">
      <dgm:prSet/>
      <dgm:spPr/>
      <dgm:t>
        <a:bodyPr/>
        <a:lstStyle/>
        <a:p>
          <a:endParaRPr lang="en-US"/>
        </a:p>
      </dgm:t>
    </dgm:pt>
    <dgm:pt modelId="{ACA4FA1F-A25A-4728-BD38-A142802D5EA0}" type="sibTrans" cxnId="{285C976C-140F-4274-9236-0149450185CA}">
      <dgm:prSet/>
      <dgm:spPr/>
      <dgm:t>
        <a:bodyPr/>
        <a:lstStyle/>
        <a:p>
          <a:endParaRPr lang="en-US"/>
        </a:p>
      </dgm:t>
    </dgm:pt>
    <dgm:pt modelId="{32C681BD-C62E-41A5-A245-EFAE41ACC7E0}">
      <dgm:prSet/>
      <dgm:spPr/>
      <dgm:t>
        <a:bodyPr/>
        <a:lstStyle/>
        <a:p>
          <a:r>
            <a:rPr lang="en-US"/>
            <a:t>a theoretical attack scenario, </a:t>
          </a:r>
        </a:p>
      </dgm:t>
    </dgm:pt>
    <dgm:pt modelId="{DE7D3CDC-3F50-4C4B-B611-43940B6BC12C}" type="parTrans" cxnId="{0B7D52A5-9CC9-4F6E-A8B2-F467389D6D41}">
      <dgm:prSet/>
      <dgm:spPr/>
      <dgm:t>
        <a:bodyPr/>
        <a:lstStyle/>
        <a:p>
          <a:endParaRPr lang="en-US"/>
        </a:p>
      </dgm:t>
    </dgm:pt>
    <dgm:pt modelId="{DA0CA329-4800-4EEC-9E76-89BD8D7DEF1A}" type="sibTrans" cxnId="{0B7D52A5-9CC9-4F6E-A8B2-F467389D6D41}">
      <dgm:prSet/>
      <dgm:spPr/>
      <dgm:t>
        <a:bodyPr/>
        <a:lstStyle/>
        <a:p>
          <a:endParaRPr lang="en-US"/>
        </a:p>
      </dgm:t>
    </dgm:pt>
    <dgm:pt modelId="{A0AC90F1-F8F9-43E2-97C5-1D67259A06A1}">
      <dgm:prSet/>
      <dgm:spPr/>
      <dgm:t>
        <a:bodyPr/>
        <a:lstStyle/>
        <a:p>
          <a:r>
            <a:rPr lang="en-US"/>
            <a:t>where miners attempting to rewrite past</a:t>
          </a:r>
          <a:r>
            <a:rPr lang="tr-TR"/>
            <a:t> </a:t>
          </a:r>
          <a:r>
            <a:rPr lang="en-US"/>
            <a:t>blocks </a:t>
          </a:r>
        </a:p>
      </dgm:t>
    </dgm:pt>
    <dgm:pt modelId="{C8A7B630-2C93-47B4-A652-63A91AE2F4CD}" type="parTrans" cxnId="{24C605D3-11F7-4D28-9ECE-93C41988A6DA}">
      <dgm:prSet/>
      <dgm:spPr/>
      <dgm:t>
        <a:bodyPr/>
        <a:lstStyle/>
        <a:p>
          <a:endParaRPr lang="en-US"/>
        </a:p>
      </dgm:t>
    </dgm:pt>
    <dgm:pt modelId="{7E88735F-12B9-4912-B966-0A43B59F91E9}" type="sibTrans" cxnId="{24C605D3-11F7-4D28-9ECE-93C41988A6DA}">
      <dgm:prSet/>
      <dgm:spPr/>
      <dgm:t>
        <a:bodyPr/>
        <a:lstStyle/>
        <a:p>
          <a:endParaRPr lang="en-US"/>
        </a:p>
      </dgm:t>
    </dgm:pt>
    <dgm:pt modelId="{7350A9FC-1BFF-48E9-8175-E331E56FFBFE}">
      <dgm:prSet/>
      <dgm:spPr/>
      <dgm:t>
        <a:bodyPr/>
        <a:lstStyle/>
        <a:p>
          <a:r>
            <a:rPr lang="en-US"/>
            <a:t>“snipe” higher-fee transactions </a:t>
          </a:r>
        </a:p>
      </dgm:t>
    </dgm:pt>
    <dgm:pt modelId="{6EDD2CAD-6479-4429-BC62-AC5D1709FDC4}" type="parTrans" cxnId="{DB86FFE6-35B8-47A0-9236-C5E57DF2E7BD}">
      <dgm:prSet/>
      <dgm:spPr/>
      <dgm:t>
        <a:bodyPr/>
        <a:lstStyle/>
        <a:p>
          <a:endParaRPr lang="en-US"/>
        </a:p>
      </dgm:t>
    </dgm:pt>
    <dgm:pt modelId="{9342239D-E5AE-495C-B9F4-95C10D85A06B}" type="sibTrans" cxnId="{DB86FFE6-35B8-47A0-9236-C5E57DF2E7BD}">
      <dgm:prSet/>
      <dgm:spPr/>
      <dgm:t>
        <a:bodyPr/>
        <a:lstStyle/>
        <a:p>
          <a:endParaRPr lang="en-US"/>
        </a:p>
      </dgm:t>
    </dgm:pt>
    <dgm:pt modelId="{8DB53C87-5972-4B40-898F-6C7499388892}">
      <dgm:prSet/>
      <dgm:spPr/>
      <dgm:t>
        <a:bodyPr/>
        <a:lstStyle/>
        <a:p>
          <a:r>
            <a:rPr lang="en-US"/>
            <a:t>from future blocks to maximize their profitability.</a:t>
          </a:r>
        </a:p>
      </dgm:t>
    </dgm:pt>
    <dgm:pt modelId="{9F8DAFB9-21A0-4567-9357-D12057B47837}" type="parTrans" cxnId="{B5235B5F-5C0C-4560-A39B-08683DBF2E19}">
      <dgm:prSet/>
      <dgm:spPr/>
      <dgm:t>
        <a:bodyPr/>
        <a:lstStyle/>
        <a:p>
          <a:endParaRPr lang="en-US"/>
        </a:p>
      </dgm:t>
    </dgm:pt>
    <dgm:pt modelId="{ACC48817-C3A4-4E65-8E2B-236FAC057A08}" type="sibTrans" cxnId="{B5235B5F-5C0C-4560-A39B-08683DBF2E19}">
      <dgm:prSet/>
      <dgm:spPr/>
      <dgm:t>
        <a:bodyPr/>
        <a:lstStyle/>
        <a:p>
          <a:endParaRPr lang="en-US"/>
        </a:p>
      </dgm:t>
    </dgm:pt>
    <dgm:pt modelId="{787C46C1-3CFC-4DAE-9279-8741B034D3EB}" type="pres">
      <dgm:prSet presAssocID="{AD660AF8-218C-4FE5-95B8-626A6D67B323}" presName="linear" presStyleCnt="0">
        <dgm:presLayoutVars>
          <dgm:dir/>
          <dgm:animLvl val="lvl"/>
          <dgm:resizeHandles val="exact"/>
        </dgm:presLayoutVars>
      </dgm:prSet>
      <dgm:spPr/>
    </dgm:pt>
    <dgm:pt modelId="{26157E67-F562-4E38-A881-2A697095A6F7}" type="pres">
      <dgm:prSet presAssocID="{BC8F387C-9323-4B63-BB7F-9218E615A7B2}" presName="parentLin" presStyleCnt="0"/>
      <dgm:spPr/>
    </dgm:pt>
    <dgm:pt modelId="{6B02E0DA-6EAF-421A-80E1-F7BE1BBBAFD6}" type="pres">
      <dgm:prSet presAssocID="{BC8F387C-9323-4B63-BB7F-9218E615A7B2}" presName="parentLeftMargin" presStyleLbl="node1" presStyleIdx="0" presStyleCnt="2"/>
      <dgm:spPr/>
    </dgm:pt>
    <dgm:pt modelId="{9A56BC22-9CE7-40A4-98D6-806AAA0EA7F5}" type="pres">
      <dgm:prSet presAssocID="{BC8F387C-9323-4B63-BB7F-9218E615A7B2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8AA3260E-B085-4D14-8227-0891634930C1}" type="pres">
      <dgm:prSet presAssocID="{BC8F387C-9323-4B63-BB7F-9218E615A7B2}" presName="negativeSpace" presStyleCnt="0"/>
      <dgm:spPr/>
    </dgm:pt>
    <dgm:pt modelId="{1174FA64-470B-4DC4-81B9-1DE0034E8030}" type="pres">
      <dgm:prSet presAssocID="{BC8F387C-9323-4B63-BB7F-9218E615A7B2}" presName="childText" presStyleLbl="conFgAcc1" presStyleIdx="0" presStyleCnt="2">
        <dgm:presLayoutVars>
          <dgm:bulletEnabled val="1"/>
        </dgm:presLayoutVars>
      </dgm:prSet>
      <dgm:spPr/>
    </dgm:pt>
    <dgm:pt modelId="{DEB9BB1C-C111-4462-BE0D-5E22F1F5F5D7}" type="pres">
      <dgm:prSet presAssocID="{ACA4FA1F-A25A-4728-BD38-A142802D5EA0}" presName="spaceBetweenRectangles" presStyleCnt="0"/>
      <dgm:spPr/>
    </dgm:pt>
    <dgm:pt modelId="{6C817340-2BA3-40EA-9392-CDDAC7F7697E}" type="pres">
      <dgm:prSet presAssocID="{A0AC90F1-F8F9-43E2-97C5-1D67259A06A1}" presName="parentLin" presStyleCnt="0"/>
      <dgm:spPr/>
    </dgm:pt>
    <dgm:pt modelId="{3A770841-DA0E-4A09-BCEB-B8F75B7D5CFF}" type="pres">
      <dgm:prSet presAssocID="{A0AC90F1-F8F9-43E2-97C5-1D67259A06A1}" presName="parentLeftMargin" presStyleLbl="node1" presStyleIdx="0" presStyleCnt="2"/>
      <dgm:spPr/>
    </dgm:pt>
    <dgm:pt modelId="{3422F3EB-AA7D-4CB9-A972-FAC6A5836446}" type="pres">
      <dgm:prSet presAssocID="{A0AC90F1-F8F9-43E2-97C5-1D67259A06A1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56711B95-1D6E-49AF-8EEF-7F202464A3D2}" type="pres">
      <dgm:prSet presAssocID="{A0AC90F1-F8F9-43E2-97C5-1D67259A06A1}" presName="negativeSpace" presStyleCnt="0"/>
      <dgm:spPr/>
    </dgm:pt>
    <dgm:pt modelId="{39788E4F-D50E-4213-A042-14EC469DD8AF}" type="pres">
      <dgm:prSet presAssocID="{A0AC90F1-F8F9-43E2-97C5-1D67259A06A1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D4E10A16-1F79-4CDD-8605-FE11EF2E26E6}" type="presOf" srcId="{BC8F387C-9323-4B63-BB7F-9218E615A7B2}" destId="{9A56BC22-9CE7-40A4-98D6-806AAA0EA7F5}" srcOrd="1" destOrd="0" presId="urn:microsoft.com/office/officeart/2005/8/layout/list1"/>
    <dgm:cxn modelId="{9AFBB01E-9DCB-4AD1-AC85-46BB39088787}" type="presOf" srcId="{A0AC90F1-F8F9-43E2-97C5-1D67259A06A1}" destId="{3422F3EB-AA7D-4CB9-A972-FAC6A5836446}" srcOrd="1" destOrd="0" presId="urn:microsoft.com/office/officeart/2005/8/layout/list1"/>
    <dgm:cxn modelId="{C43A0A2A-165C-4516-8573-9F337EFF9735}" type="presOf" srcId="{32C681BD-C62E-41A5-A245-EFAE41ACC7E0}" destId="{1174FA64-470B-4DC4-81B9-1DE0034E8030}" srcOrd="0" destOrd="0" presId="urn:microsoft.com/office/officeart/2005/8/layout/list1"/>
    <dgm:cxn modelId="{B5235B5F-5C0C-4560-A39B-08683DBF2E19}" srcId="{A0AC90F1-F8F9-43E2-97C5-1D67259A06A1}" destId="{8DB53C87-5972-4B40-898F-6C7499388892}" srcOrd="1" destOrd="0" parTransId="{9F8DAFB9-21A0-4567-9357-D12057B47837}" sibTransId="{ACC48817-C3A4-4E65-8E2B-236FAC057A08}"/>
    <dgm:cxn modelId="{285C976C-140F-4274-9236-0149450185CA}" srcId="{AD660AF8-218C-4FE5-95B8-626A6D67B323}" destId="{BC8F387C-9323-4B63-BB7F-9218E615A7B2}" srcOrd="0" destOrd="0" parTransId="{FD90A3C0-7171-42A1-A83C-1BF5BC30F806}" sibTransId="{ACA4FA1F-A25A-4728-BD38-A142802D5EA0}"/>
    <dgm:cxn modelId="{936BCA70-7BAC-4A43-8002-E69551083928}" type="presOf" srcId="{BC8F387C-9323-4B63-BB7F-9218E615A7B2}" destId="{6B02E0DA-6EAF-421A-80E1-F7BE1BBBAFD6}" srcOrd="0" destOrd="0" presId="urn:microsoft.com/office/officeart/2005/8/layout/list1"/>
    <dgm:cxn modelId="{0B7D52A5-9CC9-4F6E-A8B2-F467389D6D41}" srcId="{BC8F387C-9323-4B63-BB7F-9218E615A7B2}" destId="{32C681BD-C62E-41A5-A245-EFAE41ACC7E0}" srcOrd="0" destOrd="0" parTransId="{DE7D3CDC-3F50-4C4B-B611-43940B6BC12C}" sibTransId="{DA0CA329-4800-4EEC-9E76-89BD8D7DEF1A}"/>
    <dgm:cxn modelId="{14A6C4D1-28A5-4D09-BE98-8C57D1C4729C}" type="presOf" srcId="{8DB53C87-5972-4B40-898F-6C7499388892}" destId="{39788E4F-D50E-4213-A042-14EC469DD8AF}" srcOrd="0" destOrd="1" presId="urn:microsoft.com/office/officeart/2005/8/layout/list1"/>
    <dgm:cxn modelId="{24C605D3-11F7-4D28-9ECE-93C41988A6DA}" srcId="{AD660AF8-218C-4FE5-95B8-626A6D67B323}" destId="{A0AC90F1-F8F9-43E2-97C5-1D67259A06A1}" srcOrd="1" destOrd="0" parTransId="{C8A7B630-2C93-47B4-A652-63A91AE2F4CD}" sibTransId="{7E88735F-12B9-4912-B966-0A43B59F91E9}"/>
    <dgm:cxn modelId="{0EA149DC-DDBF-4246-8DDF-6DE9C53733C3}" type="presOf" srcId="{A0AC90F1-F8F9-43E2-97C5-1D67259A06A1}" destId="{3A770841-DA0E-4A09-BCEB-B8F75B7D5CFF}" srcOrd="0" destOrd="0" presId="urn:microsoft.com/office/officeart/2005/8/layout/list1"/>
    <dgm:cxn modelId="{DB86FFE6-35B8-47A0-9236-C5E57DF2E7BD}" srcId="{A0AC90F1-F8F9-43E2-97C5-1D67259A06A1}" destId="{7350A9FC-1BFF-48E9-8175-E331E56FFBFE}" srcOrd="0" destOrd="0" parTransId="{6EDD2CAD-6479-4429-BC62-AC5D1709FDC4}" sibTransId="{9342239D-E5AE-495C-B9F4-95C10D85A06B}"/>
    <dgm:cxn modelId="{E50BD2E8-5376-41BB-897F-5779C8E33BF6}" type="presOf" srcId="{AD660AF8-218C-4FE5-95B8-626A6D67B323}" destId="{787C46C1-3CFC-4DAE-9279-8741B034D3EB}" srcOrd="0" destOrd="0" presId="urn:microsoft.com/office/officeart/2005/8/layout/list1"/>
    <dgm:cxn modelId="{6203EAEB-43E0-4E1C-A9D5-8B71C22AD909}" type="presOf" srcId="{7350A9FC-1BFF-48E9-8175-E331E56FFBFE}" destId="{39788E4F-D50E-4213-A042-14EC469DD8AF}" srcOrd="0" destOrd="0" presId="urn:microsoft.com/office/officeart/2005/8/layout/list1"/>
    <dgm:cxn modelId="{854C3379-AE40-492F-9227-93667D3438A6}" type="presParOf" srcId="{787C46C1-3CFC-4DAE-9279-8741B034D3EB}" destId="{26157E67-F562-4E38-A881-2A697095A6F7}" srcOrd="0" destOrd="0" presId="urn:microsoft.com/office/officeart/2005/8/layout/list1"/>
    <dgm:cxn modelId="{521C0F44-CD72-47E8-88DE-B3BD6ECE629C}" type="presParOf" srcId="{26157E67-F562-4E38-A881-2A697095A6F7}" destId="{6B02E0DA-6EAF-421A-80E1-F7BE1BBBAFD6}" srcOrd="0" destOrd="0" presId="urn:microsoft.com/office/officeart/2005/8/layout/list1"/>
    <dgm:cxn modelId="{C9E2CF6E-7392-4F3C-884E-C9EB51673734}" type="presParOf" srcId="{26157E67-F562-4E38-A881-2A697095A6F7}" destId="{9A56BC22-9CE7-40A4-98D6-806AAA0EA7F5}" srcOrd="1" destOrd="0" presId="urn:microsoft.com/office/officeart/2005/8/layout/list1"/>
    <dgm:cxn modelId="{2D739165-F669-4845-845F-49A2EBFD9451}" type="presParOf" srcId="{787C46C1-3CFC-4DAE-9279-8741B034D3EB}" destId="{8AA3260E-B085-4D14-8227-0891634930C1}" srcOrd="1" destOrd="0" presId="urn:microsoft.com/office/officeart/2005/8/layout/list1"/>
    <dgm:cxn modelId="{1D6E3766-AC1A-4095-906E-24C3B2AFC2ED}" type="presParOf" srcId="{787C46C1-3CFC-4DAE-9279-8741B034D3EB}" destId="{1174FA64-470B-4DC4-81B9-1DE0034E8030}" srcOrd="2" destOrd="0" presId="urn:microsoft.com/office/officeart/2005/8/layout/list1"/>
    <dgm:cxn modelId="{3AD42E70-7155-47AB-A4E8-4C6F22437C51}" type="presParOf" srcId="{787C46C1-3CFC-4DAE-9279-8741B034D3EB}" destId="{DEB9BB1C-C111-4462-BE0D-5E22F1F5F5D7}" srcOrd="3" destOrd="0" presId="urn:microsoft.com/office/officeart/2005/8/layout/list1"/>
    <dgm:cxn modelId="{571831DA-34C5-4FD2-888B-EB62748A4D35}" type="presParOf" srcId="{787C46C1-3CFC-4DAE-9279-8741B034D3EB}" destId="{6C817340-2BA3-40EA-9392-CDDAC7F7697E}" srcOrd="4" destOrd="0" presId="urn:microsoft.com/office/officeart/2005/8/layout/list1"/>
    <dgm:cxn modelId="{3C6A0A46-DD4B-4D2A-9B03-08A365216D35}" type="presParOf" srcId="{6C817340-2BA3-40EA-9392-CDDAC7F7697E}" destId="{3A770841-DA0E-4A09-BCEB-B8F75B7D5CFF}" srcOrd="0" destOrd="0" presId="urn:microsoft.com/office/officeart/2005/8/layout/list1"/>
    <dgm:cxn modelId="{607EB985-A93F-466E-A0D7-AAAE02CB74C6}" type="presParOf" srcId="{6C817340-2BA3-40EA-9392-CDDAC7F7697E}" destId="{3422F3EB-AA7D-4CB9-A972-FAC6A5836446}" srcOrd="1" destOrd="0" presId="urn:microsoft.com/office/officeart/2005/8/layout/list1"/>
    <dgm:cxn modelId="{FB43A3AA-4FF8-42B5-B4A9-ABAA170B145D}" type="presParOf" srcId="{787C46C1-3CFC-4DAE-9279-8741B034D3EB}" destId="{56711B95-1D6E-49AF-8EEF-7F202464A3D2}" srcOrd="5" destOrd="0" presId="urn:microsoft.com/office/officeart/2005/8/layout/list1"/>
    <dgm:cxn modelId="{B77C7619-051D-4A8A-AD6E-A3C950D90E5E}" type="presParOf" srcId="{787C46C1-3CFC-4DAE-9279-8741B034D3EB}" destId="{39788E4F-D50E-4213-A042-14EC469DD8AF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6.xml><?xml version="1.0" encoding="utf-8"?>
<dgm:dataModel xmlns:dgm="http://schemas.openxmlformats.org/drawingml/2006/diagram" xmlns:a="http://schemas.openxmlformats.org/drawingml/2006/main">
  <dgm:ptLst>
    <dgm:pt modelId="{C714B4FA-52E3-4F61-A34C-BECC58D38FCA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0_3" csCatId="mainScheme" phldr="1"/>
      <dgm:spPr/>
      <dgm:t>
        <a:bodyPr/>
        <a:lstStyle/>
        <a:p>
          <a:endParaRPr lang="en-US"/>
        </a:p>
      </dgm:t>
    </dgm:pt>
    <dgm:pt modelId="{6AF199A6-633D-4976-A39C-B5511D4EB7C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For example, </a:t>
          </a:r>
        </a:p>
      </dgm:t>
    </dgm:pt>
    <dgm:pt modelId="{74776BB3-963F-4260-A371-65812865BD06}" type="parTrans" cxnId="{F7175514-9387-49DB-957E-CDF968CEABB1}">
      <dgm:prSet/>
      <dgm:spPr/>
      <dgm:t>
        <a:bodyPr/>
        <a:lstStyle/>
        <a:p>
          <a:endParaRPr lang="en-US"/>
        </a:p>
      </dgm:t>
    </dgm:pt>
    <dgm:pt modelId="{0BB3AD58-E8FE-4AC0-854F-5A889E313C63}" type="sibTrans" cxnId="{F7175514-9387-49DB-957E-CDF968CEABB1}">
      <dgm:prSet/>
      <dgm:spPr/>
      <dgm:t>
        <a:bodyPr/>
        <a:lstStyle/>
        <a:p>
          <a:endParaRPr lang="en-US"/>
        </a:p>
      </dgm:t>
    </dgm:pt>
    <dgm:pt modelId="{7EFC3483-2178-49E0-8557-D26801D3815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let’s say the highest block in existence</a:t>
          </a:r>
        </a:p>
      </dgm:t>
    </dgm:pt>
    <dgm:pt modelId="{3B21BB7E-4DF5-4B3B-BBCE-964A4A30ADB6}" type="parTrans" cxnId="{2F4BBA19-A338-4122-BDF1-14FB7814EE8C}">
      <dgm:prSet/>
      <dgm:spPr/>
      <dgm:t>
        <a:bodyPr/>
        <a:lstStyle/>
        <a:p>
          <a:endParaRPr lang="en-US"/>
        </a:p>
      </dgm:t>
    </dgm:pt>
    <dgm:pt modelId="{A1F3E1C2-CED2-412F-B34B-CFECF2F3F365}" type="sibTrans" cxnId="{2F4BBA19-A338-4122-BDF1-14FB7814EE8C}">
      <dgm:prSet/>
      <dgm:spPr/>
      <dgm:t>
        <a:bodyPr/>
        <a:lstStyle/>
        <a:p>
          <a:endParaRPr lang="en-US"/>
        </a:p>
      </dgm:t>
    </dgm:pt>
    <dgm:pt modelId="{2E769882-E7A7-43A5-95D9-E75F1425801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#100,001 </a:t>
          </a:r>
          <a:r>
            <a:rPr lang="tr-TR" dirty="0" err="1"/>
            <a:t>instead</a:t>
          </a:r>
          <a:r>
            <a:rPr lang="tr-TR" dirty="0"/>
            <a:t> of </a:t>
          </a:r>
          <a:r>
            <a:rPr lang="en-US" dirty="0"/>
            <a:t>#100,000</a:t>
          </a:r>
        </a:p>
      </dgm:t>
    </dgm:pt>
    <dgm:pt modelId="{68DFA6FB-C2E6-46DD-BF35-C8930FF10593}" type="parTrans" cxnId="{11B8A183-3920-4F00-808C-E8BFEA91976A}">
      <dgm:prSet/>
      <dgm:spPr/>
      <dgm:t>
        <a:bodyPr/>
        <a:lstStyle/>
        <a:p>
          <a:endParaRPr lang="en-US"/>
        </a:p>
      </dgm:t>
    </dgm:pt>
    <dgm:pt modelId="{027BB9EC-05BE-4CBA-8773-9B686C249A5E}" type="sibTrans" cxnId="{11B8A183-3920-4F00-808C-E8BFEA91976A}">
      <dgm:prSet/>
      <dgm:spPr/>
      <dgm:t>
        <a:bodyPr/>
        <a:lstStyle/>
        <a:p>
          <a:endParaRPr lang="en-US"/>
        </a:p>
      </dgm:t>
    </dgm:pt>
    <dgm:pt modelId="{5FCAD29D-5C36-4B3F-9A70-716D3CA9E32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extend the chain, </a:t>
          </a:r>
        </a:p>
      </dgm:t>
    </dgm:pt>
    <dgm:pt modelId="{787AD10C-C3F9-4F72-9CE5-FC572DA3F188}" type="parTrans" cxnId="{905D2809-A127-43F7-801E-0C1FF1CA42DD}">
      <dgm:prSet/>
      <dgm:spPr/>
      <dgm:t>
        <a:bodyPr/>
        <a:lstStyle/>
        <a:p>
          <a:endParaRPr lang="en-US"/>
        </a:p>
      </dgm:t>
    </dgm:pt>
    <dgm:pt modelId="{9E605B2C-613B-4685-94D1-C8894C234511}" type="sibTrans" cxnId="{905D2809-A127-43F7-801E-0C1FF1CA42DD}">
      <dgm:prSet/>
      <dgm:spPr/>
      <dgm:t>
        <a:bodyPr/>
        <a:lstStyle/>
        <a:p>
          <a:endParaRPr lang="en-US"/>
        </a:p>
      </dgm:t>
    </dgm:pt>
    <dgm:pt modelId="{79380C61-6863-4F08-9582-D9DE6238C5F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some miners attempt to</a:t>
          </a:r>
          <a:r>
            <a:rPr lang="tr-TR"/>
            <a:t> remine #100,000.</a:t>
          </a:r>
          <a:endParaRPr lang="en-US"/>
        </a:p>
      </dgm:t>
    </dgm:pt>
    <dgm:pt modelId="{530CCE53-510F-4709-998E-5E5C5BAF4CDB}" type="parTrans" cxnId="{17BCD9D4-A35A-4C13-A075-69AF3D0022D6}">
      <dgm:prSet/>
      <dgm:spPr/>
      <dgm:t>
        <a:bodyPr/>
        <a:lstStyle/>
        <a:p>
          <a:endParaRPr lang="en-US"/>
        </a:p>
      </dgm:t>
    </dgm:pt>
    <dgm:pt modelId="{533FA4AE-D52F-40D9-BDD3-1910BB198D40}" type="sibTrans" cxnId="{17BCD9D4-A35A-4C13-A075-69AF3D0022D6}">
      <dgm:prSet/>
      <dgm:spPr/>
      <dgm:t>
        <a:bodyPr/>
        <a:lstStyle/>
        <a:p>
          <a:endParaRPr lang="en-US"/>
        </a:p>
      </dgm:t>
    </dgm:pt>
    <dgm:pt modelId="{E13DFA51-0814-4759-9BDC-4F4013AEF29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is block #100,000. </a:t>
          </a:r>
        </a:p>
      </dgm:t>
    </dgm:pt>
    <dgm:pt modelId="{9DB8BB69-88F0-4E7F-A526-AD39F48506C4}" type="parTrans" cxnId="{43F82EFA-742C-4342-AE16-FEFCDEA08151}">
      <dgm:prSet/>
      <dgm:spPr/>
    </dgm:pt>
    <dgm:pt modelId="{2483B966-4CA0-4E70-BCDE-CCEA93F8B618}" type="sibTrans" cxnId="{43F82EFA-742C-4342-AE16-FEFCDEA08151}">
      <dgm:prSet/>
      <dgm:spPr/>
    </dgm:pt>
    <dgm:pt modelId="{2F0CFF6C-C4C3-4F6D-B2AE-155B42C047A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If </a:t>
          </a:r>
          <a:r>
            <a:rPr lang="en-US" dirty="0"/>
            <a:t>instead of</a:t>
          </a:r>
          <a:r>
            <a:rPr lang="tr-TR" dirty="0"/>
            <a:t> </a:t>
          </a:r>
          <a:r>
            <a:rPr lang="en-US" dirty="0"/>
            <a:t>attempting to mine block #100,001 </a:t>
          </a:r>
        </a:p>
      </dgm:t>
    </dgm:pt>
    <dgm:pt modelId="{D8CF40F9-BB78-46F5-9083-415C65A105A6}" type="parTrans" cxnId="{F153AB5C-91E0-4136-827D-6D77EB8116B5}">
      <dgm:prSet/>
      <dgm:spPr/>
    </dgm:pt>
    <dgm:pt modelId="{1972E08D-FD9B-4504-8577-761D0436295D}" type="sibTrans" cxnId="{F153AB5C-91E0-4136-827D-6D77EB8116B5}">
      <dgm:prSet/>
      <dgm:spPr/>
    </dgm:pt>
    <dgm:pt modelId="{553BAF28-FF28-43F6-AA81-E4EEB94590BD}" type="pres">
      <dgm:prSet presAssocID="{C714B4FA-52E3-4F61-A34C-BECC58D38FCA}" presName="root" presStyleCnt="0">
        <dgm:presLayoutVars>
          <dgm:dir/>
          <dgm:resizeHandles val="exact"/>
        </dgm:presLayoutVars>
      </dgm:prSet>
      <dgm:spPr/>
    </dgm:pt>
    <dgm:pt modelId="{8C9BAF78-46E1-4EAB-B4C0-6FA73AFF9A97}" type="pres">
      <dgm:prSet presAssocID="{6AF199A6-633D-4976-A39C-B5511D4EB7C8}" presName="compNode" presStyleCnt="0"/>
      <dgm:spPr/>
    </dgm:pt>
    <dgm:pt modelId="{0D4CC3C7-EA50-4727-A034-D0EA2118B5FD}" type="pres">
      <dgm:prSet presAssocID="{6AF199A6-633D-4976-A39C-B5511D4EB7C8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ahriş edici"/>
        </a:ext>
      </dgm:extLst>
    </dgm:pt>
    <dgm:pt modelId="{D95A9DFC-02E0-4280-8F3B-571755E93571}" type="pres">
      <dgm:prSet presAssocID="{6AF199A6-633D-4976-A39C-B5511D4EB7C8}" presName="iconSpace" presStyleCnt="0"/>
      <dgm:spPr/>
    </dgm:pt>
    <dgm:pt modelId="{DE44909A-C045-40C5-B88B-2A19C16495FE}" type="pres">
      <dgm:prSet presAssocID="{6AF199A6-633D-4976-A39C-B5511D4EB7C8}" presName="parTx" presStyleLbl="revTx" presStyleIdx="0" presStyleCnt="4">
        <dgm:presLayoutVars>
          <dgm:chMax val="0"/>
          <dgm:chPref val="0"/>
        </dgm:presLayoutVars>
      </dgm:prSet>
      <dgm:spPr/>
    </dgm:pt>
    <dgm:pt modelId="{9E4277E7-6CE4-4B44-999B-FDBE236F26A3}" type="pres">
      <dgm:prSet presAssocID="{6AF199A6-633D-4976-A39C-B5511D4EB7C8}" presName="txSpace" presStyleCnt="0"/>
      <dgm:spPr/>
    </dgm:pt>
    <dgm:pt modelId="{B988E4B1-E1E6-42E9-BC89-DCB26042F275}" type="pres">
      <dgm:prSet presAssocID="{6AF199A6-633D-4976-A39C-B5511D4EB7C8}" presName="desTx" presStyleLbl="revTx" presStyleIdx="1" presStyleCnt="4">
        <dgm:presLayoutVars/>
      </dgm:prSet>
      <dgm:spPr/>
    </dgm:pt>
    <dgm:pt modelId="{0873622D-DF34-42DB-A1F0-94CFD51016D8}" type="pres">
      <dgm:prSet presAssocID="{0BB3AD58-E8FE-4AC0-854F-5A889E313C63}" presName="sibTrans" presStyleCnt="0"/>
      <dgm:spPr/>
    </dgm:pt>
    <dgm:pt modelId="{117178C3-879F-4F97-A7FD-011AE24E5785}" type="pres">
      <dgm:prSet presAssocID="{2E769882-E7A7-43A5-95D9-E75F14258017}" presName="compNode" presStyleCnt="0"/>
      <dgm:spPr/>
    </dgm:pt>
    <dgm:pt modelId="{6CE0C1D7-4552-49C7-B7F7-9A10B3DC5E81}" type="pres">
      <dgm:prSet presAssocID="{2E769882-E7A7-43A5-95D9-E75F14258017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8E7E9229-6DC1-43FB-809F-C1AB7ED6CDD2}" type="pres">
      <dgm:prSet presAssocID="{2E769882-E7A7-43A5-95D9-E75F14258017}" presName="iconSpace" presStyleCnt="0"/>
      <dgm:spPr/>
    </dgm:pt>
    <dgm:pt modelId="{DBCF37EC-F5C3-4525-A96D-37AAFF5D7C1D}" type="pres">
      <dgm:prSet presAssocID="{2E769882-E7A7-43A5-95D9-E75F14258017}" presName="parTx" presStyleLbl="revTx" presStyleIdx="2" presStyleCnt="4">
        <dgm:presLayoutVars>
          <dgm:chMax val="0"/>
          <dgm:chPref val="0"/>
        </dgm:presLayoutVars>
      </dgm:prSet>
      <dgm:spPr/>
    </dgm:pt>
    <dgm:pt modelId="{E90F1DFF-3149-4ACB-ACCA-10F9811CD660}" type="pres">
      <dgm:prSet presAssocID="{2E769882-E7A7-43A5-95D9-E75F14258017}" presName="txSpace" presStyleCnt="0"/>
      <dgm:spPr/>
    </dgm:pt>
    <dgm:pt modelId="{91A954EA-5B85-4B08-9DF4-3ACF60734329}" type="pres">
      <dgm:prSet presAssocID="{2E769882-E7A7-43A5-95D9-E75F14258017}" presName="desTx" presStyleLbl="revTx" presStyleIdx="3" presStyleCnt="4">
        <dgm:presLayoutVars/>
      </dgm:prSet>
      <dgm:spPr/>
    </dgm:pt>
  </dgm:ptLst>
  <dgm:cxnLst>
    <dgm:cxn modelId="{905D2809-A127-43F7-801E-0C1FF1CA42DD}" srcId="{2E769882-E7A7-43A5-95D9-E75F14258017}" destId="{5FCAD29D-5C36-4B3F-9A70-716D3CA9E328}" srcOrd="1" destOrd="0" parTransId="{787AD10C-C3F9-4F72-9CE5-FC572DA3F188}" sibTransId="{9E605B2C-613B-4685-94D1-C8894C234511}"/>
    <dgm:cxn modelId="{F7175514-9387-49DB-957E-CDF968CEABB1}" srcId="{C714B4FA-52E3-4F61-A34C-BECC58D38FCA}" destId="{6AF199A6-633D-4976-A39C-B5511D4EB7C8}" srcOrd="0" destOrd="0" parTransId="{74776BB3-963F-4260-A371-65812865BD06}" sibTransId="{0BB3AD58-E8FE-4AC0-854F-5A889E313C63}"/>
    <dgm:cxn modelId="{073D6218-2A7F-43A2-B27A-2A2304F287B7}" type="presOf" srcId="{2E769882-E7A7-43A5-95D9-E75F14258017}" destId="{DBCF37EC-F5C3-4525-A96D-37AAFF5D7C1D}" srcOrd="0" destOrd="0" presId="urn:microsoft.com/office/officeart/2018/5/layout/CenteredIconLabelDescriptionList"/>
    <dgm:cxn modelId="{2F4BBA19-A338-4122-BDF1-14FB7814EE8C}" srcId="{6AF199A6-633D-4976-A39C-B5511D4EB7C8}" destId="{7EFC3483-2178-49E0-8557-D26801D38153}" srcOrd="0" destOrd="0" parTransId="{3B21BB7E-4DF5-4B3B-BBCE-964A4A30ADB6}" sibTransId="{A1F3E1C2-CED2-412F-B34B-CFECF2F3F365}"/>
    <dgm:cxn modelId="{F153AB5C-91E0-4136-827D-6D77EB8116B5}" srcId="{2E769882-E7A7-43A5-95D9-E75F14258017}" destId="{2F0CFF6C-C4C3-4F6D-B2AE-155B42C047A6}" srcOrd="0" destOrd="0" parTransId="{D8CF40F9-BB78-46F5-9083-415C65A105A6}" sibTransId="{1972E08D-FD9B-4504-8577-761D0436295D}"/>
    <dgm:cxn modelId="{9E0C825E-1668-41E1-87C9-E35C56C41C69}" type="presOf" srcId="{C714B4FA-52E3-4F61-A34C-BECC58D38FCA}" destId="{553BAF28-FF28-43F6-AA81-E4EEB94590BD}" srcOrd="0" destOrd="0" presId="urn:microsoft.com/office/officeart/2018/5/layout/CenteredIconLabelDescriptionList"/>
    <dgm:cxn modelId="{11B8A183-3920-4F00-808C-E8BFEA91976A}" srcId="{C714B4FA-52E3-4F61-A34C-BECC58D38FCA}" destId="{2E769882-E7A7-43A5-95D9-E75F14258017}" srcOrd="1" destOrd="0" parTransId="{68DFA6FB-C2E6-46DD-BF35-C8930FF10593}" sibTransId="{027BB9EC-05BE-4CBA-8773-9B686C249A5E}"/>
    <dgm:cxn modelId="{C8DF9CB6-F341-46FB-B0B3-A0E5BF989A54}" type="presOf" srcId="{5FCAD29D-5C36-4B3F-9A70-716D3CA9E328}" destId="{91A954EA-5B85-4B08-9DF4-3ACF60734329}" srcOrd="0" destOrd="1" presId="urn:microsoft.com/office/officeart/2018/5/layout/CenteredIconLabelDescriptionList"/>
    <dgm:cxn modelId="{BFBD63CA-5CE7-4AA2-B626-06BCCDA620E8}" type="presOf" srcId="{E13DFA51-0814-4759-9BDC-4F4013AEF29A}" destId="{B988E4B1-E1E6-42E9-BC89-DCB26042F275}" srcOrd="0" destOrd="1" presId="urn:microsoft.com/office/officeart/2018/5/layout/CenteredIconLabelDescriptionList"/>
    <dgm:cxn modelId="{17BCD9D4-A35A-4C13-A075-69AF3D0022D6}" srcId="{2E769882-E7A7-43A5-95D9-E75F14258017}" destId="{79380C61-6863-4F08-9582-D9DE6238C5F2}" srcOrd="2" destOrd="0" parTransId="{530CCE53-510F-4709-998E-5E5C5BAF4CDB}" sibTransId="{533FA4AE-D52F-40D9-BDD3-1910BB198D40}"/>
    <dgm:cxn modelId="{3E77E1E1-D754-4AD0-B8CB-2FADFEC3A03A}" type="presOf" srcId="{79380C61-6863-4F08-9582-D9DE6238C5F2}" destId="{91A954EA-5B85-4B08-9DF4-3ACF60734329}" srcOrd="0" destOrd="2" presId="urn:microsoft.com/office/officeart/2018/5/layout/CenteredIconLabelDescriptionList"/>
    <dgm:cxn modelId="{C94B29F0-752A-4E4A-B731-AB31A7630C50}" type="presOf" srcId="{2F0CFF6C-C4C3-4F6D-B2AE-155B42C047A6}" destId="{91A954EA-5B85-4B08-9DF4-3ACF60734329}" srcOrd="0" destOrd="0" presId="urn:microsoft.com/office/officeart/2018/5/layout/CenteredIconLabelDescriptionList"/>
    <dgm:cxn modelId="{8BF18AF0-22DA-4E54-AA1C-2BD416B03E41}" type="presOf" srcId="{7EFC3483-2178-49E0-8557-D26801D38153}" destId="{B988E4B1-E1E6-42E9-BC89-DCB26042F275}" srcOrd="0" destOrd="0" presId="urn:microsoft.com/office/officeart/2018/5/layout/CenteredIconLabelDescriptionList"/>
    <dgm:cxn modelId="{D908A3F2-63BA-4C3A-BBB0-DB8AF807EED3}" type="presOf" srcId="{6AF199A6-633D-4976-A39C-B5511D4EB7C8}" destId="{DE44909A-C045-40C5-B88B-2A19C16495FE}" srcOrd="0" destOrd="0" presId="urn:microsoft.com/office/officeart/2018/5/layout/CenteredIconLabelDescriptionList"/>
    <dgm:cxn modelId="{43F82EFA-742C-4342-AE16-FEFCDEA08151}" srcId="{6AF199A6-633D-4976-A39C-B5511D4EB7C8}" destId="{E13DFA51-0814-4759-9BDC-4F4013AEF29A}" srcOrd="1" destOrd="0" parTransId="{9DB8BB69-88F0-4E7F-A526-AD39F48506C4}" sibTransId="{2483B966-4CA0-4E70-BCDE-CCEA93F8B618}"/>
    <dgm:cxn modelId="{828E57EA-2605-46B1-9788-0395970479C2}" type="presParOf" srcId="{553BAF28-FF28-43F6-AA81-E4EEB94590BD}" destId="{8C9BAF78-46E1-4EAB-B4C0-6FA73AFF9A97}" srcOrd="0" destOrd="0" presId="urn:microsoft.com/office/officeart/2018/5/layout/CenteredIconLabelDescriptionList"/>
    <dgm:cxn modelId="{DC8422A6-838B-49B3-AA85-3ACACB23D506}" type="presParOf" srcId="{8C9BAF78-46E1-4EAB-B4C0-6FA73AFF9A97}" destId="{0D4CC3C7-EA50-4727-A034-D0EA2118B5FD}" srcOrd="0" destOrd="0" presId="urn:microsoft.com/office/officeart/2018/5/layout/CenteredIconLabelDescriptionList"/>
    <dgm:cxn modelId="{3FE37889-F4FD-4027-9824-1CABCF914A7E}" type="presParOf" srcId="{8C9BAF78-46E1-4EAB-B4C0-6FA73AFF9A97}" destId="{D95A9DFC-02E0-4280-8F3B-571755E93571}" srcOrd="1" destOrd="0" presId="urn:microsoft.com/office/officeart/2018/5/layout/CenteredIconLabelDescriptionList"/>
    <dgm:cxn modelId="{46BE133B-0F73-4A62-A3DD-116B53B9C58C}" type="presParOf" srcId="{8C9BAF78-46E1-4EAB-B4C0-6FA73AFF9A97}" destId="{DE44909A-C045-40C5-B88B-2A19C16495FE}" srcOrd="2" destOrd="0" presId="urn:microsoft.com/office/officeart/2018/5/layout/CenteredIconLabelDescriptionList"/>
    <dgm:cxn modelId="{E8F3C8A0-44A3-48BB-86AD-5F865AE57494}" type="presParOf" srcId="{8C9BAF78-46E1-4EAB-B4C0-6FA73AFF9A97}" destId="{9E4277E7-6CE4-4B44-999B-FDBE236F26A3}" srcOrd="3" destOrd="0" presId="urn:microsoft.com/office/officeart/2018/5/layout/CenteredIconLabelDescriptionList"/>
    <dgm:cxn modelId="{D0206C4C-8FD5-4D79-BC34-BCA51FA83AE6}" type="presParOf" srcId="{8C9BAF78-46E1-4EAB-B4C0-6FA73AFF9A97}" destId="{B988E4B1-E1E6-42E9-BC89-DCB26042F275}" srcOrd="4" destOrd="0" presId="urn:microsoft.com/office/officeart/2018/5/layout/CenteredIconLabelDescriptionList"/>
    <dgm:cxn modelId="{2FE2572B-AD5E-4E97-A06A-6DC8BC0C587E}" type="presParOf" srcId="{553BAF28-FF28-43F6-AA81-E4EEB94590BD}" destId="{0873622D-DF34-42DB-A1F0-94CFD51016D8}" srcOrd="1" destOrd="0" presId="urn:microsoft.com/office/officeart/2018/5/layout/CenteredIconLabelDescriptionList"/>
    <dgm:cxn modelId="{A0C0166E-4DC1-4F9E-AB5A-28DCEE5C89B3}" type="presParOf" srcId="{553BAF28-FF28-43F6-AA81-E4EEB94590BD}" destId="{117178C3-879F-4F97-A7FD-011AE24E5785}" srcOrd="2" destOrd="0" presId="urn:microsoft.com/office/officeart/2018/5/layout/CenteredIconLabelDescriptionList"/>
    <dgm:cxn modelId="{6E63AB36-71CF-4F98-926B-696D9695F671}" type="presParOf" srcId="{117178C3-879F-4F97-A7FD-011AE24E5785}" destId="{6CE0C1D7-4552-49C7-B7F7-9A10B3DC5E81}" srcOrd="0" destOrd="0" presId="urn:microsoft.com/office/officeart/2018/5/layout/CenteredIconLabelDescriptionList"/>
    <dgm:cxn modelId="{0AB64325-5EC7-4D8C-9B40-D7CFB5610DA0}" type="presParOf" srcId="{117178C3-879F-4F97-A7FD-011AE24E5785}" destId="{8E7E9229-6DC1-43FB-809F-C1AB7ED6CDD2}" srcOrd="1" destOrd="0" presId="urn:microsoft.com/office/officeart/2018/5/layout/CenteredIconLabelDescriptionList"/>
    <dgm:cxn modelId="{6C4E6631-AD43-47C4-B84C-A596B07F842B}" type="presParOf" srcId="{117178C3-879F-4F97-A7FD-011AE24E5785}" destId="{DBCF37EC-F5C3-4525-A96D-37AAFF5D7C1D}" srcOrd="2" destOrd="0" presId="urn:microsoft.com/office/officeart/2018/5/layout/CenteredIconLabelDescriptionList"/>
    <dgm:cxn modelId="{EFDE6388-E33D-45E5-ACFD-C1B7EFBF138E}" type="presParOf" srcId="{117178C3-879F-4F97-A7FD-011AE24E5785}" destId="{E90F1DFF-3149-4ACB-ACCA-10F9811CD660}" srcOrd="3" destOrd="0" presId="urn:microsoft.com/office/officeart/2018/5/layout/CenteredIconLabelDescriptionList"/>
    <dgm:cxn modelId="{C56A0375-985A-4DEC-9AEC-EAE996AC7D0B}" type="presParOf" srcId="{117178C3-879F-4F97-A7FD-011AE24E5785}" destId="{91A954EA-5B85-4B08-9DF4-3ACF6073432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7.xml><?xml version="1.0" encoding="utf-8"?>
<dgm:dataModel xmlns:dgm="http://schemas.openxmlformats.org/drawingml/2006/diagram" xmlns:a="http://schemas.openxmlformats.org/drawingml/2006/main">
  <dgm:ptLst>
    <dgm:pt modelId="{9C0D6FD4-FBAD-4493-A6E5-DCC7CC546902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23DB9F08-9766-4FDB-89F3-59F6AAAC9F0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These miners can choose </a:t>
          </a:r>
        </a:p>
      </dgm:t>
    </dgm:pt>
    <dgm:pt modelId="{9CCF8918-58C0-48FF-94DA-033CC9580424}" type="parTrans" cxnId="{CD30261E-34AC-44F5-A6C7-D98F5B47197C}">
      <dgm:prSet/>
      <dgm:spPr/>
      <dgm:t>
        <a:bodyPr/>
        <a:lstStyle/>
        <a:p>
          <a:endParaRPr lang="en-US"/>
        </a:p>
      </dgm:t>
    </dgm:pt>
    <dgm:pt modelId="{14E7D139-D6BD-4265-B8B5-6AD182756825}" type="sibTrans" cxnId="{CD30261E-34AC-44F5-A6C7-D98F5B47197C}">
      <dgm:prSet/>
      <dgm:spPr/>
      <dgm:t>
        <a:bodyPr/>
        <a:lstStyle/>
        <a:p>
          <a:endParaRPr lang="en-US"/>
        </a:p>
      </dgm:t>
    </dgm:pt>
    <dgm:pt modelId="{6CA9A0BD-230D-4E27-A13E-73BCAE49F2F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include any valid transaction (that</a:t>
          </a:r>
          <a:r>
            <a:rPr lang="tr-TR"/>
            <a:t> </a:t>
          </a:r>
          <a:r>
            <a:rPr lang="en-US"/>
            <a:t>hasn’t been mined yet) </a:t>
          </a:r>
        </a:p>
      </dgm:t>
    </dgm:pt>
    <dgm:pt modelId="{280D4E8E-3FB5-4DB8-9122-8DEF8D16E035}" type="parTrans" cxnId="{9523230F-7C42-4418-9FF9-DE22CB8979D8}">
      <dgm:prSet/>
      <dgm:spPr/>
      <dgm:t>
        <a:bodyPr/>
        <a:lstStyle/>
        <a:p>
          <a:endParaRPr lang="en-US"/>
        </a:p>
      </dgm:t>
    </dgm:pt>
    <dgm:pt modelId="{353D2CBB-6BA9-476C-96DF-828AE1470EF0}" type="sibTrans" cxnId="{9523230F-7C42-4418-9FF9-DE22CB8979D8}">
      <dgm:prSet/>
      <dgm:spPr/>
      <dgm:t>
        <a:bodyPr/>
        <a:lstStyle/>
        <a:p>
          <a:endParaRPr lang="en-US"/>
        </a:p>
      </dgm:t>
    </dgm:pt>
    <dgm:pt modelId="{395F9E3B-2D3A-4E23-921C-7C06CE1D0D7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their candidate block #100,000. </a:t>
          </a:r>
        </a:p>
      </dgm:t>
    </dgm:pt>
    <dgm:pt modelId="{B14C4D5E-83E2-4324-A510-038832F22E8C}" type="parTrans" cxnId="{0D179400-7188-4C5B-81F4-8A03EA7D5FC7}">
      <dgm:prSet/>
      <dgm:spPr/>
      <dgm:t>
        <a:bodyPr/>
        <a:lstStyle/>
        <a:p>
          <a:endParaRPr lang="en-US"/>
        </a:p>
      </dgm:t>
    </dgm:pt>
    <dgm:pt modelId="{EA8818A9-0B29-4EDF-9FE5-1152A2E2E700}" type="sibTrans" cxnId="{0D179400-7188-4C5B-81F4-8A03EA7D5FC7}">
      <dgm:prSet/>
      <dgm:spPr/>
      <dgm:t>
        <a:bodyPr/>
        <a:lstStyle/>
        <a:p>
          <a:endParaRPr lang="en-US"/>
        </a:p>
      </dgm:t>
    </dgm:pt>
    <dgm:pt modelId="{D70C4A01-D93B-4DCF-957F-95DA0332DCF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They don’t have </a:t>
          </a:r>
        </a:p>
      </dgm:t>
    </dgm:pt>
    <dgm:pt modelId="{420D19E5-F9E7-4E82-9120-E971545E303B}" type="parTrans" cxnId="{30CC53B7-4887-4DDD-B83A-842A780F479D}">
      <dgm:prSet/>
      <dgm:spPr/>
      <dgm:t>
        <a:bodyPr/>
        <a:lstStyle/>
        <a:p>
          <a:endParaRPr lang="en-US"/>
        </a:p>
      </dgm:t>
    </dgm:pt>
    <dgm:pt modelId="{EE9185D2-C780-41DE-A200-18CBA63055C8}" type="sibTrans" cxnId="{30CC53B7-4887-4DDD-B83A-842A780F479D}">
      <dgm:prSet/>
      <dgm:spPr/>
      <dgm:t>
        <a:bodyPr/>
        <a:lstStyle/>
        <a:p>
          <a:endParaRPr lang="en-US"/>
        </a:p>
      </dgm:t>
    </dgm:pt>
    <dgm:pt modelId="{0A2E93F9-4D62-47E4-8D2C-E06385553B5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remine</a:t>
          </a:r>
          <a:r>
            <a:rPr lang="tr-TR"/>
            <a:t> </a:t>
          </a:r>
          <a:r>
            <a:rPr lang="en-US"/>
            <a:t>the block with the same transactions. </a:t>
          </a:r>
        </a:p>
      </dgm:t>
    </dgm:pt>
    <dgm:pt modelId="{34FE4351-AD6F-4A31-95CE-FE304B2C24D0}" type="parTrans" cxnId="{12AA0822-AB13-4D67-B90C-0B406C929488}">
      <dgm:prSet/>
      <dgm:spPr/>
      <dgm:t>
        <a:bodyPr/>
        <a:lstStyle/>
        <a:p>
          <a:endParaRPr lang="en-US"/>
        </a:p>
      </dgm:t>
    </dgm:pt>
    <dgm:pt modelId="{7965751A-16D7-40AF-A008-55CC489631B3}" type="sibTrans" cxnId="{12AA0822-AB13-4D67-B90C-0B406C929488}">
      <dgm:prSet/>
      <dgm:spPr/>
      <dgm:t>
        <a:bodyPr/>
        <a:lstStyle/>
        <a:p>
          <a:endParaRPr lang="en-US"/>
        </a:p>
      </dgm:t>
    </dgm:pt>
    <dgm:pt modelId="{B994C374-3938-45EE-BD00-65398EB4476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In fact, they have the incentive</a:t>
          </a:r>
        </a:p>
      </dgm:t>
    </dgm:pt>
    <dgm:pt modelId="{EBC9281E-DAB9-49A9-95B6-5631F2AE9FCD}" type="parTrans" cxnId="{7A82D5E5-136C-4648-B95E-0BF5A3D639FF}">
      <dgm:prSet/>
      <dgm:spPr/>
      <dgm:t>
        <a:bodyPr/>
        <a:lstStyle/>
        <a:p>
          <a:endParaRPr lang="en-US"/>
        </a:p>
      </dgm:t>
    </dgm:pt>
    <dgm:pt modelId="{48C6C5E9-2846-40CB-9E66-AF3980319CC1}" type="sibTrans" cxnId="{7A82D5E5-136C-4648-B95E-0BF5A3D639FF}">
      <dgm:prSet/>
      <dgm:spPr/>
      <dgm:t>
        <a:bodyPr/>
        <a:lstStyle/>
        <a:p>
          <a:endParaRPr lang="en-US"/>
        </a:p>
      </dgm:t>
    </dgm:pt>
    <dgm:pt modelId="{2E9C5DD0-F990-49B5-AA0C-F6EB76AE1CC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select the</a:t>
          </a:r>
          <a:r>
            <a:rPr lang="tr-TR"/>
            <a:t> </a:t>
          </a:r>
          <a:r>
            <a:rPr lang="en-US"/>
            <a:t>most profitable (highest fee per kB) transactions </a:t>
          </a:r>
        </a:p>
      </dgm:t>
    </dgm:pt>
    <dgm:pt modelId="{777832E3-424D-461D-98D2-D44E99544C16}" type="parTrans" cxnId="{B51D2AFE-BA00-4E12-878C-DBFBCF2BE787}">
      <dgm:prSet/>
      <dgm:spPr/>
      <dgm:t>
        <a:bodyPr/>
        <a:lstStyle/>
        <a:p>
          <a:endParaRPr lang="en-US"/>
        </a:p>
      </dgm:t>
    </dgm:pt>
    <dgm:pt modelId="{54988D70-9239-4F12-88B2-F9610BC6030A}" type="sibTrans" cxnId="{B51D2AFE-BA00-4E12-878C-DBFBCF2BE787}">
      <dgm:prSet/>
      <dgm:spPr/>
      <dgm:t>
        <a:bodyPr/>
        <a:lstStyle/>
        <a:p>
          <a:endParaRPr lang="en-US"/>
        </a:p>
      </dgm:t>
    </dgm:pt>
    <dgm:pt modelId="{4A126E6C-014E-40A3-8BE0-0C3019C5349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include in their block. </a:t>
          </a:r>
        </a:p>
      </dgm:t>
    </dgm:pt>
    <dgm:pt modelId="{83030FB7-95ED-4D74-BC55-5979E4C98110}" type="parTrans" cxnId="{F56A6347-1F89-4A8B-81BD-DDD9037A5AF2}">
      <dgm:prSet/>
      <dgm:spPr/>
      <dgm:t>
        <a:bodyPr/>
        <a:lstStyle/>
        <a:p>
          <a:endParaRPr lang="en-US"/>
        </a:p>
      </dgm:t>
    </dgm:pt>
    <dgm:pt modelId="{4307566C-B815-4726-9902-EA42E09CC248}" type="sibTrans" cxnId="{F56A6347-1F89-4A8B-81BD-DDD9037A5AF2}">
      <dgm:prSet/>
      <dgm:spPr/>
      <dgm:t>
        <a:bodyPr/>
        <a:lstStyle/>
        <a:p>
          <a:endParaRPr lang="en-US"/>
        </a:p>
      </dgm:t>
    </dgm:pt>
    <dgm:pt modelId="{D67012E0-B417-499D-8E63-B244C68D4628}" type="pres">
      <dgm:prSet presAssocID="{9C0D6FD4-FBAD-4493-A6E5-DCC7CC546902}" presName="root" presStyleCnt="0">
        <dgm:presLayoutVars>
          <dgm:dir/>
          <dgm:resizeHandles val="exact"/>
        </dgm:presLayoutVars>
      </dgm:prSet>
      <dgm:spPr/>
    </dgm:pt>
    <dgm:pt modelId="{F17373AC-7F48-4053-970F-970C47D1C389}" type="pres">
      <dgm:prSet presAssocID="{23DB9F08-9766-4FDB-89F3-59F6AAAC9F06}" presName="compNode" presStyleCnt="0"/>
      <dgm:spPr/>
    </dgm:pt>
    <dgm:pt modelId="{E4306070-2A3F-4C7A-960C-2D89DBF93C81}" type="pres">
      <dgm:prSet presAssocID="{23DB9F08-9766-4FDB-89F3-59F6AAAC9F06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EA103522-3409-4502-A9EB-5A6A69876269}" type="pres">
      <dgm:prSet presAssocID="{23DB9F08-9766-4FDB-89F3-59F6AAAC9F06}" presName="iconSpace" presStyleCnt="0"/>
      <dgm:spPr/>
    </dgm:pt>
    <dgm:pt modelId="{C45C9F87-DBAA-4408-B035-CEE2692A366C}" type="pres">
      <dgm:prSet presAssocID="{23DB9F08-9766-4FDB-89F3-59F6AAAC9F06}" presName="parTx" presStyleLbl="revTx" presStyleIdx="0" presStyleCnt="6">
        <dgm:presLayoutVars>
          <dgm:chMax val="0"/>
          <dgm:chPref val="0"/>
        </dgm:presLayoutVars>
      </dgm:prSet>
      <dgm:spPr/>
    </dgm:pt>
    <dgm:pt modelId="{13DA07A7-03A4-4FBF-95DD-95ADEF7CE134}" type="pres">
      <dgm:prSet presAssocID="{23DB9F08-9766-4FDB-89F3-59F6AAAC9F06}" presName="txSpace" presStyleCnt="0"/>
      <dgm:spPr/>
    </dgm:pt>
    <dgm:pt modelId="{B738E150-6EED-4294-A846-7166F484D573}" type="pres">
      <dgm:prSet presAssocID="{23DB9F08-9766-4FDB-89F3-59F6AAAC9F06}" presName="desTx" presStyleLbl="revTx" presStyleIdx="1" presStyleCnt="6">
        <dgm:presLayoutVars/>
      </dgm:prSet>
      <dgm:spPr/>
    </dgm:pt>
    <dgm:pt modelId="{7FE9171B-ECA4-48B1-AD33-84FBB83D1946}" type="pres">
      <dgm:prSet presAssocID="{14E7D139-D6BD-4265-B8B5-6AD182756825}" presName="sibTrans" presStyleCnt="0"/>
      <dgm:spPr/>
    </dgm:pt>
    <dgm:pt modelId="{B9F915A6-F83E-40A9-AFFA-654B44C36A23}" type="pres">
      <dgm:prSet presAssocID="{D70C4A01-D93B-4DCF-957F-95DA0332DCF7}" presName="compNode" presStyleCnt="0"/>
      <dgm:spPr/>
    </dgm:pt>
    <dgm:pt modelId="{08F82791-34F4-466C-8AE1-CFFEF3740070}" type="pres">
      <dgm:prSet presAssocID="{D70C4A01-D93B-4DCF-957F-95DA0332DCF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o sign"/>
        </a:ext>
      </dgm:extLst>
    </dgm:pt>
    <dgm:pt modelId="{97850E9D-07E6-4E1F-B3B0-8D115A9D4F94}" type="pres">
      <dgm:prSet presAssocID="{D70C4A01-D93B-4DCF-957F-95DA0332DCF7}" presName="iconSpace" presStyleCnt="0"/>
      <dgm:spPr/>
    </dgm:pt>
    <dgm:pt modelId="{AF8AD12E-2E77-4E1F-92FF-3055D9AD0F8E}" type="pres">
      <dgm:prSet presAssocID="{D70C4A01-D93B-4DCF-957F-95DA0332DCF7}" presName="parTx" presStyleLbl="revTx" presStyleIdx="2" presStyleCnt="6">
        <dgm:presLayoutVars>
          <dgm:chMax val="0"/>
          <dgm:chPref val="0"/>
        </dgm:presLayoutVars>
      </dgm:prSet>
      <dgm:spPr/>
    </dgm:pt>
    <dgm:pt modelId="{F2EB367A-BEAC-49A0-95FF-D6464C2FD5E7}" type="pres">
      <dgm:prSet presAssocID="{D70C4A01-D93B-4DCF-957F-95DA0332DCF7}" presName="txSpace" presStyleCnt="0"/>
      <dgm:spPr/>
    </dgm:pt>
    <dgm:pt modelId="{F6F9D7FE-0EEE-4869-AC4F-DFB5AA8B20E1}" type="pres">
      <dgm:prSet presAssocID="{D70C4A01-D93B-4DCF-957F-95DA0332DCF7}" presName="desTx" presStyleLbl="revTx" presStyleIdx="3" presStyleCnt="6">
        <dgm:presLayoutVars/>
      </dgm:prSet>
      <dgm:spPr/>
    </dgm:pt>
    <dgm:pt modelId="{6240C229-79A0-4891-B91B-47F4FDD37141}" type="pres">
      <dgm:prSet presAssocID="{EE9185D2-C780-41DE-A200-18CBA63055C8}" presName="sibTrans" presStyleCnt="0"/>
      <dgm:spPr/>
    </dgm:pt>
    <dgm:pt modelId="{BC03425C-9E93-4FC8-9D5B-ACE0127488AC}" type="pres">
      <dgm:prSet presAssocID="{B994C374-3938-45EE-BD00-65398EB44767}" presName="compNode" presStyleCnt="0"/>
      <dgm:spPr/>
    </dgm:pt>
    <dgm:pt modelId="{DD9E4172-A908-449E-950C-44FA318C5258}" type="pres">
      <dgm:prSet presAssocID="{B994C374-3938-45EE-BD00-65398EB44767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ar"/>
        </a:ext>
      </dgm:extLst>
    </dgm:pt>
    <dgm:pt modelId="{2F4AAB17-3FCE-460A-BEC2-DB9BA36EBC71}" type="pres">
      <dgm:prSet presAssocID="{B994C374-3938-45EE-BD00-65398EB44767}" presName="iconSpace" presStyleCnt="0"/>
      <dgm:spPr/>
    </dgm:pt>
    <dgm:pt modelId="{6550B9E2-1F86-46CC-9EEB-99849CC79762}" type="pres">
      <dgm:prSet presAssocID="{B994C374-3938-45EE-BD00-65398EB44767}" presName="parTx" presStyleLbl="revTx" presStyleIdx="4" presStyleCnt="6">
        <dgm:presLayoutVars>
          <dgm:chMax val="0"/>
          <dgm:chPref val="0"/>
        </dgm:presLayoutVars>
      </dgm:prSet>
      <dgm:spPr/>
    </dgm:pt>
    <dgm:pt modelId="{05F0CE6F-D4BA-4978-81D6-F6F94C0445DC}" type="pres">
      <dgm:prSet presAssocID="{B994C374-3938-45EE-BD00-65398EB44767}" presName="txSpace" presStyleCnt="0"/>
      <dgm:spPr/>
    </dgm:pt>
    <dgm:pt modelId="{47A7C29E-7C23-438D-A59F-A12B2E589BE1}" type="pres">
      <dgm:prSet presAssocID="{B994C374-3938-45EE-BD00-65398EB44767}" presName="desTx" presStyleLbl="revTx" presStyleIdx="5" presStyleCnt="6">
        <dgm:presLayoutVars/>
      </dgm:prSet>
      <dgm:spPr/>
    </dgm:pt>
  </dgm:ptLst>
  <dgm:cxnLst>
    <dgm:cxn modelId="{0D179400-7188-4C5B-81F4-8A03EA7D5FC7}" srcId="{23DB9F08-9766-4FDB-89F3-59F6AAAC9F06}" destId="{395F9E3B-2D3A-4E23-921C-7C06CE1D0D7E}" srcOrd="1" destOrd="0" parTransId="{B14C4D5E-83E2-4324-A510-038832F22E8C}" sibTransId="{EA8818A9-0B29-4EDF-9FE5-1152A2E2E700}"/>
    <dgm:cxn modelId="{9523230F-7C42-4418-9FF9-DE22CB8979D8}" srcId="{23DB9F08-9766-4FDB-89F3-59F6AAAC9F06}" destId="{6CA9A0BD-230D-4E27-A13E-73BCAE49F2FA}" srcOrd="0" destOrd="0" parTransId="{280D4E8E-3FB5-4DB8-9122-8DEF8D16E035}" sibTransId="{353D2CBB-6BA9-476C-96DF-828AE1470EF0}"/>
    <dgm:cxn modelId="{9AEC841B-A08B-4F24-954A-C9BADD177C03}" type="presOf" srcId="{4A126E6C-014E-40A3-8BE0-0C3019C53490}" destId="{47A7C29E-7C23-438D-A59F-A12B2E589BE1}" srcOrd="0" destOrd="1" presId="urn:microsoft.com/office/officeart/2018/2/layout/IconLabelDescriptionList"/>
    <dgm:cxn modelId="{CD30261E-34AC-44F5-A6C7-D98F5B47197C}" srcId="{9C0D6FD4-FBAD-4493-A6E5-DCC7CC546902}" destId="{23DB9F08-9766-4FDB-89F3-59F6AAAC9F06}" srcOrd="0" destOrd="0" parTransId="{9CCF8918-58C0-48FF-94DA-033CC9580424}" sibTransId="{14E7D139-D6BD-4265-B8B5-6AD182756825}"/>
    <dgm:cxn modelId="{12AA0822-AB13-4D67-B90C-0B406C929488}" srcId="{D70C4A01-D93B-4DCF-957F-95DA0332DCF7}" destId="{0A2E93F9-4D62-47E4-8D2C-E06385553B5B}" srcOrd="0" destOrd="0" parTransId="{34FE4351-AD6F-4A31-95CE-FE304B2C24D0}" sibTransId="{7965751A-16D7-40AF-A008-55CC489631B3}"/>
    <dgm:cxn modelId="{0DEDB435-BE54-4D34-B25D-67CA9B52EE38}" type="presOf" srcId="{D70C4A01-D93B-4DCF-957F-95DA0332DCF7}" destId="{AF8AD12E-2E77-4E1F-92FF-3055D9AD0F8E}" srcOrd="0" destOrd="0" presId="urn:microsoft.com/office/officeart/2018/2/layout/IconLabelDescriptionList"/>
    <dgm:cxn modelId="{9EA73F5D-9780-4A2C-8D43-BB80124224E2}" type="presOf" srcId="{9C0D6FD4-FBAD-4493-A6E5-DCC7CC546902}" destId="{D67012E0-B417-499D-8E63-B244C68D4628}" srcOrd="0" destOrd="0" presId="urn:microsoft.com/office/officeart/2018/2/layout/IconLabelDescriptionList"/>
    <dgm:cxn modelId="{F56A6347-1F89-4A8B-81BD-DDD9037A5AF2}" srcId="{B994C374-3938-45EE-BD00-65398EB44767}" destId="{4A126E6C-014E-40A3-8BE0-0C3019C53490}" srcOrd="1" destOrd="0" parTransId="{83030FB7-95ED-4D74-BC55-5979E4C98110}" sibTransId="{4307566C-B815-4726-9902-EA42E09CC248}"/>
    <dgm:cxn modelId="{AC9FCE8B-57B7-4898-A6BD-22BC08029DAD}" type="presOf" srcId="{2E9C5DD0-F990-49B5-AA0C-F6EB76AE1CC1}" destId="{47A7C29E-7C23-438D-A59F-A12B2E589BE1}" srcOrd="0" destOrd="0" presId="urn:microsoft.com/office/officeart/2018/2/layout/IconLabelDescriptionList"/>
    <dgm:cxn modelId="{C7F87FA2-9D60-4B99-B88E-BC58D482FEAC}" type="presOf" srcId="{0A2E93F9-4D62-47E4-8D2C-E06385553B5B}" destId="{F6F9D7FE-0EEE-4869-AC4F-DFB5AA8B20E1}" srcOrd="0" destOrd="0" presId="urn:microsoft.com/office/officeart/2018/2/layout/IconLabelDescriptionList"/>
    <dgm:cxn modelId="{331E33B5-50C8-431E-8C42-E97BE0D7EE92}" type="presOf" srcId="{23DB9F08-9766-4FDB-89F3-59F6AAAC9F06}" destId="{C45C9F87-DBAA-4408-B035-CEE2692A366C}" srcOrd="0" destOrd="0" presId="urn:microsoft.com/office/officeart/2018/2/layout/IconLabelDescriptionList"/>
    <dgm:cxn modelId="{30CC53B7-4887-4DDD-B83A-842A780F479D}" srcId="{9C0D6FD4-FBAD-4493-A6E5-DCC7CC546902}" destId="{D70C4A01-D93B-4DCF-957F-95DA0332DCF7}" srcOrd="1" destOrd="0" parTransId="{420D19E5-F9E7-4E82-9120-E971545E303B}" sibTransId="{EE9185D2-C780-41DE-A200-18CBA63055C8}"/>
    <dgm:cxn modelId="{E46147BE-EC88-4CD4-A9DD-A06E3AF76BD0}" type="presOf" srcId="{395F9E3B-2D3A-4E23-921C-7C06CE1D0D7E}" destId="{B738E150-6EED-4294-A846-7166F484D573}" srcOrd="0" destOrd="1" presId="urn:microsoft.com/office/officeart/2018/2/layout/IconLabelDescriptionList"/>
    <dgm:cxn modelId="{C72F3AE2-6B82-4B94-86B3-BCC02B975BE5}" type="presOf" srcId="{6CA9A0BD-230D-4E27-A13E-73BCAE49F2FA}" destId="{B738E150-6EED-4294-A846-7166F484D573}" srcOrd="0" destOrd="0" presId="urn:microsoft.com/office/officeart/2018/2/layout/IconLabelDescriptionList"/>
    <dgm:cxn modelId="{7A82D5E5-136C-4648-B95E-0BF5A3D639FF}" srcId="{9C0D6FD4-FBAD-4493-A6E5-DCC7CC546902}" destId="{B994C374-3938-45EE-BD00-65398EB44767}" srcOrd="2" destOrd="0" parTransId="{EBC9281E-DAB9-49A9-95B6-5631F2AE9FCD}" sibTransId="{48C6C5E9-2846-40CB-9E66-AF3980319CC1}"/>
    <dgm:cxn modelId="{EED1FDED-3F71-4298-97F0-2B0897BF78E7}" type="presOf" srcId="{B994C374-3938-45EE-BD00-65398EB44767}" destId="{6550B9E2-1F86-46CC-9EEB-99849CC79762}" srcOrd="0" destOrd="0" presId="urn:microsoft.com/office/officeart/2018/2/layout/IconLabelDescriptionList"/>
    <dgm:cxn modelId="{B51D2AFE-BA00-4E12-878C-DBFBCF2BE787}" srcId="{B994C374-3938-45EE-BD00-65398EB44767}" destId="{2E9C5DD0-F990-49B5-AA0C-F6EB76AE1CC1}" srcOrd="0" destOrd="0" parTransId="{777832E3-424D-461D-98D2-D44E99544C16}" sibTransId="{54988D70-9239-4F12-88B2-F9610BC6030A}"/>
    <dgm:cxn modelId="{89A111DE-50C7-4FF7-BFF0-E22E649DA576}" type="presParOf" srcId="{D67012E0-B417-499D-8E63-B244C68D4628}" destId="{F17373AC-7F48-4053-970F-970C47D1C389}" srcOrd="0" destOrd="0" presId="urn:microsoft.com/office/officeart/2018/2/layout/IconLabelDescriptionList"/>
    <dgm:cxn modelId="{DE9CB59B-99B7-470B-9A51-7B0E50B9062A}" type="presParOf" srcId="{F17373AC-7F48-4053-970F-970C47D1C389}" destId="{E4306070-2A3F-4C7A-960C-2D89DBF93C81}" srcOrd="0" destOrd="0" presId="urn:microsoft.com/office/officeart/2018/2/layout/IconLabelDescriptionList"/>
    <dgm:cxn modelId="{7B57C8D8-4BB4-43F2-826B-7612D51FF091}" type="presParOf" srcId="{F17373AC-7F48-4053-970F-970C47D1C389}" destId="{EA103522-3409-4502-A9EB-5A6A69876269}" srcOrd="1" destOrd="0" presId="urn:microsoft.com/office/officeart/2018/2/layout/IconLabelDescriptionList"/>
    <dgm:cxn modelId="{F16354BC-21B4-49E0-B5F9-837DDA470488}" type="presParOf" srcId="{F17373AC-7F48-4053-970F-970C47D1C389}" destId="{C45C9F87-DBAA-4408-B035-CEE2692A366C}" srcOrd="2" destOrd="0" presId="urn:microsoft.com/office/officeart/2018/2/layout/IconLabelDescriptionList"/>
    <dgm:cxn modelId="{5396E457-5671-4933-9EAF-0EB24C3DE465}" type="presParOf" srcId="{F17373AC-7F48-4053-970F-970C47D1C389}" destId="{13DA07A7-03A4-4FBF-95DD-95ADEF7CE134}" srcOrd="3" destOrd="0" presId="urn:microsoft.com/office/officeart/2018/2/layout/IconLabelDescriptionList"/>
    <dgm:cxn modelId="{09C227D5-1800-44E6-89A1-1FD3775D4019}" type="presParOf" srcId="{F17373AC-7F48-4053-970F-970C47D1C389}" destId="{B738E150-6EED-4294-A846-7166F484D573}" srcOrd="4" destOrd="0" presId="urn:microsoft.com/office/officeart/2018/2/layout/IconLabelDescriptionList"/>
    <dgm:cxn modelId="{EA0B9318-24D2-4FF6-B855-C1443E26E825}" type="presParOf" srcId="{D67012E0-B417-499D-8E63-B244C68D4628}" destId="{7FE9171B-ECA4-48B1-AD33-84FBB83D1946}" srcOrd="1" destOrd="0" presId="urn:microsoft.com/office/officeart/2018/2/layout/IconLabelDescriptionList"/>
    <dgm:cxn modelId="{F51850DA-6EEA-4CBB-A6F4-F1BDEDE18C44}" type="presParOf" srcId="{D67012E0-B417-499D-8E63-B244C68D4628}" destId="{B9F915A6-F83E-40A9-AFFA-654B44C36A23}" srcOrd="2" destOrd="0" presId="urn:microsoft.com/office/officeart/2018/2/layout/IconLabelDescriptionList"/>
    <dgm:cxn modelId="{78FD46DC-7B2B-41A9-BE55-8067122DA364}" type="presParOf" srcId="{B9F915A6-F83E-40A9-AFFA-654B44C36A23}" destId="{08F82791-34F4-466C-8AE1-CFFEF3740070}" srcOrd="0" destOrd="0" presId="urn:microsoft.com/office/officeart/2018/2/layout/IconLabelDescriptionList"/>
    <dgm:cxn modelId="{1602EFF5-FDED-4FD1-952F-13B814BB6BC1}" type="presParOf" srcId="{B9F915A6-F83E-40A9-AFFA-654B44C36A23}" destId="{97850E9D-07E6-4E1F-B3B0-8D115A9D4F94}" srcOrd="1" destOrd="0" presId="urn:microsoft.com/office/officeart/2018/2/layout/IconLabelDescriptionList"/>
    <dgm:cxn modelId="{07964367-41B2-4CD5-BEAE-C99C27718E8D}" type="presParOf" srcId="{B9F915A6-F83E-40A9-AFFA-654B44C36A23}" destId="{AF8AD12E-2E77-4E1F-92FF-3055D9AD0F8E}" srcOrd="2" destOrd="0" presId="urn:microsoft.com/office/officeart/2018/2/layout/IconLabelDescriptionList"/>
    <dgm:cxn modelId="{5E0F0E05-2F9A-443D-ACD9-C739C507F9AC}" type="presParOf" srcId="{B9F915A6-F83E-40A9-AFFA-654B44C36A23}" destId="{F2EB367A-BEAC-49A0-95FF-D6464C2FD5E7}" srcOrd="3" destOrd="0" presId="urn:microsoft.com/office/officeart/2018/2/layout/IconLabelDescriptionList"/>
    <dgm:cxn modelId="{161F37B9-ACAA-49B7-ABC0-9E2E5F5EA1E5}" type="presParOf" srcId="{B9F915A6-F83E-40A9-AFFA-654B44C36A23}" destId="{F6F9D7FE-0EEE-4869-AC4F-DFB5AA8B20E1}" srcOrd="4" destOrd="0" presId="urn:microsoft.com/office/officeart/2018/2/layout/IconLabelDescriptionList"/>
    <dgm:cxn modelId="{F1ED448B-DB68-4EF3-922C-DB6BE9EFDEE4}" type="presParOf" srcId="{D67012E0-B417-499D-8E63-B244C68D4628}" destId="{6240C229-79A0-4891-B91B-47F4FDD37141}" srcOrd="3" destOrd="0" presId="urn:microsoft.com/office/officeart/2018/2/layout/IconLabelDescriptionList"/>
    <dgm:cxn modelId="{929EB917-09E2-4F08-B8EF-B015F5C267F9}" type="presParOf" srcId="{D67012E0-B417-499D-8E63-B244C68D4628}" destId="{BC03425C-9E93-4FC8-9D5B-ACE0127488AC}" srcOrd="4" destOrd="0" presId="urn:microsoft.com/office/officeart/2018/2/layout/IconLabelDescriptionList"/>
    <dgm:cxn modelId="{4AA9879B-7126-4C39-9DE8-BBFC14E06975}" type="presParOf" srcId="{BC03425C-9E93-4FC8-9D5B-ACE0127488AC}" destId="{DD9E4172-A908-449E-950C-44FA318C5258}" srcOrd="0" destOrd="0" presId="urn:microsoft.com/office/officeart/2018/2/layout/IconLabelDescriptionList"/>
    <dgm:cxn modelId="{861045D5-7150-4322-ADA3-4F5F30B6AF29}" type="presParOf" srcId="{BC03425C-9E93-4FC8-9D5B-ACE0127488AC}" destId="{2F4AAB17-3FCE-460A-BEC2-DB9BA36EBC71}" srcOrd="1" destOrd="0" presId="urn:microsoft.com/office/officeart/2018/2/layout/IconLabelDescriptionList"/>
    <dgm:cxn modelId="{33975895-9241-48AA-9E66-8F2E8A720778}" type="presParOf" srcId="{BC03425C-9E93-4FC8-9D5B-ACE0127488AC}" destId="{6550B9E2-1F86-46CC-9EEB-99849CC79762}" srcOrd="2" destOrd="0" presId="urn:microsoft.com/office/officeart/2018/2/layout/IconLabelDescriptionList"/>
    <dgm:cxn modelId="{2C9B85AA-1D89-441F-AB2B-3A3A2D6D7A2D}" type="presParOf" srcId="{BC03425C-9E93-4FC8-9D5B-ACE0127488AC}" destId="{05F0CE6F-D4BA-4978-81D6-F6F94C0445DC}" srcOrd="3" destOrd="0" presId="urn:microsoft.com/office/officeart/2018/2/layout/IconLabelDescriptionList"/>
    <dgm:cxn modelId="{F8DA7D8B-9F2F-4F8E-A60A-EDEB6D32E568}" type="presParOf" srcId="{BC03425C-9E93-4FC8-9D5B-ACE0127488AC}" destId="{47A7C29E-7C23-438D-A59F-A12B2E589BE1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8.xml><?xml version="1.0" encoding="utf-8"?>
<dgm:dataModel xmlns:dgm="http://schemas.openxmlformats.org/drawingml/2006/diagram" xmlns:a="http://schemas.openxmlformats.org/drawingml/2006/main">
  <dgm:ptLst>
    <dgm:pt modelId="{B8D07593-5814-4355-836D-1C9A0D31A0D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C3BC03C0-3E2C-4543-9FB1-B3F29DB3999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They can</a:t>
          </a:r>
          <a:r>
            <a:rPr lang="tr-TR"/>
            <a:t> </a:t>
          </a:r>
          <a:r>
            <a:rPr lang="en-US"/>
            <a:t>include any transactions </a:t>
          </a:r>
        </a:p>
      </dgm:t>
    </dgm:pt>
    <dgm:pt modelId="{1DB4C2E3-6980-4FC1-983D-7C1CBC586A41}" type="parTrans" cxnId="{39D3CE2C-B2B1-43C7-BF8B-83D9AC36CF99}">
      <dgm:prSet/>
      <dgm:spPr/>
      <dgm:t>
        <a:bodyPr/>
        <a:lstStyle/>
        <a:p>
          <a:endParaRPr lang="en-US"/>
        </a:p>
      </dgm:t>
    </dgm:pt>
    <dgm:pt modelId="{D41E22F5-3F04-4B3A-9870-2CAB2617AF92}" type="sibTrans" cxnId="{39D3CE2C-B2B1-43C7-BF8B-83D9AC36CF99}">
      <dgm:prSet/>
      <dgm:spPr/>
      <dgm:t>
        <a:bodyPr/>
        <a:lstStyle/>
        <a:p>
          <a:endParaRPr lang="en-US"/>
        </a:p>
      </dgm:t>
    </dgm:pt>
    <dgm:pt modelId="{3F922BA8-EF3D-4B71-8F70-F4D3D76BEA3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that were in the “old” block #100,000, </a:t>
          </a:r>
        </a:p>
      </dgm:t>
    </dgm:pt>
    <dgm:pt modelId="{13847C32-5A88-400C-8512-38175F05C64F}" type="parTrans" cxnId="{D996C820-8FFE-499A-9FEE-128C751FA521}">
      <dgm:prSet/>
      <dgm:spPr/>
      <dgm:t>
        <a:bodyPr/>
        <a:lstStyle/>
        <a:p>
          <a:endParaRPr lang="en-US"/>
        </a:p>
      </dgm:t>
    </dgm:pt>
    <dgm:pt modelId="{6AF97FA7-51F3-4474-B09E-30DF2D2A1027}" type="sibTrans" cxnId="{D996C820-8FFE-499A-9FEE-128C751FA521}">
      <dgm:prSet/>
      <dgm:spPr/>
      <dgm:t>
        <a:bodyPr/>
        <a:lstStyle/>
        <a:p>
          <a:endParaRPr lang="en-US"/>
        </a:p>
      </dgm:t>
    </dgm:pt>
    <dgm:pt modelId="{97F28C99-A0E3-400F-8A3E-8FAE63F732E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as well as any transac tions from the current mempool. </a:t>
          </a:r>
        </a:p>
      </dgm:t>
    </dgm:pt>
    <dgm:pt modelId="{3C99D3D0-56E1-4A44-BA5F-3439C8FDE091}" type="parTrans" cxnId="{B670E772-D7DE-48FD-A840-0384BB849E2D}">
      <dgm:prSet/>
      <dgm:spPr/>
      <dgm:t>
        <a:bodyPr/>
        <a:lstStyle/>
        <a:p>
          <a:endParaRPr lang="en-US"/>
        </a:p>
      </dgm:t>
    </dgm:pt>
    <dgm:pt modelId="{1B340FFB-C136-492C-A3FA-77CC18109CC2}" type="sibTrans" cxnId="{B670E772-D7DE-48FD-A840-0384BB849E2D}">
      <dgm:prSet/>
      <dgm:spPr/>
      <dgm:t>
        <a:bodyPr/>
        <a:lstStyle/>
        <a:p>
          <a:endParaRPr lang="en-US"/>
        </a:p>
      </dgm:t>
    </dgm:pt>
    <dgm:pt modelId="{684026D0-C462-4495-B2D9-619728A29BC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Essentially they have the option </a:t>
          </a:r>
        </a:p>
      </dgm:t>
    </dgm:pt>
    <dgm:pt modelId="{0A426A73-6487-4387-9746-156403E97D01}" type="parTrans" cxnId="{089347BA-1768-4018-9D0E-E2A586ED1695}">
      <dgm:prSet/>
      <dgm:spPr/>
      <dgm:t>
        <a:bodyPr/>
        <a:lstStyle/>
        <a:p>
          <a:endParaRPr lang="en-US"/>
        </a:p>
      </dgm:t>
    </dgm:pt>
    <dgm:pt modelId="{75CB988E-544B-4E41-BA38-0FC019E64331}" type="sibTrans" cxnId="{089347BA-1768-4018-9D0E-E2A586ED1695}">
      <dgm:prSet/>
      <dgm:spPr/>
      <dgm:t>
        <a:bodyPr/>
        <a:lstStyle/>
        <a:p>
          <a:endParaRPr lang="en-US"/>
        </a:p>
      </dgm:t>
    </dgm:pt>
    <dgm:pt modelId="{A1303A9D-7CD7-4BAB-8D2D-08F99D2442D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pull transactions</a:t>
          </a:r>
          <a:r>
            <a:rPr lang="tr-TR"/>
            <a:t> </a:t>
          </a:r>
          <a:r>
            <a:rPr lang="en-US"/>
            <a:t>from the “present” </a:t>
          </a:r>
        </a:p>
      </dgm:t>
    </dgm:pt>
    <dgm:pt modelId="{E0EAD589-C86E-402D-B7EA-07827DB16D35}" type="parTrans" cxnId="{F62C8BA3-95FC-4267-9428-844E05BC9093}">
      <dgm:prSet/>
      <dgm:spPr/>
      <dgm:t>
        <a:bodyPr/>
        <a:lstStyle/>
        <a:p>
          <a:endParaRPr lang="en-US"/>
        </a:p>
      </dgm:t>
    </dgm:pt>
    <dgm:pt modelId="{6CC721C8-4564-44F7-9053-4F363EF9739B}" type="sibTrans" cxnId="{F62C8BA3-95FC-4267-9428-844E05BC9093}">
      <dgm:prSet/>
      <dgm:spPr/>
      <dgm:t>
        <a:bodyPr/>
        <a:lstStyle/>
        <a:p>
          <a:endParaRPr lang="en-US"/>
        </a:p>
      </dgm:t>
    </dgm:pt>
    <dgm:pt modelId="{85CFB627-3B4C-448A-A022-A97B658C4EF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into the rewritten “past” </a:t>
          </a:r>
        </a:p>
      </dgm:t>
    </dgm:pt>
    <dgm:pt modelId="{C3ACD1A4-FC7C-4BE1-ACEC-73C5D8A20CB3}" type="parTrans" cxnId="{970163C6-D23E-40FF-B996-D49FF5E0C461}">
      <dgm:prSet/>
      <dgm:spPr/>
      <dgm:t>
        <a:bodyPr/>
        <a:lstStyle/>
        <a:p>
          <a:endParaRPr lang="en-US"/>
        </a:p>
      </dgm:t>
    </dgm:pt>
    <dgm:pt modelId="{783362B9-B67B-4F8B-8FC4-DC8FA4D0E3DC}" type="sibTrans" cxnId="{970163C6-D23E-40FF-B996-D49FF5E0C461}">
      <dgm:prSet/>
      <dgm:spPr/>
      <dgm:t>
        <a:bodyPr/>
        <a:lstStyle/>
        <a:p>
          <a:endParaRPr lang="en-US"/>
        </a:p>
      </dgm:t>
    </dgm:pt>
    <dgm:pt modelId="{3E091957-2611-4037-B324-C836FE1B6BD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when they re-create block #100,000.</a:t>
          </a:r>
        </a:p>
      </dgm:t>
    </dgm:pt>
    <dgm:pt modelId="{7610287B-0495-45DE-BE70-4980099DD49E}" type="parTrans" cxnId="{EBC10EFF-6595-458D-8B38-DA8B53084A8F}">
      <dgm:prSet/>
      <dgm:spPr/>
      <dgm:t>
        <a:bodyPr/>
        <a:lstStyle/>
        <a:p>
          <a:endParaRPr lang="en-US"/>
        </a:p>
      </dgm:t>
    </dgm:pt>
    <dgm:pt modelId="{DFCDF038-2A52-4542-AE96-95FF0308471B}" type="sibTrans" cxnId="{EBC10EFF-6595-458D-8B38-DA8B53084A8F}">
      <dgm:prSet/>
      <dgm:spPr/>
      <dgm:t>
        <a:bodyPr/>
        <a:lstStyle/>
        <a:p>
          <a:endParaRPr lang="en-US"/>
        </a:p>
      </dgm:t>
    </dgm:pt>
    <dgm:pt modelId="{A560271C-31AC-4014-9794-CBE94F3227C4}" type="pres">
      <dgm:prSet presAssocID="{B8D07593-5814-4355-836D-1C9A0D31A0D7}" presName="root" presStyleCnt="0">
        <dgm:presLayoutVars>
          <dgm:dir/>
          <dgm:resizeHandles val="exact"/>
        </dgm:presLayoutVars>
      </dgm:prSet>
      <dgm:spPr/>
    </dgm:pt>
    <dgm:pt modelId="{4CF47602-971C-42A0-A954-9B2561878E78}" type="pres">
      <dgm:prSet presAssocID="{C3BC03C0-3E2C-4543-9FB1-B3F29DB39997}" presName="compNode" presStyleCnt="0"/>
      <dgm:spPr/>
    </dgm:pt>
    <dgm:pt modelId="{56B3C489-E1BD-4F9B-8F59-DFC4C103BE1F}" type="pres">
      <dgm:prSet presAssocID="{C3BC03C0-3E2C-4543-9FB1-B3F29DB39997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a"/>
        </a:ext>
      </dgm:extLst>
    </dgm:pt>
    <dgm:pt modelId="{554352AE-9CD7-41B6-87FF-DA8A89835094}" type="pres">
      <dgm:prSet presAssocID="{C3BC03C0-3E2C-4543-9FB1-B3F29DB39997}" presName="iconSpace" presStyleCnt="0"/>
      <dgm:spPr/>
    </dgm:pt>
    <dgm:pt modelId="{207CB92D-72FD-4683-B20A-9BCC4BA73080}" type="pres">
      <dgm:prSet presAssocID="{C3BC03C0-3E2C-4543-9FB1-B3F29DB39997}" presName="parTx" presStyleLbl="revTx" presStyleIdx="0" presStyleCnt="4">
        <dgm:presLayoutVars>
          <dgm:chMax val="0"/>
          <dgm:chPref val="0"/>
        </dgm:presLayoutVars>
      </dgm:prSet>
      <dgm:spPr/>
    </dgm:pt>
    <dgm:pt modelId="{602ED277-21C1-4ED5-A801-204D01AC2B9F}" type="pres">
      <dgm:prSet presAssocID="{C3BC03C0-3E2C-4543-9FB1-B3F29DB39997}" presName="txSpace" presStyleCnt="0"/>
      <dgm:spPr/>
    </dgm:pt>
    <dgm:pt modelId="{BE8A718E-EFC7-4C25-A998-55D24F3874CF}" type="pres">
      <dgm:prSet presAssocID="{C3BC03C0-3E2C-4543-9FB1-B3F29DB39997}" presName="desTx" presStyleLbl="revTx" presStyleIdx="1" presStyleCnt="4">
        <dgm:presLayoutVars/>
      </dgm:prSet>
      <dgm:spPr/>
    </dgm:pt>
    <dgm:pt modelId="{670712E0-7C9C-462F-A807-F7B9BB94A1F8}" type="pres">
      <dgm:prSet presAssocID="{D41E22F5-3F04-4B3A-9870-2CAB2617AF92}" presName="sibTrans" presStyleCnt="0"/>
      <dgm:spPr/>
    </dgm:pt>
    <dgm:pt modelId="{151B5371-AE57-4287-BF8E-3477419016AF}" type="pres">
      <dgm:prSet presAssocID="{684026D0-C462-4495-B2D9-619728A29BC5}" presName="compNode" presStyleCnt="0"/>
      <dgm:spPr/>
    </dgm:pt>
    <dgm:pt modelId="{A884E235-79A0-4B86-9FA9-8D93F05B6F43}" type="pres">
      <dgm:prSet presAssocID="{684026D0-C462-4495-B2D9-619728A29BC5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Yazarkasa"/>
        </a:ext>
      </dgm:extLst>
    </dgm:pt>
    <dgm:pt modelId="{C104054C-B691-4FE6-BA17-06DEB8EBC0B2}" type="pres">
      <dgm:prSet presAssocID="{684026D0-C462-4495-B2D9-619728A29BC5}" presName="iconSpace" presStyleCnt="0"/>
      <dgm:spPr/>
    </dgm:pt>
    <dgm:pt modelId="{3F25EB81-2705-4923-9543-84C3D2B76145}" type="pres">
      <dgm:prSet presAssocID="{684026D0-C462-4495-B2D9-619728A29BC5}" presName="parTx" presStyleLbl="revTx" presStyleIdx="2" presStyleCnt="4">
        <dgm:presLayoutVars>
          <dgm:chMax val="0"/>
          <dgm:chPref val="0"/>
        </dgm:presLayoutVars>
      </dgm:prSet>
      <dgm:spPr/>
    </dgm:pt>
    <dgm:pt modelId="{5B3C2DD1-D1DE-4097-B9EF-3D235828B083}" type="pres">
      <dgm:prSet presAssocID="{684026D0-C462-4495-B2D9-619728A29BC5}" presName="txSpace" presStyleCnt="0"/>
      <dgm:spPr/>
    </dgm:pt>
    <dgm:pt modelId="{CECE20B8-F463-4A48-B293-6B438E9C1E2A}" type="pres">
      <dgm:prSet presAssocID="{684026D0-C462-4495-B2D9-619728A29BC5}" presName="desTx" presStyleLbl="revTx" presStyleIdx="3" presStyleCnt="4">
        <dgm:presLayoutVars/>
      </dgm:prSet>
      <dgm:spPr/>
    </dgm:pt>
  </dgm:ptLst>
  <dgm:cxnLst>
    <dgm:cxn modelId="{C194950C-8F46-4A14-A3B5-EA6DCC826E6A}" type="presOf" srcId="{A1303A9D-7CD7-4BAB-8D2D-08F99D2442D4}" destId="{CECE20B8-F463-4A48-B293-6B438E9C1E2A}" srcOrd="0" destOrd="0" presId="urn:microsoft.com/office/officeart/2018/5/layout/CenteredIconLabelDescriptionList"/>
    <dgm:cxn modelId="{73D75E1C-ABA3-404B-BCE7-B2DDF8B4B335}" type="presOf" srcId="{B8D07593-5814-4355-836D-1C9A0D31A0D7}" destId="{A560271C-31AC-4014-9794-CBE94F3227C4}" srcOrd="0" destOrd="0" presId="urn:microsoft.com/office/officeart/2018/5/layout/CenteredIconLabelDescriptionList"/>
    <dgm:cxn modelId="{D996C820-8FFE-499A-9FEE-128C751FA521}" srcId="{C3BC03C0-3E2C-4543-9FB1-B3F29DB39997}" destId="{3F922BA8-EF3D-4B71-8F70-F4D3D76BEA3C}" srcOrd="0" destOrd="0" parTransId="{13847C32-5A88-400C-8512-38175F05C64F}" sibTransId="{6AF97FA7-51F3-4474-B09E-30DF2D2A1027}"/>
    <dgm:cxn modelId="{39D3CE2C-B2B1-43C7-BF8B-83D9AC36CF99}" srcId="{B8D07593-5814-4355-836D-1C9A0D31A0D7}" destId="{C3BC03C0-3E2C-4543-9FB1-B3F29DB39997}" srcOrd="0" destOrd="0" parTransId="{1DB4C2E3-6980-4FC1-983D-7C1CBC586A41}" sibTransId="{D41E22F5-3F04-4B3A-9870-2CAB2617AF92}"/>
    <dgm:cxn modelId="{ED898F2F-4163-4CC1-A954-B6A18ECEA11E}" type="presOf" srcId="{3F922BA8-EF3D-4B71-8F70-F4D3D76BEA3C}" destId="{BE8A718E-EFC7-4C25-A998-55D24F3874CF}" srcOrd="0" destOrd="0" presId="urn:microsoft.com/office/officeart/2018/5/layout/CenteredIconLabelDescriptionList"/>
    <dgm:cxn modelId="{F8388C38-714C-4DBC-8121-64488C65A6E1}" type="presOf" srcId="{684026D0-C462-4495-B2D9-619728A29BC5}" destId="{3F25EB81-2705-4923-9543-84C3D2B76145}" srcOrd="0" destOrd="0" presId="urn:microsoft.com/office/officeart/2018/5/layout/CenteredIconLabelDescriptionList"/>
    <dgm:cxn modelId="{8CD44C64-8227-4E7B-B62B-B0A4E5C161C6}" type="presOf" srcId="{C3BC03C0-3E2C-4543-9FB1-B3F29DB39997}" destId="{207CB92D-72FD-4683-B20A-9BCC4BA73080}" srcOrd="0" destOrd="0" presId="urn:microsoft.com/office/officeart/2018/5/layout/CenteredIconLabelDescriptionList"/>
    <dgm:cxn modelId="{CCC8F366-B2DA-4047-8A9A-315DFEF97367}" type="presOf" srcId="{3E091957-2611-4037-B324-C836FE1B6BD6}" destId="{CECE20B8-F463-4A48-B293-6B438E9C1E2A}" srcOrd="0" destOrd="2" presId="urn:microsoft.com/office/officeart/2018/5/layout/CenteredIconLabelDescriptionList"/>
    <dgm:cxn modelId="{B670E772-D7DE-48FD-A840-0384BB849E2D}" srcId="{C3BC03C0-3E2C-4543-9FB1-B3F29DB39997}" destId="{97F28C99-A0E3-400F-8A3E-8FAE63F732E2}" srcOrd="1" destOrd="0" parTransId="{3C99D3D0-56E1-4A44-BA5F-3439C8FDE091}" sibTransId="{1B340FFB-C136-492C-A3FA-77CC18109CC2}"/>
    <dgm:cxn modelId="{ED2B4B89-30A1-4CC4-A2FE-29A357C9DA4E}" type="presOf" srcId="{97F28C99-A0E3-400F-8A3E-8FAE63F732E2}" destId="{BE8A718E-EFC7-4C25-A998-55D24F3874CF}" srcOrd="0" destOrd="1" presId="urn:microsoft.com/office/officeart/2018/5/layout/CenteredIconLabelDescriptionList"/>
    <dgm:cxn modelId="{6F32B19B-B0E4-4287-9ED4-F116B0EAA145}" type="presOf" srcId="{85CFB627-3B4C-448A-A022-A97B658C4EF2}" destId="{CECE20B8-F463-4A48-B293-6B438E9C1E2A}" srcOrd="0" destOrd="1" presId="urn:microsoft.com/office/officeart/2018/5/layout/CenteredIconLabelDescriptionList"/>
    <dgm:cxn modelId="{F62C8BA3-95FC-4267-9428-844E05BC9093}" srcId="{684026D0-C462-4495-B2D9-619728A29BC5}" destId="{A1303A9D-7CD7-4BAB-8D2D-08F99D2442D4}" srcOrd="0" destOrd="0" parTransId="{E0EAD589-C86E-402D-B7EA-07827DB16D35}" sibTransId="{6CC721C8-4564-44F7-9053-4F363EF9739B}"/>
    <dgm:cxn modelId="{089347BA-1768-4018-9D0E-E2A586ED1695}" srcId="{B8D07593-5814-4355-836D-1C9A0D31A0D7}" destId="{684026D0-C462-4495-B2D9-619728A29BC5}" srcOrd="1" destOrd="0" parTransId="{0A426A73-6487-4387-9746-156403E97D01}" sibTransId="{75CB988E-544B-4E41-BA38-0FC019E64331}"/>
    <dgm:cxn modelId="{970163C6-D23E-40FF-B996-D49FF5E0C461}" srcId="{684026D0-C462-4495-B2D9-619728A29BC5}" destId="{85CFB627-3B4C-448A-A022-A97B658C4EF2}" srcOrd="1" destOrd="0" parTransId="{C3ACD1A4-FC7C-4BE1-ACEC-73C5D8A20CB3}" sibTransId="{783362B9-B67B-4F8B-8FC4-DC8FA4D0E3DC}"/>
    <dgm:cxn modelId="{EBC10EFF-6595-458D-8B38-DA8B53084A8F}" srcId="{684026D0-C462-4495-B2D9-619728A29BC5}" destId="{3E091957-2611-4037-B324-C836FE1B6BD6}" srcOrd="2" destOrd="0" parTransId="{7610287B-0495-45DE-BE70-4980099DD49E}" sibTransId="{DFCDF038-2A52-4542-AE96-95FF0308471B}"/>
    <dgm:cxn modelId="{2B444482-3D70-431A-9846-F997A06FB0B8}" type="presParOf" srcId="{A560271C-31AC-4014-9794-CBE94F3227C4}" destId="{4CF47602-971C-42A0-A954-9B2561878E78}" srcOrd="0" destOrd="0" presId="urn:microsoft.com/office/officeart/2018/5/layout/CenteredIconLabelDescriptionList"/>
    <dgm:cxn modelId="{CF9FB4F6-9B52-4326-9F9C-94A634894223}" type="presParOf" srcId="{4CF47602-971C-42A0-A954-9B2561878E78}" destId="{56B3C489-E1BD-4F9B-8F59-DFC4C103BE1F}" srcOrd="0" destOrd="0" presId="urn:microsoft.com/office/officeart/2018/5/layout/CenteredIconLabelDescriptionList"/>
    <dgm:cxn modelId="{1F464213-2373-45BD-99CE-DF4E5E3002AC}" type="presParOf" srcId="{4CF47602-971C-42A0-A954-9B2561878E78}" destId="{554352AE-9CD7-41B6-87FF-DA8A89835094}" srcOrd="1" destOrd="0" presId="urn:microsoft.com/office/officeart/2018/5/layout/CenteredIconLabelDescriptionList"/>
    <dgm:cxn modelId="{51752806-7C0F-4CB8-BC0F-0E121AC538C3}" type="presParOf" srcId="{4CF47602-971C-42A0-A954-9B2561878E78}" destId="{207CB92D-72FD-4683-B20A-9BCC4BA73080}" srcOrd="2" destOrd="0" presId="urn:microsoft.com/office/officeart/2018/5/layout/CenteredIconLabelDescriptionList"/>
    <dgm:cxn modelId="{A3003BC8-1E40-455D-B86A-0D4F866D88FF}" type="presParOf" srcId="{4CF47602-971C-42A0-A954-9B2561878E78}" destId="{602ED277-21C1-4ED5-A801-204D01AC2B9F}" srcOrd="3" destOrd="0" presId="urn:microsoft.com/office/officeart/2018/5/layout/CenteredIconLabelDescriptionList"/>
    <dgm:cxn modelId="{1D40831F-C12B-49E5-A043-6B68BC452511}" type="presParOf" srcId="{4CF47602-971C-42A0-A954-9B2561878E78}" destId="{BE8A718E-EFC7-4C25-A998-55D24F3874CF}" srcOrd="4" destOrd="0" presId="urn:microsoft.com/office/officeart/2018/5/layout/CenteredIconLabelDescriptionList"/>
    <dgm:cxn modelId="{4FA13EC7-879A-4373-86B8-6EBA652BF2B3}" type="presParOf" srcId="{A560271C-31AC-4014-9794-CBE94F3227C4}" destId="{670712E0-7C9C-462F-A807-F7B9BB94A1F8}" srcOrd="1" destOrd="0" presId="urn:microsoft.com/office/officeart/2018/5/layout/CenteredIconLabelDescriptionList"/>
    <dgm:cxn modelId="{6BD8E4BF-F9B2-4099-97EE-AD9991F64AAA}" type="presParOf" srcId="{A560271C-31AC-4014-9794-CBE94F3227C4}" destId="{151B5371-AE57-4287-BF8E-3477419016AF}" srcOrd="2" destOrd="0" presId="urn:microsoft.com/office/officeart/2018/5/layout/CenteredIconLabelDescriptionList"/>
    <dgm:cxn modelId="{BCF37B1E-E138-4E8D-A29D-2EEF66639270}" type="presParOf" srcId="{151B5371-AE57-4287-BF8E-3477419016AF}" destId="{A884E235-79A0-4B86-9FA9-8D93F05B6F43}" srcOrd="0" destOrd="0" presId="urn:microsoft.com/office/officeart/2018/5/layout/CenteredIconLabelDescriptionList"/>
    <dgm:cxn modelId="{F05F38D3-28EF-4676-82C4-7FF1B8948D22}" type="presParOf" srcId="{151B5371-AE57-4287-BF8E-3477419016AF}" destId="{C104054C-B691-4FE6-BA17-06DEB8EBC0B2}" srcOrd="1" destOrd="0" presId="urn:microsoft.com/office/officeart/2018/5/layout/CenteredIconLabelDescriptionList"/>
    <dgm:cxn modelId="{157E84BB-DBDF-4B7C-9CD5-E4864F906501}" type="presParOf" srcId="{151B5371-AE57-4287-BF8E-3477419016AF}" destId="{3F25EB81-2705-4923-9543-84C3D2B76145}" srcOrd="2" destOrd="0" presId="urn:microsoft.com/office/officeart/2018/5/layout/CenteredIconLabelDescriptionList"/>
    <dgm:cxn modelId="{CF1776E4-2E7A-4177-9772-83B592B5F2ED}" type="presParOf" srcId="{151B5371-AE57-4287-BF8E-3477419016AF}" destId="{5B3C2DD1-D1DE-4097-B9EF-3D235828B083}" srcOrd="3" destOrd="0" presId="urn:microsoft.com/office/officeart/2018/5/layout/CenteredIconLabelDescriptionList"/>
    <dgm:cxn modelId="{F6075D39-69C9-4E5C-9B72-A4811A36D818}" type="presParOf" srcId="{151B5371-AE57-4287-BF8E-3477419016AF}" destId="{CECE20B8-F463-4A48-B293-6B438E9C1E2A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9.xml><?xml version="1.0" encoding="utf-8"?>
<dgm:dataModel xmlns:dgm="http://schemas.openxmlformats.org/drawingml/2006/diagram" xmlns:a="http://schemas.openxmlformats.org/drawingml/2006/main">
  <dgm:ptLst>
    <dgm:pt modelId="{5ABDA478-9BCC-4984-9DFF-2AB26399C9EF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D1EC63AA-15A9-47F9-BA9E-6F145C65944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Today, this attack is not very lucrative, </a:t>
          </a:r>
        </a:p>
      </dgm:t>
    </dgm:pt>
    <dgm:pt modelId="{CEA2D1C4-55DE-4DD0-8FAB-1BCE57DD47D1}" type="parTrans" cxnId="{65E68B4E-3792-49A1-94B9-54FC45FD85F3}">
      <dgm:prSet/>
      <dgm:spPr/>
      <dgm:t>
        <a:bodyPr/>
        <a:lstStyle/>
        <a:p>
          <a:endParaRPr lang="en-US"/>
        </a:p>
      </dgm:t>
    </dgm:pt>
    <dgm:pt modelId="{DB86C69E-3607-4046-B3AF-69D36676CBEE}" type="sibTrans" cxnId="{65E68B4E-3792-49A1-94B9-54FC45FD85F3}">
      <dgm:prSet/>
      <dgm:spPr/>
      <dgm:t>
        <a:bodyPr/>
        <a:lstStyle/>
        <a:p>
          <a:endParaRPr lang="en-US"/>
        </a:p>
      </dgm:t>
    </dgm:pt>
    <dgm:pt modelId="{8CB2B9B6-43A8-4D0F-A9A9-2C6F62E9714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because block reward is much higher </a:t>
          </a:r>
        </a:p>
      </dgm:t>
    </dgm:pt>
    <dgm:pt modelId="{965D8417-1299-4764-AE81-5BB088C137A0}" type="parTrans" cxnId="{8C34B917-E9A6-4E5C-A31E-F5594D8D0215}">
      <dgm:prSet/>
      <dgm:spPr/>
      <dgm:t>
        <a:bodyPr/>
        <a:lstStyle/>
        <a:p>
          <a:endParaRPr lang="en-US"/>
        </a:p>
      </dgm:t>
    </dgm:pt>
    <dgm:pt modelId="{0ED98100-C3B6-4C8E-B9FB-0CE063EDD7C8}" type="sibTrans" cxnId="{8C34B917-E9A6-4E5C-A31E-F5594D8D0215}">
      <dgm:prSet/>
      <dgm:spPr/>
      <dgm:t>
        <a:bodyPr/>
        <a:lstStyle/>
        <a:p>
          <a:endParaRPr lang="en-US"/>
        </a:p>
      </dgm:t>
    </dgm:pt>
    <dgm:pt modelId="{684AB24A-559D-4B73-8E45-77160248218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than</a:t>
          </a:r>
          <a:r>
            <a:rPr lang="tr-TR"/>
            <a:t> </a:t>
          </a:r>
          <a:r>
            <a:rPr lang="en-US"/>
            <a:t>total fees per block. </a:t>
          </a:r>
        </a:p>
      </dgm:t>
    </dgm:pt>
    <dgm:pt modelId="{A706E2FD-11E2-4DC1-81EB-C8A7651ED526}" type="parTrans" cxnId="{A77CECB1-755D-4A5F-BB10-CE02A0A4E1F3}">
      <dgm:prSet/>
      <dgm:spPr/>
      <dgm:t>
        <a:bodyPr/>
        <a:lstStyle/>
        <a:p>
          <a:endParaRPr lang="en-US"/>
        </a:p>
      </dgm:t>
    </dgm:pt>
    <dgm:pt modelId="{33C88B08-32DC-4B4C-8FA0-655DD414EAB0}" type="sibTrans" cxnId="{A77CECB1-755D-4A5F-BB10-CE02A0A4E1F3}">
      <dgm:prSet/>
      <dgm:spPr/>
      <dgm:t>
        <a:bodyPr/>
        <a:lstStyle/>
        <a:p>
          <a:endParaRPr lang="en-US"/>
        </a:p>
      </dgm:t>
    </dgm:pt>
    <dgm:pt modelId="{7F239273-B544-4F26-B917-BCAA2FA64DC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But at some point in the future, </a:t>
          </a:r>
        </a:p>
      </dgm:t>
    </dgm:pt>
    <dgm:pt modelId="{9B28BF59-3A38-431A-9037-E72717D459C6}" type="parTrans" cxnId="{59362011-071E-40CD-BE58-89696FCDF663}">
      <dgm:prSet/>
      <dgm:spPr/>
      <dgm:t>
        <a:bodyPr/>
        <a:lstStyle/>
        <a:p>
          <a:endParaRPr lang="en-US"/>
        </a:p>
      </dgm:t>
    </dgm:pt>
    <dgm:pt modelId="{E7FBDAD7-B81E-4AFD-BF4E-4501BF340235}" type="sibTrans" cxnId="{59362011-071E-40CD-BE58-89696FCDF663}">
      <dgm:prSet/>
      <dgm:spPr/>
      <dgm:t>
        <a:bodyPr/>
        <a:lstStyle/>
        <a:p>
          <a:endParaRPr lang="en-US"/>
        </a:p>
      </dgm:t>
    </dgm:pt>
    <dgm:pt modelId="{17E3EE4D-E44E-48AF-884D-7844078DAF1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transaction fees will be the</a:t>
          </a:r>
          <a:r>
            <a:rPr lang="tr-TR"/>
            <a:t> </a:t>
          </a:r>
          <a:r>
            <a:rPr lang="en-US"/>
            <a:t>majority of the reward </a:t>
          </a:r>
        </a:p>
      </dgm:t>
    </dgm:pt>
    <dgm:pt modelId="{3D337670-6D71-476B-8571-15C41A8E2B38}" type="parTrans" cxnId="{7CF681AD-07E9-44A1-A081-B35419EF72A6}">
      <dgm:prSet/>
      <dgm:spPr/>
      <dgm:t>
        <a:bodyPr/>
        <a:lstStyle/>
        <a:p>
          <a:endParaRPr lang="en-US"/>
        </a:p>
      </dgm:t>
    </dgm:pt>
    <dgm:pt modelId="{73DF6EB6-AFCD-473C-A4DE-B3E1EC6BE316}" type="sibTrans" cxnId="{7CF681AD-07E9-44A1-A081-B35419EF72A6}">
      <dgm:prSet/>
      <dgm:spPr/>
      <dgm:t>
        <a:bodyPr/>
        <a:lstStyle/>
        <a:p>
          <a:endParaRPr lang="en-US"/>
        </a:p>
      </dgm:t>
    </dgm:pt>
    <dgm:pt modelId="{1CE57424-0D22-4BE7-890C-6CA7B8E5D22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or even the entirety of the reward)</a:t>
          </a:r>
        </a:p>
      </dgm:t>
    </dgm:pt>
    <dgm:pt modelId="{35EEEA08-CA7E-4474-B80E-D6D5CBEBC5B4}" type="parTrans" cxnId="{4BB405B6-9CB5-430E-9FBB-4FBCC02505EC}">
      <dgm:prSet/>
      <dgm:spPr/>
      <dgm:t>
        <a:bodyPr/>
        <a:lstStyle/>
        <a:p>
          <a:endParaRPr lang="en-US"/>
        </a:p>
      </dgm:t>
    </dgm:pt>
    <dgm:pt modelId="{AE305A7D-6E09-45DD-B492-DAAB2BBE6D97}" type="sibTrans" cxnId="{4BB405B6-9CB5-430E-9FBB-4FBCC02505EC}">
      <dgm:prSet/>
      <dgm:spPr/>
      <dgm:t>
        <a:bodyPr/>
        <a:lstStyle/>
        <a:p>
          <a:endParaRPr lang="en-US"/>
        </a:p>
      </dgm:t>
    </dgm:pt>
    <dgm:pt modelId="{7862133C-C378-4051-BCD5-E09AD59F287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At that time, </a:t>
          </a:r>
        </a:p>
      </dgm:t>
    </dgm:pt>
    <dgm:pt modelId="{6384C371-DAB7-468D-8161-33E21D640344}" type="parTrans" cxnId="{582AEB8E-ADDF-44AB-BC7A-C3D0582BB923}">
      <dgm:prSet/>
      <dgm:spPr/>
      <dgm:t>
        <a:bodyPr/>
        <a:lstStyle/>
        <a:p>
          <a:endParaRPr lang="en-US"/>
        </a:p>
      </dgm:t>
    </dgm:pt>
    <dgm:pt modelId="{96A13A06-8B52-4893-8ACC-03CBB67DED1E}" type="sibTrans" cxnId="{582AEB8E-ADDF-44AB-BC7A-C3D0582BB923}">
      <dgm:prSet/>
      <dgm:spPr/>
      <dgm:t>
        <a:bodyPr/>
        <a:lstStyle/>
        <a:p>
          <a:endParaRPr lang="en-US"/>
        </a:p>
      </dgm:t>
    </dgm:pt>
    <dgm:pt modelId="{60FB33D4-AD02-4BF6-B372-35763FA0980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this scenario</a:t>
          </a:r>
          <a:r>
            <a:rPr lang="tr-TR"/>
            <a:t> becomes inevitable.</a:t>
          </a:r>
          <a:endParaRPr lang="en-US"/>
        </a:p>
      </dgm:t>
    </dgm:pt>
    <dgm:pt modelId="{3CC4705B-B2BB-440B-8971-9E3EAADEAA30}" type="parTrans" cxnId="{62939410-4672-4977-8A91-0108DAB680D1}">
      <dgm:prSet/>
      <dgm:spPr/>
      <dgm:t>
        <a:bodyPr/>
        <a:lstStyle/>
        <a:p>
          <a:endParaRPr lang="en-US"/>
        </a:p>
      </dgm:t>
    </dgm:pt>
    <dgm:pt modelId="{F8277F5B-CF74-43C5-AC50-E76C62C304CE}" type="sibTrans" cxnId="{62939410-4672-4977-8A91-0108DAB680D1}">
      <dgm:prSet/>
      <dgm:spPr/>
      <dgm:t>
        <a:bodyPr/>
        <a:lstStyle/>
        <a:p>
          <a:endParaRPr lang="en-US"/>
        </a:p>
      </dgm:t>
    </dgm:pt>
    <dgm:pt modelId="{93E06131-57B2-41FB-9C9B-500A68F3917E}" type="pres">
      <dgm:prSet presAssocID="{5ABDA478-9BCC-4984-9DFF-2AB26399C9EF}" presName="root" presStyleCnt="0">
        <dgm:presLayoutVars>
          <dgm:dir/>
          <dgm:resizeHandles val="exact"/>
        </dgm:presLayoutVars>
      </dgm:prSet>
      <dgm:spPr/>
    </dgm:pt>
    <dgm:pt modelId="{9D51672E-94FD-4044-B1B7-BDC4A9F36131}" type="pres">
      <dgm:prSet presAssocID="{D1EC63AA-15A9-47F9-BA9E-6F145C659449}" presName="compNode" presStyleCnt="0"/>
      <dgm:spPr/>
    </dgm:pt>
    <dgm:pt modelId="{61710A63-AA15-40B0-88B6-4D06C7E38D3A}" type="pres">
      <dgm:prSet presAssocID="{D1EC63AA-15A9-47F9-BA9E-6F145C659449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ara"/>
        </a:ext>
      </dgm:extLst>
    </dgm:pt>
    <dgm:pt modelId="{ACBE43AC-0114-43FF-8080-5922F908ADF1}" type="pres">
      <dgm:prSet presAssocID="{D1EC63AA-15A9-47F9-BA9E-6F145C659449}" presName="iconSpace" presStyleCnt="0"/>
      <dgm:spPr/>
    </dgm:pt>
    <dgm:pt modelId="{77B46B1A-CB9A-4DB0-B0CB-149114C70EB5}" type="pres">
      <dgm:prSet presAssocID="{D1EC63AA-15A9-47F9-BA9E-6F145C659449}" presName="parTx" presStyleLbl="revTx" presStyleIdx="0" presStyleCnt="6">
        <dgm:presLayoutVars>
          <dgm:chMax val="0"/>
          <dgm:chPref val="0"/>
        </dgm:presLayoutVars>
      </dgm:prSet>
      <dgm:spPr/>
    </dgm:pt>
    <dgm:pt modelId="{E2C9EF79-86B0-4A2F-8276-F5D46134539B}" type="pres">
      <dgm:prSet presAssocID="{D1EC63AA-15A9-47F9-BA9E-6F145C659449}" presName="txSpace" presStyleCnt="0"/>
      <dgm:spPr/>
    </dgm:pt>
    <dgm:pt modelId="{6B68C758-C661-49A4-955E-12A90CC9ED82}" type="pres">
      <dgm:prSet presAssocID="{D1EC63AA-15A9-47F9-BA9E-6F145C659449}" presName="desTx" presStyleLbl="revTx" presStyleIdx="1" presStyleCnt="6">
        <dgm:presLayoutVars/>
      </dgm:prSet>
      <dgm:spPr/>
    </dgm:pt>
    <dgm:pt modelId="{46A56DDC-3CD6-4DC1-84DC-F2B2AC466441}" type="pres">
      <dgm:prSet presAssocID="{DB86C69E-3607-4046-B3AF-69D36676CBEE}" presName="sibTrans" presStyleCnt="0"/>
      <dgm:spPr/>
    </dgm:pt>
    <dgm:pt modelId="{C8C23CCA-9BA9-43BB-9D1A-E4BCF8825FF6}" type="pres">
      <dgm:prSet presAssocID="{7F239273-B544-4F26-B917-BCAA2FA64DC0}" presName="compNode" presStyleCnt="0"/>
      <dgm:spPr/>
    </dgm:pt>
    <dgm:pt modelId="{97192004-413C-4792-9A32-131F5A4768D7}" type="pres">
      <dgm:prSet presAssocID="{7F239273-B544-4F26-B917-BCAA2FA64DC0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ar"/>
        </a:ext>
      </dgm:extLst>
    </dgm:pt>
    <dgm:pt modelId="{B0E29AE5-57D4-48BB-85C9-EBFCC97F8AB5}" type="pres">
      <dgm:prSet presAssocID="{7F239273-B544-4F26-B917-BCAA2FA64DC0}" presName="iconSpace" presStyleCnt="0"/>
      <dgm:spPr/>
    </dgm:pt>
    <dgm:pt modelId="{341136C3-DBE1-4B9B-985C-038C4487DAF6}" type="pres">
      <dgm:prSet presAssocID="{7F239273-B544-4F26-B917-BCAA2FA64DC0}" presName="parTx" presStyleLbl="revTx" presStyleIdx="2" presStyleCnt="6">
        <dgm:presLayoutVars>
          <dgm:chMax val="0"/>
          <dgm:chPref val="0"/>
        </dgm:presLayoutVars>
      </dgm:prSet>
      <dgm:spPr/>
    </dgm:pt>
    <dgm:pt modelId="{5F5C13EB-1E08-471C-A399-52A063319FF4}" type="pres">
      <dgm:prSet presAssocID="{7F239273-B544-4F26-B917-BCAA2FA64DC0}" presName="txSpace" presStyleCnt="0"/>
      <dgm:spPr/>
    </dgm:pt>
    <dgm:pt modelId="{37AC6847-8B8A-4E31-B920-CEF512850882}" type="pres">
      <dgm:prSet presAssocID="{7F239273-B544-4F26-B917-BCAA2FA64DC0}" presName="desTx" presStyleLbl="revTx" presStyleIdx="3" presStyleCnt="6">
        <dgm:presLayoutVars/>
      </dgm:prSet>
      <dgm:spPr/>
    </dgm:pt>
    <dgm:pt modelId="{8932BF74-A1A2-4AB9-94FB-AF7FED85AA10}" type="pres">
      <dgm:prSet presAssocID="{E7FBDAD7-B81E-4AFD-BF4E-4501BF340235}" presName="sibTrans" presStyleCnt="0"/>
      <dgm:spPr/>
    </dgm:pt>
    <dgm:pt modelId="{0B8B9D86-B384-4608-9986-893B805CC1A0}" type="pres">
      <dgm:prSet presAssocID="{7862133C-C378-4051-BCD5-E09AD59F2873}" presName="compNode" presStyleCnt="0"/>
      <dgm:spPr/>
    </dgm:pt>
    <dgm:pt modelId="{78B5C678-0975-482E-9C1C-C41F3655614B}" type="pres">
      <dgm:prSet presAssocID="{7862133C-C378-4051-BCD5-E09AD59F2873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aat"/>
        </a:ext>
      </dgm:extLst>
    </dgm:pt>
    <dgm:pt modelId="{6CCC702F-EC0B-442D-A832-E0C4970A5DF8}" type="pres">
      <dgm:prSet presAssocID="{7862133C-C378-4051-BCD5-E09AD59F2873}" presName="iconSpace" presStyleCnt="0"/>
      <dgm:spPr/>
    </dgm:pt>
    <dgm:pt modelId="{917E95B2-582E-493D-9E10-87ED088B2695}" type="pres">
      <dgm:prSet presAssocID="{7862133C-C378-4051-BCD5-E09AD59F2873}" presName="parTx" presStyleLbl="revTx" presStyleIdx="4" presStyleCnt="6">
        <dgm:presLayoutVars>
          <dgm:chMax val="0"/>
          <dgm:chPref val="0"/>
        </dgm:presLayoutVars>
      </dgm:prSet>
      <dgm:spPr/>
    </dgm:pt>
    <dgm:pt modelId="{2B31A14A-96B5-4DCD-A391-1EB69F62904A}" type="pres">
      <dgm:prSet presAssocID="{7862133C-C378-4051-BCD5-E09AD59F2873}" presName="txSpace" presStyleCnt="0"/>
      <dgm:spPr/>
    </dgm:pt>
    <dgm:pt modelId="{EB8B3442-8A5D-491B-AC47-045BE1A29673}" type="pres">
      <dgm:prSet presAssocID="{7862133C-C378-4051-BCD5-E09AD59F2873}" presName="desTx" presStyleLbl="revTx" presStyleIdx="5" presStyleCnt="6">
        <dgm:presLayoutVars/>
      </dgm:prSet>
      <dgm:spPr/>
    </dgm:pt>
  </dgm:ptLst>
  <dgm:cxnLst>
    <dgm:cxn modelId="{BEDC8100-85AD-432B-A04C-F7022B5C262D}" type="presOf" srcId="{684AB24A-559D-4B73-8E45-77160248218B}" destId="{6B68C758-C661-49A4-955E-12A90CC9ED82}" srcOrd="0" destOrd="1" presId="urn:microsoft.com/office/officeart/2018/2/layout/IconLabelDescriptionList"/>
    <dgm:cxn modelId="{62939410-4672-4977-8A91-0108DAB680D1}" srcId="{7862133C-C378-4051-BCD5-E09AD59F2873}" destId="{60FB33D4-AD02-4BF6-B372-35763FA0980F}" srcOrd="0" destOrd="0" parTransId="{3CC4705B-B2BB-440B-8971-9E3EAADEAA30}" sibTransId="{F8277F5B-CF74-43C5-AC50-E76C62C304CE}"/>
    <dgm:cxn modelId="{59362011-071E-40CD-BE58-89696FCDF663}" srcId="{5ABDA478-9BCC-4984-9DFF-2AB26399C9EF}" destId="{7F239273-B544-4F26-B917-BCAA2FA64DC0}" srcOrd="1" destOrd="0" parTransId="{9B28BF59-3A38-431A-9037-E72717D459C6}" sibTransId="{E7FBDAD7-B81E-4AFD-BF4E-4501BF340235}"/>
    <dgm:cxn modelId="{8C34B917-E9A6-4E5C-A31E-F5594D8D0215}" srcId="{D1EC63AA-15A9-47F9-BA9E-6F145C659449}" destId="{8CB2B9B6-43A8-4D0F-A9A9-2C6F62E9714D}" srcOrd="0" destOrd="0" parTransId="{965D8417-1299-4764-AE81-5BB088C137A0}" sibTransId="{0ED98100-C3B6-4C8E-B9FB-0CE063EDD7C8}"/>
    <dgm:cxn modelId="{FB31ED2C-E874-4E08-91A8-67CDEDAACF50}" type="presOf" srcId="{8CB2B9B6-43A8-4D0F-A9A9-2C6F62E9714D}" destId="{6B68C758-C661-49A4-955E-12A90CC9ED82}" srcOrd="0" destOrd="0" presId="urn:microsoft.com/office/officeart/2018/2/layout/IconLabelDescriptionList"/>
    <dgm:cxn modelId="{2902602D-9B9E-4EC1-A66E-AB28DB661AB3}" type="presOf" srcId="{7F239273-B544-4F26-B917-BCAA2FA64DC0}" destId="{341136C3-DBE1-4B9B-985C-038C4487DAF6}" srcOrd="0" destOrd="0" presId="urn:microsoft.com/office/officeart/2018/2/layout/IconLabelDescriptionList"/>
    <dgm:cxn modelId="{B1EF4E44-F04C-4EDA-9B84-B8D70A6946DC}" type="presOf" srcId="{7862133C-C378-4051-BCD5-E09AD59F2873}" destId="{917E95B2-582E-493D-9E10-87ED088B2695}" srcOrd="0" destOrd="0" presId="urn:microsoft.com/office/officeart/2018/2/layout/IconLabelDescriptionList"/>
    <dgm:cxn modelId="{B19D574D-4FF3-4DAD-BB4F-0A6C0DAA1845}" type="presOf" srcId="{17E3EE4D-E44E-48AF-884D-7844078DAF13}" destId="{37AC6847-8B8A-4E31-B920-CEF512850882}" srcOrd="0" destOrd="0" presId="urn:microsoft.com/office/officeart/2018/2/layout/IconLabelDescriptionList"/>
    <dgm:cxn modelId="{65E68B4E-3792-49A1-94B9-54FC45FD85F3}" srcId="{5ABDA478-9BCC-4984-9DFF-2AB26399C9EF}" destId="{D1EC63AA-15A9-47F9-BA9E-6F145C659449}" srcOrd="0" destOrd="0" parTransId="{CEA2D1C4-55DE-4DD0-8FAB-1BCE57DD47D1}" sibTransId="{DB86C69E-3607-4046-B3AF-69D36676CBEE}"/>
    <dgm:cxn modelId="{A274B470-9EAD-4E9F-BFEB-1FD35D496671}" type="presOf" srcId="{60FB33D4-AD02-4BF6-B372-35763FA0980F}" destId="{EB8B3442-8A5D-491B-AC47-045BE1A29673}" srcOrd="0" destOrd="0" presId="urn:microsoft.com/office/officeart/2018/2/layout/IconLabelDescriptionList"/>
    <dgm:cxn modelId="{582AEB8E-ADDF-44AB-BC7A-C3D0582BB923}" srcId="{5ABDA478-9BCC-4984-9DFF-2AB26399C9EF}" destId="{7862133C-C378-4051-BCD5-E09AD59F2873}" srcOrd="2" destOrd="0" parTransId="{6384C371-DAB7-468D-8161-33E21D640344}" sibTransId="{96A13A06-8B52-4893-8ACC-03CBB67DED1E}"/>
    <dgm:cxn modelId="{8D46E390-BEC8-4A33-91AD-0053835DD588}" type="presOf" srcId="{1CE57424-0D22-4BE7-890C-6CA7B8E5D22D}" destId="{37AC6847-8B8A-4E31-B920-CEF512850882}" srcOrd="0" destOrd="1" presId="urn:microsoft.com/office/officeart/2018/2/layout/IconLabelDescriptionList"/>
    <dgm:cxn modelId="{7CF681AD-07E9-44A1-A081-B35419EF72A6}" srcId="{7F239273-B544-4F26-B917-BCAA2FA64DC0}" destId="{17E3EE4D-E44E-48AF-884D-7844078DAF13}" srcOrd="0" destOrd="0" parTransId="{3D337670-6D71-476B-8571-15C41A8E2B38}" sibTransId="{73DF6EB6-AFCD-473C-A4DE-B3E1EC6BE316}"/>
    <dgm:cxn modelId="{A77CECB1-755D-4A5F-BB10-CE02A0A4E1F3}" srcId="{D1EC63AA-15A9-47F9-BA9E-6F145C659449}" destId="{684AB24A-559D-4B73-8E45-77160248218B}" srcOrd="1" destOrd="0" parTransId="{A706E2FD-11E2-4DC1-81EB-C8A7651ED526}" sibTransId="{33C88B08-32DC-4B4C-8FA0-655DD414EAB0}"/>
    <dgm:cxn modelId="{4BB405B6-9CB5-430E-9FBB-4FBCC02505EC}" srcId="{7F239273-B544-4F26-B917-BCAA2FA64DC0}" destId="{1CE57424-0D22-4BE7-890C-6CA7B8E5D22D}" srcOrd="1" destOrd="0" parTransId="{35EEEA08-CA7E-4474-B80E-D6D5CBEBC5B4}" sibTransId="{AE305A7D-6E09-45DD-B492-DAAB2BBE6D97}"/>
    <dgm:cxn modelId="{C7CCF7BE-0D88-4036-81EB-6F83CEFB4565}" type="presOf" srcId="{5ABDA478-9BCC-4984-9DFF-2AB26399C9EF}" destId="{93E06131-57B2-41FB-9C9B-500A68F3917E}" srcOrd="0" destOrd="0" presId="urn:microsoft.com/office/officeart/2018/2/layout/IconLabelDescriptionList"/>
    <dgm:cxn modelId="{DCF658E2-5E6C-4F92-A018-EE33FADB48C9}" type="presOf" srcId="{D1EC63AA-15A9-47F9-BA9E-6F145C659449}" destId="{77B46B1A-CB9A-4DB0-B0CB-149114C70EB5}" srcOrd="0" destOrd="0" presId="urn:microsoft.com/office/officeart/2018/2/layout/IconLabelDescriptionList"/>
    <dgm:cxn modelId="{40DF2106-E444-446B-8979-09A371191DC0}" type="presParOf" srcId="{93E06131-57B2-41FB-9C9B-500A68F3917E}" destId="{9D51672E-94FD-4044-B1B7-BDC4A9F36131}" srcOrd="0" destOrd="0" presId="urn:microsoft.com/office/officeart/2018/2/layout/IconLabelDescriptionList"/>
    <dgm:cxn modelId="{6F810D44-A3FE-4466-9631-16D56395E23E}" type="presParOf" srcId="{9D51672E-94FD-4044-B1B7-BDC4A9F36131}" destId="{61710A63-AA15-40B0-88B6-4D06C7E38D3A}" srcOrd="0" destOrd="0" presId="urn:microsoft.com/office/officeart/2018/2/layout/IconLabelDescriptionList"/>
    <dgm:cxn modelId="{A3B60CE9-6B86-4B64-A8B6-BF9D9DABC313}" type="presParOf" srcId="{9D51672E-94FD-4044-B1B7-BDC4A9F36131}" destId="{ACBE43AC-0114-43FF-8080-5922F908ADF1}" srcOrd="1" destOrd="0" presId="urn:microsoft.com/office/officeart/2018/2/layout/IconLabelDescriptionList"/>
    <dgm:cxn modelId="{3AA6E822-3144-4AE8-B7DE-5591A8FB0F09}" type="presParOf" srcId="{9D51672E-94FD-4044-B1B7-BDC4A9F36131}" destId="{77B46B1A-CB9A-4DB0-B0CB-149114C70EB5}" srcOrd="2" destOrd="0" presId="urn:microsoft.com/office/officeart/2018/2/layout/IconLabelDescriptionList"/>
    <dgm:cxn modelId="{8EEFD014-86AF-4976-9B54-4EE85C150B32}" type="presParOf" srcId="{9D51672E-94FD-4044-B1B7-BDC4A9F36131}" destId="{E2C9EF79-86B0-4A2F-8276-F5D46134539B}" srcOrd="3" destOrd="0" presId="urn:microsoft.com/office/officeart/2018/2/layout/IconLabelDescriptionList"/>
    <dgm:cxn modelId="{B29947F0-C71E-47BE-8FA0-89AC48653704}" type="presParOf" srcId="{9D51672E-94FD-4044-B1B7-BDC4A9F36131}" destId="{6B68C758-C661-49A4-955E-12A90CC9ED82}" srcOrd="4" destOrd="0" presId="urn:microsoft.com/office/officeart/2018/2/layout/IconLabelDescriptionList"/>
    <dgm:cxn modelId="{A8B890AA-4CEB-44D1-81E2-93E19C34C45A}" type="presParOf" srcId="{93E06131-57B2-41FB-9C9B-500A68F3917E}" destId="{46A56DDC-3CD6-4DC1-84DC-F2B2AC466441}" srcOrd="1" destOrd="0" presId="urn:microsoft.com/office/officeart/2018/2/layout/IconLabelDescriptionList"/>
    <dgm:cxn modelId="{6617783C-9BB8-4406-9A10-EBA7D7D9B165}" type="presParOf" srcId="{93E06131-57B2-41FB-9C9B-500A68F3917E}" destId="{C8C23CCA-9BA9-43BB-9D1A-E4BCF8825FF6}" srcOrd="2" destOrd="0" presId="urn:microsoft.com/office/officeart/2018/2/layout/IconLabelDescriptionList"/>
    <dgm:cxn modelId="{0A6597F6-D042-4655-BDCD-4F88DF87ECAB}" type="presParOf" srcId="{C8C23CCA-9BA9-43BB-9D1A-E4BCF8825FF6}" destId="{97192004-413C-4792-9A32-131F5A4768D7}" srcOrd="0" destOrd="0" presId="urn:microsoft.com/office/officeart/2018/2/layout/IconLabelDescriptionList"/>
    <dgm:cxn modelId="{B8135387-9127-4216-AB51-78E26BCFB7AE}" type="presParOf" srcId="{C8C23CCA-9BA9-43BB-9D1A-E4BCF8825FF6}" destId="{B0E29AE5-57D4-48BB-85C9-EBFCC97F8AB5}" srcOrd="1" destOrd="0" presId="urn:microsoft.com/office/officeart/2018/2/layout/IconLabelDescriptionList"/>
    <dgm:cxn modelId="{8FB1B722-5F58-469A-B3DF-8A8BE6767BE4}" type="presParOf" srcId="{C8C23CCA-9BA9-43BB-9D1A-E4BCF8825FF6}" destId="{341136C3-DBE1-4B9B-985C-038C4487DAF6}" srcOrd="2" destOrd="0" presId="urn:microsoft.com/office/officeart/2018/2/layout/IconLabelDescriptionList"/>
    <dgm:cxn modelId="{4CEBE9D0-B264-44D5-A27F-00F8BBCF882D}" type="presParOf" srcId="{C8C23CCA-9BA9-43BB-9D1A-E4BCF8825FF6}" destId="{5F5C13EB-1E08-471C-A399-52A063319FF4}" srcOrd="3" destOrd="0" presId="urn:microsoft.com/office/officeart/2018/2/layout/IconLabelDescriptionList"/>
    <dgm:cxn modelId="{3A6FBAEC-FF69-4573-BECF-A9E558C2A7F0}" type="presParOf" srcId="{C8C23CCA-9BA9-43BB-9D1A-E4BCF8825FF6}" destId="{37AC6847-8B8A-4E31-B920-CEF512850882}" srcOrd="4" destOrd="0" presId="urn:microsoft.com/office/officeart/2018/2/layout/IconLabelDescriptionList"/>
    <dgm:cxn modelId="{57793118-7E3F-474B-9CC4-DB7A2064377A}" type="presParOf" srcId="{93E06131-57B2-41FB-9C9B-500A68F3917E}" destId="{8932BF74-A1A2-4AB9-94FB-AF7FED85AA10}" srcOrd="3" destOrd="0" presId="urn:microsoft.com/office/officeart/2018/2/layout/IconLabelDescriptionList"/>
    <dgm:cxn modelId="{2EE0562E-28E5-48EE-990F-2D69938934A6}" type="presParOf" srcId="{93E06131-57B2-41FB-9C9B-500A68F3917E}" destId="{0B8B9D86-B384-4608-9986-893B805CC1A0}" srcOrd="4" destOrd="0" presId="urn:microsoft.com/office/officeart/2018/2/layout/IconLabelDescriptionList"/>
    <dgm:cxn modelId="{1C6A6BE2-BA8C-46DF-99F7-1DCFDFC6DF9A}" type="presParOf" srcId="{0B8B9D86-B384-4608-9986-893B805CC1A0}" destId="{78B5C678-0975-482E-9C1C-C41F3655614B}" srcOrd="0" destOrd="0" presId="urn:microsoft.com/office/officeart/2018/2/layout/IconLabelDescriptionList"/>
    <dgm:cxn modelId="{8D7836B3-D45A-465D-997B-70A999C960CA}" type="presParOf" srcId="{0B8B9D86-B384-4608-9986-893B805CC1A0}" destId="{6CCC702F-EC0B-442D-A832-E0C4970A5DF8}" srcOrd="1" destOrd="0" presId="urn:microsoft.com/office/officeart/2018/2/layout/IconLabelDescriptionList"/>
    <dgm:cxn modelId="{56BA39A6-C678-4C43-8160-5F5A60F8C640}" type="presParOf" srcId="{0B8B9D86-B384-4608-9986-893B805CC1A0}" destId="{917E95B2-582E-493D-9E10-87ED088B2695}" srcOrd="2" destOrd="0" presId="urn:microsoft.com/office/officeart/2018/2/layout/IconLabelDescriptionList"/>
    <dgm:cxn modelId="{4683CF5B-84F9-42C4-9526-69B8100EC129}" type="presParOf" srcId="{0B8B9D86-B384-4608-9986-893B805CC1A0}" destId="{2B31A14A-96B5-4DCD-A391-1EB69F62904A}" srcOrd="3" destOrd="0" presId="urn:microsoft.com/office/officeart/2018/2/layout/IconLabelDescriptionList"/>
    <dgm:cxn modelId="{2F6B602D-36F2-48A3-BCC9-B1B3D1A3E8D3}" type="presParOf" srcId="{0B8B9D86-B384-4608-9986-893B805CC1A0}" destId="{EB8B3442-8A5D-491B-AC47-045BE1A29673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0.xml><?xml version="1.0" encoding="utf-8"?>
<dgm:dataModel xmlns:dgm="http://schemas.openxmlformats.org/drawingml/2006/diagram" xmlns:a="http://schemas.openxmlformats.org/drawingml/2006/main">
  <dgm:ptLst>
    <dgm:pt modelId="{CB2E1167-61CD-477C-AEF4-CEEE8D6DF7BA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0_3" csCatId="mainScheme" phldr="1"/>
      <dgm:spPr/>
      <dgm:t>
        <a:bodyPr/>
        <a:lstStyle/>
        <a:p>
          <a:endParaRPr lang="en-US"/>
        </a:p>
      </dgm:t>
    </dgm:pt>
    <dgm:pt modelId="{0D9E339C-BBE1-4C7F-9137-F4A6FE1EB34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To prevent “fee sniping,” </a:t>
          </a:r>
        </a:p>
      </dgm:t>
    </dgm:pt>
    <dgm:pt modelId="{DFE11E5F-87B6-4D7E-9A68-008F7614CBEB}" type="parTrans" cxnId="{C6AC7348-028E-442F-8716-A8C95A00027C}">
      <dgm:prSet/>
      <dgm:spPr/>
      <dgm:t>
        <a:bodyPr/>
        <a:lstStyle/>
        <a:p>
          <a:endParaRPr lang="en-US"/>
        </a:p>
      </dgm:t>
    </dgm:pt>
    <dgm:pt modelId="{D5C73EC8-8BDF-4D8E-8904-3EF9D027F4C1}" type="sibTrans" cxnId="{C6AC7348-028E-442F-8716-A8C95A00027C}">
      <dgm:prSet/>
      <dgm:spPr/>
      <dgm:t>
        <a:bodyPr/>
        <a:lstStyle/>
        <a:p>
          <a:endParaRPr lang="en-US"/>
        </a:p>
      </dgm:t>
    </dgm:pt>
    <dgm:pt modelId="{EF8D4824-7807-4E3A-869F-80B2CF1591B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when Bitcoin Core creates transactions, </a:t>
          </a:r>
        </a:p>
      </dgm:t>
    </dgm:pt>
    <dgm:pt modelId="{03435E72-82A6-4D8E-9722-5D0A30B4D1D2}" type="parTrans" cxnId="{39F7D7EF-A7DA-4589-8BD5-56340D70E1BF}">
      <dgm:prSet/>
      <dgm:spPr/>
      <dgm:t>
        <a:bodyPr/>
        <a:lstStyle/>
        <a:p>
          <a:endParaRPr lang="en-US"/>
        </a:p>
      </dgm:t>
    </dgm:pt>
    <dgm:pt modelId="{E40A3D7C-37E7-473D-8843-16717271EA22}" type="sibTrans" cxnId="{39F7D7EF-A7DA-4589-8BD5-56340D70E1BF}">
      <dgm:prSet/>
      <dgm:spPr/>
      <dgm:t>
        <a:bodyPr/>
        <a:lstStyle/>
        <a:p>
          <a:endParaRPr lang="en-US"/>
        </a:p>
      </dgm:t>
    </dgm:pt>
    <dgm:pt modelId="{6927BC2E-F621-4232-B512-B4468C282B1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it uses nLocktime to</a:t>
          </a:r>
          <a:r>
            <a:rPr lang="tr-TR"/>
            <a:t> </a:t>
          </a:r>
          <a:r>
            <a:rPr lang="en-US"/>
            <a:t>limit them to the “next block,” by default. </a:t>
          </a:r>
        </a:p>
      </dgm:t>
    </dgm:pt>
    <dgm:pt modelId="{6F05CA07-6937-40BC-B48A-5BBE3A2422A2}" type="parTrans" cxnId="{69728525-C788-4400-9699-83AE13861A19}">
      <dgm:prSet/>
      <dgm:spPr/>
      <dgm:t>
        <a:bodyPr/>
        <a:lstStyle/>
        <a:p>
          <a:endParaRPr lang="en-US"/>
        </a:p>
      </dgm:t>
    </dgm:pt>
    <dgm:pt modelId="{04FDEC47-D664-4FCC-8622-564FAC3272FA}" type="sibTrans" cxnId="{69728525-C788-4400-9699-83AE13861A19}">
      <dgm:prSet/>
      <dgm:spPr/>
      <dgm:t>
        <a:bodyPr/>
        <a:lstStyle/>
        <a:p>
          <a:endParaRPr lang="en-US"/>
        </a:p>
      </dgm:t>
    </dgm:pt>
    <dgm:pt modelId="{42A8CF99-AF7A-48D8-A154-3E355A2D0CD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In our scenario, </a:t>
          </a:r>
        </a:p>
      </dgm:t>
    </dgm:pt>
    <dgm:pt modelId="{2BDC85F6-8684-4381-B1D7-26362A226F6A}" type="parTrans" cxnId="{0522562C-9BCC-4D95-972F-9440E8B6134D}">
      <dgm:prSet/>
      <dgm:spPr/>
      <dgm:t>
        <a:bodyPr/>
        <a:lstStyle/>
        <a:p>
          <a:endParaRPr lang="en-US"/>
        </a:p>
      </dgm:t>
    </dgm:pt>
    <dgm:pt modelId="{45C400FA-33A3-466A-9F7C-8E70E9D1B5EF}" type="sibTrans" cxnId="{0522562C-9BCC-4D95-972F-9440E8B6134D}">
      <dgm:prSet/>
      <dgm:spPr/>
      <dgm:t>
        <a:bodyPr/>
        <a:lstStyle/>
        <a:p>
          <a:endParaRPr lang="en-US"/>
        </a:p>
      </dgm:t>
    </dgm:pt>
    <dgm:pt modelId="{8A1C16DC-88AF-4017-9C1F-2F7DC2F7DB6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Bitcoin Core would set</a:t>
          </a:r>
          <a:r>
            <a:rPr lang="tr-TR"/>
            <a:t> </a:t>
          </a:r>
          <a:r>
            <a:rPr lang="en-US"/>
            <a:t>nLocktime to 100,001 </a:t>
          </a:r>
        </a:p>
      </dgm:t>
    </dgm:pt>
    <dgm:pt modelId="{F8F7DC1C-DA00-4B5F-8694-4E82557C3E83}" type="parTrans" cxnId="{459ED2FD-CD8A-4B4D-939E-33E87A7B0A70}">
      <dgm:prSet/>
      <dgm:spPr/>
      <dgm:t>
        <a:bodyPr/>
        <a:lstStyle/>
        <a:p>
          <a:endParaRPr lang="en-US"/>
        </a:p>
      </dgm:t>
    </dgm:pt>
    <dgm:pt modelId="{26F6A78B-4667-4974-89DC-9867068F33A8}" type="sibTrans" cxnId="{459ED2FD-CD8A-4B4D-939E-33E87A7B0A70}">
      <dgm:prSet/>
      <dgm:spPr/>
      <dgm:t>
        <a:bodyPr/>
        <a:lstStyle/>
        <a:p>
          <a:endParaRPr lang="en-US"/>
        </a:p>
      </dgm:t>
    </dgm:pt>
    <dgm:pt modelId="{22F70507-1C48-40A3-B207-52DE8934488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 any transaction it created. </a:t>
          </a:r>
        </a:p>
      </dgm:t>
    </dgm:pt>
    <dgm:pt modelId="{D47DEC04-852C-45D3-976A-AA75C788E93B}" type="parTrans" cxnId="{6B56F2AE-D08F-4F39-AFCA-7BC4E4618D37}">
      <dgm:prSet/>
      <dgm:spPr/>
      <dgm:t>
        <a:bodyPr/>
        <a:lstStyle/>
        <a:p>
          <a:endParaRPr lang="en-US"/>
        </a:p>
      </dgm:t>
    </dgm:pt>
    <dgm:pt modelId="{6516EF78-B4F7-4CEE-A5A9-C593362732D1}" type="sibTrans" cxnId="{6B56F2AE-D08F-4F39-AFCA-7BC4E4618D37}">
      <dgm:prSet/>
      <dgm:spPr/>
      <dgm:t>
        <a:bodyPr/>
        <a:lstStyle/>
        <a:p>
          <a:endParaRPr lang="en-US"/>
        </a:p>
      </dgm:t>
    </dgm:pt>
    <dgm:pt modelId="{0A2A9840-2B44-4A4C-8479-066BEF54D4DA}" type="pres">
      <dgm:prSet presAssocID="{CB2E1167-61CD-477C-AEF4-CEEE8D6DF7BA}" presName="root" presStyleCnt="0">
        <dgm:presLayoutVars>
          <dgm:dir/>
          <dgm:resizeHandles val="exact"/>
        </dgm:presLayoutVars>
      </dgm:prSet>
      <dgm:spPr/>
    </dgm:pt>
    <dgm:pt modelId="{17FEF450-8251-417E-A678-C46376AAA1E8}" type="pres">
      <dgm:prSet presAssocID="{0D9E339C-BBE1-4C7F-9137-F4A6FE1EB346}" presName="compNode" presStyleCnt="0"/>
      <dgm:spPr/>
    </dgm:pt>
    <dgm:pt modelId="{0F0EA0EF-7BFD-45B1-9B30-C3C7BF4400FF}" type="pres">
      <dgm:prSet presAssocID="{0D9E339C-BBE1-4C7F-9137-F4A6FE1EB346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9D5E2AE9-770E-4171-919D-416BF2E81491}" type="pres">
      <dgm:prSet presAssocID="{0D9E339C-BBE1-4C7F-9137-F4A6FE1EB346}" presName="iconSpace" presStyleCnt="0"/>
      <dgm:spPr/>
    </dgm:pt>
    <dgm:pt modelId="{6403EE26-3FD7-4B76-9B93-F944AEB75393}" type="pres">
      <dgm:prSet presAssocID="{0D9E339C-BBE1-4C7F-9137-F4A6FE1EB346}" presName="parTx" presStyleLbl="revTx" presStyleIdx="0" presStyleCnt="4">
        <dgm:presLayoutVars>
          <dgm:chMax val="0"/>
          <dgm:chPref val="0"/>
        </dgm:presLayoutVars>
      </dgm:prSet>
      <dgm:spPr/>
    </dgm:pt>
    <dgm:pt modelId="{0C221A95-6C76-47EF-9017-40DE5F43E3F1}" type="pres">
      <dgm:prSet presAssocID="{0D9E339C-BBE1-4C7F-9137-F4A6FE1EB346}" presName="txSpace" presStyleCnt="0"/>
      <dgm:spPr/>
    </dgm:pt>
    <dgm:pt modelId="{036A1169-E12E-4E8D-B38D-AB1DE1A5AD05}" type="pres">
      <dgm:prSet presAssocID="{0D9E339C-BBE1-4C7F-9137-F4A6FE1EB346}" presName="desTx" presStyleLbl="revTx" presStyleIdx="1" presStyleCnt="4">
        <dgm:presLayoutVars/>
      </dgm:prSet>
      <dgm:spPr/>
    </dgm:pt>
    <dgm:pt modelId="{A43C9C4C-53F0-4F99-8366-47C5750C51D5}" type="pres">
      <dgm:prSet presAssocID="{D5C73EC8-8BDF-4D8E-8904-3EF9D027F4C1}" presName="sibTrans" presStyleCnt="0"/>
      <dgm:spPr/>
    </dgm:pt>
    <dgm:pt modelId="{6210908E-1ACE-4248-AAFA-D4B25E6D5ED9}" type="pres">
      <dgm:prSet presAssocID="{42A8CF99-AF7A-48D8-A154-3E355A2D0CD9}" presName="compNode" presStyleCnt="0"/>
      <dgm:spPr/>
    </dgm:pt>
    <dgm:pt modelId="{8B823197-0384-4407-BE22-29E87317ACB1}" type="pres">
      <dgm:prSet presAssocID="{42A8CF99-AF7A-48D8-A154-3E355A2D0CD9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a"/>
        </a:ext>
      </dgm:extLst>
    </dgm:pt>
    <dgm:pt modelId="{B7EA7439-3D63-4A2C-ACEE-6FC7D2ED3721}" type="pres">
      <dgm:prSet presAssocID="{42A8CF99-AF7A-48D8-A154-3E355A2D0CD9}" presName="iconSpace" presStyleCnt="0"/>
      <dgm:spPr/>
    </dgm:pt>
    <dgm:pt modelId="{05F21EF5-879E-497D-9673-70C91FB663DA}" type="pres">
      <dgm:prSet presAssocID="{42A8CF99-AF7A-48D8-A154-3E355A2D0CD9}" presName="parTx" presStyleLbl="revTx" presStyleIdx="2" presStyleCnt="4">
        <dgm:presLayoutVars>
          <dgm:chMax val="0"/>
          <dgm:chPref val="0"/>
        </dgm:presLayoutVars>
      </dgm:prSet>
      <dgm:spPr/>
    </dgm:pt>
    <dgm:pt modelId="{59449F32-3468-40EF-9F0E-BCB6E163E749}" type="pres">
      <dgm:prSet presAssocID="{42A8CF99-AF7A-48D8-A154-3E355A2D0CD9}" presName="txSpace" presStyleCnt="0"/>
      <dgm:spPr/>
    </dgm:pt>
    <dgm:pt modelId="{AED1F90A-EBF4-465E-B424-0AE42C762ED7}" type="pres">
      <dgm:prSet presAssocID="{42A8CF99-AF7A-48D8-A154-3E355A2D0CD9}" presName="desTx" presStyleLbl="revTx" presStyleIdx="3" presStyleCnt="4">
        <dgm:presLayoutVars/>
      </dgm:prSet>
      <dgm:spPr/>
    </dgm:pt>
  </dgm:ptLst>
  <dgm:cxnLst>
    <dgm:cxn modelId="{183B4E09-5FD8-418C-926B-DD332776C875}" type="presOf" srcId="{6927BC2E-F621-4232-B512-B4468C282B1F}" destId="{036A1169-E12E-4E8D-B38D-AB1DE1A5AD05}" srcOrd="0" destOrd="1" presId="urn:microsoft.com/office/officeart/2018/2/layout/IconLabelDescriptionList"/>
    <dgm:cxn modelId="{4C53AD0A-7180-463F-9D57-D9116B9303F7}" type="presOf" srcId="{EF8D4824-7807-4E3A-869F-80B2CF1591B0}" destId="{036A1169-E12E-4E8D-B38D-AB1DE1A5AD05}" srcOrd="0" destOrd="0" presId="urn:microsoft.com/office/officeart/2018/2/layout/IconLabelDescriptionList"/>
    <dgm:cxn modelId="{69728525-C788-4400-9699-83AE13861A19}" srcId="{0D9E339C-BBE1-4C7F-9137-F4A6FE1EB346}" destId="{6927BC2E-F621-4232-B512-B4468C282B1F}" srcOrd="1" destOrd="0" parTransId="{6F05CA07-6937-40BC-B48A-5BBE3A2422A2}" sibTransId="{04FDEC47-D664-4FCC-8622-564FAC3272FA}"/>
    <dgm:cxn modelId="{0522562C-9BCC-4D95-972F-9440E8B6134D}" srcId="{CB2E1167-61CD-477C-AEF4-CEEE8D6DF7BA}" destId="{42A8CF99-AF7A-48D8-A154-3E355A2D0CD9}" srcOrd="1" destOrd="0" parTransId="{2BDC85F6-8684-4381-B1D7-26362A226F6A}" sibTransId="{45C400FA-33A3-466A-9F7C-8E70E9D1B5EF}"/>
    <dgm:cxn modelId="{C6AC7348-028E-442F-8716-A8C95A00027C}" srcId="{CB2E1167-61CD-477C-AEF4-CEEE8D6DF7BA}" destId="{0D9E339C-BBE1-4C7F-9137-F4A6FE1EB346}" srcOrd="0" destOrd="0" parTransId="{DFE11E5F-87B6-4D7E-9A68-008F7614CBEB}" sibTransId="{D5C73EC8-8BDF-4D8E-8904-3EF9D027F4C1}"/>
    <dgm:cxn modelId="{6B56F2AE-D08F-4F39-AFCA-7BC4E4618D37}" srcId="{42A8CF99-AF7A-48D8-A154-3E355A2D0CD9}" destId="{22F70507-1C48-40A3-B207-52DE89344888}" srcOrd="1" destOrd="0" parTransId="{D47DEC04-852C-45D3-976A-AA75C788E93B}" sibTransId="{6516EF78-B4F7-4CEE-A5A9-C593362732D1}"/>
    <dgm:cxn modelId="{EA85FFAE-7E0D-4B36-9AC4-68148C7AE89B}" type="presOf" srcId="{0D9E339C-BBE1-4C7F-9137-F4A6FE1EB346}" destId="{6403EE26-3FD7-4B76-9B93-F944AEB75393}" srcOrd="0" destOrd="0" presId="urn:microsoft.com/office/officeart/2018/2/layout/IconLabelDescriptionList"/>
    <dgm:cxn modelId="{0A9081BA-C42B-4FFE-9528-370914DA2CA4}" type="presOf" srcId="{22F70507-1C48-40A3-B207-52DE89344888}" destId="{AED1F90A-EBF4-465E-B424-0AE42C762ED7}" srcOrd="0" destOrd="1" presId="urn:microsoft.com/office/officeart/2018/2/layout/IconLabelDescriptionList"/>
    <dgm:cxn modelId="{DDC502BF-5795-4895-A3B7-93C20774366D}" type="presOf" srcId="{CB2E1167-61CD-477C-AEF4-CEEE8D6DF7BA}" destId="{0A2A9840-2B44-4A4C-8479-066BEF54D4DA}" srcOrd="0" destOrd="0" presId="urn:microsoft.com/office/officeart/2018/2/layout/IconLabelDescriptionList"/>
    <dgm:cxn modelId="{A5F81CCC-B2D6-40EB-B130-AD96F7F3064C}" type="presOf" srcId="{42A8CF99-AF7A-48D8-A154-3E355A2D0CD9}" destId="{05F21EF5-879E-497D-9673-70C91FB663DA}" srcOrd="0" destOrd="0" presId="urn:microsoft.com/office/officeart/2018/2/layout/IconLabelDescriptionList"/>
    <dgm:cxn modelId="{39F7D7EF-A7DA-4589-8BD5-56340D70E1BF}" srcId="{0D9E339C-BBE1-4C7F-9137-F4A6FE1EB346}" destId="{EF8D4824-7807-4E3A-869F-80B2CF1591B0}" srcOrd="0" destOrd="0" parTransId="{03435E72-82A6-4D8E-9722-5D0A30B4D1D2}" sibTransId="{E40A3D7C-37E7-473D-8843-16717271EA22}"/>
    <dgm:cxn modelId="{4D8EEBF8-77AA-4D85-B26E-324A07BBC9F7}" type="presOf" srcId="{8A1C16DC-88AF-4017-9C1F-2F7DC2F7DB6C}" destId="{AED1F90A-EBF4-465E-B424-0AE42C762ED7}" srcOrd="0" destOrd="0" presId="urn:microsoft.com/office/officeart/2018/2/layout/IconLabelDescriptionList"/>
    <dgm:cxn modelId="{459ED2FD-CD8A-4B4D-939E-33E87A7B0A70}" srcId="{42A8CF99-AF7A-48D8-A154-3E355A2D0CD9}" destId="{8A1C16DC-88AF-4017-9C1F-2F7DC2F7DB6C}" srcOrd="0" destOrd="0" parTransId="{F8F7DC1C-DA00-4B5F-8694-4E82557C3E83}" sibTransId="{26F6A78B-4667-4974-89DC-9867068F33A8}"/>
    <dgm:cxn modelId="{D4602D3C-C6EF-41EC-AA13-2C73EC584CB6}" type="presParOf" srcId="{0A2A9840-2B44-4A4C-8479-066BEF54D4DA}" destId="{17FEF450-8251-417E-A678-C46376AAA1E8}" srcOrd="0" destOrd="0" presId="urn:microsoft.com/office/officeart/2018/2/layout/IconLabelDescriptionList"/>
    <dgm:cxn modelId="{6D524CB7-0E1A-47C2-9F45-B3E50DE41493}" type="presParOf" srcId="{17FEF450-8251-417E-A678-C46376AAA1E8}" destId="{0F0EA0EF-7BFD-45B1-9B30-C3C7BF4400FF}" srcOrd="0" destOrd="0" presId="urn:microsoft.com/office/officeart/2018/2/layout/IconLabelDescriptionList"/>
    <dgm:cxn modelId="{56200F60-3836-4DB5-8A8F-D15BE58D3C38}" type="presParOf" srcId="{17FEF450-8251-417E-A678-C46376AAA1E8}" destId="{9D5E2AE9-770E-4171-919D-416BF2E81491}" srcOrd="1" destOrd="0" presId="urn:microsoft.com/office/officeart/2018/2/layout/IconLabelDescriptionList"/>
    <dgm:cxn modelId="{6741FE4C-996B-4D7B-9AA3-32BF214DED61}" type="presParOf" srcId="{17FEF450-8251-417E-A678-C46376AAA1E8}" destId="{6403EE26-3FD7-4B76-9B93-F944AEB75393}" srcOrd="2" destOrd="0" presId="urn:microsoft.com/office/officeart/2018/2/layout/IconLabelDescriptionList"/>
    <dgm:cxn modelId="{DBC2759E-2111-47AD-BB31-182F852272C6}" type="presParOf" srcId="{17FEF450-8251-417E-A678-C46376AAA1E8}" destId="{0C221A95-6C76-47EF-9017-40DE5F43E3F1}" srcOrd="3" destOrd="0" presId="urn:microsoft.com/office/officeart/2018/2/layout/IconLabelDescriptionList"/>
    <dgm:cxn modelId="{8B073BA6-14D9-42B4-88B5-C3D6A8D79276}" type="presParOf" srcId="{17FEF450-8251-417E-A678-C46376AAA1E8}" destId="{036A1169-E12E-4E8D-B38D-AB1DE1A5AD05}" srcOrd="4" destOrd="0" presId="urn:microsoft.com/office/officeart/2018/2/layout/IconLabelDescriptionList"/>
    <dgm:cxn modelId="{7757D1D8-8C9A-4473-B9DB-D9BEF8091280}" type="presParOf" srcId="{0A2A9840-2B44-4A4C-8479-066BEF54D4DA}" destId="{A43C9C4C-53F0-4F99-8366-47C5750C51D5}" srcOrd="1" destOrd="0" presId="urn:microsoft.com/office/officeart/2018/2/layout/IconLabelDescriptionList"/>
    <dgm:cxn modelId="{D0F3EFF7-4B1C-43AB-837D-06ECD86010F8}" type="presParOf" srcId="{0A2A9840-2B44-4A4C-8479-066BEF54D4DA}" destId="{6210908E-1ACE-4248-AAFA-D4B25E6D5ED9}" srcOrd="2" destOrd="0" presId="urn:microsoft.com/office/officeart/2018/2/layout/IconLabelDescriptionList"/>
    <dgm:cxn modelId="{98AC5F47-CF13-46A8-99C3-2FDF4CA8FD3E}" type="presParOf" srcId="{6210908E-1ACE-4248-AAFA-D4B25E6D5ED9}" destId="{8B823197-0384-4407-BE22-29E87317ACB1}" srcOrd="0" destOrd="0" presId="urn:microsoft.com/office/officeart/2018/2/layout/IconLabelDescriptionList"/>
    <dgm:cxn modelId="{D0076445-A483-4B08-BE81-B2374A124526}" type="presParOf" srcId="{6210908E-1ACE-4248-AAFA-D4B25E6D5ED9}" destId="{B7EA7439-3D63-4A2C-ACEE-6FC7D2ED3721}" srcOrd="1" destOrd="0" presId="urn:microsoft.com/office/officeart/2018/2/layout/IconLabelDescriptionList"/>
    <dgm:cxn modelId="{23BDB7D8-854B-44EE-87F0-4BE4E94FAEBE}" type="presParOf" srcId="{6210908E-1ACE-4248-AAFA-D4B25E6D5ED9}" destId="{05F21EF5-879E-497D-9673-70C91FB663DA}" srcOrd="2" destOrd="0" presId="urn:microsoft.com/office/officeart/2018/2/layout/IconLabelDescriptionList"/>
    <dgm:cxn modelId="{38CF8D4F-FC02-4B2C-81D0-14A72D794AD9}" type="presParOf" srcId="{6210908E-1ACE-4248-AAFA-D4B25E6D5ED9}" destId="{59449F32-3468-40EF-9F0E-BCB6E163E749}" srcOrd="3" destOrd="0" presId="urn:microsoft.com/office/officeart/2018/2/layout/IconLabelDescriptionList"/>
    <dgm:cxn modelId="{0D785F91-9700-4265-BECE-3707C4C7A261}" type="presParOf" srcId="{6210908E-1ACE-4248-AAFA-D4B25E6D5ED9}" destId="{AED1F90A-EBF4-465E-B424-0AE42C762ED7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1.xml><?xml version="1.0" encoding="utf-8"?>
<dgm:dataModel xmlns:dgm="http://schemas.openxmlformats.org/drawingml/2006/diagram" xmlns:a="http://schemas.openxmlformats.org/drawingml/2006/main">
  <dgm:ptLst>
    <dgm:pt modelId="{27500A93-C288-4A9D-9003-2FA55E2A5EB0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3_2" csCatId="accent3" phldr="1"/>
      <dgm:spPr/>
      <dgm:t>
        <a:bodyPr/>
        <a:lstStyle/>
        <a:p>
          <a:endParaRPr lang="en-US"/>
        </a:p>
      </dgm:t>
    </dgm:pt>
    <dgm:pt modelId="{57894285-B189-454F-826E-DA029717E651}">
      <dgm:prSet/>
      <dgm:spPr/>
      <dgm:t>
        <a:bodyPr/>
        <a:lstStyle/>
        <a:p>
          <a:pPr>
            <a:defRPr b="1"/>
          </a:pPr>
          <a:r>
            <a:rPr lang="en-US"/>
            <a:t>Under normal circumstances,</a:t>
          </a:r>
          <a:r>
            <a:rPr lang="tr-TR"/>
            <a:t> </a:t>
          </a:r>
          <a:endParaRPr lang="en-US"/>
        </a:p>
      </dgm:t>
    </dgm:pt>
    <dgm:pt modelId="{F1E7D7C6-A16A-448C-A060-D82A9A463D28}" type="parTrans" cxnId="{2A076932-37FC-4A9E-9B27-5E27CF9EA17D}">
      <dgm:prSet/>
      <dgm:spPr/>
      <dgm:t>
        <a:bodyPr/>
        <a:lstStyle/>
        <a:p>
          <a:endParaRPr lang="en-US"/>
        </a:p>
      </dgm:t>
    </dgm:pt>
    <dgm:pt modelId="{0196C8F7-3095-4BAB-96AE-97E3A8C0BD4A}" type="sibTrans" cxnId="{2A076932-37FC-4A9E-9B27-5E27CF9EA17D}">
      <dgm:prSet/>
      <dgm:spPr/>
      <dgm:t>
        <a:bodyPr/>
        <a:lstStyle/>
        <a:p>
          <a:endParaRPr lang="en-US"/>
        </a:p>
      </dgm:t>
    </dgm:pt>
    <dgm:pt modelId="{505CA86D-E914-4426-B2C2-9A84CD061312}">
      <dgm:prSet/>
      <dgm:spPr/>
      <dgm:t>
        <a:bodyPr/>
        <a:lstStyle/>
        <a:p>
          <a:r>
            <a:rPr lang="en-US"/>
            <a:t>this nLocktime has no effec</a:t>
          </a:r>
          <a:r>
            <a:rPr lang="tr-TR"/>
            <a:t>t</a:t>
          </a:r>
          <a:endParaRPr lang="en-US"/>
        </a:p>
      </dgm:t>
    </dgm:pt>
    <dgm:pt modelId="{939659CE-865A-45FC-9E2B-349F6248F031}" type="parTrans" cxnId="{1DEA691A-8C50-4909-A5EA-0375B1490991}">
      <dgm:prSet/>
      <dgm:spPr/>
      <dgm:t>
        <a:bodyPr/>
        <a:lstStyle/>
        <a:p>
          <a:endParaRPr lang="en-US"/>
        </a:p>
      </dgm:t>
    </dgm:pt>
    <dgm:pt modelId="{D89FBA46-E3C3-47A5-BE1F-6B6483A015F5}" type="sibTrans" cxnId="{1DEA691A-8C50-4909-A5EA-0375B1490991}">
      <dgm:prSet/>
      <dgm:spPr/>
      <dgm:t>
        <a:bodyPr/>
        <a:lstStyle/>
        <a:p>
          <a:endParaRPr lang="en-US"/>
        </a:p>
      </dgm:t>
    </dgm:pt>
    <dgm:pt modelId="{EF72FE92-A49A-4D6F-A14C-53AB7F6FE6C0}">
      <dgm:prSet/>
      <dgm:spPr/>
      <dgm:t>
        <a:bodyPr/>
        <a:lstStyle/>
        <a:p>
          <a:pPr>
            <a:defRPr b="1"/>
          </a:pPr>
          <a:r>
            <a:rPr lang="en-US"/>
            <a:t>the transactions could only be included </a:t>
          </a:r>
        </a:p>
      </dgm:t>
    </dgm:pt>
    <dgm:pt modelId="{653BD2B0-53B3-4925-A21A-4ABD2C5D9DEB}" type="parTrans" cxnId="{1547B5FE-E744-45F8-B5D1-3128A14E997C}">
      <dgm:prSet/>
      <dgm:spPr/>
      <dgm:t>
        <a:bodyPr/>
        <a:lstStyle/>
        <a:p>
          <a:endParaRPr lang="en-US"/>
        </a:p>
      </dgm:t>
    </dgm:pt>
    <dgm:pt modelId="{21698C26-C392-420E-87AC-27E77B1A382A}" type="sibTrans" cxnId="{1547B5FE-E744-45F8-B5D1-3128A14E997C}">
      <dgm:prSet/>
      <dgm:spPr/>
      <dgm:t>
        <a:bodyPr/>
        <a:lstStyle/>
        <a:p>
          <a:endParaRPr lang="en-US"/>
        </a:p>
      </dgm:t>
    </dgm:pt>
    <dgm:pt modelId="{2AD603A8-EBF2-4499-B50E-1DA40F0716CB}">
      <dgm:prSet/>
      <dgm:spPr/>
      <dgm:t>
        <a:bodyPr/>
        <a:lstStyle/>
        <a:p>
          <a:r>
            <a:rPr lang="en-US"/>
            <a:t>in block</a:t>
          </a:r>
          <a:r>
            <a:rPr lang="tr-TR"/>
            <a:t> </a:t>
          </a:r>
          <a:r>
            <a:rPr lang="en-US"/>
            <a:t>#100,001 anyway;</a:t>
          </a:r>
        </a:p>
      </dgm:t>
    </dgm:pt>
    <dgm:pt modelId="{1EC6AFA2-1240-4332-9715-B0396EF59B5F}" type="parTrans" cxnId="{6B25A093-BA6F-4117-8A1E-7DB7C6D46901}">
      <dgm:prSet/>
      <dgm:spPr/>
      <dgm:t>
        <a:bodyPr/>
        <a:lstStyle/>
        <a:p>
          <a:endParaRPr lang="en-US"/>
        </a:p>
      </dgm:t>
    </dgm:pt>
    <dgm:pt modelId="{2CA2F597-CD67-4862-8AF2-AE8D3587815E}" type="sibTrans" cxnId="{6B25A093-BA6F-4117-8A1E-7DB7C6D46901}">
      <dgm:prSet/>
      <dgm:spPr/>
      <dgm:t>
        <a:bodyPr/>
        <a:lstStyle/>
        <a:p>
          <a:endParaRPr lang="en-US"/>
        </a:p>
      </dgm:t>
    </dgm:pt>
    <dgm:pt modelId="{1DA5F3EE-7BB4-49D5-8202-13379B2758CE}">
      <dgm:prSet/>
      <dgm:spPr/>
      <dgm:t>
        <a:bodyPr/>
        <a:lstStyle/>
        <a:p>
          <a:r>
            <a:rPr lang="en-US"/>
            <a:t>it’s the next block.</a:t>
          </a:r>
        </a:p>
      </dgm:t>
    </dgm:pt>
    <dgm:pt modelId="{1CF2233B-5D8D-43CE-ADC8-8BA4F2A9FE87}" type="parTrans" cxnId="{13C9BB29-972A-450A-9184-367EE4EF5248}">
      <dgm:prSet/>
      <dgm:spPr/>
      <dgm:t>
        <a:bodyPr/>
        <a:lstStyle/>
        <a:p>
          <a:endParaRPr lang="en-US"/>
        </a:p>
      </dgm:t>
    </dgm:pt>
    <dgm:pt modelId="{7EB24223-9368-4BE9-87DC-796B90EC98F0}" type="sibTrans" cxnId="{13C9BB29-972A-450A-9184-367EE4EF5248}">
      <dgm:prSet/>
      <dgm:spPr/>
      <dgm:t>
        <a:bodyPr/>
        <a:lstStyle/>
        <a:p>
          <a:endParaRPr lang="en-US"/>
        </a:p>
      </dgm:t>
    </dgm:pt>
    <dgm:pt modelId="{33A00AB5-18EF-4FC0-8359-5408437027EB}" type="pres">
      <dgm:prSet presAssocID="{27500A93-C288-4A9D-9003-2FA55E2A5EB0}" presName="root" presStyleCnt="0">
        <dgm:presLayoutVars>
          <dgm:dir/>
          <dgm:resizeHandles val="exact"/>
        </dgm:presLayoutVars>
      </dgm:prSet>
      <dgm:spPr/>
    </dgm:pt>
    <dgm:pt modelId="{8AD10EF1-095F-41CB-B95A-4C50EB73D8B0}" type="pres">
      <dgm:prSet presAssocID="{57894285-B189-454F-826E-DA029717E651}" presName="compNode" presStyleCnt="0"/>
      <dgm:spPr/>
    </dgm:pt>
    <dgm:pt modelId="{54D2B25D-30F3-468D-B125-6E714CF32008}" type="pres">
      <dgm:prSet presAssocID="{57894285-B189-454F-826E-DA029717E651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yarı"/>
        </a:ext>
      </dgm:extLst>
    </dgm:pt>
    <dgm:pt modelId="{671E349C-F992-4849-A740-BA3FBCCB9339}" type="pres">
      <dgm:prSet presAssocID="{57894285-B189-454F-826E-DA029717E651}" presName="iconSpace" presStyleCnt="0"/>
      <dgm:spPr/>
    </dgm:pt>
    <dgm:pt modelId="{74AE55F8-FC4D-40AD-ACD9-C3D4E39B79FD}" type="pres">
      <dgm:prSet presAssocID="{57894285-B189-454F-826E-DA029717E651}" presName="parTx" presStyleLbl="revTx" presStyleIdx="0" presStyleCnt="4">
        <dgm:presLayoutVars>
          <dgm:chMax val="0"/>
          <dgm:chPref val="0"/>
        </dgm:presLayoutVars>
      </dgm:prSet>
      <dgm:spPr/>
    </dgm:pt>
    <dgm:pt modelId="{C829C65F-3F70-4140-A90A-CDE5DB226891}" type="pres">
      <dgm:prSet presAssocID="{57894285-B189-454F-826E-DA029717E651}" presName="txSpace" presStyleCnt="0"/>
      <dgm:spPr/>
    </dgm:pt>
    <dgm:pt modelId="{74D6A0F5-A3A8-4CCD-9D13-4B8BD0135124}" type="pres">
      <dgm:prSet presAssocID="{57894285-B189-454F-826E-DA029717E651}" presName="desTx" presStyleLbl="revTx" presStyleIdx="1" presStyleCnt="4">
        <dgm:presLayoutVars/>
      </dgm:prSet>
      <dgm:spPr/>
    </dgm:pt>
    <dgm:pt modelId="{C9E9CB2F-31D8-442A-B1AA-9A30A5D2F8B9}" type="pres">
      <dgm:prSet presAssocID="{0196C8F7-3095-4BAB-96AE-97E3A8C0BD4A}" presName="sibTrans" presStyleCnt="0"/>
      <dgm:spPr/>
    </dgm:pt>
    <dgm:pt modelId="{4EE3F2E9-100D-4E8B-957D-F1D33C28FCC4}" type="pres">
      <dgm:prSet presAssocID="{EF72FE92-A49A-4D6F-A14C-53AB7F6FE6C0}" presName="compNode" presStyleCnt="0"/>
      <dgm:spPr/>
    </dgm:pt>
    <dgm:pt modelId="{961F9AA7-F255-4CD7-A8B0-349F26D8963B}" type="pres">
      <dgm:prSet presAssocID="{EF72FE92-A49A-4D6F-A14C-53AB7F6FE6C0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ar"/>
        </a:ext>
      </dgm:extLst>
    </dgm:pt>
    <dgm:pt modelId="{8A15B636-14D6-42FA-A4A0-92CCB998FCE0}" type="pres">
      <dgm:prSet presAssocID="{EF72FE92-A49A-4D6F-A14C-53AB7F6FE6C0}" presName="iconSpace" presStyleCnt="0"/>
      <dgm:spPr/>
    </dgm:pt>
    <dgm:pt modelId="{EBEE9975-120F-4E4B-9E52-CB5B4DEF1982}" type="pres">
      <dgm:prSet presAssocID="{EF72FE92-A49A-4D6F-A14C-53AB7F6FE6C0}" presName="parTx" presStyleLbl="revTx" presStyleIdx="2" presStyleCnt="4">
        <dgm:presLayoutVars>
          <dgm:chMax val="0"/>
          <dgm:chPref val="0"/>
        </dgm:presLayoutVars>
      </dgm:prSet>
      <dgm:spPr/>
    </dgm:pt>
    <dgm:pt modelId="{2681500A-6ABC-4946-BF89-65518DCE4E2F}" type="pres">
      <dgm:prSet presAssocID="{EF72FE92-A49A-4D6F-A14C-53AB7F6FE6C0}" presName="txSpace" presStyleCnt="0"/>
      <dgm:spPr/>
    </dgm:pt>
    <dgm:pt modelId="{41656540-0CFB-4619-A528-72A041D05831}" type="pres">
      <dgm:prSet presAssocID="{EF72FE92-A49A-4D6F-A14C-53AB7F6FE6C0}" presName="desTx" presStyleLbl="revTx" presStyleIdx="3" presStyleCnt="4">
        <dgm:presLayoutVars/>
      </dgm:prSet>
      <dgm:spPr/>
    </dgm:pt>
  </dgm:ptLst>
  <dgm:cxnLst>
    <dgm:cxn modelId="{1DEA691A-8C50-4909-A5EA-0375B1490991}" srcId="{57894285-B189-454F-826E-DA029717E651}" destId="{505CA86D-E914-4426-B2C2-9A84CD061312}" srcOrd="0" destOrd="0" parTransId="{939659CE-865A-45FC-9E2B-349F6248F031}" sibTransId="{D89FBA46-E3C3-47A5-BE1F-6B6483A015F5}"/>
    <dgm:cxn modelId="{13C9BB29-972A-450A-9184-367EE4EF5248}" srcId="{EF72FE92-A49A-4D6F-A14C-53AB7F6FE6C0}" destId="{1DA5F3EE-7BB4-49D5-8202-13379B2758CE}" srcOrd="1" destOrd="0" parTransId="{1CF2233B-5D8D-43CE-ADC8-8BA4F2A9FE87}" sibTransId="{7EB24223-9368-4BE9-87DC-796B90EC98F0}"/>
    <dgm:cxn modelId="{2A076932-37FC-4A9E-9B27-5E27CF9EA17D}" srcId="{27500A93-C288-4A9D-9003-2FA55E2A5EB0}" destId="{57894285-B189-454F-826E-DA029717E651}" srcOrd="0" destOrd="0" parTransId="{F1E7D7C6-A16A-448C-A060-D82A9A463D28}" sibTransId="{0196C8F7-3095-4BAB-96AE-97E3A8C0BD4A}"/>
    <dgm:cxn modelId="{CA654E36-BCC5-400C-94B6-4BE75F293318}" type="presOf" srcId="{2AD603A8-EBF2-4499-B50E-1DA40F0716CB}" destId="{41656540-0CFB-4619-A528-72A041D05831}" srcOrd="0" destOrd="0" presId="urn:microsoft.com/office/officeart/2018/2/layout/IconLabelDescriptionList"/>
    <dgm:cxn modelId="{E06D3A38-2F6E-484C-93E5-629EEA1C6873}" type="presOf" srcId="{505CA86D-E914-4426-B2C2-9A84CD061312}" destId="{74D6A0F5-A3A8-4CCD-9D13-4B8BD0135124}" srcOrd="0" destOrd="0" presId="urn:microsoft.com/office/officeart/2018/2/layout/IconLabelDescriptionList"/>
    <dgm:cxn modelId="{FEE92F8C-DD95-43A7-9CCF-FD153145B01F}" type="presOf" srcId="{EF72FE92-A49A-4D6F-A14C-53AB7F6FE6C0}" destId="{EBEE9975-120F-4E4B-9E52-CB5B4DEF1982}" srcOrd="0" destOrd="0" presId="urn:microsoft.com/office/officeart/2018/2/layout/IconLabelDescriptionList"/>
    <dgm:cxn modelId="{6B25A093-BA6F-4117-8A1E-7DB7C6D46901}" srcId="{EF72FE92-A49A-4D6F-A14C-53AB7F6FE6C0}" destId="{2AD603A8-EBF2-4499-B50E-1DA40F0716CB}" srcOrd="0" destOrd="0" parTransId="{1EC6AFA2-1240-4332-9715-B0396EF59B5F}" sibTransId="{2CA2F597-CD67-4862-8AF2-AE8D3587815E}"/>
    <dgm:cxn modelId="{99B2BD93-651E-4D36-A228-CAC2457BD0FD}" type="presOf" srcId="{57894285-B189-454F-826E-DA029717E651}" destId="{74AE55F8-FC4D-40AD-ACD9-C3D4E39B79FD}" srcOrd="0" destOrd="0" presId="urn:microsoft.com/office/officeart/2018/2/layout/IconLabelDescriptionList"/>
    <dgm:cxn modelId="{6269C3C0-750F-4DF5-9820-6E853D00E2A5}" type="presOf" srcId="{1DA5F3EE-7BB4-49D5-8202-13379B2758CE}" destId="{41656540-0CFB-4619-A528-72A041D05831}" srcOrd="0" destOrd="1" presId="urn:microsoft.com/office/officeart/2018/2/layout/IconLabelDescriptionList"/>
    <dgm:cxn modelId="{D8E056CB-08B4-49C9-8481-FCD752F346D1}" type="presOf" srcId="{27500A93-C288-4A9D-9003-2FA55E2A5EB0}" destId="{33A00AB5-18EF-4FC0-8359-5408437027EB}" srcOrd="0" destOrd="0" presId="urn:microsoft.com/office/officeart/2018/2/layout/IconLabelDescriptionList"/>
    <dgm:cxn modelId="{1547B5FE-E744-45F8-B5D1-3128A14E997C}" srcId="{27500A93-C288-4A9D-9003-2FA55E2A5EB0}" destId="{EF72FE92-A49A-4D6F-A14C-53AB7F6FE6C0}" srcOrd="1" destOrd="0" parTransId="{653BD2B0-53B3-4925-A21A-4ABD2C5D9DEB}" sibTransId="{21698C26-C392-420E-87AC-27E77B1A382A}"/>
    <dgm:cxn modelId="{A4D3E6CE-6A7C-449C-846D-A7C9E38A6870}" type="presParOf" srcId="{33A00AB5-18EF-4FC0-8359-5408437027EB}" destId="{8AD10EF1-095F-41CB-B95A-4C50EB73D8B0}" srcOrd="0" destOrd="0" presId="urn:microsoft.com/office/officeart/2018/2/layout/IconLabelDescriptionList"/>
    <dgm:cxn modelId="{EB06D48B-D35F-4DEE-B20B-72FE676F81B9}" type="presParOf" srcId="{8AD10EF1-095F-41CB-B95A-4C50EB73D8B0}" destId="{54D2B25D-30F3-468D-B125-6E714CF32008}" srcOrd="0" destOrd="0" presId="urn:microsoft.com/office/officeart/2018/2/layout/IconLabelDescriptionList"/>
    <dgm:cxn modelId="{D33EB772-809A-4914-98B6-1606480CB489}" type="presParOf" srcId="{8AD10EF1-095F-41CB-B95A-4C50EB73D8B0}" destId="{671E349C-F992-4849-A740-BA3FBCCB9339}" srcOrd="1" destOrd="0" presId="urn:microsoft.com/office/officeart/2018/2/layout/IconLabelDescriptionList"/>
    <dgm:cxn modelId="{EB97CC9D-94A7-4212-A8C7-C6585712E9F5}" type="presParOf" srcId="{8AD10EF1-095F-41CB-B95A-4C50EB73D8B0}" destId="{74AE55F8-FC4D-40AD-ACD9-C3D4E39B79FD}" srcOrd="2" destOrd="0" presId="urn:microsoft.com/office/officeart/2018/2/layout/IconLabelDescriptionList"/>
    <dgm:cxn modelId="{4C73C777-3C9E-4075-AB0B-715366DD70CC}" type="presParOf" srcId="{8AD10EF1-095F-41CB-B95A-4C50EB73D8B0}" destId="{C829C65F-3F70-4140-A90A-CDE5DB226891}" srcOrd="3" destOrd="0" presId="urn:microsoft.com/office/officeart/2018/2/layout/IconLabelDescriptionList"/>
    <dgm:cxn modelId="{67F612AA-B860-4B79-A0FD-3503B9D2091C}" type="presParOf" srcId="{8AD10EF1-095F-41CB-B95A-4C50EB73D8B0}" destId="{74D6A0F5-A3A8-4CCD-9D13-4B8BD0135124}" srcOrd="4" destOrd="0" presId="urn:microsoft.com/office/officeart/2018/2/layout/IconLabelDescriptionList"/>
    <dgm:cxn modelId="{14EDEB7F-F2D8-4A34-8542-2DC6636670BF}" type="presParOf" srcId="{33A00AB5-18EF-4FC0-8359-5408437027EB}" destId="{C9E9CB2F-31D8-442A-B1AA-9A30A5D2F8B9}" srcOrd="1" destOrd="0" presId="urn:microsoft.com/office/officeart/2018/2/layout/IconLabelDescriptionList"/>
    <dgm:cxn modelId="{00CAB835-C3B4-4B8E-B595-5E80EC6BCA6E}" type="presParOf" srcId="{33A00AB5-18EF-4FC0-8359-5408437027EB}" destId="{4EE3F2E9-100D-4E8B-957D-F1D33C28FCC4}" srcOrd="2" destOrd="0" presId="urn:microsoft.com/office/officeart/2018/2/layout/IconLabelDescriptionList"/>
    <dgm:cxn modelId="{E2812F4C-0446-40CA-9DAE-4D08855CE8AA}" type="presParOf" srcId="{4EE3F2E9-100D-4E8B-957D-F1D33C28FCC4}" destId="{961F9AA7-F255-4CD7-A8B0-349F26D8963B}" srcOrd="0" destOrd="0" presId="urn:microsoft.com/office/officeart/2018/2/layout/IconLabelDescriptionList"/>
    <dgm:cxn modelId="{118313E8-C991-4859-8649-E207FD2299DA}" type="presParOf" srcId="{4EE3F2E9-100D-4E8B-957D-F1D33C28FCC4}" destId="{8A15B636-14D6-42FA-A4A0-92CCB998FCE0}" srcOrd="1" destOrd="0" presId="urn:microsoft.com/office/officeart/2018/2/layout/IconLabelDescriptionList"/>
    <dgm:cxn modelId="{A6C442DF-E637-4420-92F5-0C8BE5153CFC}" type="presParOf" srcId="{4EE3F2E9-100D-4E8B-957D-F1D33C28FCC4}" destId="{EBEE9975-120F-4E4B-9E52-CB5B4DEF1982}" srcOrd="2" destOrd="0" presId="urn:microsoft.com/office/officeart/2018/2/layout/IconLabelDescriptionList"/>
    <dgm:cxn modelId="{1648163E-AD4C-4B82-86A6-E0DADE164F0F}" type="presParOf" srcId="{4EE3F2E9-100D-4E8B-957D-F1D33C28FCC4}" destId="{2681500A-6ABC-4946-BF89-65518DCE4E2F}" srcOrd="3" destOrd="0" presId="urn:microsoft.com/office/officeart/2018/2/layout/IconLabelDescriptionList"/>
    <dgm:cxn modelId="{4C52381A-0E72-45BF-A089-9466D655764D}" type="presParOf" srcId="{4EE3F2E9-100D-4E8B-957D-F1D33C28FCC4}" destId="{41656540-0CFB-4619-A528-72A041D05831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2.xml><?xml version="1.0" encoding="utf-8"?>
<dgm:dataModel xmlns:dgm="http://schemas.openxmlformats.org/drawingml/2006/diagram" xmlns:a="http://schemas.openxmlformats.org/drawingml/2006/main">
  <dgm:ptLst>
    <dgm:pt modelId="{FA4FCAF5-2638-4B3D-81A8-9B3CAC170807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35239F2F-717E-43D5-BB78-DD2801CB3C1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But under a blockchain fork attack, </a:t>
          </a:r>
        </a:p>
      </dgm:t>
    </dgm:pt>
    <dgm:pt modelId="{7E5E2DD7-8D4B-49AB-B4AD-EC882D4B1034}" type="parTrans" cxnId="{8EA0801A-4DB4-4689-A3FA-050ADF007532}">
      <dgm:prSet/>
      <dgm:spPr/>
      <dgm:t>
        <a:bodyPr/>
        <a:lstStyle/>
        <a:p>
          <a:endParaRPr lang="en-US"/>
        </a:p>
      </dgm:t>
    </dgm:pt>
    <dgm:pt modelId="{7F333AF2-19CA-4683-BE90-8B3139014DD7}" type="sibTrans" cxnId="{8EA0801A-4DB4-4689-A3FA-050ADF007532}">
      <dgm:prSet/>
      <dgm:spPr/>
      <dgm:t>
        <a:bodyPr/>
        <a:lstStyle/>
        <a:p>
          <a:endParaRPr lang="en-US"/>
        </a:p>
      </dgm:t>
    </dgm:pt>
    <dgm:pt modelId="{2152B8A2-AE1D-44EB-9ADF-553FBFA7DB3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miners would not be able to pull high-fee</a:t>
          </a:r>
          <a:r>
            <a:rPr lang="tr-TR"/>
            <a:t> </a:t>
          </a:r>
          <a:r>
            <a:rPr lang="en-US"/>
            <a:t>transactions </a:t>
          </a:r>
        </a:p>
      </dgm:t>
    </dgm:pt>
    <dgm:pt modelId="{FDB10476-F520-428C-836B-1A95E139AAAF}" type="parTrans" cxnId="{62043414-E66F-463B-9D31-C6E5E566C96A}">
      <dgm:prSet/>
      <dgm:spPr/>
      <dgm:t>
        <a:bodyPr/>
        <a:lstStyle/>
        <a:p>
          <a:endParaRPr lang="en-US"/>
        </a:p>
      </dgm:t>
    </dgm:pt>
    <dgm:pt modelId="{5ECB68A2-BFF1-4022-8B4E-9EC1182E5F01}" type="sibTrans" cxnId="{62043414-E66F-463B-9D31-C6E5E566C96A}">
      <dgm:prSet/>
      <dgm:spPr/>
      <dgm:t>
        <a:bodyPr/>
        <a:lstStyle/>
        <a:p>
          <a:endParaRPr lang="en-US"/>
        </a:p>
      </dgm:t>
    </dgm:pt>
    <dgm:pt modelId="{A340CCD4-12C9-49CA-822F-1A54F089277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from the mempool, </a:t>
          </a:r>
        </a:p>
      </dgm:t>
    </dgm:pt>
    <dgm:pt modelId="{D80F9ED5-2EC8-42B8-B78F-C1DC5588A45A}" type="parTrans" cxnId="{447448D0-21A8-4F37-8363-83A23A1A55EB}">
      <dgm:prSet/>
      <dgm:spPr/>
      <dgm:t>
        <a:bodyPr/>
        <a:lstStyle/>
        <a:p>
          <a:endParaRPr lang="en-US"/>
        </a:p>
      </dgm:t>
    </dgm:pt>
    <dgm:pt modelId="{E676D37B-92EC-4DA9-8ED2-0967F33A816F}" type="sibTrans" cxnId="{447448D0-21A8-4F37-8363-83A23A1A55EB}">
      <dgm:prSet/>
      <dgm:spPr/>
      <dgm:t>
        <a:bodyPr/>
        <a:lstStyle/>
        <a:p>
          <a:endParaRPr lang="en-US"/>
        </a:p>
      </dgm:t>
    </dgm:pt>
    <dgm:pt modelId="{C4D96F99-7C82-4FBF-8F62-6CC32B29DDE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because all those transactions </a:t>
          </a:r>
        </a:p>
      </dgm:t>
    </dgm:pt>
    <dgm:pt modelId="{3278A684-F3DA-4264-A2DF-1E3B85645054}" type="parTrans" cxnId="{5A537D5D-6F20-4149-AC64-FE2E329863EE}">
      <dgm:prSet/>
      <dgm:spPr/>
      <dgm:t>
        <a:bodyPr/>
        <a:lstStyle/>
        <a:p>
          <a:endParaRPr lang="en-US"/>
        </a:p>
      </dgm:t>
    </dgm:pt>
    <dgm:pt modelId="{DF15B39A-F224-4329-A824-C66E8578A8F7}" type="sibTrans" cxnId="{5A537D5D-6F20-4149-AC64-FE2E329863EE}">
      <dgm:prSet/>
      <dgm:spPr/>
      <dgm:t>
        <a:bodyPr/>
        <a:lstStyle/>
        <a:p>
          <a:endParaRPr lang="en-US"/>
        </a:p>
      </dgm:t>
    </dgm:pt>
    <dgm:pt modelId="{021C742C-9074-4BD5-9716-918E8783415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would be timelocked</a:t>
          </a:r>
          <a:r>
            <a:rPr lang="tr-TR"/>
            <a:t> </a:t>
          </a:r>
          <a:r>
            <a:rPr lang="en-US"/>
            <a:t>to block #100,001. </a:t>
          </a:r>
        </a:p>
      </dgm:t>
    </dgm:pt>
    <dgm:pt modelId="{6A8571CC-3803-44BB-BC02-7C64B4B3B86B}" type="parTrans" cxnId="{44815F45-FB3B-4C18-99EB-A8E455F434C7}">
      <dgm:prSet/>
      <dgm:spPr/>
      <dgm:t>
        <a:bodyPr/>
        <a:lstStyle/>
        <a:p>
          <a:endParaRPr lang="en-US"/>
        </a:p>
      </dgm:t>
    </dgm:pt>
    <dgm:pt modelId="{98E656BC-AED7-408A-A180-56874C2F997E}" type="sibTrans" cxnId="{44815F45-FB3B-4C18-99EB-A8E455F434C7}">
      <dgm:prSet/>
      <dgm:spPr/>
      <dgm:t>
        <a:bodyPr/>
        <a:lstStyle/>
        <a:p>
          <a:endParaRPr lang="en-US"/>
        </a:p>
      </dgm:t>
    </dgm:pt>
    <dgm:pt modelId="{A9FC8EF1-73ED-4641-AB71-481B51DDCF3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They can only remine #100,000 </a:t>
          </a:r>
        </a:p>
      </dgm:t>
    </dgm:pt>
    <dgm:pt modelId="{A30B3D89-A617-4A60-A8F6-3F6661AF8A1E}" type="parTrans" cxnId="{DED07920-DAE3-4C47-8F56-4F8FFCE6AA3E}">
      <dgm:prSet/>
      <dgm:spPr/>
      <dgm:t>
        <a:bodyPr/>
        <a:lstStyle/>
        <a:p>
          <a:endParaRPr lang="en-US"/>
        </a:p>
      </dgm:t>
    </dgm:pt>
    <dgm:pt modelId="{712384EB-CA21-437B-8C6E-9A508FECDC39}" type="sibTrans" cxnId="{DED07920-DAE3-4C47-8F56-4F8FFCE6AA3E}">
      <dgm:prSet/>
      <dgm:spPr/>
      <dgm:t>
        <a:bodyPr/>
        <a:lstStyle/>
        <a:p>
          <a:endParaRPr lang="en-US"/>
        </a:p>
      </dgm:t>
    </dgm:pt>
    <dgm:pt modelId="{DF232D45-9458-45B8-A990-E56B1C54713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 whatever transactions were</a:t>
          </a:r>
          <a:r>
            <a:rPr lang="tr-TR"/>
            <a:t> </a:t>
          </a:r>
          <a:r>
            <a:rPr lang="en-US"/>
            <a:t>valid at that time, </a:t>
          </a:r>
        </a:p>
      </dgm:t>
    </dgm:pt>
    <dgm:pt modelId="{E196AB3A-FCA1-457F-95A5-F34438C80138}" type="parTrans" cxnId="{30501B3C-9CED-4D6E-85E9-BF88E5884AD2}">
      <dgm:prSet/>
      <dgm:spPr/>
      <dgm:t>
        <a:bodyPr/>
        <a:lstStyle/>
        <a:p>
          <a:endParaRPr lang="en-US"/>
        </a:p>
      </dgm:t>
    </dgm:pt>
    <dgm:pt modelId="{112C252E-2C9B-4635-AE46-3D9975D8C30B}" type="sibTrans" cxnId="{30501B3C-9CED-4D6E-85E9-BF88E5884AD2}">
      <dgm:prSet/>
      <dgm:spPr/>
      <dgm:t>
        <a:bodyPr/>
        <a:lstStyle/>
        <a:p>
          <a:endParaRPr lang="en-US"/>
        </a:p>
      </dgm:t>
    </dgm:pt>
    <dgm:pt modelId="{A4B0A18E-D6C9-4C26-BF11-E5195931901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essentially gaining no new fees.</a:t>
          </a:r>
        </a:p>
      </dgm:t>
    </dgm:pt>
    <dgm:pt modelId="{B78B9158-A1BC-4C22-A02A-7D8828302B49}" type="parTrans" cxnId="{70D0EBE6-8B48-4A2F-8FA0-CE6A8B268BC0}">
      <dgm:prSet/>
      <dgm:spPr/>
      <dgm:t>
        <a:bodyPr/>
        <a:lstStyle/>
        <a:p>
          <a:endParaRPr lang="en-US"/>
        </a:p>
      </dgm:t>
    </dgm:pt>
    <dgm:pt modelId="{8C39B0E0-2E7C-4B58-9088-B9CCF89CC4B9}" type="sibTrans" cxnId="{70D0EBE6-8B48-4A2F-8FA0-CE6A8B268BC0}">
      <dgm:prSet/>
      <dgm:spPr/>
      <dgm:t>
        <a:bodyPr/>
        <a:lstStyle/>
        <a:p>
          <a:endParaRPr lang="en-US"/>
        </a:p>
      </dgm:t>
    </dgm:pt>
    <dgm:pt modelId="{6EDFC72E-A0A5-4F2A-B6D2-64356FE23857}" type="pres">
      <dgm:prSet presAssocID="{FA4FCAF5-2638-4B3D-81A8-9B3CAC170807}" presName="root" presStyleCnt="0">
        <dgm:presLayoutVars>
          <dgm:dir/>
          <dgm:resizeHandles val="exact"/>
        </dgm:presLayoutVars>
      </dgm:prSet>
      <dgm:spPr/>
    </dgm:pt>
    <dgm:pt modelId="{F7B9B0E4-F0B3-4FBE-B7D0-B5949DBD335B}" type="pres">
      <dgm:prSet presAssocID="{35239F2F-717E-43D5-BB78-DD2801CB3C1C}" presName="compNode" presStyleCnt="0"/>
      <dgm:spPr/>
    </dgm:pt>
    <dgm:pt modelId="{0341828B-82F0-4AA2-BCCE-262242A95F56}" type="pres">
      <dgm:prSet presAssocID="{35239F2F-717E-43D5-BB78-DD2801CB3C1C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Çatal"/>
        </a:ext>
      </dgm:extLst>
    </dgm:pt>
    <dgm:pt modelId="{C4D92AF2-11D3-43F2-BCFB-324283433825}" type="pres">
      <dgm:prSet presAssocID="{35239F2F-717E-43D5-BB78-DD2801CB3C1C}" presName="iconSpace" presStyleCnt="0"/>
      <dgm:spPr/>
    </dgm:pt>
    <dgm:pt modelId="{2BB559DF-EE1F-405E-9E0A-E133CF781B72}" type="pres">
      <dgm:prSet presAssocID="{35239F2F-717E-43D5-BB78-DD2801CB3C1C}" presName="parTx" presStyleLbl="revTx" presStyleIdx="0" presStyleCnt="6">
        <dgm:presLayoutVars>
          <dgm:chMax val="0"/>
          <dgm:chPref val="0"/>
        </dgm:presLayoutVars>
      </dgm:prSet>
      <dgm:spPr/>
    </dgm:pt>
    <dgm:pt modelId="{407CEC4E-418A-4ED7-A860-01F7D30811D1}" type="pres">
      <dgm:prSet presAssocID="{35239F2F-717E-43D5-BB78-DD2801CB3C1C}" presName="txSpace" presStyleCnt="0"/>
      <dgm:spPr/>
    </dgm:pt>
    <dgm:pt modelId="{5FFB48C6-086E-427D-9631-D565002C4927}" type="pres">
      <dgm:prSet presAssocID="{35239F2F-717E-43D5-BB78-DD2801CB3C1C}" presName="desTx" presStyleLbl="revTx" presStyleIdx="1" presStyleCnt="6">
        <dgm:presLayoutVars/>
      </dgm:prSet>
      <dgm:spPr/>
    </dgm:pt>
    <dgm:pt modelId="{B6A36EE1-13BA-4C92-B72F-6BB3BB8ECA01}" type="pres">
      <dgm:prSet presAssocID="{7F333AF2-19CA-4683-BE90-8B3139014DD7}" presName="sibTrans" presStyleCnt="0"/>
      <dgm:spPr/>
    </dgm:pt>
    <dgm:pt modelId="{3142EAEE-A9E9-40C7-A4C8-67367F371D37}" type="pres">
      <dgm:prSet presAssocID="{C4D96F99-7C82-4FBF-8F62-6CC32B29DDE7}" presName="compNode" presStyleCnt="0"/>
      <dgm:spPr/>
    </dgm:pt>
    <dgm:pt modelId="{D973A55F-BA5C-4492-BC27-C27060B32FA3}" type="pres">
      <dgm:prSet presAssocID="{C4D96F99-7C82-4FBF-8F62-6CC32B29DDE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ar"/>
        </a:ext>
      </dgm:extLst>
    </dgm:pt>
    <dgm:pt modelId="{E2F29E77-F9C3-4009-9AF5-113BF73C3290}" type="pres">
      <dgm:prSet presAssocID="{C4D96F99-7C82-4FBF-8F62-6CC32B29DDE7}" presName="iconSpace" presStyleCnt="0"/>
      <dgm:spPr/>
    </dgm:pt>
    <dgm:pt modelId="{DCB1B784-3756-4A12-9420-CF115907A8B7}" type="pres">
      <dgm:prSet presAssocID="{C4D96F99-7C82-4FBF-8F62-6CC32B29DDE7}" presName="parTx" presStyleLbl="revTx" presStyleIdx="2" presStyleCnt="6">
        <dgm:presLayoutVars>
          <dgm:chMax val="0"/>
          <dgm:chPref val="0"/>
        </dgm:presLayoutVars>
      </dgm:prSet>
      <dgm:spPr/>
    </dgm:pt>
    <dgm:pt modelId="{F075D554-BB78-479E-A6C0-6626DACC3C11}" type="pres">
      <dgm:prSet presAssocID="{C4D96F99-7C82-4FBF-8F62-6CC32B29DDE7}" presName="txSpace" presStyleCnt="0"/>
      <dgm:spPr/>
    </dgm:pt>
    <dgm:pt modelId="{49DB750D-025E-4FA1-A2B3-8D915A635B71}" type="pres">
      <dgm:prSet presAssocID="{C4D96F99-7C82-4FBF-8F62-6CC32B29DDE7}" presName="desTx" presStyleLbl="revTx" presStyleIdx="3" presStyleCnt="6">
        <dgm:presLayoutVars/>
      </dgm:prSet>
      <dgm:spPr/>
    </dgm:pt>
    <dgm:pt modelId="{02C1C382-FD4E-4797-9CC2-0DAF7AC1707A}" type="pres">
      <dgm:prSet presAssocID="{DF15B39A-F224-4329-A824-C66E8578A8F7}" presName="sibTrans" presStyleCnt="0"/>
      <dgm:spPr/>
    </dgm:pt>
    <dgm:pt modelId="{BE93D60C-8231-42B6-84BF-582DC001E875}" type="pres">
      <dgm:prSet presAssocID="{A9FC8EF1-73ED-4641-AB71-481B51DDCF32}" presName="compNode" presStyleCnt="0"/>
      <dgm:spPr/>
    </dgm:pt>
    <dgm:pt modelId="{1DC72DAD-AA62-409D-A11B-AF27E0B0D1D4}" type="pres">
      <dgm:prSet presAssocID="{A9FC8EF1-73ED-4641-AB71-481B51DDCF32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uble"/>
        </a:ext>
      </dgm:extLst>
    </dgm:pt>
    <dgm:pt modelId="{8812D2C2-D8F9-4A60-8461-A6C20767F9B2}" type="pres">
      <dgm:prSet presAssocID="{A9FC8EF1-73ED-4641-AB71-481B51DDCF32}" presName="iconSpace" presStyleCnt="0"/>
      <dgm:spPr/>
    </dgm:pt>
    <dgm:pt modelId="{2628DA2D-0153-45BA-B69B-EEF09AF858FF}" type="pres">
      <dgm:prSet presAssocID="{A9FC8EF1-73ED-4641-AB71-481B51DDCF32}" presName="parTx" presStyleLbl="revTx" presStyleIdx="4" presStyleCnt="6">
        <dgm:presLayoutVars>
          <dgm:chMax val="0"/>
          <dgm:chPref val="0"/>
        </dgm:presLayoutVars>
      </dgm:prSet>
      <dgm:spPr/>
    </dgm:pt>
    <dgm:pt modelId="{CBDA0AAE-0C69-4FD9-93A4-0E5966EA7941}" type="pres">
      <dgm:prSet presAssocID="{A9FC8EF1-73ED-4641-AB71-481B51DDCF32}" presName="txSpace" presStyleCnt="0"/>
      <dgm:spPr/>
    </dgm:pt>
    <dgm:pt modelId="{70896BAB-8FE8-409D-B577-D42B7FA2DD18}" type="pres">
      <dgm:prSet presAssocID="{A9FC8EF1-73ED-4641-AB71-481B51DDCF32}" presName="desTx" presStyleLbl="revTx" presStyleIdx="5" presStyleCnt="6">
        <dgm:presLayoutVars/>
      </dgm:prSet>
      <dgm:spPr/>
    </dgm:pt>
  </dgm:ptLst>
  <dgm:cxnLst>
    <dgm:cxn modelId="{C499060C-D182-4A42-A950-421694B2F88B}" type="presOf" srcId="{DF232D45-9458-45B8-A990-E56B1C547137}" destId="{70896BAB-8FE8-409D-B577-D42B7FA2DD18}" srcOrd="0" destOrd="0" presId="urn:microsoft.com/office/officeart/2018/2/layout/IconLabelDescriptionList"/>
    <dgm:cxn modelId="{62043414-E66F-463B-9D31-C6E5E566C96A}" srcId="{35239F2F-717E-43D5-BB78-DD2801CB3C1C}" destId="{2152B8A2-AE1D-44EB-9ADF-553FBFA7DB33}" srcOrd="0" destOrd="0" parTransId="{FDB10476-F520-428C-836B-1A95E139AAAF}" sibTransId="{5ECB68A2-BFF1-4022-8B4E-9EC1182E5F01}"/>
    <dgm:cxn modelId="{BD1B3519-5B7D-4EC0-A722-15AF216F4DF1}" type="presOf" srcId="{2152B8A2-AE1D-44EB-9ADF-553FBFA7DB33}" destId="{5FFB48C6-086E-427D-9631-D565002C4927}" srcOrd="0" destOrd="0" presId="urn:microsoft.com/office/officeart/2018/2/layout/IconLabelDescriptionList"/>
    <dgm:cxn modelId="{8EA0801A-4DB4-4689-A3FA-050ADF007532}" srcId="{FA4FCAF5-2638-4B3D-81A8-9B3CAC170807}" destId="{35239F2F-717E-43D5-BB78-DD2801CB3C1C}" srcOrd="0" destOrd="0" parTransId="{7E5E2DD7-8D4B-49AB-B4AD-EC882D4B1034}" sibTransId="{7F333AF2-19CA-4683-BE90-8B3139014DD7}"/>
    <dgm:cxn modelId="{DED07920-DAE3-4C47-8F56-4F8FFCE6AA3E}" srcId="{FA4FCAF5-2638-4B3D-81A8-9B3CAC170807}" destId="{A9FC8EF1-73ED-4641-AB71-481B51DDCF32}" srcOrd="2" destOrd="0" parTransId="{A30B3D89-A617-4A60-A8F6-3F6661AF8A1E}" sibTransId="{712384EB-CA21-437B-8C6E-9A508FECDC39}"/>
    <dgm:cxn modelId="{4217AA2F-C24A-4EEA-B1A9-C4349AC2CE82}" type="presOf" srcId="{021C742C-9074-4BD5-9716-918E8783415E}" destId="{49DB750D-025E-4FA1-A2B3-8D915A635B71}" srcOrd="0" destOrd="0" presId="urn:microsoft.com/office/officeart/2018/2/layout/IconLabelDescriptionList"/>
    <dgm:cxn modelId="{30501B3C-9CED-4D6E-85E9-BF88E5884AD2}" srcId="{A9FC8EF1-73ED-4641-AB71-481B51DDCF32}" destId="{DF232D45-9458-45B8-A990-E56B1C547137}" srcOrd="0" destOrd="0" parTransId="{E196AB3A-FCA1-457F-95A5-F34438C80138}" sibTransId="{112C252E-2C9B-4635-AE46-3D9975D8C30B}"/>
    <dgm:cxn modelId="{5A537D5D-6F20-4149-AC64-FE2E329863EE}" srcId="{FA4FCAF5-2638-4B3D-81A8-9B3CAC170807}" destId="{C4D96F99-7C82-4FBF-8F62-6CC32B29DDE7}" srcOrd="1" destOrd="0" parTransId="{3278A684-F3DA-4264-A2DF-1E3B85645054}" sibTransId="{DF15B39A-F224-4329-A824-C66E8578A8F7}"/>
    <dgm:cxn modelId="{44815F45-FB3B-4C18-99EB-A8E455F434C7}" srcId="{C4D96F99-7C82-4FBF-8F62-6CC32B29DDE7}" destId="{021C742C-9074-4BD5-9716-918E8783415E}" srcOrd="0" destOrd="0" parTransId="{6A8571CC-3803-44BB-BC02-7C64B4B3B86B}" sibTransId="{98E656BC-AED7-408A-A180-56874C2F997E}"/>
    <dgm:cxn modelId="{6D8CBE47-C23B-4EC4-A101-B104616EC283}" type="presOf" srcId="{FA4FCAF5-2638-4B3D-81A8-9B3CAC170807}" destId="{6EDFC72E-A0A5-4F2A-B6D2-64356FE23857}" srcOrd="0" destOrd="0" presId="urn:microsoft.com/office/officeart/2018/2/layout/IconLabelDescriptionList"/>
    <dgm:cxn modelId="{0B127357-99EA-4954-80BB-AD8B205BBA9B}" type="presOf" srcId="{A9FC8EF1-73ED-4641-AB71-481B51DDCF32}" destId="{2628DA2D-0153-45BA-B69B-EEF09AF858FF}" srcOrd="0" destOrd="0" presId="urn:microsoft.com/office/officeart/2018/2/layout/IconLabelDescriptionList"/>
    <dgm:cxn modelId="{7A23978C-3D41-422B-947E-FB4801DA39BC}" type="presOf" srcId="{A4B0A18E-D6C9-4C26-BF11-E51959319017}" destId="{70896BAB-8FE8-409D-B577-D42B7FA2DD18}" srcOrd="0" destOrd="1" presId="urn:microsoft.com/office/officeart/2018/2/layout/IconLabelDescriptionList"/>
    <dgm:cxn modelId="{13765F94-DAB9-4F4F-A671-8518F3D74E42}" type="presOf" srcId="{A340CCD4-12C9-49CA-822F-1A54F089277B}" destId="{5FFB48C6-086E-427D-9631-D565002C4927}" srcOrd="0" destOrd="1" presId="urn:microsoft.com/office/officeart/2018/2/layout/IconLabelDescriptionList"/>
    <dgm:cxn modelId="{56F0ED95-BDC0-4AF6-A4E6-A57AFCF95326}" type="presOf" srcId="{35239F2F-717E-43D5-BB78-DD2801CB3C1C}" destId="{2BB559DF-EE1F-405E-9E0A-E133CF781B72}" srcOrd="0" destOrd="0" presId="urn:microsoft.com/office/officeart/2018/2/layout/IconLabelDescriptionList"/>
    <dgm:cxn modelId="{447448D0-21A8-4F37-8363-83A23A1A55EB}" srcId="{35239F2F-717E-43D5-BB78-DD2801CB3C1C}" destId="{A340CCD4-12C9-49CA-822F-1A54F089277B}" srcOrd="1" destOrd="0" parTransId="{D80F9ED5-2EC8-42B8-B78F-C1DC5588A45A}" sibTransId="{E676D37B-92EC-4DA9-8ED2-0967F33A816F}"/>
    <dgm:cxn modelId="{70D0EBE6-8B48-4A2F-8FA0-CE6A8B268BC0}" srcId="{A9FC8EF1-73ED-4641-AB71-481B51DDCF32}" destId="{A4B0A18E-D6C9-4C26-BF11-E51959319017}" srcOrd="1" destOrd="0" parTransId="{B78B9158-A1BC-4C22-A02A-7D8828302B49}" sibTransId="{8C39B0E0-2E7C-4B58-9088-B9CCF89CC4B9}"/>
    <dgm:cxn modelId="{064671EB-EA6A-476E-8D54-E8F06A8DC145}" type="presOf" srcId="{C4D96F99-7C82-4FBF-8F62-6CC32B29DDE7}" destId="{DCB1B784-3756-4A12-9420-CF115907A8B7}" srcOrd="0" destOrd="0" presId="urn:microsoft.com/office/officeart/2018/2/layout/IconLabelDescriptionList"/>
    <dgm:cxn modelId="{D0E3DAD4-3C2C-455E-8FE5-87B23D508421}" type="presParOf" srcId="{6EDFC72E-A0A5-4F2A-B6D2-64356FE23857}" destId="{F7B9B0E4-F0B3-4FBE-B7D0-B5949DBD335B}" srcOrd="0" destOrd="0" presId="urn:microsoft.com/office/officeart/2018/2/layout/IconLabelDescriptionList"/>
    <dgm:cxn modelId="{C530620F-9D89-4913-B24C-7EB316FCA939}" type="presParOf" srcId="{F7B9B0E4-F0B3-4FBE-B7D0-B5949DBD335B}" destId="{0341828B-82F0-4AA2-BCCE-262242A95F56}" srcOrd="0" destOrd="0" presId="urn:microsoft.com/office/officeart/2018/2/layout/IconLabelDescriptionList"/>
    <dgm:cxn modelId="{EE43DC37-2B93-4784-8AFA-5FB065A9EBFB}" type="presParOf" srcId="{F7B9B0E4-F0B3-4FBE-B7D0-B5949DBD335B}" destId="{C4D92AF2-11D3-43F2-BCFB-324283433825}" srcOrd="1" destOrd="0" presId="urn:microsoft.com/office/officeart/2018/2/layout/IconLabelDescriptionList"/>
    <dgm:cxn modelId="{0033CB26-ABC9-4DBF-916C-8E4249A32894}" type="presParOf" srcId="{F7B9B0E4-F0B3-4FBE-B7D0-B5949DBD335B}" destId="{2BB559DF-EE1F-405E-9E0A-E133CF781B72}" srcOrd="2" destOrd="0" presId="urn:microsoft.com/office/officeart/2018/2/layout/IconLabelDescriptionList"/>
    <dgm:cxn modelId="{0799D6E5-AD5E-448D-A149-B1C895527233}" type="presParOf" srcId="{F7B9B0E4-F0B3-4FBE-B7D0-B5949DBD335B}" destId="{407CEC4E-418A-4ED7-A860-01F7D30811D1}" srcOrd="3" destOrd="0" presId="urn:microsoft.com/office/officeart/2018/2/layout/IconLabelDescriptionList"/>
    <dgm:cxn modelId="{05ADCB66-C2A4-47BD-83BE-0B8B876DFD88}" type="presParOf" srcId="{F7B9B0E4-F0B3-4FBE-B7D0-B5949DBD335B}" destId="{5FFB48C6-086E-427D-9631-D565002C4927}" srcOrd="4" destOrd="0" presId="urn:microsoft.com/office/officeart/2018/2/layout/IconLabelDescriptionList"/>
    <dgm:cxn modelId="{E5CEE21B-134F-4125-8B78-A064811B706F}" type="presParOf" srcId="{6EDFC72E-A0A5-4F2A-B6D2-64356FE23857}" destId="{B6A36EE1-13BA-4C92-B72F-6BB3BB8ECA01}" srcOrd="1" destOrd="0" presId="urn:microsoft.com/office/officeart/2018/2/layout/IconLabelDescriptionList"/>
    <dgm:cxn modelId="{628D9563-9785-4935-96B0-D2C27320B4D6}" type="presParOf" srcId="{6EDFC72E-A0A5-4F2A-B6D2-64356FE23857}" destId="{3142EAEE-A9E9-40C7-A4C8-67367F371D37}" srcOrd="2" destOrd="0" presId="urn:microsoft.com/office/officeart/2018/2/layout/IconLabelDescriptionList"/>
    <dgm:cxn modelId="{7EEB3F0B-1BF5-408F-BE0C-32F7FC835D03}" type="presParOf" srcId="{3142EAEE-A9E9-40C7-A4C8-67367F371D37}" destId="{D973A55F-BA5C-4492-BC27-C27060B32FA3}" srcOrd="0" destOrd="0" presId="urn:microsoft.com/office/officeart/2018/2/layout/IconLabelDescriptionList"/>
    <dgm:cxn modelId="{44504DA8-5E05-4269-A56D-F1C5F6004278}" type="presParOf" srcId="{3142EAEE-A9E9-40C7-A4C8-67367F371D37}" destId="{E2F29E77-F9C3-4009-9AF5-113BF73C3290}" srcOrd="1" destOrd="0" presId="urn:microsoft.com/office/officeart/2018/2/layout/IconLabelDescriptionList"/>
    <dgm:cxn modelId="{4300FC4D-917F-47D8-937F-6A85837A0A63}" type="presParOf" srcId="{3142EAEE-A9E9-40C7-A4C8-67367F371D37}" destId="{DCB1B784-3756-4A12-9420-CF115907A8B7}" srcOrd="2" destOrd="0" presId="urn:microsoft.com/office/officeart/2018/2/layout/IconLabelDescriptionList"/>
    <dgm:cxn modelId="{233EA98D-9BF4-4156-9E11-10C5A8BBB3ED}" type="presParOf" srcId="{3142EAEE-A9E9-40C7-A4C8-67367F371D37}" destId="{F075D554-BB78-479E-A6C0-6626DACC3C11}" srcOrd="3" destOrd="0" presId="urn:microsoft.com/office/officeart/2018/2/layout/IconLabelDescriptionList"/>
    <dgm:cxn modelId="{7BDB28C9-B53F-40F2-8788-40295DD41A0E}" type="presParOf" srcId="{3142EAEE-A9E9-40C7-A4C8-67367F371D37}" destId="{49DB750D-025E-4FA1-A2B3-8D915A635B71}" srcOrd="4" destOrd="0" presId="urn:microsoft.com/office/officeart/2018/2/layout/IconLabelDescriptionList"/>
    <dgm:cxn modelId="{3984ABF0-CA87-46B6-BE1E-F348EDE20D75}" type="presParOf" srcId="{6EDFC72E-A0A5-4F2A-B6D2-64356FE23857}" destId="{02C1C382-FD4E-4797-9CC2-0DAF7AC1707A}" srcOrd="3" destOrd="0" presId="urn:microsoft.com/office/officeart/2018/2/layout/IconLabelDescriptionList"/>
    <dgm:cxn modelId="{CB202B28-578A-4C54-B96C-1B429254A4F8}" type="presParOf" srcId="{6EDFC72E-A0A5-4F2A-B6D2-64356FE23857}" destId="{BE93D60C-8231-42B6-84BF-582DC001E875}" srcOrd="4" destOrd="0" presId="urn:microsoft.com/office/officeart/2018/2/layout/IconLabelDescriptionList"/>
    <dgm:cxn modelId="{F0727325-850A-4F2C-8B75-47471D29BF9D}" type="presParOf" srcId="{BE93D60C-8231-42B6-84BF-582DC001E875}" destId="{1DC72DAD-AA62-409D-A11B-AF27E0B0D1D4}" srcOrd="0" destOrd="0" presId="urn:microsoft.com/office/officeart/2018/2/layout/IconLabelDescriptionList"/>
    <dgm:cxn modelId="{D54FA0D5-FE4D-474D-85AF-58CF708C6F71}" type="presParOf" srcId="{BE93D60C-8231-42B6-84BF-582DC001E875}" destId="{8812D2C2-D8F9-4A60-8461-A6C20767F9B2}" srcOrd="1" destOrd="0" presId="urn:microsoft.com/office/officeart/2018/2/layout/IconLabelDescriptionList"/>
    <dgm:cxn modelId="{95B4060E-D2C0-4A69-BE90-CE99E2A456A2}" type="presParOf" srcId="{BE93D60C-8231-42B6-84BF-582DC001E875}" destId="{2628DA2D-0153-45BA-B69B-EEF09AF858FF}" srcOrd="2" destOrd="0" presId="urn:microsoft.com/office/officeart/2018/2/layout/IconLabelDescriptionList"/>
    <dgm:cxn modelId="{7F4C1222-F802-4B8B-9516-EFF1AF26FFEB}" type="presParOf" srcId="{BE93D60C-8231-42B6-84BF-582DC001E875}" destId="{CBDA0AAE-0C69-4FD9-93A4-0E5966EA7941}" srcOrd="3" destOrd="0" presId="urn:microsoft.com/office/officeart/2018/2/layout/IconLabelDescriptionList"/>
    <dgm:cxn modelId="{B9BF7087-6E0D-4D92-8775-582012596DF5}" type="presParOf" srcId="{BE93D60C-8231-42B6-84BF-582DC001E875}" destId="{70896BAB-8FE8-409D-B577-D42B7FA2DD18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3.xml><?xml version="1.0" encoding="utf-8"?>
<dgm:dataModel xmlns:dgm="http://schemas.openxmlformats.org/drawingml/2006/diagram" xmlns:a="http://schemas.openxmlformats.org/drawingml/2006/main">
  <dgm:ptLst>
    <dgm:pt modelId="{BAC5642E-F605-467E-BB5E-5F99732BEE8C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0_3" csCatId="mainScheme" phldr="1"/>
      <dgm:spPr/>
      <dgm:t>
        <a:bodyPr/>
        <a:lstStyle/>
        <a:p>
          <a:endParaRPr lang="en-US"/>
        </a:p>
      </dgm:t>
    </dgm:pt>
    <dgm:pt modelId="{8468783A-7D9C-494B-BD7F-46D1FC0E0E1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To achieve this, </a:t>
          </a:r>
        </a:p>
      </dgm:t>
    </dgm:pt>
    <dgm:pt modelId="{F9D03829-FAB9-4898-8248-38CB29452CAF}" type="parTrans" cxnId="{CB60DB55-7CFE-41C5-B09B-96F98FBFDC44}">
      <dgm:prSet/>
      <dgm:spPr/>
      <dgm:t>
        <a:bodyPr/>
        <a:lstStyle/>
        <a:p>
          <a:endParaRPr lang="en-US"/>
        </a:p>
      </dgm:t>
    </dgm:pt>
    <dgm:pt modelId="{BA6C27A5-8B99-4224-8FDE-FA1BCF17F651}" type="sibTrans" cxnId="{CB60DB55-7CFE-41C5-B09B-96F98FBFDC44}">
      <dgm:prSet/>
      <dgm:spPr/>
      <dgm:t>
        <a:bodyPr/>
        <a:lstStyle/>
        <a:p>
          <a:endParaRPr lang="en-US"/>
        </a:p>
      </dgm:t>
    </dgm:pt>
    <dgm:pt modelId="{04BD7A71-DF92-4B83-B432-B4AFDB25510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Bitcoin Core sets the nLocktime </a:t>
          </a:r>
        </a:p>
      </dgm:t>
    </dgm:pt>
    <dgm:pt modelId="{79022176-42BB-4E78-9295-B1F5E38131B5}" type="parTrans" cxnId="{1D4497B2-D89D-4B5A-B980-5D211DDF9897}">
      <dgm:prSet/>
      <dgm:spPr/>
      <dgm:t>
        <a:bodyPr/>
        <a:lstStyle/>
        <a:p>
          <a:endParaRPr lang="en-US"/>
        </a:p>
      </dgm:t>
    </dgm:pt>
    <dgm:pt modelId="{B64AABFC-07C8-4955-918B-9F77C0CEEDEE}" type="sibTrans" cxnId="{1D4497B2-D89D-4B5A-B980-5D211DDF9897}">
      <dgm:prSet/>
      <dgm:spPr/>
      <dgm:t>
        <a:bodyPr/>
        <a:lstStyle/>
        <a:p>
          <a:endParaRPr lang="en-US"/>
        </a:p>
      </dgm:t>
    </dgm:pt>
    <dgm:pt modelId="{E1510471-C13B-485B-B4CA-5B8C5AC7C14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 all new transactions to &lt;current</a:t>
          </a:r>
          <a:r>
            <a:rPr lang="tr-TR"/>
            <a:t> </a:t>
          </a:r>
          <a:r>
            <a:rPr lang="en-US"/>
            <a:t>block # + 1&gt; </a:t>
          </a:r>
        </a:p>
      </dgm:t>
    </dgm:pt>
    <dgm:pt modelId="{3F9C8191-9106-4219-9EA9-3282440B1917}" type="parTrans" cxnId="{8A90DB34-F312-4F0A-844F-8AC15461630B}">
      <dgm:prSet/>
      <dgm:spPr/>
      <dgm:t>
        <a:bodyPr/>
        <a:lstStyle/>
        <a:p>
          <a:endParaRPr lang="en-US"/>
        </a:p>
      </dgm:t>
    </dgm:pt>
    <dgm:pt modelId="{51DF310E-673B-477B-97DD-C1762EEE0F24}" type="sibTrans" cxnId="{8A90DB34-F312-4F0A-844F-8AC15461630B}">
      <dgm:prSet/>
      <dgm:spPr/>
      <dgm:t>
        <a:bodyPr/>
        <a:lstStyle/>
        <a:p>
          <a:endParaRPr lang="en-US"/>
        </a:p>
      </dgm:t>
    </dgm:pt>
    <dgm:pt modelId="{A120F10B-42E4-4ABB-809C-42BCF267075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and sets the nSequence </a:t>
          </a:r>
        </a:p>
      </dgm:t>
    </dgm:pt>
    <dgm:pt modelId="{04CACEE0-F11E-4E90-8A29-982633251B33}" type="parTrans" cxnId="{EDDD2018-DACA-4193-856D-471955FD7AD9}">
      <dgm:prSet/>
      <dgm:spPr/>
      <dgm:t>
        <a:bodyPr/>
        <a:lstStyle/>
        <a:p>
          <a:endParaRPr lang="en-US"/>
        </a:p>
      </dgm:t>
    </dgm:pt>
    <dgm:pt modelId="{0ED01C90-873E-4367-9E73-CD16F53514C5}" type="sibTrans" cxnId="{EDDD2018-DACA-4193-856D-471955FD7AD9}">
      <dgm:prSet/>
      <dgm:spPr/>
      <dgm:t>
        <a:bodyPr/>
        <a:lstStyle/>
        <a:p>
          <a:endParaRPr lang="en-US"/>
        </a:p>
      </dgm:t>
    </dgm:pt>
    <dgm:pt modelId="{009F2BA5-33B9-4C80-AF8A-AB97C00C120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 all the inputs to 0xFFFFFFFE </a:t>
          </a:r>
        </a:p>
      </dgm:t>
    </dgm:pt>
    <dgm:pt modelId="{D4B9FBE8-B381-4044-8F45-5ED75B19DD70}" type="parTrans" cxnId="{561FEC16-E5BC-469D-B2A1-AAC1DDFA3C0A}">
      <dgm:prSet/>
      <dgm:spPr/>
      <dgm:t>
        <a:bodyPr/>
        <a:lstStyle/>
        <a:p>
          <a:endParaRPr lang="en-US"/>
        </a:p>
      </dgm:t>
    </dgm:pt>
    <dgm:pt modelId="{EA484A59-6CDA-4A1E-ADCC-F4100693EA3B}" type="sibTrans" cxnId="{561FEC16-E5BC-469D-B2A1-AAC1DDFA3C0A}">
      <dgm:prSet/>
      <dgm:spPr/>
      <dgm:t>
        <a:bodyPr/>
        <a:lstStyle/>
        <a:p>
          <a:endParaRPr lang="en-US"/>
        </a:p>
      </dgm:t>
    </dgm:pt>
    <dgm:pt modelId="{F8A6D75B-D4B7-41D4-95A0-B1AB8677FF1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enable nLock</a:t>
          </a:r>
          <a:r>
            <a:rPr lang="tr-TR"/>
            <a:t> time.</a:t>
          </a:r>
          <a:endParaRPr lang="en-US"/>
        </a:p>
      </dgm:t>
    </dgm:pt>
    <dgm:pt modelId="{AE5D2D29-2FC2-4901-BC4A-92E90A2C4998}" type="parTrans" cxnId="{CAB50BB5-BD69-4AA6-9CDC-FCDC288C7102}">
      <dgm:prSet/>
      <dgm:spPr/>
      <dgm:t>
        <a:bodyPr/>
        <a:lstStyle/>
        <a:p>
          <a:endParaRPr lang="en-US"/>
        </a:p>
      </dgm:t>
    </dgm:pt>
    <dgm:pt modelId="{411AF1ED-ED48-403D-8067-24F562529FC1}" type="sibTrans" cxnId="{CAB50BB5-BD69-4AA6-9CDC-FCDC288C7102}">
      <dgm:prSet/>
      <dgm:spPr/>
      <dgm:t>
        <a:bodyPr/>
        <a:lstStyle/>
        <a:p>
          <a:endParaRPr lang="en-US"/>
        </a:p>
      </dgm:t>
    </dgm:pt>
    <dgm:pt modelId="{DC0BB821-945D-4789-95AF-73987F763A64}" type="pres">
      <dgm:prSet presAssocID="{BAC5642E-F605-467E-BB5E-5F99732BEE8C}" presName="root" presStyleCnt="0">
        <dgm:presLayoutVars>
          <dgm:dir/>
          <dgm:resizeHandles val="exact"/>
        </dgm:presLayoutVars>
      </dgm:prSet>
      <dgm:spPr/>
    </dgm:pt>
    <dgm:pt modelId="{1D9FB524-9ECE-4359-8358-5E828F35AC3D}" type="pres">
      <dgm:prSet presAssocID="{8468783A-7D9C-494B-BD7F-46D1FC0E0E15}" presName="compNode" presStyleCnt="0"/>
      <dgm:spPr/>
    </dgm:pt>
    <dgm:pt modelId="{898E060B-61EE-4A41-B302-5473CEA69F59}" type="pres">
      <dgm:prSet presAssocID="{8468783A-7D9C-494B-BD7F-46D1FC0E0E15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B0E2F06C-CE90-4359-B239-79D19DC3A5B9}" type="pres">
      <dgm:prSet presAssocID="{8468783A-7D9C-494B-BD7F-46D1FC0E0E15}" presName="iconSpace" presStyleCnt="0"/>
      <dgm:spPr/>
    </dgm:pt>
    <dgm:pt modelId="{75CA6935-E0E5-4050-A2E2-914D16CF483A}" type="pres">
      <dgm:prSet presAssocID="{8468783A-7D9C-494B-BD7F-46D1FC0E0E15}" presName="parTx" presStyleLbl="revTx" presStyleIdx="0" presStyleCnt="4">
        <dgm:presLayoutVars>
          <dgm:chMax val="0"/>
          <dgm:chPref val="0"/>
        </dgm:presLayoutVars>
      </dgm:prSet>
      <dgm:spPr/>
    </dgm:pt>
    <dgm:pt modelId="{B7D16A78-B718-495F-8236-C2CED095BEC9}" type="pres">
      <dgm:prSet presAssocID="{8468783A-7D9C-494B-BD7F-46D1FC0E0E15}" presName="txSpace" presStyleCnt="0"/>
      <dgm:spPr/>
    </dgm:pt>
    <dgm:pt modelId="{C86B722B-3BFF-427B-BEEF-251798B6CF4C}" type="pres">
      <dgm:prSet presAssocID="{8468783A-7D9C-494B-BD7F-46D1FC0E0E15}" presName="desTx" presStyleLbl="revTx" presStyleIdx="1" presStyleCnt="4">
        <dgm:presLayoutVars/>
      </dgm:prSet>
      <dgm:spPr/>
    </dgm:pt>
    <dgm:pt modelId="{765A2936-8A90-40E8-806F-0A37BA6F5952}" type="pres">
      <dgm:prSet presAssocID="{BA6C27A5-8B99-4224-8FDE-FA1BCF17F651}" presName="sibTrans" presStyleCnt="0"/>
      <dgm:spPr/>
    </dgm:pt>
    <dgm:pt modelId="{8B84B71D-BB8C-4F8C-9F8F-34442B05E00F}" type="pres">
      <dgm:prSet presAssocID="{A120F10B-42E4-4ABB-809C-42BCF2670753}" presName="compNode" presStyleCnt="0"/>
      <dgm:spPr/>
    </dgm:pt>
    <dgm:pt modelId="{91AE1489-5C23-47DF-B1E7-761E470F62F8}" type="pres">
      <dgm:prSet presAssocID="{A120F10B-42E4-4ABB-809C-42BCF2670753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İmleç"/>
        </a:ext>
      </dgm:extLst>
    </dgm:pt>
    <dgm:pt modelId="{3D303EA2-1A50-4C96-93A1-BA5030176769}" type="pres">
      <dgm:prSet presAssocID="{A120F10B-42E4-4ABB-809C-42BCF2670753}" presName="iconSpace" presStyleCnt="0"/>
      <dgm:spPr/>
    </dgm:pt>
    <dgm:pt modelId="{C1005E4E-0E6D-444B-AD16-F800DD2C3FBA}" type="pres">
      <dgm:prSet presAssocID="{A120F10B-42E4-4ABB-809C-42BCF2670753}" presName="parTx" presStyleLbl="revTx" presStyleIdx="2" presStyleCnt="4">
        <dgm:presLayoutVars>
          <dgm:chMax val="0"/>
          <dgm:chPref val="0"/>
        </dgm:presLayoutVars>
      </dgm:prSet>
      <dgm:spPr/>
    </dgm:pt>
    <dgm:pt modelId="{580AC3D4-7AD0-401E-BF6F-DFBF95E94A4B}" type="pres">
      <dgm:prSet presAssocID="{A120F10B-42E4-4ABB-809C-42BCF2670753}" presName="txSpace" presStyleCnt="0"/>
      <dgm:spPr/>
    </dgm:pt>
    <dgm:pt modelId="{4792C443-1FA3-4A5F-ADC4-6AC8270BE4B8}" type="pres">
      <dgm:prSet presAssocID="{A120F10B-42E4-4ABB-809C-42BCF2670753}" presName="desTx" presStyleLbl="revTx" presStyleIdx="3" presStyleCnt="4">
        <dgm:presLayoutVars/>
      </dgm:prSet>
      <dgm:spPr/>
    </dgm:pt>
  </dgm:ptLst>
  <dgm:cxnLst>
    <dgm:cxn modelId="{561FEC16-E5BC-469D-B2A1-AAC1DDFA3C0A}" srcId="{A120F10B-42E4-4ABB-809C-42BCF2670753}" destId="{009F2BA5-33B9-4C80-AF8A-AB97C00C120B}" srcOrd="0" destOrd="0" parTransId="{D4B9FBE8-B381-4044-8F45-5ED75B19DD70}" sibTransId="{EA484A59-6CDA-4A1E-ADCC-F4100693EA3B}"/>
    <dgm:cxn modelId="{EDDD2018-DACA-4193-856D-471955FD7AD9}" srcId="{BAC5642E-F605-467E-BB5E-5F99732BEE8C}" destId="{A120F10B-42E4-4ABB-809C-42BCF2670753}" srcOrd="1" destOrd="0" parTransId="{04CACEE0-F11E-4E90-8A29-982633251B33}" sibTransId="{0ED01C90-873E-4367-9E73-CD16F53514C5}"/>
    <dgm:cxn modelId="{8A90DB34-F312-4F0A-844F-8AC15461630B}" srcId="{8468783A-7D9C-494B-BD7F-46D1FC0E0E15}" destId="{E1510471-C13B-485B-B4CA-5B8C5AC7C143}" srcOrd="1" destOrd="0" parTransId="{3F9C8191-9106-4219-9EA9-3282440B1917}" sibTransId="{51DF310E-673B-477B-97DD-C1762EEE0F24}"/>
    <dgm:cxn modelId="{20776E5D-26DE-4680-891B-C6718BAD4697}" type="presOf" srcId="{A120F10B-42E4-4ABB-809C-42BCF2670753}" destId="{C1005E4E-0E6D-444B-AD16-F800DD2C3FBA}" srcOrd="0" destOrd="0" presId="urn:microsoft.com/office/officeart/2018/5/layout/CenteredIconLabelDescriptionList"/>
    <dgm:cxn modelId="{CB60DB55-7CFE-41C5-B09B-96F98FBFDC44}" srcId="{BAC5642E-F605-467E-BB5E-5F99732BEE8C}" destId="{8468783A-7D9C-494B-BD7F-46D1FC0E0E15}" srcOrd="0" destOrd="0" parTransId="{F9D03829-FAB9-4898-8248-38CB29452CAF}" sibTransId="{BA6C27A5-8B99-4224-8FDE-FA1BCF17F651}"/>
    <dgm:cxn modelId="{6DEA99A5-5848-465A-954B-3A803EB3D40A}" type="presOf" srcId="{009F2BA5-33B9-4C80-AF8A-AB97C00C120B}" destId="{4792C443-1FA3-4A5F-ADC4-6AC8270BE4B8}" srcOrd="0" destOrd="0" presId="urn:microsoft.com/office/officeart/2018/5/layout/CenteredIconLabelDescriptionList"/>
    <dgm:cxn modelId="{1D4497B2-D89D-4B5A-B980-5D211DDF9897}" srcId="{8468783A-7D9C-494B-BD7F-46D1FC0E0E15}" destId="{04BD7A71-DF92-4B83-B432-B4AFDB255108}" srcOrd="0" destOrd="0" parTransId="{79022176-42BB-4E78-9295-B1F5E38131B5}" sibTransId="{B64AABFC-07C8-4955-918B-9F77C0CEEDEE}"/>
    <dgm:cxn modelId="{CAB50BB5-BD69-4AA6-9CDC-FCDC288C7102}" srcId="{A120F10B-42E4-4ABB-809C-42BCF2670753}" destId="{F8A6D75B-D4B7-41D4-95A0-B1AB8677FF1A}" srcOrd="1" destOrd="0" parTransId="{AE5D2D29-2FC2-4901-BC4A-92E90A2C4998}" sibTransId="{411AF1ED-ED48-403D-8067-24F562529FC1}"/>
    <dgm:cxn modelId="{6E2294CD-6121-4DD8-B5CA-F7F2DDF6081A}" type="presOf" srcId="{8468783A-7D9C-494B-BD7F-46D1FC0E0E15}" destId="{75CA6935-E0E5-4050-A2E2-914D16CF483A}" srcOrd="0" destOrd="0" presId="urn:microsoft.com/office/officeart/2018/5/layout/CenteredIconLabelDescriptionList"/>
    <dgm:cxn modelId="{F44C7AD8-37FC-4982-A51B-DDDBFE572FB1}" type="presOf" srcId="{04BD7A71-DF92-4B83-B432-B4AFDB255108}" destId="{C86B722B-3BFF-427B-BEEF-251798B6CF4C}" srcOrd="0" destOrd="0" presId="urn:microsoft.com/office/officeart/2018/5/layout/CenteredIconLabelDescriptionList"/>
    <dgm:cxn modelId="{826E2AE6-14D9-4132-969E-73CD9E5A2C07}" type="presOf" srcId="{BAC5642E-F605-467E-BB5E-5F99732BEE8C}" destId="{DC0BB821-945D-4789-95AF-73987F763A64}" srcOrd="0" destOrd="0" presId="urn:microsoft.com/office/officeart/2018/5/layout/CenteredIconLabelDescriptionList"/>
    <dgm:cxn modelId="{83E187EA-92D3-494B-9FBC-BA2FF5EAB27E}" type="presOf" srcId="{E1510471-C13B-485B-B4CA-5B8C5AC7C143}" destId="{C86B722B-3BFF-427B-BEEF-251798B6CF4C}" srcOrd="0" destOrd="1" presId="urn:microsoft.com/office/officeart/2018/5/layout/CenteredIconLabelDescriptionList"/>
    <dgm:cxn modelId="{121859EF-C30B-4668-8851-861DA22C7AE0}" type="presOf" srcId="{F8A6D75B-D4B7-41D4-95A0-B1AB8677FF1A}" destId="{4792C443-1FA3-4A5F-ADC4-6AC8270BE4B8}" srcOrd="0" destOrd="1" presId="urn:microsoft.com/office/officeart/2018/5/layout/CenteredIconLabelDescriptionList"/>
    <dgm:cxn modelId="{EDF78229-FBE8-41CC-96BC-DC66A79C19FF}" type="presParOf" srcId="{DC0BB821-945D-4789-95AF-73987F763A64}" destId="{1D9FB524-9ECE-4359-8358-5E828F35AC3D}" srcOrd="0" destOrd="0" presId="urn:microsoft.com/office/officeart/2018/5/layout/CenteredIconLabelDescriptionList"/>
    <dgm:cxn modelId="{628DD309-0377-4A03-92E6-25CA66A6F42C}" type="presParOf" srcId="{1D9FB524-9ECE-4359-8358-5E828F35AC3D}" destId="{898E060B-61EE-4A41-B302-5473CEA69F59}" srcOrd="0" destOrd="0" presId="urn:microsoft.com/office/officeart/2018/5/layout/CenteredIconLabelDescriptionList"/>
    <dgm:cxn modelId="{1CB1A982-DE2D-4E67-9E23-56C716FD9535}" type="presParOf" srcId="{1D9FB524-9ECE-4359-8358-5E828F35AC3D}" destId="{B0E2F06C-CE90-4359-B239-79D19DC3A5B9}" srcOrd="1" destOrd="0" presId="urn:microsoft.com/office/officeart/2018/5/layout/CenteredIconLabelDescriptionList"/>
    <dgm:cxn modelId="{7F35E7E1-BA5C-477A-88CA-66C55ED75E5D}" type="presParOf" srcId="{1D9FB524-9ECE-4359-8358-5E828F35AC3D}" destId="{75CA6935-E0E5-4050-A2E2-914D16CF483A}" srcOrd="2" destOrd="0" presId="urn:microsoft.com/office/officeart/2018/5/layout/CenteredIconLabelDescriptionList"/>
    <dgm:cxn modelId="{28E6BAA4-4143-4D1E-B103-1DADA3105D6A}" type="presParOf" srcId="{1D9FB524-9ECE-4359-8358-5E828F35AC3D}" destId="{B7D16A78-B718-495F-8236-C2CED095BEC9}" srcOrd="3" destOrd="0" presId="urn:microsoft.com/office/officeart/2018/5/layout/CenteredIconLabelDescriptionList"/>
    <dgm:cxn modelId="{DD7618B7-86D5-4996-B0DD-21E8017329E2}" type="presParOf" srcId="{1D9FB524-9ECE-4359-8358-5E828F35AC3D}" destId="{C86B722B-3BFF-427B-BEEF-251798B6CF4C}" srcOrd="4" destOrd="0" presId="urn:microsoft.com/office/officeart/2018/5/layout/CenteredIconLabelDescriptionList"/>
    <dgm:cxn modelId="{7701B151-CAB6-4EE0-9D00-D54D20AD5732}" type="presParOf" srcId="{DC0BB821-945D-4789-95AF-73987F763A64}" destId="{765A2936-8A90-40E8-806F-0A37BA6F5952}" srcOrd="1" destOrd="0" presId="urn:microsoft.com/office/officeart/2018/5/layout/CenteredIconLabelDescriptionList"/>
    <dgm:cxn modelId="{03FB1CE4-5405-4EA1-943C-72DA695A56C2}" type="presParOf" srcId="{DC0BB821-945D-4789-95AF-73987F763A64}" destId="{8B84B71D-BB8C-4F8C-9F8F-34442B05E00F}" srcOrd="2" destOrd="0" presId="urn:microsoft.com/office/officeart/2018/5/layout/CenteredIconLabelDescriptionList"/>
    <dgm:cxn modelId="{904F05BE-60CC-44A7-B378-43E02014D647}" type="presParOf" srcId="{8B84B71D-BB8C-4F8C-9F8F-34442B05E00F}" destId="{91AE1489-5C23-47DF-B1E7-761E470F62F8}" srcOrd="0" destOrd="0" presId="urn:microsoft.com/office/officeart/2018/5/layout/CenteredIconLabelDescriptionList"/>
    <dgm:cxn modelId="{E332A597-172E-4FEF-A7FC-435B7CF52AB1}" type="presParOf" srcId="{8B84B71D-BB8C-4F8C-9F8F-34442B05E00F}" destId="{3D303EA2-1A50-4C96-93A1-BA5030176769}" srcOrd="1" destOrd="0" presId="urn:microsoft.com/office/officeart/2018/5/layout/CenteredIconLabelDescriptionList"/>
    <dgm:cxn modelId="{8EE2C1CB-009B-4AD8-9693-23BCADAC0308}" type="presParOf" srcId="{8B84B71D-BB8C-4F8C-9F8F-34442B05E00F}" destId="{C1005E4E-0E6D-444B-AD16-F800DD2C3FBA}" srcOrd="2" destOrd="0" presId="urn:microsoft.com/office/officeart/2018/5/layout/CenteredIconLabelDescriptionList"/>
    <dgm:cxn modelId="{AA7EAA2A-5137-4F81-ABF9-131ABBFB6E5F}" type="presParOf" srcId="{8B84B71D-BB8C-4F8C-9F8F-34442B05E00F}" destId="{580AC3D4-7AD0-401E-BF6F-DFBF95E94A4B}" srcOrd="3" destOrd="0" presId="urn:microsoft.com/office/officeart/2018/5/layout/CenteredIconLabelDescriptionList"/>
    <dgm:cxn modelId="{3ACF90A4-242B-448B-A133-A78B702F6B68}" type="presParOf" srcId="{8B84B71D-BB8C-4F8C-9F8F-34442B05E00F}" destId="{4792C443-1FA3-4A5F-ADC4-6AC8270BE4B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4.xml><?xml version="1.0" encoding="utf-8"?>
<dgm:dataModel xmlns:dgm="http://schemas.openxmlformats.org/drawingml/2006/diagram" xmlns:a="http://schemas.openxmlformats.org/drawingml/2006/main">
  <dgm:ptLst>
    <dgm:pt modelId="{F67177EB-D2D3-447D-96FF-9778CF1D0471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9EE9FB0A-7954-4804-ACBF-81D94533B00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bitcoin conditional opcodes </a:t>
          </a:r>
        </a:p>
      </dgm:t>
    </dgm:pt>
    <dgm:pt modelId="{49B19211-09F4-4380-9948-1C0B900B2F47}" type="parTrans" cxnId="{04FCCD42-7B80-4E94-9EA9-41ABEAD51838}">
      <dgm:prSet/>
      <dgm:spPr/>
      <dgm:t>
        <a:bodyPr/>
        <a:lstStyle/>
        <a:p>
          <a:endParaRPr lang="en-US"/>
        </a:p>
      </dgm:t>
    </dgm:pt>
    <dgm:pt modelId="{CA2058B1-2BCA-42E5-9C3D-12814175C9C9}" type="sibTrans" cxnId="{04FCCD42-7B80-4E94-9EA9-41ABEAD51838}">
      <dgm:prSet/>
      <dgm:spPr/>
      <dgm:t>
        <a:bodyPr/>
        <a:lstStyle/>
        <a:p>
          <a:endParaRPr lang="en-US"/>
        </a:p>
      </dgm:t>
    </dgm:pt>
    <dgm:pt modelId="{40E8F868-BA26-47CC-878A-A8015E70A3A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allow us to construct a redeem script </a:t>
          </a:r>
        </a:p>
      </dgm:t>
    </dgm:pt>
    <dgm:pt modelId="{F57EB44B-47C7-4ABE-8FE9-6817AE99C185}" type="parTrans" cxnId="{EADE538C-8A56-4D0D-9B91-65898E2145D9}">
      <dgm:prSet/>
      <dgm:spPr/>
      <dgm:t>
        <a:bodyPr/>
        <a:lstStyle/>
        <a:p>
          <a:endParaRPr lang="en-US"/>
        </a:p>
      </dgm:t>
    </dgm:pt>
    <dgm:pt modelId="{D3281D9A-1D9F-4F13-B195-FE03E6162882}" type="sibTrans" cxnId="{EADE538C-8A56-4D0D-9B91-65898E2145D9}">
      <dgm:prSet/>
      <dgm:spPr/>
      <dgm:t>
        <a:bodyPr/>
        <a:lstStyle/>
        <a:p>
          <a:endParaRPr lang="en-US"/>
        </a:p>
      </dgm:t>
    </dgm:pt>
    <dgm:pt modelId="{7EEE4D04-636C-4BD5-A5C0-13F082B4AD6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that</a:t>
          </a:r>
          <a:r>
            <a:rPr lang="tr-TR"/>
            <a:t> </a:t>
          </a:r>
          <a:r>
            <a:rPr lang="en-US"/>
            <a:t>has two ways of being unlocked, </a:t>
          </a:r>
        </a:p>
      </dgm:t>
    </dgm:pt>
    <dgm:pt modelId="{5F1C3628-77AC-4877-BBF5-5079136E821F}" type="parTrans" cxnId="{ED0E61C3-FD75-40C6-A884-47D02506C54B}">
      <dgm:prSet/>
      <dgm:spPr/>
      <dgm:t>
        <a:bodyPr/>
        <a:lstStyle/>
        <a:p>
          <a:endParaRPr lang="en-US"/>
        </a:p>
      </dgm:t>
    </dgm:pt>
    <dgm:pt modelId="{9A2E6A15-4895-4255-8B79-9312A39E39DD}" type="sibTrans" cxnId="{ED0E61C3-FD75-40C6-A884-47D02506C54B}">
      <dgm:prSet/>
      <dgm:spPr/>
      <dgm:t>
        <a:bodyPr/>
        <a:lstStyle/>
        <a:p>
          <a:endParaRPr lang="en-US"/>
        </a:p>
      </dgm:t>
    </dgm:pt>
    <dgm:pt modelId="{627B2E2E-4A3E-44B0-A7D4-EF94473B8CD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depending on a TRUE/FALSE outcome of evaluating a</a:t>
          </a:r>
          <a:r>
            <a:rPr lang="tr-TR"/>
            <a:t> </a:t>
          </a:r>
          <a:r>
            <a:rPr lang="en-US"/>
            <a:t>logical condition. </a:t>
          </a:r>
        </a:p>
      </dgm:t>
    </dgm:pt>
    <dgm:pt modelId="{96E710C9-E360-4727-BCDF-9493B98926A8}" type="parTrans" cxnId="{687A7446-9405-4D09-86DD-D084DC845714}">
      <dgm:prSet/>
      <dgm:spPr/>
      <dgm:t>
        <a:bodyPr/>
        <a:lstStyle/>
        <a:p>
          <a:endParaRPr lang="en-US"/>
        </a:p>
      </dgm:t>
    </dgm:pt>
    <dgm:pt modelId="{5003EDF5-6142-4D1D-A8C7-2431AE376B1C}" type="sibTrans" cxnId="{687A7446-9405-4D09-86DD-D084DC845714}">
      <dgm:prSet/>
      <dgm:spPr/>
      <dgm:t>
        <a:bodyPr/>
        <a:lstStyle/>
        <a:p>
          <a:endParaRPr lang="en-US"/>
        </a:p>
      </dgm:t>
    </dgm:pt>
    <dgm:pt modelId="{08AEB373-39AC-4702-8A00-598207E145B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For example, </a:t>
          </a:r>
        </a:p>
      </dgm:t>
    </dgm:pt>
    <dgm:pt modelId="{CDF55BA1-15DC-488F-B5B6-E7FBB21163C6}" type="parTrans" cxnId="{D178CE84-2A72-4A67-9F31-DE9A06365E76}">
      <dgm:prSet/>
      <dgm:spPr/>
      <dgm:t>
        <a:bodyPr/>
        <a:lstStyle/>
        <a:p>
          <a:endParaRPr lang="en-US"/>
        </a:p>
      </dgm:t>
    </dgm:pt>
    <dgm:pt modelId="{38BD79C2-1C42-42AA-BAEF-5046692C0859}" type="sibTrans" cxnId="{D178CE84-2A72-4A67-9F31-DE9A06365E76}">
      <dgm:prSet/>
      <dgm:spPr/>
      <dgm:t>
        <a:bodyPr/>
        <a:lstStyle/>
        <a:p>
          <a:endParaRPr lang="en-US"/>
        </a:p>
      </dgm:t>
    </dgm:pt>
    <dgm:pt modelId="{42057019-CA9E-455F-8C66-D177D4A5352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if x is TRUE, the redeem script is A </a:t>
          </a:r>
        </a:p>
      </dgm:t>
    </dgm:pt>
    <dgm:pt modelId="{BAA2BEBF-F063-40C8-A89F-C8530B3DBC8D}" type="parTrans" cxnId="{7DF14017-AD0D-4ADA-82F4-89C07DD16FD8}">
      <dgm:prSet/>
      <dgm:spPr/>
      <dgm:t>
        <a:bodyPr/>
        <a:lstStyle/>
        <a:p>
          <a:endParaRPr lang="en-US"/>
        </a:p>
      </dgm:t>
    </dgm:pt>
    <dgm:pt modelId="{7EE4DD00-A122-4013-8D54-D4A6643C9E77}" type="sibTrans" cxnId="{7DF14017-AD0D-4ADA-82F4-89C07DD16FD8}">
      <dgm:prSet/>
      <dgm:spPr/>
      <dgm:t>
        <a:bodyPr/>
        <a:lstStyle/>
        <a:p>
          <a:endParaRPr lang="en-US"/>
        </a:p>
      </dgm:t>
    </dgm:pt>
    <dgm:pt modelId="{51BEB322-2E29-4C59-86BC-C78240A0A10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ELSE</a:t>
          </a:r>
          <a:r>
            <a:rPr lang="tr-TR"/>
            <a:t> redeem script is B.</a:t>
          </a:r>
          <a:endParaRPr lang="en-US"/>
        </a:p>
      </dgm:t>
    </dgm:pt>
    <dgm:pt modelId="{1BA7FEF1-230C-46BE-91A2-27715FCA58FD}" type="parTrans" cxnId="{719008EB-1C31-4564-AFAD-255CDFF05478}">
      <dgm:prSet/>
      <dgm:spPr/>
      <dgm:t>
        <a:bodyPr/>
        <a:lstStyle/>
        <a:p>
          <a:endParaRPr lang="en-US"/>
        </a:p>
      </dgm:t>
    </dgm:pt>
    <dgm:pt modelId="{D24F6A74-207C-4948-856D-C6F86C6C542E}" type="sibTrans" cxnId="{719008EB-1C31-4564-AFAD-255CDFF05478}">
      <dgm:prSet/>
      <dgm:spPr/>
      <dgm:t>
        <a:bodyPr/>
        <a:lstStyle/>
        <a:p>
          <a:endParaRPr lang="en-US"/>
        </a:p>
      </dgm:t>
    </dgm:pt>
    <dgm:pt modelId="{943CFB71-F9C6-407D-8B0E-AC0E15E1339D}" type="pres">
      <dgm:prSet presAssocID="{F67177EB-D2D3-447D-96FF-9778CF1D0471}" presName="root" presStyleCnt="0">
        <dgm:presLayoutVars>
          <dgm:dir/>
          <dgm:resizeHandles val="exact"/>
        </dgm:presLayoutVars>
      </dgm:prSet>
      <dgm:spPr/>
    </dgm:pt>
    <dgm:pt modelId="{C34416B9-68B0-40F7-930D-D1CF87F36177}" type="pres">
      <dgm:prSet presAssocID="{9EE9FB0A-7954-4804-ACBF-81D94533B00D}" presName="compNode" presStyleCnt="0"/>
      <dgm:spPr/>
    </dgm:pt>
    <dgm:pt modelId="{CF7BB8E3-9843-4E95-8B86-F490C86146CD}" type="pres">
      <dgm:prSet presAssocID="{9EE9FB0A-7954-4804-ACBF-81D94533B00D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ağıt Öğütücü"/>
        </a:ext>
      </dgm:extLst>
    </dgm:pt>
    <dgm:pt modelId="{2C9C75FA-83A3-43C8-B90F-64458E827269}" type="pres">
      <dgm:prSet presAssocID="{9EE9FB0A-7954-4804-ACBF-81D94533B00D}" presName="iconSpace" presStyleCnt="0"/>
      <dgm:spPr/>
    </dgm:pt>
    <dgm:pt modelId="{AEE2F1D6-239F-4ED4-848D-5B5EEFD116A9}" type="pres">
      <dgm:prSet presAssocID="{9EE9FB0A-7954-4804-ACBF-81D94533B00D}" presName="parTx" presStyleLbl="revTx" presStyleIdx="0" presStyleCnt="4">
        <dgm:presLayoutVars>
          <dgm:chMax val="0"/>
          <dgm:chPref val="0"/>
        </dgm:presLayoutVars>
      </dgm:prSet>
      <dgm:spPr/>
    </dgm:pt>
    <dgm:pt modelId="{374CA988-0337-47FA-8E97-6D709AAEB973}" type="pres">
      <dgm:prSet presAssocID="{9EE9FB0A-7954-4804-ACBF-81D94533B00D}" presName="txSpace" presStyleCnt="0"/>
      <dgm:spPr/>
    </dgm:pt>
    <dgm:pt modelId="{BC250C7F-AB5E-4617-B921-34ECB17854C2}" type="pres">
      <dgm:prSet presAssocID="{9EE9FB0A-7954-4804-ACBF-81D94533B00D}" presName="desTx" presStyleLbl="revTx" presStyleIdx="1" presStyleCnt="4">
        <dgm:presLayoutVars/>
      </dgm:prSet>
      <dgm:spPr/>
    </dgm:pt>
    <dgm:pt modelId="{6C4F2057-4A51-409A-BFE3-B2E20A5DB887}" type="pres">
      <dgm:prSet presAssocID="{CA2058B1-2BCA-42E5-9C3D-12814175C9C9}" presName="sibTrans" presStyleCnt="0"/>
      <dgm:spPr/>
    </dgm:pt>
    <dgm:pt modelId="{6F7F8AA6-017A-4DC7-B6FF-386BAFAD9D06}" type="pres">
      <dgm:prSet presAssocID="{08AEB373-39AC-4702-8A00-598207E145B6}" presName="compNode" presStyleCnt="0"/>
      <dgm:spPr/>
    </dgm:pt>
    <dgm:pt modelId="{60419958-F1C5-463F-97DB-6A4DF43CB2C1}" type="pres">
      <dgm:prSet presAssocID="{08AEB373-39AC-4702-8A00-598207E145B6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kle"/>
        </a:ext>
      </dgm:extLst>
    </dgm:pt>
    <dgm:pt modelId="{95BAF77E-0D68-48B5-9176-846184DBAFF6}" type="pres">
      <dgm:prSet presAssocID="{08AEB373-39AC-4702-8A00-598207E145B6}" presName="iconSpace" presStyleCnt="0"/>
      <dgm:spPr/>
    </dgm:pt>
    <dgm:pt modelId="{12AF1A19-B4FB-4020-8453-9DCD7BB0E3C2}" type="pres">
      <dgm:prSet presAssocID="{08AEB373-39AC-4702-8A00-598207E145B6}" presName="parTx" presStyleLbl="revTx" presStyleIdx="2" presStyleCnt="4">
        <dgm:presLayoutVars>
          <dgm:chMax val="0"/>
          <dgm:chPref val="0"/>
        </dgm:presLayoutVars>
      </dgm:prSet>
      <dgm:spPr/>
    </dgm:pt>
    <dgm:pt modelId="{B40BBA06-D938-443C-AFD3-3B5D79F6663C}" type="pres">
      <dgm:prSet presAssocID="{08AEB373-39AC-4702-8A00-598207E145B6}" presName="txSpace" presStyleCnt="0"/>
      <dgm:spPr/>
    </dgm:pt>
    <dgm:pt modelId="{08670764-44FA-4042-B720-BCC3E9716983}" type="pres">
      <dgm:prSet presAssocID="{08AEB373-39AC-4702-8A00-598207E145B6}" presName="desTx" presStyleLbl="revTx" presStyleIdx="3" presStyleCnt="4">
        <dgm:presLayoutVars/>
      </dgm:prSet>
      <dgm:spPr/>
    </dgm:pt>
  </dgm:ptLst>
  <dgm:cxnLst>
    <dgm:cxn modelId="{7DF14017-AD0D-4ADA-82F4-89C07DD16FD8}" srcId="{08AEB373-39AC-4702-8A00-598207E145B6}" destId="{42057019-CA9E-455F-8C66-D177D4A5352C}" srcOrd="0" destOrd="0" parTransId="{BAA2BEBF-F063-40C8-A89F-C8530B3DBC8D}" sibTransId="{7EE4DD00-A122-4013-8D54-D4A6643C9E77}"/>
    <dgm:cxn modelId="{6C15311D-1DFD-4C61-AEF1-F395C1E7F4AD}" type="presOf" srcId="{42057019-CA9E-455F-8C66-D177D4A5352C}" destId="{08670764-44FA-4042-B720-BCC3E9716983}" srcOrd="0" destOrd="0" presId="urn:microsoft.com/office/officeart/2018/2/layout/IconLabelDescriptionList"/>
    <dgm:cxn modelId="{DC1B975D-2DBA-4E0C-B304-8E04007E8B60}" type="presOf" srcId="{51BEB322-2E29-4C59-86BC-C78240A0A105}" destId="{08670764-44FA-4042-B720-BCC3E9716983}" srcOrd="0" destOrd="1" presId="urn:microsoft.com/office/officeart/2018/2/layout/IconLabelDescriptionList"/>
    <dgm:cxn modelId="{04FCCD42-7B80-4E94-9EA9-41ABEAD51838}" srcId="{F67177EB-D2D3-447D-96FF-9778CF1D0471}" destId="{9EE9FB0A-7954-4804-ACBF-81D94533B00D}" srcOrd="0" destOrd="0" parTransId="{49B19211-09F4-4380-9948-1C0B900B2F47}" sibTransId="{CA2058B1-2BCA-42E5-9C3D-12814175C9C9}"/>
    <dgm:cxn modelId="{687A7446-9405-4D09-86DD-D084DC845714}" srcId="{9EE9FB0A-7954-4804-ACBF-81D94533B00D}" destId="{627B2E2E-4A3E-44B0-A7D4-EF94473B8CDB}" srcOrd="2" destOrd="0" parTransId="{96E710C9-E360-4727-BCDF-9493B98926A8}" sibTransId="{5003EDF5-6142-4D1D-A8C7-2431AE376B1C}"/>
    <dgm:cxn modelId="{D178CE84-2A72-4A67-9F31-DE9A06365E76}" srcId="{F67177EB-D2D3-447D-96FF-9778CF1D0471}" destId="{08AEB373-39AC-4702-8A00-598207E145B6}" srcOrd="1" destOrd="0" parTransId="{CDF55BA1-15DC-488F-B5B6-E7FBB21163C6}" sibTransId="{38BD79C2-1C42-42AA-BAEF-5046692C0859}"/>
    <dgm:cxn modelId="{EADE538C-8A56-4D0D-9B91-65898E2145D9}" srcId="{9EE9FB0A-7954-4804-ACBF-81D94533B00D}" destId="{40E8F868-BA26-47CC-878A-A8015E70A3AD}" srcOrd="0" destOrd="0" parTransId="{F57EB44B-47C7-4ABE-8FE9-6817AE99C185}" sibTransId="{D3281D9A-1D9F-4F13-B195-FE03E6162882}"/>
    <dgm:cxn modelId="{FD23AE91-7FA9-47F1-9EC8-9228E7C6DBED}" type="presOf" srcId="{40E8F868-BA26-47CC-878A-A8015E70A3AD}" destId="{BC250C7F-AB5E-4617-B921-34ECB17854C2}" srcOrd="0" destOrd="0" presId="urn:microsoft.com/office/officeart/2018/2/layout/IconLabelDescriptionList"/>
    <dgm:cxn modelId="{D869D8A1-B939-4FDD-A2E7-D4470F517234}" type="presOf" srcId="{627B2E2E-4A3E-44B0-A7D4-EF94473B8CDB}" destId="{BC250C7F-AB5E-4617-B921-34ECB17854C2}" srcOrd="0" destOrd="2" presId="urn:microsoft.com/office/officeart/2018/2/layout/IconLabelDescriptionList"/>
    <dgm:cxn modelId="{477F27AA-0A92-4489-AD71-BCBBD21075AC}" type="presOf" srcId="{7EEE4D04-636C-4BD5-A5C0-13F082B4AD66}" destId="{BC250C7F-AB5E-4617-B921-34ECB17854C2}" srcOrd="0" destOrd="1" presId="urn:microsoft.com/office/officeart/2018/2/layout/IconLabelDescriptionList"/>
    <dgm:cxn modelId="{215043B2-0CBC-4EF5-B67C-F7B8D65CEB35}" type="presOf" srcId="{F67177EB-D2D3-447D-96FF-9778CF1D0471}" destId="{943CFB71-F9C6-407D-8B0E-AC0E15E1339D}" srcOrd="0" destOrd="0" presId="urn:microsoft.com/office/officeart/2018/2/layout/IconLabelDescriptionList"/>
    <dgm:cxn modelId="{ED0E61C3-FD75-40C6-A884-47D02506C54B}" srcId="{9EE9FB0A-7954-4804-ACBF-81D94533B00D}" destId="{7EEE4D04-636C-4BD5-A5C0-13F082B4AD66}" srcOrd="1" destOrd="0" parTransId="{5F1C3628-77AC-4877-BBF5-5079136E821F}" sibTransId="{9A2E6A15-4895-4255-8B79-9312A39E39DD}"/>
    <dgm:cxn modelId="{56A340C6-AD57-448B-B0DA-D7DA7C47DD16}" type="presOf" srcId="{08AEB373-39AC-4702-8A00-598207E145B6}" destId="{12AF1A19-B4FB-4020-8453-9DCD7BB0E3C2}" srcOrd="0" destOrd="0" presId="urn:microsoft.com/office/officeart/2018/2/layout/IconLabelDescriptionList"/>
    <dgm:cxn modelId="{0B02F8EA-68CB-4806-9057-E19AD579795D}" type="presOf" srcId="{9EE9FB0A-7954-4804-ACBF-81D94533B00D}" destId="{AEE2F1D6-239F-4ED4-848D-5B5EEFD116A9}" srcOrd="0" destOrd="0" presId="urn:microsoft.com/office/officeart/2018/2/layout/IconLabelDescriptionList"/>
    <dgm:cxn modelId="{719008EB-1C31-4564-AFAD-255CDFF05478}" srcId="{08AEB373-39AC-4702-8A00-598207E145B6}" destId="{51BEB322-2E29-4C59-86BC-C78240A0A105}" srcOrd="1" destOrd="0" parTransId="{1BA7FEF1-230C-46BE-91A2-27715FCA58FD}" sibTransId="{D24F6A74-207C-4948-856D-C6F86C6C542E}"/>
    <dgm:cxn modelId="{4D3D6D3B-0E44-4C74-85EA-9EC7F56A2185}" type="presParOf" srcId="{943CFB71-F9C6-407D-8B0E-AC0E15E1339D}" destId="{C34416B9-68B0-40F7-930D-D1CF87F36177}" srcOrd="0" destOrd="0" presId="urn:microsoft.com/office/officeart/2018/2/layout/IconLabelDescriptionList"/>
    <dgm:cxn modelId="{0692F550-CC34-42CD-973A-FAEB919A179F}" type="presParOf" srcId="{C34416B9-68B0-40F7-930D-D1CF87F36177}" destId="{CF7BB8E3-9843-4E95-8B86-F490C86146CD}" srcOrd="0" destOrd="0" presId="urn:microsoft.com/office/officeart/2018/2/layout/IconLabelDescriptionList"/>
    <dgm:cxn modelId="{A28AD3B5-8BEB-48B5-84AF-8C2E6EE5D304}" type="presParOf" srcId="{C34416B9-68B0-40F7-930D-D1CF87F36177}" destId="{2C9C75FA-83A3-43C8-B90F-64458E827269}" srcOrd="1" destOrd="0" presId="urn:microsoft.com/office/officeart/2018/2/layout/IconLabelDescriptionList"/>
    <dgm:cxn modelId="{9DC6AA60-B6A9-4F05-8706-8B7FD4CA7C2C}" type="presParOf" srcId="{C34416B9-68B0-40F7-930D-D1CF87F36177}" destId="{AEE2F1D6-239F-4ED4-848D-5B5EEFD116A9}" srcOrd="2" destOrd="0" presId="urn:microsoft.com/office/officeart/2018/2/layout/IconLabelDescriptionList"/>
    <dgm:cxn modelId="{5CF7731C-7105-4DC2-A3FB-6291579FE9BC}" type="presParOf" srcId="{C34416B9-68B0-40F7-930D-D1CF87F36177}" destId="{374CA988-0337-47FA-8E97-6D709AAEB973}" srcOrd="3" destOrd="0" presId="urn:microsoft.com/office/officeart/2018/2/layout/IconLabelDescriptionList"/>
    <dgm:cxn modelId="{C0888C73-1DB7-412F-88C4-53BABC83E8BC}" type="presParOf" srcId="{C34416B9-68B0-40F7-930D-D1CF87F36177}" destId="{BC250C7F-AB5E-4617-B921-34ECB17854C2}" srcOrd="4" destOrd="0" presId="urn:microsoft.com/office/officeart/2018/2/layout/IconLabelDescriptionList"/>
    <dgm:cxn modelId="{8EFEA1B7-C25E-4750-AE6E-D2D21B37F579}" type="presParOf" srcId="{943CFB71-F9C6-407D-8B0E-AC0E15E1339D}" destId="{6C4F2057-4A51-409A-BFE3-B2E20A5DB887}" srcOrd="1" destOrd="0" presId="urn:microsoft.com/office/officeart/2018/2/layout/IconLabelDescriptionList"/>
    <dgm:cxn modelId="{ED2CFCBE-C0A1-4E50-B2C4-92BDF6773724}" type="presParOf" srcId="{943CFB71-F9C6-407D-8B0E-AC0E15E1339D}" destId="{6F7F8AA6-017A-4DC7-B6FF-386BAFAD9D06}" srcOrd="2" destOrd="0" presId="urn:microsoft.com/office/officeart/2018/2/layout/IconLabelDescriptionList"/>
    <dgm:cxn modelId="{B506F805-A5F9-4A6C-B176-1699150329CD}" type="presParOf" srcId="{6F7F8AA6-017A-4DC7-B6FF-386BAFAD9D06}" destId="{60419958-F1C5-463F-97DB-6A4DF43CB2C1}" srcOrd="0" destOrd="0" presId="urn:microsoft.com/office/officeart/2018/2/layout/IconLabelDescriptionList"/>
    <dgm:cxn modelId="{2705DC8E-2081-464F-9386-49308D1B864B}" type="presParOf" srcId="{6F7F8AA6-017A-4DC7-B6FF-386BAFAD9D06}" destId="{95BAF77E-0D68-48B5-9176-846184DBAFF6}" srcOrd="1" destOrd="0" presId="urn:microsoft.com/office/officeart/2018/2/layout/IconLabelDescriptionList"/>
    <dgm:cxn modelId="{E2054431-78B3-442D-838E-054298928D47}" type="presParOf" srcId="{6F7F8AA6-017A-4DC7-B6FF-386BAFAD9D06}" destId="{12AF1A19-B4FB-4020-8453-9DCD7BB0E3C2}" srcOrd="2" destOrd="0" presId="urn:microsoft.com/office/officeart/2018/2/layout/IconLabelDescriptionList"/>
    <dgm:cxn modelId="{6659A0C1-6325-4A0E-9759-D17593097739}" type="presParOf" srcId="{6F7F8AA6-017A-4DC7-B6FF-386BAFAD9D06}" destId="{B40BBA06-D938-443C-AFD3-3B5D79F6663C}" srcOrd="3" destOrd="0" presId="urn:microsoft.com/office/officeart/2018/2/layout/IconLabelDescriptionList"/>
    <dgm:cxn modelId="{9D411418-054B-43E6-8A65-33225CC00DF9}" type="presParOf" srcId="{6F7F8AA6-017A-4DC7-B6FF-386BAFAD9D06}" destId="{08670764-44FA-4042-B720-BCC3E9716983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5.xml><?xml version="1.0" encoding="utf-8"?>
<dgm:dataModel xmlns:dgm="http://schemas.openxmlformats.org/drawingml/2006/diagram" xmlns:a="http://schemas.openxmlformats.org/drawingml/2006/main">
  <dgm:ptLst>
    <dgm:pt modelId="{25AC736F-7E48-42AD-8AD1-3AF99D765A33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E60F9160-EE91-42C0-B674-D6A3F54FB68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bitcoin conditional expressions </a:t>
          </a:r>
        </a:p>
      </dgm:t>
    </dgm:pt>
    <dgm:pt modelId="{934A4FE6-0960-43A9-9380-521551D7B364}" type="parTrans" cxnId="{CBA792F7-D7D1-4439-81F6-57D70DBB2041}">
      <dgm:prSet/>
      <dgm:spPr/>
      <dgm:t>
        <a:bodyPr/>
        <a:lstStyle/>
        <a:p>
          <a:endParaRPr lang="en-US"/>
        </a:p>
      </dgm:t>
    </dgm:pt>
    <dgm:pt modelId="{804AE371-3F1F-44B0-85A3-3695D3F4D8D1}" type="sibTrans" cxnId="{CBA792F7-D7D1-4439-81F6-57D70DBB2041}">
      <dgm:prSet/>
      <dgm:spPr/>
      <dgm:t>
        <a:bodyPr/>
        <a:lstStyle/>
        <a:p>
          <a:endParaRPr lang="en-US"/>
        </a:p>
      </dgm:t>
    </dgm:pt>
    <dgm:pt modelId="{6C39F478-3AAE-4378-84E1-01E07166F70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can be “nested” indefinitely, </a:t>
          </a:r>
        </a:p>
      </dgm:t>
    </dgm:pt>
    <dgm:pt modelId="{B0DE13C7-383C-4C2B-B4C2-A2E6482C655C}" type="parTrans" cxnId="{EB6DD088-008E-4DA2-8A21-5EDDC395C7FE}">
      <dgm:prSet/>
      <dgm:spPr/>
      <dgm:t>
        <a:bodyPr/>
        <a:lstStyle/>
        <a:p>
          <a:endParaRPr lang="en-US"/>
        </a:p>
      </dgm:t>
    </dgm:pt>
    <dgm:pt modelId="{884ED9DF-6D4C-4FFF-B51E-9FD260F1EB58}" type="sibTrans" cxnId="{EB6DD088-008E-4DA2-8A21-5EDDC395C7FE}">
      <dgm:prSet/>
      <dgm:spPr/>
      <dgm:t>
        <a:bodyPr/>
        <a:lstStyle/>
        <a:p>
          <a:endParaRPr lang="en-US"/>
        </a:p>
      </dgm:t>
    </dgm:pt>
    <dgm:pt modelId="{A869753A-BAE7-4166-8220-7392A41FA0B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 conditional clause </a:t>
          </a:r>
        </a:p>
      </dgm:t>
    </dgm:pt>
    <dgm:pt modelId="{0E0DB0BE-4ABA-4F4E-97BA-1856DF6F5A13}" type="parTrans" cxnId="{E8540A63-9A12-48F8-877F-C9084445F89E}">
      <dgm:prSet/>
      <dgm:spPr/>
      <dgm:t>
        <a:bodyPr/>
        <a:lstStyle/>
        <a:p>
          <a:endParaRPr lang="en-US"/>
        </a:p>
      </dgm:t>
    </dgm:pt>
    <dgm:pt modelId="{0CE597D1-8959-4F19-B4F6-5A1D37A854F4}" type="sibTrans" cxnId="{E8540A63-9A12-48F8-877F-C9084445F89E}">
      <dgm:prSet/>
      <dgm:spPr/>
      <dgm:t>
        <a:bodyPr/>
        <a:lstStyle/>
        <a:p>
          <a:endParaRPr lang="en-US"/>
        </a:p>
      </dgm:t>
    </dgm:pt>
    <dgm:pt modelId="{3E867060-8F7E-48F4-87D6-BF669F20C83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can contain another within it, </a:t>
          </a:r>
        </a:p>
      </dgm:t>
    </dgm:pt>
    <dgm:pt modelId="{97F6E0B9-62E4-4ACD-9FD9-C63ABF6B3532}" type="parTrans" cxnId="{350BB855-A6FE-4F99-8581-7FA3925576D7}">
      <dgm:prSet/>
      <dgm:spPr/>
      <dgm:t>
        <a:bodyPr/>
        <a:lstStyle/>
        <a:p>
          <a:endParaRPr lang="en-US"/>
        </a:p>
      </dgm:t>
    </dgm:pt>
    <dgm:pt modelId="{0E8CE104-C749-4D28-838B-E36423F81C22}" type="sibTrans" cxnId="{350BB855-A6FE-4F99-8581-7FA3925576D7}">
      <dgm:prSet/>
      <dgm:spPr/>
      <dgm:t>
        <a:bodyPr/>
        <a:lstStyle/>
        <a:p>
          <a:endParaRPr lang="en-US"/>
        </a:p>
      </dgm:t>
    </dgm:pt>
    <dgm:pt modelId="{89C193B3-6266-45AA-98A2-D39086169BD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which contains another, etc.</a:t>
          </a:r>
        </a:p>
      </dgm:t>
    </dgm:pt>
    <dgm:pt modelId="{D5CB5741-372A-45BC-A6C7-1BC7700A27AD}" type="parTrans" cxnId="{58EF70F3-A1D0-487C-A28D-88080ADEAA4B}">
      <dgm:prSet/>
      <dgm:spPr/>
      <dgm:t>
        <a:bodyPr/>
        <a:lstStyle/>
        <a:p>
          <a:endParaRPr lang="en-US"/>
        </a:p>
      </dgm:t>
    </dgm:pt>
    <dgm:pt modelId="{A0466187-E0C4-45E9-8C82-C087347EBFA2}" type="sibTrans" cxnId="{58EF70F3-A1D0-487C-A28D-88080ADEAA4B}">
      <dgm:prSet/>
      <dgm:spPr/>
      <dgm:t>
        <a:bodyPr/>
        <a:lstStyle/>
        <a:p>
          <a:endParaRPr lang="en-US"/>
        </a:p>
      </dgm:t>
    </dgm:pt>
    <dgm:pt modelId="{17757F88-5953-420A-82DF-EAE299C585A1}" type="pres">
      <dgm:prSet presAssocID="{25AC736F-7E48-42AD-8AD1-3AF99D765A33}" presName="root" presStyleCnt="0">
        <dgm:presLayoutVars>
          <dgm:dir/>
          <dgm:resizeHandles val="exact"/>
        </dgm:presLayoutVars>
      </dgm:prSet>
      <dgm:spPr/>
    </dgm:pt>
    <dgm:pt modelId="{0A6E3681-6B31-4858-94CC-C9529318327F}" type="pres">
      <dgm:prSet presAssocID="{E60F9160-EE91-42C0-B674-D6A3F54FB681}" presName="compNode" presStyleCnt="0"/>
      <dgm:spPr/>
    </dgm:pt>
    <dgm:pt modelId="{08972BCB-8CD0-479A-B829-0B1AF9C4AFB2}" type="pres">
      <dgm:prSet presAssocID="{E60F9160-EE91-42C0-B674-D6A3F54FB681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E2CB0D54-86AA-4375-AF56-462E61F83685}" type="pres">
      <dgm:prSet presAssocID="{E60F9160-EE91-42C0-B674-D6A3F54FB681}" presName="iconSpace" presStyleCnt="0"/>
      <dgm:spPr/>
    </dgm:pt>
    <dgm:pt modelId="{BA6169AA-9AD7-48C3-8399-28537216B9C1}" type="pres">
      <dgm:prSet presAssocID="{E60F9160-EE91-42C0-B674-D6A3F54FB681}" presName="parTx" presStyleLbl="revTx" presStyleIdx="0" presStyleCnt="4">
        <dgm:presLayoutVars>
          <dgm:chMax val="0"/>
          <dgm:chPref val="0"/>
        </dgm:presLayoutVars>
      </dgm:prSet>
      <dgm:spPr/>
    </dgm:pt>
    <dgm:pt modelId="{7AEF9682-CC60-44C0-988F-1AC9FD2E49A2}" type="pres">
      <dgm:prSet presAssocID="{E60F9160-EE91-42C0-B674-D6A3F54FB681}" presName="txSpace" presStyleCnt="0"/>
      <dgm:spPr/>
    </dgm:pt>
    <dgm:pt modelId="{92F81F25-ED3C-4832-A086-F9DB7E330461}" type="pres">
      <dgm:prSet presAssocID="{E60F9160-EE91-42C0-B674-D6A3F54FB681}" presName="desTx" presStyleLbl="revTx" presStyleIdx="1" presStyleCnt="4">
        <dgm:presLayoutVars/>
      </dgm:prSet>
      <dgm:spPr/>
    </dgm:pt>
    <dgm:pt modelId="{8851FCFA-28FE-4296-A556-205B313EA5D3}" type="pres">
      <dgm:prSet presAssocID="{804AE371-3F1F-44B0-85A3-3695D3F4D8D1}" presName="sibTrans" presStyleCnt="0"/>
      <dgm:spPr/>
    </dgm:pt>
    <dgm:pt modelId="{CC3C7760-17D6-498B-BF10-C8087FD96427}" type="pres">
      <dgm:prSet presAssocID="{A869753A-BAE7-4166-8220-7392A41FA0BE}" presName="compNode" presStyleCnt="0"/>
      <dgm:spPr/>
    </dgm:pt>
    <dgm:pt modelId="{62FE2EBF-AF17-41FB-86CD-E79CC5D1645E}" type="pres">
      <dgm:prSet presAssocID="{A869753A-BAE7-4166-8220-7392A41FA0BE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ırnak İşareti"/>
        </a:ext>
      </dgm:extLst>
    </dgm:pt>
    <dgm:pt modelId="{ADA1AA06-7170-4DCB-8F45-7279FA0A07E2}" type="pres">
      <dgm:prSet presAssocID="{A869753A-BAE7-4166-8220-7392A41FA0BE}" presName="iconSpace" presStyleCnt="0"/>
      <dgm:spPr/>
    </dgm:pt>
    <dgm:pt modelId="{57CB5A6E-E9F4-4125-A812-0A2B132D3A46}" type="pres">
      <dgm:prSet presAssocID="{A869753A-BAE7-4166-8220-7392A41FA0BE}" presName="parTx" presStyleLbl="revTx" presStyleIdx="2" presStyleCnt="4">
        <dgm:presLayoutVars>
          <dgm:chMax val="0"/>
          <dgm:chPref val="0"/>
        </dgm:presLayoutVars>
      </dgm:prSet>
      <dgm:spPr/>
    </dgm:pt>
    <dgm:pt modelId="{E493E2D4-C449-444D-847D-0E701B98B46B}" type="pres">
      <dgm:prSet presAssocID="{A869753A-BAE7-4166-8220-7392A41FA0BE}" presName="txSpace" presStyleCnt="0"/>
      <dgm:spPr/>
    </dgm:pt>
    <dgm:pt modelId="{26B37DE6-068A-4A44-BAC9-775C8ECA5136}" type="pres">
      <dgm:prSet presAssocID="{A869753A-BAE7-4166-8220-7392A41FA0BE}" presName="desTx" presStyleLbl="revTx" presStyleIdx="3" presStyleCnt="4">
        <dgm:presLayoutVars/>
      </dgm:prSet>
      <dgm:spPr/>
    </dgm:pt>
  </dgm:ptLst>
  <dgm:cxnLst>
    <dgm:cxn modelId="{61317034-F4C0-4EB3-A228-3986D8AD72C9}" type="presOf" srcId="{3E867060-8F7E-48F4-87D6-BF669F20C83D}" destId="{26B37DE6-068A-4A44-BAC9-775C8ECA5136}" srcOrd="0" destOrd="0" presId="urn:microsoft.com/office/officeart/2018/5/layout/CenteredIconLabelDescriptionList"/>
    <dgm:cxn modelId="{E8540A63-9A12-48F8-877F-C9084445F89E}" srcId="{25AC736F-7E48-42AD-8AD1-3AF99D765A33}" destId="{A869753A-BAE7-4166-8220-7392A41FA0BE}" srcOrd="1" destOrd="0" parTransId="{0E0DB0BE-4ABA-4F4E-97BA-1856DF6F5A13}" sibTransId="{0CE597D1-8959-4F19-B4F6-5A1D37A854F4}"/>
    <dgm:cxn modelId="{AFC33771-7CFE-4225-A95B-28A002932FB7}" type="presOf" srcId="{89C193B3-6266-45AA-98A2-D39086169BD6}" destId="{26B37DE6-068A-4A44-BAC9-775C8ECA5136}" srcOrd="0" destOrd="1" presId="urn:microsoft.com/office/officeart/2018/5/layout/CenteredIconLabelDescriptionList"/>
    <dgm:cxn modelId="{350BB855-A6FE-4F99-8581-7FA3925576D7}" srcId="{A869753A-BAE7-4166-8220-7392A41FA0BE}" destId="{3E867060-8F7E-48F4-87D6-BF669F20C83D}" srcOrd="0" destOrd="0" parTransId="{97F6E0B9-62E4-4ACD-9FD9-C63ABF6B3532}" sibTransId="{0E8CE104-C749-4D28-838B-E36423F81C22}"/>
    <dgm:cxn modelId="{0CCB3881-F668-49ED-966C-5E263E9AB08C}" type="presOf" srcId="{25AC736F-7E48-42AD-8AD1-3AF99D765A33}" destId="{17757F88-5953-420A-82DF-EAE299C585A1}" srcOrd="0" destOrd="0" presId="urn:microsoft.com/office/officeart/2018/5/layout/CenteredIconLabelDescriptionList"/>
    <dgm:cxn modelId="{EB6DD088-008E-4DA2-8A21-5EDDC395C7FE}" srcId="{E60F9160-EE91-42C0-B674-D6A3F54FB681}" destId="{6C39F478-3AAE-4378-84E1-01E07166F701}" srcOrd="0" destOrd="0" parTransId="{B0DE13C7-383C-4C2B-B4C2-A2E6482C655C}" sibTransId="{884ED9DF-6D4C-4FFF-B51E-9FD260F1EB58}"/>
    <dgm:cxn modelId="{859001A5-DE89-4AFC-8D70-77AE3448EFFB}" type="presOf" srcId="{E60F9160-EE91-42C0-B674-D6A3F54FB681}" destId="{BA6169AA-9AD7-48C3-8399-28537216B9C1}" srcOrd="0" destOrd="0" presId="urn:microsoft.com/office/officeart/2018/5/layout/CenteredIconLabelDescriptionList"/>
    <dgm:cxn modelId="{03FDEFA9-424B-44A9-88AD-D4C781CECEF1}" type="presOf" srcId="{A869753A-BAE7-4166-8220-7392A41FA0BE}" destId="{57CB5A6E-E9F4-4125-A812-0A2B132D3A46}" srcOrd="0" destOrd="0" presId="urn:microsoft.com/office/officeart/2018/5/layout/CenteredIconLabelDescriptionList"/>
    <dgm:cxn modelId="{43835FD9-BBA0-405C-AFDD-FF16B49E241D}" type="presOf" srcId="{6C39F478-3AAE-4378-84E1-01E07166F701}" destId="{92F81F25-ED3C-4832-A086-F9DB7E330461}" srcOrd="0" destOrd="0" presId="urn:microsoft.com/office/officeart/2018/5/layout/CenteredIconLabelDescriptionList"/>
    <dgm:cxn modelId="{58EF70F3-A1D0-487C-A28D-88080ADEAA4B}" srcId="{A869753A-BAE7-4166-8220-7392A41FA0BE}" destId="{89C193B3-6266-45AA-98A2-D39086169BD6}" srcOrd="1" destOrd="0" parTransId="{D5CB5741-372A-45BC-A6C7-1BC7700A27AD}" sibTransId="{A0466187-E0C4-45E9-8C82-C087347EBFA2}"/>
    <dgm:cxn modelId="{CBA792F7-D7D1-4439-81F6-57D70DBB2041}" srcId="{25AC736F-7E48-42AD-8AD1-3AF99D765A33}" destId="{E60F9160-EE91-42C0-B674-D6A3F54FB681}" srcOrd="0" destOrd="0" parTransId="{934A4FE6-0960-43A9-9380-521551D7B364}" sibTransId="{804AE371-3F1F-44B0-85A3-3695D3F4D8D1}"/>
    <dgm:cxn modelId="{385E6DCA-E544-4F70-9569-FE68E122D48E}" type="presParOf" srcId="{17757F88-5953-420A-82DF-EAE299C585A1}" destId="{0A6E3681-6B31-4858-94CC-C9529318327F}" srcOrd="0" destOrd="0" presId="urn:microsoft.com/office/officeart/2018/5/layout/CenteredIconLabelDescriptionList"/>
    <dgm:cxn modelId="{60F1FD0B-8EA6-455D-BE1A-3A3E5DA3D58B}" type="presParOf" srcId="{0A6E3681-6B31-4858-94CC-C9529318327F}" destId="{08972BCB-8CD0-479A-B829-0B1AF9C4AFB2}" srcOrd="0" destOrd="0" presId="urn:microsoft.com/office/officeart/2018/5/layout/CenteredIconLabelDescriptionList"/>
    <dgm:cxn modelId="{2BD21937-D5FE-4C1B-9D72-B6A2B9121ABF}" type="presParOf" srcId="{0A6E3681-6B31-4858-94CC-C9529318327F}" destId="{E2CB0D54-86AA-4375-AF56-462E61F83685}" srcOrd="1" destOrd="0" presId="urn:microsoft.com/office/officeart/2018/5/layout/CenteredIconLabelDescriptionList"/>
    <dgm:cxn modelId="{2C9693D1-CA3B-45CD-8B78-44F6F9537B26}" type="presParOf" srcId="{0A6E3681-6B31-4858-94CC-C9529318327F}" destId="{BA6169AA-9AD7-48C3-8399-28537216B9C1}" srcOrd="2" destOrd="0" presId="urn:microsoft.com/office/officeart/2018/5/layout/CenteredIconLabelDescriptionList"/>
    <dgm:cxn modelId="{BD4C78F0-42B1-4439-8068-834251546A76}" type="presParOf" srcId="{0A6E3681-6B31-4858-94CC-C9529318327F}" destId="{7AEF9682-CC60-44C0-988F-1AC9FD2E49A2}" srcOrd="3" destOrd="0" presId="urn:microsoft.com/office/officeart/2018/5/layout/CenteredIconLabelDescriptionList"/>
    <dgm:cxn modelId="{F2E3443F-4769-4BAE-819A-AB99B5615486}" type="presParOf" srcId="{0A6E3681-6B31-4858-94CC-C9529318327F}" destId="{92F81F25-ED3C-4832-A086-F9DB7E330461}" srcOrd="4" destOrd="0" presId="urn:microsoft.com/office/officeart/2018/5/layout/CenteredIconLabelDescriptionList"/>
    <dgm:cxn modelId="{A22A3B72-CD97-4666-9BE7-54FA5CF4F416}" type="presParOf" srcId="{17757F88-5953-420A-82DF-EAE299C585A1}" destId="{8851FCFA-28FE-4296-A556-205B313EA5D3}" srcOrd="1" destOrd="0" presId="urn:microsoft.com/office/officeart/2018/5/layout/CenteredIconLabelDescriptionList"/>
    <dgm:cxn modelId="{3D8CC5D6-AA33-4D74-83F9-AB3D4C2E3E63}" type="presParOf" srcId="{17757F88-5953-420A-82DF-EAE299C585A1}" destId="{CC3C7760-17D6-498B-BF10-C8087FD96427}" srcOrd="2" destOrd="0" presId="urn:microsoft.com/office/officeart/2018/5/layout/CenteredIconLabelDescriptionList"/>
    <dgm:cxn modelId="{061F28BD-13FB-4E13-A291-F8D8105B286C}" type="presParOf" srcId="{CC3C7760-17D6-498B-BF10-C8087FD96427}" destId="{62FE2EBF-AF17-41FB-86CD-E79CC5D1645E}" srcOrd="0" destOrd="0" presId="urn:microsoft.com/office/officeart/2018/5/layout/CenteredIconLabelDescriptionList"/>
    <dgm:cxn modelId="{A497A8EB-8916-41D4-90ED-54E24149707D}" type="presParOf" srcId="{CC3C7760-17D6-498B-BF10-C8087FD96427}" destId="{ADA1AA06-7170-4DCB-8F45-7279FA0A07E2}" srcOrd="1" destOrd="0" presId="urn:microsoft.com/office/officeart/2018/5/layout/CenteredIconLabelDescriptionList"/>
    <dgm:cxn modelId="{694236C1-C4D2-447C-B491-92455E775CDC}" type="presParOf" srcId="{CC3C7760-17D6-498B-BF10-C8087FD96427}" destId="{57CB5A6E-E9F4-4125-A812-0A2B132D3A46}" srcOrd="2" destOrd="0" presId="urn:microsoft.com/office/officeart/2018/5/layout/CenteredIconLabelDescriptionList"/>
    <dgm:cxn modelId="{554B87E5-FA34-4F67-9927-9607A3142B0D}" type="presParOf" srcId="{CC3C7760-17D6-498B-BF10-C8087FD96427}" destId="{E493E2D4-C449-444D-847D-0E701B98B46B}" srcOrd="3" destOrd="0" presId="urn:microsoft.com/office/officeart/2018/5/layout/CenteredIconLabelDescriptionList"/>
    <dgm:cxn modelId="{D68B4EA2-32A9-4E15-BD31-55F9D11BCFCA}" type="presParOf" srcId="{CC3C7760-17D6-498B-BF10-C8087FD96427}" destId="{26B37DE6-068A-4A44-BAC9-775C8ECA5136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6.xml><?xml version="1.0" encoding="utf-8"?>
<dgm:dataModel xmlns:dgm="http://schemas.openxmlformats.org/drawingml/2006/diagram" xmlns:a="http://schemas.openxmlformats.org/drawingml/2006/main">
  <dgm:ptLst>
    <dgm:pt modelId="{043294BF-32E6-40A1-9798-41FE8778D7DB}" type="doc">
      <dgm:prSet loTypeId="urn:microsoft.com/office/officeart/2018/2/layout/IconLabelDescriptionList" loCatId="icon" qsTypeId="urn:microsoft.com/office/officeart/2005/8/quickstyle/simple5" qsCatId="simple" csTypeId="urn:microsoft.com/office/officeart/2005/8/colors/accent4_4" csCatId="accent4" phldr="1"/>
      <dgm:spPr/>
      <dgm:t>
        <a:bodyPr/>
        <a:lstStyle/>
        <a:p>
          <a:endParaRPr lang="en-US"/>
        </a:p>
      </dgm:t>
    </dgm:pt>
    <dgm:pt modelId="{934CAA3B-4038-4F83-BD5F-F9DA5C6CC19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Bitcoin implements flow control </a:t>
          </a:r>
        </a:p>
      </dgm:t>
    </dgm:pt>
    <dgm:pt modelId="{2640B577-CEB3-4E65-B99A-7C7BB9138A6E}" type="parTrans" cxnId="{E0F4CBF3-AFC8-46E3-AFB2-67C11C808D23}">
      <dgm:prSet/>
      <dgm:spPr/>
      <dgm:t>
        <a:bodyPr/>
        <a:lstStyle/>
        <a:p>
          <a:endParaRPr lang="en-US"/>
        </a:p>
      </dgm:t>
    </dgm:pt>
    <dgm:pt modelId="{0688EF20-5FA8-4C1A-9C9E-2411E76C75AB}" type="sibTrans" cxnId="{E0F4CBF3-AFC8-46E3-AFB2-67C11C808D23}">
      <dgm:prSet/>
      <dgm:spPr/>
      <dgm:t>
        <a:bodyPr/>
        <a:lstStyle/>
        <a:p>
          <a:endParaRPr lang="en-US"/>
        </a:p>
      </dgm:t>
    </dgm:pt>
    <dgm:pt modelId="{2CEA6EED-AAC2-42D7-8A7A-3B89911760F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using the IF, ELSE, ENDIF, and NOTIF opcodes. </a:t>
          </a:r>
        </a:p>
      </dgm:t>
    </dgm:pt>
    <dgm:pt modelId="{B3B7D7C3-6236-4780-B3A7-28EA06E9C0C8}" type="parTrans" cxnId="{97913AC7-73B5-45BB-96E1-46F931C1E4AE}">
      <dgm:prSet/>
      <dgm:spPr/>
      <dgm:t>
        <a:bodyPr/>
        <a:lstStyle/>
        <a:p>
          <a:endParaRPr lang="en-US"/>
        </a:p>
      </dgm:t>
    </dgm:pt>
    <dgm:pt modelId="{A1059095-5DBC-410F-A1EE-1D8A492691CB}" type="sibTrans" cxnId="{97913AC7-73B5-45BB-96E1-46F931C1E4AE}">
      <dgm:prSet/>
      <dgm:spPr/>
      <dgm:t>
        <a:bodyPr/>
        <a:lstStyle/>
        <a:p>
          <a:endParaRPr lang="en-US"/>
        </a:p>
      </dgm:t>
    </dgm:pt>
    <dgm:pt modelId="{6EBF05DF-F8AD-46B1-9157-8B5DB2CF682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Additionally,</a:t>
          </a:r>
          <a:r>
            <a:rPr lang="tr-TR"/>
            <a:t> </a:t>
          </a:r>
          <a:endParaRPr lang="en-US"/>
        </a:p>
      </dgm:t>
    </dgm:pt>
    <dgm:pt modelId="{EA87E34D-1B41-448B-8EB4-078056E74973}" type="parTrans" cxnId="{DD45E793-2C9F-4643-9C27-EEDAFEE29F45}">
      <dgm:prSet/>
      <dgm:spPr/>
      <dgm:t>
        <a:bodyPr/>
        <a:lstStyle/>
        <a:p>
          <a:endParaRPr lang="en-US"/>
        </a:p>
      </dgm:t>
    </dgm:pt>
    <dgm:pt modelId="{F9457AED-AA5A-4DE3-A418-AB36D1121888}" type="sibTrans" cxnId="{DD45E793-2C9F-4643-9C27-EEDAFEE29F45}">
      <dgm:prSet/>
      <dgm:spPr/>
      <dgm:t>
        <a:bodyPr/>
        <a:lstStyle/>
        <a:p>
          <a:endParaRPr lang="en-US"/>
        </a:p>
      </dgm:t>
    </dgm:pt>
    <dgm:pt modelId="{2398DE78-FC85-4D43-882F-D8394AD17F1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conditional expressions can contain boolean operators </a:t>
          </a:r>
        </a:p>
      </dgm:t>
    </dgm:pt>
    <dgm:pt modelId="{99BA01D0-BF9F-4417-A47C-FC1A4BE6C947}" type="parTrans" cxnId="{2502B6CA-62CB-4E3A-B771-AAE29F851ADF}">
      <dgm:prSet/>
      <dgm:spPr/>
      <dgm:t>
        <a:bodyPr/>
        <a:lstStyle/>
        <a:p>
          <a:endParaRPr lang="en-US"/>
        </a:p>
      </dgm:t>
    </dgm:pt>
    <dgm:pt modelId="{2BD8D14C-6E8A-4F91-A1BB-C257CEC79191}" type="sibTrans" cxnId="{2502B6CA-62CB-4E3A-B771-AAE29F851ADF}">
      <dgm:prSet/>
      <dgm:spPr/>
      <dgm:t>
        <a:bodyPr/>
        <a:lstStyle/>
        <a:p>
          <a:endParaRPr lang="en-US"/>
        </a:p>
      </dgm:t>
    </dgm:pt>
    <dgm:pt modelId="{9DA6A1D1-012F-4DA4-AC3A-9B37C2A15D0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such as BOOLAND,</a:t>
          </a:r>
          <a:r>
            <a:rPr lang="tr-TR"/>
            <a:t> BOOLOR, and NOT.</a:t>
          </a:r>
          <a:endParaRPr lang="en-US"/>
        </a:p>
      </dgm:t>
    </dgm:pt>
    <dgm:pt modelId="{B00C43D3-7A9A-405E-A3AC-BB816FA5F787}" type="parTrans" cxnId="{824AE1DE-BD31-4CEE-897A-4980E3DC226C}">
      <dgm:prSet/>
      <dgm:spPr/>
      <dgm:t>
        <a:bodyPr/>
        <a:lstStyle/>
        <a:p>
          <a:endParaRPr lang="en-US"/>
        </a:p>
      </dgm:t>
    </dgm:pt>
    <dgm:pt modelId="{B37D951F-FFEB-4913-88F2-757DB8E16DFF}" type="sibTrans" cxnId="{824AE1DE-BD31-4CEE-897A-4980E3DC226C}">
      <dgm:prSet/>
      <dgm:spPr/>
      <dgm:t>
        <a:bodyPr/>
        <a:lstStyle/>
        <a:p>
          <a:endParaRPr lang="en-US"/>
        </a:p>
      </dgm:t>
    </dgm:pt>
    <dgm:pt modelId="{D266AC8F-F415-4B73-B178-B0EB65F2DED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Bitcoin Script is a stack language. </a:t>
          </a:r>
        </a:p>
      </dgm:t>
    </dgm:pt>
    <dgm:pt modelId="{2E49E97E-D43E-4518-9C28-5799EF2480F3}" type="parTrans" cxnId="{970018F2-0EDB-4480-BB1E-90D78BCB6876}">
      <dgm:prSet/>
      <dgm:spPr/>
      <dgm:t>
        <a:bodyPr/>
        <a:lstStyle/>
        <a:p>
          <a:endParaRPr lang="en-US"/>
        </a:p>
      </dgm:t>
    </dgm:pt>
    <dgm:pt modelId="{45FDBF45-961E-4CC0-87AB-59A306F4CFE2}" type="sibTrans" cxnId="{970018F2-0EDB-4480-BB1E-90D78BCB6876}">
      <dgm:prSet/>
      <dgm:spPr/>
      <dgm:t>
        <a:bodyPr/>
        <a:lstStyle/>
        <a:p>
          <a:endParaRPr lang="en-US"/>
        </a:p>
      </dgm:t>
    </dgm:pt>
    <dgm:pt modelId="{193A48F3-B6A0-48FE-8FC3-F3AEC434775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same way that 1 + 1 looks “backward”</a:t>
          </a:r>
        </a:p>
      </dgm:t>
    </dgm:pt>
    <dgm:pt modelId="{9DFDF53E-286B-4216-AF48-3FB1F50C5934}" type="parTrans" cxnId="{7053B23A-F8EA-4B05-8A1E-540F0709B610}">
      <dgm:prSet/>
      <dgm:spPr/>
      <dgm:t>
        <a:bodyPr/>
        <a:lstStyle/>
        <a:p>
          <a:endParaRPr lang="en-US"/>
        </a:p>
      </dgm:t>
    </dgm:pt>
    <dgm:pt modelId="{75F3015F-459C-40B6-9509-652950295BBE}" type="sibTrans" cxnId="{7053B23A-F8EA-4B05-8A1E-540F0709B610}">
      <dgm:prSet/>
      <dgm:spPr/>
      <dgm:t>
        <a:bodyPr/>
        <a:lstStyle/>
        <a:p>
          <a:endParaRPr lang="en-US"/>
        </a:p>
      </dgm:t>
    </dgm:pt>
    <dgm:pt modelId="{D09DE708-EB2B-4061-AD08-513E70CB036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when expressed as 1 1 ADD,</a:t>
          </a:r>
        </a:p>
      </dgm:t>
    </dgm:pt>
    <dgm:pt modelId="{23A2A2DB-8728-4153-91BC-9C8F6BD7FBDE}" type="parTrans" cxnId="{7A07256C-C091-4CF5-BF30-6553F798F7C4}">
      <dgm:prSet/>
      <dgm:spPr/>
      <dgm:t>
        <a:bodyPr/>
        <a:lstStyle/>
        <a:p>
          <a:endParaRPr lang="en-US"/>
        </a:p>
      </dgm:t>
    </dgm:pt>
    <dgm:pt modelId="{CD29E82A-B252-4BC1-8D27-740660FBF6AE}" type="sibTrans" cxnId="{7A07256C-C091-4CF5-BF30-6553F798F7C4}">
      <dgm:prSet/>
      <dgm:spPr/>
      <dgm:t>
        <a:bodyPr/>
        <a:lstStyle/>
        <a:p>
          <a:endParaRPr lang="en-US"/>
        </a:p>
      </dgm:t>
    </dgm:pt>
    <dgm:pt modelId="{52C785CA-80FC-436B-A6C4-24A65C32C04C}" type="pres">
      <dgm:prSet presAssocID="{043294BF-32E6-40A1-9798-41FE8778D7DB}" presName="root" presStyleCnt="0">
        <dgm:presLayoutVars>
          <dgm:dir/>
          <dgm:resizeHandles val="exact"/>
        </dgm:presLayoutVars>
      </dgm:prSet>
      <dgm:spPr/>
    </dgm:pt>
    <dgm:pt modelId="{937532F4-5E0B-4C74-90F8-A1FDEF839755}" type="pres">
      <dgm:prSet presAssocID="{934CAA3B-4038-4F83-BD5F-F9DA5C6CC19B}" presName="compNode" presStyleCnt="0"/>
      <dgm:spPr/>
    </dgm:pt>
    <dgm:pt modelId="{E612DB77-9D5A-412A-8F35-6194E2939414}" type="pres">
      <dgm:prSet presAssocID="{934CAA3B-4038-4F83-BD5F-F9DA5C6CC19B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3581A43A-E67D-40E6-AB2D-D133B7D86E0C}" type="pres">
      <dgm:prSet presAssocID="{934CAA3B-4038-4F83-BD5F-F9DA5C6CC19B}" presName="iconSpace" presStyleCnt="0"/>
      <dgm:spPr/>
    </dgm:pt>
    <dgm:pt modelId="{65A463E3-89DD-4DE6-B005-FBD1548F97F8}" type="pres">
      <dgm:prSet presAssocID="{934CAA3B-4038-4F83-BD5F-F9DA5C6CC19B}" presName="parTx" presStyleLbl="revTx" presStyleIdx="0" presStyleCnt="6">
        <dgm:presLayoutVars>
          <dgm:chMax val="0"/>
          <dgm:chPref val="0"/>
        </dgm:presLayoutVars>
      </dgm:prSet>
      <dgm:spPr/>
    </dgm:pt>
    <dgm:pt modelId="{C6101658-7361-4DFC-BC3A-5A66F9B33E49}" type="pres">
      <dgm:prSet presAssocID="{934CAA3B-4038-4F83-BD5F-F9DA5C6CC19B}" presName="txSpace" presStyleCnt="0"/>
      <dgm:spPr/>
    </dgm:pt>
    <dgm:pt modelId="{ACB78C54-32DE-497E-8E17-9F3402956284}" type="pres">
      <dgm:prSet presAssocID="{934CAA3B-4038-4F83-BD5F-F9DA5C6CC19B}" presName="desTx" presStyleLbl="revTx" presStyleIdx="1" presStyleCnt="6">
        <dgm:presLayoutVars/>
      </dgm:prSet>
      <dgm:spPr/>
    </dgm:pt>
    <dgm:pt modelId="{558C3D0A-0514-41CB-B1FF-237DB4A1445D}" type="pres">
      <dgm:prSet presAssocID="{0688EF20-5FA8-4C1A-9C9E-2411E76C75AB}" presName="sibTrans" presStyleCnt="0"/>
      <dgm:spPr/>
    </dgm:pt>
    <dgm:pt modelId="{D82F279F-A4DC-4A07-8D18-04E401C5F35F}" type="pres">
      <dgm:prSet presAssocID="{6EBF05DF-F8AD-46B1-9157-8B5DB2CF6827}" presName="compNode" presStyleCnt="0"/>
      <dgm:spPr/>
    </dgm:pt>
    <dgm:pt modelId="{AE5D7967-A01B-486E-B606-B89A7CE34A3F}" type="pres">
      <dgm:prSet presAssocID="{6EBF05DF-F8AD-46B1-9157-8B5DB2CF682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Bağlı değil"/>
        </a:ext>
      </dgm:extLst>
    </dgm:pt>
    <dgm:pt modelId="{4C854FD1-7FC0-4A64-AA7F-A2A66E16C591}" type="pres">
      <dgm:prSet presAssocID="{6EBF05DF-F8AD-46B1-9157-8B5DB2CF6827}" presName="iconSpace" presStyleCnt="0"/>
      <dgm:spPr/>
    </dgm:pt>
    <dgm:pt modelId="{DC2AF447-96C0-4889-B3F7-B8F96DE63ACC}" type="pres">
      <dgm:prSet presAssocID="{6EBF05DF-F8AD-46B1-9157-8B5DB2CF6827}" presName="parTx" presStyleLbl="revTx" presStyleIdx="2" presStyleCnt="6">
        <dgm:presLayoutVars>
          <dgm:chMax val="0"/>
          <dgm:chPref val="0"/>
        </dgm:presLayoutVars>
      </dgm:prSet>
      <dgm:spPr/>
    </dgm:pt>
    <dgm:pt modelId="{DB190D97-DCD5-4C1E-A0B0-BCD0281DB280}" type="pres">
      <dgm:prSet presAssocID="{6EBF05DF-F8AD-46B1-9157-8B5DB2CF6827}" presName="txSpace" presStyleCnt="0"/>
      <dgm:spPr/>
    </dgm:pt>
    <dgm:pt modelId="{781AA9B7-D984-419E-9B1C-100FFA544A5A}" type="pres">
      <dgm:prSet presAssocID="{6EBF05DF-F8AD-46B1-9157-8B5DB2CF6827}" presName="desTx" presStyleLbl="revTx" presStyleIdx="3" presStyleCnt="6">
        <dgm:presLayoutVars/>
      </dgm:prSet>
      <dgm:spPr/>
    </dgm:pt>
    <dgm:pt modelId="{B99973D2-ED18-4203-ACAE-75AFEC1790E4}" type="pres">
      <dgm:prSet presAssocID="{F9457AED-AA5A-4DE3-A418-AB36D1121888}" presName="sibTrans" presStyleCnt="0"/>
      <dgm:spPr/>
    </dgm:pt>
    <dgm:pt modelId="{1BB77D0A-7479-4988-B7A0-7A5AE3B792C3}" type="pres">
      <dgm:prSet presAssocID="{D266AC8F-F415-4B73-B178-B0EB65F2DED9}" presName="compNode" presStyleCnt="0"/>
      <dgm:spPr/>
    </dgm:pt>
    <dgm:pt modelId="{A6C675B6-92F9-43FD-A9DE-7B868D6C5349}" type="pres">
      <dgm:prSet presAssocID="{D266AC8F-F415-4B73-B178-B0EB65F2DED9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Programcı"/>
        </a:ext>
      </dgm:extLst>
    </dgm:pt>
    <dgm:pt modelId="{79E12E40-B302-4B54-A81F-111696CA3F7A}" type="pres">
      <dgm:prSet presAssocID="{D266AC8F-F415-4B73-B178-B0EB65F2DED9}" presName="iconSpace" presStyleCnt="0"/>
      <dgm:spPr/>
    </dgm:pt>
    <dgm:pt modelId="{78377E72-260A-4EE0-ACC1-9C67FEE7FED5}" type="pres">
      <dgm:prSet presAssocID="{D266AC8F-F415-4B73-B178-B0EB65F2DED9}" presName="parTx" presStyleLbl="revTx" presStyleIdx="4" presStyleCnt="6">
        <dgm:presLayoutVars>
          <dgm:chMax val="0"/>
          <dgm:chPref val="0"/>
        </dgm:presLayoutVars>
      </dgm:prSet>
      <dgm:spPr/>
    </dgm:pt>
    <dgm:pt modelId="{E6989CA8-B710-42D4-BBD2-54883BC3977C}" type="pres">
      <dgm:prSet presAssocID="{D266AC8F-F415-4B73-B178-B0EB65F2DED9}" presName="txSpace" presStyleCnt="0"/>
      <dgm:spPr/>
    </dgm:pt>
    <dgm:pt modelId="{121EDDB1-A684-474D-A65F-309C99AD7EE8}" type="pres">
      <dgm:prSet presAssocID="{D266AC8F-F415-4B73-B178-B0EB65F2DED9}" presName="desTx" presStyleLbl="revTx" presStyleIdx="5" presStyleCnt="6">
        <dgm:presLayoutVars/>
      </dgm:prSet>
      <dgm:spPr/>
    </dgm:pt>
  </dgm:ptLst>
  <dgm:cxnLst>
    <dgm:cxn modelId="{A3EF3C01-795A-4A4F-B2C4-46B62A7EEA54}" type="presOf" srcId="{D266AC8F-F415-4B73-B178-B0EB65F2DED9}" destId="{78377E72-260A-4EE0-ACC1-9C67FEE7FED5}" srcOrd="0" destOrd="0" presId="urn:microsoft.com/office/officeart/2018/2/layout/IconLabelDescriptionList"/>
    <dgm:cxn modelId="{41285514-82B7-4B05-BCE7-20FBC3ADA30C}" type="presOf" srcId="{043294BF-32E6-40A1-9798-41FE8778D7DB}" destId="{52C785CA-80FC-436B-A6C4-24A65C32C04C}" srcOrd="0" destOrd="0" presId="urn:microsoft.com/office/officeart/2018/2/layout/IconLabelDescriptionList"/>
    <dgm:cxn modelId="{8792F519-DB52-4416-AB54-F3E88125B0BF}" type="presOf" srcId="{9DA6A1D1-012F-4DA4-AC3A-9B37C2A15D0E}" destId="{781AA9B7-D984-419E-9B1C-100FFA544A5A}" srcOrd="0" destOrd="1" presId="urn:microsoft.com/office/officeart/2018/2/layout/IconLabelDescriptionList"/>
    <dgm:cxn modelId="{7053B23A-F8EA-4B05-8A1E-540F0709B610}" srcId="{D266AC8F-F415-4B73-B178-B0EB65F2DED9}" destId="{193A48F3-B6A0-48FE-8FC3-F3AEC4347752}" srcOrd="0" destOrd="0" parTransId="{9DFDF53E-286B-4216-AF48-3FB1F50C5934}" sibTransId="{75F3015F-459C-40B6-9509-652950295BBE}"/>
    <dgm:cxn modelId="{3F03BF68-C9D8-4C05-8F62-5D24E39A2ECC}" type="presOf" srcId="{6EBF05DF-F8AD-46B1-9157-8B5DB2CF6827}" destId="{DC2AF447-96C0-4889-B3F7-B8F96DE63ACC}" srcOrd="0" destOrd="0" presId="urn:microsoft.com/office/officeart/2018/2/layout/IconLabelDescriptionList"/>
    <dgm:cxn modelId="{7A07256C-C091-4CF5-BF30-6553F798F7C4}" srcId="{D266AC8F-F415-4B73-B178-B0EB65F2DED9}" destId="{D09DE708-EB2B-4061-AD08-513E70CB0366}" srcOrd="1" destOrd="0" parTransId="{23A2A2DB-8728-4153-91BC-9C8F6BD7FBDE}" sibTransId="{CD29E82A-B252-4BC1-8D27-740660FBF6AE}"/>
    <dgm:cxn modelId="{9B2C4593-0F70-498B-AF41-CE10FDF774C6}" type="presOf" srcId="{934CAA3B-4038-4F83-BD5F-F9DA5C6CC19B}" destId="{65A463E3-89DD-4DE6-B005-FBD1548F97F8}" srcOrd="0" destOrd="0" presId="urn:microsoft.com/office/officeart/2018/2/layout/IconLabelDescriptionList"/>
    <dgm:cxn modelId="{DD45E793-2C9F-4643-9C27-EEDAFEE29F45}" srcId="{043294BF-32E6-40A1-9798-41FE8778D7DB}" destId="{6EBF05DF-F8AD-46B1-9157-8B5DB2CF6827}" srcOrd="1" destOrd="0" parTransId="{EA87E34D-1B41-448B-8EB4-078056E74973}" sibTransId="{F9457AED-AA5A-4DE3-A418-AB36D1121888}"/>
    <dgm:cxn modelId="{07F8D9B5-6278-48E7-B86C-862ACCBF9C33}" type="presOf" srcId="{193A48F3-B6A0-48FE-8FC3-F3AEC4347752}" destId="{121EDDB1-A684-474D-A65F-309C99AD7EE8}" srcOrd="0" destOrd="0" presId="urn:microsoft.com/office/officeart/2018/2/layout/IconLabelDescriptionList"/>
    <dgm:cxn modelId="{97913AC7-73B5-45BB-96E1-46F931C1E4AE}" srcId="{934CAA3B-4038-4F83-BD5F-F9DA5C6CC19B}" destId="{2CEA6EED-AAC2-42D7-8A7A-3B89911760FA}" srcOrd="0" destOrd="0" parTransId="{B3B7D7C3-6236-4780-B3A7-28EA06E9C0C8}" sibTransId="{A1059095-5DBC-410F-A1EE-1D8A492691CB}"/>
    <dgm:cxn modelId="{2502B6CA-62CB-4E3A-B771-AAE29F851ADF}" srcId="{6EBF05DF-F8AD-46B1-9157-8B5DB2CF6827}" destId="{2398DE78-FC85-4D43-882F-D8394AD17F12}" srcOrd="0" destOrd="0" parTransId="{99BA01D0-BF9F-4417-A47C-FC1A4BE6C947}" sibTransId="{2BD8D14C-6E8A-4F91-A1BB-C257CEC79191}"/>
    <dgm:cxn modelId="{F8B765CE-2EE8-42A6-AAA4-2603EA07CFE0}" type="presOf" srcId="{2398DE78-FC85-4D43-882F-D8394AD17F12}" destId="{781AA9B7-D984-419E-9B1C-100FFA544A5A}" srcOrd="0" destOrd="0" presId="urn:microsoft.com/office/officeart/2018/2/layout/IconLabelDescriptionList"/>
    <dgm:cxn modelId="{824AE1DE-BD31-4CEE-897A-4980E3DC226C}" srcId="{6EBF05DF-F8AD-46B1-9157-8B5DB2CF6827}" destId="{9DA6A1D1-012F-4DA4-AC3A-9B37C2A15D0E}" srcOrd="1" destOrd="0" parTransId="{B00C43D3-7A9A-405E-A3AC-BB816FA5F787}" sibTransId="{B37D951F-FFEB-4913-88F2-757DB8E16DFF}"/>
    <dgm:cxn modelId="{AFA070F0-3690-4DB7-88C5-B284AFBEA97F}" type="presOf" srcId="{D09DE708-EB2B-4061-AD08-513E70CB0366}" destId="{121EDDB1-A684-474D-A65F-309C99AD7EE8}" srcOrd="0" destOrd="1" presId="urn:microsoft.com/office/officeart/2018/2/layout/IconLabelDescriptionList"/>
    <dgm:cxn modelId="{970018F2-0EDB-4480-BB1E-90D78BCB6876}" srcId="{043294BF-32E6-40A1-9798-41FE8778D7DB}" destId="{D266AC8F-F415-4B73-B178-B0EB65F2DED9}" srcOrd="2" destOrd="0" parTransId="{2E49E97E-D43E-4518-9C28-5799EF2480F3}" sibTransId="{45FDBF45-961E-4CC0-87AB-59A306F4CFE2}"/>
    <dgm:cxn modelId="{E0F4CBF3-AFC8-46E3-AFB2-67C11C808D23}" srcId="{043294BF-32E6-40A1-9798-41FE8778D7DB}" destId="{934CAA3B-4038-4F83-BD5F-F9DA5C6CC19B}" srcOrd="0" destOrd="0" parTransId="{2640B577-CEB3-4E65-B99A-7C7BB9138A6E}" sibTransId="{0688EF20-5FA8-4C1A-9C9E-2411E76C75AB}"/>
    <dgm:cxn modelId="{2F0AA1F6-7349-4F44-9088-DE080975C21F}" type="presOf" srcId="{2CEA6EED-AAC2-42D7-8A7A-3B89911760FA}" destId="{ACB78C54-32DE-497E-8E17-9F3402956284}" srcOrd="0" destOrd="0" presId="urn:microsoft.com/office/officeart/2018/2/layout/IconLabelDescriptionList"/>
    <dgm:cxn modelId="{8F35E76B-D607-4F0C-A370-DBADDE2DBDBE}" type="presParOf" srcId="{52C785CA-80FC-436B-A6C4-24A65C32C04C}" destId="{937532F4-5E0B-4C74-90F8-A1FDEF839755}" srcOrd="0" destOrd="0" presId="urn:microsoft.com/office/officeart/2018/2/layout/IconLabelDescriptionList"/>
    <dgm:cxn modelId="{2A76B1A9-1618-4432-A067-7BD6267B3F1C}" type="presParOf" srcId="{937532F4-5E0B-4C74-90F8-A1FDEF839755}" destId="{E612DB77-9D5A-412A-8F35-6194E2939414}" srcOrd="0" destOrd="0" presId="urn:microsoft.com/office/officeart/2018/2/layout/IconLabelDescriptionList"/>
    <dgm:cxn modelId="{C97B1FE1-12A8-4910-9562-FAD96239DD72}" type="presParOf" srcId="{937532F4-5E0B-4C74-90F8-A1FDEF839755}" destId="{3581A43A-E67D-40E6-AB2D-D133B7D86E0C}" srcOrd="1" destOrd="0" presId="urn:microsoft.com/office/officeart/2018/2/layout/IconLabelDescriptionList"/>
    <dgm:cxn modelId="{F31D84C0-8B23-4714-BB9E-FE108E46C1A2}" type="presParOf" srcId="{937532F4-5E0B-4C74-90F8-A1FDEF839755}" destId="{65A463E3-89DD-4DE6-B005-FBD1548F97F8}" srcOrd="2" destOrd="0" presId="urn:microsoft.com/office/officeart/2018/2/layout/IconLabelDescriptionList"/>
    <dgm:cxn modelId="{6EC44123-1DD5-4343-B22C-BC7102BAC304}" type="presParOf" srcId="{937532F4-5E0B-4C74-90F8-A1FDEF839755}" destId="{C6101658-7361-4DFC-BC3A-5A66F9B33E49}" srcOrd="3" destOrd="0" presId="urn:microsoft.com/office/officeart/2018/2/layout/IconLabelDescriptionList"/>
    <dgm:cxn modelId="{F661FBC4-9A92-4924-83F7-52E2579FED60}" type="presParOf" srcId="{937532F4-5E0B-4C74-90F8-A1FDEF839755}" destId="{ACB78C54-32DE-497E-8E17-9F3402956284}" srcOrd="4" destOrd="0" presId="urn:microsoft.com/office/officeart/2018/2/layout/IconLabelDescriptionList"/>
    <dgm:cxn modelId="{398C99C8-5B22-4217-9224-8E87C2229864}" type="presParOf" srcId="{52C785CA-80FC-436B-A6C4-24A65C32C04C}" destId="{558C3D0A-0514-41CB-B1FF-237DB4A1445D}" srcOrd="1" destOrd="0" presId="urn:microsoft.com/office/officeart/2018/2/layout/IconLabelDescriptionList"/>
    <dgm:cxn modelId="{E46080F0-A2CB-46FB-B709-132EC28C2039}" type="presParOf" srcId="{52C785CA-80FC-436B-A6C4-24A65C32C04C}" destId="{D82F279F-A4DC-4A07-8D18-04E401C5F35F}" srcOrd="2" destOrd="0" presId="urn:microsoft.com/office/officeart/2018/2/layout/IconLabelDescriptionList"/>
    <dgm:cxn modelId="{BFE18CAF-4C85-488A-AA2A-943CB8A3D244}" type="presParOf" srcId="{D82F279F-A4DC-4A07-8D18-04E401C5F35F}" destId="{AE5D7967-A01B-486E-B606-B89A7CE34A3F}" srcOrd="0" destOrd="0" presId="urn:microsoft.com/office/officeart/2018/2/layout/IconLabelDescriptionList"/>
    <dgm:cxn modelId="{3C1E8FBA-7291-4271-B7D4-9E49733ECA1B}" type="presParOf" srcId="{D82F279F-A4DC-4A07-8D18-04E401C5F35F}" destId="{4C854FD1-7FC0-4A64-AA7F-A2A66E16C591}" srcOrd="1" destOrd="0" presId="urn:microsoft.com/office/officeart/2018/2/layout/IconLabelDescriptionList"/>
    <dgm:cxn modelId="{98E0C5C9-2A66-4C39-8A4D-37D7BFF83ED1}" type="presParOf" srcId="{D82F279F-A4DC-4A07-8D18-04E401C5F35F}" destId="{DC2AF447-96C0-4889-B3F7-B8F96DE63ACC}" srcOrd="2" destOrd="0" presId="urn:microsoft.com/office/officeart/2018/2/layout/IconLabelDescriptionList"/>
    <dgm:cxn modelId="{AFADDFCF-7E8D-4BA6-A3C6-87A762A364E7}" type="presParOf" srcId="{D82F279F-A4DC-4A07-8D18-04E401C5F35F}" destId="{DB190D97-DCD5-4C1E-A0B0-BCD0281DB280}" srcOrd="3" destOrd="0" presId="urn:microsoft.com/office/officeart/2018/2/layout/IconLabelDescriptionList"/>
    <dgm:cxn modelId="{9C80527F-8F1C-4CE1-AA72-CD768894849A}" type="presParOf" srcId="{D82F279F-A4DC-4A07-8D18-04E401C5F35F}" destId="{781AA9B7-D984-419E-9B1C-100FFA544A5A}" srcOrd="4" destOrd="0" presId="urn:microsoft.com/office/officeart/2018/2/layout/IconLabelDescriptionList"/>
    <dgm:cxn modelId="{4F5DADB8-E874-47C3-B70C-1A4557C64BE1}" type="presParOf" srcId="{52C785CA-80FC-436B-A6C4-24A65C32C04C}" destId="{B99973D2-ED18-4203-ACAE-75AFEC1790E4}" srcOrd="3" destOrd="0" presId="urn:microsoft.com/office/officeart/2018/2/layout/IconLabelDescriptionList"/>
    <dgm:cxn modelId="{A5771591-C3B3-4102-B813-5B644D357B20}" type="presParOf" srcId="{52C785CA-80FC-436B-A6C4-24A65C32C04C}" destId="{1BB77D0A-7479-4988-B7A0-7A5AE3B792C3}" srcOrd="4" destOrd="0" presId="urn:microsoft.com/office/officeart/2018/2/layout/IconLabelDescriptionList"/>
    <dgm:cxn modelId="{0BE2E580-4E1B-438D-B038-515BD6111A9F}" type="presParOf" srcId="{1BB77D0A-7479-4988-B7A0-7A5AE3B792C3}" destId="{A6C675B6-92F9-43FD-A9DE-7B868D6C5349}" srcOrd="0" destOrd="0" presId="urn:microsoft.com/office/officeart/2018/2/layout/IconLabelDescriptionList"/>
    <dgm:cxn modelId="{775C613C-F0DA-49B2-AE1A-BA0B9AAD521B}" type="presParOf" srcId="{1BB77D0A-7479-4988-B7A0-7A5AE3B792C3}" destId="{79E12E40-B302-4B54-A81F-111696CA3F7A}" srcOrd="1" destOrd="0" presId="urn:microsoft.com/office/officeart/2018/2/layout/IconLabelDescriptionList"/>
    <dgm:cxn modelId="{7985F661-7653-4CE8-8931-492550B30965}" type="presParOf" srcId="{1BB77D0A-7479-4988-B7A0-7A5AE3B792C3}" destId="{78377E72-260A-4EE0-ACC1-9C67FEE7FED5}" srcOrd="2" destOrd="0" presId="urn:microsoft.com/office/officeart/2018/2/layout/IconLabelDescriptionList"/>
    <dgm:cxn modelId="{3FAA9BD5-76D1-40BC-B844-9A47E69624F9}" type="presParOf" srcId="{1BB77D0A-7479-4988-B7A0-7A5AE3B792C3}" destId="{E6989CA8-B710-42D4-BBD2-54883BC3977C}" srcOrd="3" destOrd="0" presId="urn:microsoft.com/office/officeart/2018/2/layout/IconLabelDescriptionList"/>
    <dgm:cxn modelId="{1D020F04-9580-4AAB-A9E7-1EC037DD24D2}" type="presParOf" srcId="{1BB77D0A-7479-4988-B7A0-7A5AE3B792C3}" destId="{121EDDB1-A684-474D-A65F-309C99AD7EE8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7.xml><?xml version="1.0" encoding="utf-8"?>
<dgm:dataModel xmlns:dgm="http://schemas.openxmlformats.org/drawingml/2006/diagram" xmlns:a="http://schemas.openxmlformats.org/drawingml/2006/main">
  <dgm:ptLst>
    <dgm:pt modelId="{1B07B3CE-A55C-416B-8C71-04F9486AE513}" type="doc">
      <dgm:prSet loTypeId="urn:microsoft.com/office/officeart/2005/8/layout/vProcess5" loCatId="process" qsTypeId="urn:microsoft.com/office/officeart/2005/8/quickstyle/simple5" qsCatId="simple" csTypeId="urn:microsoft.com/office/officeart/2005/8/colors/accent3_1" csCatId="accent3"/>
      <dgm:spPr/>
      <dgm:t>
        <a:bodyPr/>
        <a:lstStyle/>
        <a:p>
          <a:endParaRPr lang="en-US"/>
        </a:p>
      </dgm:t>
    </dgm:pt>
    <dgm:pt modelId="{F9176F21-9D75-4BA0-98D5-CE784F6B3DBD}">
      <dgm:prSet/>
      <dgm:spPr/>
      <dgm:t>
        <a:bodyPr/>
        <a:lstStyle/>
        <a:p>
          <a:r>
            <a:rPr lang="en-US"/>
            <a:t>Another form of conditional in Bitcoin Script</a:t>
          </a:r>
        </a:p>
      </dgm:t>
    </dgm:pt>
    <dgm:pt modelId="{0A129196-35F6-4D18-B00A-59886F179767}" type="parTrans" cxnId="{0AB81CDE-0239-452A-A9A1-79AD63305D45}">
      <dgm:prSet/>
      <dgm:spPr/>
      <dgm:t>
        <a:bodyPr/>
        <a:lstStyle/>
        <a:p>
          <a:endParaRPr lang="en-US"/>
        </a:p>
      </dgm:t>
    </dgm:pt>
    <dgm:pt modelId="{BC8E59BE-0CFA-44E8-92A1-7B2F48EC8328}" type="sibTrans" cxnId="{0AB81CDE-0239-452A-A9A1-79AD63305D45}">
      <dgm:prSet/>
      <dgm:spPr/>
      <dgm:t>
        <a:bodyPr/>
        <a:lstStyle/>
        <a:p>
          <a:endParaRPr lang="en-US"/>
        </a:p>
      </dgm:t>
    </dgm:pt>
    <dgm:pt modelId="{1AE638A3-E409-471C-8AB5-C01E7D173271}">
      <dgm:prSet/>
      <dgm:spPr/>
      <dgm:t>
        <a:bodyPr/>
        <a:lstStyle/>
        <a:p>
          <a:r>
            <a:rPr lang="en-US"/>
            <a:t>is any opcode that ends in VERIFY. </a:t>
          </a:r>
        </a:p>
      </dgm:t>
    </dgm:pt>
    <dgm:pt modelId="{A4023B49-6B3F-4D21-A40C-064A2F9A4020}" type="parTrans" cxnId="{B50CAA71-2635-4F75-AD6C-AA40D4F92FCF}">
      <dgm:prSet/>
      <dgm:spPr/>
      <dgm:t>
        <a:bodyPr/>
        <a:lstStyle/>
        <a:p>
          <a:endParaRPr lang="en-US"/>
        </a:p>
      </dgm:t>
    </dgm:pt>
    <dgm:pt modelId="{3683C670-ABF6-483A-807D-6CED42D09210}" type="sibTrans" cxnId="{B50CAA71-2635-4F75-AD6C-AA40D4F92FCF}">
      <dgm:prSet/>
      <dgm:spPr/>
      <dgm:t>
        <a:bodyPr/>
        <a:lstStyle/>
        <a:p>
          <a:endParaRPr lang="en-US"/>
        </a:p>
      </dgm:t>
    </dgm:pt>
    <dgm:pt modelId="{7C95720A-B787-4D86-85EF-AFD29470C7BA}">
      <dgm:prSet/>
      <dgm:spPr/>
      <dgm:t>
        <a:bodyPr/>
        <a:lstStyle/>
        <a:p>
          <a:r>
            <a:rPr lang="en-US"/>
            <a:t>The</a:t>
          </a:r>
          <a:r>
            <a:rPr lang="tr-TR"/>
            <a:t> </a:t>
          </a:r>
          <a:r>
            <a:rPr lang="en-US"/>
            <a:t>VERIFY suffix means that </a:t>
          </a:r>
        </a:p>
      </dgm:t>
    </dgm:pt>
    <dgm:pt modelId="{8B5887A6-B70C-42B1-9FA8-D711546F40F2}" type="parTrans" cxnId="{EB490BA2-8E0E-489D-8BD1-59971541A89F}">
      <dgm:prSet/>
      <dgm:spPr/>
      <dgm:t>
        <a:bodyPr/>
        <a:lstStyle/>
        <a:p>
          <a:endParaRPr lang="en-US"/>
        </a:p>
      </dgm:t>
    </dgm:pt>
    <dgm:pt modelId="{2A2C1951-7444-47B4-BE93-F00E13390244}" type="sibTrans" cxnId="{EB490BA2-8E0E-489D-8BD1-59971541A89F}">
      <dgm:prSet/>
      <dgm:spPr/>
      <dgm:t>
        <a:bodyPr/>
        <a:lstStyle/>
        <a:p>
          <a:endParaRPr lang="en-US"/>
        </a:p>
      </dgm:t>
    </dgm:pt>
    <dgm:pt modelId="{6930986A-F3CF-4BF2-B55F-95DAC0A04545}">
      <dgm:prSet/>
      <dgm:spPr/>
      <dgm:t>
        <a:bodyPr/>
        <a:lstStyle/>
        <a:p>
          <a:r>
            <a:rPr lang="en-US"/>
            <a:t>if the condition evaluated is not TRUE,</a:t>
          </a:r>
        </a:p>
      </dgm:t>
    </dgm:pt>
    <dgm:pt modelId="{384D9774-4B87-40B4-BF8F-7A3B7A6D73FD}" type="parTrans" cxnId="{C245A39B-63B8-4394-B447-17008793794A}">
      <dgm:prSet/>
      <dgm:spPr/>
      <dgm:t>
        <a:bodyPr/>
        <a:lstStyle/>
        <a:p>
          <a:endParaRPr lang="en-US"/>
        </a:p>
      </dgm:t>
    </dgm:pt>
    <dgm:pt modelId="{427E345E-0D84-4E18-9168-1023A7AB4121}" type="sibTrans" cxnId="{C245A39B-63B8-4394-B447-17008793794A}">
      <dgm:prSet/>
      <dgm:spPr/>
      <dgm:t>
        <a:bodyPr/>
        <a:lstStyle/>
        <a:p>
          <a:endParaRPr lang="en-US"/>
        </a:p>
      </dgm:t>
    </dgm:pt>
    <dgm:pt modelId="{D123C0C1-D58C-48EC-AF0A-D348D49D7F6B}">
      <dgm:prSet/>
      <dgm:spPr/>
      <dgm:t>
        <a:bodyPr/>
        <a:lstStyle/>
        <a:p>
          <a:r>
            <a:rPr lang="en-US"/>
            <a:t>execution of the</a:t>
          </a:r>
          <a:r>
            <a:rPr lang="tr-TR"/>
            <a:t> </a:t>
          </a:r>
          <a:r>
            <a:rPr lang="en-US"/>
            <a:t>script terminates immediately </a:t>
          </a:r>
        </a:p>
      </dgm:t>
    </dgm:pt>
    <dgm:pt modelId="{EA7320EC-DB63-4007-BB01-3C22CA95C582}" type="parTrans" cxnId="{A6A28A3B-02DF-45FD-BEE0-407B4E578008}">
      <dgm:prSet/>
      <dgm:spPr/>
      <dgm:t>
        <a:bodyPr/>
        <a:lstStyle/>
        <a:p>
          <a:endParaRPr lang="en-US"/>
        </a:p>
      </dgm:t>
    </dgm:pt>
    <dgm:pt modelId="{813D14A5-0844-4E41-9B20-BB5C9E921CBA}" type="sibTrans" cxnId="{A6A28A3B-02DF-45FD-BEE0-407B4E578008}">
      <dgm:prSet/>
      <dgm:spPr/>
      <dgm:t>
        <a:bodyPr/>
        <a:lstStyle/>
        <a:p>
          <a:endParaRPr lang="en-US"/>
        </a:p>
      </dgm:t>
    </dgm:pt>
    <dgm:pt modelId="{5D3FAB4A-B736-45D7-B320-83746CA6A912}">
      <dgm:prSet/>
      <dgm:spPr/>
      <dgm:t>
        <a:bodyPr/>
        <a:lstStyle/>
        <a:p>
          <a:r>
            <a:rPr lang="en-US"/>
            <a:t>and the transaction is deemed invalid.</a:t>
          </a:r>
        </a:p>
      </dgm:t>
    </dgm:pt>
    <dgm:pt modelId="{068B01C9-7725-4C53-890A-139B9E1D0F5D}" type="parTrans" cxnId="{0E9179FD-CC0C-41EB-9F52-C6F122927880}">
      <dgm:prSet/>
      <dgm:spPr/>
      <dgm:t>
        <a:bodyPr/>
        <a:lstStyle/>
        <a:p>
          <a:endParaRPr lang="en-US"/>
        </a:p>
      </dgm:t>
    </dgm:pt>
    <dgm:pt modelId="{07D72D65-B9BC-4FB6-A21F-6F1433255ED6}" type="sibTrans" cxnId="{0E9179FD-CC0C-41EB-9F52-C6F122927880}">
      <dgm:prSet/>
      <dgm:spPr/>
      <dgm:t>
        <a:bodyPr/>
        <a:lstStyle/>
        <a:p>
          <a:endParaRPr lang="en-US"/>
        </a:p>
      </dgm:t>
    </dgm:pt>
    <dgm:pt modelId="{129EDB18-5086-4BC2-8EC3-B94356B904B9}" type="pres">
      <dgm:prSet presAssocID="{1B07B3CE-A55C-416B-8C71-04F9486AE513}" presName="outerComposite" presStyleCnt="0">
        <dgm:presLayoutVars>
          <dgm:chMax val="5"/>
          <dgm:dir/>
          <dgm:resizeHandles val="exact"/>
        </dgm:presLayoutVars>
      </dgm:prSet>
      <dgm:spPr/>
    </dgm:pt>
    <dgm:pt modelId="{038DC79D-2B2C-4FFB-81ED-1305C2EB387A}" type="pres">
      <dgm:prSet presAssocID="{1B07B3CE-A55C-416B-8C71-04F9486AE513}" presName="dummyMaxCanvas" presStyleCnt="0">
        <dgm:presLayoutVars/>
      </dgm:prSet>
      <dgm:spPr/>
    </dgm:pt>
    <dgm:pt modelId="{CD96ED16-12C9-496C-A173-B82E46F64E95}" type="pres">
      <dgm:prSet presAssocID="{1B07B3CE-A55C-416B-8C71-04F9486AE513}" presName="TwoNodes_1" presStyleLbl="node1" presStyleIdx="0" presStyleCnt="2">
        <dgm:presLayoutVars>
          <dgm:bulletEnabled val="1"/>
        </dgm:presLayoutVars>
      </dgm:prSet>
      <dgm:spPr/>
    </dgm:pt>
    <dgm:pt modelId="{22565010-0BAA-4FAC-B950-ED3D0A948E5E}" type="pres">
      <dgm:prSet presAssocID="{1B07B3CE-A55C-416B-8C71-04F9486AE513}" presName="TwoNodes_2" presStyleLbl="node1" presStyleIdx="1" presStyleCnt="2">
        <dgm:presLayoutVars>
          <dgm:bulletEnabled val="1"/>
        </dgm:presLayoutVars>
      </dgm:prSet>
      <dgm:spPr/>
    </dgm:pt>
    <dgm:pt modelId="{040FD58A-F7EA-4BDB-9705-2F21823552EE}" type="pres">
      <dgm:prSet presAssocID="{1B07B3CE-A55C-416B-8C71-04F9486AE513}" presName="TwoConn_1-2" presStyleLbl="fgAccFollowNode1" presStyleIdx="0" presStyleCnt="1">
        <dgm:presLayoutVars>
          <dgm:bulletEnabled val="1"/>
        </dgm:presLayoutVars>
      </dgm:prSet>
      <dgm:spPr/>
    </dgm:pt>
    <dgm:pt modelId="{B2DFCD03-B583-4074-B7B4-8EDFE3A7CB18}" type="pres">
      <dgm:prSet presAssocID="{1B07B3CE-A55C-416B-8C71-04F9486AE513}" presName="TwoNodes_1_text" presStyleLbl="node1" presStyleIdx="1" presStyleCnt="2">
        <dgm:presLayoutVars>
          <dgm:bulletEnabled val="1"/>
        </dgm:presLayoutVars>
      </dgm:prSet>
      <dgm:spPr/>
    </dgm:pt>
    <dgm:pt modelId="{8C097524-C6A7-44F3-B6A4-BA0159A934C5}" type="pres">
      <dgm:prSet presAssocID="{1B07B3CE-A55C-416B-8C71-04F9486AE513}" presName="TwoNodes_2_text" presStyleLbl="node1" presStyleIdx="1" presStyleCnt="2">
        <dgm:presLayoutVars>
          <dgm:bulletEnabled val="1"/>
        </dgm:presLayoutVars>
      </dgm:prSet>
      <dgm:spPr/>
    </dgm:pt>
  </dgm:ptLst>
  <dgm:cxnLst>
    <dgm:cxn modelId="{D532E312-8F09-4192-B686-8AF61752F597}" type="presOf" srcId="{D123C0C1-D58C-48EC-AF0A-D348D49D7F6B}" destId="{22565010-0BAA-4FAC-B950-ED3D0A948E5E}" srcOrd="0" destOrd="2" presId="urn:microsoft.com/office/officeart/2005/8/layout/vProcess5"/>
    <dgm:cxn modelId="{4FCD0338-0011-4B14-BD71-78329E8A38A4}" type="presOf" srcId="{7C95720A-B787-4D86-85EF-AFD29470C7BA}" destId="{8C097524-C6A7-44F3-B6A4-BA0159A934C5}" srcOrd="1" destOrd="0" presId="urn:microsoft.com/office/officeart/2005/8/layout/vProcess5"/>
    <dgm:cxn modelId="{BA2F5C39-4F1D-4FE1-A5C2-5AF28803A5C4}" type="presOf" srcId="{F9176F21-9D75-4BA0-98D5-CE784F6B3DBD}" destId="{B2DFCD03-B583-4074-B7B4-8EDFE3A7CB18}" srcOrd="1" destOrd="0" presId="urn:microsoft.com/office/officeart/2005/8/layout/vProcess5"/>
    <dgm:cxn modelId="{15AF4F39-DC43-4891-84E7-2E52EB2850D3}" type="presOf" srcId="{7C95720A-B787-4D86-85EF-AFD29470C7BA}" destId="{22565010-0BAA-4FAC-B950-ED3D0A948E5E}" srcOrd="0" destOrd="0" presId="urn:microsoft.com/office/officeart/2005/8/layout/vProcess5"/>
    <dgm:cxn modelId="{A6A28A3B-02DF-45FD-BEE0-407B4E578008}" srcId="{7C95720A-B787-4D86-85EF-AFD29470C7BA}" destId="{D123C0C1-D58C-48EC-AF0A-D348D49D7F6B}" srcOrd="1" destOrd="0" parTransId="{EA7320EC-DB63-4007-BB01-3C22CA95C582}" sibTransId="{813D14A5-0844-4E41-9B20-BB5C9E921CBA}"/>
    <dgm:cxn modelId="{42776E67-B870-4096-BFA4-C57B04DA3B6F}" type="presOf" srcId="{D123C0C1-D58C-48EC-AF0A-D348D49D7F6B}" destId="{8C097524-C6A7-44F3-B6A4-BA0159A934C5}" srcOrd="1" destOrd="2" presId="urn:microsoft.com/office/officeart/2005/8/layout/vProcess5"/>
    <dgm:cxn modelId="{C9F96A69-9692-44D1-BF92-809D85DF29C3}" type="presOf" srcId="{6930986A-F3CF-4BF2-B55F-95DAC0A04545}" destId="{22565010-0BAA-4FAC-B950-ED3D0A948E5E}" srcOrd="0" destOrd="1" presId="urn:microsoft.com/office/officeart/2005/8/layout/vProcess5"/>
    <dgm:cxn modelId="{B50CAA71-2635-4F75-AD6C-AA40D4F92FCF}" srcId="{F9176F21-9D75-4BA0-98D5-CE784F6B3DBD}" destId="{1AE638A3-E409-471C-8AB5-C01E7D173271}" srcOrd="0" destOrd="0" parTransId="{A4023B49-6B3F-4D21-A40C-064A2F9A4020}" sibTransId="{3683C670-ABF6-483A-807D-6CED42D09210}"/>
    <dgm:cxn modelId="{0AE2A054-6F03-4FE3-B5CF-BA8C82E76FC8}" type="presOf" srcId="{1AE638A3-E409-471C-8AB5-C01E7D173271}" destId="{CD96ED16-12C9-496C-A173-B82E46F64E95}" srcOrd="0" destOrd="1" presId="urn:microsoft.com/office/officeart/2005/8/layout/vProcess5"/>
    <dgm:cxn modelId="{E57C8E76-8453-45F2-9459-17837818200A}" type="presOf" srcId="{F9176F21-9D75-4BA0-98D5-CE784F6B3DBD}" destId="{CD96ED16-12C9-496C-A173-B82E46F64E95}" srcOrd="0" destOrd="0" presId="urn:microsoft.com/office/officeart/2005/8/layout/vProcess5"/>
    <dgm:cxn modelId="{76881084-62FD-4BB3-B94F-4EA9841557EB}" type="presOf" srcId="{BC8E59BE-0CFA-44E8-92A1-7B2F48EC8328}" destId="{040FD58A-F7EA-4BDB-9705-2F21823552EE}" srcOrd="0" destOrd="0" presId="urn:microsoft.com/office/officeart/2005/8/layout/vProcess5"/>
    <dgm:cxn modelId="{D6820992-FEEE-4312-99E9-7087EACAA96D}" type="presOf" srcId="{5D3FAB4A-B736-45D7-B320-83746CA6A912}" destId="{8C097524-C6A7-44F3-B6A4-BA0159A934C5}" srcOrd="1" destOrd="3" presId="urn:microsoft.com/office/officeart/2005/8/layout/vProcess5"/>
    <dgm:cxn modelId="{C245A39B-63B8-4394-B447-17008793794A}" srcId="{7C95720A-B787-4D86-85EF-AFD29470C7BA}" destId="{6930986A-F3CF-4BF2-B55F-95DAC0A04545}" srcOrd="0" destOrd="0" parTransId="{384D9774-4B87-40B4-BF8F-7A3B7A6D73FD}" sibTransId="{427E345E-0D84-4E18-9168-1023A7AB4121}"/>
    <dgm:cxn modelId="{EB490BA2-8E0E-489D-8BD1-59971541A89F}" srcId="{1B07B3CE-A55C-416B-8C71-04F9486AE513}" destId="{7C95720A-B787-4D86-85EF-AFD29470C7BA}" srcOrd="1" destOrd="0" parTransId="{8B5887A6-B70C-42B1-9FA8-D711546F40F2}" sibTransId="{2A2C1951-7444-47B4-BE93-F00E13390244}"/>
    <dgm:cxn modelId="{0930DDAD-F044-4497-A045-40F41AC9C0F2}" type="presOf" srcId="{1B07B3CE-A55C-416B-8C71-04F9486AE513}" destId="{129EDB18-5086-4BC2-8EC3-B94356B904B9}" srcOrd="0" destOrd="0" presId="urn:microsoft.com/office/officeart/2005/8/layout/vProcess5"/>
    <dgm:cxn modelId="{ECAE5FB4-17CB-44C5-868A-34CF36598BCD}" type="presOf" srcId="{1AE638A3-E409-471C-8AB5-C01E7D173271}" destId="{B2DFCD03-B583-4074-B7B4-8EDFE3A7CB18}" srcOrd="1" destOrd="1" presId="urn:microsoft.com/office/officeart/2005/8/layout/vProcess5"/>
    <dgm:cxn modelId="{DBACD8CE-9BB2-4D72-B726-78C93C9E9535}" type="presOf" srcId="{6930986A-F3CF-4BF2-B55F-95DAC0A04545}" destId="{8C097524-C6A7-44F3-B6A4-BA0159A934C5}" srcOrd="1" destOrd="1" presId="urn:microsoft.com/office/officeart/2005/8/layout/vProcess5"/>
    <dgm:cxn modelId="{0AB81CDE-0239-452A-A9A1-79AD63305D45}" srcId="{1B07B3CE-A55C-416B-8C71-04F9486AE513}" destId="{F9176F21-9D75-4BA0-98D5-CE784F6B3DBD}" srcOrd="0" destOrd="0" parTransId="{0A129196-35F6-4D18-B00A-59886F179767}" sibTransId="{BC8E59BE-0CFA-44E8-92A1-7B2F48EC8328}"/>
    <dgm:cxn modelId="{3A06EAE8-E0C8-473E-B594-69D4E354177E}" type="presOf" srcId="{5D3FAB4A-B736-45D7-B320-83746CA6A912}" destId="{22565010-0BAA-4FAC-B950-ED3D0A948E5E}" srcOrd="0" destOrd="3" presId="urn:microsoft.com/office/officeart/2005/8/layout/vProcess5"/>
    <dgm:cxn modelId="{0E9179FD-CC0C-41EB-9F52-C6F122927880}" srcId="{7C95720A-B787-4D86-85EF-AFD29470C7BA}" destId="{5D3FAB4A-B736-45D7-B320-83746CA6A912}" srcOrd="2" destOrd="0" parTransId="{068B01C9-7725-4C53-890A-139B9E1D0F5D}" sibTransId="{07D72D65-B9BC-4FB6-A21F-6F1433255ED6}"/>
    <dgm:cxn modelId="{7740248A-012E-4899-AB98-E64AFF0E03B3}" type="presParOf" srcId="{129EDB18-5086-4BC2-8EC3-B94356B904B9}" destId="{038DC79D-2B2C-4FFB-81ED-1305C2EB387A}" srcOrd="0" destOrd="0" presId="urn:microsoft.com/office/officeart/2005/8/layout/vProcess5"/>
    <dgm:cxn modelId="{D004AC5B-233C-4F27-88AC-33CC80D25F18}" type="presParOf" srcId="{129EDB18-5086-4BC2-8EC3-B94356B904B9}" destId="{CD96ED16-12C9-496C-A173-B82E46F64E95}" srcOrd="1" destOrd="0" presId="urn:microsoft.com/office/officeart/2005/8/layout/vProcess5"/>
    <dgm:cxn modelId="{908DF337-1F09-4EE7-8933-BAB3916832CE}" type="presParOf" srcId="{129EDB18-5086-4BC2-8EC3-B94356B904B9}" destId="{22565010-0BAA-4FAC-B950-ED3D0A948E5E}" srcOrd="2" destOrd="0" presId="urn:microsoft.com/office/officeart/2005/8/layout/vProcess5"/>
    <dgm:cxn modelId="{77C5B537-80F1-4369-91DB-23919B9168A1}" type="presParOf" srcId="{129EDB18-5086-4BC2-8EC3-B94356B904B9}" destId="{040FD58A-F7EA-4BDB-9705-2F21823552EE}" srcOrd="3" destOrd="0" presId="urn:microsoft.com/office/officeart/2005/8/layout/vProcess5"/>
    <dgm:cxn modelId="{C0BF697E-659D-481E-AB47-A1D1F89D5C28}" type="presParOf" srcId="{129EDB18-5086-4BC2-8EC3-B94356B904B9}" destId="{B2DFCD03-B583-4074-B7B4-8EDFE3A7CB18}" srcOrd="4" destOrd="0" presId="urn:microsoft.com/office/officeart/2005/8/layout/vProcess5"/>
    <dgm:cxn modelId="{897CD675-A3BE-4A8D-A96F-40733FC1B198}" type="presParOf" srcId="{129EDB18-5086-4BC2-8EC3-B94356B904B9}" destId="{8C097524-C6A7-44F3-B6A4-BA0159A934C5}" srcOrd="5" destOrd="0" presId="urn:microsoft.com/office/officeart/2005/8/layout/vProcess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8.xml><?xml version="1.0" encoding="utf-8"?>
<dgm:dataModel xmlns:dgm="http://schemas.openxmlformats.org/drawingml/2006/diagram" xmlns:a="http://schemas.openxmlformats.org/drawingml/2006/main">
  <dgm:ptLst>
    <dgm:pt modelId="{C115FF06-EBF0-4E82-A898-8A315CAB87A4}" type="doc">
      <dgm:prSet loTypeId="urn:microsoft.com/office/officeart/2005/8/layout/vList2" loCatId="list" qsTypeId="urn:microsoft.com/office/officeart/2005/8/quickstyle/simple1" qsCatId="simple" csTypeId="urn:microsoft.com/office/officeart/2005/8/colors/colorful5" csCatId="colorful"/>
      <dgm:spPr/>
      <dgm:t>
        <a:bodyPr/>
        <a:lstStyle/>
        <a:p>
          <a:endParaRPr lang="en-US"/>
        </a:p>
      </dgm:t>
    </dgm:pt>
    <dgm:pt modelId="{CE184786-8CDC-4F20-985B-2B17B287138E}">
      <dgm:prSet/>
      <dgm:spPr/>
      <dgm:t>
        <a:bodyPr/>
        <a:lstStyle/>
        <a:p>
          <a:r>
            <a:rPr lang="en-US"/>
            <a:t>the VERIFY suffix acts as</a:t>
          </a:r>
          <a:r>
            <a:rPr lang="tr-TR"/>
            <a:t> </a:t>
          </a:r>
          <a:r>
            <a:rPr lang="en-US"/>
            <a:t>a </a:t>
          </a:r>
          <a:r>
            <a:rPr lang="en-US" i="1"/>
            <a:t>guard clause</a:t>
          </a:r>
          <a:r>
            <a:rPr lang="en-US"/>
            <a:t>,</a:t>
          </a:r>
        </a:p>
      </dgm:t>
    </dgm:pt>
    <dgm:pt modelId="{3F5EBBA3-EE2D-47F0-8B2F-88C226E882C9}" type="parTrans" cxnId="{5503CF2D-5A30-4748-B46D-A08971AC0CEC}">
      <dgm:prSet/>
      <dgm:spPr/>
      <dgm:t>
        <a:bodyPr/>
        <a:lstStyle/>
        <a:p>
          <a:endParaRPr lang="en-US"/>
        </a:p>
      </dgm:t>
    </dgm:pt>
    <dgm:pt modelId="{A01EE32E-4887-4374-91F8-F69CBC14EFE9}" type="sibTrans" cxnId="{5503CF2D-5A30-4748-B46D-A08971AC0CEC}">
      <dgm:prSet/>
      <dgm:spPr/>
      <dgm:t>
        <a:bodyPr/>
        <a:lstStyle/>
        <a:p>
          <a:endParaRPr lang="en-US"/>
        </a:p>
      </dgm:t>
    </dgm:pt>
    <dgm:pt modelId="{0BB03BB0-D129-456B-94EB-C2B7464C5E31}">
      <dgm:prSet/>
      <dgm:spPr/>
      <dgm:t>
        <a:bodyPr/>
        <a:lstStyle/>
        <a:p>
          <a:r>
            <a:rPr lang="en-US"/>
            <a:t>continuing only if a precondition is met</a:t>
          </a:r>
        </a:p>
      </dgm:t>
    </dgm:pt>
    <dgm:pt modelId="{CED4E87D-C662-4E2D-B897-04ADF7596098}" type="parTrans" cxnId="{1A4DB646-3DCD-4E3D-B183-1502A6321568}">
      <dgm:prSet/>
      <dgm:spPr/>
      <dgm:t>
        <a:bodyPr/>
        <a:lstStyle/>
        <a:p>
          <a:endParaRPr lang="en-US"/>
        </a:p>
      </dgm:t>
    </dgm:pt>
    <dgm:pt modelId="{AE9018DF-611C-492C-B6EC-A151A2E2FAA7}" type="sibTrans" cxnId="{1A4DB646-3DCD-4E3D-B183-1502A6321568}">
      <dgm:prSet/>
      <dgm:spPr/>
      <dgm:t>
        <a:bodyPr/>
        <a:lstStyle/>
        <a:p>
          <a:endParaRPr lang="en-US"/>
        </a:p>
      </dgm:t>
    </dgm:pt>
    <dgm:pt modelId="{023E32BA-011E-43AA-B96C-0F44C479F8A9}">
      <dgm:prSet/>
      <dgm:spPr/>
      <dgm:t>
        <a:bodyPr/>
        <a:lstStyle/>
        <a:p>
          <a:r>
            <a:rPr lang="en-US"/>
            <a:t>Unlike an IF clause, </a:t>
          </a:r>
        </a:p>
      </dgm:t>
    </dgm:pt>
    <dgm:pt modelId="{B9FC7650-45AB-40DC-801D-4577AAA37D64}" type="parTrans" cxnId="{E0B49EF7-F014-436B-8EFA-98BB3F2C72A2}">
      <dgm:prSet/>
      <dgm:spPr/>
      <dgm:t>
        <a:bodyPr/>
        <a:lstStyle/>
        <a:p>
          <a:endParaRPr lang="en-US"/>
        </a:p>
      </dgm:t>
    </dgm:pt>
    <dgm:pt modelId="{1EB0610E-FB5D-4AEF-B0C7-A490C3B11059}" type="sibTrans" cxnId="{E0B49EF7-F014-436B-8EFA-98BB3F2C72A2}">
      <dgm:prSet/>
      <dgm:spPr/>
      <dgm:t>
        <a:bodyPr/>
        <a:lstStyle/>
        <a:p>
          <a:endParaRPr lang="en-US"/>
        </a:p>
      </dgm:t>
    </dgm:pt>
    <dgm:pt modelId="{F8E34EA4-81E5-4F8A-BAE6-51F7844BBD63}">
      <dgm:prSet/>
      <dgm:spPr/>
      <dgm:t>
        <a:bodyPr/>
        <a:lstStyle/>
        <a:p>
          <a:r>
            <a:rPr lang="en-US"/>
            <a:t>which offers alternative execution paths, </a:t>
          </a:r>
        </a:p>
      </dgm:t>
    </dgm:pt>
    <dgm:pt modelId="{CEA431D1-3CFE-4B5F-B062-ABF2AEEF54F0}" type="parTrans" cxnId="{E71BF5AE-B6D2-4AD5-BBD0-99114A572BE9}">
      <dgm:prSet/>
      <dgm:spPr/>
      <dgm:t>
        <a:bodyPr/>
        <a:lstStyle/>
        <a:p>
          <a:endParaRPr lang="en-US"/>
        </a:p>
      </dgm:t>
    </dgm:pt>
    <dgm:pt modelId="{B2ABD4C5-75F2-4022-804F-EE9CE4C11725}" type="sibTrans" cxnId="{E71BF5AE-B6D2-4AD5-BBD0-99114A572BE9}">
      <dgm:prSet/>
      <dgm:spPr/>
      <dgm:t>
        <a:bodyPr/>
        <a:lstStyle/>
        <a:p>
          <a:endParaRPr lang="en-US"/>
        </a:p>
      </dgm:t>
    </dgm:pt>
    <dgm:pt modelId="{099F9A08-541B-40F5-92F0-26CF5E176A22}" type="pres">
      <dgm:prSet presAssocID="{C115FF06-EBF0-4E82-A898-8A315CAB87A4}" presName="linear" presStyleCnt="0">
        <dgm:presLayoutVars>
          <dgm:animLvl val="lvl"/>
          <dgm:resizeHandles val="exact"/>
        </dgm:presLayoutVars>
      </dgm:prSet>
      <dgm:spPr/>
    </dgm:pt>
    <dgm:pt modelId="{C8886480-01EC-48E5-AF83-53BB3128FB5D}" type="pres">
      <dgm:prSet presAssocID="{CE184786-8CDC-4F20-985B-2B17B287138E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A5E6D80E-60CA-44E6-B308-1B6A05E67A87}" type="pres">
      <dgm:prSet presAssocID="{CE184786-8CDC-4F20-985B-2B17B287138E}" presName="childText" presStyleLbl="revTx" presStyleIdx="0" presStyleCnt="2">
        <dgm:presLayoutVars>
          <dgm:bulletEnabled val="1"/>
        </dgm:presLayoutVars>
      </dgm:prSet>
      <dgm:spPr/>
    </dgm:pt>
    <dgm:pt modelId="{1C489CC1-906E-40F8-B005-067BD2EB7413}" type="pres">
      <dgm:prSet presAssocID="{023E32BA-011E-43AA-B96C-0F44C479F8A9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ADF1E1AA-EF9C-478B-B518-71C7C580A469}" type="pres">
      <dgm:prSet presAssocID="{023E32BA-011E-43AA-B96C-0F44C479F8A9}" presName="childText" presStyleLbl="revTx" presStyleIdx="1" presStyleCnt="2">
        <dgm:presLayoutVars>
          <dgm:bulletEnabled val="1"/>
        </dgm:presLayoutVars>
      </dgm:prSet>
      <dgm:spPr/>
    </dgm:pt>
  </dgm:ptLst>
  <dgm:cxnLst>
    <dgm:cxn modelId="{1FFEC112-2141-44CB-A86A-4D4C0881F55E}" type="presOf" srcId="{C115FF06-EBF0-4E82-A898-8A315CAB87A4}" destId="{099F9A08-541B-40F5-92F0-26CF5E176A22}" srcOrd="0" destOrd="0" presId="urn:microsoft.com/office/officeart/2005/8/layout/vList2"/>
    <dgm:cxn modelId="{5503CF2D-5A30-4748-B46D-A08971AC0CEC}" srcId="{C115FF06-EBF0-4E82-A898-8A315CAB87A4}" destId="{CE184786-8CDC-4F20-985B-2B17B287138E}" srcOrd="0" destOrd="0" parTransId="{3F5EBBA3-EE2D-47F0-8B2F-88C226E882C9}" sibTransId="{A01EE32E-4887-4374-91F8-F69CBC14EFE9}"/>
    <dgm:cxn modelId="{1A4DB646-3DCD-4E3D-B183-1502A6321568}" srcId="{CE184786-8CDC-4F20-985B-2B17B287138E}" destId="{0BB03BB0-D129-456B-94EB-C2B7464C5E31}" srcOrd="0" destOrd="0" parTransId="{CED4E87D-C662-4E2D-B897-04ADF7596098}" sibTransId="{AE9018DF-611C-492C-B6EC-A151A2E2FAA7}"/>
    <dgm:cxn modelId="{F1B31276-8E3D-4B86-849A-619175B9BE44}" type="presOf" srcId="{023E32BA-011E-43AA-B96C-0F44C479F8A9}" destId="{1C489CC1-906E-40F8-B005-067BD2EB7413}" srcOrd="0" destOrd="0" presId="urn:microsoft.com/office/officeart/2005/8/layout/vList2"/>
    <dgm:cxn modelId="{E71BF5AE-B6D2-4AD5-BBD0-99114A572BE9}" srcId="{023E32BA-011E-43AA-B96C-0F44C479F8A9}" destId="{F8E34EA4-81E5-4F8A-BAE6-51F7844BBD63}" srcOrd="0" destOrd="0" parTransId="{CEA431D1-3CFE-4B5F-B062-ABF2AEEF54F0}" sibTransId="{B2ABD4C5-75F2-4022-804F-EE9CE4C11725}"/>
    <dgm:cxn modelId="{C8E5A3D0-097F-4F74-BE2F-6541D7C0F60E}" type="presOf" srcId="{F8E34EA4-81E5-4F8A-BAE6-51F7844BBD63}" destId="{ADF1E1AA-EF9C-478B-B518-71C7C580A469}" srcOrd="0" destOrd="0" presId="urn:microsoft.com/office/officeart/2005/8/layout/vList2"/>
    <dgm:cxn modelId="{FFD2F1D8-EB81-495F-B723-2F2D7AA10D7F}" type="presOf" srcId="{CE184786-8CDC-4F20-985B-2B17B287138E}" destId="{C8886480-01EC-48E5-AF83-53BB3128FB5D}" srcOrd="0" destOrd="0" presId="urn:microsoft.com/office/officeart/2005/8/layout/vList2"/>
    <dgm:cxn modelId="{FAE6BAF4-E601-40E6-9D66-21AD1A7D759A}" type="presOf" srcId="{0BB03BB0-D129-456B-94EB-C2B7464C5E31}" destId="{A5E6D80E-60CA-44E6-B308-1B6A05E67A87}" srcOrd="0" destOrd="0" presId="urn:microsoft.com/office/officeart/2005/8/layout/vList2"/>
    <dgm:cxn modelId="{E0B49EF7-F014-436B-8EFA-98BB3F2C72A2}" srcId="{C115FF06-EBF0-4E82-A898-8A315CAB87A4}" destId="{023E32BA-011E-43AA-B96C-0F44C479F8A9}" srcOrd="1" destOrd="0" parTransId="{B9FC7650-45AB-40DC-801D-4577AAA37D64}" sibTransId="{1EB0610E-FB5D-4AEF-B0C7-A490C3B11059}"/>
    <dgm:cxn modelId="{E2568C14-9B95-4051-ADB1-4BF7C397BC10}" type="presParOf" srcId="{099F9A08-541B-40F5-92F0-26CF5E176A22}" destId="{C8886480-01EC-48E5-AF83-53BB3128FB5D}" srcOrd="0" destOrd="0" presId="urn:microsoft.com/office/officeart/2005/8/layout/vList2"/>
    <dgm:cxn modelId="{4D63C7F3-101F-44D0-8C5C-DBA44228E0A0}" type="presParOf" srcId="{099F9A08-541B-40F5-92F0-26CF5E176A22}" destId="{A5E6D80E-60CA-44E6-B308-1B6A05E67A87}" srcOrd="1" destOrd="0" presId="urn:microsoft.com/office/officeart/2005/8/layout/vList2"/>
    <dgm:cxn modelId="{30AA5139-6977-48B0-B5A1-3C048F71CC41}" type="presParOf" srcId="{099F9A08-541B-40F5-92F0-26CF5E176A22}" destId="{1C489CC1-906E-40F8-B005-067BD2EB7413}" srcOrd="2" destOrd="0" presId="urn:microsoft.com/office/officeart/2005/8/layout/vList2"/>
    <dgm:cxn modelId="{3340108B-D8E5-451D-B4B4-A9E6BF412B1E}" type="presParOf" srcId="{099F9A08-541B-40F5-92F0-26CF5E176A22}" destId="{ADF1E1AA-EF9C-478B-B518-71C7C580A469}" srcOrd="3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9.xml><?xml version="1.0" encoding="utf-8"?>
<dgm:dataModel xmlns:dgm="http://schemas.openxmlformats.org/drawingml/2006/diagram" xmlns:a="http://schemas.openxmlformats.org/drawingml/2006/main">
  <dgm:ptLst>
    <dgm:pt modelId="{90D4CB17-59B4-4859-8E0C-5089865D657F}" type="doc">
      <dgm:prSet loTypeId="urn:microsoft.com/office/officeart/2005/8/layout/vProcess5" loCatId="process" qsTypeId="urn:microsoft.com/office/officeart/2005/8/quickstyle/simple3" qsCatId="simple" csTypeId="urn:microsoft.com/office/officeart/2005/8/colors/accent0_2" csCatId="mainScheme"/>
      <dgm:spPr/>
      <dgm:t>
        <a:bodyPr/>
        <a:lstStyle/>
        <a:p>
          <a:endParaRPr lang="en-US"/>
        </a:p>
      </dgm:t>
    </dgm:pt>
    <dgm:pt modelId="{B83C740D-5FB9-4D09-BB8D-670D7CBD87FF}">
      <dgm:prSet/>
      <dgm:spPr/>
      <dgm:t>
        <a:bodyPr/>
        <a:lstStyle/>
        <a:p>
          <a:r>
            <a:rPr lang="en-US"/>
            <a:t>the following script requires </a:t>
          </a:r>
        </a:p>
      </dgm:t>
    </dgm:pt>
    <dgm:pt modelId="{C21BCFB5-1EC9-4171-A127-31FBB0B73F42}" type="parTrans" cxnId="{9DF48967-6FDF-4CCB-B0F8-3F73BC650EED}">
      <dgm:prSet/>
      <dgm:spPr/>
      <dgm:t>
        <a:bodyPr/>
        <a:lstStyle/>
        <a:p>
          <a:endParaRPr lang="en-US"/>
        </a:p>
      </dgm:t>
    </dgm:pt>
    <dgm:pt modelId="{93E00E43-751F-4E80-B863-1F8792639BBD}" type="sibTrans" cxnId="{9DF48967-6FDF-4CCB-B0F8-3F73BC650EED}">
      <dgm:prSet/>
      <dgm:spPr/>
      <dgm:t>
        <a:bodyPr/>
        <a:lstStyle/>
        <a:p>
          <a:endParaRPr lang="en-US"/>
        </a:p>
      </dgm:t>
    </dgm:pt>
    <dgm:pt modelId="{C295F215-1EE9-47F2-89A3-22CEDB386646}">
      <dgm:prSet/>
      <dgm:spPr/>
      <dgm:t>
        <a:bodyPr/>
        <a:lstStyle/>
        <a:p>
          <a:r>
            <a:rPr lang="en-US"/>
            <a:t>Bob’s signature and a pre-image (secret)</a:t>
          </a:r>
        </a:p>
      </dgm:t>
    </dgm:pt>
    <dgm:pt modelId="{B790C5A4-B2F4-4128-8269-CAB6B6445D03}" type="parTrans" cxnId="{3B59C374-0EEE-4A5A-843F-B99C081C3CEE}">
      <dgm:prSet/>
      <dgm:spPr/>
      <dgm:t>
        <a:bodyPr/>
        <a:lstStyle/>
        <a:p>
          <a:endParaRPr lang="en-US"/>
        </a:p>
      </dgm:t>
    </dgm:pt>
    <dgm:pt modelId="{135FA3F6-36BC-4A5B-8F11-1202F5B6560D}" type="sibTrans" cxnId="{3B59C374-0EEE-4A5A-843F-B99C081C3CEE}">
      <dgm:prSet/>
      <dgm:spPr/>
      <dgm:t>
        <a:bodyPr/>
        <a:lstStyle/>
        <a:p>
          <a:endParaRPr lang="en-US"/>
        </a:p>
      </dgm:t>
    </dgm:pt>
    <dgm:pt modelId="{F5C9AC61-B14C-44F1-B216-1BD5ED9ABC0D}">
      <dgm:prSet/>
      <dgm:spPr/>
      <dgm:t>
        <a:bodyPr/>
        <a:lstStyle/>
        <a:p>
          <a:r>
            <a:rPr lang="en-US"/>
            <a:t>that produces a specific hash. </a:t>
          </a:r>
        </a:p>
      </dgm:t>
    </dgm:pt>
    <dgm:pt modelId="{38ED2B8E-C1D6-4CE0-9208-392A3489531C}" type="parTrans" cxnId="{C5BB0F70-3CEF-4165-AACD-035FF5D45245}">
      <dgm:prSet/>
      <dgm:spPr/>
      <dgm:t>
        <a:bodyPr/>
        <a:lstStyle/>
        <a:p>
          <a:endParaRPr lang="en-US"/>
        </a:p>
      </dgm:t>
    </dgm:pt>
    <dgm:pt modelId="{949D532E-CFCF-4AD6-BF54-52EEFCE9F59A}" type="sibTrans" cxnId="{C5BB0F70-3CEF-4165-AACD-035FF5D45245}">
      <dgm:prSet/>
      <dgm:spPr/>
      <dgm:t>
        <a:bodyPr/>
        <a:lstStyle/>
        <a:p>
          <a:endParaRPr lang="en-US"/>
        </a:p>
      </dgm:t>
    </dgm:pt>
    <dgm:pt modelId="{3C36759A-97E6-48A9-A20A-EA0B20F8AF8F}">
      <dgm:prSet/>
      <dgm:spPr/>
      <dgm:t>
        <a:bodyPr/>
        <a:lstStyle/>
        <a:p>
          <a:r>
            <a:rPr lang="en-US"/>
            <a:t>Both conditions </a:t>
          </a:r>
        </a:p>
      </dgm:t>
    </dgm:pt>
    <dgm:pt modelId="{017496E0-E794-4CC5-A4F0-0697D45E7220}" type="parTrans" cxnId="{C18DAC10-7411-4A84-8DF8-021E5D1623E1}">
      <dgm:prSet/>
      <dgm:spPr/>
      <dgm:t>
        <a:bodyPr/>
        <a:lstStyle/>
        <a:p>
          <a:endParaRPr lang="en-US"/>
        </a:p>
      </dgm:t>
    </dgm:pt>
    <dgm:pt modelId="{B6744B69-DFB6-4E58-89D2-D7E63AF722EF}" type="sibTrans" cxnId="{C18DAC10-7411-4A84-8DF8-021E5D1623E1}">
      <dgm:prSet/>
      <dgm:spPr/>
      <dgm:t>
        <a:bodyPr/>
        <a:lstStyle/>
        <a:p>
          <a:endParaRPr lang="en-US"/>
        </a:p>
      </dgm:t>
    </dgm:pt>
    <dgm:pt modelId="{C98EB58A-79F7-47A3-87DF-E9D04971F883}">
      <dgm:prSet/>
      <dgm:spPr/>
      <dgm:t>
        <a:bodyPr/>
        <a:lstStyle/>
        <a:p>
          <a:r>
            <a:rPr lang="en-US"/>
            <a:t>must be satisfied to unlock:</a:t>
          </a:r>
        </a:p>
      </dgm:t>
    </dgm:pt>
    <dgm:pt modelId="{6D6B1A43-883D-479F-BB00-60846388EDAF}" type="parTrans" cxnId="{72C5890F-8781-492B-B236-11671910323D}">
      <dgm:prSet/>
      <dgm:spPr/>
      <dgm:t>
        <a:bodyPr/>
        <a:lstStyle/>
        <a:p>
          <a:endParaRPr lang="en-US"/>
        </a:p>
      </dgm:t>
    </dgm:pt>
    <dgm:pt modelId="{ECC38FBD-A581-43B9-AEF5-6192F03EA982}" type="sibTrans" cxnId="{72C5890F-8781-492B-B236-11671910323D}">
      <dgm:prSet/>
      <dgm:spPr/>
      <dgm:t>
        <a:bodyPr/>
        <a:lstStyle/>
        <a:p>
          <a:endParaRPr lang="en-US"/>
        </a:p>
      </dgm:t>
    </dgm:pt>
    <dgm:pt modelId="{19227837-1F2E-4408-80AC-D292BE950F95}">
      <dgm:prSet/>
      <dgm:spPr/>
      <dgm:t>
        <a:bodyPr/>
        <a:lstStyle/>
        <a:p>
          <a:r>
            <a:rPr lang="en-US"/>
            <a:t>HASH160 &lt;expected hash&gt; EQUALVERIFY &lt;Bob's Pubkey&gt; CHECKSIG</a:t>
          </a:r>
        </a:p>
      </dgm:t>
    </dgm:pt>
    <dgm:pt modelId="{E2172299-02FC-4EE9-BE44-E3B832C2CC68}" type="parTrans" cxnId="{CC4B5CC8-1952-4110-B238-B4C6912E91F9}">
      <dgm:prSet/>
      <dgm:spPr/>
      <dgm:t>
        <a:bodyPr/>
        <a:lstStyle/>
        <a:p>
          <a:endParaRPr lang="en-US"/>
        </a:p>
      </dgm:t>
    </dgm:pt>
    <dgm:pt modelId="{EB1DAD67-5B2E-4598-9DF3-26D9B9CB2F91}" type="sibTrans" cxnId="{CC4B5CC8-1952-4110-B238-B4C6912E91F9}">
      <dgm:prSet/>
      <dgm:spPr/>
      <dgm:t>
        <a:bodyPr/>
        <a:lstStyle/>
        <a:p>
          <a:endParaRPr lang="en-US"/>
        </a:p>
      </dgm:t>
    </dgm:pt>
    <dgm:pt modelId="{5E92AD8A-431D-4FA4-96B3-004D7B4CF354}" type="pres">
      <dgm:prSet presAssocID="{90D4CB17-59B4-4859-8E0C-5089865D657F}" presName="outerComposite" presStyleCnt="0">
        <dgm:presLayoutVars>
          <dgm:chMax val="5"/>
          <dgm:dir/>
          <dgm:resizeHandles val="exact"/>
        </dgm:presLayoutVars>
      </dgm:prSet>
      <dgm:spPr/>
    </dgm:pt>
    <dgm:pt modelId="{67D7D715-DC59-47A9-95F9-36936FC94599}" type="pres">
      <dgm:prSet presAssocID="{90D4CB17-59B4-4859-8E0C-5089865D657F}" presName="dummyMaxCanvas" presStyleCnt="0">
        <dgm:presLayoutVars/>
      </dgm:prSet>
      <dgm:spPr/>
    </dgm:pt>
    <dgm:pt modelId="{9F21744E-0353-44A4-9A86-00DCD9969C88}" type="pres">
      <dgm:prSet presAssocID="{90D4CB17-59B4-4859-8E0C-5089865D657F}" presName="ThreeNodes_1" presStyleLbl="node1" presStyleIdx="0" presStyleCnt="3">
        <dgm:presLayoutVars>
          <dgm:bulletEnabled val="1"/>
        </dgm:presLayoutVars>
      </dgm:prSet>
      <dgm:spPr/>
    </dgm:pt>
    <dgm:pt modelId="{897B6325-73D3-460E-8092-D4FF55B285ED}" type="pres">
      <dgm:prSet presAssocID="{90D4CB17-59B4-4859-8E0C-5089865D657F}" presName="ThreeNodes_2" presStyleLbl="node1" presStyleIdx="1" presStyleCnt="3">
        <dgm:presLayoutVars>
          <dgm:bulletEnabled val="1"/>
        </dgm:presLayoutVars>
      </dgm:prSet>
      <dgm:spPr/>
    </dgm:pt>
    <dgm:pt modelId="{5BD1B2CF-89F1-45C8-8723-EE186CF1DE31}" type="pres">
      <dgm:prSet presAssocID="{90D4CB17-59B4-4859-8E0C-5089865D657F}" presName="ThreeNodes_3" presStyleLbl="node1" presStyleIdx="2" presStyleCnt="3">
        <dgm:presLayoutVars>
          <dgm:bulletEnabled val="1"/>
        </dgm:presLayoutVars>
      </dgm:prSet>
      <dgm:spPr/>
    </dgm:pt>
    <dgm:pt modelId="{3F9B6031-33E1-4FBB-8C81-897BF4C54601}" type="pres">
      <dgm:prSet presAssocID="{90D4CB17-59B4-4859-8E0C-5089865D657F}" presName="ThreeConn_1-2" presStyleLbl="fgAccFollowNode1" presStyleIdx="0" presStyleCnt="2">
        <dgm:presLayoutVars>
          <dgm:bulletEnabled val="1"/>
        </dgm:presLayoutVars>
      </dgm:prSet>
      <dgm:spPr/>
    </dgm:pt>
    <dgm:pt modelId="{B98CD282-5006-41F5-9573-33E513F53ADA}" type="pres">
      <dgm:prSet presAssocID="{90D4CB17-59B4-4859-8E0C-5089865D657F}" presName="ThreeConn_2-3" presStyleLbl="fgAccFollowNode1" presStyleIdx="1" presStyleCnt="2">
        <dgm:presLayoutVars>
          <dgm:bulletEnabled val="1"/>
        </dgm:presLayoutVars>
      </dgm:prSet>
      <dgm:spPr/>
    </dgm:pt>
    <dgm:pt modelId="{A809C96A-D1DC-45FA-BFDF-BD7CEB91AEA8}" type="pres">
      <dgm:prSet presAssocID="{90D4CB17-59B4-4859-8E0C-5089865D657F}" presName="ThreeNodes_1_text" presStyleLbl="node1" presStyleIdx="2" presStyleCnt="3">
        <dgm:presLayoutVars>
          <dgm:bulletEnabled val="1"/>
        </dgm:presLayoutVars>
      </dgm:prSet>
      <dgm:spPr/>
    </dgm:pt>
    <dgm:pt modelId="{35C42484-E5B6-4469-998F-0974C3D05977}" type="pres">
      <dgm:prSet presAssocID="{90D4CB17-59B4-4859-8E0C-5089865D657F}" presName="ThreeNodes_2_text" presStyleLbl="node1" presStyleIdx="2" presStyleCnt="3">
        <dgm:presLayoutVars>
          <dgm:bulletEnabled val="1"/>
        </dgm:presLayoutVars>
      </dgm:prSet>
      <dgm:spPr/>
    </dgm:pt>
    <dgm:pt modelId="{D98A36A8-5212-4270-BA4E-DE68D86AEE6C}" type="pres">
      <dgm:prSet presAssocID="{90D4CB17-59B4-4859-8E0C-5089865D657F}" presName="ThreeNodes_3_text" presStyleLbl="node1" presStyleIdx="2" presStyleCnt="3">
        <dgm:presLayoutVars>
          <dgm:bulletEnabled val="1"/>
        </dgm:presLayoutVars>
      </dgm:prSet>
      <dgm:spPr/>
    </dgm:pt>
  </dgm:ptLst>
  <dgm:cxnLst>
    <dgm:cxn modelId="{72C5890F-8781-492B-B236-11671910323D}" srcId="{3C36759A-97E6-48A9-A20A-EA0B20F8AF8F}" destId="{C98EB58A-79F7-47A3-87DF-E9D04971F883}" srcOrd="0" destOrd="0" parTransId="{6D6B1A43-883D-479F-BB00-60846388EDAF}" sibTransId="{ECC38FBD-A581-43B9-AEF5-6192F03EA982}"/>
    <dgm:cxn modelId="{C18DAC10-7411-4A84-8DF8-021E5D1623E1}" srcId="{90D4CB17-59B4-4859-8E0C-5089865D657F}" destId="{3C36759A-97E6-48A9-A20A-EA0B20F8AF8F}" srcOrd="1" destOrd="0" parTransId="{017496E0-E794-4CC5-A4F0-0697D45E7220}" sibTransId="{B6744B69-DFB6-4E58-89D2-D7E63AF722EF}"/>
    <dgm:cxn modelId="{27735012-B176-4481-83F9-7636780F1871}" type="presOf" srcId="{B83C740D-5FB9-4D09-BB8D-670D7CBD87FF}" destId="{9F21744E-0353-44A4-9A86-00DCD9969C88}" srcOrd="0" destOrd="0" presId="urn:microsoft.com/office/officeart/2005/8/layout/vProcess5"/>
    <dgm:cxn modelId="{7B007619-2C14-4AE0-B07A-BD9B0CEAE0E2}" type="presOf" srcId="{B6744B69-DFB6-4E58-89D2-D7E63AF722EF}" destId="{B98CD282-5006-41F5-9573-33E513F53ADA}" srcOrd="0" destOrd="0" presId="urn:microsoft.com/office/officeart/2005/8/layout/vProcess5"/>
    <dgm:cxn modelId="{D0087721-96C2-48B3-924D-CDABCE3E1A97}" type="presOf" srcId="{19227837-1F2E-4408-80AC-D292BE950F95}" destId="{5BD1B2CF-89F1-45C8-8723-EE186CF1DE31}" srcOrd="0" destOrd="0" presId="urn:microsoft.com/office/officeart/2005/8/layout/vProcess5"/>
    <dgm:cxn modelId="{FC083161-9069-4A03-8B9B-5D57A467E22A}" type="presOf" srcId="{C295F215-1EE9-47F2-89A3-22CEDB386646}" destId="{A809C96A-D1DC-45FA-BFDF-BD7CEB91AEA8}" srcOrd="1" destOrd="1" presId="urn:microsoft.com/office/officeart/2005/8/layout/vProcess5"/>
    <dgm:cxn modelId="{521F9D61-8278-4634-BA39-851136D0F877}" type="presOf" srcId="{3C36759A-97E6-48A9-A20A-EA0B20F8AF8F}" destId="{897B6325-73D3-460E-8092-D4FF55B285ED}" srcOrd="0" destOrd="0" presId="urn:microsoft.com/office/officeart/2005/8/layout/vProcess5"/>
    <dgm:cxn modelId="{9DF48967-6FDF-4CCB-B0F8-3F73BC650EED}" srcId="{90D4CB17-59B4-4859-8E0C-5089865D657F}" destId="{B83C740D-5FB9-4D09-BB8D-670D7CBD87FF}" srcOrd="0" destOrd="0" parTransId="{C21BCFB5-1EC9-4171-A127-31FBB0B73F42}" sibTransId="{93E00E43-751F-4E80-B863-1F8792639BBD}"/>
    <dgm:cxn modelId="{513CD36E-B0C9-44B0-8D8F-DB4C44B05FFF}" type="presOf" srcId="{3C36759A-97E6-48A9-A20A-EA0B20F8AF8F}" destId="{35C42484-E5B6-4469-998F-0974C3D05977}" srcOrd="1" destOrd="0" presId="urn:microsoft.com/office/officeart/2005/8/layout/vProcess5"/>
    <dgm:cxn modelId="{C5BB0F70-3CEF-4165-AACD-035FF5D45245}" srcId="{B83C740D-5FB9-4D09-BB8D-670D7CBD87FF}" destId="{F5C9AC61-B14C-44F1-B216-1BD5ED9ABC0D}" srcOrd="1" destOrd="0" parTransId="{38ED2B8E-C1D6-4CE0-9208-392A3489531C}" sibTransId="{949D532E-CFCF-4AD6-BF54-52EEFCE9F59A}"/>
    <dgm:cxn modelId="{D535F471-A836-41CB-8408-E605B688466F}" type="presOf" srcId="{19227837-1F2E-4408-80AC-D292BE950F95}" destId="{D98A36A8-5212-4270-BA4E-DE68D86AEE6C}" srcOrd="1" destOrd="0" presId="urn:microsoft.com/office/officeart/2005/8/layout/vProcess5"/>
    <dgm:cxn modelId="{3B59C374-0EEE-4A5A-843F-B99C081C3CEE}" srcId="{B83C740D-5FB9-4D09-BB8D-670D7CBD87FF}" destId="{C295F215-1EE9-47F2-89A3-22CEDB386646}" srcOrd="0" destOrd="0" parTransId="{B790C5A4-B2F4-4128-8269-CAB6B6445D03}" sibTransId="{135FA3F6-36BC-4A5B-8F11-1202F5B6560D}"/>
    <dgm:cxn modelId="{6B33875A-418E-4F71-8D88-30E417F95BA1}" type="presOf" srcId="{90D4CB17-59B4-4859-8E0C-5089865D657F}" destId="{5E92AD8A-431D-4FA4-96B3-004D7B4CF354}" srcOrd="0" destOrd="0" presId="urn:microsoft.com/office/officeart/2005/8/layout/vProcess5"/>
    <dgm:cxn modelId="{9F22138F-A54B-4A4C-9EE4-172E1C8E5CB9}" type="presOf" srcId="{C98EB58A-79F7-47A3-87DF-E9D04971F883}" destId="{897B6325-73D3-460E-8092-D4FF55B285ED}" srcOrd="0" destOrd="1" presId="urn:microsoft.com/office/officeart/2005/8/layout/vProcess5"/>
    <dgm:cxn modelId="{31BFF8A8-BB92-449A-8176-C0996181229A}" type="presOf" srcId="{C295F215-1EE9-47F2-89A3-22CEDB386646}" destId="{9F21744E-0353-44A4-9A86-00DCD9969C88}" srcOrd="0" destOrd="1" presId="urn:microsoft.com/office/officeart/2005/8/layout/vProcess5"/>
    <dgm:cxn modelId="{4EA19CB2-3A16-41A3-A49B-DD2D48C0496D}" type="presOf" srcId="{F5C9AC61-B14C-44F1-B216-1BD5ED9ABC0D}" destId="{A809C96A-D1DC-45FA-BFDF-BD7CEB91AEA8}" srcOrd="1" destOrd="2" presId="urn:microsoft.com/office/officeart/2005/8/layout/vProcess5"/>
    <dgm:cxn modelId="{CAEDCCC4-7F47-452C-ACE1-40553578AD21}" type="presOf" srcId="{C98EB58A-79F7-47A3-87DF-E9D04971F883}" destId="{35C42484-E5B6-4469-998F-0974C3D05977}" srcOrd="1" destOrd="1" presId="urn:microsoft.com/office/officeart/2005/8/layout/vProcess5"/>
    <dgm:cxn modelId="{CC4B5CC8-1952-4110-B238-B4C6912E91F9}" srcId="{90D4CB17-59B4-4859-8E0C-5089865D657F}" destId="{19227837-1F2E-4408-80AC-D292BE950F95}" srcOrd="2" destOrd="0" parTransId="{E2172299-02FC-4EE9-BE44-E3B832C2CC68}" sibTransId="{EB1DAD67-5B2E-4598-9DF3-26D9B9CB2F91}"/>
    <dgm:cxn modelId="{982ABDC8-5019-40C0-92E6-F4293133BDCB}" type="presOf" srcId="{F5C9AC61-B14C-44F1-B216-1BD5ED9ABC0D}" destId="{9F21744E-0353-44A4-9A86-00DCD9969C88}" srcOrd="0" destOrd="2" presId="urn:microsoft.com/office/officeart/2005/8/layout/vProcess5"/>
    <dgm:cxn modelId="{BEB11BD9-093D-4CA0-8E7D-09BD139B4F85}" type="presOf" srcId="{B83C740D-5FB9-4D09-BB8D-670D7CBD87FF}" destId="{A809C96A-D1DC-45FA-BFDF-BD7CEB91AEA8}" srcOrd="1" destOrd="0" presId="urn:microsoft.com/office/officeart/2005/8/layout/vProcess5"/>
    <dgm:cxn modelId="{9863B2E1-D0EA-478E-95CC-458CF2E32D11}" type="presOf" srcId="{93E00E43-751F-4E80-B863-1F8792639BBD}" destId="{3F9B6031-33E1-4FBB-8C81-897BF4C54601}" srcOrd="0" destOrd="0" presId="urn:microsoft.com/office/officeart/2005/8/layout/vProcess5"/>
    <dgm:cxn modelId="{C379CECF-E52D-4B67-8BC5-C7CBA4D7935D}" type="presParOf" srcId="{5E92AD8A-431D-4FA4-96B3-004D7B4CF354}" destId="{67D7D715-DC59-47A9-95F9-36936FC94599}" srcOrd="0" destOrd="0" presId="urn:microsoft.com/office/officeart/2005/8/layout/vProcess5"/>
    <dgm:cxn modelId="{F5470748-05B2-4C06-8402-0085C300C407}" type="presParOf" srcId="{5E92AD8A-431D-4FA4-96B3-004D7B4CF354}" destId="{9F21744E-0353-44A4-9A86-00DCD9969C88}" srcOrd="1" destOrd="0" presId="urn:microsoft.com/office/officeart/2005/8/layout/vProcess5"/>
    <dgm:cxn modelId="{E14DCA6B-0204-451E-BF39-D4006EC2AEAA}" type="presParOf" srcId="{5E92AD8A-431D-4FA4-96B3-004D7B4CF354}" destId="{897B6325-73D3-460E-8092-D4FF55B285ED}" srcOrd="2" destOrd="0" presId="urn:microsoft.com/office/officeart/2005/8/layout/vProcess5"/>
    <dgm:cxn modelId="{0A27406A-4892-43EE-B847-94428522E45D}" type="presParOf" srcId="{5E92AD8A-431D-4FA4-96B3-004D7B4CF354}" destId="{5BD1B2CF-89F1-45C8-8723-EE186CF1DE31}" srcOrd="3" destOrd="0" presId="urn:microsoft.com/office/officeart/2005/8/layout/vProcess5"/>
    <dgm:cxn modelId="{2BE85FAC-F918-4F46-ABB2-1933771063B4}" type="presParOf" srcId="{5E92AD8A-431D-4FA4-96B3-004D7B4CF354}" destId="{3F9B6031-33E1-4FBB-8C81-897BF4C54601}" srcOrd="4" destOrd="0" presId="urn:microsoft.com/office/officeart/2005/8/layout/vProcess5"/>
    <dgm:cxn modelId="{DD629D3F-B880-4CD5-B3CC-64383F9DC0D3}" type="presParOf" srcId="{5E92AD8A-431D-4FA4-96B3-004D7B4CF354}" destId="{B98CD282-5006-41F5-9573-33E513F53ADA}" srcOrd="5" destOrd="0" presId="urn:microsoft.com/office/officeart/2005/8/layout/vProcess5"/>
    <dgm:cxn modelId="{7D5E3615-5AA2-489A-8A57-4C8D5DB2E46C}" type="presParOf" srcId="{5E92AD8A-431D-4FA4-96B3-004D7B4CF354}" destId="{A809C96A-D1DC-45FA-BFDF-BD7CEB91AEA8}" srcOrd="6" destOrd="0" presId="urn:microsoft.com/office/officeart/2005/8/layout/vProcess5"/>
    <dgm:cxn modelId="{54BFBC9B-4A7E-423E-846F-F7A8C0023725}" type="presParOf" srcId="{5E92AD8A-431D-4FA4-96B3-004D7B4CF354}" destId="{35C42484-E5B6-4469-998F-0974C3D05977}" srcOrd="7" destOrd="0" presId="urn:microsoft.com/office/officeart/2005/8/layout/vProcess5"/>
    <dgm:cxn modelId="{0F78FFA2-72DB-4797-AB19-E4289A16D8D6}" type="presParOf" srcId="{5E92AD8A-431D-4FA4-96B3-004D7B4CF354}" destId="{D98A36A8-5212-4270-BA4E-DE68D86AEE6C}" srcOrd="8" destOrd="0" presId="urn:microsoft.com/office/officeart/2005/8/layout/vProcess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0.xml><?xml version="1.0" encoding="utf-8"?>
<dgm:dataModel xmlns:dgm="http://schemas.openxmlformats.org/drawingml/2006/diagram" xmlns:a="http://schemas.openxmlformats.org/drawingml/2006/main">
  <dgm:ptLst>
    <dgm:pt modelId="{21C1798A-C59C-43F1-BE5F-EE7CB71A8D66}" type="doc">
      <dgm:prSet loTypeId="urn:microsoft.com/office/officeart/2005/8/layout/vProcess5" loCatId="process" qsTypeId="urn:microsoft.com/office/officeart/2005/8/quickstyle/simple4" qsCatId="simple" csTypeId="urn:microsoft.com/office/officeart/2005/8/colors/colorful2" csCatId="colorful"/>
      <dgm:spPr/>
      <dgm:t>
        <a:bodyPr/>
        <a:lstStyle/>
        <a:p>
          <a:endParaRPr lang="en-US"/>
        </a:p>
      </dgm:t>
    </dgm:pt>
    <dgm:pt modelId="{06B698AD-5EF9-4BC8-9C9B-4890447026EA}">
      <dgm:prSet/>
      <dgm:spPr/>
      <dgm:t>
        <a:bodyPr/>
        <a:lstStyle/>
        <a:p>
          <a:r>
            <a:rPr lang="en-US"/>
            <a:t>HASH160 &lt;expected hash&gt; EQUALVERIFY &lt;Bob's Pubkey&gt; CHECKSIG</a:t>
          </a:r>
        </a:p>
      </dgm:t>
    </dgm:pt>
    <dgm:pt modelId="{E9967F7F-3425-49AC-908A-B7A8F4AD7074}" type="parTrans" cxnId="{B887CA99-AF7D-4635-832E-8ED5E8B1F9E4}">
      <dgm:prSet/>
      <dgm:spPr/>
      <dgm:t>
        <a:bodyPr/>
        <a:lstStyle/>
        <a:p>
          <a:endParaRPr lang="en-US"/>
        </a:p>
      </dgm:t>
    </dgm:pt>
    <dgm:pt modelId="{A10F4852-5CBA-4C71-9B69-4E3F3A178DEE}" type="sibTrans" cxnId="{B887CA99-AF7D-4635-832E-8ED5E8B1F9E4}">
      <dgm:prSet/>
      <dgm:spPr/>
      <dgm:t>
        <a:bodyPr/>
        <a:lstStyle/>
        <a:p>
          <a:endParaRPr lang="en-US"/>
        </a:p>
      </dgm:t>
    </dgm:pt>
    <dgm:pt modelId="{0FD63388-D191-4F89-ABEA-2B0BE9051D13}">
      <dgm:prSet/>
      <dgm:spPr/>
      <dgm:t>
        <a:bodyPr/>
        <a:lstStyle/>
        <a:p>
          <a:r>
            <a:rPr lang="en-US"/>
            <a:t>To redeem this, </a:t>
          </a:r>
        </a:p>
      </dgm:t>
    </dgm:pt>
    <dgm:pt modelId="{3316D9FF-C15A-47AA-B7C3-7C900EC65381}" type="parTrans" cxnId="{0AE097EE-826E-4E05-B48F-FD76960F68D8}">
      <dgm:prSet/>
      <dgm:spPr/>
      <dgm:t>
        <a:bodyPr/>
        <a:lstStyle/>
        <a:p>
          <a:endParaRPr lang="en-US"/>
        </a:p>
      </dgm:t>
    </dgm:pt>
    <dgm:pt modelId="{6035FAFC-0471-43D0-97F0-CB024F224C9F}" type="sibTrans" cxnId="{0AE097EE-826E-4E05-B48F-FD76960F68D8}">
      <dgm:prSet/>
      <dgm:spPr/>
      <dgm:t>
        <a:bodyPr/>
        <a:lstStyle/>
        <a:p>
          <a:endParaRPr lang="en-US"/>
        </a:p>
      </dgm:t>
    </dgm:pt>
    <dgm:pt modelId="{E523AA2E-30E4-4BC8-9F1B-BFC228A08731}">
      <dgm:prSet/>
      <dgm:spPr/>
      <dgm:t>
        <a:bodyPr/>
        <a:lstStyle/>
        <a:p>
          <a:r>
            <a:rPr lang="en-US"/>
            <a:t>Bob must construct an unlocking script </a:t>
          </a:r>
        </a:p>
      </dgm:t>
    </dgm:pt>
    <dgm:pt modelId="{EBB36787-7907-4A19-B7FE-2A74CBDC576B}" type="parTrans" cxnId="{05126069-E107-44FF-A269-6AF4A8447BBC}">
      <dgm:prSet/>
      <dgm:spPr/>
      <dgm:t>
        <a:bodyPr/>
        <a:lstStyle/>
        <a:p>
          <a:endParaRPr lang="en-US"/>
        </a:p>
      </dgm:t>
    </dgm:pt>
    <dgm:pt modelId="{BD649C27-7B86-4699-AE57-08E2C5E46706}" type="sibTrans" cxnId="{05126069-E107-44FF-A269-6AF4A8447BBC}">
      <dgm:prSet/>
      <dgm:spPr/>
      <dgm:t>
        <a:bodyPr/>
        <a:lstStyle/>
        <a:p>
          <a:endParaRPr lang="en-US"/>
        </a:p>
      </dgm:t>
    </dgm:pt>
    <dgm:pt modelId="{BF06F79E-2863-4DF9-8EC8-DB19D0EB0E3E}">
      <dgm:prSet/>
      <dgm:spPr/>
      <dgm:t>
        <a:bodyPr/>
        <a:lstStyle/>
        <a:p>
          <a:r>
            <a:rPr lang="en-US"/>
            <a:t>that presents a valid preimage</a:t>
          </a:r>
          <a:r>
            <a:rPr lang="tr-TR"/>
            <a:t> and a signature:</a:t>
          </a:r>
          <a:endParaRPr lang="en-US"/>
        </a:p>
      </dgm:t>
    </dgm:pt>
    <dgm:pt modelId="{582C5426-DB83-45D7-9B01-1A57EC431ABE}" type="parTrans" cxnId="{960C862A-8FEF-4B3B-BCEB-0DC3105AF42F}">
      <dgm:prSet/>
      <dgm:spPr/>
      <dgm:t>
        <a:bodyPr/>
        <a:lstStyle/>
        <a:p>
          <a:endParaRPr lang="en-US"/>
        </a:p>
      </dgm:t>
    </dgm:pt>
    <dgm:pt modelId="{168000C9-7947-4027-B714-A76A5A111B88}" type="sibTrans" cxnId="{960C862A-8FEF-4B3B-BCEB-0DC3105AF42F}">
      <dgm:prSet/>
      <dgm:spPr/>
      <dgm:t>
        <a:bodyPr/>
        <a:lstStyle/>
        <a:p>
          <a:endParaRPr lang="en-US"/>
        </a:p>
      </dgm:t>
    </dgm:pt>
    <dgm:pt modelId="{46308E61-C260-41A7-AEAF-FFB8339A5B06}">
      <dgm:prSet/>
      <dgm:spPr/>
      <dgm:t>
        <a:bodyPr/>
        <a:lstStyle/>
        <a:p>
          <a:r>
            <a:rPr lang="tr-TR"/>
            <a:t>&lt;Bob's Sig&gt; &lt;hash pre-imag</a:t>
          </a:r>
          <a:endParaRPr lang="en-US"/>
        </a:p>
      </dgm:t>
    </dgm:pt>
    <dgm:pt modelId="{8F09A5DD-B790-42DD-BF0F-872243B4E296}" type="parTrans" cxnId="{CEBE05C4-C821-4C29-BCAC-DACC7EC9BE62}">
      <dgm:prSet/>
      <dgm:spPr/>
      <dgm:t>
        <a:bodyPr/>
        <a:lstStyle/>
        <a:p>
          <a:endParaRPr lang="en-US"/>
        </a:p>
      </dgm:t>
    </dgm:pt>
    <dgm:pt modelId="{908038FE-8E2E-426D-87DE-0A8D94505215}" type="sibTrans" cxnId="{CEBE05C4-C821-4C29-BCAC-DACC7EC9BE62}">
      <dgm:prSet/>
      <dgm:spPr/>
      <dgm:t>
        <a:bodyPr/>
        <a:lstStyle/>
        <a:p>
          <a:endParaRPr lang="en-US"/>
        </a:p>
      </dgm:t>
    </dgm:pt>
    <dgm:pt modelId="{A151DC12-5F94-4D8D-B43B-BF5C29EA51AD}">
      <dgm:prSet/>
      <dgm:spPr/>
      <dgm:t>
        <a:bodyPr/>
        <a:lstStyle/>
        <a:p>
          <a:r>
            <a:rPr lang="en-US"/>
            <a:t>Without presenting the pre-image,</a:t>
          </a:r>
        </a:p>
      </dgm:t>
    </dgm:pt>
    <dgm:pt modelId="{1F66BD9A-C448-4FF9-BDB6-CE7F1F080737}" type="parTrans" cxnId="{BC243CDA-9947-48E9-87CB-192B4A3DF1E8}">
      <dgm:prSet/>
      <dgm:spPr/>
      <dgm:t>
        <a:bodyPr/>
        <a:lstStyle/>
        <a:p>
          <a:endParaRPr lang="en-US"/>
        </a:p>
      </dgm:t>
    </dgm:pt>
    <dgm:pt modelId="{EA49AEC9-BA13-408A-BF80-A54D7B2F6969}" type="sibTrans" cxnId="{BC243CDA-9947-48E9-87CB-192B4A3DF1E8}">
      <dgm:prSet/>
      <dgm:spPr/>
      <dgm:t>
        <a:bodyPr/>
        <a:lstStyle/>
        <a:p>
          <a:endParaRPr lang="en-US"/>
        </a:p>
      </dgm:t>
    </dgm:pt>
    <dgm:pt modelId="{F0DEA57E-2549-4EFC-97AC-6CD375168811}">
      <dgm:prSet/>
      <dgm:spPr/>
      <dgm:t>
        <a:bodyPr/>
        <a:lstStyle/>
        <a:p>
          <a:r>
            <a:rPr lang="en-US"/>
            <a:t>Bob can’t get to the part of the script </a:t>
          </a:r>
        </a:p>
      </dgm:t>
    </dgm:pt>
    <dgm:pt modelId="{38112ADB-C8BA-454D-9A95-A0C5202EDF29}" type="parTrans" cxnId="{D7DC65D6-EC9A-4D7A-88A0-5705FBF5CA1C}">
      <dgm:prSet/>
      <dgm:spPr/>
      <dgm:t>
        <a:bodyPr/>
        <a:lstStyle/>
        <a:p>
          <a:endParaRPr lang="en-US"/>
        </a:p>
      </dgm:t>
    </dgm:pt>
    <dgm:pt modelId="{9F5C2019-85DF-4D77-AF10-5C51E53A6B7E}" type="sibTrans" cxnId="{D7DC65D6-EC9A-4D7A-88A0-5705FBF5CA1C}">
      <dgm:prSet/>
      <dgm:spPr/>
      <dgm:t>
        <a:bodyPr/>
        <a:lstStyle/>
        <a:p>
          <a:endParaRPr lang="en-US"/>
        </a:p>
      </dgm:t>
    </dgm:pt>
    <dgm:pt modelId="{C222A236-DFE5-44B8-9AAB-4F0264E7DC06}">
      <dgm:prSet/>
      <dgm:spPr/>
      <dgm:t>
        <a:bodyPr/>
        <a:lstStyle/>
        <a:p>
          <a:r>
            <a:rPr lang="en-US"/>
            <a:t>that checks</a:t>
          </a:r>
          <a:r>
            <a:rPr lang="tr-TR"/>
            <a:t> for his signature.</a:t>
          </a:r>
          <a:endParaRPr lang="en-US"/>
        </a:p>
      </dgm:t>
    </dgm:pt>
    <dgm:pt modelId="{E945C171-C23E-4143-AF0C-2448AA343B7C}" type="parTrans" cxnId="{21084188-444F-41F9-BB90-884117846628}">
      <dgm:prSet/>
      <dgm:spPr/>
      <dgm:t>
        <a:bodyPr/>
        <a:lstStyle/>
        <a:p>
          <a:endParaRPr lang="en-US"/>
        </a:p>
      </dgm:t>
    </dgm:pt>
    <dgm:pt modelId="{3E3FD8E5-B93E-4ADB-A32A-6E0E0781B4F0}" type="sibTrans" cxnId="{21084188-444F-41F9-BB90-884117846628}">
      <dgm:prSet/>
      <dgm:spPr/>
      <dgm:t>
        <a:bodyPr/>
        <a:lstStyle/>
        <a:p>
          <a:endParaRPr lang="en-US"/>
        </a:p>
      </dgm:t>
    </dgm:pt>
    <dgm:pt modelId="{85BA67EF-42A6-4558-BF35-01522D0A430D}" type="pres">
      <dgm:prSet presAssocID="{21C1798A-C59C-43F1-BE5F-EE7CB71A8D66}" presName="outerComposite" presStyleCnt="0">
        <dgm:presLayoutVars>
          <dgm:chMax val="5"/>
          <dgm:dir/>
          <dgm:resizeHandles val="exact"/>
        </dgm:presLayoutVars>
      </dgm:prSet>
      <dgm:spPr/>
    </dgm:pt>
    <dgm:pt modelId="{56623563-B9CC-4D97-B9FB-16572B6989AB}" type="pres">
      <dgm:prSet presAssocID="{21C1798A-C59C-43F1-BE5F-EE7CB71A8D66}" presName="dummyMaxCanvas" presStyleCnt="0">
        <dgm:presLayoutVars/>
      </dgm:prSet>
      <dgm:spPr/>
    </dgm:pt>
    <dgm:pt modelId="{0AAF44C9-ADE7-4287-857A-9D1AF0934881}" type="pres">
      <dgm:prSet presAssocID="{21C1798A-C59C-43F1-BE5F-EE7CB71A8D66}" presName="FourNodes_1" presStyleLbl="node1" presStyleIdx="0" presStyleCnt="4">
        <dgm:presLayoutVars>
          <dgm:bulletEnabled val="1"/>
        </dgm:presLayoutVars>
      </dgm:prSet>
      <dgm:spPr/>
    </dgm:pt>
    <dgm:pt modelId="{BBDD0C16-43A6-4BBE-9373-B6606695BC33}" type="pres">
      <dgm:prSet presAssocID="{21C1798A-C59C-43F1-BE5F-EE7CB71A8D66}" presName="FourNodes_2" presStyleLbl="node1" presStyleIdx="1" presStyleCnt="4">
        <dgm:presLayoutVars>
          <dgm:bulletEnabled val="1"/>
        </dgm:presLayoutVars>
      </dgm:prSet>
      <dgm:spPr/>
    </dgm:pt>
    <dgm:pt modelId="{9C63CEEC-2E14-4DC0-B622-0A33D41B3252}" type="pres">
      <dgm:prSet presAssocID="{21C1798A-C59C-43F1-BE5F-EE7CB71A8D66}" presName="FourNodes_3" presStyleLbl="node1" presStyleIdx="2" presStyleCnt="4">
        <dgm:presLayoutVars>
          <dgm:bulletEnabled val="1"/>
        </dgm:presLayoutVars>
      </dgm:prSet>
      <dgm:spPr/>
    </dgm:pt>
    <dgm:pt modelId="{BD6D5092-E628-4F63-9551-125D64D852EE}" type="pres">
      <dgm:prSet presAssocID="{21C1798A-C59C-43F1-BE5F-EE7CB71A8D66}" presName="FourNodes_4" presStyleLbl="node1" presStyleIdx="3" presStyleCnt="4">
        <dgm:presLayoutVars>
          <dgm:bulletEnabled val="1"/>
        </dgm:presLayoutVars>
      </dgm:prSet>
      <dgm:spPr/>
    </dgm:pt>
    <dgm:pt modelId="{9781B767-712A-436E-804F-616C7769C955}" type="pres">
      <dgm:prSet presAssocID="{21C1798A-C59C-43F1-BE5F-EE7CB71A8D66}" presName="FourConn_1-2" presStyleLbl="fgAccFollowNode1" presStyleIdx="0" presStyleCnt="3">
        <dgm:presLayoutVars>
          <dgm:bulletEnabled val="1"/>
        </dgm:presLayoutVars>
      </dgm:prSet>
      <dgm:spPr/>
    </dgm:pt>
    <dgm:pt modelId="{FC58CC03-2186-4B2B-96DA-B1C2A6DD1BAC}" type="pres">
      <dgm:prSet presAssocID="{21C1798A-C59C-43F1-BE5F-EE7CB71A8D66}" presName="FourConn_2-3" presStyleLbl="fgAccFollowNode1" presStyleIdx="1" presStyleCnt="3">
        <dgm:presLayoutVars>
          <dgm:bulletEnabled val="1"/>
        </dgm:presLayoutVars>
      </dgm:prSet>
      <dgm:spPr/>
    </dgm:pt>
    <dgm:pt modelId="{36088AC6-9A4A-4D2B-A81F-27A3D3CB0E37}" type="pres">
      <dgm:prSet presAssocID="{21C1798A-C59C-43F1-BE5F-EE7CB71A8D66}" presName="FourConn_3-4" presStyleLbl="fgAccFollowNode1" presStyleIdx="2" presStyleCnt="3">
        <dgm:presLayoutVars>
          <dgm:bulletEnabled val="1"/>
        </dgm:presLayoutVars>
      </dgm:prSet>
      <dgm:spPr/>
    </dgm:pt>
    <dgm:pt modelId="{64E01E15-25A7-4515-8F15-E98A3D861DB7}" type="pres">
      <dgm:prSet presAssocID="{21C1798A-C59C-43F1-BE5F-EE7CB71A8D66}" presName="FourNodes_1_text" presStyleLbl="node1" presStyleIdx="3" presStyleCnt="4">
        <dgm:presLayoutVars>
          <dgm:bulletEnabled val="1"/>
        </dgm:presLayoutVars>
      </dgm:prSet>
      <dgm:spPr/>
    </dgm:pt>
    <dgm:pt modelId="{52DF7BB6-E657-4C87-B5BF-F530101B150B}" type="pres">
      <dgm:prSet presAssocID="{21C1798A-C59C-43F1-BE5F-EE7CB71A8D66}" presName="FourNodes_2_text" presStyleLbl="node1" presStyleIdx="3" presStyleCnt="4">
        <dgm:presLayoutVars>
          <dgm:bulletEnabled val="1"/>
        </dgm:presLayoutVars>
      </dgm:prSet>
      <dgm:spPr/>
    </dgm:pt>
    <dgm:pt modelId="{1A382FB7-B913-4663-8554-7400167B5222}" type="pres">
      <dgm:prSet presAssocID="{21C1798A-C59C-43F1-BE5F-EE7CB71A8D66}" presName="FourNodes_3_text" presStyleLbl="node1" presStyleIdx="3" presStyleCnt="4">
        <dgm:presLayoutVars>
          <dgm:bulletEnabled val="1"/>
        </dgm:presLayoutVars>
      </dgm:prSet>
      <dgm:spPr/>
    </dgm:pt>
    <dgm:pt modelId="{B88E8E4F-C5CA-4CD5-9C8B-70F44CBB3EF0}" type="pres">
      <dgm:prSet presAssocID="{21C1798A-C59C-43F1-BE5F-EE7CB71A8D66}" presName="FourNodes_4_text" presStyleLbl="node1" presStyleIdx="3" presStyleCnt="4">
        <dgm:presLayoutVars>
          <dgm:bulletEnabled val="1"/>
        </dgm:presLayoutVars>
      </dgm:prSet>
      <dgm:spPr/>
    </dgm:pt>
  </dgm:ptLst>
  <dgm:cxnLst>
    <dgm:cxn modelId="{9BAE3A06-F68F-46A1-95D4-D7E6B43FCDDB}" type="presOf" srcId="{E523AA2E-30E4-4BC8-9F1B-BFC228A08731}" destId="{52DF7BB6-E657-4C87-B5BF-F530101B150B}" srcOrd="1" destOrd="1" presId="urn:microsoft.com/office/officeart/2005/8/layout/vProcess5"/>
    <dgm:cxn modelId="{F0D8A61D-C1E9-4C84-A53A-E6BD76F98A98}" type="presOf" srcId="{6035FAFC-0471-43D0-97F0-CB024F224C9F}" destId="{FC58CC03-2186-4B2B-96DA-B1C2A6DD1BAC}" srcOrd="0" destOrd="0" presId="urn:microsoft.com/office/officeart/2005/8/layout/vProcess5"/>
    <dgm:cxn modelId="{960C862A-8FEF-4B3B-BCEB-0DC3105AF42F}" srcId="{0FD63388-D191-4F89-ABEA-2B0BE9051D13}" destId="{BF06F79E-2863-4DF9-8EC8-DB19D0EB0E3E}" srcOrd="1" destOrd="0" parTransId="{582C5426-DB83-45D7-9B01-1A57EC431ABE}" sibTransId="{168000C9-7947-4027-B714-A76A5A111B88}"/>
    <dgm:cxn modelId="{05126069-E107-44FF-A269-6AF4A8447BBC}" srcId="{0FD63388-D191-4F89-ABEA-2B0BE9051D13}" destId="{E523AA2E-30E4-4BC8-9F1B-BFC228A08731}" srcOrd="0" destOrd="0" parTransId="{EBB36787-7907-4A19-B7FE-2A74CBDC576B}" sibTransId="{BD649C27-7B86-4699-AE57-08E2C5E46706}"/>
    <dgm:cxn modelId="{BA8CAF4D-E5A6-4FC4-B3CE-8108D046D986}" type="presOf" srcId="{46308E61-C260-41A7-AEAF-FFB8339A5B06}" destId="{9C63CEEC-2E14-4DC0-B622-0A33D41B3252}" srcOrd="0" destOrd="0" presId="urn:microsoft.com/office/officeart/2005/8/layout/vProcess5"/>
    <dgm:cxn modelId="{0F2EE44D-C786-47EF-AA92-B1FB352684E7}" type="presOf" srcId="{BF06F79E-2863-4DF9-8EC8-DB19D0EB0E3E}" destId="{52DF7BB6-E657-4C87-B5BF-F530101B150B}" srcOrd="1" destOrd="2" presId="urn:microsoft.com/office/officeart/2005/8/layout/vProcess5"/>
    <dgm:cxn modelId="{27F37351-7952-4B13-A989-3B2FB1ABC70F}" type="presOf" srcId="{908038FE-8E2E-426D-87DE-0A8D94505215}" destId="{36088AC6-9A4A-4D2B-A81F-27A3D3CB0E37}" srcOrd="0" destOrd="0" presId="urn:microsoft.com/office/officeart/2005/8/layout/vProcess5"/>
    <dgm:cxn modelId="{21084188-444F-41F9-BB90-884117846628}" srcId="{A151DC12-5F94-4D8D-B43B-BF5C29EA51AD}" destId="{C222A236-DFE5-44B8-9AAB-4F0264E7DC06}" srcOrd="1" destOrd="0" parTransId="{E945C171-C23E-4143-AF0C-2448AA343B7C}" sibTransId="{3E3FD8E5-B93E-4ADB-A32A-6E0E0781B4F0}"/>
    <dgm:cxn modelId="{17C66589-0B19-4B4A-BB11-70D699E9CB36}" type="presOf" srcId="{A10F4852-5CBA-4C71-9B69-4E3F3A178DEE}" destId="{9781B767-712A-436E-804F-616C7769C955}" srcOrd="0" destOrd="0" presId="urn:microsoft.com/office/officeart/2005/8/layout/vProcess5"/>
    <dgm:cxn modelId="{B887CA99-AF7D-4635-832E-8ED5E8B1F9E4}" srcId="{21C1798A-C59C-43F1-BE5F-EE7CB71A8D66}" destId="{06B698AD-5EF9-4BC8-9C9B-4890447026EA}" srcOrd="0" destOrd="0" parTransId="{E9967F7F-3425-49AC-908A-B7A8F4AD7074}" sibTransId="{A10F4852-5CBA-4C71-9B69-4E3F3A178DEE}"/>
    <dgm:cxn modelId="{605B0D9D-8DFD-4E63-B63F-6E70719B5112}" type="presOf" srcId="{A151DC12-5F94-4D8D-B43B-BF5C29EA51AD}" destId="{B88E8E4F-C5CA-4CD5-9C8B-70F44CBB3EF0}" srcOrd="1" destOrd="0" presId="urn:microsoft.com/office/officeart/2005/8/layout/vProcess5"/>
    <dgm:cxn modelId="{801BE3A9-2EB1-45CF-9618-7C71D0264533}" type="presOf" srcId="{E523AA2E-30E4-4BC8-9F1B-BFC228A08731}" destId="{BBDD0C16-43A6-4BBE-9373-B6606695BC33}" srcOrd="0" destOrd="1" presId="urn:microsoft.com/office/officeart/2005/8/layout/vProcess5"/>
    <dgm:cxn modelId="{3A5B15AE-D86B-4B0F-886E-7FCD6A330B26}" type="presOf" srcId="{BF06F79E-2863-4DF9-8EC8-DB19D0EB0E3E}" destId="{BBDD0C16-43A6-4BBE-9373-B6606695BC33}" srcOrd="0" destOrd="2" presId="urn:microsoft.com/office/officeart/2005/8/layout/vProcess5"/>
    <dgm:cxn modelId="{A845FFB4-D754-469E-8224-08C316A51505}" type="presOf" srcId="{0FD63388-D191-4F89-ABEA-2B0BE9051D13}" destId="{BBDD0C16-43A6-4BBE-9373-B6606695BC33}" srcOrd="0" destOrd="0" presId="urn:microsoft.com/office/officeart/2005/8/layout/vProcess5"/>
    <dgm:cxn modelId="{E87072B5-7938-460F-BF65-7F23ECF64258}" type="presOf" srcId="{A151DC12-5F94-4D8D-B43B-BF5C29EA51AD}" destId="{BD6D5092-E628-4F63-9551-125D64D852EE}" srcOrd="0" destOrd="0" presId="urn:microsoft.com/office/officeart/2005/8/layout/vProcess5"/>
    <dgm:cxn modelId="{6236BAB6-C3B8-4A4D-BA6B-21442CDFF9CD}" type="presOf" srcId="{46308E61-C260-41A7-AEAF-FFB8339A5B06}" destId="{1A382FB7-B913-4663-8554-7400167B5222}" srcOrd="1" destOrd="0" presId="urn:microsoft.com/office/officeart/2005/8/layout/vProcess5"/>
    <dgm:cxn modelId="{B3A845B9-B727-466F-A25F-19DC2C76D07E}" type="presOf" srcId="{C222A236-DFE5-44B8-9AAB-4F0264E7DC06}" destId="{B88E8E4F-C5CA-4CD5-9C8B-70F44CBB3EF0}" srcOrd="1" destOrd="2" presId="urn:microsoft.com/office/officeart/2005/8/layout/vProcess5"/>
    <dgm:cxn modelId="{208737BB-8617-41B4-87B1-36AE0A3F7579}" type="presOf" srcId="{06B698AD-5EF9-4BC8-9C9B-4890447026EA}" destId="{64E01E15-25A7-4515-8F15-E98A3D861DB7}" srcOrd="1" destOrd="0" presId="urn:microsoft.com/office/officeart/2005/8/layout/vProcess5"/>
    <dgm:cxn modelId="{CEBE05C4-C821-4C29-BCAC-DACC7EC9BE62}" srcId="{21C1798A-C59C-43F1-BE5F-EE7CB71A8D66}" destId="{46308E61-C260-41A7-AEAF-FFB8339A5B06}" srcOrd="2" destOrd="0" parTransId="{8F09A5DD-B790-42DD-BF0F-872243B4E296}" sibTransId="{908038FE-8E2E-426D-87DE-0A8D94505215}"/>
    <dgm:cxn modelId="{D7DC65D6-EC9A-4D7A-88A0-5705FBF5CA1C}" srcId="{A151DC12-5F94-4D8D-B43B-BF5C29EA51AD}" destId="{F0DEA57E-2549-4EFC-97AC-6CD375168811}" srcOrd="0" destOrd="0" parTransId="{38112ADB-C8BA-454D-9A95-A0C5202EDF29}" sibTransId="{9F5C2019-85DF-4D77-AF10-5C51E53A6B7E}"/>
    <dgm:cxn modelId="{6113D5D9-0FF9-4091-BDE5-3BFC3EEEAF42}" type="presOf" srcId="{C222A236-DFE5-44B8-9AAB-4F0264E7DC06}" destId="{BD6D5092-E628-4F63-9551-125D64D852EE}" srcOrd="0" destOrd="2" presId="urn:microsoft.com/office/officeart/2005/8/layout/vProcess5"/>
    <dgm:cxn modelId="{BC243CDA-9947-48E9-87CB-192B4A3DF1E8}" srcId="{21C1798A-C59C-43F1-BE5F-EE7CB71A8D66}" destId="{A151DC12-5F94-4D8D-B43B-BF5C29EA51AD}" srcOrd="3" destOrd="0" parTransId="{1F66BD9A-C448-4FF9-BDB6-CE7F1F080737}" sibTransId="{EA49AEC9-BA13-408A-BF80-A54D7B2F6969}"/>
    <dgm:cxn modelId="{1BB33EDA-3089-461B-BC2D-08A597036F6F}" type="presOf" srcId="{06B698AD-5EF9-4BC8-9C9B-4890447026EA}" destId="{0AAF44C9-ADE7-4287-857A-9D1AF0934881}" srcOrd="0" destOrd="0" presId="urn:microsoft.com/office/officeart/2005/8/layout/vProcess5"/>
    <dgm:cxn modelId="{815204DC-89AF-4BB8-926C-3055FCDC88B1}" type="presOf" srcId="{F0DEA57E-2549-4EFC-97AC-6CD375168811}" destId="{BD6D5092-E628-4F63-9551-125D64D852EE}" srcOrd="0" destOrd="1" presId="urn:microsoft.com/office/officeart/2005/8/layout/vProcess5"/>
    <dgm:cxn modelId="{92F45BDC-8D06-4B3E-A5BD-C16F1D765075}" type="presOf" srcId="{0FD63388-D191-4F89-ABEA-2B0BE9051D13}" destId="{52DF7BB6-E657-4C87-B5BF-F530101B150B}" srcOrd="1" destOrd="0" presId="urn:microsoft.com/office/officeart/2005/8/layout/vProcess5"/>
    <dgm:cxn modelId="{4881D2E7-0059-4004-8AE5-33F03CB1A0B1}" type="presOf" srcId="{21C1798A-C59C-43F1-BE5F-EE7CB71A8D66}" destId="{85BA67EF-42A6-4558-BF35-01522D0A430D}" srcOrd="0" destOrd="0" presId="urn:microsoft.com/office/officeart/2005/8/layout/vProcess5"/>
    <dgm:cxn modelId="{0AE097EE-826E-4E05-B48F-FD76960F68D8}" srcId="{21C1798A-C59C-43F1-BE5F-EE7CB71A8D66}" destId="{0FD63388-D191-4F89-ABEA-2B0BE9051D13}" srcOrd="1" destOrd="0" parTransId="{3316D9FF-C15A-47AA-B7C3-7C900EC65381}" sibTransId="{6035FAFC-0471-43D0-97F0-CB024F224C9F}"/>
    <dgm:cxn modelId="{6E9316FE-5A28-407E-82EA-15CAACD0F4D1}" type="presOf" srcId="{F0DEA57E-2549-4EFC-97AC-6CD375168811}" destId="{B88E8E4F-C5CA-4CD5-9C8B-70F44CBB3EF0}" srcOrd="1" destOrd="1" presId="urn:microsoft.com/office/officeart/2005/8/layout/vProcess5"/>
    <dgm:cxn modelId="{A95E2626-C954-40BB-9CD4-7A82433CB27E}" type="presParOf" srcId="{85BA67EF-42A6-4558-BF35-01522D0A430D}" destId="{56623563-B9CC-4D97-B9FB-16572B6989AB}" srcOrd="0" destOrd="0" presId="urn:microsoft.com/office/officeart/2005/8/layout/vProcess5"/>
    <dgm:cxn modelId="{8C385B70-12EA-4763-A2C8-37D8E7618CA3}" type="presParOf" srcId="{85BA67EF-42A6-4558-BF35-01522D0A430D}" destId="{0AAF44C9-ADE7-4287-857A-9D1AF0934881}" srcOrd="1" destOrd="0" presId="urn:microsoft.com/office/officeart/2005/8/layout/vProcess5"/>
    <dgm:cxn modelId="{0C9984B9-2D3A-4EB2-A429-24F1A599647F}" type="presParOf" srcId="{85BA67EF-42A6-4558-BF35-01522D0A430D}" destId="{BBDD0C16-43A6-4BBE-9373-B6606695BC33}" srcOrd="2" destOrd="0" presId="urn:microsoft.com/office/officeart/2005/8/layout/vProcess5"/>
    <dgm:cxn modelId="{BD9CE61B-1DC1-4D55-AE74-03EFE38F89FC}" type="presParOf" srcId="{85BA67EF-42A6-4558-BF35-01522D0A430D}" destId="{9C63CEEC-2E14-4DC0-B622-0A33D41B3252}" srcOrd="3" destOrd="0" presId="urn:microsoft.com/office/officeart/2005/8/layout/vProcess5"/>
    <dgm:cxn modelId="{D7F27E0B-CC45-47B5-AE69-BCC98310CC48}" type="presParOf" srcId="{85BA67EF-42A6-4558-BF35-01522D0A430D}" destId="{BD6D5092-E628-4F63-9551-125D64D852EE}" srcOrd="4" destOrd="0" presId="urn:microsoft.com/office/officeart/2005/8/layout/vProcess5"/>
    <dgm:cxn modelId="{40638E94-8BC8-4FCC-AE5A-B68CBE75F213}" type="presParOf" srcId="{85BA67EF-42A6-4558-BF35-01522D0A430D}" destId="{9781B767-712A-436E-804F-616C7769C955}" srcOrd="5" destOrd="0" presId="urn:microsoft.com/office/officeart/2005/8/layout/vProcess5"/>
    <dgm:cxn modelId="{7F9D3C89-8EF5-4AB1-8923-F8A99391AD2E}" type="presParOf" srcId="{85BA67EF-42A6-4558-BF35-01522D0A430D}" destId="{FC58CC03-2186-4B2B-96DA-B1C2A6DD1BAC}" srcOrd="6" destOrd="0" presId="urn:microsoft.com/office/officeart/2005/8/layout/vProcess5"/>
    <dgm:cxn modelId="{023DC0C8-BCB8-4270-B3FD-A256EE85959E}" type="presParOf" srcId="{85BA67EF-42A6-4558-BF35-01522D0A430D}" destId="{36088AC6-9A4A-4D2B-A81F-27A3D3CB0E37}" srcOrd="7" destOrd="0" presId="urn:microsoft.com/office/officeart/2005/8/layout/vProcess5"/>
    <dgm:cxn modelId="{93647373-0965-472B-9F31-ACD7310A2263}" type="presParOf" srcId="{85BA67EF-42A6-4558-BF35-01522D0A430D}" destId="{64E01E15-25A7-4515-8F15-E98A3D861DB7}" srcOrd="8" destOrd="0" presId="urn:microsoft.com/office/officeart/2005/8/layout/vProcess5"/>
    <dgm:cxn modelId="{CDC38141-27AC-495A-84B5-A54FDC85FD69}" type="presParOf" srcId="{85BA67EF-42A6-4558-BF35-01522D0A430D}" destId="{52DF7BB6-E657-4C87-B5BF-F530101B150B}" srcOrd="9" destOrd="0" presId="urn:microsoft.com/office/officeart/2005/8/layout/vProcess5"/>
    <dgm:cxn modelId="{0932BC08-6D36-43AF-A709-B5299474044A}" type="presParOf" srcId="{85BA67EF-42A6-4558-BF35-01522D0A430D}" destId="{1A382FB7-B913-4663-8554-7400167B5222}" srcOrd="10" destOrd="0" presId="urn:microsoft.com/office/officeart/2005/8/layout/vProcess5"/>
    <dgm:cxn modelId="{06A148EE-D1F9-4FF1-B813-8A28AEA5016F}" type="presParOf" srcId="{85BA67EF-42A6-4558-BF35-01522D0A430D}" destId="{B88E8E4F-C5CA-4CD5-9C8B-70F44CBB3EF0}" srcOrd="11" destOrd="0" presId="urn:microsoft.com/office/officeart/2005/8/layout/vProcess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1.xml><?xml version="1.0" encoding="utf-8"?>
<dgm:dataModel xmlns:dgm="http://schemas.openxmlformats.org/drawingml/2006/diagram" xmlns:a="http://schemas.openxmlformats.org/drawingml/2006/main">
  <dgm:ptLst>
    <dgm:pt modelId="{D1C2ECB4-2C09-43DA-B441-06455995CE32}" type="doc">
      <dgm:prSet loTypeId="urn:microsoft.com/office/officeart/2005/8/layout/list1" loCatId="list" qsTypeId="urn:microsoft.com/office/officeart/2005/8/quickstyle/simple5" qsCatId="simple" csTypeId="urn:microsoft.com/office/officeart/2005/8/colors/accent4_3" csCatId="accent4"/>
      <dgm:spPr/>
      <dgm:t>
        <a:bodyPr/>
        <a:lstStyle/>
        <a:p>
          <a:endParaRPr lang="en-US"/>
        </a:p>
      </dgm:t>
    </dgm:pt>
    <dgm:pt modelId="{D2A56115-F701-403E-B3C7-83E0078E1CA2}">
      <dgm:prSet/>
      <dgm:spPr/>
      <dgm:t>
        <a:bodyPr/>
        <a:lstStyle/>
        <a:p>
          <a:r>
            <a:rPr lang="en-US"/>
            <a:t>A very common use </a:t>
          </a:r>
        </a:p>
      </dgm:t>
    </dgm:pt>
    <dgm:pt modelId="{F3D6BFE1-692B-4AE5-9158-7C77BF969BE1}" type="parTrans" cxnId="{46596614-4148-4B85-9C68-8AA276151D78}">
      <dgm:prSet/>
      <dgm:spPr/>
      <dgm:t>
        <a:bodyPr/>
        <a:lstStyle/>
        <a:p>
          <a:endParaRPr lang="en-US"/>
        </a:p>
      </dgm:t>
    </dgm:pt>
    <dgm:pt modelId="{83498CEC-8B67-419F-8A44-081B70779247}" type="sibTrans" cxnId="{46596614-4148-4B85-9C68-8AA276151D78}">
      <dgm:prSet/>
      <dgm:spPr/>
      <dgm:t>
        <a:bodyPr/>
        <a:lstStyle/>
        <a:p>
          <a:endParaRPr lang="en-US"/>
        </a:p>
      </dgm:t>
    </dgm:pt>
    <dgm:pt modelId="{04603A76-0E7E-49F3-BD4D-F0C7005942A9}">
      <dgm:prSet/>
      <dgm:spPr/>
      <dgm:t>
        <a:bodyPr/>
        <a:lstStyle/>
        <a:p>
          <a:r>
            <a:rPr lang="en-US"/>
            <a:t>for flow control in Bitcoin Script is </a:t>
          </a:r>
        </a:p>
      </dgm:t>
    </dgm:pt>
    <dgm:pt modelId="{A9F3C496-ACD9-4197-83AD-7B979B0FEB9D}" type="parTrans" cxnId="{E0946F80-D6FC-4916-B734-12802C7929A7}">
      <dgm:prSet/>
      <dgm:spPr/>
      <dgm:t>
        <a:bodyPr/>
        <a:lstStyle/>
        <a:p>
          <a:endParaRPr lang="en-US"/>
        </a:p>
      </dgm:t>
    </dgm:pt>
    <dgm:pt modelId="{C3F8030C-E525-4B62-88CB-BA57B02D95DA}" type="sibTrans" cxnId="{E0946F80-D6FC-4916-B734-12802C7929A7}">
      <dgm:prSet/>
      <dgm:spPr/>
      <dgm:t>
        <a:bodyPr/>
        <a:lstStyle/>
        <a:p>
          <a:endParaRPr lang="en-US"/>
        </a:p>
      </dgm:t>
    </dgm:pt>
    <dgm:pt modelId="{881D3772-FD5D-47B3-84E5-E6EDD889284E}">
      <dgm:prSet/>
      <dgm:spPr/>
      <dgm:t>
        <a:bodyPr/>
        <a:lstStyle/>
        <a:p>
          <a:r>
            <a:rPr lang="en-US"/>
            <a:t>to construct a redeem script</a:t>
          </a:r>
          <a:r>
            <a:rPr lang="tr-TR"/>
            <a:t> </a:t>
          </a:r>
          <a:r>
            <a:rPr lang="en-US"/>
            <a:t>that </a:t>
          </a:r>
        </a:p>
      </dgm:t>
    </dgm:pt>
    <dgm:pt modelId="{B44441FF-9472-48E3-A791-69A8BF0AC231}" type="parTrans" cxnId="{AF96BA94-B9CB-4A90-A3FA-B076AF4AF4A1}">
      <dgm:prSet/>
      <dgm:spPr/>
      <dgm:t>
        <a:bodyPr/>
        <a:lstStyle/>
        <a:p>
          <a:endParaRPr lang="en-US"/>
        </a:p>
      </dgm:t>
    </dgm:pt>
    <dgm:pt modelId="{2A4D4979-9362-4FF7-AB9F-A08E926BA107}" type="sibTrans" cxnId="{AF96BA94-B9CB-4A90-A3FA-B076AF4AF4A1}">
      <dgm:prSet/>
      <dgm:spPr/>
      <dgm:t>
        <a:bodyPr/>
        <a:lstStyle/>
        <a:p>
          <a:endParaRPr lang="en-US"/>
        </a:p>
      </dgm:t>
    </dgm:pt>
    <dgm:pt modelId="{4202147D-80B8-409C-AF45-47AD6A25A726}">
      <dgm:prSet/>
      <dgm:spPr/>
      <dgm:t>
        <a:bodyPr/>
        <a:lstStyle/>
        <a:p>
          <a:r>
            <a:rPr lang="en-US"/>
            <a:t>offers multiple execution paths, </a:t>
          </a:r>
        </a:p>
      </dgm:t>
    </dgm:pt>
    <dgm:pt modelId="{E41D6E8E-CB65-4679-9E88-0EE26DD456F4}" type="parTrans" cxnId="{4007A66B-5AA2-47E5-AB87-4199846005F9}">
      <dgm:prSet/>
      <dgm:spPr/>
      <dgm:t>
        <a:bodyPr/>
        <a:lstStyle/>
        <a:p>
          <a:endParaRPr lang="en-US"/>
        </a:p>
      </dgm:t>
    </dgm:pt>
    <dgm:pt modelId="{66C46271-B8CE-405A-A816-B62DA85E1E17}" type="sibTrans" cxnId="{4007A66B-5AA2-47E5-AB87-4199846005F9}">
      <dgm:prSet/>
      <dgm:spPr/>
      <dgm:t>
        <a:bodyPr/>
        <a:lstStyle/>
        <a:p>
          <a:endParaRPr lang="en-US"/>
        </a:p>
      </dgm:t>
    </dgm:pt>
    <dgm:pt modelId="{9C41FFF3-FF96-4CA9-9323-E6E3BEEF19CA}">
      <dgm:prSet/>
      <dgm:spPr/>
      <dgm:t>
        <a:bodyPr/>
        <a:lstStyle/>
        <a:p>
          <a:r>
            <a:rPr lang="en-US"/>
            <a:t>each a different way of redeeming the UTXO.</a:t>
          </a:r>
        </a:p>
      </dgm:t>
    </dgm:pt>
    <dgm:pt modelId="{FDA5E84A-A57F-4BCE-BBB6-797FFF8DFA84}" type="parTrans" cxnId="{5BE52D87-97F4-4B2C-ADD4-C34AF684CD23}">
      <dgm:prSet/>
      <dgm:spPr/>
      <dgm:t>
        <a:bodyPr/>
        <a:lstStyle/>
        <a:p>
          <a:endParaRPr lang="en-US"/>
        </a:p>
      </dgm:t>
    </dgm:pt>
    <dgm:pt modelId="{208A27E5-31BC-4A78-984A-484943E9800A}" type="sibTrans" cxnId="{5BE52D87-97F4-4B2C-ADD4-C34AF684CD23}">
      <dgm:prSet/>
      <dgm:spPr/>
      <dgm:t>
        <a:bodyPr/>
        <a:lstStyle/>
        <a:p>
          <a:endParaRPr lang="en-US"/>
        </a:p>
      </dgm:t>
    </dgm:pt>
    <dgm:pt modelId="{1E4B7722-F7B6-4C65-B66C-11E48B5887EB}" type="pres">
      <dgm:prSet presAssocID="{D1C2ECB4-2C09-43DA-B441-06455995CE32}" presName="linear" presStyleCnt="0">
        <dgm:presLayoutVars>
          <dgm:dir/>
          <dgm:animLvl val="lvl"/>
          <dgm:resizeHandles val="exact"/>
        </dgm:presLayoutVars>
      </dgm:prSet>
      <dgm:spPr/>
    </dgm:pt>
    <dgm:pt modelId="{9615D0FE-E9B5-4DF6-9884-B5A9073B4D9E}" type="pres">
      <dgm:prSet presAssocID="{D2A56115-F701-403E-B3C7-83E0078E1CA2}" presName="parentLin" presStyleCnt="0"/>
      <dgm:spPr/>
    </dgm:pt>
    <dgm:pt modelId="{6B693F2B-9EBF-4EAB-BB67-C943F7316ADD}" type="pres">
      <dgm:prSet presAssocID="{D2A56115-F701-403E-B3C7-83E0078E1CA2}" presName="parentLeftMargin" presStyleLbl="node1" presStyleIdx="0" presStyleCnt="2"/>
      <dgm:spPr/>
    </dgm:pt>
    <dgm:pt modelId="{E21D53D4-0FA0-4A7D-88B6-9402DBA36B6B}" type="pres">
      <dgm:prSet presAssocID="{D2A56115-F701-403E-B3C7-83E0078E1CA2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DB5AD6C8-A27F-483C-ACEB-C1ECDB8EADD9}" type="pres">
      <dgm:prSet presAssocID="{D2A56115-F701-403E-B3C7-83E0078E1CA2}" presName="negativeSpace" presStyleCnt="0"/>
      <dgm:spPr/>
    </dgm:pt>
    <dgm:pt modelId="{344837CB-FE15-48A8-8CBD-BC83EE1EC911}" type="pres">
      <dgm:prSet presAssocID="{D2A56115-F701-403E-B3C7-83E0078E1CA2}" presName="childText" presStyleLbl="conFgAcc1" presStyleIdx="0" presStyleCnt="2">
        <dgm:presLayoutVars>
          <dgm:bulletEnabled val="1"/>
        </dgm:presLayoutVars>
      </dgm:prSet>
      <dgm:spPr/>
    </dgm:pt>
    <dgm:pt modelId="{757ADB1C-C238-4515-A6E1-A6EB98A0E05F}" type="pres">
      <dgm:prSet presAssocID="{83498CEC-8B67-419F-8A44-081B70779247}" presName="spaceBetweenRectangles" presStyleCnt="0"/>
      <dgm:spPr/>
    </dgm:pt>
    <dgm:pt modelId="{957FA3F1-425D-4171-BA93-65CAF51843F7}" type="pres">
      <dgm:prSet presAssocID="{4202147D-80B8-409C-AF45-47AD6A25A726}" presName="parentLin" presStyleCnt="0"/>
      <dgm:spPr/>
    </dgm:pt>
    <dgm:pt modelId="{3D17C3AE-0C71-4D88-A299-1D3A13FEC10B}" type="pres">
      <dgm:prSet presAssocID="{4202147D-80B8-409C-AF45-47AD6A25A726}" presName="parentLeftMargin" presStyleLbl="node1" presStyleIdx="0" presStyleCnt="2"/>
      <dgm:spPr/>
    </dgm:pt>
    <dgm:pt modelId="{1828BD39-687A-4875-9CD0-A34F88133768}" type="pres">
      <dgm:prSet presAssocID="{4202147D-80B8-409C-AF45-47AD6A25A726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8487F43C-DCE7-4159-9D67-448B10489206}" type="pres">
      <dgm:prSet presAssocID="{4202147D-80B8-409C-AF45-47AD6A25A726}" presName="negativeSpace" presStyleCnt="0"/>
      <dgm:spPr/>
    </dgm:pt>
    <dgm:pt modelId="{D1E32CB8-DE5B-4426-9914-439BBE4516BD}" type="pres">
      <dgm:prSet presAssocID="{4202147D-80B8-409C-AF45-47AD6A25A726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46596614-4148-4B85-9C68-8AA276151D78}" srcId="{D1C2ECB4-2C09-43DA-B441-06455995CE32}" destId="{D2A56115-F701-403E-B3C7-83E0078E1CA2}" srcOrd="0" destOrd="0" parTransId="{F3D6BFE1-692B-4AE5-9158-7C77BF969BE1}" sibTransId="{83498CEC-8B67-419F-8A44-081B70779247}"/>
    <dgm:cxn modelId="{1FA68419-E960-4748-9CE2-BA34E271D9CD}" type="presOf" srcId="{D1C2ECB4-2C09-43DA-B441-06455995CE32}" destId="{1E4B7722-F7B6-4C65-B66C-11E48B5887EB}" srcOrd="0" destOrd="0" presId="urn:microsoft.com/office/officeart/2005/8/layout/list1"/>
    <dgm:cxn modelId="{0F6C3336-EA86-4B5A-9F2E-6D95D1A52FE3}" type="presOf" srcId="{D2A56115-F701-403E-B3C7-83E0078E1CA2}" destId="{6B693F2B-9EBF-4EAB-BB67-C943F7316ADD}" srcOrd="0" destOrd="0" presId="urn:microsoft.com/office/officeart/2005/8/layout/list1"/>
    <dgm:cxn modelId="{4007A66B-5AA2-47E5-AB87-4199846005F9}" srcId="{D1C2ECB4-2C09-43DA-B441-06455995CE32}" destId="{4202147D-80B8-409C-AF45-47AD6A25A726}" srcOrd="1" destOrd="0" parTransId="{E41D6E8E-CB65-4679-9E88-0EE26DD456F4}" sibTransId="{66C46271-B8CE-405A-A816-B62DA85E1E17}"/>
    <dgm:cxn modelId="{6D17906F-E444-4EBD-AE07-9BFDA26ACBF3}" type="presOf" srcId="{4202147D-80B8-409C-AF45-47AD6A25A726}" destId="{3D17C3AE-0C71-4D88-A299-1D3A13FEC10B}" srcOrd="0" destOrd="0" presId="urn:microsoft.com/office/officeart/2005/8/layout/list1"/>
    <dgm:cxn modelId="{58631E52-63EF-4370-8BA0-5CED3C1117A6}" type="presOf" srcId="{04603A76-0E7E-49F3-BD4D-F0C7005942A9}" destId="{344837CB-FE15-48A8-8CBD-BC83EE1EC911}" srcOrd="0" destOrd="0" presId="urn:microsoft.com/office/officeart/2005/8/layout/list1"/>
    <dgm:cxn modelId="{E0946F80-D6FC-4916-B734-12802C7929A7}" srcId="{D2A56115-F701-403E-B3C7-83E0078E1CA2}" destId="{04603A76-0E7E-49F3-BD4D-F0C7005942A9}" srcOrd="0" destOrd="0" parTransId="{A9F3C496-ACD9-4197-83AD-7B979B0FEB9D}" sibTransId="{C3F8030C-E525-4B62-88CB-BA57B02D95DA}"/>
    <dgm:cxn modelId="{5BE52D87-97F4-4B2C-ADD4-C34AF684CD23}" srcId="{4202147D-80B8-409C-AF45-47AD6A25A726}" destId="{9C41FFF3-FF96-4CA9-9323-E6E3BEEF19CA}" srcOrd="0" destOrd="0" parTransId="{FDA5E84A-A57F-4BCE-BBB6-797FFF8DFA84}" sibTransId="{208A27E5-31BC-4A78-984A-484943E9800A}"/>
    <dgm:cxn modelId="{23212788-87BF-4B27-B8C7-9BE0C8CF0105}" type="presOf" srcId="{D2A56115-F701-403E-B3C7-83E0078E1CA2}" destId="{E21D53D4-0FA0-4A7D-88B6-9402DBA36B6B}" srcOrd="1" destOrd="0" presId="urn:microsoft.com/office/officeart/2005/8/layout/list1"/>
    <dgm:cxn modelId="{AF96BA94-B9CB-4A90-A3FA-B076AF4AF4A1}" srcId="{D2A56115-F701-403E-B3C7-83E0078E1CA2}" destId="{881D3772-FD5D-47B3-84E5-E6EDD889284E}" srcOrd="1" destOrd="0" parTransId="{B44441FF-9472-48E3-A791-69A8BF0AC231}" sibTransId="{2A4D4979-9362-4FF7-AB9F-A08E926BA107}"/>
    <dgm:cxn modelId="{077BE4D6-0991-4777-ACF0-B2C57393CA50}" type="presOf" srcId="{881D3772-FD5D-47B3-84E5-E6EDD889284E}" destId="{344837CB-FE15-48A8-8CBD-BC83EE1EC911}" srcOrd="0" destOrd="1" presId="urn:microsoft.com/office/officeart/2005/8/layout/list1"/>
    <dgm:cxn modelId="{AA42EFDF-D4F6-47B9-8574-13AD235C3BBE}" type="presOf" srcId="{4202147D-80B8-409C-AF45-47AD6A25A726}" destId="{1828BD39-687A-4875-9CD0-A34F88133768}" srcOrd="1" destOrd="0" presId="urn:microsoft.com/office/officeart/2005/8/layout/list1"/>
    <dgm:cxn modelId="{625687FE-66B7-4274-B980-21C54DD98A95}" type="presOf" srcId="{9C41FFF3-FF96-4CA9-9323-E6E3BEEF19CA}" destId="{D1E32CB8-DE5B-4426-9914-439BBE4516BD}" srcOrd="0" destOrd="0" presId="urn:microsoft.com/office/officeart/2005/8/layout/list1"/>
    <dgm:cxn modelId="{314C064E-20B5-4740-A8FF-7FEC95A38B03}" type="presParOf" srcId="{1E4B7722-F7B6-4C65-B66C-11E48B5887EB}" destId="{9615D0FE-E9B5-4DF6-9884-B5A9073B4D9E}" srcOrd="0" destOrd="0" presId="urn:microsoft.com/office/officeart/2005/8/layout/list1"/>
    <dgm:cxn modelId="{0E8E7816-E87F-4573-AB27-578A92D086A4}" type="presParOf" srcId="{9615D0FE-E9B5-4DF6-9884-B5A9073B4D9E}" destId="{6B693F2B-9EBF-4EAB-BB67-C943F7316ADD}" srcOrd="0" destOrd="0" presId="urn:microsoft.com/office/officeart/2005/8/layout/list1"/>
    <dgm:cxn modelId="{4C1B1BF2-7EEF-43D0-B4E2-7FC584916A4A}" type="presParOf" srcId="{9615D0FE-E9B5-4DF6-9884-B5A9073B4D9E}" destId="{E21D53D4-0FA0-4A7D-88B6-9402DBA36B6B}" srcOrd="1" destOrd="0" presId="urn:microsoft.com/office/officeart/2005/8/layout/list1"/>
    <dgm:cxn modelId="{1A197663-37DA-434B-8633-54FBD91AD186}" type="presParOf" srcId="{1E4B7722-F7B6-4C65-B66C-11E48B5887EB}" destId="{DB5AD6C8-A27F-483C-ACEB-C1ECDB8EADD9}" srcOrd="1" destOrd="0" presId="urn:microsoft.com/office/officeart/2005/8/layout/list1"/>
    <dgm:cxn modelId="{4F69964B-08DD-44EA-A8B5-28879E39AD17}" type="presParOf" srcId="{1E4B7722-F7B6-4C65-B66C-11E48B5887EB}" destId="{344837CB-FE15-48A8-8CBD-BC83EE1EC911}" srcOrd="2" destOrd="0" presId="urn:microsoft.com/office/officeart/2005/8/layout/list1"/>
    <dgm:cxn modelId="{6AEE91E2-5B1F-4331-AF81-D04E083D3B81}" type="presParOf" srcId="{1E4B7722-F7B6-4C65-B66C-11E48B5887EB}" destId="{757ADB1C-C238-4515-A6E1-A6EB98A0E05F}" srcOrd="3" destOrd="0" presId="urn:microsoft.com/office/officeart/2005/8/layout/list1"/>
    <dgm:cxn modelId="{54955429-D9EF-425E-9F28-60EDE23E2845}" type="presParOf" srcId="{1E4B7722-F7B6-4C65-B66C-11E48B5887EB}" destId="{957FA3F1-425D-4171-BA93-65CAF51843F7}" srcOrd="4" destOrd="0" presId="urn:microsoft.com/office/officeart/2005/8/layout/list1"/>
    <dgm:cxn modelId="{A509BDD8-1DA4-4915-ACA3-DD9A564F9152}" type="presParOf" srcId="{957FA3F1-425D-4171-BA93-65CAF51843F7}" destId="{3D17C3AE-0C71-4D88-A299-1D3A13FEC10B}" srcOrd="0" destOrd="0" presId="urn:microsoft.com/office/officeart/2005/8/layout/list1"/>
    <dgm:cxn modelId="{C3442572-4882-4736-AA03-CB4755243003}" type="presParOf" srcId="{957FA3F1-425D-4171-BA93-65CAF51843F7}" destId="{1828BD39-687A-4875-9CD0-A34F88133768}" srcOrd="1" destOrd="0" presId="urn:microsoft.com/office/officeart/2005/8/layout/list1"/>
    <dgm:cxn modelId="{83DA7001-1F21-4349-A39B-4E54FB808CF6}" type="presParOf" srcId="{1E4B7722-F7B6-4C65-B66C-11E48B5887EB}" destId="{8487F43C-DCE7-4159-9D67-448B10489206}" srcOrd="5" destOrd="0" presId="urn:microsoft.com/office/officeart/2005/8/layout/list1"/>
    <dgm:cxn modelId="{D708537A-C86A-4FCE-B4F2-2D1402451910}" type="presParOf" srcId="{1E4B7722-F7B6-4C65-B66C-11E48B5887EB}" destId="{D1E32CB8-DE5B-4426-9914-439BBE4516BD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2.xml><?xml version="1.0" encoding="utf-8"?>
<dgm:dataModel xmlns:dgm="http://schemas.openxmlformats.org/drawingml/2006/diagram" xmlns:a="http://schemas.openxmlformats.org/drawingml/2006/main">
  <dgm:ptLst>
    <dgm:pt modelId="{05649C60-0E40-400C-8164-52077AA46FA7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tr-TR"/>
        </a:p>
      </dgm:t>
    </dgm:pt>
    <dgm:pt modelId="{D42A94CB-F928-4029-A224-7F95E33BC252}">
      <dgm:prSet/>
      <dgm:spPr/>
      <dgm:t>
        <a:bodyPr/>
        <a:lstStyle/>
        <a:p>
          <a:r>
            <a:rPr lang="en-US"/>
            <a:t>example, </a:t>
          </a:r>
          <a:r>
            <a:rPr lang="tr-TR"/>
            <a:t>with </a:t>
          </a:r>
          <a:r>
            <a:rPr lang="en-US"/>
            <a:t>two signers, </a:t>
          </a:r>
          <a:endParaRPr lang="tr-TR"/>
        </a:p>
      </dgm:t>
    </dgm:pt>
    <dgm:pt modelId="{AF3A03D2-9270-4215-8AF5-6567F09E2056}" type="parTrans" cxnId="{49EA867B-BF7F-4CF6-A709-640AAA8BC0A1}">
      <dgm:prSet/>
      <dgm:spPr/>
      <dgm:t>
        <a:bodyPr/>
        <a:lstStyle/>
        <a:p>
          <a:endParaRPr lang="tr-TR"/>
        </a:p>
      </dgm:t>
    </dgm:pt>
    <dgm:pt modelId="{BB73393F-8EF4-4A30-800E-3A35DD8299BD}" type="sibTrans" cxnId="{49EA867B-BF7F-4CF6-A709-640AAA8BC0A1}">
      <dgm:prSet/>
      <dgm:spPr/>
      <dgm:t>
        <a:bodyPr/>
        <a:lstStyle/>
        <a:p>
          <a:endParaRPr lang="tr-TR"/>
        </a:p>
      </dgm:t>
    </dgm:pt>
    <dgm:pt modelId="{6A6B5CBB-E2B1-4D47-9A81-5E42477845D7}">
      <dgm:prSet/>
      <dgm:spPr/>
      <dgm:t>
        <a:bodyPr/>
        <a:lstStyle/>
        <a:p>
          <a:r>
            <a:rPr lang="en-US"/>
            <a:t>Alice and Bob, </a:t>
          </a:r>
          <a:endParaRPr lang="tr-TR"/>
        </a:p>
      </dgm:t>
    </dgm:pt>
    <dgm:pt modelId="{B9DFB87B-4509-4E6D-8BC7-EA3605E00651}" type="parTrans" cxnId="{F7AEEE30-D7FC-4DD0-8487-4E0DB36B98AF}">
      <dgm:prSet/>
      <dgm:spPr/>
      <dgm:t>
        <a:bodyPr/>
        <a:lstStyle/>
        <a:p>
          <a:endParaRPr lang="tr-TR"/>
        </a:p>
      </dgm:t>
    </dgm:pt>
    <dgm:pt modelId="{9124A9F3-FC78-4E03-827A-83FE77C1E907}" type="sibTrans" cxnId="{F7AEEE30-D7FC-4DD0-8487-4E0DB36B98AF}">
      <dgm:prSet/>
      <dgm:spPr/>
      <dgm:t>
        <a:bodyPr/>
        <a:lstStyle/>
        <a:p>
          <a:endParaRPr lang="tr-TR"/>
        </a:p>
      </dgm:t>
    </dgm:pt>
    <dgm:pt modelId="{91BCA9BC-5258-49AF-B38F-07A41EFA676A}">
      <dgm:prSet/>
      <dgm:spPr/>
      <dgm:t>
        <a:bodyPr/>
        <a:lstStyle/>
        <a:p>
          <a:r>
            <a:rPr lang="en-US"/>
            <a:t>Either</a:t>
          </a:r>
          <a:r>
            <a:rPr lang="tr-TR"/>
            <a:t> </a:t>
          </a:r>
          <a:r>
            <a:rPr lang="en-US"/>
            <a:t>one is able to redeem. </a:t>
          </a:r>
          <a:endParaRPr lang="tr-TR"/>
        </a:p>
      </dgm:t>
    </dgm:pt>
    <dgm:pt modelId="{076E9FAA-9E4C-4C5E-868A-19026AAF0114}" type="parTrans" cxnId="{6CED3ABC-80C5-44F7-9B33-455FD6C73DAC}">
      <dgm:prSet/>
      <dgm:spPr/>
      <dgm:t>
        <a:bodyPr/>
        <a:lstStyle/>
        <a:p>
          <a:endParaRPr lang="tr-TR"/>
        </a:p>
      </dgm:t>
    </dgm:pt>
    <dgm:pt modelId="{DB4E7237-B578-4B91-A776-9BFA6C5E33D9}" type="sibTrans" cxnId="{6CED3ABC-80C5-44F7-9B33-455FD6C73DAC}">
      <dgm:prSet/>
      <dgm:spPr/>
      <dgm:t>
        <a:bodyPr/>
        <a:lstStyle/>
        <a:p>
          <a:endParaRPr lang="tr-TR"/>
        </a:p>
      </dgm:t>
    </dgm:pt>
    <dgm:pt modelId="{F2D02036-D5A2-4413-B9D2-7EC838DED3AD}">
      <dgm:prSet/>
      <dgm:spPr/>
      <dgm:t>
        <a:bodyPr/>
        <a:lstStyle/>
        <a:p>
          <a:r>
            <a:rPr lang="en-US"/>
            <a:t>With multisig, </a:t>
          </a:r>
          <a:endParaRPr lang="tr-TR"/>
        </a:p>
      </dgm:t>
    </dgm:pt>
    <dgm:pt modelId="{50388BBA-750A-436E-A4D4-2F35DDC01A8D}" type="parTrans" cxnId="{716CD20B-7911-4D6D-A3E8-F1089486EFBF}">
      <dgm:prSet/>
      <dgm:spPr/>
      <dgm:t>
        <a:bodyPr/>
        <a:lstStyle/>
        <a:p>
          <a:endParaRPr lang="tr-TR"/>
        </a:p>
      </dgm:t>
    </dgm:pt>
    <dgm:pt modelId="{0310C9A4-E09E-45CB-B239-AD8DC9FA3613}" type="sibTrans" cxnId="{716CD20B-7911-4D6D-A3E8-F1089486EFBF}">
      <dgm:prSet/>
      <dgm:spPr/>
      <dgm:t>
        <a:bodyPr/>
        <a:lstStyle/>
        <a:p>
          <a:endParaRPr lang="tr-TR"/>
        </a:p>
      </dgm:t>
    </dgm:pt>
    <dgm:pt modelId="{F9AC3F98-51A0-41B8-B507-D4F61B914B18}">
      <dgm:prSet/>
      <dgm:spPr/>
      <dgm:t>
        <a:bodyPr/>
        <a:lstStyle/>
        <a:p>
          <a:r>
            <a:rPr lang="en-US"/>
            <a:t>this would be expressed as a 1-of-2 multisig</a:t>
          </a:r>
          <a:r>
            <a:rPr lang="tr-TR"/>
            <a:t> </a:t>
          </a:r>
          <a:r>
            <a:rPr lang="en-US"/>
            <a:t>script. </a:t>
          </a:r>
          <a:endParaRPr lang="tr-TR"/>
        </a:p>
      </dgm:t>
    </dgm:pt>
    <dgm:pt modelId="{6516952E-FEAE-4221-A8A2-F1D8E34BCC5D}" type="parTrans" cxnId="{3E41E4BE-ECD3-4350-8E50-2723443614C2}">
      <dgm:prSet/>
      <dgm:spPr/>
      <dgm:t>
        <a:bodyPr/>
        <a:lstStyle/>
        <a:p>
          <a:endParaRPr lang="tr-TR"/>
        </a:p>
      </dgm:t>
    </dgm:pt>
    <dgm:pt modelId="{5EB63584-ABF6-4281-A949-256CA15346F4}" type="sibTrans" cxnId="{3E41E4BE-ECD3-4350-8E50-2723443614C2}">
      <dgm:prSet/>
      <dgm:spPr/>
      <dgm:t>
        <a:bodyPr/>
        <a:lstStyle/>
        <a:p>
          <a:endParaRPr lang="tr-TR"/>
        </a:p>
      </dgm:t>
    </dgm:pt>
    <dgm:pt modelId="{E61313CC-08B7-4158-BB4F-3DED870DEECC}">
      <dgm:prSet/>
      <dgm:spPr/>
      <dgm:t>
        <a:bodyPr/>
        <a:lstStyle/>
        <a:p>
          <a:r>
            <a:rPr lang="en-US"/>
            <a:t>For the sake of demonstration, </a:t>
          </a:r>
          <a:endParaRPr lang="tr-TR"/>
        </a:p>
      </dgm:t>
    </dgm:pt>
    <dgm:pt modelId="{124189EA-D2F6-449A-95CC-58F6C16078A7}" type="parTrans" cxnId="{4B4483B5-B811-4678-A0EF-929DDAA700E4}">
      <dgm:prSet/>
      <dgm:spPr/>
      <dgm:t>
        <a:bodyPr/>
        <a:lstStyle/>
        <a:p>
          <a:endParaRPr lang="tr-TR"/>
        </a:p>
      </dgm:t>
    </dgm:pt>
    <dgm:pt modelId="{6D29A369-B87F-4357-9819-5EC3FBA32516}" type="sibTrans" cxnId="{4B4483B5-B811-4678-A0EF-929DDAA700E4}">
      <dgm:prSet/>
      <dgm:spPr/>
      <dgm:t>
        <a:bodyPr/>
        <a:lstStyle/>
        <a:p>
          <a:endParaRPr lang="tr-TR"/>
        </a:p>
      </dgm:t>
    </dgm:pt>
    <dgm:pt modelId="{F3986308-4F48-4B2F-8552-3BD1C26BE85D}">
      <dgm:prSet/>
      <dgm:spPr/>
      <dgm:t>
        <a:bodyPr/>
        <a:lstStyle/>
        <a:p>
          <a:r>
            <a:rPr lang="en-US"/>
            <a:t>we will do the same thing with an IF clause:</a:t>
          </a:r>
          <a:endParaRPr lang="tr-TR"/>
        </a:p>
      </dgm:t>
    </dgm:pt>
    <dgm:pt modelId="{B4BE8EDD-8F38-48F7-A307-1F8A24EF789B}" type="parTrans" cxnId="{CF413E85-C95A-49F6-9F68-5B22C06986DD}">
      <dgm:prSet/>
      <dgm:spPr/>
      <dgm:t>
        <a:bodyPr/>
        <a:lstStyle/>
        <a:p>
          <a:endParaRPr lang="tr-TR"/>
        </a:p>
      </dgm:t>
    </dgm:pt>
    <dgm:pt modelId="{7ABED96D-731A-4EAD-8167-3040BF615CD0}" type="sibTrans" cxnId="{CF413E85-C95A-49F6-9F68-5B22C06986DD}">
      <dgm:prSet/>
      <dgm:spPr/>
      <dgm:t>
        <a:bodyPr/>
        <a:lstStyle/>
        <a:p>
          <a:endParaRPr lang="tr-TR"/>
        </a:p>
      </dgm:t>
    </dgm:pt>
    <dgm:pt modelId="{67CD8EF4-B8D7-4FCD-9572-3EEC88696F76}" type="pres">
      <dgm:prSet presAssocID="{05649C60-0E40-400C-8164-52077AA46FA7}" presName="linear" presStyleCnt="0">
        <dgm:presLayoutVars>
          <dgm:animLvl val="lvl"/>
          <dgm:resizeHandles val="exact"/>
        </dgm:presLayoutVars>
      </dgm:prSet>
      <dgm:spPr/>
    </dgm:pt>
    <dgm:pt modelId="{1CA3033F-59D1-4E75-A2FA-4E5D1B303EBE}" type="pres">
      <dgm:prSet presAssocID="{D42A94CB-F928-4029-A224-7F95E33BC252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1252D12E-60E5-405A-8D93-66F7E091B5F8}" type="pres">
      <dgm:prSet presAssocID="{D42A94CB-F928-4029-A224-7F95E33BC252}" presName="childText" presStyleLbl="revTx" presStyleIdx="0" presStyleCnt="3">
        <dgm:presLayoutVars>
          <dgm:bulletEnabled val="1"/>
        </dgm:presLayoutVars>
      </dgm:prSet>
      <dgm:spPr/>
    </dgm:pt>
    <dgm:pt modelId="{B03DF853-2594-4558-AF02-6901DA368350}" type="pres">
      <dgm:prSet presAssocID="{F2D02036-D5A2-4413-B9D2-7EC838DED3AD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946188A7-684E-4017-A131-354800398B71}" type="pres">
      <dgm:prSet presAssocID="{F2D02036-D5A2-4413-B9D2-7EC838DED3AD}" presName="childText" presStyleLbl="revTx" presStyleIdx="1" presStyleCnt="3">
        <dgm:presLayoutVars>
          <dgm:bulletEnabled val="1"/>
        </dgm:presLayoutVars>
      </dgm:prSet>
      <dgm:spPr/>
    </dgm:pt>
    <dgm:pt modelId="{A807CCFE-9980-4AAE-A21A-70D191E80800}" type="pres">
      <dgm:prSet presAssocID="{E61313CC-08B7-4158-BB4F-3DED870DEECC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095BE3A8-2DB1-47DD-885C-F53FEDB343F5}" type="pres">
      <dgm:prSet presAssocID="{E61313CC-08B7-4158-BB4F-3DED870DEECC}" presName="childText" presStyleLbl="revTx" presStyleIdx="2" presStyleCnt="3">
        <dgm:presLayoutVars>
          <dgm:bulletEnabled val="1"/>
        </dgm:presLayoutVars>
      </dgm:prSet>
      <dgm:spPr/>
    </dgm:pt>
  </dgm:ptLst>
  <dgm:cxnLst>
    <dgm:cxn modelId="{716CD20B-7911-4D6D-A3E8-F1089486EFBF}" srcId="{05649C60-0E40-400C-8164-52077AA46FA7}" destId="{F2D02036-D5A2-4413-B9D2-7EC838DED3AD}" srcOrd="1" destOrd="0" parTransId="{50388BBA-750A-436E-A4D4-2F35DDC01A8D}" sibTransId="{0310C9A4-E09E-45CB-B239-AD8DC9FA3613}"/>
    <dgm:cxn modelId="{A0741E1E-E0BA-45F0-8856-F9039B5702E5}" type="presOf" srcId="{D42A94CB-F928-4029-A224-7F95E33BC252}" destId="{1CA3033F-59D1-4E75-A2FA-4E5D1B303EBE}" srcOrd="0" destOrd="0" presId="urn:microsoft.com/office/officeart/2005/8/layout/vList2"/>
    <dgm:cxn modelId="{F7AEEE30-D7FC-4DD0-8487-4E0DB36B98AF}" srcId="{D42A94CB-F928-4029-A224-7F95E33BC252}" destId="{6A6B5CBB-E2B1-4D47-9A81-5E42477845D7}" srcOrd="0" destOrd="0" parTransId="{B9DFB87B-4509-4E6D-8BC7-EA3605E00651}" sibTransId="{9124A9F3-FC78-4E03-827A-83FE77C1E907}"/>
    <dgm:cxn modelId="{49EA867B-BF7F-4CF6-A709-640AAA8BC0A1}" srcId="{05649C60-0E40-400C-8164-52077AA46FA7}" destId="{D42A94CB-F928-4029-A224-7F95E33BC252}" srcOrd="0" destOrd="0" parTransId="{AF3A03D2-9270-4215-8AF5-6567F09E2056}" sibTransId="{BB73393F-8EF4-4A30-800E-3A35DD8299BD}"/>
    <dgm:cxn modelId="{CF413E85-C95A-49F6-9F68-5B22C06986DD}" srcId="{E61313CC-08B7-4158-BB4F-3DED870DEECC}" destId="{F3986308-4F48-4B2F-8552-3BD1C26BE85D}" srcOrd="0" destOrd="0" parTransId="{B4BE8EDD-8F38-48F7-A307-1F8A24EF789B}" sibTransId="{7ABED96D-731A-4EAD-8167-3040BF615CD0}"/>
    <dgm:cxn modelId="{F5F53897-217F-447E-9F84-27F7CA6AD937}" type="presOf" srcId="{05649C60-0E40-400C-8164-52077AA46FA7}" destId="{67CD8EF4-B8D7-4FCD-9572-3EEC88696F76}" srcOrd="0" destOrd="0" presId="urn:microsoft.com/office/officeart/2005/8/layout/vList2"/>
    <dgm:cxn modelId="{FC7A7FB0-F0A1-418A-8612-D2B342E62041}" type="presOf" srcId="{91BCA9BC-5258-49AF-B38F-07A41EFA676A}" destId="{1252D12E-60E5-405A-8D93-66F7E091B5F8}" srcOrd="0" destOrd="1" presId="urn:microsoft.com/office/officeart/2005/8/layout/vList2"/>
    <dgm:cxn modelId="{4B4483B5-B811-4678-A0EF-929DDAA700E4}" srcId="{05649C60-0E40-400C-8164-52077AA46FA7}" destId="{E61313CC-08B7-4158-BB4F-3DED870DEECC}" srcOrd="2" destOrd="0" parTransId="{124189EA-D2F6-449A-95CC-58F6C16078A7}" sibTransId="{6D29A369-B87F-4357-9819-5EC3FBA32516}"/>
    <dgm:cxn modelId="{6CED3ABC-80C5-44F7-9B33-455FD6C73DAC}" srcId="{D42A94CB-F928-4029-A224-7F95E33BC252}" destId="{91BCA9BC-5258-49AF-B38F-07A41EFA676A}" srcOrd="1" destOrd="0" parTransId="{076E9FAA-9E4C-4C5E-868A-19026AAF0114}" sibTransId="{DB4E7237-B578-4B91-A776-9BFA6C5E33D9}"/>
    <dgm:cxn modelId="{3E41E4BE-ECD3-4350-8E50-2723443614C2}" srcId="{F2D02036-D5A2-4413-B9D2-7EC838DED3AD}" destId="{F9AC3F98-51A0-41B8-B507-D4F61B914B18}" srcOrd="0" destOrd="0" parTransId="{6516952E-FEAE-4221-A8A2-F1D8E34BCC5D}" sibTransId="{5EB63584-ABF6-4281-A949-256CA15346F4}"/>
    <dgm:cxn modelId="{0D2D75C1-B5D4-4025-8BBD-1505A11C7E41}" type="presOf" srcId="{F9AC3F98-51A0-41B8-B507-D4F61B914B18}" destId="{946188A7-684E-4017-A131-354800398B71}" srcOrd="0" destOrd="0" presId="urn:microsoft.com/office/officeart/2005/8/layout/vList2"/>
    <dgm:cxn modelId="{7D130EC4-93E0-47BF-940F-1422E5DBAEBC}" type="presOf" srcId="{6A6B5CBB-E2B1-4D47-9A81-5E42477845D7}" destId="{1252D12E-60E5-405A-8D93-66F7E091B5F8}" srcOrd="0" destOrd="0" presId="urn:microsoft.com/office/officeart/2005/8/layout/vList2"/>
    <dgm:cxn modelId="{B9DCB2D9-CE5A-4A14-B9A2-BA868EB239F1}" type="presOf" srcId="{E61313CC-08B7-4158-BB4F-3DED870DEECC}" destId="{A807CCFE-9980-4AAE-A21A-70D191E80800}" srcOrd="0" destOrd="0" presId="urn:microsoft.com/office/officeart/2005/8/layout/vList2"/>
    <dgm:cxn modelId="{258962E0-BD2C-42D2-A3E6-F7AA7EE6BD00}" type="presOf" srcId="{F2D02036-D5A2-4413-B9D2-7EC838DED3AD}" destId="{B03DF853-2594-4558-AF02-6901DA368350}" srcOrd="0" destOrd="0" presId="urn:microsoft.com/office/officeart/2005/8/layout/vList2"/>
    <dgm:cxn modelId="{24E742E9-9380-448F-A297-61C3E44059B7}" type="presOf" srcId="{F3986308-4F48-4B2F-8552-3BD1C26BE85D}" destId="{095BE3A8-2DB1-47DD-885C-F53FEDB343F5}" srcOrd="0" destOrd="0" presId="urn:microsoft.com/office/officeart/2005/8/layout/vList2"/>
    <dgm:cxn modelId="{B9FD556D-67D2-4505-9874-E238A4165C8F}" type="presParOf" srcId="{67CD8EF4-B8D7-4FCD-9572-3EEC88696F76}" destId="{1CA3033F-59D1-4E75-A2FA-4E5D1B303EBE}" srcOrd="0" destOrd="0" presId="urn:microsoft.com/office/officeart/2005/8/layout/vList2"/>
    <dgm:cxn modelId="{C3EBAEA3-428F-49B7-A3D9-8777E22FB4F2}" type="presParOf" srcId="{67CD8EF4-B8D7-4FCD-9572-3EEC88696F76}" destId="{1252D12E-60E5-405A-8D93-66F7E091B5F8}" srcOrd="1" destOrd="0" presId="urn:microsoft.com/office/officeart/2005/8/layout/vList2"/>
    <dgm:cxn modelId="{05E61DC1-A121-4687-9896-21A2361D04B0}" type="presParOf" srcId="{67CD8EF4-B8D7-4FCD-9572-3EEC88696F76}" destId="{B03DF853-2594-4558-AF02-6901DA368350}" srcOrd="2" destOrd="0" presId="urn:microsoft.com/office/officeart/2005/8/layout/vList2"/>
    <dgm:cxn modelId="{53BE67B4-CADD-4530-826C-50157AB413C5}" type="presParOf" srcId="{67CD8EF4-B8D7-4FCD-9572-3EEC88696F76}" destId="{946188A7-684E-4017-A131-354800398B71}" srcOrd="3" destOrd="0" presId="urn:microsoft.com/office/officeart/2005/8/layout/vList2"/>
    <dgm:cxn modelId="{D608A685-713F-4371-8CCA-05E985985F86}" type="presParOf" srcId="{67CD8EF4-B8D7-4FCD-9572-3EEC88696F76}" destId="{A807CCFE-9980-4AAE-A21A-70D191E80800}" srcOrd="4" destOrd="0" presId="urn:microsoft.com/office/officeart/2005/8/layout/vList2"/>
    <dgm:cxn modelId="{E4D32456-47BB-41DE-8289-9B298FFBC42A}" type="presParOf" srcId="{67CD8EF4-B8D7-4FCD-9572-3EEC88696F76}" destId="{095BE3A8-2DB1-47DD-885C-F53FEDB343F5}" srcOrd="5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3.xml><?xml version="1.0" encoding="utf-8"?>
<dgm:dataModel xmlns:dgm="http://schemas.openxmlformats.org/drawingml/2006/diagram" xmlns:a="http://schemas.openxmlformats.org/drawingml/2006/main">
  <dgm:ptLst>
    <dgm:pt modelId="{E608E62A-1031-457B-8C28-1F4DF444BCD1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tr-TR"/>
        </a:p>
      </dgm:t>
    </dgm:pt>
    <dgm:pt modelId="{8EDCF0E9-0F09-41F7-95EC-281FAC087B1E}">
      <dgm:prSet/>
      <dgm:spPr/>
      <dgm:t>
        <a:bodyPr/>
        <a:lstStyle/>
        <a:p>
          <a:r>
            <a:rPr lang="en-US"/>
            <a:t>“Where is the condition?</a:t>
          </a:r>
          <a:endParaRPr lang="tr-TR"/>
        </a:p>
      </dgm:t>
    </dgm:pt>
    <dgm:pt modelId="{8F8BA4E2-6104-43ED-BDFD-F66A00E6F0A9}" type="parTrans" cxnId="{BDCF5D6F-BF92-4042-AF2B-8E796742F4E5}">
      <dgm:prSet/>
      <dgm:spPr/>
      <dgm:t>
        <a:bodyPr/>
        <a:lstStyle/>
        <a:p>
          <a:endParaRPr lang="tr-TR"/>
        </a:p>
      </dgm:t>
    </dgm:pt>
    <dgm:pt modelId="{05A24E38-ADEC-45D3-987B-B59CBBEC7B0F}" type="sibTrans" cxnId="{BDCF5D6F-BF92-4042-AF2B-8E796742F4E5}">
      <dgm:prSet/>
      <dgm:spPr/>
      <dgm:t>
        <a:bodyPr/>
        <a:lstStyle/>
        <a:p>
          <a:endParaRPr lang="tr-TR"/>
        </a:p>
      </dgm:t>
    </dgm:pt>
    <dgm:pt modelId="{C8D0C29E-B212-4967-A2A9-41E0691C0098}">
      <dgm:prSet/>
      <dgm:spPr/>
      <dgm:t>
        <a:bodyPr/>
        <a:lstStyle/>
        <a:p>
          <a:r>
            <a:rPr lang="en-US"/>
            <a:t>There is nothing preceding the IF clause!”</a:t>
          </a:r>
          <a:endParaRPr lang="tr-TR"/>
        </a:p>
      </dgm:t>
    </dgm:pt>
    <dgm:pt modelId="{A9FC881A-23B8-4352-864F-55931A6EDA67}" type="parTrans" cxnId="{1DC6DE9F-8861-4493-9793-0A6C24E84720}">
      <dgm:prSet/>
      <dgm:spPr/>
      <dgm:t>
        <a:bodyPr/>
        <a:lstStyle/>
        <a:p>
          <a:endParaRPr lang="tr-TR"/>
        </a:p>
      </dgm:t>
    </dgm:pt>
    <dgm:pt modelId="{2A6590AA-543D-4861-BCA4-49A9C28F9A46}" type="sibTrans" cxnId="{1DC6DE9F-8861-4493-9793-0A6C24E84720}">
      <dgm:prSet/>
      <dgm:spPr/>
      <dgm:t>
        <a:bodyPr/>
        <a:lstStyle/>
        <a:p>
          <a:endParaRPr lang="tr-TR"/>
        </a:p>
      </dgm:t>
    </dgm:pt>
    <dgm:pt modelId="{4EEFD99A-CE80-461E-81BC-FA1A6708EE84}">
      <dgm:prSet/>
      <dgm:spPr/>
      <dgm:t>
        <a:bodyPr/>
        <a:lstStyle/>
        <a:p>
          <a:r>
            <a:rPr lang="en-US"/>
            <a:t>The condition is </a:t>
          </a:r>
          <a:endParaRPr lang="tr-TR"/>
        </a:p>
      </dgm:t>
    </dgm:pt>
    <dgm:pt modelId="{31EB91CA-8DBA-4968-83B3-F4D405679496}" type="parTrans" cxnId="{76F19427-D831-4B11-9E01-A10024F82F4A}">
      <dgm:prSet/>
      <dgm:spPr/>
      <dgm:t>
        <a:bodyPr/>
        <a:lstStyle/>
        <a:p>
          <a:endParaRPr lang="tr-TR"/>
        </a:p>
      </dgm:t>
    </dgm:pt>
    <dgm:pt modelId="{998E60A8-320C-4891-9E0C-B59F9793F766}" type="sibTrans" cxnId="{76F19427-D831-4B11-9E01-A10024F82F4A}">
      <dgm:prSet/>
      <dgm:spPr/>
      <dgm:t>
        <a:bodyPr/>
        <a:lstStyle/>
        <a:p>
          <a:endParaRPr lang="tr-TR"/>
        </a:p>
      </dgm:t>
    </dgm:pt>
    <dgm:pt modelId="{4459E874-FCBE-4919-A94D-7108ABA4E2AD}">
      <dgm:prSet/>
      <dgm:spPr/>
      <dgm:t>
        <a:bodyPr/>
        <a:lstStyle/>
        <a:p>
          <a:r>
            <a:rPr lang="en-US"/>
            <a:t>not part of the redeem script.</a:t>
          </a:r>
          <a:endParaRPr lang="tr-TR"/>
        </a:p>
      </dgm:t>
    </dgm:pt>
    <dgm:pt modelId="{BC90EDED-43AD-4DF5-8096-CB742898BCBC}" type="parTrans" cxnId="{5A0A74BC-DD4B-468D-A714-60281AFC796D}">
      <dgm:prSet/>
      <dgm:spPr/>
      <dgm:t>
        <a:bodyPr/>
        <a:lstStyle/>
        <a:p>
          <a:endParaRPr lang="tr-TR"/>
        </a:p>
      </dgm:t>
    </dgm:pt>
    <dgm:pt modelId="{1F47665E-9597-4D78-B458-A5AB2B94A6D3}" type="sibTrans" cxnId="{5A0A74BC-DD4B-468D-A714-60281AFC796D}">
      <dgm:prSet/>
      <dgm:spPr/>
      <dgm:t>
        <a:bodyPr/>
        <a:lstStyle/>
        <a:p>
          <a:endParaRPr lang="tr-TR"/>
        </a:p>
      </dgm:t>
    </dgm:pt>
    <dgm:pt modelId="{FB576CC4-0893-43DF-97A5-E3C4377602CD}">
      <dgm:prSet/>
      <dgm:spPr/>
      <dgm:t>
        <a:bodyPr/>
        <a:lstStyle/>
        <a:p>
          <a:r>
            <a:rPr lang="en-US"/>
            <a:t>Instead, the condition </a:t>
          </a:r>
          <a:endParaRPr lang="tr-TR"/>
        </a:p>
      </dgm:t>
    </dgm:pt>
    <dgm:pt modelId="{B4C79C23-2C5C-4D2A-8BEC-28D4B0F38B0F}" type="parTrans" cxnId="{C3D225DD-E7DB-44D8-B05A-41E52F2B2F78}">
      <dgm:prSet/>
      <dgm:spPr/>
      <dgm:t>
        <a:bodyPr/>
        <a:lstStyle/>
        <a:p>
          <a:endParaRPr lang="tr-TR"/>
        </a:p>
      </dgm:t>
    </dgm:pt>
    <dgm:pt modelId="{B7FA83AE-EE97-4BC5-AD39-55861C3EE1BE}" type="sibTrans" cxnId="{C3D225DD-E7DB-44D8-B05A-41E52F2B2F78}">
      <dgm:prSet/>
      <dgm:spPr/>
      <dgm:t>
        <a:bodyPr/>
        <a:lstStyle/>
        <a:p>
          <a:endParaRPr lang="tr-TR"/>
        </a:p>
      </dgm:t>
    </dgm:pt>
    <dgm:pt modelId="{5DA1490B-AEFC-43C1-BC32-BEC2B18DD4B7}">
      <dgm:prSet/>
      <dgm:spPr/>
      <dgm:t>
        <a:bodyPr/>
        <a:lstStyle/>
        <a:p>
          <a:r>
            <a:rPr lang="en-US"/>
            <a:t>will be offered</a:t>
          </a:r>
          <a:r>
            <a:rPr lang="tr-TR"/>
            <a:t> </a:t>
          </a:r>
          <a:r>
            <a:rPr lang="en-US"/>
            <a:t>in the unlocking script, </a:t>
          </a:r>
          <a:endParaRPr lang="tr-TR"/>
        </a:p>
      </dgm:t>
    </dgm:pt>
    <dgm:pt modelId="{3BED8D43-FD8C-4319-860E-8F6D6CBFC6A5}" type="parTrans" cxnId="{E43ED776-25DE-4AA0-98E0-31D3A591AF9C}">
      <dgm:prSet/>
      <dgm:spPr/>
      <dgm:t>
        <a:bodyPr/>
        <a:lstStyle/>
        <a:p>
          <a:endParaRPr lang="tr-TR"/>
        </a:p>
      </dgm:t>
    </dgm:pt>
    <dgm:pt modelId="{D43BE22A-9209-4CC5-8AA7-66B59073FAA8}" type="sibTrans" cxnId="{E43ED776-25DE-4AA0-98E0-31D3A591AF9C}">
      <dgm:prSet/>
      <dgm:spPr/>
      <dgm:t>
        <a:bodyPr/>
        <a:lstStyle/>
        <a:p>
          <a:endParaRPr lang="tr-TR"/>
        </a:p>
      </dgm:t>
    </dgm:pt>
    <dgm:pt modelId="{05ABD6F0-CD80-4C0F-BACB-6283352A48CA}">
      <dgm:prSet/>
      <dgm:spPr/>
      <dgm:t>
        <a:bodyPr/>
        <a:lstStyle/>
        <a:p>
          <a:r>
            <a:rPr lang="en-US"/>
            <a:t>allowing Alice and Bob </a:t>
          </a:r>
          <a:endParaRPr lang="tr-TR"/>
        </a:p>
      </dgm:t>
    </dgm:pt>
    <dgm:pt modelId="{335EFFDD-3C92-47A2-B5EF-5EEFB4E8A789}" type="parTrans" cxnId="{31DAA0B5-A39A-4A0D-8CB3-93CF0044AB15}">
      <dgm:prSet/>
      <dgm:spPr/>
      <dgm:t>
        <a:bodyPr/>
        <a:lstStyle/>
        <a:p>
          <a:endParaRPr lang="tr-TR"/>
        </a:p>
      </dgm:t>
    </dgm:pt>
    <dgm:pt modelId="{8D9E3936-A9C6-422F-B091-F3D43AAA4907}" type="sibTrans" cxnId="{31DAA0B5-A39A-4A0D-8CB3-93CF0044AB15}">
      <dgm:prSet/>
      <dgm:spPr/>
      <dgm:t>
        <a:bodyPr/>
        <a:lstStyle/>
        <a:p>
          <a:endParaRPr lang="tr-TR"/>
        </a:p>
      </dgm:t>
    </dgm:pt>
    <dgm:pt modelId="{483A5036-3E57-487C-8647-C78B26D83885}">
      <dgm:prSet/>
      <dgm:spPr/>
      <dgm:t>
        <a:bodyPr/>
        <a:lstStyle/>
        <a:p>
          <a:r>
            <a:rPr lang="en-US"/>
            <a:t>to “choose” which execution path they</a:t>
          </a:r>
          <a:r>
            <a:rPr lang="tr-TR"/>
            <a:t> want.</a:t>
          </a:r>
        </a:p>
      </dgm:t>
    </dgm:pt>
    <dgm:pt modelId="{4E9A8244-0891-4D1D-BB53-3E4CB87497FD}" type="parTrans" cxnId="{212326F2-721E-460E-9D91-EB777A9B88FE}">
      <dgm:prSet/>
      <dgm:spPr/>
      <dgm:t>
        <a:bodyPr/>
        <a:lstStyle/>
        <a:p>
          <a:endParaRPr lang="tr-TR"/>
        </a:p>
      </dgm:t>
    </dgm:pt>
    <dgm:pt modelId="{3B65365F-C037-43F0-8F86-DE5F6369C255}" type="sibTrans" cxnId="{212326F2-721E-460E-9D91-EB777A9B88FE}">
      <dgm:prSet/>
      <dgm:spPr/>
      <dgm:t>
        <a:bodyPr/>
        <a:lstStyle/>
        <a:p>
          <a:endParaRPr lang="tr-TR"/>
        </a:p>
      </dgm:t>
    </dgm:pt>
    <dgm:pt modelId="{E0EBC0C7-AE0E-41D6-AC1A-A2F9F9FDEE1C}" type="pres">
      <dgm:prSet presAssocID="{E608E62A-1031-457B-8C28-1F4DF444BCD1}" presName="linear" presStyleCnt="0">
        <dgm:presLayoutVars>
          <dgm:animLvl val="lvl"/>
          <dgm:resizeHandles val="exact"/>
        </dgm:presLayoutVars>
      </dgm:prSet>
      <dgm:spPr/>
    </dgm:pt>
    <dgm:pt modelId="{E1B7FF61-D6E2-43C3-8860-DAC672083261}" type="pres">
      <dgm:prSet presAssocID="{8EDCF0E9-0F09-41F7-95EC-281FAC087B1E}" presName="parentText" presStyleLbl="node1" presStyleIdx="0" presStyleCnt="4">
        <dgm:presLayoutVars>
          <dgm:chMax val="0"/>
          <dgm:bulletEnabled val="1"/>
        </dgm:presLayoutVars>
      </dgm:prSet>
      <dgm:spPr/>
    </dgm:pt>
    <dgm:pt modelId="{250E8E2C-F976-4569-8829-89510149B9C6}" type="pres">
      <dgm:prSet presAssocID="{8EDCF0E9-0F09-41F7-95EC-281FAC087B1E}" presName="childText" presStyleLbl="revTx" presStyleIdx="0" presStyleCnt="4">
        <dgm:presLayoutVars>
          <dgm:bulletEnabled val="1"/>
        </dgm:presLayoutVars>
      </dgm:prSet>
      <dgm:spPr/>
    </dgm:pt>
    <dgm:pt modelId="{050CD941-ADAD-4BA6-95AC-3A0163EE204F}" type="pres">
      <dgm:prSet presAssocID="{4EEFD99A-CE80-461E-81BC-FA1A6708EE84}" presName="parentText" presStyleLbl="node1" presStyleIdx="1" presStyleCnt="4">
        <dgm:presLayoutVars>
          <dgm:chMax val="0"/>
          <dgm:bulletEnabled val="1"/>
        </dgm:presLayoutVars>
      </dgm:prSet>
      <dgm:spPr/>
    </dgm:pt>
    <dgm:pt modelId="{AD88F07B-66BF-40A4-93CD-A84F99494325}" type="pres">
      <dgm:prSet presAssocID="{4EEFD99A-CE80-461E-81BC-FA1A6708EE84}" presName="childText" presStyleLbl="revTx" presStyleIdx="1" presStyleCnt="4">
        <dgm:presLayoutVars>
          <dgm:bulletEnabled val="1"/>
        </dgm:presLayoutVars>
      </dgm:prSet>
      <dgm:spPr/>
    </dgm:pt>
    <dgm:pt modelId="{EFE96364-9718-4716-9B5F-8372DA921873}" type="pres">
      <dgm:prSet presAssocID="{FB576CC4-0893-43DF-97A5-E3C4377602CD}" presName="parentText" presStyleLbl="node1" presStyleIdx="2" presStyleCnt="4">
        <dgm:presLayoutVars>
          <dgm:chMax val="0"/>
          <dgm:bulletEnabled val="1"/>
        </dgm:presLayoutVars>
      </dgm:prSet>
      <dgm:spPr/>
    </dgm:pt>
    <dgm:pt modelId="{B94C8184-FC10-4326-8B6B-6304762E87A8}" type="pres">
      <dgm:prSet presAssocID="{FB576CC4-0893-43DF-97A5-E3C4377602CD}" presName="childText" presStyleLbl="revTx" presStyleIdx="2" presStyleCnt="4">
        <dgm:presLayoutVars>
          <dgm:bulletEnabled val="1"/>
        </dgm:presLayoutVars>
      </dgm:prSet>
      <dgm:spPr/>
    </dgm:pt>
    <dgm:pt modelId="{8874E159-93C3-4838-AF53-C1F0E46DB0F8}" type="pres">
      <dgm:prSet presAssocID="{05ABD6F0-CD80-4C0F-BACB-6283352A48CA}" presName="parentText" presStyleLbl="node1" presStyleIdx="3" presStyleCnt="4">
        <dgm:presLayoutVars>
          <dgm:chMax val="0"/>
          <dgm:bulletEnabled val="1"/>
        </dgm:presLayoutVars>
      </dgm:prSet>
      <dgm:spPr/>
    </dgm:pt>
    <dgm:pt modelId="{800F25DD-52AE-4B0F-B725-FD3D8D6402AC}" type="pres">
      <dgm:prSet presAssocID="{05ABD6F0-CD80-4C0F-BACB-6283352A48CA}" presName="childText" presStyleLbl="revTx" presStyleIdx="3" presStyleCnt="4">
        <dgm:presLayoutVars>
          <dgm:bulletEnabled val="1"/>
        </dgm:presLayoutVars>
      </dgm:prSet>
      <dgm:spPr/>
    </dgm:pt>
  </dgm:ptLst>
  <dgm:cxnLst>
    <dgm:cxn modelId="{6D69270D-01B5-4DF2-AE49-849CAA09CE9C}" type="presOf" srcId="{E608E62A-1031-457B-8C28-1F4DF444BCD1}" destId="{E0EBC0C7-AE0E-41D6-AC1A-A2F9F9FDEE1C}" srcOrd="0" destOrd="0" presId="urn:microsoft.com/office/officeart/2005/8/layout/vList2"/>
    <dgm:cxn modelId="{825D8D22-09C3-4063-AEAD-05CCF0DD909B}" type="presOf" srcId="{5DA1490B-AEFC-43C1-BC32-BEC2B18DD4B7}" destId="{B94C8184-FC10-4326-8B6B-6304762E87A8}" srcOrd="0" destOrd="0" presId="urn:microsoft.com/office/officeart/2005/8/layout/vList2"/>
    <dgm:cxn modelId="{76F19427-D831-4B11-9E01-A10024F82F4A}" srcId="{E608E62A-1031-457B-8C28-1F4DF444BCD1}" destId="{4EEFD99A-CE80-461E-81BC-FA1A6708EE84}" srcOrd="1" destOrd="0" parTransId="{31EB91CA-8DBA-4968-83B3-F4D405679496}" sibTransId="{998E60A8-320C-4891-9E0C-B59F9793F766}"/>
    <dgm:cxn modelId="{06BA7E40-A131-44C8-AFE2-6C807D4C0AD8}" type="presOf" srcId="{483A5036-3E57-487C-8647-C78B26D83885}" destId="{800F25DD-52AE-4B0F-B725-FD3D8D6402AC}" srcOrd="0" destOrd="0" presId="urn:microsoft.com/office/officeart/2005/8/layout/vList2"/>
    <dgm:cxn modelId="{C9387566-571A-4F16-B897-7E1642228E15}" type="presOf" srcId="{8EDCF0E9-0F09-41F7-95EC-281FAC087B1E}" destId="{E1B7FF61-D6E2-43C3-8860-DAC672083261}" srcOrd="0" destOrd="0" presId="urn:microsoft.com/office/officeart/2005/8/layout/vList2"/>
    <dgm:cxn modelId="{BDCF5D6F-BF92-4042-AF2B-8E796742F4E5}" srcId="{E608E62A-1031-457B-8C28-1F4DF444BCD1}" destId="{8EDCF0E9-0F09-41F7-95EC-281FAC087B1E}" srcOrd="0" destOrd="0" parTransId="{8F8BA4E2-6104-43ED-BDFD-F66A00E6F0A9}" sibTransId="{05A24E38-ADEC-45D3-987B-B59CBBEC7B0F}"/>
    <dgm:cxn modelId="{E43ED776-25DE-4AA0-98E0-31D3A591AF9C}" srcId="{FB576CC4-0893-43DF-97A5-E3C4377602CD}" destId="{5DA1490B-AEFC-43C1-BC32-BEC2B18DD4B7}" srcOrd="0" destOrd="0" parTransId="{3BED8D43-FD8C-4319-860E-8F6D6CBFC6A5}" sibTransId="{D43BE22A-9209-4CC5-8AA7-66B59073FAA8}"/>
    <dgm:cxn modelId="{9C4FDE7D-E08A-4723-9CD4-3502BCA802E8}" type="presOf" srcId="{C8D0C29E-B212-4967-A2A9-41E0691C0098}" destId="{250E8E2C-F976-4569-8829-89510149B9C6}" srcOrd="0" destOrd="0" presId="urn:microsoft.com/office/officeart/2005/8/layout/vList2"/>
    <dgm:cxn modelId="{1DC6DE9F-8861-4493-9793-0A6C24E84720}" srcId="{8EDCF0E9-0F09-41F7-95EC-281FAC087B1E}" destId="{C8D0C29E-B212-4967-A2A9-41E0691C0098}" srcOrd="0" destOrd="0" parTransId="{A9FC881A-23B8-4352-864F-55931A6EDA67}" sibTransId="{2A6590AA-543D-4861-BCA4-49A9C28F9A46}"/>
    <dgm:cxn modelId="{31DAA0B5-A39A-4A0D-8CB3-93CF0044AB15}" srcId="{E608E62A-1031-457B-8C28-1F4DF444BCD1}" destId="{05ABD6F0-CD80-4C0F-BACB-6283352A48CA}" srcOrd="3" destOrd="0" parTransId="{335EFFDD-3C92-47A2-B5EF-5EEFB4E8A789}" sibTransId="{8D9E3936-A9C6-422F-B091-F3D43AAA4907}"/>
    <dgm:cxn modelId="{5A0A74BC-DD4B-468D-A714-60281AFC796D}" srcId="{4EEFD99A-CE80-461E-81BC-FA1A6708EE84}" destId="{4459E874-FCBE-4919-A94D-7108ABA4E2AD}" srcOrd="0" destOrd="0" parTransId="{BC90EDED-43AD-4DF5-8096-CB742898BCBC}" sibTransId="{1F47665E-9597-4D78-B458-A5AB2B94A6D3}"/>
    <dgm:cxn modelId="{E93E00D4-E0C5-499A-B16D-349C7CA3BE53}" type="presOf" srcId="{4459E874-FCBE-4919-A94D-7108ABA4E2AD}" destId="{AD88F07B-66BF-40A4-93CD-A84F99494325}" srcOrd="0" destOrd="0" presId="urn:microsoft.com/office/officeart/2005/8/layout/vList2"/>
    <dgm:cxn modelId="{DDDBAFD8-92E3-4DD3-A526-54CF7817D83C}" type="presOf" srcId="{FB576CC4-0893-43DF-97A5-E3C4377602CD}" destId="{EFE96364-9718-4716-9B5F-8372DA921873}" srcOrd="0" destOrd="0" presId="urn:microsoft.com/office/officeart/2005/8/layout/vList2"/>
    <dgm:cxn modelId="{C3D225DD-E7DB-44D8-B05A-41E52F2B2F78}" srcId="{E608E62A-1031-457B-8C28-1F4DF444BCD1}" destId="{FB576CC4-0893-43DF-97A5-E3C4377602CD}" srcOrd="2" destOrd="0" parTransId="{B4C79C23-2C5C-4D2A-8BEC-28D4B0F38B0F}" sibTransId="{B7FA83AE-EE97-4BC5-AD39-55861C3EE1BE}"/>
    <dgm:cxn modelId="{212326F2-721E-460E-9D91-EB777A9B88FE}" srcId="{05ABD6F0-CD80-4C0F-BACB-6283352A48CA}" destId="{483A5036-3E57-487C-8647-C78B26D83885}" srcOrd="0" destOrd="0" parTransId="{4E9A8244-0891-4D1D-BB53-3E4CB87497FD}" sibTransId="{3B65365F-C037-43F0-8F86-DE5F6369C255}"/>
    <dgm:cxn modelId="{57DB87F8-B53A-47FF-927C-7B17A8076B94}" type="presOf" srcId="{05ABD6F0-CD80-4C0F-BACB-6283352A48CA}" destId="{8874E159-93C3-4838-AF53-C1F0E46DB0F8}" srcOrd="0" destOrd="0" presId="urn:microsoft.com/office/officeart/2005/8/layout/vList2"/>
    <dgm:cxn modelId="{43F386FF-E53B-46E5-8FAC-A751665E307E}" type="presOf" srcId="{4EEFD99A-CE80-461E-81BC-FA1A6708EE84}" destId="{050CD941-ADAD-4BA6-95AC-3A0163EE204F}" srcOrd="0" destOrd="0" presId="urn:microsoft.com/office/officeart/2005/8/layout/vList2"/>
    <dgm:cxn modelId="{F7FE9B83-903A-4791-98B4-4781D1D2C76A}" type="presParOf" srcId="{E0EBC0C7-AE0E-41D6-AC1A-A2F9F9FDEE1C}" destId="{E1B7FF61-D6E2-43C3-8860-DAC672083261}" srcOrd="0" destOrd="0" presId="urn:microsoft.com/office/officeart/2005/8/layout/vList2"/>
    <dgm:cxn modelId="{F877BE64-B459-424B-A8C9-98906C54299B}" type="presParOf" srcId="{E0EBC0C7-AE0E-41D6-AC1A-A2F9F9FDEE1C}" destId="{250E8E2C-F976-4569-8829-89510149B9C6}" srcOrd="1" destOrd="0" presId="urn:microsoft.com/office/officeart/2005/8/layout/vList2"/>
    <dgm:cxn modelId="{9E4A6B33-D517-4A10-A1F3-B2118BB0CE92}" type="presParOf" srcId="{E0EBC0C7-AE0E-41D6-AC1A-A2F9F9FDEE1C}" destId="{050CD941-ADAD-4BA6-95AC-3A0163EE204F}" srcOrd="2" destOrd="0" presId="urn:microsoft.com/office/officeart/2005/8/layout/vList2"/>
    <dgm:cxn modelId="{F11AF32A-0D6D-450F-981C-288738FBB408}" type="presParOf" srcId="{E0EBC0C7-AE0E-41D6-AC1A-A2F9F9FDEE1C}" destId="{AD88F07B-66BF-40A4-93CD-A84F99494325}" srcOrd="3" destOrd="0" presId="urn:microsoft.com/office/officeart/2005/8/layout/vList2"/>
    <dgm:cxn modelId="{016B6B58-0E5F-46BA-B38E-47E024C475E1}" type="presParOf" srcId="{E0EBC0C7-AE0E-41D6-AC1A-A2F9F9FDEE1C}" destId="{EFE96364-9718-4716-9B5F-8372DA921873}" srcOrd="4" destOrd="0" presId="urn:microsoft.com/office/officeart/2005/8/layout/vList2"/>
    <dgm:cxn modelId="{7E64553C-C4F6-402A-AFE2-DEC066BF7DF6}" type="presParOf" srcId="{E0EBC0C7-AE0E-41D6-AC1A-A2F9F9FDEE1C}" destId="{B94C8184-FC10-4326-8B6B-6304762E87A8}" srcOrd="5" destOrd="0" presId="urn:microsoft.com/office/officeart/2005/8/layout/vList2"/>
    <dgm:cxn modelId="{A8BBCFFA-47CF-401F-BA63-5E83C096D33F}" type="presParOf" srcId="{E0EBC0C7-AE0E-41D6-AC1A-A2F9F9FDEE1C}" destId="{8874E159-93C3-4838-AF53-C1F0E46DB0F8}" srcOrd="6" destOrd="0" presId="urn:microsoft.com/office/officeart/2005/8/layout/vList2"/>
    <dgm:cxn modelId="{69AE2A72-7B4C-4778-AB0D-727D1A4AFD56}" type="presParOf" srcId="{E0EBC0C7-AE0E-41D6-AC1A-A2F9F9FDEE1C}" destId="{800F25DD-52AE-4B0F-B725-FD3D8D6402AC}" srcOrd="7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4.xml><?xml version="1.0" encoding="utf-8"?>
<dgm:dataModel xmlns:dgm="http://schemas.openxmlformats.org/drawingml/2006/diagram" xmlns:a="http://schemas.openxmlformats.org/drawingml/2006/main">
  <dgm:ptLst>
    <dgm:pt modelId="{B79445B2-32D0-450D-AB14-7B47793D9B68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tr-TR"/>
        </a:p>
      </dgm:t>
    </dgm:pt>
    <dgm:pt modelId="{9920FE33-C187-4F66-B761-6BE38B209884}">
      <dgm:prSet/>
      <dgm:spPr/>
      <dgm:t>
        <a:bodyPr/>
        <a:lstStyle/>
        <a:p>
          <a:r>
            <a:rPr lang="en-US"/>
            <a:t>Alice redeems this with the unlocking script:</a:t>
          </a:r>
          <a:endParaRPr lang="tr-TR"/>
        </a:p>
      </dgm:t>
    </dgm:pt>
    <dgm:pt modelId="{2C21CA12-FE4A-45ED-835B-604E7A9029C2}" type="parTrans" cxnId="{EC3E0FF5-21C9-4DBC-B940-F1E9BA3252E2}">
      <dgm:prSet/>
      <dgm:spPr/>
      <dgm:t>
        <a:bodyPr/>
        <a:lstStyle/>
        <a:p>
          <a:endParaRPr lang="tr-TR"/>
        </a:p>
      </dgm:t>
    </dgm:pt>
    <dgm:pt modelId="{E6214A02-6863-427B-BB4A-CC968023EA18}" type="sibTrans" cxnId="{EC3E0FF5-21C9-4DBC-B940-F1E9BA3252E2}">
      <dgm:prSet/>
      <dgm:spPr/>
      <dgm:t>
        <a:bodyPr/>
        <a:lstStyle/>
        <a:p>
          <a:endParaRPr lang="tr-TR"/>
        </a:p>
      </dgm:t>
    </dgm:pt>
    <dgm:pt modelId="{785521F3-F283-459F-860F-89FD3A30523C}">
      <dgm:prSet/>
      <dgm:spPr/>
      <dgm:t>
        <a:bodyPr/>
        <a:lstStyle/>
        <a:p>
          <a:r>
            <a:rPr lang="tr-TR"/>
            <a:t>&lt;Alice's Sig&gt; 1</a:t>
          </a:r>
        </a:p>
      </dgm:t>
    </dgm:pt>
    <dgm:pt modelId="{C241D55B-5470-40FB-B6F8-42BC2DC4C3F9}" type="parTrans" cxnId="{7AEBFD5A-0C78-4BA0-9FA8-7CF4E430A905}">
      <dgm:prSet/>
      <dgm:spPr/>
      <dgm:t>
        <a:bodyPr/>
        <a:lstStyle/>
        <a:p>
          <a:endParaRPr lang="tr-TR"/>
        </a:p>
      </dgm:t>
    </dgm:pt>
    <dgm:pt modelId="{4B292269-C970-47DB-8A15-CBC6BF6B6FCD}" type="sibTrans" cxnId="{7AEBFD5A-0C78-4BA0-9FA8-7CF4E430A905}">
      <dgm:prSet/>
      <dgm:spPr/>
      <dgm:t>
        <a:bodyPr/>
        <a:lstStyle/>
        <a:p>
          <a:endParaRPr lang="tr-TR"/>
        </a:p>
      </dgm:t>
    </dgm:pt>
    <dgm:pt modelId="{9CB5FEF8-72BA-42CD-A162-349102A48DC5}">
      <dgm:prSet/>
      <dgm:spPr/>
      <dgm:t>
        <a:bodyPr/>
        <a:lstStyle/>
        <a:p>
          <a:r>
            <a:rPr lang="en-US"/>
            <a:t>The 1 at the end </a:t>
          </a:r>
          <a:endParaRPr lang="tr-TR"/>
        </a:p>
      </dgm:t>
    </dgm:pt>
    <dgm:pt modelId="{8999DA5F-DB78-445C-89E5-AC44FB4306CA}" type="parTrans" cxnId="{50B0FABD-820D-46DF-9B1F-2D74199468DA}">
      <dgm:prSet/>
      <dgm:spPr/>
      <dgm:t>
        <a:bodyPr/>
        <a:lstStyle/>
        <a:p>
          <a:endParaRPr lang="tr-TR"/>
        </a:p>
      </dgm:t>
    </dgm:pt>
    <dgm:pt modelId="{C979C1FC-F48C-4DDC-83C1-743CFD7BA310}" type="sibTrans" cxnId="{50B0FABD-820D-46DF-9B1F-2D74199468DA}">
      <dgm:prSet/>
      <dgm:spPr/>
      <dgm:t>
        <a:bodyPr/>
        <a:lstStyle/>
        <a:p>
          <a:endParaRPr lang="tr-TR"/>
        </a:p>
      </dgm:t>
    </dgm:pt>
    <dgm:pt modelId="{1137865E-1207-44CE-8D6C-A5E23AFEC72F}">
      <dgm:prSet/>
      <dgm:spPr/>
      <dgm:t>
        <a:bodyPr/>
        <a:lstStyle/>
        <a:p>
          <a:r>
            <a:rPr lang="en-US"/>
            <a:t>serves as the condition (TRUE) </a:t>
          </a:r>
          <a:endParaRPr lang="tr-TR"/>
        </a:p>
      </dgm:t>
    </dgm:pt>
    <dgm:pt modelId="{29A8BD2A-D6F3-4C03-AC53-4D80374E2747}" type="parTrans" cxnId="{17E5DE42-F721-4BC6-B30D-05BD85178DD6}">
      <dgm:prSet/>
      <dgm:spPr/>
      <dgm:t>
        <a:bodyPr/>
        <a:lstStyle/>
        <a:p>
          <a:endParaRPr lang="tr-TR"/>
        </a:p>
      </dgm:t>
    </dgm:pt>
    <dgm:pt modelId="{0B5970AE-442D-4898-A110-432F35426C52}" type="sibTrans" cxnId="{17E5DE42-F721-4BC6-B30D-05BD85178DD6}">
      <dgm:prSet/>
      <dgm:spPr/>
      <dgm:t>
        <a:bodyPr/>
        <a:lstStyle/>
        <a:p>
          <a:endParaRPr lang="tr-TR"/>
        </a:p>
      </dgm:t>
    </dgm:pt>
    <dgm:pt modelId="{7F5DC6B6-2837-4412-81EB-7FD915695D0F}">
      <dgm:prSet/>
      <dgm:spPr/>
      <dgm:t>
        <a:bodyPr/>
        <a:lstStyle/>
        <a:p>
          <a:r>
            <a:rPr lang="en-US"/>
            <a:t>will make the IF clause execute</a:t>
          </a:r>
          <a:r>
            <a:rPr lang="tr-TR"/>
            <a:t> </a:t>
          </a:r>
          <a:r>
            <a:rPr lang="en-US"/>
            <a:t>the first redemption path </a:t>
          </a:r>
          <a:endParaRPr lang="tr-TR"/>
        </a:p>
      </dgm:t>
    </dgm:pt>
    <dgm:pt modelId="{68413E68-18CA-4353-88DD-5666CA041FBD}" type="parTrans" cxnId="{D6AFCECB-5BE9-4D0E-ACE4-491F55044870}">
      <dgm:prSet/>
      <dgm:spPr/>
      <dgm:t>
        <a:bodyPr/>
        <a:lstStyle/>
        <a:p>
          <a:endParaRPr lang="tr-TR"/>
        </a:p>
      </dgm:t>
    </dgm:pt>
    <dgm:pt modelId="{F3247261-D1D6-4235-83AD-47E2B9134FF7}" type="sibTrans" cxnId="{D6AFCECB-5BE9-4D0E-ACE4-491F55044870}">
      <dgm:prSet/>
      <dgm:spPr/>
      <dgm:t>
        <a:bodyPr/>
        <a:lstStyle/>
        <a:p>
          <a:endParaRPr lang="tr-TR"/>
        </a:p>
      </dgm:t>
    </dgm:pt>
    <dgm:pt modelId="{2CE99DDB-DC7D-4088-8E53-E9AD9677DF95}">
      <dgm:prSet/>
      <dgm:spPr/>
      <dgm:t>
        <a:bodyPr/>
        <a:lstStyle/>
        <a:p>
          <a:r>
            <a:rPr lang="en-US"/>
            <a:t>for which Alice has a signature.</a:t>
          </a:r>
          <a:endParaRPr lang="tr-TR"/>
        </a:p>
      </dgm:t>
    </dgm:pt>
    <dgm:pt modelId="{34B4D067-86BA-43C5-864D-6B24928E3E14}" type="parTrans" cxnId="{96873350-4D9B-4349-A295-88852CC199CE}">
      <dgm:prSet/>
      <dgm:spPr/>
      <dgm:t>
        <a:bodyPr/>
        <a:lstStyle/>
        <a:p>
          <a:endParaRPr lang="tr-TR"/>
        </a:p>
      </dgm:t>
    </dgm:pt>
    <dgm:pt modelId="{1186FAAB-77D6-4727-9F1F-7F0980873D6D}" type="sibTrans" cxnId="{96873350-4D9B-4349-A295-88852CC199CE}">
      <dgm:prSet/>
      <dgm:spPr/>
      <dgm:t>
        <a:bodyPr/>
        <a:lstStyle/>
        <a:p>
          <a:endParaRPr lang="tr-TR"/>
        </a:p>
      </dgm:t>
    </dgm:pt>
    <dgm:pt modelId="{F0F70198-8E12-4B4D-92E6-A0E288853102}" type="pres">
      <dgm:prSet presAssocID="{B79445B2-32D0-450D-AB14-7B47793D9B68}" presName="linear" presStyleCnt="0">
        <dgm:presLayoutVars>
          <dgm:animLvl val="lvl"/>
          <dgm:resizeHandles val="exact"/>
        </dgm:presLayoutVars>
      </dgm:prSet>
      <dgm:spPr/>
    </dgm:pt>
    <dgm:pt modelId="{E52B2FAE-1161-4B71-A47D-ECB1E165B588}" type="pres">
      <dgm:prSet presAssocID="{9920FE33-C187-4F66-B761-6BE38B209884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AD464F06-6354-414F-A094-0AAF1598083C}" type="pres">
      <dgm:prSet presAssocID="{E6214A02-6863-427B-BB4A-CC968023EA18}" presName="spacer" presStyleCnt="0"/>
      <dgm:spPr/>
    </dgm:pt>
    <dgm:pt modelId="{CEFE62B1-2706-46EA-84E3-5E432B428623}" type="pres">
      <dgm:prSet presAssocID="{785521F3-F283-459F-860F-89FD3A30523C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0C3D8432-513D-407E-A31D-20AAC7EA1D86}" type="pres">
      <dgm:prSet presAssocID="{4B292269-C970-47DB-8A15-CBC6BF6B6FCD}" presName="spacer" presStyleCnt="0"/>
      <dgm:spPr/>
    </dgm:pt>
    <dgm:pt modelId="{8D676BE2-6AC8-4946-BFF0-EABC9D75DD34}" type="pres">
      <dgm:prSet presAssocID="{9CB5FEF8-72BA-42CD-A162-349102A48DC5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C1934A77-6A00-40B0-8E15-D7B8FA547788}" type="pres">
      <dgm:prSet presAssocID="{9CB5FEF8-72BA-42CD-A162-349102A48DC5}" presName="childText" presStyleLbl="revTx" presStyleIdx="0" presStyleCnt="1">
        <dgm:presLayoutVars>
          <dgm:bulletEnabled val="1"/>
        </dgm:presLayoutVars>
      </dgm:prSet>
      <dgm:spPr/>
    </dgm:pt>
  </dgm:ptLst>
  <dgm:cxnLst>
    <dgm:cxn modelId="{75BFA339-2A17-4C0A-A9BB-1FB1A0B8EE33}" type="presOf" srcId="{B79445B2-32D0-450D-AB14-7B47793D9B68}" destId="{F0F70198-8E12-4B4D-92E6-A0E288853102}" srcOrd="0" destOrd="0" presId="urn:microsoft.com/office/officeart/2005/8/layout/vList2"/>
    <dgm:cxn modelId="{17E5DE42-F721-4BC6-B30D-05BD85178DD6}" srcId="{9CB5FEF8-72BA-42CD-A162-349102A48DC5}" destId="{1137865E-1207-44CE-8D6C-A5E23AFEC72F}" srcOrd="0" destOrd="0" parTransId="{29A8BD2A-D6F3-4C03-AC53-4D80374E2747}" sibTransId="{0B5970AE-442D-4898-A110-432F35426C52}"/>
    <dgm:cxn modelId="{F5849967-1086-4C7C-93F0-E2843DEBD448}" type="presOf" srcId="{7F5DC6B6-2837-4412-81EB-7FD915695D0F}" destId="{C1934A77-6A00-40B0-8E15-D7B8FA547788}" srcOrd="0" destOrd="1" presId="urn:microsoft.com/office/officeart/2005/8/layout/vList2"/>
    <dgm:cxn modelId="{150CDD47-44E2-40A3-AC60-8D3B6FDB3836}" type="presOf" srcId="{785521F3-F283-459F-860F-89FD3A30523C}" destId="{CEFE62B1-2706-46EA-84E3-5E432B428623}" srcOrd="0" destOrd="0" presId="urn:microsoft.com/office/officeart/2005/8/layout/vList2"/>
    <dgm:cxn modelId="{96873350-4D9B-4349-A295-88852CC199CE}" srcId="{9CB5FEF8-72BA-42CD-A162-349102A48DC5}" destId="{2CE99DDB-DC7D-4088-8E53-E9AD9677DF95}" srcOrd="2" destOrd="0" parTransId="{34B4D067-86BA-43C5-864D-6B24928E3E14}" sibTransId="{1186FAAB-77D6-4727-9F1F-7F0980873D6D}"/>
    <dgm:cxn modelId="{7AEBFD5A-0C78-4BA0-9FA8-7CF4E430A905}" srcId="{B79445B2-32D0-450D-AB14-7B47793D9B68}" destId="{785521F3-F283-459F-860F-89FD3A30523C}" srcOrd="1" destOrd="0" parTransId="{C241D55B-5470-40FB-B6F8-42BC2DC4C3F9}" sibTransId="{4B292269-C970-47DB-8A15-CBC6BF6B6FCD}"/>
    <dgm:cxn modelId="{23428B84-2A7D-4D47-BBB8-47F69B2E1F8A}" type="presOf" srcId="{1137865E-1207-44CE-8D6C-A5E23AFEC72F}" destId="{C1934A77-6A00-40B0-8E15-D7B8FA547788}" srcOrd="0" destOrd="0" presId="urn:microsoft.com/office/officeart/2005/8/layout/vList2"/>
    <dgm:cxn modelId="{56928AB7-D3AD-4C79-8EB7-8B6FE9362513}" type="presOf" srcId="{2CE99DDB-DC7D-4088-8E53-E9AD9677DF95}" destId="{C1934A77-6A00-40B0-8E15-D7B8FA547788}" srcOrd="0" destOrd="2" presId="urn:microsoft.com/office/officeart/2005/8/layout/vList2"/>
    <dgm:cxn modelId="{50B0FABD-820D-46DF-9B1F-2D74199468DA}" srcId="{B79445B2-32D0-450D-AB14-7B47793D9B68}" destId="{9CB5FEF8-72BA-42CD-A162-349102A48DC5}" srcOrd="2" destOrd="0" parTransId="{8999DA5F-DB78-445C-89E5-AC44FB4306CA}" sibTransId="{C979C1FC-F48C-4DDC-83C1-743CFD7BA310}"/>
    <dgm:cxn modelId="{D6AFCECB-5BE9-4D0E-ACE4-491F55044870}" srcId="{9CB5FEF8-72BA-42CD-A162-349102A48DC5}" destId="{7F5DC6B6-2837-4412-81EB-7FD915695D0F}" srcOrd="1" destOrd="0" parTransId="{68413E68-18CA-4353-88DD-5666CA041FBD}" sibTransId="{F3247261-D1D6-4235-83AD-47E2B9134FF7}"/>
    <dgm:cxn modelId="{5CD2E5EE-A3BA-4BB3-86D4-3FCCB61350B8}" type="presOf" srcId="{9CB5FEF8-72BA-42CD-A162-349102A48DC5}" destId="{8D676BE2-6AC8-4946-BFF0-EABC9D75DD34}" srcOrd="0" destOrd="0" presId="urn:microsoft.com/office/officeart/2005/8/layout/vList2"/>
    <dgm:cxn modelId="{EC3E0FF5-21C9-4DBC-B940-F1E9BA3252E2}" srcId="{B79445B2-32D0-450D-AB14-7B47793D9B68}" destId="{9920FE33-C187-4F66-B761-6BE38B209884}" srcOrd="0" destOrd="0" parTransId="{2C21CA12-FE4A-45ED-835B-604E7A9029C2}" sibTransId="{E6214A02-6863-427B-BB4A-CC968023EA18}"/>
    <dgm:cxn modelId="{6E4D03F8-1CB6-4E2B-B775-39AB3D8849DD}" type="presOf" srcId="{9920FE33-C187-4F66-B761-6BE38B209884}" destId="{E52B2FAE-1161-4B71-A47D-ECB1E165B588}" srcOrd="0" destOrd="0" presId="urn:microsoft.com/office/officeart/2005/8/layout/vList2"/>
    <dgm:cxn modelId="{35067938-D118-4707-A891-CCFDFAF73B41}" type="presParOf" srcId="{F0F70198-8E12-4B4D-92E6-A0E288853102}" destId="{E52B2FAE-1161-4B71-A47D-ECB1E165B588}" srcOrd="0" destOrd="0" presId="urn:microsoft.com/office/officeart/2005/8/layout/vList2"/>
    <dgm:cxn modelId="{96C5B5BF-5FC2-4CEE-80D3-42D41F377FD5}" type="presParOf" srcId="{F0F70198-8E12-4B4D-92E6-A0E288853102}" destId="{AD464F06-6354-414F-A094-0AAF1598083C}" srcOrd="1" destOrd="0" presId="urn:microsoft.com/office/officeart/2005/8/layout/vList2"/>
    <dgm:cxn modelId="{D7090F4F-3943-4848-9763-17B48DBE2242}" type="presParOf" srcId="{F0F70198-8E12-4B4D-92E6-A0E288853102}" destId="{CEFE62B1-2706-46EA-84E3-5E432B428623}" srcOrd="2" destOrd="0" presId="urn:microsoft.com/office/officeart/2005/8/layout/vList2"/>
    <dgm:cxn modelId="{7FA91470-4DE0-4BCF-BDD9-A507BB75A39E}" type="presParOf" srcId="{F0F70198-8E12-4B4D-92E6-A0E288853102}" destId="{0C3D8432-513D-407E-A31D-20AAC7EA1D86}" srcOrd="3" destOrd="0" presId="urn:microsoft.com/office/officeart/2005/8/layout/vList2"/>
    <dgm:cxn modelId="{16925617-646C-472D-999F-F952FD92350E}" type="presParOf" srcId="{F0F70198-8E12-4B4D-92E6-A0E288853102}" destId="{8D676BE2-6AC8-4946-BFF0-EABC9D75DD34}" srcOrd="4" destOrd="0" presId="urn:microsoft.com/office/officeart/2005/8/layout/vList2"/>
    <dgm:cxn modelId="{91B06500-2D82-4001-8E57-F9029B018680}" type="presParOf" srcId="{F0F70198-8E12-4B4D-92E6-A0E288853102}" destId="{C1934A77-6A00-40B0-8E15-D7B8FA547788}" srcOrd="5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5.xml><?xml version="1.0" encoding="utf-8"?>
<dgm:dataModel xmlns:dgm="http://schemas.openxmlformats.org/drawingml/2006/diagram" xmlns:a="http://schemas.openxmlformats.org/drawingml/2006/main">
  <dgm:ptLst>
    <dgm:pt modelId="{8FB1300D-D3F5-4638-8C83-75923DAD37F8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tr-TR"/>
        </a:p>
      </dgm:t>
    </dgm:pt>
    <dgm:pt modelId="{84B17C6A-BF3F-4658-96AC-5BDC9971131B}">
      <dgm:prSet/>
      <dgm:spPr/>
      <dgm:t>
        <a:bodyPr/>
        <a:lstStyle/>
        <a:p>
          <a:r>
            <a:rPr lang="en-US"/>
            <a:t>For Bob to redeem this, </a:t>
          </a:r>
          <a:endParaRPr lang="tr-TR"/>
        </a:p>
      </dgm:t>
    </dgm:pt>
    <dgm:pt modelId="{0D772797-759A-441F-AF50-3F2915A376A0}" type="parTrans" cxnId="{FB47A482-0B36-4A39-AB57-E13C2FB2968B}">
      <dgm:prSet/>
      <dgm:spPr/>
      <dgm:t>
        <a:bodyPr/>
        <a:lstStyle/>
        <a:p>
          <a:endParaRPr lang="tr-TR"/>
        </a:p>
      </dgm:t>
    </dgm:pt>
    <dgm:pt modelId="{7CA04440-C3B0-47AE-83D1-E387F2976248}" type="sibTrans" cxnId="{FB47A482-0B36-4A39-AB57-E13C2FB2968B}">
      <dgm:prSet/>
      <dgm:spPr/>
      <dgm:t>
        <a:bodyPr/>
        <a:lstStyle/>
        <a:p>
          <a:endParaRPr lang="tr-TR"/>
        </a:p>
      </dgm:t>
    </dgm:pt>
    <dgm:pt modelId="{F67FF6AB-DFD5-4EE3-BBDF-0C9BCB71DB7D}">
      <dgm:prSet/>
      <dgm:spPr/>
      <dgm:t>
        <a:bodyPr/>
        <a:lstStyle/>
        <a:p>
          <a:r>
            <a:rPr lang="en-US"/>
            <a:t>he would have to choose the second execution path </a:t>
          </a:r>
          <a:endParaRPr lang="tr-TR"/>
        </a:p>
      </dgm:t>
    </dgm:pt>
    <dgm:pt modelId="{29FF6242-AD17-4905-8750-8767E5BF7B70}" type="parTrans" cxnId="{8C4C80EC-42FE-46BE-BCDC-477424F9D246}">
      <dgm:prSet/>
      <dgm:spPr/>
      <dgm:t>
        <a:bodyPr/>
        <a:lstStyle/>
        <a:p>
          <a:endParaRPr lang="tr-TR"/>
        </a:p>
      </dgm:t>
    </dgm:pt>
    <dgm:pt modelId="{69C628D4-3EFC-4DCB-9728-B1161160E3F4}" type="sibTrans" cxnId="{8C4C80EC-42FE-46BE-BCDC-477424F9D246}">
      <dgm:prSet/>
      <dgm:spPr/>
      <dgm:t>
        <a:bodyPr/>
        <a:lstStyle/>
        <a:p>
          <a:endParaRPr lang="tr-TR"/>
        </a:p>
      </dgm:t>
    </dgm:pt>
    <dgm:pt modelId="{9B60B460-F93A-4671-973E-FB8201CCAA02}">
      <dgm:prSet/>
      <dgm:spPr/>
      <dgm:t>
        <a:bodyPr/>
        <a:lstStyle/>
        <a:p>
          <a:r>
            <a:rPr lang="en-US"/>
            <a:t>by giving</a:t>
          </a:r>
          <a:r>
            <a:rPr lang="tr-TR"/>
            <a:t> </a:t>
          </a:r>
          <a:r>
            <a:rPr lang="en-US"/>
            <a:t>a FALSE value to the IF clause:</a:t>
          </a:r>
          <a:endParaRPr lang="tr-TR"/>
        </a:p>
      </dgm:t>
    </dgm:pt>
    <dgm:pt modelId="{FD43ED99-2115-40EE-B504-F80EA0EB4E23}" type="parTrans" cxnId="{3E01060B-8D3F-49C2-A7E5-CDFAB8AFB75E}">
      <dgm:prSet/>
      <dgm:spPr/>
      <dgm:t>
        <a:bodyPr/>
        <a:lstStyle/>
        <a:p>
          <a:endParaRPr lang="tr-TR"/>
        </a:p>
      </dgm:t>
    </dgm:pt>
    <dgm:pt modelId="{7045FBE1-B36D-4CD8-BC75-5126EA2B1E1A}" type="sibTrans" cxnId="{3E01060B-8D3F-49C2-A7E5-CDFAB8AFB75E}">
      <dgm:prSet/>
      <dgm:spPr/>
      <dgm:t>
        <a:bodyPr/>
        <a:lstStyle/>
        <a:p>
          <a:endParaRPr lang="tr-TR"/>
        </a:p>
      </dgm:t>
    </dgm:pt>
    <dgm:pt modelId="{D068BF15-1CF0-4DEE-891B-AE9F8B1B6C86}">
      <dgm:prSet/>
      <dgm:spPr/>
      <dgm:t>
        <a:bodyPr/>
        <a:lstStyle/>
        <a:p>
          <a:r>
            <a:rPr lang="tr-TR"/>
            <a:t>&lt;Bob's Sig&gt; 0</a:t>
          </a:r>
        </a:p>
      </dgm:t>
    </dgm:pt>
    <dgm:pt modelId="{19E76267-A9C2-422E-8AB4-561D97884173}" type="parTrans" cxnId="{E8AF65E9-3821-48CE-B675-E4CF8097D822}">
      <dgm:prSet/>
      <dgm:spPr/>
      <dgm:t>
        <a:bodyPr/>
        <a:lstStyle/>
        <a:p>
          <a:endParaRPr lang="tr-TR"/>
        </a:p>
      </dgm:t>
    </dgm:pt>
    <dgm:pt modelId="{46D53CEE-CD15-4F60-8B74-C8DE1D1757DD}" type="sibTrans" cxnId="{E8AF65E9-3821-48CE-B675-E4CF8097D822}">
      <dgm:prSet/>
      <dgm:spPr/>
      <dgm:t>
        <a:bodyPr/>
        <a:lstStyle/>
        <a:p>
          <a:endParaRPr lang="tr-TR"/>
        </a:p>
      </dgm:t>
    </dgm:pt>
    <dgm:pt modelId="{D321A39E-5C94-4B12-ABBA-794DE16483C7}">
      <dgm:prSet/>
      <dgm:spPr/>
      <dgm:t>
        <a:bodyPr/>
        <a:lstStyle/>
        <a:p>
          <a:r>
            <a:rPr lang="en-US"/>
            <a:t>Bob’s unlocking script puts a 0 on the stack, </a:t>
          </a:r>
          <a:endParaRPr lang="tr-TR"/>
        </a:p>
      </dgm:t>
    </dgm:pt>
    <dgm:pt modelId="{3AB83C03-F35E-4792-9C4F-1EE86BFE4DAE}" type="parTrans" cxnId="{46281958-78C9-4325-919E-122841A3EA27}">
      <dgm:prSet/>
      <dgm:spPr/>
      <dgm:t>
        <a:bodyPr/>
        <a:lstStyle/>
        <a:p>
          <a:endParaRPr lang="tr-TR"/>
        </a:p>
      </dgm:t>
    </dgm:pt>
    <dgm:pt modelId="{7DC9AAE4-B8E2-497E-B1C7-076BEC6E5020}" type="sibTrans" cxnId="{46281958-78C9-4325-919E-122841A3EA27}">
      <dgm:prSet/>
      <dgm:spPr/>
      <dgm:t>
        <a:bodyPr/>
        <a:lstStyle/>
        <a:p>
          <a:endParaRPr lang="tr-TR"/>
        </a:p>
      </dgm:t>
    </dgm:pt>
    <dgm:pt modelId="{2454C301-3B54-4E30-ABC9-01DDB92EC682}">
      <dgm:prSet/>
      <dgm:spPr/>
      <dgm:t>
        <a:bodyPr/>
        <a:lstStyle/>
        <a:p>
          <a:r>
            <a:rPr lang="en-US"/>
            <a:t>causing the IF clause to execute the second</a:t>
          </a:r>
          <a:r>
            <a:rPr lang="tr-TR"/>
            <a:t> </a:t>
          </a:r>
          <a:r>
            <a:rPr lang="en-US"/>
            <a:t>(ELSE) script, </a:t>
          </a:r>
          <a:endParaRPr lang="tr-TR"/>
        </a:p>
      </dgm:t>
    </dgm:pt>
    <dgm:pt modelId="{E024295F-6C67-4B0C-B439-F4676B6FE336}" type="parTrans" cxnId="{43F3244A-AF0A-4D42-8540-4CE9BE547145}">
      <dgm:prSet/>
      <dgm:spPr/>
      <dgm:t>
        <a:bodyPr/>
        <a:lstStyle/>
        <a:p>
          <a:endParaRPr lang="tr-TR"/>
        </a:p>
      </dgm:t>
    </dgm:pt>
    <dgm:pt modelId="{C25F537A-2388-4EC7-828C-DF4EEED7F554}" type="sibTrans" cxnId="{43F3244A-AF0A-4D42-8540-4CE9BE547145}">
      <dgm:prSet/>
      <dgm:spPr/>
      <dgm:t>
        <a:bodyPr/>
        <a:lstStyle/>
        <a:p>
          <a:endParaRPr lang="tr-TR"/>
        </a:p>
      </dgm:t>
    </dgm:pt>
    <dgm:pt modelId="{7F4A3506-85A7-4D12-B947-AB8FD84E4C44}">
      <dgm:prSet/>
      <dgm:spPr/>
      <dgm:t>
        <a:bodyPr/>
        <a:lstStyle/>
        <a:p>
          <a:r>
            <a:rPr lang="en-US"/>
            <a:t>which requires Bob’s signature.</a:t>
          </a:r>
          <a:endParaRPr lang="tr-TR"/>
        </a:p>
      </dgm:t>
    </dgm:pt>
    <dgm:pt modelId="{51D7FAE7-6B16-4B5D-92E9-6EA46A09E189}" type="parTrans" cxnId="{32D028B4-B5E9-462D-80C2-898A51543DD3}">
      <dgm:prSet/>
      <dgm:spPr/>
      <dgm:t>
        <a:bodyPr/>
        <a:lstStyle/>
        <a:p>
          <a:endParaRPr lang="tr-TR"/>
        </a:p>
      </dgm:t>
    </dgm:pt>
    <dgm:pt modelId="{CE23F105-77E2-49CD-BF7A-361F839B9BBE}" type="sibTrans" cxnId="{32D028B4-B5E9-462D-80C2-898A51543DD3}">
      <dgm:prSet/>
      <dgm:spPr/>
      <dgm:t>
        <a:bodyPr/>
        <a:lstStyle/>
        <a:p>
          <a:endParaRPr lang="tr-TR"/>
        </a:p>
      </dgm:t>
    </dgm:pt>
    <dgm:pt modelId="{043EBF4F-3D54-4FFE-BB27-28879638E12C}" type="pres">
      <dgm:prSet presAssocID="{8FB1300D-D3F5-4638-8C83-75923DAD37F8}" presName="linear" presStyleCnt="0">
        <dgm:presLayoutVars>
          <dgm:animLvl val="lvl"/>
          <dgm:resizeHandles val="exact"/>
        </dgm:presLayoutVars>
      </dgm:prSet>
      <dgm:spPr/>
    </dgm:pt>
    <dgm:pt modelId="{458CE53F-6733-4789-A051-2E383893952D}" type="pres">
      <dgm:prSet presAssocID="{84B17C6A-BF3F-4658-96AC-5BDC9971131B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DB57F032-DDCA-4109-A172-72A52E34B6B8}" type="pres">
      <dgm:prSet presAssocID="{84B17C6A-BF3F-4658-96AC-5BDC9971131B}" presName="childText" presStyleLbl="revTx" presStyleIdx="0" presStyleCnt="2">
        <dgm:presLayoutVars>
          <dgm:bulletEnabled val="1"/>
        </dgm:presLayoutVars>
      </dgm:prSet>
      <dgm:spPr/>
    </dgm:pt>
    <dgm:pt modelId="{438E456C-F245-46A6-A21F-7393F8B3D976}" type="pres">
      <dgm:prSet presAssocID="{D068BF15-1CF0-4DEE-891B-AE9F8B1B6C86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E68DD987-A44F-4753-B9C7-255319D3C883}" type="pres">
      <dgm:prSet presAssocID="{46D53CEE-CD15-4F60-8B74-C8DE1D1757DD}" presName="spacer" presStyleCnt="0"/>
      <dgm:spPr/>
    </dgm:pt>
    <dgm:pt modelId="{4CE676C3-6AD7-4A32-A905-3E99E25F02CC}" type="pres">
      <dgm:prSet presAssocID="{D321A39E-5C94-4B12-ABBA-794DE16483C7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FC541490-F629-4068-8599-6619DB7A8A99}" type="pres">
      <dgm:prSet presAssocID="{D321A39E-5C94-4B12-ABBA-794DE16483C7}" presName="childText" presStyleLbl="revTx" presStyleIdx="1" presStyleCnt="2">
        <dgm:presLayoutVars>
          <dgm:bulletEnabled val="1"/>
        </dgm:presLayoutVars>
      </dgm:prSet>
      <dgm:spPr/>
    </dgm:pt>
  </dgm:ptLst>
  <dgm:cxnLst>
    <dgm:cxn modelId="{3E01060B-8D3F-49C2-A7E5-CDFAB8AFB75E}" srcId="{84B17C6A-BF3F-4658-96AC-5BDC9971131B}" destId="{9B60B460-F93A-4671-973E-FB8201CCAA02}" srcOrd="1" destOrd="0" parTransId="{FD43ED99-2115-40EE-B504-F80EA0EB4E23}" sibTransId="{7045FBE1-B36D-4CD8-BC75-5126EA2B1E1A}"/>
    <dgm:cxn modelId="{3979E02B-6069-4686-ABAA-A9456C4A8F05}" type="presOf" srcId="{D321A39E-5C94-4B12-ABBA-794DE16483C7}" destId="{4CE676C3-6AD7-4A32-A905-3E99E25F02CC}" srcOrd="0" destOrd="0" presId="urn:microsoft.com/office/officeart/2005/8/layout/vList2"/>
    <dgm:cxn modelId="{D2B15B3C-6B59-42F8-AE86-B5E4D47CC5B0}" type="presOf" srcId="{F67FF6AB-DFD5-4EE3-BBDF-0C9BCB71DB7D}" destId="{DB57F032-DDCA-4109-A172-72A52E34B6B8}" srcOrd="0" destOrd="0" presId="urn:microsoft.com/office/officeart/2005/8/layout/vList2"/>
    <dgm:cxn modelId="{10C22B46-8279-4E52-B475-99560E845C48}" type="presOf" srcId="{7F4A3506-85A7-4D12-B947-AB8FD84E4C44}" destId="{FC541490-F629-4068-8599-6619DB7A8A99}" srcOrd="0" destOrd="1" presId="urn:microsoft.com/office/officeart/2005/8/layout/vList2"/>
    <dgm:cxn modelId="{43F3244A-AF0A-4D42-8540-4CE9BE547145}" srcId="{D321A39E-5C94-4B12-ABBA-794DE16483C7}" destId="{2454C301-3B54-4E30-ABC9-01DDB92EC682}" srcOrd="0" destOrd="0" parTransId="{E024295F-6C67-4B0C-B439-F4676B6FE336}" sibTransId="{C25F537A-2388-4EC7-828C-DF4EEED7F554}"/>
    <dgm:cxn modelId="{46281958-78C9-4325-919E-122841A3EA27}" srcId="{8FB1300D-D3F5-4638-8C83-75923DAD37F8}" destId="{D321A39E-5C94-4B12-ABBA-794DE16483C7}" srcOrd="2" destOrd="0" parTransId="{3AB83C03-F35E-4792-9C4F-1EE86BFE4DAE}" sibTransId="{7DC9AAE4-B8E2-497E-B1C7-076BEC6E5020}"/>
    <dgm:cxn modelId="{FB47A482-0B36-4A39-AB57-E13C2FB2968B}" srcId="{8FB1300D-D3F5-4638-8C83-75923DAD37F8}" destId="{84B17C6A-BF3F-4658-96AC-5BDC9971131B}" srcOrd="0" destOrd="0" parTransId="{0D772797-759A-441F-AF50-3F2915A376A0}" sibTransId="{7CA04440-C3B0-47AE-83D1-E387F2976248}"/>
    <dgm:cxn modelId="{32D028B4-B5E9-462D-80C2-898A51543DD3}" srcId="{D321A39E-5C94-4B12-ABBA-794DE16483C7}" destId="{7F4A3506-85A7-4D12-B947-AB8FD84E4C44}" srcOrd="1" destOrd="0" parTransId="{51D7FAE7-6B16-4B5D-92E9-6EA46A09E189}" sibTransId="{CE23F105-77E2-49CD-BF7A-361F839B9BBE}"/>
    <dgm:cxn modelId="{5A9738B4-3C67-437D-9901-860E245C8D20}" type="presOf" srcId="{8FB1300D-D3F5-4638-8C83-75923DAD37F8}" destId="{043EBF4F-3D54-4FFE-BB27-28879638E12C}" srcOrd="0" destOrd="0" presId="urn:microsoft.com/office/officeart/2005/8/layout/vList2"/>
    <dgm:cxn modelId="{54A434B5-7E9E-4380-BD19-245261F7E6D1}" type="presOf" srcId="{2454C301-3B54-4E30-ABC9-01DDB92EC682}" destId="{FC541490-F629-4068-8599-6619DB7A8A99}" srcOrd="0" destOrd="0" presId="urn:microsoft.com/office/officeart/2005/8/layout/vList2"/>
    <dgm:cxn modelId="{2CA4BDBB-F633-46A9-8BFF-CFDC0B6667C5}" type="presOf" srcId="{84B17C6A-BF3F-4658-96AC-5BDC9971131B}" destId="{458CE53F-6733-4789-A051-2E383893952D}" srcOrd="0" destOrd="0" presId="urn:microsoft.com/office/officeart/2005/8/layout/vList2"/>
    <dgm:cxn modelId="{5C2AD8BE-2C2A-4E7D-8FA8-A2AD17A19257}" type="presOf" srcId="{D068BF15-1CF0-4DEE-891B-AE9F8B1B6C86}" destId="{438E456C-F245-46A6-A21F-7393F8B3D976}" srcOrd="0" destOrd="0" presId="urn:microsoft.com/office/officeart/2005/8/layout/vList2"/>
    <dgm:cxn modelId="{E8AF65E9-3821-48CE-B675-E4CF8097D822}" srcId="{8FB1300D-D3F5-4638-8C83-75923DAD37F8}" destId="{D068BF15-1CF0-4DEE-891B-AE9F8B1B6C86}" srcOrd="1" destOrd="0" parTransId="{19E76267-A9C2-422E-8AB4-561D97884173}" sibTransId="{46D53CEE-CD15-4F60-8B74-C8DE1D1757DD}"/>
    <dgm:cxn modelId="{8C4C80EC-42FE-46BE-BCDC-477424F9D246}" srcId="{84B17C6A-BF3F-4658-96AC-5BDC9971131B}" destId="{F67FF6AB-DFD5-4EE3-BBDF-0C9BCB71DB7D}" srcOrd="0" destOrd="0" parTransId="{29FF6242-AD17-4905-8750-8767E5BF7B70}" sibTransId="{69C628D4-3EFC-4DCB-9728-B1161160E3F4}"/>
    <dgm:cxn modelId="{D95BCAF0-AA9F-4218-9BC3-471407FB60C6}" type="presOf" srcId="{9B60B460-F93A-4671-973E-FB8201CCAA02}" destId="{DB57F032-DDCA-4109-A172-72A52E34B6B8}" srcOrd="0" destOrd="1" presId="urn:microsoft.com/office/officeart/2005/8/layout/vList2"/>
    <dgm:cxn modelId="{225B92D5-4EC2-4DF6-ACC8-1022A8A6DD92}" type="presParOf" srcId="{043EBF4F-3D54-4FFE-BB27-28879638E12C}" destId="{458CE53F-6733-4789-A051-2E383893952D}" srcOrd="0" destOrd="0" presId="urn:microsoft.com/office/officeart/2005/8/layout/vList2"/>
    <dgm:cxn modelId="{2566BA02-7144-4B15-A483-E6913E152DE2}" type="presParOf" srcId="{043EBF4F-3D54-4FFE-BB27-28879638E12C}" destId="{DB57F032-DDCA-4109-A172-72A52E34B6B8}" srcOrd="1" destOrd="0" presId="urn:microsoft.com/office/officeart/2005/8/layout/vList2"/>
    <dgm:cxn modelId="{311E5EC2-1DF8-4FD0-8F8C-E38D6FAC80AB}" type="presParOf" srcId="{043EBF4F-3D54-4FFE-BB27-28879638E12C}" destId="{438E456C-F245-46A6-A21F-7393F8B3D976}" srcOrd="2" destOrd="0" presId="urn:microsoft.com/office/officeart/2005/8/layout/vList2"/>
    <dgm:cxn modelId="{F57EFBDE-D205-4932-83BC-B737C63B1B5B}" type="presParOf" srcId="{043EBF4F-3D54-4FFE-BB27-28879638E12C}" destId="{E68DD987-A44F-4753-B9C7-255319D3C883}" srcOrd="3" destOrd="0" presId="urn:microsoft.com/office/officeart/2005/8/layout/vList2"/>
    <dgm:cxn modelId="{76AB7B57-9289-4246-B326-C220C914A77C}" type="presParOf" srcId="{043EBF4F-3D54-4FFE-BB27-28879638E12C}" destId="{4CE676C3-6AD7-4A32-A905-3E99E25F02CC}" srcOrd="4" destOrd="0" presId="urn:microsoft.com/office/officeart/2005/8/layout/vList2"/>
    <dgm:cxn modelId="{64FA3280-EBC0-43BC-83EB-C485352C2021}" type="presParOf" srcId="{043EBF4F-3D54-4FFE-BB27-28879638E12C}" destId="{FC541490-F629-4068-8599-6619DB7A8A99}" srcOrd="5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6.xml><?xml version="1.0" encoding="utf-8"?>
<dgm:dataModel xmlns:dgm="http://schemas.openxmlformats.org/drawingml/2006/diagram" xmlns:a="http://schemas.openxmlformats.org/drawingml/2006/main">
  <dgm:ptLst>
    <dgm:pt modelId="{AFFA0317-0B1D-4607-908E-9DE48CB83048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tr-TR"/>
        </a:p>
      </dgm:t>
    </dgm:pt>
    <dgm:pt modelId="{19FC9110-422B-441C-99BE-6FAEED9CCF16}">
      <dgm:prSet/>
      <dgm:spPr/>
      <dgm:t>
        <a:bodyPr/>
        <a:lstStyle/>
        <a:p>
          <a:r>
            <a:rPr lang="en-US"/>
            <a:t>In this scenario, there are three execution paths </a:t>
          </a:r>
          <a:endParaRPr lang="tr-TR"/>
        </a:p>
      </dgm:t>
    </dgm:pt>
    <dgm:pt modelId="{D6A49963-9D15-49EC-BB7B-9581601AD463}" type="parTrans" cxnId="{4C64C35F-A370-4498-B270-5F3DF9998BCE}">
      <dgm:prSet/>
      <dgm:spPr/>
      <dgm:t>
        <a:bodyPr/>
        <a:lstStyle/>
        <a:p>
          <a:endParaRPr lang="tr-TR"/>
        </a:p>
      </dgm:t>
    </dgm:pt>
    <dgm:pt modelId="{C968BF18-413C-4A91-A816-AFCB234018FF}" type="sibTrans" cxnId="{4C64C35F-A370-4498-B270-5F3DF9998BCE}">
      <dgm:prSet/>
      <dgm:spPr/>
      <dgm:t>
        <a:bodyPr/>
        <a:lstStyle/>
        <a:p>
          <a:endParaRPr lang="tr-TR"/>
        </a:p>
      </dgm:t>
    </dgm:pt>
    <dgm:pt modelId="{D8A24B69-C510-47AB-9B01-9E6485F5222E}">
      <dgm:prSet/>
      <dgm:spPr/>
      <dgm:t>
        <a:bodyPr/>
        <a:lstStyle/>
        <a:p>
          <a:r>
            <a:rPr lang="en-US"/>
            <a:t>script A</a:t>
          </a:r>
          <a:r>
            <a:rPr lang="tr-TR"/>
            <a:t>,  </a:t>
          </a:r>
          <a:r>
            <a:rPr lang="en-US"/>
            <a:t>script B</a:t>
          </a:r>
          <a:r>
            <a:rPr lang="tr-TR"/>
            <a:t>, </a:t>
          </a:r>
          <a:r>
            <a:rPr lang="en-US"/>
            <a:t>script C</a:t>
          </a:r>
          <a:endParaRPr lang="tr-TR"/>
        </a:p>
      </dgm:t>
    </dgm:pt>
    <dgm:pt modelId="{EBA3CBE0-2967-4093-88D2-5D2AEB043C1D}" type="parTrans" cxnId="{7AC065A7-2472-44D0-85B5-2300E5CCAFF0}">
      <dgm:prSet/>
      <dgm:spPr/>
      <dgm:t>
        <a:bodyPr/>
        <a:lstStyle/>
        <a:p>
          <a:endParaRPr lang="tr-TR"/>
        </a:p>
      </dgm:t>
    </dgm:pt>
    <dgm:pt modelId="{C5B174E2-9FC5-46DC-8858-33CCA3DDA65E}" type="sibTrans" cxnId="{7AC065A7-2472-44D0-85B5-2300E5CCAFF0}">
      <dgm:prSet/>
      <dgm:spPr/>
      <dgm:t>
        <a:bodyPr/>
        <a:lstStyle/>
        <a:p>
          <a:endParaRPr lang="tr-TR"/>
        </a:p>
      </dgm:t>
    </dgm:pt>
    <dgm:pt modelId="{355D354D-AB01-4A36-B3E6-62C5E9AAEEA9}">
      <dgm:prSet/>
      <dgm:spPr/>
      <dgm:t>
        <a:bodyPr/>
        <a:lstStyle/>
        <a:p>
          <a:r>
            <a:rPr lang="en-US"/>
            <a:t>The unlocking script </a:t>
          </a:r>
          <a:endParaRPr lang="tr-TR"/>
        </a:p>
      </dgm:t>
    </dgm:pt>
    <dgm:pt modelId="{09E28376-0B89-4C3C-A6CF-2275D3FE7C65}" type="parTrans" cxnId="{03261CB9-A9D4-4878-8730-D547A95FAC30}">
      <dgm:prSet/>
      <dgm:spPr/>
      <dgm:t>
        <a:bodyPr/>
        <a:lstStyle/>
        <a:p>
          <a:endParaRPr lang="tr-TR"/>
        </a:p>
      </dgm:t>
    </dgm:pt>
    <dgm:pt modelId="{52E62651-617F-4397-8715-8005DCEF2F15}" type="sibTrans" cxnId="{03261CB9-A9D4-4878-8730-D547A95FAC30}">
      <dgm:prSet/>
      <dgm:spPr/>
      <dgm:t>
        <a:bodyPr/>
        <a:lstStyle/>
        <a:p>
          <a:endParaRPr lang="tr-TR"/>
        </a:p>
      </dgm:t>
    </dgm:pt>
    <dgm:pt modelId="{EB135AB4-76DA-4C2D-9E64-98993877A7FF}">
      <dgm:prSet/>
      <dgm:spPr/>
      <dgm:t>
        <a:bodyPr/>
        <a:lstStyle/>
        <a:p>
          <a:r>
            <a:rPr lang="en-US"/>
            <a:t>provides a path in the form of a sequence </a:t>
          </a:r>
          <a:endParaRPr lang="tr-TR"/>
        </a:p>
      </dgm:t>
    </dgm:pt>
    <dgm:pt modelId="{3C928804-43C2-485B-BC90-513EB6C7A7DF}" type="parTrans" cxnId="{0E83CEC4-E4BB-4AC7-A014-BF7F16351B03}">
      <dgm:prSet/>
      <dgm:spPr/>
      <dgm:t>
        <a:bodyPr/>
        <a:lstStyle/>
        <a:p>
          <a:endParaRPr lang="tr-TR"/>
        </a:p>
      </dgm:t>
    </dgm:pt>
    <dgm:pt modelId="{E7C30A99-8AE2-41DD-A341-FBC0869DC505}" type="sibTrans" cxnId="{0E83CEC4-E4BB-4AC7-A014-BF7F16351B03}">
      <dgm:prSet/>
      <dgm:spPr/>
      <dgm:t>
        <a:bodyPr/>
        <a:lstStyle/>
        <a:p>
          <a:endParaRPr lang="tr-TR"/>
        </a:p>
      </dgm:t>
    </dgm:pt>
    <dgm:pt modelId="{CD732FCD-0ACD-4853-BF4C-911931D68864}">
      <dgm:prSet/>
      <dgm:spPr/>
      <dgm:t>
        <a:bodyPr/>
        <a:lstStyle/>
        <a:p>
          <a:r>
            <a:rPr lang="en-US"/>
            <a:t>of TRUE or FALSE values.</a:t>
          </a:r>
          <a:endParaRPr lang="tr-TR"/>
        </a:p>
      </dgm:t>
    </dgm:pt>
    <dgm:pt modelId="{EE6DDD56-9843-487D-A612-B9EEE308D37C}" type="parTrans" cxnId="{9CAB000D-F1A1-4220-83D0-B1962F6C7CDF}">
      <dgm:prSet/>
      <dgm:spPr/>
      <dgm:t>
        <a:bodyPr/>
        <a:lstStyle/>
        <a:p>
          <a:endParaRPr lang="tr-TR"/>
        </a:p>
      </dgm:t>
    </dgm:pt>
    <dgm:pt modelId="{76DCAA09-5489-4024-97BB-DA3F336872DE}" type="sibTrans" cxnId="{9CAB000D-F1A1-4220-83D0-B1962F6C7CDF}">
      <dgm:prSet/>
      <dgm:spPr/>
      <dgm:t>
        <a:bodyPr/>
        <a:lstStyle/>
        <a:p>
          <a:endParaRPr lang="tr-TR"/>
        </a:p>
      </dgm:t>
    </dgm:pt>
    <dgm:pt modelId="{200B09E9-3FD0-4108-AB6E-E171E420D19E}">
      <dgm:prSet/>
      <dgm:spPr/>
      <dgm:t>
        <a:bodyPr/>
        <a:lstStyle/>
        <a:p>
          <a:r>
            <a:rPr lang="en-US"/>
            <a:t>To select path script B,</a:t>
          </a:r>
          <a:endParaRPr lang="tr-TR"/>
        </a:p>
      </dgm:t>
    </dgm:pt>
    <dgm:pt modelId="{E9F22F3C-1CD0-4184-8D6D-106BD2E8E904}" type="parTrans" cxnId="{DA525FEC-B021-4C62-AC57-7C4AAAC951CD}">
      <dgm:prSet/>
      <dgm:spPr/>
      <dgm:t>
        <a:bodyPr/>
        <a:lstStyle/>
        <a:p>
          <a:endParaRPr lang="tr-TR"/>
        </a:p>
      </dgm:t>
    </dgm:pt>
    <dgm:pt modelId="{2E8A341B-D80E-4B58-89DB-AFF11D101353}" type="sibTrans" cxnId="{DA525FEC-B021-4C62-AC57-7C4AAAC951CD}">
      <dgm:prSet/>
      <dgm:spPr/>
      <dgm:t>
        <a:bodyPr/>
        <a:lstStyle/>
        <a:p>
          <a:endParaRPr lang="tr-TR"/>
        </a:p>
      </dgm:t>
    </dgm:pt>
    <dgm:pt modelId="{7B8B9275-97B8-4F8D-B6E7-A8EFA9E858D9}">
      <dgm:prSet/>
      <dgm:spPr/>
      <dgm:t>
        <a:bodyPr/>
        <a:lstStyle/>
        <a:p>
          <a:r>
            <a:rPr lang="en-US"/>
            <a:t>the unlocking script must end in 1 0</a:t>
          </a:r>
          <a:endParaRPr lang="tr-TR"/>
        </a:p>
      </dgm:t>
    </dgm:pt>
    <dgm:pt modelId="{3127DFA4-7BD9-4E60-9128-4F72B0B61FAA}" type="parTrans" cxnId="{CDE95198-1708-4645-A282-66978C73DC5F}">
      <dgm:prSet/>
      <dgm:spPr/>
      <dgm:t>
        <a:bodyPr/>
        <a:lstStyle/>
        <a:p>
          <a:endParaRPr lang="tr-TR"/>
        </a:p>
      </dgm:t>
    </dgm:pt>
    <dgm:pt modelId="{95891E71-3278-473C-93B4-5F7D8305931A}" type="sibTrans" cxnId="{CDE95198-1708-4645-A282-66978C73DC5F}">
      <dgm:prSet/>
      <dgm:spPr/>
      <dgm:t>
        <a:bodyPr/>
        <a:lstStyle/>
        <a:p>
          <a:endParaRPr lang="tr-TR"/>
        </a:p>
      </dgm:t>
    </dgm:pt>
    <dgm:pt modelId="{2937BD63-6A8A-4CE0-8FCB-FF3534FB6909}">
      <dgm:prSet/>
      <dgm:spPr/>
      <dgm:t>
        <a:bodyPr/>
        <a:lstStyle/>
        <a:p>
          <a:r>
            <a:rPr lang="tr-TR"/>
            <a:t>TRUE, FALSE</a:t>
          </a:r>
        </a:p>
      </dgm:t>
    </dgm:pt>
    <dgm:pt modelId="{40BB8F52-7F43-4ADF-9EF7-ACBDB00B3A33}" type="parTrans" cxnId="{C9446E43-E6B3-4607-B619-06DD2980F6C5}">
      <dgm:prSet/>
      <dgm:spPr/>
      <dgm:t>
        <a:bodyPr/>
        <a:lstStyle/>
        <a:p>
          <a:endParaRPr lang="tr-TR"/>
        </a:p>
      </dgm:t>
    </dgm:pt>
    <dgm:pt modelId="{09826E78-0506-4C92-9265-C44B80ED3830}" type="sibTrans" cxnId="{C9446E43-E6B3-4607-B619-06DD2980F6C5}">
      <dgm:prSet/>
      <dgm:spPr/>
      <dgm:t>
        <a:bodyPr/>
        <a:lstStyle/>
        <a:p>
          <a:endParaRPr lang="tr-TR"/>
        </a:p>
      </dgm:t>
    </dgm:pt>
    <dgm:pt modelId="{AF0ED358-F216-4A82-B4EB-8BB4DD99F60B}">
      <dgm:prSet/>
      <dgm:spPr/>
      <dgm:t>
        <a:bodyPr/>
        <a:lstStyle/>
        <a:p>
          <a:r>
            <a:rPr lang="en-US"/>
            <a:t>values will be pushed onto the stack, </a:t>
          </a:r>
          <a:endParaRPr lang="tr-TR"/>
        </a:p>
      </dgm:t>
    </dgm:pt>
    <dgm:pt modelId="{887E2B0F-F065-4409-90B4-4B3784AAFBFF}" type="parTrans" cxnId="{EAAF259F-D824-448A-B5C4-3E6BE02224E2}">
      <dgm:prSet/>
      <dgm:spPr/>
      <dgm:t>
        <a:bodyPr/>
        <a:lstStyle/>
        <a:p>
          <a:endParaRPr lang="tr-TR"/>
        </a:p>
      </dgm:t>
    </dgm:pt>
    <dgm:pt modelId="{80A2DE5F-14C3-4DE3-8674-74E0B1E87EA5}" type="sibTrans" cxnId="{EAAF259F-D824-448A-B5C4-3E6BE02224E2}">
      <dgm:prSet/>
      <dgm:spPr/>
      <dgm:t>
        <a:bodyPr/>
        <a:lstStyle/>
        <a:p>
          <a:endParaRPr lang="tr-TR"/>
        </a:p>
      </dgm:t>
    </dgm:pt>
    <dgm:pt modelId="{111EAFDC-6FC8-4BDC-B46B-F2C01A1ED4F6}">
      <dgm:prSet/>
      <dgm:spPr/>
      <dgm:t>
        <a:bodyPr/>
        <a:lstStyle/>
        <a:p>
          <a:r>
            <a:rPr lang="en-US"/>
            <a:t>so that the second value</a:t>
          </a:r>
          <a:r>
            <a:rPr lang="tr-TR"/>
            <a:t> </a:t>
          </a:r>
          <a:r>
            <a:rPr lang="en-US"/>
            <a:t>(FALSE) </a:t>
          </a:r>
          <a:endParaRPr lang="tr-TR"/>
        </a:p>
      </dgm:t>
    </dgm:pt>
    <dgm:pt modelId="{6F518AB4-F092-4AC4-8F3D-0877B5053052}" type="parTrans" cxnId="{6A0C2B1C-696F-458C-9E50-BAF54D48D32C}">
      <dgm:prSet/>
      <dgm:spPr/>
      <dgm:t>
        <a:bodyPr/>
        <a:lstStyle/>
        <a:p>
          <a:endParaRPr lang="tr-TR"/>
        </a:p>
      </dgm:t>
    </dgm:pt>
    <dgm:pt modelId="{9A1141CD-4C51-4861-A5D7-DE4D0456FD65}" type="sibTrans" cxnId="{6A0C2B1C-696F-458C-9E50-BAF54D48D32C}">
      <dgm:prSet/>
      <dgm:spPr/>
      <dgm:t>
        <a:bodyPr/>
        <a:lstStyle/>
        <a:p>
          <a:endParaRPr lang="tr-TR"/>
        </a:p>
      </dgm:t>
    </dgm:pt>
    <dgm:pt modelId="{139EEE4A-4134-40E9-A3D6-6D5A63739D1B}">
      <dgm:prSet/>
      <dgm:spPr/>
      <dgm:t>
        <a:bodyPr/>
        <a:lstStyle/>
        <a:p>
          <a:r>
            <a:rPr lang="en-US"/>
            <a:t>ends up at the top of the stack</a:t>
          </a:r>
          <a:endParaRPr lang="tr-TR"/>
        </a:p>
      </dgm:t>
    </dgm:pt>
    <dgm:pt modelId="{43A34CB0-2F29-456F-B048-1E2673FC102B}" type="parTrans" cxnId="{78449A20-880C-486F-9817-0634B4F2DA0E}">
      <dgm:prSet/>
      <dgm:spPr/>
      <dgm:t>
        <a:bodyPr/>
        <a:lstStyle/>
        <a:p>
          <a:endParaRPr lang="tr-TR"/>
        </a:p>
      </dgm:t>
    </dgm:pt>
    <dgm:pt modelId="{270B292E-1768-4E44-AD04-ED252FE1A7A8}" type="sibTrans" cxnId="{78449A20-880C-486F-9817-0634B4F2DA0E}">
      <dgm:prSet/>
      <dgm:spPr/>
      <dgm:t>
        <a:bodyPr/>
        <a:lstStyle/>
        <a:p>
          <a:endParaRPr lang="tr-TR"/>
        </a:p>
      </dgm:t>
    </dgm:pt>
    <dgm:pt modelId="{CDB67221-A81A-4BBE-B13E-C0EE3E47C37D}" type="pres">
      <dgm:prSet presAssocID="{AFFA0317-0B1D-4607-908E-9DE48CB83048}" presName="linear" presStyleCnt="0">
        <dgm:presLayoutVars>
          <dgm:animLvl val="lvl"/>
          <dgm:resizeHandles val="exact"/>
        </dgm:presLayoutVars>
      </dgm:prSet>
      <dgm:spPr/>
    </dgm:pt>
    <dgm:pt modelId="{0AB11922-9993-44F7-AE82-594B1958AFF1}" type="pres">
      <dgm:prSet presAssocID="{19FC9110-422B-441C-99BE-6FAEED9CCF16}" presName="parentText" presStyleLbl="node1" presStyleIdx="0" presStyleCnt="4">
        <dgm:presLayoutVars>
          <dgm:chMax val="0"/>
          <dgm:bulletEnabled val="1"/>
        </dgm:presLayoutVars>
      </dgm:prSet>
      <dgm:spPr/>
    </dgm:pt>
    <dgm:pt modelId="{DB7CBE03-E063-4BBB-8CE9-B9906C4E021F}" type="pres">
      <dgm:prSet presAssocID="{19FC9110-422B-441C-99BE-6FAEED9CCF16}" presName="childText" presStyleLbl="revTx" presStyleIdx="0" presStyleCnt="4">
        <dgm:presLayoutVars>
          <dgm:bulletEnabled val="1"/>
        </dgm:presLayoutVars>
      </dgm:prSet>
      <dgm:spPr/>
    </dgm:pt>
    <dgm:pt modelId="{42B9EC9E-AD7A-4D3F-8006-277BCED61AE2}" type="pres">
      <dgm:prSet presAssocID="{355D354D-AB01-4A36-B3E6-62C5E9AAEEA9}" presName="parentText" presStyleLbl="node1" presStyleIdx="1" presStyleCnt="4">
        <dgm:presLayoutVars>
          <dgm:chMax val="0"/>
          <dgm:bulletEnabled val="1"/>
        </dgm:presLayoutVars>
      </dgm:prSet>
      <dgm:spPr/>
    </dgm:pt>
    <dgm:pt modelId="{5334A0BE-AFD8-4143-8920-2F6783856B9F}" type="pres">
      <dgm:prSet presAssocID="{355D354D-AB01-4A36-B3E6-62C5E9AAEEA9}" presName="childText" presStyleLbl="revTx" presStyleIdx="1" presStyleCnt="4">
        <dgm:presLayoutVars>
          <dgm:bulletEnabled val="1"/>
        </dgm:presLayoutVars>
      </dgm:prSet>
      <dgm:spPr/>
    </dgm:pt>
    <dgm:pt modelId="{93FF15B5-0C7E-4FDB-B1AB-8EB2C02B284A}" type="pres">
      <dgm:prSet presAssocID="{200B09E9-3FD0-4108-AB6E-E171E420D19E}" presName="parentText" presStyleLbl="node1" presStyleIdx="2" presStyleCnt="4">
        <dgm:presLayoutVars>
          <dgm:chMax val="0"/>
          <dgm:bulletEnabled val="1"/>
        </dgm:presLayoutVars>
      </dgm:prSet>
      <dgm:spPr/>
    </dgm:pt>
    <dgm:pt modelId="{7A21E1F8-B422-4D76-9B00-2AB134654CF1}" type="pres">
      <dgm:prSet presAssocID="{200B09E9-3FD0-4108-AB6E-E171E420D19E}" presName="childText" presStyleLbl="revTx" presStyleIdx="2" presStyleCnt="4">
        <dgm:presLayoutVars>
          <dgm:bulletEnabled val="1"/>
        </dgm:presLayoutVars>
      </dgm:prSet>
      <dgm:spPr/>
    </dgm:pt>
    <dgm:pt modelId="{E9A82DD5-EB96-4ECD-86FB-5394D2271F69}" type="pres">
      <dgm:prSet presAssocID="{AF0ED358-F216-4A82-B4EB-8BB4DD99F60B}" presName="parentText" presStyleLbl="node1" presStyleIdx="3" presStyleCnt="4">
        <dgm:presLayoutVars>
          <dgm:chMax val="0"/>
          <dgm:bulletEnabled val="1"/>
        </dgm:presLayoutVars>
      </dgm:prSet>
      <dgm:spPr/>
    </dgm:pt>
    <dgm:pt modelId="{C5C7EE9E-BE52-4907-A7A4-2362BCACDBAB}" type="pres">
      <dgm:prSet presAssocID="{AF0ED358-F216-4A82-B4EB-8BB4DD99F60B}" presName="childText" presStyleLbl="revTx" presStyleIdx="3" presStyleCnt="4">
        <dgm:presLayoutVars>
          <dgm:bulletEnabled val="1"/>
        </dgm:presLayoutVars>
      </dgm:prSet>
      <dgm:spPr/>
    </dgm:pt>
  </dgm:ptLst>
  <dgm:cxnLst>
    <dgm:cxn modelId="{27395D07-EB72-404B-974A-A31F78A01519}" type="presOf" srcId="{111EAFDC-6FC8-4BDC-B46B-F2C01A1ED4F6}" destId="{C5C7EE9E-BE52-4907-A7A4-2362BCACDBAB}" srcOrd="0" destOrd="0" presId="urn:microsoft.com/office/officeart/2005/8/layout/vList2"/>
    <dgm:cxn modelId="{9CAB000D-F1A1-4220-83D0-B1962F6C7CDF}" srcId="{355D354D-AB01-4A36-B3E6-62C5E9AAEEA9}" destId="{CD732FCD-0ACD-4853-BF4C-911931D68864}" srcOrd="1" destOrd="0" parTransId="{EE6DDD56-9843-487D-A612-B9EEE308D37C}" sibTransId="{76DCAA09-5489-4024-97BB-DA3F336872DE}"/>
    <dgm:cxn modelId="{6A0C2B1C-696F-458C-9E50-BAF54D48D32C}" srcId="{AF0ED358-F216-4A82-B4EB-8BB4DD99F60B}" destId="{111EAFDC-6FC8-4BDC-B46B-F2C01A1ED4F6}" srcOrd="0" destOrd="0" parTransId="{6F518AB4-F092-4AC4-8F3D-0877B5053052}" sibTransId="{9A1141CD-4C51-4861-A5D7-DE4D0456FD65}"/>
    <dgm:cxn modelId="{78449A20-880C-486F-9817-0634B4F2DA0E}" srcId="{AF0ED358-F216-4A82-B4EB-8BB4DD99F60B}" destId="{139EEE4A-4134-40E9-A3D6-6D5A63739D1B}" srcOrd="1" destOrd="0" parTransId="{43A34CB0-2F29-456F-B048-1E2673FC102B}" sibTransId="{270B292E-1768-4E44-AD04-ED252FE1A7A8}"/>
    <dgm:cxn modelId="{CC6F0826-0CB0-41B3-97BE-0A759966A0C0}" type="presOf" srcId="{AF0ED358-F216-4A82-B4EB-8BB4DD99F60B}" destId="{E9A82DD5-EB96-4ECD-86FB-5394D2271F69}" srcOrd="0" destOrd="0" presId="urn:microsoft.com/office/officeart/2005/8/layout/vList2"/>
    <dgm:cxn modelId="{E4E14F38-69CB-40D1-A0CF-815C4BADA5C9}" type="presOf" srcId="{19FC9110-422B-441C-99BE-6FAEED9CCF16}" destId="{0AB11922-9993-44F7-AE82-594B1958AFF1}" srcOrd="0" destOrd="0" presId="urn:microsoft.com/office/officeart/2005/8/layout/vList2"/>
    <dgm:cxn modelId="{6ABB143A-BAAE-43F8-875F-07970071AA52}" type="presOf" srcId="{CD732FCD-0ACD-4853-BF4C-911931D68864}" destId="{5334A0BE-AFD8-4143-8920-2F6783856B9F}" srcOrd="0" destOrd="1" presId="urn:microsoft.com/office/officeart/2005/8/layout/vList2"/>
    <dgm:cxn modelId="{4C64C35F-A370-4498-B270-5F3DF9998BCE}" srcId="{AFFA0317-0B1D-4607-908E-9DE48CB83048}" destId="{19FC9110-422B-441C-99BE-6FAEED9CCF16}" srcOrd="0" destOrd="0" parTransId="{D6A49963-9D15-49EC-BB7B-9581601AD463}" sibTransId="{C968BF18-413C-4A91-A816-AFCB234018FF}"/>
    <dgm:cxn modelId="{C9446E43-E6B3-4607-B619-06DD2980F6C5}" srcId="{200B09E9-3FD0-4108-AB6E-E171E420D19E}" destId="{2937BD63-6A8A-4CE0-8FCB-FF3534FB6909}" srcOrd="1" destOrd="0" parTransId="{40BB8F52-7F43-4ADF-9EF7-ACBDB00B3A33}" sibTransId="{09826E78-0506-4C92-9265-C44B80ED3830}"/>
    <dgm:cxn modelId="{4159BD47-560B-4E4C-BC58-A9B335ACCD1D}" type="presOf" srcId="{200B09E9-3FD0-4108-AB6E-E171E420D19E}" destId="{93FF15B5-0C7E-4FDB-B1AB-8EB2C02B284A}" srcOrd="0" destOrd="0" presId="urn:microsoft.com/office/officeart/2005/8/layout/vList2"/>
    <dgm:cxn modelId="{67F0FC4C-E5B2-46E0-B780-FBCD856D3A40}" type="presOf" srcId="{EB135AB4-76DA-4C2D-9E64-98993877A7FF}" destId="{5334A0BE-AFD8-4143-8920-2F6783856B9F}" srcOrd="0" destOrd="0" presId="urn:microsoft.com/office/officeart/2005/8/layout/vList2"/>
    <dgm:cxn modelId="{B42FA54D-6DDF-44F4-90E4-6FF7970B4C4A}" type="presOf" srcId="{139EEE4A-4134-40E9-A3D6-6D5A63739D1B}" destId="{C5C7EE9E-BE52-4907-A7A4-2362BCACDBAB}" srcOrd="0" destOrd="1" presId="urn:microsoft.com/office/officeart/2005/8/layout/vList2"/>
    <dgm:cxn modelId="{8BFBC853-CE8B-449E-8014-B17E9B7B5C10}" type="presOf" srcId="{D8A24B69-C510-47AB-9B01-9E6485F5222E}" destId="{DB7CBE03-E063-4BBB-8CE9-B9906C4E021F}" srcOrd="0" destOrd="0" presId="urn:microsoft.com/office/officeart/2005/8/layout/vList2"/>
    <dgm:cxn modelId="{CDE95198-1708-4645-A282-66978C73DC5F}" srcId="{200B09E9-3FD0-4108-AB6E-E171E420D19E}" destId="{7B8B9275-97B8-4F8D-B6E7-A8EFA9E858D9}" srcOrd="0" destOrd="0" parTransId="{3127DFA4-7BD9-4E60-9128-4F72B0B61FAA}" sibTransId="{95891E71-3278-473C-93B4-5F7D8305931A}"/>
    <dgm:cxn modelId="{1D52019C-35D4-410B-9050-39FDE6D29E6E}" type="presOf" srcId="{355D354D-AB01-4A36-B3E6-62C5E9AAEEA9}" destId="{42B9EC9E-AD7A-4D3F-8006-277BCED61AE2}" srcOrd="0" destOrd="0" presId="urn:microsoft.com/office/officeart/2005/8/layout/vList2"/>
    <dgm:cxn modelId="{EAAF259F-D824-448A-B5C4-3E6BE02224E2}" srcId="{AFFA0317-0B1D-4607-908E-9DE48CB83048}" destId="{AF0ED358-F216-4A82-B4EB-8BB4DD99F60B}" srcOrd="3" destOrd="0" parTransId="{887E2B0F-F065-4409-90B4-4B3784AAFBFF}" sibTransId="{80A2DE5F-14C3-4DE3-8674-74E0B1E87EA5}"/>
    <dgm:cxn modelId="{7AC065A7-2472-44D0-85B5-2300E5CCAFF0}" srcId="{19FC9110-422B-441C-99BE-6FAEED9CCF16}" destId="{D8A24B69-C510-47AB-9B01-9E6485F5222E}" srcOrd="0" destOrd="0" parTransId="{EBA3CBE0-2967-4093-88D2-5D2AEB043C1D}" sibTransId="{C5B174E2-9FC5-46DC-8858-33CCA3DDA65E}"/>
    <dgm:cxn modelId="{F4DAD7B3-CE9B-484D-B387-DD34B7546558}" type="presOf" srcId="{7B8B9275-97B8-4F8D-B6E7-A8EFA9E858D9}" destId="{7A21E1F8-B422-4D76-9B00-2AB134654CF1}" srcOrd="0" destOrd="0" presId="urn:microsoft.com/office/officeart/2005/8/layout/vList2"/>
    <dgm:cxn modelId="{03261CB9-A9D4-4878-8730-D547A95FAC30}" srcId="{AFFA0317-0B1D-4607-908E-9DE48CB83048}" destId="{355D354D-AB01-4A36-B3E6-62C5E9AAEEA9}" srcOrd="1" destOrd="0" parTransId="{09E28376-0B89-4C3C-A6CF-2275D3FE7C65}" sibTransId="{52E62651-617F-4397-8715-8005DCEF2F15}"/>
    <dgm:cxn modelId="{0E83CEC4-E4BB-4AC7-A014-BF7F16351B03}" srcId="{355D354D-AB01-4A36-B3E6-62C5E9AAEEA9}" destId="{EB135AB4-76DA-4C2D-9E64-98993877A7FF}" srcOrd="0" destOrd="0" parTransId="{3C928804-43C2-485B-BC90-513EB6C7A7DF}" sibTransId="{E7C30A99-8AE2-41DD-A341-FBC0869DC505}"/>
    <dgm:cxn modelId="{DA525FEC-B021-4C62-AC57-7C4AAAC951CD}" srcId="{AFFA0317-0B1D-4607-908E-9DE48CB83048}" destId="{200B09E9-3FD0-4108-AB6E-E171E420D19E}" srcOrd="2" destOrd="0" parTransId="{E9F22F3C-1CD0-4184-8D6D-106BD2E8E904}" sibTransId="{2E8A341B-D80E-4B58-89DB-AFF11D101353}"/>
    <dgm:cxn modelId="{307C38EE-FD49-49BB-B1FC-2D400D62A011}" type="presOf" srcId="{AFFA0317-0B1D-4607-908E-9DE48CB83048}" destId="{CDB67221-A81A-4BBE-B13E-C0EE3E47C37D}" srcOrd="0" destOrd="0" presId="urn:microsoft.com/office/officeart/2005/8/layout/vList2"/>
    <dgm:cxn modelId="{3AEBE4FB-D71F-4B12-9D16-C5B6F4E272F8}" type="presOf" srcId="{2937BD63-6A8A-4CE0-8FCB-FF3534FB6909}" destId="{7A21E1F8-B422-4D76-9B00-2AB134654CF1}" srcOrd="0" destOrd="1" presId="urn:microsoft.com/office/officeart/2005/8/layout/vList2"/>
    <dgm:cxn modelId="{F8389A15-F5ED-4178-B53E-9703D5B769D2}" type="presParOf" srcId="{CDB67221-A81A-4BBE-B13E-C0EE3E47C37D}" destId="{0AB11922-9993-44F7-AE82-594B1958AFF1}" srcOrd="0" destOrd="0" presId="urn:microsoft.com/office/officeart/2005/8/layout/vList2"/>
    <dgm:cxn modelId="{855F98D2-896D-417B-873E-FD276409E5BA}" type="presParOf" srcId="{CDB67221-A81A-4BBE-B13E-C0EE3E47C37D}" destId="{DB7CBE03-E063-4BBB-8CE9-B9906C4E021F}" srcOrd="1" destOrd="0" presId="urn:microsoft.com/office/officeart/2005/8/layout/vList2"/>
    <dgm:cxn modelId="{10EF4BAC-DB5D-4148-BAC2-DAD119D15E77}" type="presParOf" srcId="{CDB67221-A81A-4BBE-B13E-C0EE3E47C37D}" destId="{42B9EC9E-AD7A-4D3F-8006-277BCED61AE2}" srcOrd="2" destOrd="0" presId="urn:microsoft.com/office/officeart/2005/8/layout/vList2"/>
    <dgm:cxn modelId="{53A51C28-6EA8-4D71-A596-6B992C70F64E}" type="presParOf" srcId="{CDB67221-A81A-4BBE-B13E-C0EE3E47C37D}" destId="{5334A0BE-AFD8-4143-8920-2F6783856B9F}" srcOrd="3" destOrd="0" presId="urn:microsoft.com/office/officeart/2005/8/layout/vList2"/>
    <dgm:cxn modelId="{190AF010-2370-452C-BA59-A00F0A8E09FB}" type="presParOf" srcId="{CDB67221-A81A-4BBE-B13E-C0EE3E47C37D}" destId="{93FF15B5-0C7E-4FDB-B1AB-8EB2C02B284A}" srcOrd="4" destOrd="0" presId="urn:microsoft.com/office/officeart/2005/8/layout/vList2"/>
    <dgm:cxn modelId="{64C7C7C6-8132-4713-9E13-8D3673F1733E}" type="presParOf" srcId="{CDB67221-A81A-4BBE-B13E-C0EE3E47C37D}" destId="{7A21E1F8-B422-4D76-9B00-2AB134654CF1}" srcOrd="5" destOrd="0" presId="urn:microsoft.com/office/officeart/2005/8/layout/vList2"/>
    <dgm:cxn modelId="{CA579226-36D0-4A0F-AF62-F84DCFBCA8B8}" type="presParOf" srcId="{CDB67221-A81A-4BBE-B13E-C0EE3E47C37D}" destId="{E9A82DD5-EB96-4ECD-86FB-5394D2271F69}" srcOrd="6" destOrd="0" presId="urn:microsoft.com/office/officeart/2005/8/layout/vList2"/>
    <dgm:cxn modelId="{5CA66895-1F4E-4C32-9105-C2ADEA75FD13}" type="presParOf" srcId="{CDB67221-A81A-4BBE-B13E-C0EE3E47C37D}" destId="{C5C7EE9E-BE52-4907-A7A4-2362BCACDBAB}" srcOrd="7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7.xml><?xml version="1.0" encoding="utf-8"?>
<dgm:dataModel xmlns:dgm="http://schemas.openxmlformats.org/drawingml/2006/diagram" xmlns:a="http://schemas.openxmlformats.org/drawingml/2006/main">
  <dgm:ptLst>
    <dgm:pt modelId="{11159A0F-993A-47E9-92DD-F6B09E9B3DFB}" type="doc">
      <dgm:prSet loTypeId="urn:microsoft.com/office/officeart/2005/8/layout/vList2" loCatId="list" qsTypeId="urn:microsoft.com/office/officeart/2005/8/quickstyle/simple1" qsCatId="simple" csTypeId="urn:microsoft.com/office/officeart/2005/8/colors/colorful5" csCatId="colorful"/>
      <dgm:spPr/>
      <dgm:t>
        <a:bodyPr/>
        <a:lstStyle/>
        <a:p>
          <a:endParaRPr lang="en-US"/>
        </a:p>
      </dgm:t>
    </dgm:pt>
    <dgm:pt modelId="{A258253C-02A6-4BA5-8E40-249B9F77C239}">
      <dgm:prSet/>
      <dgm:spPr/>
      <dgm:t>
        <a:bodyPr/>
        <a:lstStyle/>
        <a:p>
          <a:r>
            <a:rPr lang="en-US"/>
            <a:t>In this section </a:t>
          </a:r>
        </a:p>
      </dgm:t>
    </dgm:pt>
    <dgm:pt modelId="{F70EB14F-3759-43CE-9F4E-337E6FBF5440}" type="parTrans" cxnId="{DB535E8D-4FD7-4CE9-9875-53202B701B1C}">
      <dgm:prSet/>
      <dgm:spPr/>
      <dgm:t>
        <a:bodyPr/>
        <a:lstStyle/>
        <a:p>
          <a:endParaRPr lang="en-US"/>
        </a:p>
      </dgm:t>
    </dgm:pt>
    <dgm:pt modelId="{283C9A63-B879-4C4D-B8A1-74C70B2686E7}" type="sibTrans" cxnId="{DB535E8D-4FD7-4CE9-9875-53202B701B1C}">
      <dgm:prSet/>
      <dgm:spPr/>
      <dgm:t>
        <a:bodyPr/>
        <a:lstStyle/>
        <a:p>
          <a:endParaRPr lang="en-US"/>
        </a:p>
      </dgm:t>
    </dgm:pt>
    <dgm:pt modelId="{56C44FA1-54F4-4F83-80E9-E9042F184BAE}">
      <dgm:prSet/>
      <dgm:spPr/>
      <dgm:t>
        <a:bodyPr/>
        <a:lstStyle/>
        <a:p>
          <a:r>
            <a:rPr lang="en-US"/>
            <a:t>we combine many of the concepts </a:t>
          </a:r>
        </a:p>
      </dgm:t>
    </dgm:pt>
    <dgm:pt modelId="{1AC19B8F-46A7-43B6-876E-F2C5EBAED107}" type="parTrans" cxnId="{938E77CA-76AB-4557-81DE-E572E4642AC2}">
      <dgm:prSet/>
      <dgm:spPr/>
      <dgm:t>
        <a:bodyPr/>
        <a:lstStyle/>
        <a:p>
          <a:endParaRPr lang="en-US"/>
        </a:p>
      </dgm:t>
    </dgm:pt>
    <dgm:pt modelId="{4D83C695-CF99-46DE-8F37-D067490D40A0}" type="sibTrans" cxnId="{938E77CA-76AB-4557-81DE-E572E4642AC2}">
      <dgm:prSet/>
      <dgm:spPr/>
      <dgm:t>
        <a:bodyPr/>
        <a:lstStyle/>
        <a:p>
          <a:endParaRPr lang="en-US"/>
        </a:p>
      </dgm:t>
    </dgm:pt>
    <dgm:pt modelId="{B6BB5B71-3A3A-4C5D-B82C-386A7350244F}">
      <dgm:prSet/>
      <dgm:spPr/>
      <dgm:t>
        <a:bodyPr/>
        <a:lstStyle/>
        <a:p>
          <a:r>
            <a:rPr lang="en-US"/>
            <a:t>from this chapter into a single</a:t>
          </a:r>
          <a:r>
            <a:rPr lang="tr-TR"/>
            <a:t> example.</a:t>
          </a:r>
          <a:endParaRPr lang="en-US"/>
        </a:p>
      </dgm:t>
    </dgm:pt>
    <dgm:pt modelId="{D3DD4582-AB42-4BC1-B817-B1BAC0052EF3}" type="parTrans" cxnId="{9BD9590B-D665-4908-9A1A-D4E4B01C63B5}">
      <dgm:prSet/>
      <dgm:spPr/>
      <dgm:t>
        <a:bodyPr/>
        <a:lstStyle/>
        <a:p>
          <a:endParaRPr lang="en-US"/>
        </a:p>
      </dgm:t>
    </dgm:pt>
    <dgm:pt modelId="{50FE2616-DF80-4072-B5CD-F6B0D01F65C2}" type="sibTrans" cxnId="{9BD9590B-D665-4908-9A1A-D4E4B01C63B5}">
      <dgm:prSet/>
      <dgm:spPr/>
      <dgm:t>
        <a:bodyPr/>
        <a:lstStyle/>
        <a:p>
          <a:endParaRPr lang="en-US"/>
        </a:p>
      </dgm:t>
    </dgm:pt>
    <dgm:pt modelId="{12DED81A-BF44-4AFA-8AD7-9BA7CFFBC316}">
      <dgm:prSet/>
      <dgm:spPr/>
      <dgm:t>
        <a:bodyPr/>
        <a:lstStyle/>
        <a:p>
          <a:r>
            <a:rPr lang="en-US"/>
            <a:t>Our example uses the story of Mohammed, </a:t>
          </a:r>
        </a:p>
      </dgm:t>
    </dgm:pt>
    <dgm:pt modelId="{C23D8DD9-FF5A-4706-8458-67A246644E40}" type="parTrans" cxnId="{953CD28B-F0D0-4C8C-B35E-22A98ACAC26C}">
      <dgm:prSet/>
      <dgm:spPr/>
      <dgm:t>
        <a:bodyPr/>
        <a:lstStyle/>
        <a:p>
          <a:endParaRPr lang="en-US"/>
        </a:p>
      </dgm:t>
    </dgm:pt>
    <dgm:pt modelId="{8C2059F0-DC5F-4573-AA5D-BE1ED067C10A}" type="sibTrans" cxnId="{953CD28B-F0D0-4C8C-B35E-22A98ACAC26C}">
      <dgm:prSet/>
      <dgm:spPr/>
      <dgm:t>
        <a:bodyPr/>
        <a:lstStyle/>
        <a:p>
          <a:endParaRPr lang="en-US"/>
        </a:p>
      </dgm:t>
    </dgm:pt>
    <dgm:pt modelId="{BFBFA0BF-4709-4064-8A14-A9B4A59058A6}">
      <dgm:prSet/>
      <dgm:spPr/>
      <dgm:t>
        <a:bodyPr/>
        <a:lstStyle/>
        <a:p>
          <a:r>
            <a:rPr lang="en-US"/>
            <a:t>the company owner in Dubai who is</a:t>
          </a:r>
        </a:p>
      </dgm:t>
    </dgm:pt>
    <dgm:pt modelId="{71060893-9004-41A1-9258-6F644704454D}" type="parTrans" cxnId="{412863E2-0D62-4C47-B3AE-7DB032C24BED}">
      <dgm:prSet/>
      <dgm:spPr/>
      <dgm:t>
        <a:bodyPr/>
        <a:lstStyle/>
        <a:p>
          <a:endParaRPr lang="en-US"/>
        </a:p>
      </dgm:t>
    </dgm:pt>
    <dgm:pt modelId="{2073D50A-7295-472D-BFCD-CBAD92556D67}" type="sibTrans" cxnId="{412863E2-0D62-4C47-B3AE-7DB032C24BED}">
      <dgm:prSet/>
      <dgm:spPr/>
      <dgm:t>
        <a:bodyPr/>
        <a:lstStyle/>
        <a:p>
          <a:endParaRPr lang="en-US"/>
        </a:p>
      </dgm:t>
    </dgm:pt>
    <dgm:pt modelId="{E5345DCF-80FC-48F2-AB98-91859F446202}">
      <dgm:prSet/>
      <dgm:spPr/>
      <dgm:t>
        <a:bodyPr/>
        <a:lstStyle/>
        <a:p>
          <a:r>
            <a:rPr lang="en-US"/>
            <a:t>operating an import/export business.</a:t>
          </a:r>
        </a:p>
      </dgm:t>
    </dgm:pt>
    <dgm:pt modelId="{03AD7CD9-20F9-4140-A7DF-7B898F9233F0}" type="parTrans" cxnId="{34D73DE7-3D11-4DDB-A01A-C7AA08C340B1}">
      <dgm:prSet/>
      <dgm:spPr/>
      <dgm:t>
        <a:bodyPr/>
        <a:lstStyle/>
        <a:p>
          <a:endParaRPr lang="en-US"/>
        </a:p>
      </dgm:t>
    </dgm:pt>
    <dgm:pt modelId="{B8A39796-CF94-4393-85CB-0B3300693B64}" type="sibTrans" cxnId="{34D73DE7-3D11-4DDB-A01A-C7AA08C340B1}">
      <dgm:prSet/>
      <dgm:spPr/>
      <dgm:t>
        <a:bodyPr/>
        <a:lstStyle/>
        <a:p>
          <a:endParaRPr lang="en-US"/>
        </a:p>
      </dgm:t>
    </dgm:pt>
    <dgm:pt modelId="{3300ABD6-BB5F-4CB6-906E-8FB634FD88B5}" type="pres">
      <dgm:prSet presAssocID="{11159A0F-993A-47E9-92DD-F6B09E9B3DFB}" presName="linear" presStyleCnt="0">
        <dgm:presLayoutVars>
          <dgm:animLvl val="lvl"/>
          <dgm:resizeHandles val="exact"/>
        </dgm:presLayoutVars>
      </dgm:prSet>
      <dgm:spPr/>
    </dgm:pt>
    <dgm:pt modelId="{84B5DC93-B2E0-46D3-8798-27FC00C57A37}" type="pres">
      <dgm:prSet presAssocID="{A258253C-02A6-4BA5-8E40-249B9F77C239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57BD9D36-9B94-49B9-8204-21C08ACA3E0C}" type="pres">
      <dgm:prSet presAssocID="{A258253C-02A6-4BA5-8E40-249B9F77C239}" presName="childText" presStyleLbl="revTx" presStyleIdx="0" presStyleCnt="2">
        <dgm:presLayoutVars>
          <dgm:bulletEnabled val="1"/>
        </dgm:presLayoutVars>
      </dgm:prSet>
      <dgm:spPr/>
    </dgm:pt>
    <dgm:pt modelId="{EE453824-C9BF-452D-ABE3-C6CB97E5D442}" type="pres">
      <dgm:prSet presAssocID="{12DED81A-BF44-4AFA-8AD7-9BA7CFFBC316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D542078C-C668-4652-ADB6-0FCC36CC2515}" type="pres">
      <dgm:prSet presAssocID="{12DED81A-BF44-4AFA-8AD7-9BA7CFFBC316}" presName="childText" presStyleLbl="revTx" presStyleIdx="1" presStyleCnt="2">
        <dgm:presLayoutVars>
          <dgm:bulletEnabled val="1"/>
        </dgm:presLayoutVars>
      </dgm:prSet>
      <dgm:spPr/>
    </dgm:pt>
  </dgm:ptLst>
  <dgm:cxnLst>
    <dgm:cxn modelId="{9BD9590B-D665-4908-9A1A-D4E4B01C63B5}" srcId="{A258253C-02A6-4BA5-8E40-249B9F77C239}" destId="{B6BB5B71-3A3A-4C5D-B82C-386A7350244F}" srcOrd="1" destOrd="0" parTransId="{D3DD4582-AB42-4BC1-B817-B1BAC0052EF3}" sibTransId="{50FE2616-DF80-4072-B5CD-F6B0D01F65C2}"/>
    <dgm:cxn modelId="{49EFBE0E-0617-459B-848D-32FA0A43DBDC}" type="presOf" srcId="{BFBFA0BF-4709-4064-8A14-A9B4A59058A6}" destId="{D542078C-C668-4652-ADB6-0FCC36CC2515}" srcOrd="0" destOrd="0" presId="urn:microsoft.com/office/officeart/2005/8/layout/vList2"/>
    <dgm:cxn modelId="{76B1AD5F-7DDF-40FD-B5AF-4C07EBB8A817}" type="presOf" srcId="{E5345DCF-80FC-48F2-AB98-91859F446202}" destId="{D542078C-C668-4652-ADB6-0FCC36CC2515}" srcOrd="0" destOrd="1" presId="urn:microsoft.com/office/officeart/2005/8/layout/vList2"/>
    <dgm:cxn modelId="{36EC3275-4ED8-4B29-BAA0-C182977DEF0F}" type="presOf" srcId="{11159A0F-993A-47E9-92DD-F6B09E9B3DFB}" destId="{3300ABD6-BB5F-4CB6-906E-8FB634FD88B5}" srcOrd="0" destOrd="0" presId="urn:microsoft.com/office/officeart/2005/8/layout/vList2"/>
    <dgm:cxn modelId="{953CD28B-F0D0-4C8C-B35E-22A98ACAC26C}" srcId="{11159A0F-993A-47E9-92DD-F6B09E9B3DFB}" destId="{12DED81A-BF44-4AFA-8AD7-9BA7CFFBC316}" srcOrd="1" destOrd="0" parTransId="{C23D8DD9-FF5A-4706-8458-67A246644E40}" sibTransId="{8C2059F0-DC5F-4573-AA5D-BE1ED067C10A}"/>
    <dgm:cxn modelId="{DB535E8D-4FD7-4CE9-9875-53202B701B1C}" srcId="{11159A0F-993A-47E9-92DD-F6B09E9B3DFB}" destId="{A258253C-02A6-4BA5-8E40-249B9F77C239}" srcOrd="0" destOrd="0" parTransId="{F70EB14F-3759-43CE-9F4E-337E6FBF5440}" sibTransId="{283C9A63-B879-4C4D-B8A1-74C70B2686E7}"/>
    <dgm:cxn modelId="{49308BA5-08BD-41F8-83CB-B5B6D470E9F9}" type="presOf" srcId="{56C44FA1-54F4-4F83-80E9-E9042F184BAE}" destId="{57BD9D36-9B94-49B9-8204-21C08ACA3E0C}" srcOrd="0" destOrd="0" presId="urn:microsoft.com/office/officeart/2005/8/layout/vList2"/>
    <dgm:cxn modelId="{DCD57FAB-0BA8-4393-B1C3-0F4DE4FB64BD}" type="presOf" srcId="{12DED81A-BF44-4AFA-8AD7-9BA7CFFBC316}" destId="{EE453824-C9BF-452D-ABE3-C6CB97E5D442}" srcOrd="0" destOrd="0" presId="urn:microsoft.com/office/officeart/2005/8/layout/vList2"/>
    <dgm:cxn modelId="{938E77CA-76AB-4557-81DE-E572E4642AC2}" srcId="{A258253C-02A6-4BA5-8E40-249B9F77C239}" destId="{56C44FA1-54F4-4F83-80E9-E9042F184BAE}" srcOrd="0" destOrd="0" parTransId="{1AC19B8F-46A7-43B6-876E-F2C5EBAED107}" sibTransId="{4D83C695-CF99-46DE-8F37-D067490D40A0}"/>
    <dgm:cxn modelId="{412863E2-0D62-4C47-B3AE-7DB032C24BED}" srcId="{12DED81A-BF44-4AFA-8AD7-9BA7CFFBC316}" destId="{BFBFA0BF-4709-4064-8A14-A9B4A59058A6}" srcOrd="0" destOrd="0" parTransId="{71060893-9004-41A1-9258-6F644704454D}" sibTransId="{2073D50A-7295-472D-BFCD-CBAD92556D67}"/>
    <dgm:cxn modelId="{8BCFA7E4-079D-45C2-89F1-6CC9AA8F0163}" type="presOf" srcId="{B6BB5B71-3A3A-4C5D-B82C-386A7350244F}" destId="{57BD9D36-9B94-49B9-8204-21C08ACA3E0C}" srcOrd="0" destOrd="1" presId="urn:microsoft.com/office/officeart/2005/8/layout/vList2"/>
    <dgm:cxn modelId="{34D73DE7-3D11-4DDB-A01A-C7AA08C340B1}" srcId="{12DED81A-BF44-4AFA-8AD7-9BA7CFFBC316}" destId="{E5345DCF-80FC-48F2-AB98-91859F446202}" srcOrd="1" destOrd="0" parTransId="{03AD7CD9-20F9-4140-A7DF-7B898F9233F0}" sibTransId="{B8A39796-CF94-4393-85CB-0B3300693B64}"/>
    <dgm:cxn modelId="{65C09CEE-C658-4F45-B088-CE4B5FD3017F}" type="presOf" srcId="{A258253C-02A6-4BA5-8E40-249B9F77C239}" destId="{84B5DC93-B2E0-46D3-8798-27FC00C57A37}" srcOrd="0" destOrd="0" presId="urn:microsoft.com/office/officeart/2005/8/layout/vList2"/>
    <dgm:cxn modelId="{833B8657-BEED-430F-9A4A-9F48083EBD6B}" type="presParOf" srcId="{3300ABD6-BB5F-4CB6-906E-8FB634FD88B5}" destId="{84B5DC93-B2E0-46D3-8798-27FC00C57A37}" srcOrd="0" destOrd="0" presId="urn:microsoft.com/office/officeart/2005/8/layout/vList2"/>
    <dgm:cxn modelId="{FFB0B3C5-FD3D-4D4D-9688-BBD3B693B43F}" type="presParOf" srcId="{3300ABD6-BB5F-4CB6-906E-8FB634FD88B5}" destId="{57BD9D36-9B94-49B9-8204-21C08ACA3E0C}" srcOrd="1" destOrd="0" presId="urn:microsoft.com/office/officeart/2005/8/layout/vList2"/>
    <dgm:cxn modelId="{FB3CE8E4-4D53-4E15-B72D-C4F7DBAA5EF1}" type="presParOf" srcId="{3300ABD6-BB5F-4CB6-906E-8FB634FD88B5}" destId="{EE453824-C9BF-452D-ABE3-C6CB97E5D442}" srcOrd="2" destOrd="0" presId="urn:microsoft.com/office/officeart/2005/8/layout/vList2"/>
    <dgm:cxn modelId="{806EF45E-5AC9-4F5F-AFDF-11A8E8960FB5}" type="presParOf" srcId="{3300ABD6-BB5F-4CB6-906E-8FB634FD88B5}" destId="{D542078C-C668-4652-ADB6-0FCC36CC2515}" srcOrd="3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8.xml><?xml version="1.0" encoding="utf-8"?>
<dgm:dataModel xmlns:dgm="http://schemas.openxmlformats.org/drawingml/2006/diagram" xmlns:a="http://schemas.openxmlformats.org/drawingml/2006/main">
  <dgm:ptLst>
    <dgm:pt modelId="{960F4AF9-3C90-449F-BB1F-E6CBFBE17111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/>
      <dgm:spPr/>
      <dgm:t>
        <a:bodyPr/>
        <a:lstStyle/>
        <a:p>
          <a:endParaRPr lang="en-US"/>
        </a:p>
      </dgm:t>
    </dgm:pt>
    <dgm:pt modelId="{DC3CAF0B-BF5F-4218-8A6C-CCDB5293FA28}">
      <dgm:prSet/>
      <dgm:spPr/>
      <dgm:t>
        <a:bodyPr/>
        <a:lstStyle/>
        <a:p>
          <a:r>
            <a:rPr lang="en-US"/>
            <a:t>In this example, </a:t>
          </a:r>
        </a:p>
      </dgm:t>
    </dgm:pt>
    <dgm:pt modelId="{3CC803A3-0E7B-44DC-A3B3-9CD188ADBF47}" type="parTrans" cxnId="{8A5D2F9D-4F49-4A72-9382-70438209705B}">
      <dgm:prSet/>
      <dgm:spPr/>
      <dgm:t>
        <a:bodyPr/>
        <a:lstStyle/>
        <a:p>
          <a:endParaRPr lang="en-US"/>
        </a:p>
      </dgm:t>
    </dgm:pt>
    <dgm:pt modelId="{DA6369B3-E206-470F-8616-2F1653152D88}" type="sibTrans" cxnId="{8A5D2F9D-4F49-4A72-9382-70438209705B}">
      <dgm:prSet/>
      <dgm:spPr/>
      <dgm:t>
        <a:bodyPr/>
        <a:lstStyle/>
        <a:p>
          <a:endParaRPr lang="en-US"/>
        </a:p>
      </dgm:t>
    </dgm:pt>
    <dgm:pt modelId="{70FD3202-03EA-445A-AE0B-BBF4A96D55D9}">
      <dgm:prSet/>
      <dgm:spPr/>
      <dgm:t>
        <a:bodyPr/>
        <a:lstStyle/>
        <a:p>
          <a:r>
            <a:rPr lang="en-US"/>
            <a:t>Mohammed wishes to construct </a:t>
          </a:r>
        </a:p>
      </dgm:t>
    </dgm:pt>
    <dgm:pt modelId="{F02C1022-1418-47E2-B171-A730365724D1}" type="parTrans" cxnId="{6E2F36BC-0570-4836-AC87-15D50422C6ED}">
      <dgm:prSet/>
      <dgm:spPr/>
      <dgm:t>
        <a:bodyPr/>
        <a:lstStyle/>
        <a:p>
          <a:endParaRPr lang="en-US"/>
        </a:p>
      </dgm:t>
    </dgm:pt>
    <dgm:pt modelId="{DAE8DBB9-BDE5-4829-837F-818FE78E443E}" type="sibTrans" cxnId="{6E2F36BC-0570-4836-AC87-15D50422C6ED}">
      <dgm:prSet/>
      <dgm:spPr/>
      <dgm:t>
        <a:bodyPr/>
        <a:lstStyle/>
        <a:p>
          <a:endParaRPr lang="en-US"/>
        </a:p>
      </dgm:t>
    </dgm:pt>
    <dgm:pt modelId="{AD9C5EEA-A68A-4E3B-86A9-C9ED51FF78D0}">
      <dgm:prSet/>
      <dgm:spPr/>
      <dgm:t>
        <a:bodyPr/>
        <a:lstStyle/>
        <a:p>
          <a:r>
            <a:rPr lang="en-US"/>
            <a:t>a company capital account with</a:t>
          </a:r>
          <a:r>
            <a:rPr lang="tr-TR"/>
            <a:t> </a:t>
          </a:r>
          <a:r>
            <a:rPr lang="en-US"/>
            <a:t>flexible rules. </a:t>
          </a:r>
        </a:p>
      </dgm:t>
    </dgm:pt>
    <dgm:pt modelId="{8D79196F-C117-4B27-8757-684FD202DDAA}" type="parTrans" cxnId="{7FFB1F0E-8E93-4538-9711-C84C9FCEB6A0}">
      <dgm:prSet/>
      <dgm:spPr/>
      <dgm:t>
        <a:bodyPr/>
        <a:lstStyle/>
        <a:p>
          <a:endParaRPr lang="en-US"/>
        </a:p>
      </dgm:t>
    </dgm:pt>
    <dgm:pt modelId="{9A5A2587-9C91-419D-9137-D53147733B41}" type="sibTrans" cxnId="{7FFB1F0E-8E93-4538-9711-C84C9FCEB6A0}">
      <dgm:prSet/>
      <dgm:spPr/>
      <dgm:t>
        <a:bodyPr/>
        <a:lstStyle/>
        <a:p>
          <a:endParaRPr lang="en-US"/>
        </a:p>
      </dgm:t>
    </dgm:pt>
    <dgm:pt modelId="{F2132353-F1E8-48D0-BC6B-FC0349F5A9C7}">
      <dgm:prSet/>
      <dgm:spPr/>
      <dgm:t>
        <a:bodyPr/>
        <a:lstStyle/>
        <a:p>
          <a:r>
            <a:rPr lang="en-US"/>
            <a:t>The scheme he creates </a:t>
          </a:r>
        </a:p>
      </dgm:t>
    </dgm:pt>
    <dgm:pt modelId="{42F0293E-90AC-4BF3-B343-3FD964F546B5}" type="parTrans" cxnId="{BA68C679-4EF0-4F80-BCF6-07C782467B5D}">
      <dgm:prSet/>
      <dgm:spPr/>
      <dgm:t>
        <a:bodyPr/>
        <a:lstStyle/>
        <a:p>
          <a:endParaRPr lang="en-US"/>
        </a:p>
      </dgm:t>
    </dgm:pt>
    <dgm:pt modelId="{6221BAF1-AEF5-493B-A991-47A6331886EB}" type="sibTrans" cxnId="{BA68C679-4EF0-4F80-BCF6-07C782467B5D}">
      <dgm:prSet/>
      <dgm:spPr/>
      <dgm:t>
        <a:bodyPr/>
        <a:lstStyle/>
        <a:p>
          <a:endParaRPr lang="en-US"/>
        </a:p>
      </dgm:t>
    </dgm:pt>
    <dgm:pt modelId="{9FD15869-7120-41A8-90CF-EDBB823D39A8}">
      <dgm:prSet/>
      <dgm:spPr/>
      <dgm:t>
        <a:bodyPr/>
        <a:lstStyle/>
        <a:p>
          <a:r>
            <a:rPr lang="en-US"/>
            <a:t>requires different levels of authorization </a:t>
          </a:r>
        </a:p>
      </dgm:t>
    </dgm:pt>
    <dgm:pt modelId="{A827E58B-B93C-44DA-BD8C-2249F3CBD7B9}" type="parTrans" cxnId="{70F174A8-2070-4CEA-B650-7977D45042E6}">
      <dgm:prSet/>
      <dgm:spPr/>
      <dgm:t>
        <a:bodyPr/>
        <a:lstStyle/>
        <a:p>
          <a:endParaRPr lang="en-US"/>
        </a:p>
      </dgm:t>
    </dgm:pt>
    <dgm:pt modelId="{8528AB87-A229-4321-9E87-C5C23988CFA5}" type="sibTrans" cxnId="{70F174A8-2070-4CEA-B650-7977D45042E6}">
      <dgm:prSet/>
      <dgm:spPr/>
      <dgm:t>
        <a:bodyPr/>
        <a:lstStyle/>
        <a:p>
          <a:endParaRPr lang="en-US"/>
        </a:p>
      </dgm:t>
    </dgm:pt>
    <dgm:pt modelId="{7A6E8DF2-1874-45CD-92C6-010737B52F34}">
      <dgm:prSet/>
      <dgm:spPr/>
      <dgm:t>
        <a:bodyPr/>
        <a:lstStyle/>
        <a:p>
          <a:r>
            <a:rPr lang="en-US"/>
            <a:t>depending</a:t>
          </a:r>
          <a:r>
            <a:rPr lang="tr-TR"/>
            <a:t> </a:t>
          </a:r>
          <a:r>
            <a:rPr lang="en-US"/>
            <a:t>on timelocks. </a:t>
          </a:r>
        </a:p>
      </dgm:t>
    </dgm:pt>
    <dgm:pt modelId="{46408540-8465-4031-8AE9-500819CECF15}" type="parTrans" cxnId="{F6D1CDDD-ECB2-48B9-A283-ED188530A10F}">
      <dgm:prSet/>
      <dgm:spPr/>
      <dgm:t>
        <a:bodyPr/>
        <a:lstStyle/>
        <a:p>
          <a:endParaRPr lang="en-US"/>
        </a:p>
      </dgm:t>
    </dgm:pt>
    <dgm:pt modelId="{5EBA63DC-1583-4ED7-A2F9-7822A978AA49}" type="sibTrans" cxnId="{F6D1CDDD-ECB2-48B9-A283-ED188530A10F}">
      <dgm:prSet/>
      <dgm:spPr/>
      <dgm:t>
        <a:bodyPr/>
        <a:lstStyle/>
        <a:p>
          <a:endParaRPr lang="en-US"/>
        </a:p>
      </dgm:t>
    </dgm:pt>
    <dgm:pt modelId="{6ED59818-ECB9-403A-9F7B-BFE593D72DD3}" type="pres">
      <dgm:prSet presAssocID="{960F4AF9-3C90-449F-BB1F-E6CBFBE17111}" presName="linear" presStyleCnt="0">
        <dgm:presLayoutVars>
          <dgm:dir/>
          <dgm:animLvl val="lvl"/>
          <dgm:resizeHandles val="exact"/>
        </dgm:presLayoutVars>
      </dgm:prSet>
      <dgm:spPr/>
    </dgm:pt>
    <dgm:pt modelId="{A78663C9-3327-44A9-A315-ECA1A7937FD8}" type="pres">
      <dgm:prSet presAssocID="{DC3CAF0B-BF5F-4218-8A6C-CCDB5293FA28}" presName="parentLin" presStyleCnt="0"/>
      <dgm:spPr/>
    </dgm:pt>
    <dgm:pt modelId="{3CEC5580-B7BB-407C-834D-EED5B90A6607}" type="pres">
      <dgm:prSet presAssocID="{DC3CAF0B-BF5F-4218-8A6C-CCDB5293FA28}" presName="parentLeftMargin" presStyleLbl="node1" presStyleIdx="0" presStyleCnt="2"/>
      <dgm:spPr/>
    </dgm:pt>
    <dgm:pt modelId="{1FA8523B-A216-47E3-BA7B-634F6CD780E3}" type="pres">
      <dgm:prSet presAssocID="{DC3CAF0B-BF5F-4218-8A6C-CCDB5293FA28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512B91CF-1299-41E1-863B-901AFE9384BA}" type="pres">
      <dgm:prSet presAssocID="{DC3CAF0B-BF5F-4218-8A6C-CCDB5293FA28}" presName="negativeSpace" presStyleCnt="0"/>
      <dgm:spPr/>
    </dgm:pt>
    <dgm:pt modelId="{7A1EEDE4-C809-4042-AFCF-78D4A85922BE}" type="pres">
      <dgm:prSet presAssocID="{DC3CAF0B-BF5F-4218-8A6C-CCDB5293FA28}" presName="childText" presStyleLbl="conFgAcc1" presStyleIdx="0" presStyleCnt="2">
        <dgm:presLayoutVars>
          <dgm:bulletEnabled val="1"/>
        </dgm:presLayoutVars>
      </dgm:prSet>
      <dgm:spPr/>
    </dgm:pt>
    <dgm:pt modelId="{24827E14-4040-4671-8648-D03374F2BAC2}" type="pres">
      <dgm:prSet presAssocID="{DA6369B3-E206-470F-8616-2F1653152D88}" presName="spaceBetweenRectangles" presStyleCnt="0"/>
      <dgm:spPr/>
    </dgm:pt>
    <dgm:pt modelId="{1284E20C-9EA7-48A1-96BD-B846CB21850F}" type="pres">
      <dgm:prSet presAssocID="{F2132353-F1E8-48D0-BC6B-FC0349F5A9C7}" presName="parentLin" presStyleCnt="0"/>
      <dgm:spPr/>
    </dgm:pt>
    <dgm:pt modelId="{4C540CD6-AF1E-41B5-BFE6-154CA31EA669}" type="pres">
      <dgm:prSet presAssocID="{F2132353-F1E8-48D0-BC6B-FC0349F5A9C7}" presName="parentLeftMargin" presStyleLbl="node1" presStyleIdx="0" presStyleCnt="2"/>
      <dgm:spPr/>
    </dgm:pt>
    <dgm:pt modelId="{53F5724F-3D03-4C7C-AD38-8B93221373D7}" type="pres">
      <dgm:prSet presAssocID="{F2132353-F1E8-48D0-BC6B-FC0349F5A9C7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2A165CB5-5D5D-4333-9447-618217E840C2}" type="pres">
      <dgm:prSet presAssocID="{F2132353-F1E8-48D0-BC6B-FC0349F5A9C7}" presName="negativeSpace" presStyleCnt="0"/>
      <dgm:spPr/>
    </dgm:pt>
    <dgm:pt modelId="{FD6D2772-3004-4B9C-9DFB-5BC312F2B8F5}" type="pres">
      <dgm:prSet presAssocID="{F2132353-F1E8-48D0-BC6B-FC0349F5A9C7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7FFB1F0E-8E93-4538-9711-C84C9FCEB6A0}" srcId="{DC3CAF0B-BF5F-4218-8A6C-CCDB5293FA28}" destId="{AD9C5EEA-A68A-4E3B-86A9-C9ED51FF78D0}" srcOrd="1" destOrd="0" parTransId="{8D79196F-C117-4B27-8757-684FD202DDAA}" sibTransId="{9A5A2587-9C91-419D-9137-D53147733B41}"/>
    <dgm:cxn modelId="{6EA52B1B-6B3B-4A0D-AC55-2899FD50A559}" type="presOf" srcId="{F2132353-F1E8-48D0-BC6B-FC0349F5A9C7}" destId="{4C540CD6-AF1E-41B5-BFE6-154CA31EA669}" srcOrd="0" destOrd="0" presId="urn:microsoft.com/office/officeart/2005/8/layout/list1"/>
    <dgm:cxn modelId="{A0D5EF26-77E4-4F8D-A776-14CD73BF89C0}" type="presOf" srcId="{DC3CAF0B-BF5F-4218-8A6C-CCDB5293FA28}" destId="{1FA8523B-A216-47E3-BA7B-634F6CD780E3}" srcOrd="1" destOrd="0" presId="urn:microsoft.com/office/officeart/2005/8/layout/list1"/>
    <dgm:cxn modelId="{6C2C8938-5AE8-48AE-A390-2DC9C808DC05}" type="presOf" srcId="{960F4AF9-3C90-449F-BB1F-E6CBFBE17111}" destId="{6ED59818-ECB9-403A-9F7B-BFE593D72DD3}" srcOrd="0" destOrd="0" presId="urn:microsoft.com/office/officeart/2005/8/layout/list1"/>
    <dgm:cxn modelId="{D5B35343-A114-4CFA-9F85-78E8478047CF}" type="presOf" srcId="{AD9C5EEA-A68A-4E3B-86A9-C9ED51FF78D0}" destId="{7A1EEDE4-C809-4042-AFCF-78D4A85922BE}" srcOrd="0" destOrd="1" presId="urn:microsoft.com/office/officeart/2005/8/layout/list1"/>
    <dgm:cxn modelId="{FADB9950-8EC6-4D83-8B10-305498AFF8DD}" type="presOf" srcId="{7A6E8DF2-1874-45CD-92C6-010737B52F34}" destId="{FD6D2772-3004-4B9C-9DFB-5BC312F2B8F5}" srcOrd="0" destOrd="1" presId="urn:microsoft.com/office/officeart/2005/8/layout/list1"/>
    <dgm:cxn modelId="{BA68C679-4EF0-4F80-BCF6-07C782467B5D}" srcId="{960F4AF9-3C90-449F-BB1F-E6CBFBE17111}" destId="{F2132353-F1E8-48D0-BC6B-FC0349F5A9C7}" srcOrd="1" destOrd="0" parTransId="{42F0293E-90AC-4BF3-B343-3FD964F546B5}" sibTransId="{6221BAF1-AEF5-493B-A991-47A6331886EB}"/>
    <dgm:cxn modelId="{A9D2577A-6FB5-483C-84D5-E956813133B1}" type="presOf" srcId="{DC3CAF0B-BF5F-4218-8A6C-CCDB5293FA28}" destId="{3CEC5580-B7BB-407C-834D-EED5B90A6607}" srcOrd="0" destOrd="0" presId="urn:microsoft.com/office/officeart/2005/8/layout/list1"/>
    <dgm:cxn modelId="{57F48D7D-4CCF-44A8-8A85-6F0598BF713B}" type="presOf" srcId="{9FD15869-7120-41A8-90CF-EDBB823D39A8}" destId="{FD6D2772-3004-4B9C-9DFB-5BC312F2B8F5}" srcOrd="0" destOrd="0" presId="urn:microsoft.com/office/officeart/2005/8/layout/list1"/>
    <dgm:cxn modelId="{1147B199-8AFE-4529-B3A8-6F122B41FA85}" type="presOf" srcId="{F2132353-F1E8-48D0-BC6B-FC0349F5A9C7}" destId="{53F5724F-3D03-4C7C-AD38-8B93221373D7}" srcOrd="1" destOrd="0" presId="urn:microsoft.com/office/officeart/2005/8/layout/list1"/>
    <dgm:cxn modelId="{8A5D2F9D-4F49-4A72-9382-70438209705B}" srcId="{960F4AF9-3C90-449F-BB1F-E6CBFBE17111}" destId="{DC3CAF0B-BF5F-4218-8A6C-CCDB5293FA28}" srcOrd="0" destOrd="0" parTransId="{3CC803A3-0E7B-44DC-A3B3-9CD188ADBF47}" sibTransId="{DA6369B3-E206-470F-8616-2F1653152D88}"/>
    <dgm:cxn modelId="{FEA61DA7-4BF0-47B7-A2B7-3C18C1469FF4}" type="presOf" srcId="{70FD3202-03EA-445A-AE0B-BBF4A96D55D9}" destId="{7A1EEDE4-C809-4042-AFCF-78D4A85922BE}" srcOrd="0" destOrd="0" presId="urn:microsoft.com/office/officeart/2005/8/layout/list1"/>
    <dgm:cxn modelId="{70F174A8-2070-4CEA-B650-7977D45042E6}" srcId="{F2132353-F1E8-48D0-BC6B-FC0349F5A9C7}" destId="{9FD15869-7120-41A8-90CF-EDBB823D39A8}" srcOrd="0" destOrd="0" parTransId="{A827E58B-B93C-44DA-BD8C-2249F3CBD7B9}" sibTransId="{8528AB87-A229-4321-9E87-C5C23988CFA5}"/>
    <dgm:cxn modelId="{6E2F36BC-0570-4836-AC87-15D50422C6ED}" srcId="{DC3CAF0B-BF5F-4218-8A6C-CCDB5293FA28}" destId="{70FD3202-03EA-445A-AE0B-BBF4A96D55D9}" srcOrd="0" destOrd="0" parTransId="{F02C1022-1418-47E2-B171-A730365724D1}" sibTransId="{DAE8DBB9-BDE5-4829-837F-818FE78E443E}"/>
    <dgm:cxn modelId="{F6D1CDDD-ECB2-48B9-A283-ED188530A10F}" srcId="{F2132353-F1E8-48D0-BC6B-FC0349F5A9C7}" destId="{7A6E8DF2-1874-45CD-92C6-010737B52F34}" srcOrd="1" destOrd="0" parTransId="{46408540-8465-4031-8AE9-500819CECF15}" sibTransId="{5EBA63DC-1583-4ED7-A2F9-7822A978AA49}"/>
    <dgm:cxn modelId="{BDB28C6B-1066-4B64-B64C-5BD40AE76132}" type="presParOf" srcId="{6ED59818-ECB9-403A-9F7B-BFE593D72DD3}" destId="{A78663C9-3327-44A9-A315-ECA1A7937FD8}" srcOrd="0" destOrd="0" presId="urn:microsoft.com/office/officeart/2005/8/layout/list1"/>
    <dgm:cxn modelId="{269399B8-C2D4-4E6C-941B-841C459EEEAB}" type="presParOf" srcId="{A78663C9-3327-44A9-A315-ECA1A7937FD8}" destId="{3CEC5580-B7BB-407C-834D-EED5B90A6607}" srcOrd="0" destOrd="0" presId="urn:microsoft.com/office/officeart/2005/8/layout/list1"/>
    <dgm:cxn modelId="{BE3C32EB-D321-4606-83BF-779285B38AD0}" type="presParOf" srcId="{A78663C9-3327-44A9-A315-ECA1A7937FD8}" destId="{1FA8523B-A216-47E3-BA7B-634F6CD780E3}" srcOrd="1" destOrd="0" presId="urn:microsoft.com/office/officeart/2005/8/layout/list1"/>
    <dgm:cxn modelId="{77C1D734-AB62-4839-B433-E975374C58B7}" type="presParOf" srcId="{6ED59818-ECB9-403A-9F7B-BFE593D72DD3}" destId="{512B91CF-1299-41E1-863B-901AFE9384BA}" srcOrd="1" destOrd="0" presId="urn:microsoft.com/office/officeart/2005/8/layout/list1"/>
    <dgm:cxn modelId="{BF4851CB-36B3-4BB4-A1B1-D83566053FEE}" type="presParOf" srcId="{6ED59818-ECB9-403A-9F7B-BFE593D72DD3}" destId="{7A1EEDE4-C809-4042-AFCF-78D4A85922BE}" srcOrd="2" destOrd="0" presId="urn:microsoft.com/office/officeart/2005/8/layout/list1"/>
    <dgm:cxn modelId="{BD02AC10-58D0-4347-88F5-C125A056D6C2}" type="presParOf" srcId="{6ED59818-ECB9-403A-9F7B-BFE593D72DD3}" destId="{24827E14-4040-4671-8648-D03374F2BAC2}" srcOrd="3" destOrd="0" presId="urn:microsoft.com/office/officeart/2005/8/layout/list1"/>
    <dgm:cxn modelId="{8CFC88B7-502D-43C5-B2E5-FE61AC7C4286}" type="presParOf" srcId="{6ED59818-ECB9-403A-9F7B-BFE593D72DD3}" destId="{1284E20C-9EA7-48A1-96BD-B846CB21850F}" srcOrd="4" destOrd="0" presId="urn:microsoft.com/office/officeart/2005/8/layout/list1"/>
    <dgm:cxn modelId="{33A72F03-6568-4120-9AE1-C159D5B5F2CB}" type="presParOf" srcId="{1284E20C-9EA7-48A1-96BD-B846CB21850F}" destId="{4C540CD6-AF1E-41B5-BFE6-154CA31EA669}" srcOrd="0" destOrd="0" presId="urn:microsoft.com/office/officeart/2005/8/layout/list1"/>
    <dgm:cxn modelId="{C6072B34-6DF7-4027-8324-4B776FBE062B}" type="presParOf" srcId="{1284E20C-9EA7-48A1-96BD-B846CB21850F}" destId="{53F5724F-3D03-4C7C-AD38-8B93221373D7}" srcOrd="1" destOrd="0" presId="urn:microsoft.com/office/officeart/2005/8/layout/list1"/>
    <dgm:cxn modelId="{B09FE053-AFE8-477B-8D09-7571604D8086}" type="presParOf" srcId="{6ED59818-ECB9-403A-9F7B-BFE593D72DD3}" destId="{2A165CB5-5D5D-4333-9447-618217E840C2}" srcOrd="5" destOrd="0" presId="urn:microsoft.com/office/officeart/2005/8/layout/list1"/>
    <dgm:cxn modelId="{744044E4-E394-4ED4-9CD6-2AE2BEA5F81C}" type="presParOf" srcId="{6ED59818-ECB9-403A-9F7B-BFE593D72DD3}" destId="{FD6D2772-3004-4B9C-9DFB-5BC312F2B8F5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9.xml><?xml version="1.0" encoding="utf-8"?>
<dgm:dataModel xmlns:dgm="http://schemas.openxmlformats.org/drawingml/2006/diagram" xmlns:a="http://schemas.openxmlformats.org/drawingml/2006/main">
  <dgm:ptLst>
    <dgm:pt modelId="{051EF695-44D2-4E86-B09F-38F61772D1B6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/>
      <dgm:spPr/>
      <dgm:t>
        <a:bodyPr/>
        <a:lstStyle/>
        <a:p>
          <a:endParaRPr lang="en-US"/>
        </a:p>
      </dgm:t>
    </dgm:pt>
    <dgm:pt modelId="{91A9DB6B-407A-4DC6-9C2E-6C5E552DDB77}">
      <dgm:prSet/>
      <dgm:spPr/>
      <dgm:t>
        <a:bodyPr/>
        <a:lstStyle/>
        <a:p>
          <a:r>
            <a:rPr lang="en-US"/>
            <a:t>The participants in the multisig scheme are </a:t>
          </a:r>
        </a:p>
      </dgm:t>
    </dgm:pt>
    <dgm:pt modelId="{038D6CC0-31CE-4442-A5B3-3E604F686D2E}" type="parTrans" cxnId="{505E9A2F-ECF9-48F9-8915-B554E7BD62F7}">
      <dgm:prSet/>
      <dgm:spPr/>
      <dgm:t>
        <a:bodyPr/>
        <a:lstStyle/>
        <a:p>
          <a:endParaRPr lang="en-US"/>
        </a:p>
      </dgm:t>
    </dgm:pt>
    <dgm:pt modelId="{62BA346F-7EEF-4DC0-8DDA-B23CBB70A0F3}" type="sibTrans" cxnId="{505E9A2F-ECF9-48F9-8915-B554E7BD62F7}">
      <dgm:prSet/>
      <dgm:spPr/>
      <dgm:t>
        <a:bodyPr/>
        <a:lstStyle/>
        <a:p>
          <a:endParaRPr lang="en-US"/>
        </a:p>
      </dgm:t>
    </dgm:pt>
    <dgm:pt modelId="{7EF06289-CBEE-4D7E-9E0D-B10603343D19}">
      <dgm:prSet/>
      <dgm:spPr/>
      <dgm:t>
        <a:bodyPr/>
        <a:lstStyle/>
        <a:p>
          <a:r>
            <a:rPr lang="en-US"/>
            <a:t>Mohammed, his two</a:t>
          </a:r>
          <a:r>
            <a:rPr lang="tr-TR"/>
            <a:t> </a:t>
          </a:r>
          <a:r>
            <a:rPr lang="en-US"/>
            <a:t>partners Saeed and Zaira, </a:t>
          </a:r>
        </a:p>
      </dgm:t>
    </dgm:pt>
    <dgm:pt modelId="{6FAAD19A-4C30-428F-9119-28B6A3C3808A}" type="parTrans" cxnId="{3BBB04BB-3224-4103-B14F-9C8B17BCEC7C}">
      <dgm:prSet/>
      <dgm:spPr/>
      <dgm:t>
        <a:bodyPr/>
        <a:lstStyle/>
        <a:p>
          <a:endParaRPr lang="en-US"/>
        </a:p>
      </dgm:t>
    </dgm:pt>
    <dgm:pt modelId="{2DC850AA-6125-4C29-AF34-4FFA6FCDB648}" type="sibTrans" cxnId="{3BBB04BB-3224-4103-B14F-9C8B17BCEC7C}">
      <dgm:prSet/>
      <dgm:spPr/>
      <dgm:t>
        <a:bodyPr/>
        <a:lstStyle/>
        <a:p>
          <a:endParaRPr lang="en-US"/>
        </a:p>
      </dgm:t>
    </dgm:pt>
    <dgm:pt modelId="{12F05297-37EA-487D-9BD9-7A479A64CC1B}">
      <dgm:prSet/>
      <dgm:spPr/>
      <dgm:t>
        <a:bodyPr/>
        <a:lstStyle/>
        <a:p>
          <a:r>
            <a:rPr lang="en-US"/>
            <a:t>and their company lawyer Abdul. </a:t>
          </a:r>
        </a:p>
      </dgm:t>
    </dgm:pt>
    <dgm:pt modelId="{A4517B04-F3D3-4128-8523-4E1A862EFB66}" type="parTrans" cxnId="{19593700-291F-4BA2-A98E-53D6248C2267}">
      <dgm:prSet/>
      <dgm:spPr/>
      <dgm:t>
        <a:bodyPr/>
        <a:lstStyle/>
        <a:p>
          <a:endParaRPr lang="en-US"/>
        </a:p>
      </dgm:t>
    </dgm:pt>
    <dgm:pt modelId="{4A17570C-8D97-4FEB-953C-B0FC1D7F50FC}" type="sibTrans" cxnId="{19593700-291F-4BA2-A98E-53D6248C2267}">
      <dgm:prSet/>
      <dgm:spPr/>
      <dgm:t>
        <a:bodyPr/>
        <a:lstStyle/>
        <a:p>
          <a:endParaRPr lang="en-US"/>
        </a:p>
      </dgm:t>
    </dgm:pt>
    <dgm:pt modelId="{69DC4858-2887-4052-89B8-64DB3ED531E2}">
      <dgm:prSet/>
      <dgm:spPr/>
      <dgm:t>
        <a:bodyPr/>
        <a:lstStyle/>
        <a:p>
          <a:r>
            <a:rPr lang="en-US"/>
            <a:t>The three partners make</a:t>
          </a:r>
          <a:r>
            <a:rPr lang="tr-TR"/>
            <a:t> </a:t>
          </a:r>
          <a:r>
            <a:rPr lang="en-US"/>
            <a:t>decisions </a:t>
          </a:r>
        </a:p>
      </dgm:t>
    </dgm:pt>
    <dgm:pt modelId="{2A418D26-4442-4B8E-AED6-0AF85332D429}" type="parTrans" cxnId="{3A5460FE-EEDB-4CDD-88C6-B91CB280D4EA}">
      <dgm:prSet/>
      <dgm:spPr/>
      <dgm:t>
        <a:bodyPr/>
        <a:lstStyle/>
        <a:p>
          <a:endParaRPr lang="en-US"/>
        </a:p>
      </dgm:t>
    </dgm:pt>
    <dgm:pt modelId="{67AC9CBF-103C-4EF7-A5B3-1AA7C2082CC8}" type="sibTrans" cxnId="{3A5460FE-EEDB-4CDD-88C6-B91CB280D4EA}">
      <dgm:prSet/>
      <dgm:spPr/>
      <dgm:t>
        <a:bodyPr/>
        <a:lstStyle/>
        <a:p>
          <a:endParaRPr lang="en-US"/>
        </a:p>
      </dgm:t>
    </dgm:pt>
    <dgm:pt modelId="{16AD1903-1C78-42D0-A295-D20771CB9951}">
      <dgm:prSet/>
      <dgm:spPr/>
      <dgm:t>
        <a:bodyPr/>
        <a:lstStyle/>
        <a:p>
          <a:r>
            <a:rPr lang="en-US"/>
            <a:t>based on a majority rule, </a:t>
          </a:r>
        </a:p>
      </dgm:t>
    </dgm:pt>
    <dgm:pt modelId="{3D1EE239-89BC-411A-BAAB-D5A9EC64D860}" type="parTrans" cxnId="{F52B3882-BC9C-44EC-B279-C416B1FE8515}">
      <dgm:prSet/>
      <dgm:spPr/>
      <dgm:t>
        <a:bodyPr/>
        <a:lstStyle/>
        <a:p>
          <a:endParaRPr lang="en-US"/>
        </a:p>
      </dgm:t>
    </dgm:pt>
    <dgm:pt modelId="{51145227-BF01-4731-9139-3198E3D79A34}" type="sibTrans" cxnId="{F52B3882-BC9C-44EC-B279-C416B1FE8515}">
      <dgm:prSet/>
      <dgm:spPr/>
      <dgm:t>
        <a:bodyPr/>
        <a:lstStyle/>
        <a:p>
          <a:endParaRPr lang="en-US"/>
        </a:p>
      </dgm:t>
    </dgm:pt>
    <dgm:pt modelId="{76505F47-877C-4930-BBA8-260CE4DF11F9}">
      <dgm:prSet/>
      <dgm:spPr/>
      <dgm:t>
        <a:bodyPr/>
        <a:lstStyle/>
        <a:p>
          <a:r>
            <a:rPr lang="en-US"/>
            <a:t>so two of the three must agree.</a:t>
          </a:r>
        </a:p>
      </dgm:t>
    </dgm:pt>
    <dgm:pt modelId="{FDD0734A-B666-4A9B-B36E-EDA44011B392}" type="parTrans" cxnId="{DB4A6421-3BFA-41B5-A04E-BA7A1B37E502}">
      <dgm:prSet/>
      <dgm:spPr/>
      <dgm:t>
        <a:bodyPr/>
        <a:lstStyle/>
        <a:p>
          <a:endParaRPr lang="en-US"/>
        </a:p>
      </dgm:t>
    </dgm:pt>
    <dgm:pt modelId="{A1B8AF4D-6E57-4F79-A608-7944B4B3A792}" type="sibTrans" cxnId="{DB4A6421-3BFA-41B5-A04E-BA7A1B37E502}">
      <dgm:prSet/>
      <dgm:spPr/>
      <dgm:t>
        <a:bodyPr/>
        <a:lstStyle/>
        <a:p>
          <a:endParaRPr lang="en-US"/>
        </a:p>
      </dgm:t>
    </dgm:pt>
    <dgm:pt modelId="{D23695C7-3DC4-430D-BD0C-518B9FF832E4}" type="pres">
      <dgm:prSet presAssocID="{051EF695-44D2-4E86-B09F-38F61772D1B6}" presName="linear" presStyleCnt="0">
        <dgm:presLayoutVars>
          <dgm:dir/>
          <dgm:animLvl val="lvl"/>
          <dgm:resizeHandles val="exact"/>
        </dgm:presLayoutVars>
      </dgm:prSet>
      <dgm:spPr/>
    </dgm:pt>
    <dgm:pt modelId="{D0A1AC1C-3DB0-446D-8B36-42C59E5A5D31}" type="pres">
      <dgm:prSet presAssocID="{91A9DB6B-407A-4DC6-9C2E-6C5E552DDB77}" presName="parentLin" presStyleCnt="0"/>
      <dgm:spPr/>
    </dgm:pt>
    <dgm:pt modelId="{247A6BCB-F827-4E66-90ED-AEFAB2588582}" type="pres">
      <dgm:prSet presAssocID="{91A9DB6B-407A-4DC6-9C2E-6C5E552DDB77}" presName="parentLeftMargin" presStyleLbl="node1" presStyleIdx="0" presStyleCnt="2"/>
      <dgm:spPr/>
    </dgm:pt>
    <dgm:pt modelId="{50B9BE54-46FA-4117-84F4-401467AD44D4}" type="pres">
      <dgm:prSet presAssocID="{91A9DB6B-407A-4DC6-9C2E-6C5E552DDB77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97FC0352-8E35-46EA-84A8-CBD660AA6E56}" type="pres">
      <dgm:prSet presAssocID="{91A9DB6B-407A-4DC6-9C2E-6C5E552DDB77}" presName="negativeSpace" presStyleCnt="0"/>
      <dgm:spPr/>
    </dgm:pt>
    <dgm:pt modelId="{ECD19D0E-3EC7-4F66-B5A3-EABB01B10175}" type="pres">
      <dgm:prSet presAssocID="{91A9DB6B-407A-4DC6-9C2E-6C5E552DDB77}" presName="childText" presStyleLbl="conFgAcc1" presStyleIdx="0" presStyleCnt="2">
        <dgm:presLayoutVars>
          <dgm:bulletEnabled val="1"/>
        </dgm:presLayoutVars>
      </dgm:prSet>
      <dgm:spPr/>
    </dgm:pt>
    <dgm:pt modelId="{2C092A09-F7D0-4189-97C2-F664B07D99CE}" type="pres">
      <dgm:prSet presAssocID="{62BA346F-7EEF-4DC0-8DDA-B23CBB70A0F3}" presName="spaceBetweenRectangles" presStyleCnt="0"/>
      <dgm:spPr/>
    </dgm:pt>
    <dgm:pt modelId="{D5C07699-610E-4F7A-A2AB-88B3F2D3ED6F}" type="pres">
      <dgm:prSet presAssocID="{69DC4858-2887-4052-89B8-64DB3ED531E2}" presName="parentLin" presStyleCnt="0"/>
      <dgm:spPr/>
    </dgm:pt>
    <dgm:pt modelId="{E696282D-FA43-4426-ACD1-E8AFD9B439CA}" type="pres">
      <dgm:prSet presAssocID="{69DC4858-2887-4052-89B8-64DB3ED531E2}" presName="parentLeftMargin" presStyleLbl="node1" presStyleIdx="0" presStyleCnt="2"/>
      <dgm:spPr/>
    </dgm:pt>
    <dgm:pt modelId="{DE19C9E7-A35D-4101-AABA-506581EAE812}" type="pres">
      <dgm:prSet presAssocID="{69DC4858-2887-4052-89B8-64DB3ED531E2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7F86D69B-323C-4859-8934-6235359C7244}" type="pres">
      <dgm:prSet presAssocID="{69DC4858-2887-4052-89B8-64DB3ED531E2}" presName="negativeSpace" presStyleCnt="0"/>
      <dgm:spPr/>
    </dgm:pt>
    <dgm:pt modelId="{D55ED62B-6336-4DDD-AF57-270E09557F09}" type="pres">
      <dgm:prSet presAssocID="{69DC4858-2887-4052-89B8-64DB3ED531E2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19593700-291F-4BA2-A98E-53D6248C2267}" srcId="{91A9DB6B-407A-4DC6-9C2E-6C5E552DDB77}" destId="{12F05297-37EA-487D-9BD9-7A479A64CC1B}" srcOrd="1" destOrd="0" parTransId="{A4517B04-F3D3-4128-8523-4E1A862EFB66}" sibTransId="{4A17570C-8D97-4FEB-953C-B0FC1D7F50FC}"/>
    <dgm:cxn modelId="{DB4A6421-3BFA-41B5-A04E-BA7A1B37E502}" srcId="{69DC4858-2887-4052-89B8-64DB3ED531E2}" destId="{76505F47-877C-4930-BBA8-260CE4DF11F9}" srcOrd="1" destOrd="0" parTransId="{FDD0734A-B666-4A9B-B36E-EDA44011B392}" sibTransId="{A1B8AF4D-6E57-4F79-A608-7944B4B3A792}"/>
    <dgm:cxn modelId="{505E9A2F-ECF9-48F9-8915-B554E7BD62F7}" srcId="{051EF695-44D2-4E86-B09F-38F61772D1B6}" destId="{91A9DB6B-407A-4DC6-9C2E-6C5E552DDB77}" srcOrd="0" destOrd="0" parTransId="{038D6CC0-31CE-4442-A5B3-3E604F686D2E}" sibTransId="{62BA346F-7EEF-4DC0-8DDA-B23CBB70A0F3}"/>
    <dgm:cxn modelId="{3B61EB6A-92FE-46F0-8C7A-8602B6846851}" type="presOf" srcId="{051EF695-44D2-4E86-B09F-38F61772D1B6}" destId="{D23695C7-3DC4-430D-BD0C-518B9FF832E4}" srcOrd="0" destOrd="0" presId="urn:microsoft.com/office/officeart/2005/8/layout/list1"/>
    <dgm:cxn modelId="{F52B3882-BC9C-44EC-B279-C416B1FE8515}" srcId="{69DC4858-2887-4052-89B8-64DB3ED531E2}" destId="{16AD1903-1C78-42D0-A295-D20771CB9951}" srcOrd="0" destOrd="0" parTransId="{3D1EE239-89BC-411A-BAAB-D5A9EC64D860}" sibTransId="{51145227-BF01-4731-9139-3198E3D79A34}"/>
    <dgm:cxn modelId="{FC7EF989-484C-4FD7-BB33-74E1434BD374}" type="presOf" srcId="{7EF06289-CBEE-4D7E-9E0D-B10603343D19}" destId="{ECD19D0E-3EC7-4F66-B5A3-EABB01B10175}" srcOrd="0" destOrd="0" presId="urn:microsoft.com/office/officeart/2005/8/layout/list1"/>
    <dgm:cxn modelId="{D239149C-3BFE-4D90-92E7-411DEF686B58}" type="presOf" srcId="{91A9DB6B-407A-4DC6-9C2E-6C5E552DDB77}" destId="{247A6BCB-F827-4E66-90ED-AEFAB2588582}" srcOrd="0" destOrd="0" presId="urn:microsoft.com/office/officeart/2005/8/layout/list1"/>
    <dgm:cxn modelId="{74F8999C-BEF4-4F65-AF4A-BB3C80FC16BF}" type="presOf" srcId="{69DC4858-2887-4052-89B8-64DB3ED531E2}" destId="{DE19C9E7-A35D-4101-AABA-506581EAE812}" srcOrd="1" destOrd="0" presId="urn:microsoft.com/office/officeart/2005/8/layout/list1"/>
    <dgm:cxn modelId="{EAB6B9A6-50A5-456C-A4F9-7B87C9259D74}" type="presOf" srcId="{76505F47-877C-4930-BBA8-260CE4DF11F9}" destId="{D55ED62B-6336-4DDD-AF57-270E09557F09}" srcOrd="0" destOrd="1" presId="urn:microsoft.com/office/officeart/2005/8/layout/list1"/>
    <dgm:cxn modelId="{7BF305B0-F475-4DE8-B4BD-84E2030C5C15}" type="presOf" srcId="{16AD1903-1C78-42D0-A295-D20771CB9951}" destId="{D55ED62B-6336-4DDD-AF57-270E09557F09}" srcOrd="0" destOrd="0" presId="urn:microsoft.com/office/officeart/2005/8/layout/list1"/>
    <dgm:cxn modelId="{3BBB04BB-3224-4103-B14F-9C8B17BCEC7C}" srcId="{91A9DB6B-407A-4DC6-9C2E-6C5E552DDB77}" destId="{7EF06289-CBEE-4D7E-9E0D-B10603343D19}" srcOrd="0" destOrd="0" parTransId="{6FAAD19A-4C30-428F-9119-28B6A3C3808A}" sibTransId="{2DC850AA-6125-4C29-AF34-4FFA6FCDB648}"/>
    <dgm:cxn modelId="{A8487CC9-F227-4CDA-92BA-99618E1AE757}" type="presOf" srcId="{12F05297-37EA-487D-9BD9-7A479A64CC1B}" destId="{ECD19D0E-3EC7-4F66-B5A3-EABB01B10175}" srcOrd="0" destOrd="1" presId="urn:microsoft.com/office/officeart/2005/8/layout/list1"/>
    <dgm:cxn modelId="{819FD2ED-47B7-4201-856C-ACB4D658B08C}" type="presOf" srcId="{91A9DB6B-407A-4DC6-9C2E-6C5E552DDB77}" destId="{50B9BE54-46FA-4117-84F4-401467AD44D4}" srcOrd="1" destOrd="0" presId="urn:microsoft.com/office/officeart/2005/8/layout/list1"/>
    <dgm:cxn modelId="{347C07F4-F8BC-44CF-A507-BF005AAB2645}" type="presOf" srcId="{69DC4858-2887-4052-89B8-64DB3ED531E2}" destId="{E696282D-FA43-4426-ACD1-E8AFD9B439CA}" srcOrd="0" destOrd="0" presId="urn:microsoft.com/office/officeart/2005/8/layout/list1"/>
    <dgm:cxn modelId="{3A5460FE-EEDB-4CDD-88C6-B91CB280D4EA}" srcId="{051EF695-44D2-4E86-B09F-38F61772D1B6}" destId="{69DC4858-2887-4052-89B8-64DB3ED531E2}" srcOrd="1" destOrd="0" parTransId="{2A418D26-4442-4B8E-AED6-0AF85332D429}" sibTransId="{67AC9CBF-103C-4EF7-A5B3-1AA7C2082CC8}"/>
    <dgm:cxn modelId="{5F76A1FA-65DD-4440-9C95-218CFB0151C9}" type="presParOf" srcId="{D23695C7-3DC4-430D-BD0C-518B9FF832E4}" destId="{D0A1AC1C-3DB0-446D-8B36-42C59E5A5D31}" srcOrd="0" destOrd="0" presId="urn:microsoft.com/office/officeart/2005/8/layout/list1"/>
    <dgm:cxn modelId="{A2415D1C-71E6-4A16-81B4-67016A21FB81}" type="presParOf" srcId="{D0A1AC1C-3DB0-446D-8B36-42C59E5A5D31}" destId="{247A6BCB-F827-4E66-90ED-AEFAB2588582}" srcOrd="0" destOrd="0" presId="urn:microsoft.com/office/officeart/2005/8/layout/list1"/>
    <dgm:cxn modelId="{E41BF747-355D-454F-A55E-440DDB5CE963}" type="presParOf" srcId="{D0A1AC1C-3DB0-446D-8B36-42C59E5A5D31}" destId="{50B9BE54-46FA-4117-84F4-401467AD44D4}" srcOrd="1" destOrd="0" presId="urn:microsoft.com/office/officeart/2005/8/layout/list1"/>
    <dgm:cxn modelId="{A19E4879-1D27-4F23-8500-BAA43520415B}" type="presParOf" srcId="{D23695C7-3DC4-430D-BD0C-518B9FF832E4}" destId="{97FC0352-8E35-46EA-84A8-CBD660AA6E56}" srcOrd="1" destOrd="0" presId="urn:microsoft.com/office/officeart/2005/8/layout/list1"/>
    <dgm:cxn modelId="{8C84EBD8-622F-4E68-9C4C-95F80884B404}" type="presParOf" srcId="{D23695C7-3DC4-430D-BD0C-518B9FF832E4}" destId="{ECD19D0E-3EC7-4F66-B5A3-EABB01B10175}" srcOrd="2" destOrd="0" presId="urn:microsoft.com/office/officeart/2005/8/layout/list1"/>
    <dgm:cxn modelId="{DEDBB454-9415-4996-BBA9-31730228BAAE}" type="presParOf" srcId="{D23695C7-3DC4-430D-BD0C-518B9FF832E4}" destId="{2C092A09-F7D0-4189-97C2-F664B07D99CE}" srcOrd="3" destOrd="0" presId="urn:microsoft.com/office/officeart/2005/8/layout/list1"/>
    <dgm:cxn modelId="{999C42D0-3593-41BC-BE5B-B59DD1E50DA1}" type="presParOf" srcId="{D23695C7-3DC4-430D-BD0C-518B9FF832E4}" destId="{D5C07699-610E-4F7A-A2AB-88B3F2D3ED6F}" srcOrd="4" destOrd="0" presId="urn:microsoft.com/office/officeart/2005/8/layout/list1"/>
    <dgm:cxn modelId="{00CB44A7-738F-4FB7-BBCA-5C1F0FDEC195}" type="presParOf" srcId="{D5C07699-610E-4F7A-A2AB-88B3F2D3ED6F}" destId="{E696282D-FA43-4426-ACD1-E8AFD9B439CA}" srcOrd="0" destOrd="0" presId="urn:microsoft.com/office/officeart/2005/8/layout/list1"/>
    <dgm:cxn modelId="{D4B0B210-16F7-4AD8-A2C9-805158CC8E80}" type="presParOf" srcId="{D5C07699-610E-4F7A-A2AB-88B3F2D3ED6F}" destId="{DE19C9E7-A35D-4101-AABA-506581EAE812}" srcOrd="1" destOrd="0" presId="urn:microsoft.com/office/officeart/2005/8/layout/list1"/>
    <dgm:cxn modelId="{B9F25DF7-E25F-432C-9D35-E72A05D5BD9A}" type="presParOf" srcId="{D23695C7-3DC4-430D-BD0C-518B9FF832E4}" destId="{7F86D69B-323C-4859-8934-6235359C7244}" srcOrd="5" destOrd="0" presId="urn:microsoft.com/office/officeart/2005/8/layout/list1"/>
    <dgm:cxn modelId="{32E7502A-4072-44C8-815F-E48A12154FFB}" type="presParOf" srcId="{D23695C7-3DC4-430D-BD0C-518B9FF832E4}" destId="{D55ED62B-6336-4DDD-AF57-270E09557F09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0.xml><?xml version="1.0" encoding="utf-8"?>
<dgm:dataModel xmlns:dgm="http://schemas.openxmlformats.org/drawingml/2006/diagram" xmlns:a="http://schemas.openxmlformats.org/drawingml/2006/main">
  <dgm:ptLst>
    <dgm:pt modelId="{A2D6A706-87EA-494E-AF11-B52B116C1839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6FA816F7-929A-4E6E-8A9B-DC2C08EE5D4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However, in the </a:t>
          </a:r>
          <a:r>
            <a:rPr lang="en-US"/>
            <a:t>case of a problem with their keys, </a:t>
          </a:r>
        </a:p>
      </dgm:t>
    </dgm:pt>
    <dgm:pt modelId="{9281BFBD-7F6E-4E21-985F-475485774DA3}" type="parTrans" cxnId="{3BABB47E-D063-466B-86C0-7BBE92F499C3}">
      <dgm:prSet/>
      <dgm:spPr/>
      <dgm:t>
        <a:bodyPr/>
        <a:lstStyle/>
        <a:p>
          <a:endParaRPr lang="en-US"/>
        </a:p>
      </dgm:t>
    </dgm:pt>
    <dgm:pt modelId="{0C9BE525-40CA-4E71-BD8C-22BD4D55D226}" type="sibTrans" cxnId="{3BABB47E-D063-466B-86C0-7BBE92F499C3}">
      <dgm:prSet/>
      <dgm:spPr/>
      <dgm:t>
        <a:bodyPr/>
        <a:lstStyle/>
        <a:p>
          <a:endParaRPr lang="en-US"/>
        </a:p>
      </dgm:t>
    </dgm:pt>
    <dgm:pt modelId="{4A13565C-561D-4FCC-87DB-A89847AA81C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they want their lawyer to be able to recover the</a:t>
          </a:r>
          <a:r>
            <a:rPr lang="tr-TR"/>
            <a:t> </a:t>
          </a:r>
          <a:r>
            <a:rPr lang="en-US"/>
            <a:t>funds </a:t>
          </a:r>
        </a:p>
      </dgm:t>
    </dgm:pt>
    <dgm:pt modelId="{06C5FC05-A190-4650-8E6A-335F5A1F0A5F}" type="parTrans" cxnId="{470C6C8C-6820-4C76-9AB5-BE0239DA8072}">
      <dgm:prSet/>
      <dgm:spPr/>
      <dgm:t>
        <a:bodyPr/>
        <a:lstStyle/>
        <a:p>
          <a:endParaRPr lang="en-US"/>
        </a:p>
      </dgm:t>
    </dgm:pt>
    <dgm:pt modelId="{A68413F7-A006-458A-9219-6ADB91CABA61}" type="sibTrans" cxnId="{470C6C8C-6820-4C76-9AB5-BE0239DA8072}">
      <dgm:prSet/>
      <dgm:spPr/>
      <dgm:t>
        <a:bodyPr/>
        <a:lstStyle/>
        <a:p>
          <a:endParaRPr lang="en-US"/>
        </a:p>
      </dgm:t>
    </dgm:pt>
    <dgm:pt modelId="{200C6285-6F89-4E9F-BD87-764683344D1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 one of the three partner signatures. </a:t>
          </a:r>
        </a:p>
      </dgm:t>
    </dgm:pt>
    <dgm:pt modelId="{8396AF92-4551-4FE0-A397-834E98004671}" type="parTrans" cxnId="{C4BEEF37-94AD-4C90-86DE-A7BF04F38D27}">
      <dgm:prSet/>
      <dgm:spPr/>
      <dgm:t>
        <a:bodyPr/>
        <a:lstStyle/>
        <a:p>
          <a:endParaRPr lang="en-US"/>
        </a:p>
      </dgm:t>
    </dgm:pt>
    <dgm:pt modelId="{721D13A2-2020-4371-96C1-C083D7494459}" type="sibTrans" cxnId="{C4BEEF37-94AD-4C90-86DE-A7BF04F38D27}">
      <dgm:prSet/>
      <dgm:spPr/>
      <dgm:t>
        <a:bodyPr/>
        <a:lstStyle/>
        <a:p>
          <a:endParaRPr lang="en-US"/>
        </a:p>
      </dgm:t>
    </dgm:pt>
    <dgm:pt modelId="{63B306B7-5B28-486F-AF78-CD2D181CD3A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Finally, </a:t>
          </a:r>
        </a:p>
      </dgm:t>
    </dgm:pt>
    <dgm:pt modelId="{1EE05DA5-D2F0-4672-9DF3-C2637919C096}" type="parTrans" cxnId="{7EED8130-8671-45F9-9E7B-23CAF20B9CA6}">
      <dgm:prSet/>
      <dgm:spPr/>
      <dgm:t>
        <a:bodyPr/>
        <a:lstStyle/>
        <a:p>
          <a:endParaRPr lang="en-US"/>
        </a:p>
      </dgm:t>
    </dgm:pt>
    <dgm:pt modelId="{39F3442B-5FD4-4657-B091-792AC0084887}" type="sibTrans" cxnId="{7EED8130-8671-45F9-9E7B-23CAF20B9CA6}">
      <dgm:prSet/>
      <dgm:spPr/>
      <dgm:t>
        <a:bodyPr/>
        <a:lstStyle/>
        <a:p>
          <a:endParaRPr lang="en-US"/>
        </a:p>
      </dgm:t>
    </dgm:pt>
    <dgm:pt modelId="{C4FC1F55-CCA2-44B7-B940-571489607BF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if all partners are unavailable</a:t>
          </a:r>
          <a:r>
            <a:rPr lang="tr-TR"/>
            <a:t> </a:t>
          </a:r>
          <a:r>
            <a:rPr lang="en-US"/>
            <a:t>or incapacitated for a while, </a:t>
          </a:r>
        </a:p>
      </dgm:t>
    </dgm:pt>
    <dgm:pt modelId="{232FB2DF-F1FD-4F6B-A2A6-8F0C6860B9FE}" type="parTrans" cxnId="{5B19334C-90AA-4AF8-B7BF-1BAA7022594C}">
      <dgm:prSet/>
      <dgm:spPr/>
      <dgm:t>
        <a:bodyPr/>
        <a:lstStyle/>
        <a:p>
          <a:endParaRPr lang="en-US"/>
        </a:p>
      </dgm:t>
    </dgm:pt>
    <dgm:pt modelId="{422A5950-44F0-4A23-8D1B-28E74C4D5D24}" type="sibTrans" cxnId="{5B19334C-90AA-4AF8-B7BF-1BAA7022594C}">
      <dgm:prSet/>
      <dgm:spPr/>
      <dgm:t>
        <a:bodyPr/>
        <a:lstStyle/>
        <a:p>
          <a:endParaRPr lang="en-US"/>
        </a:p>
      </dgm:t>
    </dgm:pt>
    <dgm:pt modelId="{8B43B2B6-D488-43B4-9563-F84A9054569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they want the lawyer to be able to manage the account</a:t>
          </a:r>
          <a:r>
            <a:rPr lang="tr-TR"/>
            <a:t> directly.</a:t>
          </a:r>
          <a:endParaRPr lang="en-US"/>
        </a:p>
      </dgm:t>
    </dgm:pt>
    <dgm:pt modelId="{E7F9973D-65F9-459E-B3CC-FC5ECEF03280}" type="parTrans" cxnId="{CBDB307B-B43B-4EAD-B35F-ADCCDCD28AC5}">
      <dgm:prSet/>
      <dgm:spPr/>
      <dgm:t>
        <a:bodyPr/>
        <a:lstStyle/>
        <a:p>
          <a:endParaRPr lang="en-US"/>
        </a:p>
      </dgm:t>
    </dgm:pt>
    <dgm:pt modelId="{BF0C735B-D663-46F1-BDDB-CB926C372522}" type="sibTrans" cxnId="{CBDB307B-B43B-4EAD-B35F-ADCCDCD28AC5}">
      <dgm:prSet/>
      <dgm:spPr/>
      <dgm:t>
        <a:bodyPr/>
        <a:lstStyle/>
        <a:p>
          <a:endParaRPr lang="en-US"/>
        </a:p>
      </dgm:t>
    </dgm:pt>
    <dgm:pt modelId="{9D14A480-73F2-4F0F-8C77-535E8635F100}" type="pres">
      <dgm:prSet presAssocID="{A2D6A706-87EA-494E-AF11-B52B116C1839}" presName="root" presStyleCnt="0">
        <dgm:presLayoutVars>
          <dgm:dir/>
          <dgm:resizeHandles val="exact"/>
        </dgm:presLayoutVars>
      </dgm:prSet>
      <dgm:spPr/>
    </dgm:pt>
    <dgm:pt modelId="{442EFAAF-EB10-4A5C-BD9F-C31B4C3A1262}" type="pres">
      <dgm:prSet presAssocID="{6FA816F7-929A-4E6E-8A9B-DC2C08EE5D4B}" presName="compNode" presStyleCnt="0"/>
      <dgm:spPr/>
    </dgm:pt>
    <dgm:pt modelId="{DB7A1C01-5DDD-45B4-9721-81C87835E618}" type="pres">
      <dgm:prSet presAssocID="{6FA816F7-929A-4E6E-8A9B-DC2C08EE5D4B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a"/>
        </a:ext>
      </dgm:extLst>
    </dgm:pt>
    <dgm:pt modelId="{6FB6537F-8358-4D23-8628-F95200167AD6}" type="pres">
      <dgm:prSet presAssocID="{6FA816F7-929A-4E6E-8A9B-DC2C08EE5D4B}" presName="iconSpace" presStyleCnt="0"/>
      <dgm:spPr/>
    </dgm:pt>
    <dgm:pt modelId="{730B783C-EB94-440A-B375-03D6A3B55A0D}" type="pres">
      <dgm:prSet presAssocID="{6FA816F7-929A-4E6E-8A9B-DC2C08EE5D4B}" presName="parTx" presStyleLbl="revTx" presStyleIdx="0" presStyleCnt="4">
        <dgm:presLayoutVars>
          <dgm:chMax val="0"/>
          <dgm:chPref val="0"/>
        </dgm:presLayoutVars>
      </dgm:prSet>
      <dgm:spPr/>
    </dgm:pt>
    <dgm:pt modelId="{2BA32117-D3DD-4925-8A37-A8F63CAD718F}" type="pres">
      <dgm:prSet presAssocID="{6FA816F7-929A-4E6E-8A9B-DC2C08EE5D4B}" presName="txSpace" presStyleCnt="0"/>
      <dgm:spPr/>
    </dgm:pt>
    <dgm:pt modelId="{3C8A429D-2314-4410-804C-ADE032133FAF}" type="pres">
      <dgm:prSet presAssocID="{6FA816F7-929A-4E6E-8A9B-DC2C08EE5D4B}" presName="desTx" presStyleLbl="revTx" presStyleIdx="1" presStyleCnt="4">
        <dgm:presLayoutVars/>
      </dgm:prSet>
      <dgm:spPr/>
    </dgm:pt>
    <dgm:pt modelId="{01901A1B-54D8-4CAE-A61D-1A7C8A8B11D7}" type="pres">
      <dgm:prSet presAssocID="{0C9BE525-40CA-4E71-BD8C-22BD4D55D226}" presName="sibTrans" presStyleCnt="0"/>
      <dgm:spPr/>
    </dgm:pt>
    <dgm:pt modelId="{BC17E1A3-A857-4311-8FD0-37365979C137}" type="pres">
      <dgm:prSet presAssocID="{63B306B7-5B28-486F-AF78-CD2D181CD3AC}" presName="compNode" presStyleCnt="0"/>
      <dgm:spPr/>
    </dgm:pt>
    <dgm:pt modelId="{E268D5B3-40E5-40BA-84A0-874AF90DB4A3}" type="pres">
      <dgm:prSet presAssocID="{63B306B7-5B28-486F-AF78-CD2D181CD3AC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akim"/>
        </a:ext>
      </dgm:extLst>
    </dgm:pt>
    <dgm:pt modelId="{72474DCB-A8D0-4E0A-A9E7-08F357DC77FE}" type="pres">
      <dgm:prSet presAssocID="{63B306B7-5B28-486F-AF78-CD2D181CD3AC}" presName="iconSpace" presStyleCnt="0"/>
      <dgm:spPr/>
    </dgm:pt>
    <dgm:pt modelId="{850C2B37-AA5B-45B5-92BF-63B5CC35BFDD}" type="pres">
      <dgm:prSet presAssocID="{63B306B7-5B28-486F-AF78-CD2D181CD3AC}" presName="parTx" presStyleLbl="revTx" presStyleIdx="2" presStyleCnt="4">
        <dgm:presLayoutVars>
          <dgm:chMax val="0"/>
          <dgm:chPref val="0"/>
        </dgm:presLayoutVars>
      </dgm:prSet>
      <dgm:spPr/>
    </dgm:pt>
    <dgm:pt modelId="{CF3F058F-8C92-4A13-B8EA-63899D23E479}" type="pres">
      <dgm:prSet presAssocID="{63B306B7-5B28-486F-AF78-CD2D181CD3AC}" presName="txSpace" presStyleCnt="0"/>
      <dgm:spPr/>
    </dgm:pt>
    <dgm:pt modelId="{1612ED66-9153-4B0C-93BE-7DD32DBF3390}" type="pres">
      <dgm:prSet presAssocID="{63B306B7-5B28-486F-AF78-CD2D181CD3AC}" presName="desTx" presStyleLbl="revTx" presStyleIdx="3" presStyleCnt="4">
        <dgm:presLayoutVars/>
      </dgm:prSet>
      <dgm:spPr/>
    </dgm:pt>
  </dgm:ptLst>
  <dgm:cxnLst>
    <dgm:cxn modelId="{7EED8130-8671-45F9-9E7B-23CAF20B9CA6}" srcId="{A2D6A706-87EA-494E-AF11-B52B116C1839}" destId="{63B306B7-5B28-486F-AF78-CD2D181CD3AC}" srcOrd="1" destOrd="0" parTransId="{1EE05DA5-D2F0-4672-9DF3-C2637919C096}" sibTransId="{39F3442B-5FD4-4657-B091-792AC0084887}"/>
    <dgm:cxn modelId="{C4BEEF37-94AD-4C90-86DE-A7BF04F38D27}" srcId="{6FA816F7-929A-4E6E-8A9B-DC2C08EE5D4B}" destId="{200C6285-6F89-4E9F-BD87-764683344D19}" srcOrd="1" destOrd="0" parTransId="{8396AF92-4551-4FE0-A397-834E98004671}" sibTransId="{721D13A2-2020-4371-96C1-C083D7494459}"/>
    <dgm:cxn modelId="{74613762-C673-4FA8-851E-02626B69919B}" type="presOf" srcId="{63B306B7-5B28-486F-AF78-CD2D181CD3AC}" destId="{850C2B37-AA5B-45B5-92BF-63B5CC35BFDD}" srcOrd="0" destOrd="0" presId="urn:microsoft.com/office/officeart/2018/5/layout/CenteredIconLabelDescriptionList"/>
    <dgm:cxn modelId="{84510D64-4814-4372-B6AA-F4B39450123C}" type="presOf" srcId="{200C6285-6F89-4E9F-BD87-764683344D19}" destId="{3C8A429D-2314-4410-804C-ADE032133FAF}" srcOrd="0" destOrd="1" presId="urn:microsoft.com/office/officeart/2018/5/layout/CenteredIconLabelDescriptionList"/>
    <dgm:cxn modelId="{CB263466-A580-4C2C-A9FF-B1F3AFEBEC6F}" type="presOf" srcId="{6FA816F7-929A-4E6E-8A9B-DC2C08EE5D4B}" destId="{730B783C-EB94-440A-B375-03D6A3B55A0D}" srcOrd="0" destOrd="0" presId="urn:microsoft.com/office/officeart/2018/5/layout/CenteredIconLabelDescriptionList"/>
    <dgm:cxn modelId="{5B19334C-90AA-4AF8-B7BF-1BAA7022594C}" srcId="{63B306B7-5B28-486F-AF78-CD2D181CD3AC}" destId="{C4FC1F55-CCA2-44B7-B940-571489607BFC}" srcOrd="0" destOrd="0" parTransId="{232FB2DF-F1FD-4F6B-A2A6-8F0C6860B9FE}" sibTransId="{422A5950-44F0-4A23-8D1B-28E74C4D5D24}"/>
    <dgm:cxn modelId="{CBDB307B-B43B-4EAD-B35F-ADCCDCD28AC5}" srcId="{63B306B7-5B28-486F-AF78-CD2D181CD3AC}" destId="{8B43B2B6-D488-43B4-9563-F84A9054569B}" srcOrd="1" destOrd="0" parTransId="{E7F9973D-65F9-459E-B3CC-FC5ECEF03280}" sibTransId="{BF0C735B-D663-46F1-BDDB-CB926C372522}"/>
    <dgm:cxn modelId="{3BABB47E-D063-466B-86C0-7BBE92F499C3}" srcId="{A2D6A706-87EA-494E-AF11-B52B116C1839}" destId="{6FA816F7-929A-4E6E-8A9B-DC2C08EE5D4B}" srcOrd="0" destOrd="0" parTransId="{9281BFBD-7F6E-4E21-985F-475485774DA3}" sibTransId="{0C9BE525-40CA-4E71-BD8C-22BD4D55D226}"/>
    <dgm:cxn modelId="{F7201485-C9C0-4B30-90D1-4F874759AD4B}" type="presOf" srcId="{C4FC1F55-CCA2-44B7-B940-571489607BFC}" destId="{1612ED66-9153-4B0C-93BE-7DD32DBF3390}" srcOrd="0" destOrd="0" presId="urn:microsoft.com/office/officeart/2018/5/layout/CenteredIconLabelDescriptionList"/>
    <dgm:cxn modelId="{470C6C8C-6820-4C76-9AB5-BE0239DA8072}" srcId="{6FA816F7-929A-4E6E-8A9B-DC2C08EE5D4B}" destId="{4A13565C-561D-4FCC-87DB-A89847AA81C1}" srcOrd="0" destOrd="0" parTransId="{06C5FC05-A190-4650-8E6A-335F5A1F0A5F}" sibTransId="{A68413F7-A006-458A-9219-6ADB91CABA61}"/>
    <dgm:cxn modelId="{F0EA38D5-4305-42FD-BA78-7DB61AAC8A67}" type="presOf" srcId="{4A13565C-561D-4FCC-87DB-A89847AA81C1}" destId="{3C8A429D-2314-4410-804C-ADE032133FAF}" srcOrd="0" destOrd="0" presId="urn:microsoft.com/office/officeart/2018/5/layout/CenteredIconLabelDescriptionList"/>
    <dgm:cxn modelId="{D07CF1F2-9207-4EC4-A264-CC54A1343515}" type="presOf" srcId="{A2D6A706-87EA-494E-AF11-B52B116C1839}" destId="{9D14A480-73F2-4F0F-8C77-535E8635F100}" srcOrd="0" destOrd="0" presId="urn:microsoft.com/office/officeart/2018/5/layout/CenteredIconLabelDescriptionList"/>
    <dgm:cxn modelId="{627931F5-075E-4298-9492-912895BDAD66}" type="presOf" srcId="{8B43B2B6-D488-43B4-9563-F84A9054569B}" destId="{1612ED66-9153-4B0C-93BE-7DD32DBF3390}" srcOrd="0" destOrd="1" presId="urn:microsoft.com/office/officeart/2018/5/layout/CenteredIconLabelDescriptionList"/>
    <dgm:cxn modelId="{8E6EEB6D-3BE2-429C-A632-A7BF62C89126}" type="presParOf" srcId="{9D14A480-73F2-4F0F-8C77-535E8635F100}" destId="{442EFAAF-EB10-4A5C-BD9F-C31B4C3A1262}" srcOrd="0" destOrd="0" presId="urn:microsoft.com/office/officeart/2018/5/layout/CenteredIconLabelDescriptionList"/>
    <dgm:cxn modelId="{68882C3E-147E-40C2-9DDA-638FBB92AB92}" type="presParOf" srcId="{442EFAAF-EB10-4A5C-BD9F-C31B4C3A1262}" destId="{DB7A1C01-5DDD-45B4-9721-81C87835E618}" srcOrd="0" destOrd="0" presId="urn:microsoft.com/office/officeart/2018/5/layout/CenteredIconLabelDescriptionList"/>
    <dgm:cxn modelId="{F8D484C9-D303-4634-AAA8-234A7AAE01CE}" type="presParOf" srcId="{442EFAAF-EB10-4A5C-BD9F-C31B4C3A1262}" destId="{6FB6537F-8358-4D23-8628-F95200167AD6}" srcOrd="1" destOrd="0" presId="urn:microsoft.com/office/officeart/2018/5/layout/CenteredIconLabelDescriptionList"/>
    <dgm:cxn modelId="{B1C5CCBB-01AF-4CDF-889F-A8F283C40C65}" type="presParOf" srcId="{442EFAAF-EB10-4A5C-BD9F-C31B4C3A1262}" destId="{730B783C-EB94-440A-B375-03D6A3B55A0D}" srcOrd="2" destOrd="0" presId="urn:microsoft.com/office/officeart/2018/5/layout/CenteredIconLabelDescriptionList"/>
    <dgm:cxn modelId="{6EC44D64-0516-4E70-A1ED-2DEE775E9B83}" type="presParOf" srcId="{442EFAAF-EB10-4A5C-BD9F-C31B4C3A1262}" destId="{2BA32117-D3DD-4925-8A37-A8F63CAD718F}" srcOrd="3" destOrd="0" presId="urn:microsoft.com/office/officeart/2018/5/layout/CenteredIconLabelDescriptionList"/>
    <dgm:cxn modelId="{839703AE-E2B4-4E11-B26C-CE3FE81E4DE3}" type="presParOf" srcId="{442EFAAF-EB10-4A5C-BD9F-C31B4C3A1262}" destId="{3C8A429D-2314-4410-804C-ADE032133FAF}" srcOrd="4" destOrd="0" presId="urn:microsoft.com/office/officeart/2018/5/layout/CenteredIconLabelDescriptionList"/>
    <dgm:cxn modelId="{CD709633-D745-457B-A33F-CA980EDB7037}" type="presParOf" srcId="{9D14A480-73F2-4F0F-8C77-535E8635F100}" destId="{01901A1B-54D8-4CAE-A61D-1A7C8A8B11D7}" srcOrd="1" destOrd="0" presId="urn:microsoft.com/office/officeart/2018/5/layout/CenteredIconLabelDescriptionList"/>
    <dgm:cxn modelId="{5C8A52A6-0C74-497B-8C88-A3B457195C4D}" type="presParOf" srcId="{9D14A480-73F2-4F0F-8C77-535E8635F100}" destId="{BC17E1A3-A857-4311-8FD0-37365979C137}" srcOrd="2" destOrd="0" presId="urn:microsoft.com/office/officeart/2018/5/layout/CenteredIconLabelDescriptionList"/>
    <dgm:cxn modelId="{8E224402-2EDA-46E7-B45D-7F5E8DEB0B64}" type="presParOf" srcId="{BC17E1A3-A857-4311-8FD0-37365979C137}" destId="{E268D5B3-40E5-40BA-84A0-874AF90DB4A3}" srcOrd="0" destOrd="0" presId="urn:microsoft.com/office/officeart/2018/5/layout/CenteredIconLabelDescriptionList"/>
    <dgm:cxn modelId="{64743D1F-37A7-4166-AC83-2BCF4DC91F57}" type="presParOf" srcId="{BC17E1A3-A857-4311-8FD0-37365979C137}" destId="{72474DCB-A8D0-4E0A-A9E7-08F357DC77FE}" srcOrd="1" destOrd="0" presId="urn:microsoft.com/office/officeart/2018/5/layout/CenteredIconLabelDescriptionList"/>
    <dgm:cxn modelId="{0FD80634-4821-42E8-BF6E-F9AEEAE36F3D}" type="presParOf" srcId="{BC17E1A3-A857-4311-8FD0-37365979C137}" destId="{850C2B37-AA5B-45B5-92BF-63B5CC35BFDD}" srcOrd="2" destOrd="0" presId="urn:microsoft.com/office/officeart/2018/5/layout/CenteredIconLabelDescriptionList"/>
    <dgm:cxn modelId="{11406F63-599C-43E2-A46D-CE95BAA0EC26}" type="presParOf" srcId="{BC17E1A3-A857-4311-8FD0-37365979C137}" destId="{CF3F058F-8C92-4A13-B8EA-63899D23E479}" srcOrd="3" destOrd="0" presId="urn:microsoft.com/office/officeart/2018/5/layout/CenteredIconLabelDescriptionList"/>
    <dgm:cxn modelId="{9991ABDE-612C-4CF1-BC5B-71E802BE812E}" type="presParOf" srcId="{BC17E1A3-A857-4311-8FD0-37365979C137}" destId="{1612ED66-9153-4B0C-93BE-7DD32DBF3390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1.xml><?xml version="1.0" encoding="utf-8"?>
<dgm:dataModel xmlns:dgm="http://schemas.openxmlformats.org/drawingml/2006/diagram" xmlns:a="http://schemas.openxmlformats.org/drawingml/2006/main">
  <dgm:ptLst>
    <dgm:pt modelId="{B56EFF07-F619-44CF-9BAA-6C7D336F5420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tr-TR"/>
        </a:p>
      </dgm:t>
    </dgm:pt>
    <dgm:pt modelId="{C39B30A5-73B7-415C-B676-12BF6CB4007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Your opinion</a:t>
          </a:r>
        </a:p>
      </dgm:t>
    </dgm:pt>
    <dgm:pt modelId="{64B03A6B-5C2C-450A-9F2E-2FC84E9A4BE3}" type="parTrans" cxnId="{24B9AC7B-4026-46FA-8EAB-EA72A6A5F2DB}">
      <dgm:prSet/>
      <dgm:spPr/>
      <dgm:t>
        <a:bodyPr/>
        <a:lstStyle/>
        <a:p>
          <a:endParaRPr lang="tr-TR"/>
        </a:p>
      </dgm:t>
    </dgm:pt>
    <dgm:pt modelId="{52881BA2-E7AE-42C4-94D6-6579828C2B87}" type="sibTrans" cxnId="{24B9AC7B-4026-46FA-8EAB-EA72A6A5F2DB}">
      <dgm:prSet/>
      <dgm:spPr/>
      <dgm:t>
        <a:bodyPr/>
        <a:lstStyle/>
        <a:p>
          <a:endParaRPr lang="tr-TR"/>
        </a:p>
      </dgm:t>
    </dgm:pt>
    <dgm:pt modelId="{8841368A-36B1-48FC-A2A5-5D1EB738126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Challenging</a:t>
          </a:r>
        </a:p>
      </dgm:t>
    </dgm:pt>
    <dgm:pt modelId="{E54B16FF-61D9-47D5-ABE3-235F1A0D04A3}" type="parTrans" cxnId="{7F6132E2-89E3-4DDC-9C9D-176A50345F17}">
      <dgm:prSet/>
      <dgm:spPr/>
      <dgm:t>
        <a:bodyPr/>
        <a:lstStyle/>
        <a:p>
          <a:endParaRPr lang="tr-TR"/>
        </a:p>
      </dgm:t>
    </dgm:pt>
    <dgm:pt modelId="{4DB2FC51-182E-41E0-8584-5BB6B1D5B605}" type="sibTrans" cxnId="{7F6132E2-89E3-4DDC-9C9D-176A50345F17}">
      <dgm:prSet/>
      <dgm:spPr/>
      <dgm:t>
        <a:bodyPr/>
        <a:lstStyle/>
        <a:p>
          <a:endParaRPr lang="tr-TR"/>
        </a:p>
      </dgm:t>
    </dgm:pt>
    <dgm:pt modelId="{0849733B-2445-43CF-AD92-CD3266E42B5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Clarification</a:t>
          </a:r>
        </a:p>
      </dgm:t>
    </dgm:pt>
    <dgm:pt modelId="{3BD14DE0-CED7-4B8C-B815-ED18A6A9F9AD}" type="parTrans" cxnId="{846B5234-B264-4DB9-930B-B894DFBCFBB6}">
      <dgm:prSet/>
      <dgm:spPr/>
      <dgm:t>
        <a:bodyPr/>
        <a:lstStyle/>
        <a:p>
          <a:endParaRPr lang="tr-TR"/>
        </a:p>
      </dgm:t>
    </dgm:pt>
    <dgm:pt modelId="{6F437F73-7249-423F-A6B6-08814B24D355}" type="sibTrans" cxnId="{846B5234-B264-4DB9-930B-B894DFBCFBB6}">
      <dgm:prSet/>
      <dgm:spPr/>
      <dgm:t>
        <a:bodyPr/>
        <a:lstStyle/>
        <a:p>
          <a:endParaRPr lang="tr-TR"/>
        </a:p>
      </dgm:t>
    </dgm:pt>
    <dgm:pt modelId="{732EB7B2-2BCB-44B9-95EB-32AEB4DF179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Critical issue</a:t>
          </a:r>
        </a:p>
      </dgm:t>
    </dgm:pt>
    <dgm:pt modelId="{8CE98A37-CA36-4F01-A7EC-15B7D03350F8}" type="parTrans" cxnId="{AEBA1F83-A57A-41DC-8471-30B2A81DE615}">
      <dgm:prSet/>
      <dgm:spPr/>
      <dgm:t>
        <a:bodyPr/>
        <a:lstStyle/>
        <a:p>
          <a:endParaRPr lang="tr-TR"/>
        </a:p>
      </dgm:t>
    </dgm:pt>
    <dgm:pt modelId="{6AFEBCBB-C74E-4589-962E-49FB4A9948F4}" type="sibTrans" cxnId="{AEBA1F83-A57A-41DC-8471-30B2A81DE615}">
      <dgm:prSet/>
      <dgm:spPr/>
      <dgm:t>
        <a:bodyPr/>
        <a:lstStyle/>
        <a:p>
          <a:endParaRPr lang="tr-TR"/>
        </a:p>
      </dgm:t>
    </dgm:pt>
    <dgm:pt modelId="{0C44AAE8-30E4-46E9-ABB1-7C04744FE14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What do you think on this chapter?</a:t>
          </a:r>
          <a:endParaRPr lang="tr-TR"/>
        </a:p>
      </dgm:t>
    </dgm:pt>
    <dgm:pt modelId="{2D00B61B-145C-45FB-B68B-07C28FE7D437}" type="parTrans" cxnId="{E083FBEB-65BE-4ED8-B591-E6E52AF361FD}">
      <dgm:prSet/>
      <dgm:spPr/>
      <dgm:t>
        <a:bodyPr/>
        <a:lstStyle/>
        <a:p>
          <a:endParaRPr lang="tr-TR"/>
        </a:p>
      </dgm:t>
    </dgm:pt>
    <dgm:pt modelId="{DBEFD1DD-AEF4-4349-B4A8-A82A54C69C58}" type="sibTrans" cxnId="{E083FBEB-65BE-4ED8-B591-E6E52AF361FD}">
      <dgm:prSet/>
      <dgm:spPr/>
      <dgm:t>
        <a:bodyPr/>
        <a:lstStyle/>
        <a:p>
          <a:endParaRPr lang="tr-TR"/>
        </a:p>
      </dgm:t>
    </dgm:pt>
    <dgm:pt modelId="{051E10DC-E74A-4906-8F74-B1A3B09A193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What is the most interesting point?</a:t>
          </a:r>
          <a:endParaRPr lang="tr-TR"/>
        </a:p>
      </dgm:t>
    </dgm:pt>
    <dgm:pt modelId="{402AF6CE-A044-4123-8ABD-7A77874723CD}" type="parTrans" cxnId="{F818F593-C936-45B8-AA4C-740B26E81D16}">
      <dgm:prSet/>
      <dgm:spPr/>
      <dgm:t>
        <a:bodyPr/>
        <a:lstStyle/>
        <a:p>
          <a:endParaRPr lang="tr-TR"/>
        </a:p>
      </dgm:t>
    </dgm:pt>
    <dgm:pt modelId="{580C0F77-AD2B-4079-9F03-CC28D940F8E3}" type="sibTrans" cxnId="{F818F593-C936-45B8-AA4C-740B26E81D16}">
      <dgm:prSet/>
      <dgm:spPr/>
      <dgm:t>
        <a:bodyPr/>
        <a:lstStyle/>
        <a:p>
          <a:endParaRPr lang="tr-TR"/>
        </a:p>
      </dgm:t>
    </dgm:pt>
    <dgm:pt modelId="{E5389173-720E-4683-BC63-1EF88F29E56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What are the unclarified points?</a:t>
          </a:r>
          <a:endParaRPr lang="tr-TR"/>
        </a:p>
      </dgm:t>
    </dgm:pt>
    <dgm:pt modelId="{34DF1CA1-71D7-4667-99B4-00390D793BD4}" type="parTrans" cxnId="{6A7DCE53-D748-4B65-A773-407BB0F445D3}">
      <dgm:prSet/>
      <dgm:spPr/>
      <dgm:t>
        <a:bodyPr/>
        <a:lstStyle/>
        <a:p>
          <a:endParaRPr lang="tr-TR"/>
        </a:p>
      </dgm:t>
    </dgm:pt>
    <dgm:pt modelId="{7BDB82B9-CAD6-46EA-AC0B-F9A469F62595}" type="sibTrans" cxnId="{6A7DCE53-D748-4B65-A773-407BB0F445D3}">
      <dgm:prSet/>
      <dgm:spPr/>
      <dgm:t>
        <a:bodyPr/>
        <a:lstStyle/>
        <a:p>
          <a:endParaRPr lang="tr-TR"/>
        </a:p>
      </dgm:t>
    </dgm:pt>
    <dgm:pt modelId="{8F873442-61B3-4E56-B25A-2ECB6D315DD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Select and explain a critical </a:t>
          </a:r>
          <a:r>
            <a:rPr lang="en-US" dirty="0" err="1"/>
            <a:t>issu</a:t>
          </a:r>
          <a:r>
            <a:rPr lang="en-US" dirty="0"/>
            <a:t> in this chapter</a:t>
          </a:r>
          <a:endParaRPr lang="tr-TR" dirty="0"/>
        </a:p>
      </dgm:t>
    </dgm:pt>
    <dgm:pt modelId="{8F228638-2AFD-4BEB-B25E-4627DD3D305C}" type="parTrans" cxnId="{27B8C1B9-5A76-450D-8397-E3BE45F16056}">
      <dgm:prSet/>
      <dgm:spPr/>
      <dgm:t>
        <a:bodyPr/>
        <a:lstStyle/>
        <a:p>
          <a:endParaRPr lang="tr-TR"/>
        </a:p>
      </dgm:t>
    </dgm:pt>
    <dgm:pt modelId="{C60EE264-730D-426A-A73E-2BB71EF85F8D}" type="sibTrans" cxnId="{27B8C1B9-5A76-450D-8397-E3BE45F16056}">
      <dgm:prSet/>
      <dgm:spPr/>
      <dgm:t>
        <a:bodyPr/>
        <a:lstStyle/>
        <a:p>
          <a:endParaRPr lang="tr-TR"/>
        </a:p>
      </dgm:t>
    </dgm:pt>
    <dgm:pt modelId="{F6E6DCCC-F1D7-4CD3-BC1E-9F1C3BB99CC5}" type="pres">
      <dgm:prSet presAssocID="{B56EFF07-F619-44CF-9BAA-6C7D336F5420}" presName="root" presStyleCnt="0">
        <dgm:presLayoutVars>
          <dgm:dir/>
          <dgm:resizeHandles val="exact"/>
        </dgm:presLayoutVars>
      </dgm:prSet>
      <dgm:spPr/>
    </dgm:pt>
    <dgm:pt modelId="{82C93A11-5434-43F5-AF34-F358B3E1417A}" type="pres">
      <dgm:prSet presAssocID="{C39B30A5-73B7-415C-B676-12BF6CB4007C}" presName="compNode" presStyleCnt="0"/>
      <dgm:spPr/>
    </dgm:pt>
    <dgm:pt modelId="{21342365-8139-44CC-9018-0EC0A6E492F0}" type="pres">
      <dgm:prSet presAssocID="{C39B30A5-73B7-415C-B676-12BF6CB4007C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Questions"/>
        </a:ext>
      </dgm:extLst>
    </dgm:pt>
    <dgm:pt modelId="{41A5523A-49C6-40F6-AD18-5C8ED26D05B4}" type="pres">
      <dgm:prSet presAssocID="{C39B30A5-73B7-415C-B676-12BF6CB4007C}" presName="iconSpace" presStyleCnt="0"/>
      <dgm:spPr/>
    </dgm:pt>
    <dgm:pt modelId="{DEA29564-C127-45C9-84FD-FB0D6745C519}" type="pres">
      <dgm:prSet presAssocID="{C39B30A5-73B7-415C-B676-12BF6CB4007C}" presName="parTx" presStyleLbl="revTx" presStyleIdx="0" presStyleCnt="8">
        <dgm:presLayoutVars>
          <dgm:chMax val="0"/>
          <dgm:chPref val="0"/>
        </dgm:presLayoutVars>
      </dgm:prSet>
      <dgm:spPr/>
    </dgm:pt>
    <dgm:pt modelId="{D0399131-81C3-4377-AE9C-B8549CB6F41E}" type="pres">
      <dgm:prSet presAssocID="{C39B30A5-73B7-415C-B676-12BF6CB4007C}" presName="txSpace" presStyleCnt="0"/>
      <dgm:spPr/>
    </dgm:pt>
    <dgm:pt modelId="{7EDEF049-F1A9-4E28-B579-BFFC13E86FAC}" type="pres">
      <dgm:prSet presAssocID="{C39B30A5-73B7-415C-B676-12BF6CB4007C}" presName="desTx" presStyleLbl="revTx" presStyleIdx="1" presStyleCnt="8">
        <dgm:presLayoutVars/>
      </dgm:prSet>
      <dgm:spPr/>
    </dgm:pt>
    <dgm:pt modelId="{64CB4BFC-63C6-4E37-928A-8709BE462918}" type="pres">
      <dgm:prSet presAssocID="{52881BA2-E7AE-42C4-94D6-6579828C2B87}" presName="sibTrans" presStyleCnt="0"/>
      <dgm:spPr/>
    </dgm:pt>
    <dgm:pt modelId="{112265CF-F005-4F97-AFA2-A4862E75FDB9}" type="pres">
      <dgm:prSet presAssocID="{8841368A-36B1-48FC-A2A5-5D1EB7381265}" presName="compNode" presStyleCnt="0"/>
      <dgm:spPr/>
    </dgm:pt>
    <dgm:pt modelId="{5E8F8A7A-9490-44FC-A7E8-40D0F10C7CCC}" type="pres">
      <dgm:prSet presAssocID="{8841368A-36B1-48FC-A2A5-5D1EB7381265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ze"/>
        </a:ext>
      </dgm:extLst>
    </dgm:pt>
    <dgm:pt modelId="{2FDCA40F-6985-40F1-BA7F-D3407B367D32}" type="pres">
      <dgm:prSet presAssocID="{8841368A-36B1-48FC-A2A5-5D1EB7381265}" presName="iconSpace" presStyleCnt="0"/>
      <dgm:spPr/>
    </dgm:pt>
    <dgm:pt modelId="{B3186365-AB58-491B-A0A1-62063495E1FB}" type="pres">
      <dgm:prSet presAssocID="{8841368A-36B1-48FC-A2A5-5D1EB7381265}" presName="parTx" presStyleLbl="revTx" presStyleIdx="2" presStyleCnt="8">
        <dgm:presLayoutVars>
          <dgm:chMax val="0"/>
          <dgm:chPref val="0"/>
        </dgm:presLayoutVars>
      </dgm:prSet>
      <dgm:spPr/>
    </dgm:pt>
    <dgm:pt modelId="{169BFA6B-D171-499C-9118-A72B394E41E4}" type="pres">
      <dgm:prSet presAssocID="{8841368A-36B1-48FC-A2A5-5D1EB7381265}" presName="txSpace" presStyleCnt="0"/>
      <dgm:spPr/>
    </dgm:pt>
    <dgm:pt modelId="{503F28B4-419F-4189-8EF1-3AAA5AC2C057}" type="pres">
      <dgm:prSet presAssocID="{8841368A-36B1-48FC-A2A5-5D1EB7381265}" presName="desTx" presStyleLbl="revTx" presStyleIdx="3" presStyleCnt="8">
        <dgm:presLayoutVars/>
      </dgm:prSet>
      <dgm:spPr/>
    </dgm:pt>
    <dgm:pt modelId="{F2AB4FB1-D57C-4C08-8C82-D2BE1613797F}" type="pres">
      <dgm:prSet presAssocID="{4DB2FC51-182E-41E0-8584-5BB6B1D5B605}" presName="sibTrans" presStyleCnt="0"/>
      <dgm:spPr/>
    </dgm:pt>
    <dgm:pt modelId="{775C5914-16C8-429B-A5E7-4D1D04248368}" type="pres">
      <dgm:prSet presAssocID="{0849733B-2445-43CF-AD92-CD3266E42B5C}" presName="compNode" presStyleCnt="0"/>
      <dgm:spPr/>
    </dgm:pt>
    <dgm:pt modelId="{0D1F16E1-001C-4F4B-B5B5-C8F578729E73}" type="pres">
      <dgm:prSet presAssocID="{0849733B-2445-43CF-AD92-CD3266E42B5C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Question mark"/>
        </a:ext>
      </dgm:extLst>
    </dgm:pt>
    <dgm:pt modelId="{BC830D53-6C14-4FE9-82C9-6FCCFA0EA126}" type="pres">
      <dgm:prSet presAssocID="{0849733B-2445-43CF-AD92-CD3266E42B5C}" presName="iconSpace" presStyleCnt="0"/>
      <dgm:spPr/>
    </dgm:pt>
    <dgm:pt modelId="{3365F64B-08E0-451E-8E23-DCA274503F61}" type="pres">
      <dgm:prSet presAssocID="{0849733B-2445-43CF-AD92-CD3266E42B5C}" presName="parTx" presStyleLbl="revTx" presStyleIdx="4" presStyleCnt="8">
        <dgm:presLayoutVars>
          <dgm:chMax val="0"/>
          <dgm:chPref val="0"/>
        </dgm:presLayoutVars>
      </dgm:prSet>
      <dgm:spPr/>
    </dgm:pt>
    <dgm:pt modelId="{96FD95E1-8664-477F-868B-96E4705D05DE}" type="pres">
      <dgm:prSet presAssocID="{0849733B-2445-43CF-AD92-CD3266E42B5C}" presName="txSpace" presStyleCnt="0"/>
      <dgm:spPr/>
    </dgm:pt>
    <dgm:pt modelId="{6D129A52-35D1-46AF-B09A-DCBC4FE80DBE}" type="pres">
      <dgm:prSet presAssocID="{0849733B-2445-43CF-AD92-CD3266E42B5C}" presName="desTx" presStyleLbl="revTx" presStyleIdx="5" presStyleCnt="8">
        <dgm:presLayoutVars/>
      </dgm:prSet>
      <dgm:spPr/>
    </dgm:pt>
    <dgm:pt modelId="{7F2ABB1B-5674-4600-AF83-D3412F44C875}" type="pres">
      <dgm:prSet presAssocID="{6F437F73-7249-423F-A6B6-08814B24D355}" presName="sibTrans" presStyleCnt="0"/>
      <dgm:spPr/>
    </dgm:pt>
    <dgm:pt modelId="{832D3AE9-724C-4C7F-9316-F0226612D743}" type="pres">
      <dgm:prSet presAssocID="{732EB7B2-2BCB-44B9-95EB-32AEB4DF1799}" presName="compNode" presStyleCnt="0"/>
      <dgm:spPr/>
    </dgm:pt>
    <dgm:pt modelId="{5C86ECA9-317D-4F01-A593-EB77CE907331}" type="pres">
      <dgm:prSet presAssocID="{732EB7B2-2BCB-44B9-95EB-32AEB4DF1799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6242B411-8FD6-4360-8C8E-E817B6B95DB1}" type="pres">
      <dgm:prSet presAssocID="{732EB7B2-2BCB-44B9-95EB-32AEB4DF1799}" presName="iconSpace" presStyleCnt="0"/>
      <dgm:spPr/>
    </dgm:pt>
    <dgm:pt modelId="{82A97F6A-D049-4802-804D-F4BD9FCB5565}" type="pres">
      <dgm:prSet presAssocID="{732EB7B2-2BCB-44B9-95EB-32AEB4DF1799}" presName="parTx" presStyleLbl="revTx" presStyleIdx="6" presStyleCnt="8">
        <dgm:presLayoutVars>
          <dgm:chMax val="0"/>
          <dgm:chPref val="0"/>
        </dgm:presLayoutVars>
      </dgm:prSet>
      <dgm:spPr/>
    </dgm:pt>
    <dgm:pt modelId="{28FF8D36-55EC-4516-9076-31C7930C6CF9}" type="pres">
      <dgm:prSet presAssocID="{732EB7B2-2BCB-44B9-95EB-32AEB4DF1799}" presName="txSpace" presStyleCnt="0"/>
      <dgm:spPr/>
    </dgm:pt>
    <dgm:pt modelId="{2295EE30-76A9-431A-BE94-B9A9D43B841E}" type="pres">
      <dgm:prSet presAssocID="{732EB7B2-2BCB-44B9-95EB-32AEB4DF1799}" presName="desTx" presStyleLbl="revTx" presStyleIdx="7" presStyleCnt="8">
        <dgm:presLayoutVars/>
      </dgm:prSet>
      <dgm:spPr/>
    </dgm:pt>
  </dgm:ptLst>
  <dgm:cxnLst>
    <dgm:cxn modelId="{5C066B05-1418-4D2B-B050-D86AE53DE4F7}" type="presOf" srcId="{8F873442-61B3-4E56-B25A-2ECB6D315DD7}" destId="{2295EE30-76A9-431A-BE94-B9A9D43B841E}" srcOrd="0" destOrd="0" presId="urn:microsoft.com/office/officeart/2018/2/layout/IconLabelDescriptionList"/>
    <dgm:cxn modelId="{A319A30E-2852-4FF6-B748-FFC2BABDC6E1}" type="presOf" srcId="{E5389173-720E-4683-BC63-1EF88F29E563}" destId="{6D129A52-35D1-46AF-B09A-DCBC4FE80DBE}" srcOrd="0" destOrd="0" presId="urn:microsoft.com/office/officeart/2018/2/layout/IconLabelDescriptionList"/>
    <dgm:cxn modelId="{A99AE80F-985E-4919-BEA1-678DF689D54B}" type="presOf" srcId="{C39B30A5-73B7-415C-B676-12BF6CB4007C}" destId="{DEA29564-C127-45C9-84FD-FB0D6745C519}" srcOrd="0" destOrd="0" presId="urn:microsoft.com/office/officeart/2018/2/layout/IconLabelDescriptionList"/>
    <dgm:cxn modelId="{CE077826-4BBA-4E22-8C9D-13B938B3C45E}" type="presOf" srcId="{0C44AAE8-30E4-46E9-ABB1-7C04744FE14C}" destId="{7EDEF049-F1A9-4E28-B579-BFFC13E86FAC}" srcOrd="0" destOrd="0" presId="urn:microsoft.com/office/officeart/2018/2/layout/IconLabelDescriptionList"/>
    <dgm:cxn modelId="{846B5234-B264-4DB9-930B-B894DFBCFBB6}" srcId="{B56EFF07-F619-44CF-9BAA-6C7D336F5420}" destId="{0849733B-2445-43CF-AD92-CD3266E42B5C}" srcOrd="2" destOrd="0" parTransId="{3BD14DE0-CED7-4B8C-B815-ED18A6A9F9AD}" sibTransId="{6F437F73-7249-423F-A6B6-08814B24D355}"/>
    <dgm:cxn modelId="{690B1539-9912-4CAE-891E-1C3783FEF98E}" type="presOf" srcId="{0849733B-2445-43CF-AD92-CD3266E42B5C}" destId="{3365F64B-08E0-451E-8E23-DCA274503F61}" srcOrd="0" destOrd="0" presId="urn:microsoft.com/office/officeart/2018/2/layout/IconLabelDescriptionList"/>
    <dgm:cxn modelId="{5B65AB3C-BF3B-4DB8-8827-440E20737F5C}" type="presOf" srcId="{732EB7B2-2BCB-44B9-95EB-32AEB4DF1799}" destId="{82A97F6A-D049-4802-804D-F4BD9FCB5565}" srcOrd="0" destOrd="0" presId="urn:microsoft.com/office/officeart/2018/2/layout/IconLabelDescriptionList"/>
    <dgm:cxn modelId="{F39B6E61-FFDE-46B5-9480-ACE5B6C4CDAA}" type="presOf" srcId="{B56EFF07-F619-44CF-9BAA-6C7D336F5420}" destId="{F6E6DCCC-F1D7-4CD3-BC1E-9F1C3BB99CC5}" srcOrd="0" destOrd="0" presId="urn:microsoft.com/office/officeart/2018/2/layout/IconLabelDescriptionList"/>
    <dgm:cxn modelId="{AE41D452-CF30-4E5B-AA27-DE864E4A71AC}" type="presOf" srcId="{051E10DC-E74A-4906-8F74-B1A3B09A1930}" destId="{503F28B4-419F-4189-8EF1-3AAA5AC2C057}" srcOrd="0" destOrd="0" presId="urn:microsoft.com/office/officeart/2018/2/layout/IconLabelDescriptionList"/>
    <dgm:cxn modelId="{6A7DCE53-D748-4B65-A773-407BB0F445D3}" srcId="{0849733B-2445-43CF-AD92-CD3266E42B5C}" destId="{E5389173-720E-4683-BC63-1EF88F29E563}" srcOrd="0" destOrd="0" parTransId="{34DF1CA1-71D7-4667-99B4-00390D793BD4}" sibTransId="{7BDB82B9-CAD6-46EA-AC0B-F9A469F62595}"/>
    <dgm:cxn modelId="{24B9AC7B-4026-46FA-8EAB-EA72A6A5F2DB}" srcId="{B56EFF07-F619-44CF-9BAA-6C7D336F5420}" destId="{C39B30A5-73B7-415C-B676-12BF6CB4007C}" srcOrd="0" destOrd="0" parTransId="{64B03A6B-5C2C-450A-9F2E-2FC84E9A4BE3}" sibTransId="{52881BA2-E7AE-42C4-94D6-6579828C2B87}"/>
    <dgm:cxn modelId="{AEBA1F83-A57A-41DC-8471-30B2A81DE615}" srcId="{B56EFF07-F619-44CF-9BAA-6C7D336F5420}" destId="{732EB7B2-2BCB-44B9-95EB-32AEB4DF1799}" srcOrd="3" destOrd="0" parTransId="{8CE98A37-CA36-4F01-A7EC-15B7D03350F8}" sibTransId="{6AFEBCBB-C74E-4589-962E-49FB4A9948F4}"/>
    <dgm:cxn modelId="{F818F593-C936-45B8-AA4C-740B26E81D16}" srcId="{8841368A-36B1-48FC-A2A5-5D1EB7381265}" destId="{051E10DC-E74A-4906-8F74-B1A3B09A1930}" srcOrd="0" destOrd="0" parTransId="{402AF6CE-A044-4123-8ABD-7A77874723CD}" sibTransId="{580C0F77-AD2B-4079-9F03-CC28D940F8E3}"/>
    <dgm:cxn modelId="{0B73749B-8F2E-4EF8-ABED-5B8B3A199172}" type="presOf" srcId="{8841368A-36B1-48FC-A2A5-5D1EB7381265}" destId="{B3186365-AB58-491B-A0A1-62063495E1FB}" srcOrd="0" destOrd="0" presId="urn:microsoft.com/office/officeart/2018/2/layout/IconLabelDescriptionList"/>
    <dgm:cxn modelId="{27B8C1B9-5A76-450D-8397-E3BE45F16056}" srcId="{732EB7B2-2BCB-44B9-95EB-32AEB4DF1799}" destId="{8F873442-61B3-4E56-B25A-2ECB6D315DD7}" srcOrd="0" destOrd="0" parTransId="{8F228638-2AFD-4BEB-B25E-4627DD3D305C}" sibTransId="{C60EE264-730D-426A-A73E-2BB71EF85F8D}"/>
    <dgm:cxn modelId="{7F6132E2-89E3-4DDC-9C9D-176A50345F17}" srcId="{B56EFF07-F619-44CF-9BAA-6C7D336F5420}" destId="{8841368A-36B1-48FC-A2A5-5D1EB7381265}" srcOrd="1" destOrd="0" parTransId="{E54B16FF-61D9-47D5-ABE3-235F1A0D04A3}" sibTransId="{4DB2FC51-182E-41E0-8584-5BB6B1D5B605}"/>
    <dgm:cxn modelId="{E083FBEB-65BE-4ED8-B591-E6E52AF361FD}" srcId="{C39B30A5-73B7-415C-B676-12BF6CB4007C}" destId="{0C44AAE8-30E4-46E9-ABB1-7C04744FE14C}" srcOrd="0" destOrd="0" parTransId="{2D00B61B-145C-45FB-B68B-07C28FE7D437}" sibTransId="{DBEFD1DD-AEF4-4349-B4A8-A82A54C69C58}"/>
    <dgm:cxn modelId="{646B6BAD-4B36-4E97-9CAC-6A921C880097}" type="presParOf" srcId="{F6E6DCCC-F1D7-4CD3-BC1E-9F1C3BB99CC5}" destId="{82C93A11-5434-43F5-AF34-F358B3E1417A}" srcOrd="0" destOrd="0" presId="urn:microsoft.com/office/officeart/2018/2/layout/IconLabelDescriptionList"/>
    <dgm:cxn modelId="{BDF7FF8A-AAFE-4EEA-A3C5-A6023F785BC4}" type="presParOf" srcId="{82C93A11-5434-43F5-AF34-F358B3E1417A}" destId="{21342365-8139-44CC-9018-0EC0A6E492F0}" srcOrd="0" destOrd="0" presId="urn:microsoft.com/office/officeart/2018/2/layout/IconLabelDescriptionList"/>
    <dgm:cxn modelId="{FF887E34-9868-4C50-AB5E-FF1B689B4232}" type="presParOf" srcId="{82C93A11-5434-43F5-AF34-F358B3E1417A}" destId="{41A5523A-49C6-40F6-AD18-5C8ED26D05B4}" srcOrd="1" destOrd="0" presId="urn:microsoft.com/office/officeart/2018/2/layout/IconLabelDescriptionList"/>
    <dgm:cxn modelId="{5811DDAF-6A25-4B4A-B4D8-6F392EBC09BB}" type="presParOf" srcId="{82C93A11-5434-43F5-AF34-F358B3E1417A}" destId="{DEA29564-C127-45C9-84FD-FB0D6745C519}" srcOrd="2" destOrd="0" presId="urn:microsoft.com/office/officeart/2018/2/layout/IconLabelDescriptionList"/>
    <dgm:cxn modelId="{624190FB-1942-46C7-A7EA-EFACC778BFA4}" type="presParOf" srcId="{82C93A11-5434-43F5-AF34-F358B3E1417A}" destId="{D0399131-81C3-4377-AE9C-B8549CB6F41E}" srcOrd="3" destOrd="0" presId="urn:microsoft.com/office/officeart/2018/2/layout/IconLabelDescriptionList"/>
    <dgm:cxn modelId="{7354A42D-EF4F-42E5-BC24-AC96059ECD7E}" type="presParOf" srcId="{82C93A11-5434-43F5-AF34-F358B3E1417A}" destId="{7EDEF049-F1A9-4E28-B579-BFFC13E86FAC}" srcOrd="4" destOrd="0" presId="urn:microsoft.com/office/officeart/2018/2/layout/IconLabelDescriptionList"/>
    <dgm:cxn modelId="{D5CBAAD7-59B5-4F29-92EC-D3339A36505F}" type="presParOf" srcId="{F6E6DCCC-F1D7-4CD3-BC1E-9F1C3BB99CC5}" destId="{64CB4BFC-63C6-4E37-928A-8709BE462918}" srcOrd="1" destOrd="0" presId="urn:microsoft.com/office/officeart/2018/2/layout/IconLabelDescriptionList"/>
    <dgm:cxn modelId="{6597CB6D-66F7-4F3C-AEBE-F8BE9BAACC2B}" type="presParOf" srcId="{F6E6DCCC-F1D7-4CD3-BC1E-9F1C3BB99CC5}" destId="{112265CF-F005-4F97-AFA2-A4862E75FDB9}" srcOrd="2" destOrd="0" presId="urn:microsoft.com/office/officeart/2018/2/layout/IconLabelDescriptionList"/>
    <dgm:cxn modelId="{67AE2875-7F60-4071-AD0D-B1B3A85EA311}" type="presParOf" srcId="{112265CF-F005-4F97-AFA2-A4862E75FDB9}" destId="{5E8F8A7A-9490-44FC-A7E8-40D0F10C7CCC}" srcOrd="0" destOrd="0" presId="urn:microsoft.com/office/officeart/2018/2/layout/IconLabelDescriptionList"/>
    <dgm:cxn modelId="{1F63DE5F-CF0D-4734-9CA6-BB62A4CAB860}" type="presParOf" srcId="{112265CF-F005-4F97-AFA2-A4862E75FDB9}" destId="{2FDCA40F-6985-40F1-BA7F-D3407B367D32}" srcOrd="1" destOrd="0" presId="urn:microsoft.com/office/officeart/2018/2/layout/IconLabelDescriptionList"/>
    <dgm:cxn modelId="{0AC7ED5D-E009-44BB-9C1A-841D5A425E3A}" type="presParOf" srcId="{112265CF-F005-4F97-AFA2-A4862E75FDB9}" destId="{B3186365-AB58-491B-A0A1-62063495E1FB}" srcOrd="2" destOrd="0" presId="urn:microsoft.com/office/officeart/2018/2/layout/IconLabelDescriptionList"/>
    <dgm:cxn modelId="{C06FD05E-EFAC-4726-BB60-B0D71645409F}" type="presParOf" srcId="{112265CF-F005-4F97-AFA2-A4862E75FDB9}" destId="{169BFA6B-D171-499C-9118-A72B394E41E4}" srcOrd="3" destOrd="0" presId="urn:microsoft.com/office/officeart/2018/2/layout/IconLabelDescriptionList"/>
    <dgm:cxn modelId="{AD3424EB-28D7-4BC7-97CD-CCA4BAC6DFD8}" type="presParOf" srcId="{112265CF-F005-4F97-AFA2-A4862E75FDB9}" destId="{503F28B4-419F-4189-8EF1-3AAA5AC2C057}" srcOrd="4" destOrd="0" presId="urn:microsoft.com/office/officeart/2018/2/layout/IconLabelDescriptionList"/>
    <dgm:cxn modelId="{92F5F187-9B77-4D37-8F76-DE9F9C45D58B}" type="presParOf" srcId="{F6E6DCCC-F1D7-4CD3-BC1E-9F1C3BB99CC5}" destId="{F2AB4FB1-D57C-4C08-8C82-D2BE1613797F}" srcOrd="3" destOrd="0" presId="urn:microsoft.com/office/officeart/2018/2/layout/IconLabelDescriptionList"/>
    <dgm:cxn modelId="{F0CDA6BE-3AD2-4D90-8674-C70CA440F95B}" type="presParOf" srcId="{F6E6DCCC-F1D7-4CD3-BC1E-9F1C3BB99CC5}" destId="{775C5914-16C8-429B-A5E7-4D1D04248368}" srcOrd="4" destOrd="0" presId="urn:microsoft.com/office/officeart/2018/2/layout/IconLabelDescriptionList"/>
    <dgm:cxn modelId="{97AA41A6-7BDC-45DA-9A1F-0BBCA93470D7}" type="presParOf" srcId="{775C5914-16C8-429B-A5E7-4D1D04248368}" destId="{0D1F16E1-001C-4F4B-B5B5-C8F578729E73}" srcOrd="0" destOrd="0" presId="urn:microsoft.com/office/officeart/2018/2/layout/IconLabelDescriptionList"/>
    <dgm:cxn modelId="{0AEF75FA-3E60-4DDA-BCF6-079646678427}" type="presParOf" srcId="{775C5914-16C8-429B-A5E7-4D1D04248368}" destId="{BC830D53-6C14-4FE9-82C9-6FCCFA0EA126}" srcOrd="1" destOrd="0" presId="urn:microsoft.com/office/officeart/2018/2/layout/IconLabelDescriptionList"/>
    <dgm:cxn modelId="{D55C29E9-B37E-45E5-B2BC-E50126B99F90}" type="presParOf" srcId="{775C5914-16C8-429B-A5E7-4D1D04248368}" destId="{3365F64B-08E0-451E-8E23-DCA274503F61}" srcOrd="2" destOrd="0" presId="urn:microsoft.com/office/officeart/2018/2/layout/IconLabelDescriptionList"/>
    <dgm:cxn modelId="{3AA99617-257B-49A6-A741-68663CEBA929}" type="presParOf" srcId="{775C5914-16C8-429B-A5E7-4D1D04248368}" destId="{96FD95E1-8664-477F-868B-96E4705D05DE}" srcOrd="3" destOrd="0" presId="urn:microsoft.com/office/officeart/2018/2/layout/IconLabelDescriptionList"/>
    <dgm:cxn modelId="{32FF883D-F76A-497C-8490-A852F5B4143D}" type="presParOf" srcId="{775C5914-16C8-429B-A5E7-4D1D04248368}" destId="{6D129A52-35D1-46AF-B09A-DCBC4FE80DBE}" srcOrd="4" destOrd="0" presId="urn:microsoft.com/office/officeart/2018/2/layout/IconLabelDescriptionList"/>
    <dgm:cxn modelId="{38BE690F-4C09-455C-9E22-52048FA1B0E9}" type="presParOf" srcId="{F6E6DCCC-F1D7-4CD3-BC1E-9F1C3BB99CC5}" destId="{7F2ABB1B-5674-4600-AF83-D3412F44C875}" srcOrd="5" destOrd="0" presId="urn:microsoft.com/office/officeart/2018/2/layout/IconLabelDescriptionList"/>
    <dgm:cxn modelId="{CE558498-71AD-424C-97F6-62753C5CB43C}" type="presParOf" srcId="{F6E6DCCC-F1D7-4CD3-BC1E-9F1C3BB99CC5}" destId="{832D3AE9-724C-4C7F-9316-F0226612D743}" srcOrd="6" destOrd="0" presId="urn:microsoft.com/office/officeart/2018/2/layout/IconLabelDescriptionList"/>
    <dgm:cxn modelId="{E3803FCA-F1DB-43A3-A7FD-851DC304B5C4}" type="presParOf" srcId="{832D3AE9-724C-4C7F-9316-F0226612D743}" destId="{5C86ECA9-317D-4F01-A593-EB77CE907331}" srcOrd="0" destOrd="0" presId="urn:microsoft.com/office/officeart/2018/2/layout/IconLabelDescriptionList"/>
    <dgm:cxn modelId="{C3B9DDB3-A70D-4635-90C9-A8C83F1C4DD9}" type="presParOf" srcId="{832D3AE9-724C-4C7F-9316-F0226612D743}" destId="{6242B411-8FD6-4360-8C8E-E817B6B95DB1}" srcOrd="1" destOrd="0" presId="urn:microsoft.com/office/officeart/2018/2/layout/IconLabelDescriptionList"/>
    <dgm:cxn modelId="{335CC69C-5EBF-4819-8D13-50092AAA84D3}" type="presParOf" srcId="{832D3AE9-724C-4C7F-9316-F0226612D743}" destId="{82A97F6A-D049-4802-804D-F4BD9FCB5565}" srcOrd="2" destOrd="0" presId="urn:microsoft.com/office/officeart/2018/2/layout/IconLabelDescriptionList"/>
    <dgm:cxn modelId="{3D8DC25A-0710-4BA9-9C88-B51E28B8C328}" type="presParOf" srcId="{832D3AE9-724C-4C7F-9316-F0226612D743}" destId="{28FF8D36-55EC-4516-9076-31C7930C6CF9}" srcOrd="3" destOrd="0" presId="urn:microsoft.com/office/officeart/2018/2/layout/IconLabelDescriptionList"/>
    <dgm:cxn modelId="{C2DFAA3E-158B-416C-95CF-96B69F2F6F9C}" type="presParOf" srcId="{832D3AE9-724C-4C7F-9316-F0226612D743}" destId="{2295EE30-76A9-431A-BE94-B9A9D43B841E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EF95C77-01E5-4DE9-8E85-D44BA32A551F}">
      <dsp:nvSpPr>
        <dsp:cNvPr id="0" name=""/>
        <dsp:cNvSpPr/>
      </dsp:nvSpPr>
      <dsp:spPr>
        <a:xfrm>
          <a:off x="0" y="476"/>
          <a:ext cx="7188200" cy="655432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9D0E9E10-0FE3-4866-A7A6-391A0FFE8B8B}">
      <dsp:nvSpPr>
        <dsp:cNvPr id="0" name=""/>
        <dsp:cNvSpPr/>
      </dsp:nvSpPr>
      <dsp:spPr>
        <a:xfrm>
          <a:off x="198268" y="147948"/>
          <a:ext cx="360487" cy="360487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EBF1CD3-1C24-4829-B845-CCDEB4C789BA}">
      <dsp:nvSpPr>
        <dsp:cNvPr id="0" name=""/>
        <dsp:cNvSpPr/>
      </dsp:nvSpPr>
      <dsp:spPr>
        <a:xfrm>
          <a:off x="757024" y="476"/>
          <a:ext cx="6431175" cy="65543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9367" tIns="69367" rIns="69367" bIns="69367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Introduction</a:t>
          </a:r>
          <a:endParaRPr lang="en-US" sz="1600" kern="1200" dirty="0"/>
        </a:p>
      </dsp:txBody>
      <dsp:txXfrm>
        <a:off x="757024" y="476"/>
        <a:ext cx="6431175" cy="655432"/>
      </dsp:txXfrm>
    </dsp:sp>
    <dsp:sp modelId="{AFB9CFD6-EA78-4AEF-949E-0E5D3A57C4B6}">
      <dsp:nvSpPr>
        <dsp:cNvPr id="0" name=""/>
        <dsp:cNvSpPr/>
      </dsp:nvSpPr>
      <dsp:spPr>
        <a:xfrm>
          <a:off x="0" y="819766"/>
          <a:ext cx="7188200" cy="655432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FE9C97D-E8AC-44DC-BB1D-1AB848F3AF6C}">
      <dsp:nvSpPr>
        <dsp:cNvPr id="0" name=""/>
        <dsp:cNvSpPr/>
      </dsp:nvSpPr>
      <dsp:spPr>
        <a:xfrm>
          <a:off x="198268" y="967238"/>
          <a:ext cx="360487" cy="360487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A422E10-6199-4B49-A510-4577B26FAD66}">
      <dsp:nvSpPr>
        <dsp:cNvPr id="0" name=""/>
        <dsp:cNvSpPr/>
      </dsp:nvSpPr>
      <dsp:spPr>
        <a:xfrm>
          <a:off x="757024" y="819766"/>
          <a:ext cx="6431175" cy="65543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9367" tIns="69367" rIns="69367" bIns="69367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/>
            <a:t>Multisignature</a:t>
          </a:r>
          <a:endParaRPr lang="en-US" sz="1600" kern="1200" dirty="0"/>
        </a:p>
      </dsp:txBody>
      <dsp:txXfrm>
        <a:off x="757024" y="819766"/>
        <a:ext cx="6431175" cy="655432"/>
      </dsp:txXfrm>
    </dsp:sp>
    <dsp:sp modelId="{B67C313D-0B07-474F-8DB7-4B68A258B626}">
      <dsp:nvSpPr>
        <dsp:cNvPr id="0" name=""/>
        <dsp:cNvSpPr/>
      </dsp:nvSpPr>
      <dsp:spPr>
        <a:xfrm>
          <a:off x="0" y="1639056"/>
          <a:ext cx="7188200" cy="655432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CA095DB7-1BAD-491D-8121-6AA04E407ACD}">
      <dsp:nvSpPr>
        <dsp:cNvPr id="0" name=""/>
        <dsp:cNvSpPr/>
      </dsp:nvSpPr>
      <dsp:spPr>
        <a:xfrm>
          <a:off x="198268" y="1786528"/>
          <a:ext cx="360487" cy="360487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9F818D9-638F-47A8-884F-A9F37164A0A5}">
      <dsp:nvSpPr>
        <dsp:cNvPr id="0" name=""/>
        <dsp:cNvSpPr/>
      </dsp:nvSpPr>
      <dsp:spPr>
        <a:xfrm>
          <a:off x="757024" y="1639056"/>
          <a:ext cx="6431175" cy="65543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9367" tIns="69367" rIns="69367" bIns="69367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/>
            <a:t>Pay-to-Script-Hash (P2SH)</a:t>
          </a:r>
          <a:endParaRPr lang="en-US" sz="1600" kern="1200" dirty="0"/>
        </a:p>
      </dsp:txBody>
      <dsp:txXfrm>
        <a:off x="757024" y="1639056"/>
        <a:ext cx="6431175" cy="655432"/>
      </dsp:txXfrm>
    </dsp:sp>
    <dsp:sp modelId="{DEA33CD2-EDB9-4D26-AD74-7F38D1265FAA}">
      <dsp:nvSpPr>
        <dsp:cNvPr id="0" name=""/>
        <dsp:cNvSpPr/>
      </dsp:nvSpPr>
      <dsp:spPr>
        <a:xfrm>
          <a:off x="0" y="2458346"/>
          <a:ext cx="7188200" cy="655432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A16FEEC-CCD5-4115-B21B-4BBE92837A4C}">
      <dsp:nvSpPr>
        <dsp:cNvPr id="0" name=""/>
        <dsp:cNvSpPr/>
      </dsp:nvSpPr>
      <dsp:spPr>
        <a:xfrm>
          <a:off x="198268" y="2605818"/>
          <a:ext cx="360487" cy="360487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1B43755-B950-4CC9-A28E-103790C6DBD6}">
      <dsp:nvSpPr>
        <dsp:cNvPr id="0" name=""/>
        <dsp:cNvSpPr/>
      </dsp:nvSpPr>
      <dsp:spPr>
        <a:xfrm>
          <a:off x="757024" y="2458346"/>
          <a:ext cx="6431175" cy="65543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9367" tIns="69367" rIns="69367" bIns="69367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/>
            <a:t>Data Recording Output (RETURN)</a:t>
          </a:r>
          <a:endParaRPr lang="en-US" sz="1600" kern="1200" dirty="0"/>
        </a:p>
      </dsp:txBody>
      <dsp:txXfrm>
        <a:off x="757024" y="2458346"/>
        <a:ext cx="6431175" cy="655432"/>
      </dsp:txXfrm>
    </dsp:sp>
    <dsp:sp modelId="{6E342541-E82B-499F-A68C-916961C84B09}">
      <dsp:nvSpPr>
        <dsp:cNvPr id="0" name=""/>
        <dsp:cNvSpPr/>
      </dsp:nvSpPr>
      <dsp:spPr>
        <a:xfrm>
          <a:off x="0" y="3277636"/>
          <a:ext cx="7188200" cy="655432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BD538CF3-C0B9-472C-9A8E-31CE886AD71C}">
      <dsp:nvSpPr>
        <dsp:cNvPr id="0" name=""/>
        <dsp:cNvSpPr/>
      </dsp:nvSpPr>
      <dsp:spPr>
        <a:xfrm>
          <a:off x="198268" y="3425108"/>
          <a:ext cx="360487" cy="360487"/>
        </a:xfrm>
        <a:prstGeom prst="rect">
          <a:avLst/>
        </a:prstGeom>
        <a:blipFill>
          <a:blip xmlns:r="http://schemas.openxmlformats.org/officeDocument/2006/relationships"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464132F-75D4-413B-94CD-A58CAC02EB5D}">
      <dsp:nvSpPr>
        <dsp:cNvPr id="0" name=""/>
        <dsp:cNvSpPr/>
      </dsp:nvSpPr>
      <dsp:spPr>
        <a:xfrm>
          <a:off x="757024" y="3277636"/>
          <a:ext cx="6431175" cy="65543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9367" tIns="69367" rIns="69367" bIns="69367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 err="1"/>
            <a:t>Timelocks</a:t>
          </a:r>
          <a:endParaRPr lang="en-US" sz="1600" kern="1200" dirty="0"/>
        </a:p>
      </dsp:txBody>
      <dsp:txXfrm>
        <a:off x="757024" y="3277636"/>
        <a:ext cx="6431175" cy="655432"/>
      </dsp:txXfrm>
    </dsp:sp>
    <dsp:sp modelId="{278E5234-7C69-456B-B7B4-32B80863DADF}">
      <dsp:nvSpPr>
        <dsp:cNvPr id="0" name=""/>
        <dsp:cNvSpPr/>
      </dsp:nvSpPr>
      <dsp:spPr>
        <a:xfrm>
          <a:off x="0" y="4096926"/>
          <a:ext cx="7188200" cy="655432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E3FB8DB3-C912-4A6C-806F-4795EAE22118}">
      <dsp:nvSpPr>
        <dsp:cNvPr id="0" name=""/>
        <dsp:cNvSpPr/>
      </dsp:nvSpPr>
      <dsp:spPr>
        <a:xfrm>
          <a:off x="198268" y="4244398"/>
          <a:ext cx="360487" cy="360487"/>
        </a:xfrm>
        <a:prstGeom prst="rect">
          <a:avLst/>
        </a:prstGeom>
        <a:blipFill>
          <a:blip xmlns:r="http://schemas.openxmlformats.org/officeDocument/2006/relationships"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5F53534-C89A-4BA5-8877-3FAAC0D3062E}">
      <dsp:nvSpPr>
        <dsp:cNvPr id="0" name=""/>
        <dsp:cNvSpPr/>
      </dsp:nvSpPr>
      <dsp:spPr>
        <a:xfrm>
          <a:off x="757024" y="4096926"/>
          <a:ext cx="6431175" cy="65543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9367" tIns="69367" rIns="69367" bIns="69367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Scripts with Flow Control (Conditional Clauses)</a:t>
          </a:r>
        </a:p>
      </dsp:txBody>
      <dsp:txXfrm>
        <a:off x="757024" y="4096926"/>
        <a:ext cx="6431175" cy="655432"/>
      </dsp:txXfrm>
    </dsp:sp>
    <dsp:sp modelId="{644AF1D7-184F-406B-ACA1-AF2955F52434}">
      <dsp:nvSpPr>
        <dsp:cNvPr id="0" name=""/>
        <dsp:cNvSpPr/>
      </dsp:nvSpPr>
      <dsp:spPr>
        <a:xfrm>
          <a:off x="0" y="4916216"/>
          <a:ext cx="7188200" cy="655432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2902DA71-DA9D-4AF5-9193-828C8458B611}">
      <dsp:nvSpPr>
        <dsp:cNvPr id="0" name=""/>
        <dsp:cNvSpPr/>
      </dsp:nvSpPr>
      <dsp:spPr>
        <a:xfrm>
          <a:off x="198268" y="5063688"/>
          <a:ext cx="360487" cy="360487"/>
        </a:xfrm>
        <a:prstGeom prst="rect">
          <a:avLst/>
        </a:prstGeom>
        <a:blipFill>
          <a:blip xmlns:r="http://schemas.openxmlformats.org/officeDocument/2006/relationships"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BE38E1D-38FF-4CD1-8C83-FF61B6043057}">
      <dsp:nvSpPr>
        <dsp:cNvPr id="0" name=""/>
        <dsp:cNvSpPr/>
      </dsp:nvSpPr>
      <dsp:spPr>
        <a:xfrm>
          <a:off x="757024" y="4916216"/>
          <a:ext cx="6431175" cy="65543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9367" tIns="69367" rIns="69367" bIns="69367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/>
            <a:t>Complex Script Example</a:t>
          </a:r>
          <a:endParaRPr lang="en-US" sz="1600" kern="1200" dirty="0"/>
        </a:p>
      </dsp:txBody>
      <dsp:txXfrm>
        <a:off x="757024" y="4916216"/>
        <a:ext cx="6431175" cy="655432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04A5537-E0EE-4A37-BBB7-D81CFD5C9C64}">
      <dsp:nvSpPr>
        <dsp:cNvPr id="0" name=""/>
        <dsp:cNvSpPr/>
      </dsp:nvSpPr>
      <dsp:spPr>
        <a:xfrm>
          <a:off x="0" y="335944"/>
          <a:ext cx="9701953" cy="1209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33248" rIns="752979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the basic elements of bitcoin transactions</a:t>
          </a:r>
          <a:r>
            <a:rPr lang="tr-TR" sz="1600" kern="1200"/>
            <a:t> is introduced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looked at the most common type of transaction script, </a:t>
          </a:r>
          <a:endParaRPr lang="tr-TR" sz="1600" kern="1200"/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the </a:t>
          </a:r>
          <a:r>
            <a:rPr lang="en-US" sz="1600" b="1" kern="1200"/>
            <a:t>P2PKH</a:t>
          </a:r>
          <a:r>
            <a:rPr lang="en-US" sz="1600" kern="1200"/>
            <a:t> script</a:t>
          </a:r>
          <a:r>
            <a:rPr lang="tr-TR" sz="1600" kern="1200"/>
            <a:t>- Pay-2-Public-Key-Hash</a:t>
          </a:r>
        </a:p>
      </dsp:txBody>
      <dsp:txXfrm>
        <a:off x="0" y="335944"/>
        <a:ext cx="9701953" cy="1209600"/>
      </dsp:txXfrm>
    </dsp:sp>
    <dsp:sp modelId="{68EB8CF6-B569-408E-8E7A-22E5D2013C27}">
      <dsp:nvSpPr>
        <dsp:cNvPr id="0" name=""/>
        <dsp:cNvSpPr/>
      </dsp:nvSpPr>
      <dsp:spPr>
        <a:xfrm>
          <a:off x="485097" y="99784"/>
          <a:ext cx="6791367" cy="47232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In the previous chapter</a:t>
          </a:r>
          <a:endParaRPr lang="tr-TR" sz="1600" kern="1200"/>
        </a:p>
      </dsp:txBody>
      <dsp:txXfrm>
        <a:off x="508154" y="122841"/>
        <a:ext cx="6745253" cy="426206"/>
      </dsp:txXfrm>
    </dsp:sp>
    <dsp:sp modelId="{F7760050-B236-4AA4-A128-6C82A511CF7D}">
      <dsp:nvSpPr>
        <dsp:cNvPr id="0" name=""/>
        <dsp:cNvSpPr/>
      </dsp:nvSpPr>
      <dsp:spPr>
        <a:xfrm>
          <a:off x="0" y="1868104"/>
          <a:ext cx="9701953" cy="680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33248" rIns="752979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more advanced scripting</a:t>
          </a:r>
          <a:endParaRPr lang="tr-TR" sz="1600" kern="1200"/>
        </a:p>
      </dsp:txBody>
      <dsp:txXfrm>
        <a:off x="0" y="1868104"/>
        <a:ext cx="9701953" cy="680400"/>
      </dsp:txXfrm>
    </dsp:sp>
    <dsp:sp modelId="{22EA4AEF-FB0A-4506-82CE-C70C02E6D15F}">
      <dsp:nvSpPr>
        <dsp:cNvPr id="0" name=""/>
        <dsp:cNvSpPr/>
      </dsp:nvSpPr>
      <dsp:spPr>
        <a:xfrm>
          <a:off x="485097" y="1631944"/>
          <a:ext cx="6791367" cy="47232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In this</a:t>
          </a:r>
          <a:r>
            <a:rPr lang="tr-TR" sz="1600" kern="1200"/>
            <a:t> </a:t>
          </a:r>
          <a:r>
            <a:rPr lang="en-US" sz="1600" kern="1200"/>
            <a:t>chapter we will look at </a:t>
          </a:r>
          <a:endParaRPr lang="tr-TR" sz="1600" kern="1200"/>
        </a:p>
      </dsp:txBody>
      <dsp:txXfrm>
        <a:off x="508154" y="1655001"/>
        <a:ext cx="6745253" cy="426206"/>
      </dsp:txXfrm>
    </dsp:sp>
    <dsp:sp modelId="{FD878634-DBA4-4951-BA83-AC5F93C379D4}">
      <dsp:nvSpPr>
        <dsp:cNvPr id="0" name=""/>
        <dsp:cNvSpPr/>
      </dsp:nvSpPr>
      <dsp:spPr>
        <a:xfrm>
          <a:off x="0" y="2871065"/>
          <a:ext cx="9701953" cy="680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33248" rIns="752979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transactions</a:t>
          </a:r>
          <a:r>
            <a:rPr lang="tr-TR" sz="1600" kern="1200"/>
            <a:t> with complex conditions.</a:t>
          </a:r>
        </a:p>
      </dsp:txBody>
      <dsp:txXfrm>
        <a:off x="0" y="2871065"/>
        <a:ext cx="9701953" cy="680400"/>
      </dsp:txXfrm>
    </dsp:sp>
    <dsp:sp modelId="{EAAE04D9-A18A-4FF9-96E0-0617FB3FEB76}">
      <dsp:nvSpPr>
        <dsp:cNvPr id="0" name=""/>
        <dsp:cNvSpPr/>
      </dsp:nvSpPr>
      <dsp:spPr>
        <a:xfrm>
          <a:off x="485097" y="2634905"/>
          <a:ext cx="6791367" cy="472320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how we can use it to build </a:t>
          </a:r>
          <a:endParaRPr lang="tr-TR" sz="1600" kern="1200"/>
        </a:p>
      </dsp:txBody>
      <dsp:txXfrm>
        <a:off x="508154" y="2657962"/>
        <a:ext cx="6745253" cy="426206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C441C5A-EB18-470C-91B3-F73F0DCC4C7D}">
      <dsp:nvSpPr>
        <dsp:cNvPr id="0" name=""/>
        <dsp:cNvSpPr/>
      </dsp:nvSpPr>
      <dsp:spPr>
        <a:xfrm>
          <a:off x="0" y="305659"/>
          <a:ext cx="8770938" cy="7654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374904" rIns="680722" bIns="128016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800" kern="1200"/>
            <a:t>First we l</a:t>
          </a:r>
          <a:r>
            <a:rPr lang="en-US" sz="1800" kern="1200"/>
            <a:t>ook at </a:t>
          </a:r>
          <a:r>
            <a:rPr lang="en-US" sz="1800" b="1" kern="1200"/>
            <a:t>multisignature</a:t>
          </a:r>
          <a:r>
            <a:rPr lang="tr-TR" sz="1800" b="1" kern="1200"/>
            <a:t> </a:t>
          </a:r>
          <a:r>
            <a:rPr lang="en-US" sz="1800" kern="1200"/>
            <a:t>scripts. </a:t>
          </a:r>
        </a:p>
      </dsp:txBody>
      <dsp:txXfrm>
        <a:off x="0" y="305659"/>
        <a:ext cx="8770938" cy="765450"/>
      </dsp:txXfrm>
    </dsp:sp>
    <dsp:sp modelId="{20EE35FA-AF21-4B43-AB60-688B41CB15E2}">
      <dsp:nvSpPr>
        <dsp:cNvPr id="0" name=""/>
        <dsp:cNvSpPr/>
      </dsp:nvSpPr>
      <dsp:spPr>
        <a:xfrm>
          <a:off x="438546" y="39979"/>
          <a:ext cx="6139656" cy="53136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b="1" kern="1200"/>
            <a:t>multisignature </a:t>
          </a:r>
          <a:r>
            <a:rPr lang="tr-TR" sz="1800" b="1" kern="1200"/>
            <a:t>scripts</a:t>
          </a:r>
          <a:endParaRPr lang="en-US" sz="1800" kern="1200"/>
        </a:p>
      </dsp:txBody>
      <dsp:txXfrm>
        <a:off x="464485" y="65918"/>
        <a:ext cx="6087778" cy="479482"/>
      </dsp:txXfrm>
    </dsp:sp>
    <dsp:sp modelId="{5DE08938-A2EF-4136-A5BD-17EAF592582F}">
      <dsp:nvSpPr>
        <dsp:cNvPr id="0" name=""/>
        <dsp:cNvSpPr/>
      </dsp:nvSpPr>
      <dsp:spPr>
        <a:xfrm>
          <a:off x="0" y="1433989"/>
          <a:ext cx="8770938" cy="7654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374904" rIns="680722" bIns="128016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800" kern="1200"/>
            <a:t>Next examine </a:t>
          </a:r>
          <a:r>
            <a:rPr lang="en-US" sz="1800" kern="1200"/>
            <a:t>most</a:t>
          </a:r>
          <a:r>
            <a:rPr lang="tr-TR" sz="1800" kern="1200"/>
            <a:t> </a:t>
          </a:r>
          <a:r>
            <a:rPr lang="en-US" sz="1800" kern="1200"/>
            <a:t>common transaction script, </a:t>
          </a:r>
        </a:p>
      </dsp:txBody>
      <dsp:txXfrm>
        <a:off x="0" y="1433989"/>
        <a:ext cx="8770938" cy="765450"/>
      </dsp:txXfrm>
    </dsp:sp>
    <dsp:sp modelId="{3A4A9D62-937A-4B15-A406-866F545E6CA2}">
      <dsp:nvSpPr>
        <dsp:cNvPr id="0" name=""/>
        <dsp:cNvSpPr/>
      </dsp:nvSpPr>
      <dsp:spPr>
        <a:xfrm>
          <a:off x="438546" y="1168309"/>
          <a:ext cx="6139656" cy="53136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b="1" kern="1200"/>
            <a:t>Pay-to-Script-Hash </a:t>
          </a:r>
          <a:endParaRPr lang="en-US" sz="1800" kern="1200"/>
        </a:p>
      </dsp:txBody>
      <dsp:txXfrm>
        <a:off x="464485" y="1194248"/>
        <a:ext cx="6087778" cy="479482"/>
      </dsp:txXfrm>
    </dsp:sp>
    <dsp:sp modelId="{90C9CC75-DB2A-487B-86E1-4C3858645232}">
      <dsp:nvSpPr>
        <dsp:cNvPr id="0" name=""/>
        <dsp:cNvSpPr/>
      </dsp:nvSpPr>
      <dsp:spPr>
        <a:xfrm>
          <a:off x="0" y="2562320"/>
          <a:ext cx="8770938" cy="10489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374904" rIns="680722" bIns="128016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Then, </a:t>
          </a:r>
          <a:r>
            <a:rPr lang="tr-TR" sz="1800" kern="1200"/>
            <a:t>examine </a:t>
          </a:r>
          <a:r>
            <a:rPr lang="en-US" sz="1800" kern="1200"/>
            <a:t>new script operators 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that add a time dimension</a:t>
          </a:r>
          <a:r>
            <a:rPr lang="tr-TR" sz="1800" kern="1200"/>
            <a:t> to bitcoin</a:t>
          </a:r>
          <a:endParaRPr lang="en-US" sz="1800" kern="1200"/>
        </a:p>
      </dsp:txBody>
      <dsp:txXfrm>
        <a:off x="0" y="2562320"/>
        <a:ext cx="8770938" cy="1048950"/>
      </dsp:txXfrm>
    </dsp:sp>
    <dsp:sp modelId="{83A8D126-193A-459A-B0CE-CDDCC3EF5D93}">
      <dsp:nvSpPr>
        <dsp:cNvPr id="0" name=""/>
        <dsp:cNvSpPr/>
      </dsp:nvSpPr>
      <dsp:spPr>
        <a:xfrm>
          <a:off x="438546" y="2296640"/>
          <a:ext cx="6139656" cy="531360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800" b="1" kern="1200"/>
            <a:t>timelocks </a:t>
          </a:r>
          <a:endParaRPr lang="en-US" sz="1800" kern="1200"/>
        </a:p>
      </dsp:txBody>
      <dsp:txXfrm>
        <a:off x="464485" y="2322579"/>
        <a:ext cx="6087778" cy="479482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81A3CFB-6DC2-4555-98FB-04CB93BB5693}">
      <dsp:nvSpPr>
        <dsp:cNvPr id="0" name=""/>
        <dsp:cNvSpPr/>
      </dsp:nvSpPr>
      <dsp:spPr>
        <a:xfrm>
          <a:off x="4297" y="792044"/>
          <a:ext cx="915468" cy="915468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77739A7-02DD-493B-A750-46C72AB452A0}">
      <dsp:nvSpPr>
        <dsp:cNvPr id="0" name=""/>
        <dsp:cNvSpPr/>
      </dsp:nvSpPr>
      <dsp:spPr>
        <a:xfrm>
          <a:off x="4297" y="1796401"/>
          <a:ext cx="2615625" cy="4413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Multisignature scripts set a condition</a:t>
          </a:r>
        </a:p>
      </dsp:txBody>
      <dsp:txXfrm>
        <a:off x="4297" y="1796401"/>
        <a:ext cx="2615625" cy="441386"/>
      </dsp:txXfrm>
    </dsp:sp>
    <dsp:sp modelId="{DF15B936-5164-4F87-98FE-8147E7BA314D}">
      <dsp:nvSpPr>
        <dsp:cNvPr id="0" name=""/>
        <dsp:cNvSpPr/>
      </dsp:nvSpPr>
      <dsp:spPr>
        <a:xfrm>
          <a:off x="4297" y="2279131"/>
          <a:ext cx="2615625" cy="5800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N public keys are recorded in the script</a:t>
          </a:r>
        </a:p>
      </dsp:txBody>
      <dsp:txXfrm>
        <a:off x="4297" y="2279131"/>
        <a:ext cx="2615625" cy="580073"/>
      </dsp:txXfrm>
    </dsp:sp>
    <dsp:sp modelId="{C1AEBA85-D5D9-4F31-8F80-90740097D9BB}">
      <dsp:nvSpPr>
        <dsp:cNvPr id="0" name=""/>
        <dsp:cNvSpPr/>
      </dsp:nvSpPr>
      <dsp:spPr>
        <a:xfrm>
          <a:off x="3077656" y="792044"/>
          <a:ext cx="915468" cy="915468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5D9AC2E-5BEF-4357-B9F7-9B4BF0866208}">
      <dsp:nvSpPr>
        <dsp:cNvPr id="0" name=""/>
        <dsp:cNvSpPr/>
      </dsp:nvSpPr>
      <dsp:spPr>
        <a:xfrm>
          <a:off x="3077656" y="1796401"/>
          <a:ext cx="2615625" cy="4413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at least M keys </a:t>
          </a:r>
        </a:p>
      </dsp:txBody>
      <dsp:txXfrm>
        <a:off x="3077656" y="1796401"/>
        <a:ext cx="2615625" cy="441386"/>
      </dsp:txXfrm>
    </dsp:sp>
    <dsp:sp modelId="{39DA2D62-64F7-4BAD-A150-759F2BACF3DA}">
      <dsp:nvSpPr>
        <dsp:cNvPr id="0" name=""/>
        <dsp:cNvSpPr/>
      </dsp:nvSpPr>
      <dsp:spPr>
        <a:xfrm>
          <a:off x="3077656" y="2279131"/>
          <a:ext cx="2615625" cy="5800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must provide signatures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unlock the funds. </a:t>
          </a:r>
        </a:p>
      </dsp:txBody>
      <dsp:txXfrm>
        <a:off x="3077656" y="2279131"/>
        <a:ext cx="2615625" cy="580073"/>
      </dsp:txXfrm>
    </dsp:sp>
    <dsp:sp modelId="{96E624A0-5D89-408D-8F99-33E937B748DC}">
      <dsp:nvSpPr>
        <dsp:cNvPr id="0" name=""/>
        <dsp:cNvSpPr/>
      </dsp:nvSpPr>
      <dsp:spPr>
        <a:xfrm>
          <a:off x="6151015" y="792044"/>
          <a:ext cx="915468" cy="915468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50FC788-02C6-4AE2-9D00-6B51F0A809F6}">
      <dsp:nvSpPr>
        <dsp:cNvPr id="0" name=""/>
        <dsp:cNvSpPr/>
      </dsp:nvSpPr>
      <dsp:spPr>
        <a:xfrm>
          <a:off x="6151015" y="1796401"/>
          <a:ext cx="2615625" cy="4413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M-of-N scheme </a:t>
          </a:r>
        </a:p>
      </dsp:txBody>
      <dsp:txXfrm>
        <a:off x="6151015" y="1796401"/>
        <a:ext cx="2615625" cy="441386"/>
      </dsp:txXfrm>
    </dsp:sp>
    <dsp:sp modelId="{AE7D68E5-D437-43EB-A6B6-9F1A05FC22A0}">
      <dsp:nvSpPr>
        <dsp:cNvPr id="0" name=""/>
        <dsp:cNvSpPr/>
      </dsp:nvSpPr>
      <dsp:spPr>
        <a:xfrm>
          <a:off x="6151015" y="2279131"/>
          <a:ext cx="2615625" cy="5800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b="1" kern="1200"/>
            <a:t>N</a:t>
          </a:r>
          <a:r>
            <a:rPr lang="en-US" sz="1100" kern="1200"/>
            <a:t> is the total number of keys and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b="1" kern="1200"/>
            <a:t>M</a:t>
          </a:r>
          <a:r>
            <a:rPr lang="en-US" sz="1100" kern="1200"/>
            <a:t> is the threshold</a:t>
          </a:r>
          <a:r>
            <a:rPr lang="tr-TR" sz="1100" kern="1200"/>
            <a:t> </a:t>
          </a:r>
          <a:r>
            <a:rPr lang="en-US" sz="1100" kern="1200"/>
            <a:t>of signatures required for validation.</a:t>
          </a:r>
        </a:p>
      </dsp:txBody>
      <dsp:txXfrm>
        <a:off x="6151015" y="2279131"/>
        <a:ext cx="2615625" cy="580073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11404D7-E4A3-48BD-96F8-C5CB131FC8EA}">
      <dsp:nvSpPr>
        <dsp:cNvPr id="0" name=""/>
        <dsp:cNvSpPr/>
      </dsp:nvSpPr>
      <dsp:spPr>
        <a:xfrm>
          <a:off x="0" y="445024"/>
          <a:ext cx="9701953" cy="11056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541528" rIns="752979" bIns="184912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600" kern="1200"/>
            <a:t>three public keys are listed as potential signers</a:t>
          </a:r>
        </a:p>
      </dsp:txBody>
      <dsp:txXfrm>
        <a:off x="0" y="445024"/>
        <a:ext cx="9701953" cy="1105650"/>
      </dsp:txXfrm>
    </dsp:sp>
    <dsp:sp modelId="{3AA894C1-39F1-40F2-B3EB-29BF1FA93D7C}">
      <dsp:nvSpPr>
        <dsp:cNvPr id="0" name=""/>
        <dsp:cNvSpPr/>
      </dsp:nvSpPr>
      <dsp:spPr>
        <a:xfrm>
          <a:off x="485097" y="61264"/>
          <a:ext cx="6791367" cy="76752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a 2-of-3 multisignature</a:t>
          </a:r>
        </a:p>
      </dsp:txBody>
      <dsp:txXfrm>
        <a:off x="522564" y="98731"/>
        <a:ext cx="6716433" cy="692586"/>
      </dsp:txXfrm>
    </dsp:sp>
    <dsp:sp modelId="{E8FC47C3-9D9C-4860-8392-8553C680978E}">
      <dsp:nvSpPr>
        <dsp:cNvPr id="0" name=""/>
        <dsp:cNvSpPr/>
      </dsp:nvSpPr>
      <dsp:spPr>
        <a:xfrm>
          <a:off x="0" y="2074835"/>
          <a:ext cx="9701953" cy="15151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541528" rIns="752979" bIns="184912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600" kern="1200"/>
            <a:t>at least two must</a:t>
          </a:r>
          <a:r>
            <a:rPr lang="tr-TR" sz="2600" kern="1200"/>
            <a:t> </a:t>
          </a:r>
          <a:r>
            <a:rPr lang="en-US" sz="2600" kern="1200"/>
            <a:t>be used</a:t>
          </a:r>
          <a:r>
            <a:rPr lang="tr-TR" sz="2600" kern="1200"/>
            <a:t> </a:t>
          </a:r>
          <a:r>
            <a:rPr lang="en-US" sz="2600" kern="1200"/>
            <a:t>to create signatures </a:t>
          </a:r>
        </a:p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600" kern="1200"/>
            <a:t>for a valid transaction to spend the funds.</a:t>
          </a:r>
        </a:p>
      </dsp:txBody>
      <dsp:txXfrm>
        <a:off x="0" y="2074835"/>
        <a:ext cx="9701953" cy="1515150"/>
      </dsp:txXfrm>
    </dsp:sp>
    <dsp:sp modelId="{FF2BFFD4-667C-449D-A0FD-02539D2D1956}">
      <dsp:nvSpPr>
        <dsp:cNvPr id="0" name=""/>
        <dsp:cNvSpPr/>
      </dsp:nvSpPr>
      <dsp:spPr>
        <a:xfrm>
          <a:off x="485097" y="1691075"/>
          <a:ext cx="6791367" cy="76752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/>
            <a:t>2 of public keys</a:t>
          </a:r>
          <a:endParaRPr lang="en-US" sz="2600" kern="1200"/>
        </a:p>
      </dsp:txBody>
      <dsp:txXfrm>
        <a:off x="522564" y="1728542"/>
        <a:ext cx="6716433" cy="692586"/>
      </dsp:txXfrm>
    </dsp:sp>
  </dsp:spTree>
</dsp:drawing>
</file>

<file path=ppt/diagrams/drawing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BB7E4BC-7DCB-4AB5-A919-47D2A4BB54B5}">
      <dsp:nvSpPr>
        <dsp:cNvPr id="0" name=""/>
        <dsp:cNvSpPr/>
      </dsp:nvSpPr>
      <dsp:spPr>
        <a:xfrm>
          <a:off x="1940390" y="1684"/>
          <a:ext cx="7761562" cy="872698"/>
        </a:xfrm>
        <a:prstGeom prst="rect">
          <a:avLst/>
        </a:prstGeom>
        <a:solidFill>
          <a:schemeClr val="accent2">
            <a:tint val="40000"/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50596" tIns="221665" rIns="150596" bIns="221665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standard multisignature scripts </a:t>
          </a:r>
        </a:p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are limited to at most 15 listed public keys </a:t>
          </a:r>
        </a:p>
      </dsp:txBody>
      <dsp:txXfrm>
        <a:off x="1940390" y="1684"/>
        <a:ext cx="7761562" cy="872698"/>
      </dsp:txXfrm>
    </dsp:sp>
    <dsp:sp modelId="{4376D8B1-2CB6-4A9E-AB87-CC6B81C4C3A0}">
      <dsp:nvSpPr>
        <dsp:cNvPr id="0" name=""/>
        <dsp:cNvSpPr/>
      </dsp:nvSpPr>
      <dsp:spPr>
        <a:xfrm>
          <a:off x="0" y="1684"/>
          <a:ext cx="1940390" cy="872698"/>
        </a:xfrm>
        <a:prstGeom prst="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2679" tIns="86203" rIns="102679" bIns="86203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at most </a:t>
          </a:r>
          <a:r>
            <a:rPr lang="en-US" sz="1500" b="1" kern="1200"/>
            <a:t>15</a:t>
          </a:r>
          <a:r>
            <a:rPr lang="en-US" sz="1500" kern="1200"/>
            <a:t> listed public keys </a:t>
          </a:r>
        </a:p>
      </dsp:txBody>
      <dsp:txXfrm>
        <a:off x="0" y="1684"/>
        <a:ext cx="1940390" cy="872698"/>
      </dsp:txXfrm>
    </dsp:sp>
    <dsp:sp modelId="{AA6856C0-979C-4932-94EA-D9C07AD7507D}">
      <dsp:nvSpPr>
        <dsp:cNvPr id="0" name=""/>
        <dsp:cNvSpPr/>
      </dsp:nvSpPr>
      <dsp:spPr>
        <a:xfrm>
          <a:off x="1940390" y="926745"/>
          <a:ext cx="7761562" cy="872698"/>
        </a:xfrm>
        <a:prstGeom prst="rect">
          <a:avLst/>
        </a:prstGeom>
        <a:solidFill>
          <a:schemeClr val="accent3">
            <a:tint val="40000"/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50596" tIns="221665" rIns="150596" bIns="221665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from a </a:t>
          </a:r>
          <a:r>
            <a:rPr lang="en-US" sz="1200" b="1" kern="1200"/>
            <a:t>1-of-1</a:t>
          </a:r>
          <a:r>
            <a:rPr lang="en-US" sz="1200" kern="1200"/>
            <a:t> </a:t>
          </a:r>
          <a:r>
            <a:rPr lang="tr-TR" sz="1200" kern="1200"/>
            <a:t>t</a:t>
          </a:r>
          <a:r>
            <a:rPr lang="en-US" sz="1200" kern="1200"/>
            <a:t>o a </a:t>
          </a:r>
          <a:r>
            <a:rPr lang="en-US" sz="1200" b="1" kern="1200"/>
            <a:t>15-of-15</a:t>
          </a:r>
          <a:r>
            <a:rPr lang="en-US" sz="1200" kern="1200"/>
            <a:t> multisignature </a:t>
          </a:r>
        </a:p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or any combination</a:t>
          </a:r>
          <a:r>
            <a:rPr lang="tr-TR" sz="1200" kern="1200"/>
            <a:t> </a:t>
          </a:r>
          <a:r>
            <a:rPr lang="en-US" sz="1200" kern="1200"/>
            <a:t>within that range. </a:t>
          </a:r>
        </a:p>
      </dsp:txBody>
      <dsp:txXfrm>
        <a:off x="1940390" y="926745"/>
        <a:ext cx="7761562" cy="872698"/>
      </dsp:txXfrm>
    </dsp:sp>
    <dsp:sp modelId="{0F235CF5-FA08-4DD7-980C-EE2F0C508BC3}">
      <dsp:nvSpPr>
        <dsp:cNvPr id="0" name=""/>
        <dsp:cNvSpPr/>
      </dsp:nvSpPr>
      <dsp:spPr>
        <a:xfrm>
          <a:off x="0" y="926745"/>
          <a:ext cx="1940390" cy="872698"/>
        </a:xfrm>
        <a:prstGeom prst="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2679" tIns="86203" rIns="102679" bIns="86203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Options</a:t>
          </a:r>
          <a:endParaRPr lang="en-US" sz="1500" kern="1200"/>
        </a:p>
      </dsp:txBody>
      <dsp:txXfrm>
        <a:off x="0" y="926745"/>
        <a:ext cx="1940390" cy="872698"/>
      </dsp:txXfrm>
    </dsp:sp>
    <dsp:sp modelId="{D3A144E7-E1C5-423D-84AA-51D85222B2FC}">
      <dsp:nvSpPr>
        <dsp:cNvPr id="0" name=""/>
        <dsp:cNvSpPr/>
      </dsp:nvSpPr>
      <dsp:spPr>
        <a:xfrm>
          <a:off x="1940390" y="1851805"/>
          <a:ext cx="7761562" cy="872698"/>
        </a:xfrm>
        <a:prstGeom prst="rect">
          <a:avLst/>
        </a:prstGeom>
        <a:solidFill>
          <a:schemeClr val="accent4">
            <a:tint val="40000"/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50596" tIns="221665" rIns="150596" bIns="221665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The limitation to 15 listed keys </a:t>
          </a:r>
        </a:p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might be lifted </a:t>
          </a:r>
          <a:r>
            <a:rPr lang="tr-TR" sz="1200" kern="1200"/>
            <a:t> </a:t>
          </a:r>
          <a:r>
            <a:rPr lang="en-US" sz="1200" kern="1200"/>
            <a:t>by the time this</a:t>
          </a:r>
          <a:r>
            <a:rPr lang="tr-TR" sz="1200" kern="1200"/>
            <a:t> </a:t>
          </a:r>
          <a:r>
            <a:rPr lang="en-US" sz="1200" kern="1200"/>
            <a:t>book is published, </a:t>
          </a:r>
        </a:p>
      </dsp:txBody>
      <dsp:txXfrm>
        <a:off x="1940390" y="1851805"/>
        <a:ext cx="7761562" cy="872698"/>
      </dsp:txXfrm>
    </dsp:sp>
    <dsp:sp modelId="{DF095012-C56C-45A8-9788-A0AC5B7FE470}">
      <dsp:nvSpPr>
        <dsp:cNvPr id="0" name=""/>
        <dsp:cNvSpPr/>
      </dsp:nvSpPr>
      <dsp:spPr>
        <a:xfrm>
          <a:off x="0" y="1851805"/>
          <a:ext cx="1940390" cy="872698"/>
        </a:xfrm>
        <a:prstGeom prst="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2679" tIns="86203" rIns="102679" bIns="86203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Current limitation</a:t>
          </a:r>
          <a:endParaRPr lang="en-US" sz="1500" kern="1200"/>
        </a:p>
      </dsp:txBody>
      <dsp:txXfrm>
        <a:off x="0" y="1851805"/>
        <a:ext cx="1940390" cy="872698"/>
      </dsp:txXfrm>
    </dsp:sp>
    <dsp:sp modelId="{B3ACCAA6-AC4B-466F-9E98-1E671FFE404A}">
      <dsp:nvSpPr>
        <dsp:cNvPr id="0" name=""/>
        <dsp:cNvSpPr/>
      </dsp:nvSpPr>
      <dsp:spPr>
        <a:xfrm>
          <a:off x="1940390" y="2776866"/>
          <a:ext cx="7761562" cy="872698"/>
        </a:xfrm>
        <a:prstGeom prst="rect">
          <a:avLst/>
        </a:prstGeom>
        <a:solidFill>
          <a:schemeClr val="accent5">
            <a:tint val="40000"/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50596" tIns="221665" rIns="150596" bIns="221665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check the isStandard() function </a:t>
          </a:r>
        </a:p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to see what is currently</a:t>
          </a:r>
          <a:r>
            <a:rPr lang="tr-TR" sz="1200" kern="1200"/>
            <a:t> accepted by the network.</a:t>
          </a:r>
          <a:endParaRPr lang="en-US" sz="1200" kern="1200"/>
        </a:p>
      </dsp:txBody>
      <dsp:txXfrm>
        <a:off x="1940390" y="2776866"/>
        <a:ext cx="7761562" cy="872698"/>
      </dsp:txXfrm>
    </dsp:sp>
    <dsp:sp modelId="{27B60D49-4915-4355-ACE7-A8FEDCAB719B}">
      <dsp:nvSpPr>
        <dsp:cNvPr id="0" name=""/>
        <dsp:cNvSpPr/>
      </dsp:nvSpPr>
      <dsp:spPr>
        <a:xfrm>
          <a:off x="0" y="2776866"/>
          <a:ext cx="1940390" cy="872698"/>
        </a:xfrm>
        <a:prstGeom prst="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2679" tIns="86203" rIns="102679" bIns="86203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isStandard() function </a:t>
          </a:r>
        </a:p>
      </dsp:txBody>
      <dsp:txXfrm>
        <a:off x="0" y="2776866"/>
        <a:ext cx="1940390" cy="872698"/>
      </dsp:txXfrm>
    </dsp:sp>
  </dsp:spTree>
</dsp:drawing>
</file>

<file path=ppt/diagrams/drawing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52BA693-9BF7-4F57-B0B5-3385714F2AA9}">
      <dsp:nvSpPr>
        <dsp:cNvPr id="0" name=""/>
        <dsp:cNvSpPr/>
      </dsp:nvSpPr>
      <dsp:spPr>
        <a:xfrm rot="5400000">
          <a:off x="5612662" y="-2365403"/>
          <a:ext cx="703150" cy="5613400"/>
        </a:xfrm>
        <a:prstGeom prst="round2SameRect">
          <a:avLst/>
        </a:prstGeom>
        <a:solidFill>
          <a:schemeClr val="accent2">
            <a:tint val="40000"/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7150" tIns="28575" rIns="57150" bIns="28575" numCol="1" spcCol="1270" anchor="ctr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setting an M-of-N multisignature condition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b="1" kern="1200"/>
            <a:t>M</a:t>
          </a:r>
          <a:r>
            <a:rPr lang="en-US" sz="1500" kern="1200"/>
            <a:t> &lt;Public Key 1&gt; &lt;Public Key 2&gt; ... &lt;Public Key N&gt; </a:t>
          </a:r>
          <a:r>
            <a:rPr lang="en-US" sz="1500" b="1" kern="1200"/>
            <a:t>N</a:t>
          </a:r>
          <a:r>
            <a:rPr lang="en-US" sz="1500" kern="1200"/>
            <a:t> CHECKMULTISIG</a:t>
          </a:r>
        </a:p>
      </dsp:txBody>
      <dsp:txXfrm rot="-5400000">
        <a:off x="3157538" y="124046"/>
        <a:ext cx="5579075" cy="634500"/>
      </dsp:txXfrm>
    </dsp:sp>
    <dsp:sp modelId="{2A545B67-72D8-40E5-B318-AD61AE587EB2}">
      <dsp:nvSpPr>
        <dsp:cNvPr id="0" name=""/>
        <dsp:cNvSpPr/>
      </dsp:nvSpPr>
      <dsp:spPr>
        <a:xfrm>
          <a:off x="0" y="1827"/>
          <a:ext cx="3157537" cy="878938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5250" tIns="47625" rIns="95250" bIns="47625" numCol="1" spcCol="1270" anchor="ctr" anchorCtr="0">
          <a:noAutofit/>
        </a:bodyPr>
        <a:lstStyle/>
        <a:p>
          <a:pPr marL="0" lvl="0" indent="0" algn="ctr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/>
            <a:t>The general form of a locking script </a:t>
          </a:r>
        </a:p>
      </dsp:txBody>
      <dsp:txXfrm>
        <a:off x="42906" y="44733"/>
        <a:ext cx="3071725" cy="793126"/>
      </dsp:txXfrm>
    </dsp:sp>
    <dsp:sp modelId="{2501176A-28D6-45BC-A1C1-9B3907B07E89}">
      <dsp:nvSpPr>
        <dsp:cNvPr id="0" name=""/>
        <dsp:cNvSpPr/>
      </dsp:nvSpPr>
      <dsp:spPr>
        <a:xfrm rot="5400000">
          <a:off x="5612662" y="-1442517"/>
          <a:ext cx="703150" cy="5613400"/>
        </a:xfrm>
        <a:prstGeom prst="round2SameRect">
          <a:avLst/>
        </a:prstGeom>
        <a:solidFill>
          <a:schemeClr val="accent2">
            <a:tint val="40000"/>
            <a:alpha val="90000"/>
            <a:hueOff val="-2469632"/>
            <a:satOff val="-356"/>
            <a:lumOff val="486"/>
            <a:alphaOff val="0"/>
          </a:schemeClr>
        </a:solidFill>
        <a:ln w="12700" cap="flat" cmpd="sng" algn="ctr">
          <a:solidFill>
            <a:schemeClr val="accent2">
              <a:tint val="40000"/>
              <a:alpha val="90000"/>
              <a:hueOff val="-2469632"/>
              <a:satOff val="-356"/>
              <a:lumOff val="486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7150" tIns="28575" rIns="57150" bIns="28575" numCol="1" spcCol="1270" anchor="ctr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is the total number of listed public keys and</a:t>
          </a:r>
        </a:p>
      </dsp:txBody>
      <dsp:txXfrm rot="-5400000">
        <a:off x="3157538" y="1046932"/>
        <a:ext cx="5579075" cy="634500"/>
      </dsp:txXfrm>
    </dsp:sp>
    <dsp:sp modelId="{7CA5CB13-C476-4CBE-AF8D-069C609ADAB1}">
      <dsp:nvSpPr>
        <dsp:cNvPr id="0" name=""/>
        <dsp:cNvSpPr/>
      </dsp:nvSpPr>
      <dsp:spPr>
        <a:xfrm>
          <a:off x="0" y="924712"/>
          <a:ext cx="3157537" cy="878938"/>
        </a:xfrm>
        <a:prstGeom prst="roundRect">
          <a:avLst/>
        </a:prstGeom>
        <a:solidFill>
          <a:schemeClr val="accent2">
            <a:hueOff val="-2469290"/>
            <a:satOff val="-916"/>
            <a:lumOff val="209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5250" tIns="47625" rIns="95250" bIns="47625" numCol="1" spcCol="1270" anchor="ctr" anchorCtr="0">
          <a:noAutofit/>
        </a:bodyPr>
        <a:lstStyle/>
        <a:p>
          <a:pPr marL="0" lvl="0" indent="0" algn="ctr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/>
            <a:t>N </a:t>
          </a:r>
        </a:p>
      </dsp:txBody>
      <dsp:txXfrm>
        <a:off x="42906" y="967618"/>
        <a:ext cx="3071725" cy="793126"/>
      </dsp:txXfrm>
    </dsp:sp>
    <dsp:sp modelId="{9B444954-18E9-4251-B124-FF612E9EC7F5}">
      <dsp:nvSpPr>
        <dsp:cNvPr id="0" name=""/>
        <dsp:cNvSpPr/>
      </dsp:nvSpPr>
      <dsp:spPr>
        <a:xfrm rot="5400000">
          <a:off x="5612662" y="-519632"/>
          <a:ext cx="703150" cy="5613400"/>
        </a:xfrm>
        <a:prstGeom prst="round2SameRect">
          <a:avLst/>
        </a:prstGeom>
        <a:solidFill>
          <a:schemeClr val="accent2">
            <a:tint val="40000"/>
            <a:alpha val="90000"/>
            <a:hueOff val="-4939264"/>
            <a:satOff val="-712"/>
            <a:lumOff val="973"/>
            <a:alphaOff val="0"/>
          </a:schemeClr>
        </a:solidFill>
        <a:ln w="12700" cap="flat" cmpd="sng" algn="ctr">
          <a:solidFill>
            <a:schemeClr val="accent2">
              <a:tint val="40000"/>
              <a:alpha val="90000"/>
              <a:hueOff val="-4939264"/>
              <a:satOff val="-712"/>
              <a:lumOff val="97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7150" tIns="28575" rIns="57150" bIns="28575" numCol="1" spcCol="1270" anchor="ctr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is the threshold of required</a:t>
          </a:r>
          <a:r>
            <a:rPr lang="tr-TR" sz="1500" kern="1200"/>
            <a:t> </a:t>
          </a:r>
          <a:r>
            <a:rPr lang="en-US" sz="1500" kern="1200"/>
            <a:t>signatures to spend the output.</a:t>
          </a:r>
        </a:p>
      </dsp:txBody>
      <dsp:txXfrm rot="-5400000">
        <a:off x="3157538" y="1969817"/>
        <a:ext cx="5579075" cy="634500"/>
      </dsp:txXfrm>
    </dsp:sp>
    <dsp:sp modelId="{0B94E0E0-83CA-4E15-ADA3-725126ADD5BC}">
      <dsp:nvSpPr>
        <dsp:cNvPr id="0" name=""/>
        <dsp:cNvSpPr/>
      </dsp:nvSpPr>
      <dsp:spPr>
        <a:xfrm>
          <a:off x="0" y="1847598"/>
          <a:ext cx="3157537" cy="878938"/>
        </a:xfrm>
        <a:prstGeom prst="roundRect">
          <a:avLst/>
        </a:prstGeom>
        <a:solidFill>
          <a:schemeClr val="accent2">
            <a:hueOff val="-4938581"/>
            <a:satOff val="-1833"/>
            <a:lumOff val="418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5250" tIns="47625" rIns="95250" bIns="47625" numCol="1" spcCol="1270" anchor="ctr" anchorCtr="0">
          <a:noAutofit/>
        </a:bodyPr>
        <a:lstStyle/>
        <a:p>
          <a:pPr marL="0" lvl="0" indent="0" algn="ctr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/>
            <a:t>M</a:t>
          </a:r>
        </a:p>
      </dsp:txBody>
      <dsp:txXfrm>
        <a:off x="42906" y="1890504"/>
        <a:ext cx="3071725" cy="793126"/>
      </dsp:txXfrm>
    </dsp:sp>
    <dsp:sp modelId="{6FBF351C-C188-4605-B88C-231F1EA75E6A}">
      <dsp:nvSpPr>
        <dsp:cNvPr id="0" name=""/>
        <dsp:cNvSpPr/>
      </dsp:nvSpPr>
      <dsp:spPr>
        <a:xfrm rot="5400000">
          <a:off x="5612662" y="403253"/>
          <a:ext cx="703150" cy="5613400"/>
        </a:xfrm>
        <a:prstGeom prst="round2SameRect">
          <a:avLst/>
        </a:prstGeom>
        <a:solidFill>
          <a:schemeClr val="accent2">
            <a:tint val="40000"/>
            <a:alpha val="90000"/>
            <a:hueOff val="-7408895"/>
            <a:satOff val="-1068"/>
            <a:lumOff val="1459"/>
            <a:alphaOff val="0"/>
          </a:schemeClr>
        </a:solidFill>
        <a:ln w="12700" cap="flat" cmpd="sng" algn="ctr">
          <a:solidFill>
            <a:schemeClr val="accent2">
              <a:tint val="40000"/>
              <a:alpha val="90000"/>
              <a:hueOff val="-7408895"/>
              <a:satOff val="-1068"/>
              <a:lumOff val="1459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7150" tIns="28575" rIns="57150" bIns="28575" numCol="1" spcCol="1270" anchor="ctr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a 2-of-3 multisignature condition looks like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b="1" kern="1200"/>
            <a:t>2</a:t>
          </a:r>
          <a:r>
            <a:rPr lang="en-US" sz="1500" kern="1200"/>
            <a:t> &lt;Public Key A&gt; &lt;Public Key B&gt; &lt;Public Key C&gt; </a:t>
          </a:r>
          <a:r>
            <a:rPr lang="en-US" sz="1500" b="1" kern="1200"/>
            <a:t>3</a:t>
          </a:r>
          <a:r>
            <a:rPr lang="en-US" sz="1500" kern="1200"/>
            <a:t> CHECKMULTISIG</a:t>
          </a:r>
        </a:p>
      </dsp:txBody>
      <dsp:txXfrm rot="-5400000">
        <a:off x="3157538" y="2892703"/>
        <a:ext cx="5579075" cy="634500"/>
      </dsp:txXfrm>
    </dsp:sp>
    <dsp:sp modelId="{3A0DF962-C105-4A48-A92B-FF3418BF752F}">
      <dsp:nvSpPr>
        <dsp:cNvPr id="0" name=""/>
        <dsp:cNvSpPr/>
      </dsp:nvSpPr>
      <dsp:spPr>
        <a:xfrm>
          <a:off x="0" y="2770483"/>
          <a:ext cx="3157537" cy="878938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5250" tIns="47625" rIns="95250" bIns="47625" numCol="1" spcCol="1270" anchor="ctr" anchorCtr="0">
          <a:noAutofit/>
        </a:bodyPr>
        <a:lstStyle/>
        <a:p>
          <a:pPr marL="0" lvl="0" indent="0" algn="ctr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/>
            <a:t>A locking script setting </a:t>
          </a:r>
        </a:p>
      </dsp:txBody>
      <dsp:txXfrm>
        <a:off x="42906" y="2813389"/>
        <a:ext cx="3071725" cy="793126"/>
      </dsp:txXfrm>
    </dsp:sp>
  </dsp:spTree>
</dsp:drawing>
</file>

<file path=ppt/diagrams/drawing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3D93EAC-4167-466A-BC95-CAF9E918F771}">
      <dsp:nvSpPr>
        <dsp:cNvPr id="0" name=""/>
        <dsp:cNvSpPr/>
      </dsp:nvSpPr>
      <dsp:spPr>
        <a:xfrm>
          <a:off x="3421" y="572819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</dsp:sp>
    <dsp:sp modelId="{0FF6E2F3-8B9D-4A91-8E67-15F10E45B017}">
      <dsp:nvSpPr>
        <dsp:cNvPr id="0" name=""/>
        <dsp:cNvSpPr/>
      </dsp:nvSpPr>
      <dsp:spPr>
        <a:xfrm>
          <a:off x="3421" y="169348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/>
            <a:t>To satisfy a </a:t>
          </a:r>
          <a:r>
            <a:rPr lang="en-US" sz="2200" kern="1200"/>
            <a:t>locking script</a:t>
          </a:r>
        </a:p>
      </dsp:txBody>
      <dsp:txXfrm>
        <a:off x="3421" y="1693483"/>
        <a:ext cx="2894062" cy="434109"/>
      </dsp:txXfrm>
    </dsp:sp>
    <dsp:sp modelId="{B3CC7773-2CD8-4BE5-8404-830723F9308A}">
      <dsp:nvSpPr>
        <dsp:cNvPr id="0" name=""/>
        <dsp:cNvSpPr/>
      </dsp:nvSpPr>
      <dsp:spPr>
        <a:xfrm>
          <a:off x="3421" y="2177704"/>
          <a:ext cx="2894062" cy="9007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 unlocking script </a:t>
          </a:r>
          <a:r>
            <a:rPr lang="tr-TR" sz="1700" kern="1200"/>
            <a:t>required</a:t>
          </a:r>
          <a:endParaRPr lang="en-US" sz="1700" kern="1200"/>
        </a:p>
      </dsp:txBody>
      <dsp:txXfrm>
        <a:off x="3421" y="2177704"/>
        <a:ext cx="2894062" cy="900725"/>
      </dsp:txXfrm>
    </dsp:sp>
    <dsp:sp modelId="{6738A183-E515-4B91-B47E-F323753FEEFB}">
      <dsp:nvSpPr>
        <dsp:cNvPr id="0" name=""/>
        <dsp:cNvSpPr/>
      </dsp:nvSpPr>
      <dsp:spPr>
        <a:xfrm>
          <a:off x="3403945" y="572819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</dsp:sp>
    <dsp:sp modelId="{29971CB1-2296-4069-A189-3D3C461075D5}">
      <dsp:nvSpPr>
        <dsp:cNvPr id="0" name=""/>
        <dsp:cNvSpPr/>
      </dsp:nvSpPr>
      <dsp:spPr>
        <a:xfrm>
          <a:off x="3403945" y="169348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200" kern="1200"/>
            <a:t>containing</a:t>
          </a:r>
          <a:r>
            <a:rPr lang="tr-TR" sz="2200" kern="1200"/>
            <a:t> </a:t>
          </a:r>
          <a:endParaRPr lang="en-US" sz="2200" kern="1200"/>
        </a:p>
      </dsp:txBody>
      <dsp:txXfrm>
        <a:off x="3403945" y="1693483"/>
        <a:ext cx="2894062" cy="434109"/>
      </dsp:txXfrm>
    </dsp:sp>
    <dsp:sp modelId="{CCE3C963-D96C-4C28-A742-7B31631C8E07}">
      <dsp:nvSpPr>
        <dsp:cNvPr id="0" name=""/>
        <dsp:cNvSpPr/>
      </dsp:nvSpPr>
      <dsp:spPr>
        <a:xfrm>
          <a:off x="3403945" y="2177704"/>
          <a:ext cx="2894062" cy="9007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pairs of signatures and public keys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&lt;Signature B&gt; &lt;Signature C&gt;</a:t>
          </a:r>
          <a:endParaRPr lang="en-US" sz="1700" kern="1200"/>
        </a:p>
      </dsp:txBody>
      <dsp:txXfrm>
        <a:off x="3403945" y="2177704"/>
        <a:ext cx="2894062" cy="900725"/>
      </dsp:txXfrm>
    </dsp:sp>
    <dsp:sp modelId="{579BE569-F704-4401-91C5-8717E935B06F}">
      <dsp:nvSpPr>
        <dsp:cNvPr id="0" name=""/>
        <dsp:cNvSpPr/>
      </dsp:nvSpPr>
      <dsp:spPr>
        <a:xfrm>
          <a:off x="6804468" y="572819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</dsp:sp>
    <dsp:sp modelId="{BDD9A51F-D28B-4824-B424-3D52DB2AB977}">
      <dsp:nvSpPr>
        <dsp:cNvPr id="0" name=""/>
        <dsp:cNvSpPr/>
      </dsp:nvSpPr>
      <dsp:spPr>
        <a:xfrm>
          <a:off x="6804468" y="169348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/>
            <a:t>Form of validation script</a:t>
          </a:r>
          <a:endParaRPr lang="en-US" sz="2200" kern="1200"/>
        </a:p>
      </dsp:txBody>
      <dsp:txXfrm>
        <a:off x="6804468" y="1693483"/>
        <a:ext cx="2894062" cy="434109"/>
      </dsp:txXfrm>
    </dsp:sp>
    <dsp:sp modelId="{F0363DFF-3A4F-4DC7-B431-3C2DD97A607F}">
      <dsp:nvSpPr>
        <dsp:cNvPr id="0" name=""/>
        <dsp:cNvSpPr/>
      </dsp:nvSpPr>
      <dsp:spPr>
        <a:xfrm>
          <a:off x="6804468" y="2177704"/>
          <a:ext cx="2894062" cy="9007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two scripts together would form 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combined validation script:</a:t>
          </a:r>
        </a:p>
      </dsp:txBody>
      <dsp:txXfrm>
        <a:off x="6804468" y="2177704"/>
        <a:ext cx="2894062" cy="900725"/>
      </dsp:txXfrm>
    </dsp:sp>
  </dsp:spTree>
</dsp:drawing>
</file>

<file path=ppt/diagrams/drawing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3AC4A61-C412-4227-8AAF-C6F9465BF57F}">
      <dsp:nvSpPr>
        <dsp:cNvPr id="0" name=""/>
        <dsp:cNvSpPr/>
      </dsp:nvSpPr>
      <dsp:spPr>
        <a:xfrm>
          <a:off x="0" y="52636"/>
          <a:ext cx="9701953" cy="935415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48590" tIns="148590" rIns="148590" bIns="148590" numCol="1" spcCol="1270" anchor="ctr" anchorCtr="0">
          <a:noAutofit/>
        </a:bodyPr>
        <a:lstStyle/>
        <a:p>
          <a:pPr marL="0" lvl="0" indent="0" algn="l" defTabSz="1733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900" kern="1200"/>
            <a:t>Condition</a:t>
          </a:r>
          <a:endParaRPr lang="en-US" sz="3900" kern="1200"/>
        </a:p>
      </dsp:txBody>
      <dsp:txXfrm>
        <a:off x="45663" y="98299"/>
        <a:ext cx="9610627" cy="844089"/>
      </dsp:txXfrm>
    </dsp:sp>
    <dsp:sp modelId="{23717143-0DB5-410A-B45E-4E6B8ECC0678}">
      <dsp:nvSpPr>
        <dsp:cNvPr id="0" name=""/>
        <dsp:cNvSpPr/>
      </dsp:nvSpPr>
      <dsp:spPr>
        <a:xfrm>
          <a:off x="0" y="988051"/>
          <a:ext cx="9701953" cy="6458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08037" tIns="49530" rIns="277368" bIns="49530" numCol="1" spcCol="1270" anchor="t" anchorCtr="0">
          <a:noAutofit/>
        </a:bodyPr>
        <a:lstStyle/>
        <a:p>
          <a:pPr marL="285750" lvl="1" indent="-285750" algn="l" defTabSz="13335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3000" kern="1200"/>
            <a:t>When executed</a:t>
          </a:r>
          <a:r>
            <a:rPr lang="tr-TR" sz="3000" kern="1200"/>
            <a:t> </a:t>
          </a:r>
          <a:r>
            <a:rPr lang="en-US" sz="3000" kern="1200"/>
            <a:t>combined script will evaluate to TRUE </a:t>
          </a:r>
        </a:p>
      </dsp:txBody>
      <dsp:txXfrm>
        <a:off x="0" y="988051"/>
        <a:ext cx="9701953" cy="645840"/>
      </dsp:txXfrm>
    </dsp:sp>
    <dsp:sp modelId="{94D5522D-4ABB-4E4A-8662-63E309A31B0A}">
      <dsp:nvSpPr>
        <dsp:cNvPr id="0" name=""/>
        <dsp:cNvSpPr/>
      </dsp:nvSpPr>
      <dsp:spPr>
        <a:xfrm>
          <a:off x="0" y="1633891"/>
          <a:ext cx="9701953" cy="935415"/>
        </a:xfrm>
        <a:prstGeom prst="roundRect">
          <a:avLst/>
        </a:prstGeom>
        <a:solidFill>
          <a:schemeClr val="accent4">
            <a:hueOff val="-19113089"/>
            <a:satOff val="33873"/>
            <a:lumOff val="1196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48590" tIns="148590" rIns="148590" bIns="148590" numCol="1" spcCol="1270" anchor="ctr" anchorCtr="0">
          <a:noAutofit/>
        </a:bodyPr>
        <a:lstStyle/>
        <a:p>
          <a:pPr marL="0" lvl="0" indent="0" algn="l" defTabSz="1733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900" kern="1200"/>
            <a:t>Match </a:t>
          </a:r>
          <a:endParaRPr lang="en-US" sz="3900" kern="1200"/>
        </a:p>
      </dsp:txBody>
      <dsp:txXfrm>
        <a:off x="45663" y="1679554"/>
        <a:ext cx="9610627" cy="844089"/>
      </dsp:txXfrm>
    </dsp:sp>
    <dsp:sp modelId="{2E5EEABF-42B3-4BF8-93CA-791E35A2B071}">
      <dsp:nvSpPr>
        <dsp:cNvPr id="0" name=""/>
        <dsp:cNvSpPr/>
      </dsp:nvSpPr>
      <dsp:spPr>
        <a:xfrm>
          <a:off x="0" y="2569306"/>
          <a:ext cx="9701953" cy="102930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08037" tIns="49530" rIns="277368" bIns="49530" numCol="1" spcCol="1270" anchor="t" anchorCtr="0">
          <a:noAutofit/>
        </a:bodyPr>
        <a:lstStyle/>
        <a:p>
          <a:pPr marL="285750" lvl="1" indent="-285750" algn="l" defTabSz="13335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3000" kern="1200"/>
            <a:t>the</a:t>
          </a:r>
          <a:r>
            <a:rPr lang="tr-TR" sz="3000" kern="1200"/>
            <a:t> </a:t>
          </a:r>
          <a:r>
            <a:rPr lang="en-US" sz="3000" kern="1200"/>
            <a:t>unlocking script matches </a:t>
          </a:r>
        </a:p>
        <a:p>
          <a:pPr marL="285750" lvl="1" indent="-285750" algn="l" defTabSz="13335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3000" kern="1200"/>
            <a:t>the conditions set by the locking script</a:t>
          </a:r>
        </a:p>
      </dsp:txBody>
      <dsp:txXfrm>
        <a:off x="0" y="2569306"/>
        <a:ext cx="9701953" cy="1029307"/>
      </dsp:txXfrm>
    </dsp:sp>
  </dsp:spTree>
</dsp:drawing>
</file>

<file path=ppt/diagrams/drawing1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C394675-238D-4614-BA53-91FD2DDF4BD3}">
      <dsp:nvSpPr>
        <dsp:cNvPr id="0" name=""/>
        <dsp:cNvSpPr/>
      </dsp:nvSpPr>
      <dsp:spPr>
        <a:xfrm>
          <a:off x="0" y="33500"/>
          <a:ext cx="8770938" cy="599625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5250" tIns="95250" rIns="95250" bIns="95250" numCol="1" spcCol="1270" anchor="ctr" anchorCtr="0">
          <a:noAutofit/>
        </a:bodyPr>
        <a:lstStyle/>
        <a:p>
          <a:pPr marL="0" lvl="0" indent="0" algn="l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500" kern="1200"/>
            <a:t>Extra value popped</a:t>
          </a:r>
          <a:endParaRPr lang="en-US" sz="2500" kern="1200"/>
        </a:p>
      </dsp:txBody>
      <dsp:txXfrm>
        <a:off x="29271" y="62771"/>
        <a:ext cx="8712396" cy="541083"/>
      </dsp:txXfrm>
    </dsp:sp>
    <dsp:sp modelId="{05DE6E58-E2D7-4A5B-9896-A97C065275D4}">
      <dsp:nvSpPr>
        <dsp:cNvPr id="0" name=""/>
        <dsp:cNvSpPr/>
      </dsp:nvSpPr>
      <dsp:spPr>
        <a:xfrm>
          <a:off x="0" y="633125"/>
          <a:ext cx="8770938" cy="6856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78477" tIns="31750" rIns="177800" bIns="3175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tr-TR" sz="2000" kern="1200"/>
            <a:t>Due to a bug </a:t>
          </a:r>
          <a:r>
            <a:rPr lang="en-US" sz="2000" kern="1200"/>
            <a:t>CHECKMULTISIG </a:t>
          </a: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000" kern="1200"/>
            <a:t>will pop an extra value or one value</a:t>
          </a:r>
        </a:p>
      </dsp:txBody>
      <dsp:txXfrm>
        <a:off x="0" y="633125"/>
        <a:ext cx="8770938" cy="685687"/>
      </dsp:txXfrm>
    </dsp:sp>
    <dsp:sp modelId="{020C7150-E2C2-4D35-AD92-410E70566812}">
      <dsp:nvSpPr>
        <dsp:cNvPr id="0" name=""/>
        <dsp:cNvSpPr/>
      </dsp:nvSpPr>
      <dsp:spPr>
        <a:xfrm>
          <a:off x="0" y="1318812"/>
          <a:ext cx="8770938" cy="599625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5250" tIns="95250" rIns="95250" bIns="95250" numCol="1" spcCol="1270" anchor="ctr" anchorCtr="0">
          <a:noAutofit/>
        </a:bodyPr>
        <a:lstStyle/>
        <a:p>
          <a:pPr marL="0" lvl="0" indent="0" algn="l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500" b="1" kern="1200"/>
            <a:t>Not</a:t>
          </a:r>
          <a:r>
            <a:rPr lang="tr-TR" sz="2500" kern="1200"/>
            <a:t> &lt;Signature B&gt; &lt;Signature C&gt; </a:t>
          </a:r>
          <a:endParaRPr lang="en-US" sz="2500" kern="1200"/>
        </a:p>
      </dsp:txBody>
      <dsp:txXfrm>
        <a:off x="29271" y="1348083"/>
        <a:ext cx="8712396" cy="541083"/>
      </dsp:txXfrm>
    </dsp:sp>
    <dsp:sp modelId="{E5B23679-30C4-4E6D-95B4-FB1988D8FB6A}">
      <dsp:nvSpPr>
        <dsp:cNvPr id="0" name=""/>
        <dsp:cNvSpPr/>
      </dsp:nvSpPr>
      <dsp:spPr>
        <a:xfrm>
          <a:off x="0" y="1918437"/>
          <a:ext cx="8770938" cy="6856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78477" tIns="31750" rIns="177800" bIns="3175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000" kern="1200"/>
            <a:t>the unlocking script used in multisig is not</a:t>
          </a:r>
          <a:r>
            <a:rPr lang="tr-TR" sz="2000" kern="1200"/>
            <a:t> </a:t>
          </a:r>
          <a:endParaRPr lang="en-US" sz="2000" kern="1200"/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tr-TR" sz="2000" kern="1200"/>
            <a:t>&lt;Signature B&gt; &lt;Signature C&gt;.</a:t>
          </a:r>
          <a:endParaRPr lang="en-US" sz="2000" kern="1200"/>
        </a:p>
      </dsp:txBody>
      <dsp:txXfrm>
        <a:off x="0" y="1918437"/>
        <a:ext cx="8770938" cy="685687"/>
      </dsp:txXfrm>
    </dsp:sp>
    <dsp:sp modelId="{FAB3C618-B7E5-4272-90BF-3A9B52FEB472}">
      <dsp:nvSpPr>
        <dsp:cNvPr id="0" name=""/>
        <dsp:cNvSpPr/>
      </dsp:nvSpPr>
      <dsp:spPr>
        <a:xfrm>
          <a:off x="0" y="2604125"/>
          <a:ext cx="8770938" cy="599625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5250" tIns="95250" rIns="95250" bIns="95250" numCol="1" spcCol="1270" anchor="ctr" anchorCtr="0">
          <a:noAutofit/>
        </a:bodyPr>
        <a:lstStyle/>
        <a:p>
          <a:pPr marL="0" lvl="0" indent="0" algn="l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500" b="1" kern="1200"/>
            <a:t>0</a:t>
          </a:r>
          <a:r>
            <a:rPr lang="tr-TR" sz="2500" kern="1200"/>
            <a:t> &lt;Signature B&gt; &lt;Signature C&gt;</a:t>
          </a:r>
          <a:endParaRPr lang="en-US" sz="2500" kern="1200"/>
        </a:p>
      </dsp:txBody>
      <dsp:txXfrm>
        <a:off x="29271" y="2633396"/>
        <a:ext cx="8712396" cy="541083"/>
      </dsp:txXfrm>
    </dsp:sp>
    <dsp:sp modelId="{346A7240-A670-4741-B25A-041A3AD46CEC}">
      <dsp:nvSpPr>
        <dsp:cNvPr id="0" name=""/>
        <dsp:cNvSpPr/>
      </dsp:nvSpPr>
      <dsp:spPr>
        <a:xfrm>
          <a:off x="0" y="3203750"/>
          <a:ext cx="8770938" cy="414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78477" tIns="31750" rIns="177800" bIns="3175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tr-TR" sz="2000" kern="1200"/>
            <a:t>instead it is </a:t>
          </a:r>
          <a:endParaRPr lang="en-US" sz="2000" kern="1200"/>
        </a:p>
      </dsp:txBody>
      <dsp:txXfrm>
        <a:off x="0" y="3203750"/>
        <a:ext cx="8770938" cy="414000"/>
      </dsp:txXfrm>
    </dsp:sp>
  </dsp:spTree>
</dsp:drawing>
</file>

<file path=ppt/diagrams/drawing1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E6814A7-8B66-46DE-BA1B-492C5AA886F0}">
      <dsp:nvSpPr>
        <dsp:cNvPr id="0" name=""/>
        <dsp:cNvSpPr/>
      </dsp:nvSpPr>
      <dsp:spPr>
        <a:xfrm rot="5400000">
          <a:off x="6245752" y="-2663328"/>
          <a:ext cx="703150" cy="6209249"/>
        </a:xfrm>
        <a:prstGeom prst="round2SameRect">
          <a:avLst/>
        </a:prstGeom>
        <a:solidFill>
          <a:schemeClr val="accent5">
            <a:tint val="40000"/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580" tIns="34290" rIns="68580" bIns="34290" numCol="1" spcCol="1270" anchor="ctr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was introduced in 2012 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as a powerful new type of transaction</a:t>
          </a:r>
          <a:r>
            <a:rPr lang="tr-TR" sz="1800" kern="1200"/>
            <a:t> </a:t>
          </a:r>
          <a:endParaRPr lang="en-US" sz="1800" kern="1200"/>
        </a:p>
      </dsp:txBody>
      <dsp:txXfrm rot="-5400000">
        <a:off x="3492703" y="124046"/>
        <a:ext cx="6174924" cy="634500"/>
      </dsp:txXfrm>
    </dsp:sp>
    <dsp:sp modelId="{F0556C03-399A-40FF-82EC-456CE1ED5C00}">
      <dsp:nvSpPr>
        <dsp:cNvPr id="0" name=""/>
        <dsp:cNvSpPr/>
      </dsp:nvSpPr>
      <dsp:spPr>
        <a:xfrm>
          <a:off x="0" y="1827"/>
          <a:ext cx="3492703" cy="878938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10490" tIns="55245" rIns="110490" bIns="55245" numCol="1" spcCol="1270" anchor="ctr" anchorCtr="0">
          <a:noAutofit/>
        </a:bodyPr>
        <a:lstStyle/>
        <a:p>
          <a:pPr marL="0" lvl="0" indent="0" algn="ctr" defTabSz="1289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900" kern="1200"/>
            <a:t>2012 </a:t>
          </a:r>
        </a:p>
      </dsp:txBody>
      <dsp:txXfrm>
        <a:off x="42906" y="44733"/>
        <a:ext cx="3406891" cy="793126"/>
      </dsp:txXfrm>
    </dsp:sp>
    <dsp:sp modelId="{CFAF0685-D39A-4D30-BA99-B895C5438722}">
      <dsp:nvSpPr>
        <dsp:cNvPr id="0" name=""/>
        <dsp:cNvSpPr/>
      </dsp:nvSpPr>
      <dsp:spPr>
        <a:xfrm rot="5400000">
          <a:off x="6245752" y="-1740442"/>
          <a:ext cx="703150" cy="6209249"/>
        </a:xfrm>
        <a:prstGeom prst="round2SameRect">
          <a:avLst/>
        </a:prstGeom>
        <a:solidFill>
          <a:schemeClr val="accent5">
            <a:tint val="40000"/>
            <a:alpha val="90000"/>
            <a:hueOff val="1158673"/>
            <a:satOff val="-13145"/>
            <a:lumOff val="-1335"/>
            <a:alphaOff val="0"/>
          </a:schemeClr>
        </a:solidFill>
        <a:ln w="12700" cap="flat" cmpd="sng" algn="ctr">
          <a:solidFill>
            <a:schemeClr val="accent5">
              <a:tint val="40000"/>
              <a:alpha val="90000"/>
              <a:hueOff val="1158673"/>
              <a:satOff val="-13145"/>
              <a:lumOff val="-1335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580" tIns="34290" rIns="68580" bIns="34290" numCol="1" spcCol="1270" anchor="ctr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the use of complex transaction scripts</a:t>
          </a:r>
        </a:p>
      </dsp:txBody>
      <dsp:txXfrm rot="-5400000">
        <a:off x="3492703" y="1046932"/>
        <a:ext cx="6174924" cy="634500"/>
      </dsp:txXfrm>
    </dsp:sp>
    <dsp:sp modelId="{1682F274-37E9-445F-86C4-7D359179B1F7}">
      <dsp:nvSpPr>
        <dsp:cNvPr id="0" name=""/>
        <dsp:cNvSpPr/>
      </dsp:nvSpPr>
      <dsp:spPr>
        <a:xfrm>
          <a:off x="0" y="924712"/>
          <a:ext cx="3492703" cy="878938"/>
        </a:xfrm>
        <a:prstGeom prst="roundRect">
          <a:avLst/>
        </a:prstGeom>
        <a:solidFill>
          <a:schemeClr val="accent5">
            <a:hueOff val="1067242"/>
            <a:satOff val="-14147"/>
            <a:lumOff val="-444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10490" tIns="55245" rIns="110490" bIns="55245" numCol="1" spcCol="1270" anchor="ctr" anchorCtr="0">
          <a:noAutofit/>
        </a:bodyPr>
        <a:lstStyle/>
        <a:p>
          <a:pPr marL="0" lvl="0" indent="0" algn="ctr" defTabSz="1289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900" kern="1200"/>
            <a:t>greatly simplifies </a:t>
          </a:r>
        </a:p>
      </dsp:txBody>
      <dsp:txXfrm>
        <a:off x="42906" y="967618"/>
        <a:ext cx="3406891" cy="793126"/>
      </dsp:txXfrm>
    </dsp:sp>
    <dsp:sp modelId="{448BE7B6-4228-44E9-AD24-AFA71C2EC921}">
      <dsp:nvSpPr>
        <dsp:cNvPr id="0" name=""/>
        <dsp:cNvSpPr/>
      </dsp:nvSpPr>
      <dsp:spPr>
        <a:xfrm rot="5400000">
          <a:off x="6245752" y="-817557"/>
          <a:ext cx="703150" cy="6209249"/>
        </a:xfrm>
        <a:prstGeom prst="round2SameRect">
          <a:avLst/>
        </a:prstGeom>
        <a:solidFill>
          <a:schemeClr val="accent5">
            <a:tint val="40000"/>
            <a:alpha val="90000"/>
            <a:hueOff val="2317347"/>
            <a:satOff val="-26290"/>
            <a:lumOff val="-2669"/>
            <a:alphaOff val="0"/>
          </a:schemeClr>
        </a:solidFill>
        <a:ln w="12700" cap="flat" cmpd="sng" algn="ctr">
          <a:solidFill>
            <a:schemeClr val="accent5">
              <a:tint val="40000"/>
              <a:alpha val="90000"/>
              <a:hueOff val="2317347"/>
              <a:satOff val="-26290"/>
              <a:lumOff val="-2669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580" tIns="34290" rIns="68580" bIns="34290" numCol="1" spcCol="1270" anchor="ctr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to resolve practical difficulties 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and to make the use of</a:t>
          </a:r>
          <a:r>
            <a:rPr lang="tr-TR" sz="1800" kern="1200"/>
            <a:t> </a:t>
          </a:r>
          <a:r>
            <a:rPr lang="en-US" sz="1800" kern="1200"/>
            <a:t>complex scripts </a:t>
          </a:r>
        </a:p>
      </dsp:txBody>
      <dsp:txXfrm rot="-5400000">
        <a:off x="3492703" y="1969817"/>
        <a:ext cx="6174924" cy="634500"/>
      </dsp:txXfrm>
    </dsp:sp>
    <dsp:sp modelId="{77670278-BF7D-4D90-A84D-C58A94FF633A}">
      <dsp:nvSpPr>
        <dsp:cNvPr id="0" name=""/>
        <dsp:cNvSpPr/>
      </dsp:nvSpPr>
      <dsp:spPr>
        <a:xfrm>
          <a:off x="0" y="1847598"/>
          <a:ext cx="3492703" cy="878938"/>
        </a:xfrm>
        <a:prstGeom prst="roundRect">
          <a:avLst/>
        </a:prstGeom>
        <a:solidFill>
          <a:schemeClr val="accent5">
            <a:hueOff val="2134483"/>
            <a:satOff val="-28295"/>
            <a:lumOff val="-888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10490" tIns="55245" rIns="110490" bIns="55245" numCol="1" spcCol="1270" anchor="ctr" anchorCtr="0">
          <a:noAutofit/>
        </a:bodyPr>
        <a:lstStyle/>
        <a:p>
          <a:pPr marL="0" lvl="0" indent="0" algn="ctr" defTabSz="1289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900" kern="1200"/>
            <a:t>P2SH was developed</a:t>
          </a:r>
        </a:p>
      </dsp:txBody>
      <dsp:txXfrm>
        <a:off x="42906" y="1890504"/>
        <a:ext cx="3406891" cy="793126"/>
      </dsp:txXfrm>
    </dsp:sp>
    <dsp:sp modelId="{1207BBDD-04FF-4EF3-89E7-467473BCB827}">
      <dsp:nvSpPr>
        <dsp:cNvPr id="0" name=""/>
        <dsp:cNvSpPr/>
      </dsp:nvSpPr>
      <dsp:spPr>
        <a:xfrm rot="5400000">
          <a:off x="6245752" y="105328"/>
          <a:ext cx="703150" cy="6209249"/>
        </a:xfrm>
        <a:prstGeom prst="round2SameRect">
          <a:avLst/>
        </a:prstGeom>
        <a:solidFill>
          <a:schemeClr val="accent5">
            <a:tint val="40000"/>
            <a:alpha val="90000"/>
            <a:hueOff val="3476020"/>
            <a:satOff val="-39435"/>
            <a:lumOff val="-4004"/>
            <a:alphaOff val="0"/>
          </a:schemeClr>
        </a:solidFill>
        <a:ln w="12700" cap="flat" cmpd="sng" algn="ctr">
          <a:solidFill>
            <a:schemeClr val="accent5">
              <a:tint val="40000"/>
              <a:alpha val="90000"/>
              <a:hueOff val="3476020"/>
              <a:satOff val="-39435"/>
              <a:lumOff val="-4004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580" tIns="34290" rIns="68580" bIns="34290" numCol="1" spcCol="1270" anchor="ctr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With P2SH payments, the</a:t>
          </a:r>
          <a:r>
            <a:rPr lang="tr-TR" sz="1800" kern="1200"/>
            <a:t> </a:t>
          </a:r>
          <a:r>
            <a:rPr lang="en-US" sz="1800" kern="1200"/>
            <a:t>complex locking script is replaced 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with its digital fingerprint, a cryptographic hash.</a:t>
          </a:r>
        </a:p>
      </dsp:txBody>
      <dsp:txXfrm rot="-5400000">
        <a:off x="3492703" y="2892703"/>
        <a:ext cx="6174924" cy="634500"/>
      </dsp:txXfrm>
    </dsp:sp>
    <dsp:sp modelId="{7B29CFE6-54B5-4B45-A1C6-3CAF3F3C64AB}">
      <dsp:nvSpPr>
        <dsp:cNvPr id="0" name=""/>
        <dsp:cNvSpPr/>
      </dsp:nvSpPr>
      <dsp:spPr>
        <a:xfrm>
          <a:off x="0" y="2770483"/>
          <a:ext cx="3492703" cy="878938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10490" tIns="55245" rIns="110490" bIns="55245" numCol="1" spcCol="1270" anchor="ctr" anchorCtr="0">
          <a:noAutofit/>
        </a:bodyPr>
        <a:lstStyle/>
        <a:p>
          <a:pPr marL="0" lvl="0" indent="0" algn="ctr" defTabSz="1289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900" kern="1200"/>
            <a:t>Fingerprint</a:t>
          </a:r>
        </a:p>
      </dsp:txBody>
      <dsp:txXfrm>
        <a:off x="42906" y="2813389"/>
        <a:ext cx="3406891" cy="793126"/>
      </dsp:txXfrm>
    </dsp:sp>
  </dsp:spTree>
</dsp:drawing>
</file>

<file path=ppt/diagrams/drawing1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139A65A-6716-42DC-B7BF-DCDBA29CB1B7}">
      <dsp:nvSpPr>
        <dsp:cNvPr id="0" name=""/>
        <dsp:cNvSpPr/>
      </dsp:nvSpPr>
      <dsp:spPr>
        <a:xfrm>
          <a:off x="0" y="34040"/>
          <a:ext cx="9701953" cy="551655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7630" tIns="87630" rIns="87630" bIns="87630" numCol="1" spcCol="1270" anchor="ctr" anchorCtr="0">
          <a:noAutofit/>
        </a:bodyPr>
        <a:lstStyle/>
        <a:p>
          <a:pPr marL="0" lvl="0" indent="0" algn="l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300" kern="1200"/>
            <a:t>Script matching the hash</a:t>
          </a:r>
          <a:endParaRPr lang="en-US" sz="2300" kern="1200"/>
        </a:p>
      </dsp:txBody>
      <dsp:txXfrm>
        <a:off x="26930" y="60970"/>
        <a:ext cx="9648093" cy="497795"/>
      </dsp:txXfrm>
    </dsp:sp>
    <dsp:sp modelId="{6E4C3E26-4215-4E1C-9354-38E50F64C1F6}">
      <dsp:nvSpPr>
        <dsp:cNvPr id="0" name=""/>
        <dsp:cNvSpPr/>
      </dsp:nvSpPr>
      <dsp:spPr>
        <a:xfrm>
          <a:off x="0" y="585695"/>
          <a:ext cx="9701953" cy="92839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08037" tIns="29210" rIns="163576" bIns="29210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800" kern="1200"/>
            <a:t>When a transaction attempting to spend the UTXO is presented later, 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800" kern="1200"/>
            <a:t>it must contain</a:t>
          </a:r>
          <a:r>
            <a:rPr lang="tr-TR" sz="1800" kern="1200"/>
            <a:t> </a:t>
          </a:r>
          <a:r>
            <a:rPr lang="en-US" sz="1800" kern="1200"/>
            <a:t>the script that matches the hash, 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800" kern="1200"/>
            <a:t>in addition to the unlocking script</a:t>
          </a:r>
        </a:p>
      </dsp:txBody>
      <dsp:txXfrm>
        <a:off x="0" y="585695"/>
        <a:ext cx="9701953" cy="928395"/>
      </dsp:txXfrm>
    </dsp:sp>
    <dsp:sp modelId="{1996F226-3D88-4A47-9FB5-C3BC44E989F4}">
      <dsp:nvSpPr>
        <dsp:cNvPr id="0" name=""/>
        <dsp:cNvSpPr/>
      </dsp:nvSpPr>
      <dsp:spPr>
        <a:xfrm>
          <a:off x="0" y="1514090"/>
          <a:ext cx="9701953" cy="551655"/>
        </a:xfrm>
        <a:prstGeom prst="roundRect">
          <a:avLst/>
        </a:prstGeom>
        <a:solidFill>
          <a:schemeClr val="accent5">
            <a:hueOff val="1600863"/>
            <a:satOff val="-21221"/>
            <a:lumOff val="-666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7630" tIns="87630" rIns="87630" bIns="87630" numCol="1" spcCol="1270" anchor="ctr" anchorCtr="0">
          <a:noAutofit/>
        </a:bodyPr>
        <a:lstStyle/>
        <a:p>
          <a:pPr marL="0" lvl="0" indent="0" algn="l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300" kern="1200"/>
            <a:t>P2SH means </a:t>
          </a:r>
        </a:p>
      </dsp:txBody>
      <dsp:txXfrm>
        <a:off x="26930" y="1541020"/>
        <a:ext cx="9648093" cy="497795"/>
      </dsp:txXfrm>
    </dsp:sp>
    <dsp:sp modelId="{8AC4F126-AE59-4112-A434-3AC453F051B9}">
      <dsp:nvSpPr>
        <dsp:cNvPr id="0" name=""/>
        <dsp:cNvSpPr/>
      </dsp:nvSpPr>
      <dsp:spPr>
        <a:xfrm>
          <a:off x="0" y="2065745"/>
          <a:ext cx="9701953" cy="3808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08037" tIns="29210" rIns="163576" bIns="29210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tr-TR" sz="1800" kern="1200"/>
            <a:t>«</a:t>
          </a:r>
          <a:r>
            <a:rPr lang="en-US" sz="1800" b="1" kern="1200"/>
            <a:t>pay to a script matching this hash</a:t>
          </a:r>
          <a:r>
            <a:rPr lang="tr-TR" sz="1800" kern="1200"/>
            <a:t>»</a:t>
          </a:r>
          <a:r>
            <a:rPr lang="en-US" sz="1800" kern="1200"/>
            <a:t>, </a:t>
          </a:r>
        </a:p>
      </dsp:txBody>
      <dsp:txXfrm>
        <a:off x="0" y="2065745"/>
        <a:ext cx="9701953" cy="380880"/>
      </dsp:txXfrm>
    </dsp:sp>
    <dsp:sp modelId="{31DD0F22-7C02-4B37-A42F-971C9ACD5684}">
      <dsp:nvSpPr>
        <dsp:cNvPr id="0" name=""/>
        <dsp:cNvSpPr/>
      </dsp:nvSpPr>
      <dsp:spPr>
        <a:xfrm>
          <a:off x="0" y="2446625"/>
          <a:ext cx="9701953" cy="551655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7630" tIns="87630" rIns="87630" bIns="87630" numCol="1" spcCol="1270" anchor="ctr" anchorCtr="0">
          <a:noAutofit/>
        </a:bodyPr>
        <a:lstStyle/>
        <a:p>
          <a:pPr marL="0" lvl="0" indent="0" algn="l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300" kern="1200"/>
            <a:t>Presented later</a:t>
          </a:r>
          <a:endParaRPr lang="en-US" sz="2300" kern="1200"/>
        </a:p>
      </dsp:txBody>
      <dsp:txXfrm>
        <a:off x="26930" y="2473555"/>
        <a:ext cx="9648093" cy="497795"/>
      </dsp:txXfrm>
    </dsp:sp>
    <dsp:sp modelId="{FC7D1BD9-DCF2-494B-A381-F1B8358FE10E}">
      <dsp:nvSpPr>
        <dsp:cNvPr id="0" name=""/>
        <dsp:cNvSpPr/>
      </dsp:nvSpPr>
      <dsp:spPr>
        <a:xfrm>
          <a:off x="0" y="2998280"/>
          <a:ext cx="9701953" cy="61893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08037" tIns="29210" rIns="163576" bIns="29210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800" kern="1200"/>
            <a:t>a script that will be presented 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800" kern="1200"/>
            <a:t>later</a:t>
          </a:r>
          <a:r>
            <a:rPr lang="tr-TR" sz="1800" kern="1200"/>
            <a:t> </a:t>
          </a:r>
          <a:r>
            <a:rPr lang="en-US" sz="1800" kern="1200"/>
            <a:t>when this output is spent.</a:t>
          </a:r>
        </a:p>
      </dsp:txBody>
      <dsp:txXfrm>
        <a:off x="0" y="2998280"/>
        <a:ext cx="9701953" cy="618930"/>
      </dsp:txXfrm>
    </dsp:sp>
  </dsp:spTree>
</dsp:drawing>
</file>

<file path=ppt/diagrams/drawing1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02E11DA-A2FB-4F20-BB28-EB2970B4795F}">
      <dsp:nvSpPr>
        <dsp:cNvPr id="0" name=""/>
        <dsp:cNvSpPr/>
      </dsp:nvSpPr>
      <dsp:spPr>
        <a:xfrm>
          <a:off x="0" y="14824"/>
          <a:ext cx="8770938" cy="76752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1920" tIns="121920" rIns="121920" bIns="121920" numCol="1" spcCol="1270" anchor="ctr" anchorCtr="0">
          <a:noAutofit/>
        </a:bodyPr>
        <a:lstStyle/>
        <a:p>
          <a:pPr marL="0" lvl="0" indent="0" algn="l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200" i="1" kern="1200"/>
            <a:t>redeem script </a:t>
          </a:r>
          <a:endParaRPr lang="en-US" sz="3200" kern="1200"/>
        </a:p>
      </dsp:txBody>
      <dsp:txXfrm>
        <a:off x="37467" y="52291"/>
        <a:ext cx="8696004" cy="692586"/>
      </dsp:txXfrm>
    </dsp:sp>
    <dsp:sp modelId="{C89D9D32-FED9-4B22-8C3E-B657493C56FB}">
      <dsp:nvSpPr>
        <dsp:cNvPr id="0" name=""/>
        <dsp:cNvSpPr/>
      </dsp:nvSpPr>
      <dsp:spPr>
        <a:xfrm>
          <a:off x="0" y="782344"/>
          <a:ext cx="8770938" cy="12254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78477" tIns="40640" rIns="227584" bIns="40640" numCol="1" spcCol="1270" anchor="t" anchorCtr="0">
          <a:noAutofit/>
        </a:bodyPr>
        <a:lstStyle/>
        <a:p>
          <a:pPr marL="228600" lvl="1" indent="-228600" algn="l" defTabSz="11112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500" kern="1200"/>
            <a:t>In P2SH transactions, the locking script that is replaced by a hash</a:t>
          </a:r>
        </a:p>
        <a:p>
          <a:pPr marL="228600" lvl="1" indent="-228600" algn="l" defTabSz="11112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500" kern="1200"/>
            <a:t>is referred to as the</a:t>
          </a:r>
          <a:r>
            <a:rPr lang="tr-TR" sz="2500" kern="1200"/>
            <a:t> </a:t>
          </a:r>
          <a:r>
            <a:rPr lang="en-US" sz="2500" i="1" kern="1200"/>
            <a:t>redeem script </a:t>
          </a:r>
          <a:endParaRPr lang="en-US" sz="2500" kern="1200"/>
        </a:p>
      </dsp:txBody>
      <dsp:txXfrm>
        <a:off x="0" y="782344"/>
        <a:ext cx="8770938" cy="1225440"/>
      </dsp:txXfrm>
    </dsp:sp>
    <dsp:sp modelId="{A267B378-6720-46C9-837D-A8F12F23A4A0}">
      <dsp:nvSpPr>
        <dsp:cNvPr id="0" name=""/>
        <dsp:cNvSpPr/>
      </dsp:nvSpPr>
      <dsp:spPr>
        <a:xfrm>
          <a:off x="0" y="2007785"/>
          <a:ext cx="8770938" cy="76752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1920" tIns="121920" rIns="121920" bIns="121920" numCol="1" spcCol="1270" anchor="ctr" anchorCtr="0">
          <a:noAutofit/>
        </a:bodyPr>
        <a:lstStyle/>
        <a:p>
          <a:pPr marL="0" lvl="0" indent="0" algn="l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200" kern="1200"/>
            <a:t>because </a:t>
          </a:r>
        </a:p>
      </dsp:txBody>
      <dsp:txXfrm>
        <a:off x="37467" y="2045252"/>
        <a:ext cx="8696004" cy="692586"/>
      </dsp:txXfrm>
    </dsp:sp>
    <dsp:sp modelId="{5510A4B0-36D0-4ECE-91B6-377429D15ED7}">
      <dsp:nvSpPr>
        <dsp:cNvPr id="0" name=""/>
        <dsp:cNvSpPr/>
      </dsp:nvSpPr>
      <dsp:spPr>
        <a:xfrm>
          <a:off x="0" y="2775305"/>
          <a:ext cx="8770938" cy="8611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78477" tIns="40640" rIns="227584" bIns="40640" numCol="1" spcCol="1270" anchor="t" anchorCtr="0">
          <a:noAutofit/>
        </a:bodyPr>
        <a:lstStyle/>
        <a:p>
          <a:pPr marL="228600" lvl="1" indent="-228600" algn="l" defTabSz="11112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500" kern="1200"/>
            <a:t>it is presented to the system at redemption time </a:t>
          </a:r>
        </a:p>
        <a:p>
          <a:pPr marL="228600" lvl="1" indent="-228600" algn="l" defTabSz="11112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500" kern="1200"/>
            <a:t>rather than as a</a:t>
          </a:r>
          <a:r>
            <a:rPr lang="tr-TR" sz="2500" kern="1200"/>
            <a:t> locking script.</a:t>
          </a:r>
          <a:endParaRPr lang="en-US" sz="2500" kern="1200"/>
        </a:p>
      </dsp:txBody>
      <dsp:txXfrm>
        <a:off x="0" y="2775305"/>
        <a:ext cx="8770938" cy="861120"/>
      </dsp:txXfrm>
    </dsp:sp>
  </dsp:spTree>
</dsp:drawing>
</file>

<file path=ppt/diagrams/drawing1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50EEB30-CC68-4F9C-B755-364F0C9F6173}">
      <dsp:nvSpPr>
        <dsp:cNvPr id="0" name=""/>
        <dsp:cNvSpPr/>
      </dsp:nvSpPr>
      <dsp:spPr>
        <a:xfrm>
          <a:off x="0" y="4876"/>
          <a:ext cx="7561846" cy="52767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83820" tIns="83820" rIns="83820" bIns="83820" numCol="1" spcCol="1270" anchor="ctr" anchorCtr="0">
          <a:noAutofit/>
        </a:bodyPr>
        <a:lstStyle/>
        <a:p>
          <a:pPr marL="0" lvl="0" indent="0" algn="l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200" kern="1200"/>
            <a:t>with P2SH the complex script </a:t>
          </a:r>
          <a:endParaRPr lang="tr-TR" sz="2200" kern="1200"/>
        </a:p>
      </dsp:txBody>
      <dsp:txXfrm>
        <a:off x="25759" y="30635"/>
        <a:ext cx="7510328" cy="476152"/>
      </dsp:txXfrm>
    </dsp:sp>
    <dsp:sp modelId="{63D2122D-4403-44BE-976F-5CB90C577332}">
      <dsp:nvSpPr>
        <dsp:cNvPr id="0" name=""/>
        <dsp:cNvSpPr/>
      </dsp:nvSpPr>
      <dsp:spPr>
        <a:xfrm>
          <a:off x="0" y="532546"/>
          <a:ext cx="7561846" cy="88803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40089" tIns="27940" rIns="156464" bIns="27940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700" kern="1200"/>
            <a:t>details the conditions</a:t>
          </a:r>
          <a:r>
            <a:rPr lang="tr-TR" sz="1700" kern="1200"/>
            <a:t> </a:t>
          </a:r>
          <a:r>
            <a:rPr lang="en-US" sz="1700" kern="1200"/>
            <a:t>for spending the output </a:t>
          </a:r>
          <a:endParaRPr lang="tr-TR" sz="1700" kern="1200"/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700" kern="1200"/>
            <a:t>(redeem script) </a:t>
          </a:r>
          <a:endParaRPr lang="tr-TR" sz="1700" kern="1200"/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700" kern="1200"/>
            <a:t>is not presented in the locking script.</a:t>
          </a:r>
          <a:endParaRPr lang="tr-TR" sz="1700" kern="1200"/>
        </a:p>
      </dsp:txBody>
      <dsp:txXfrm>
        <a:off x="0" y="532546"/>
        <a:ext cx="7561846" cy="888030"/>
      </dsp:txXfrm>
    </dsp:sp>
    <dsp:sp modelId="{91252822-698F-4F21-8EDF-1D0EF5BBF945}">
      <dsp:nvSpPr>
        <dsp:cNvPr id="0" name=""/>
        <dsp:cNvSpPr/>
      </dsp:nvSpPr>
      <dsp:spPr>
        <a:xfrm>
          <a:off x="0" y="1420576"/>
          <a:ext cx="7561846" cy="52767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83820" tIns="83820" rIns="83820" bIns="83820" numCol="1" spcCol="1270" anchor="ctr" anchorCtr="0">
          <a:noAutofit/>
        </a:bodyPr>
        <a:lstStyle/>
        <a:p>
          <a:pPr marL="0" lvl="0" indent="0" algn="l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200" kern="1200"/>
            <a:t>Instead, </a:t>
          </a:r>
          <a:endParaRPr lang="tr-TR" sz="2200" kern="1200"/>
        </a:p>
      </dsp:txBody>
      <dsp:txXfrm>
        <a:off x="25759" y="1446335"/>
        <a:ext cx="7510328" cy="476152"/>
      </dsp:txXfrm>
    </dsp:sp>
    <dsp:sp modelId="{B526FB11-6823-40CB-8FF3-471163A9C7B1}">
      <dsp:nvSpPr>
        <dsp:cNvPr id="0" name=""/>
        <dsp:cNvSpPr/>
      </dsp:nvSpPr>
      <dsp:spPr>
        <a:xfrm>
          <a:off x="0" y="1948246"/>
          <a:ext cx="7561846" cy="88803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40089" tIns="27940" rIns="156464" bIns="27940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700" kern="1200"/>
            <a:t>only a hash of it is in the locking script </a:t>
          </a:r>
          <a:endParaRPr lang="tr-TR" sz="1700" kern="1200"/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700" kern="1200"/>
            <a:t>and the redeem script itself is presented</a:t>
          </a:r>
          <a:r>
            <a:rPr lang="tr-TR" sz="1700" kern="1200"/>
            <a:t> </a:t>
          </a:r>
          <a:r>
            <a:rPr lang="en-US" sz="1700" kern="1200"/>
            <a:t>later, </a:t>
          </a:r>
          <a:endParaRPr lang="tr-TR" sz="1700" kern="1200"/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700" kern="1200"/>
            <a:t>as part of the unlocking script when the output is spent. </a:t>
          </a:r>
          <a:endParaRPr lang="tr-TR" sz="1700" kern="1200"/>
        </a:p>
      </dsp:txBody>
      <dsp:txXfrm>
        <a:off x="0" y="1948246"/>
        <a:ext cx="7561846" cy="888030"/>
      </dsp:txXfrm>
    </dsp:sp>
    <dsp:sp modelId="{69B5078C-646E-4D41-AFA2-143ADD071BCB}">
      <dsp:nvSpPr>
        <dsp:cNvPr id="0" name=""/>
        <dsp:cNvSpPr/>
      </dsp:nvSpPr>
      <dsp:spPr>
        <a:xfrm>
          <a:off x="0" y="2836276"/>
          <a:ext cx="7561846" cy="52767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83820" tIns="83820" rIns="83820" bIns="83820" numCol="1" spcCol="1270" anchor="ctr" anchorCtr="0">
          <a:noAutofit/>
        </a:bodyPr>
        <a:lstStyle/>
        <a:p>
          <a:pPr marL="0" lvl="0" indent="0" algn="l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200" kern="1200"/>
            <a:t>This shifts the burden</a:t>
          </a:r>
          <a:r>
            <a:rPr lang="tr-TR" sz="2200" kern="1200"/>
            <a:t> </a:t>
          </a:r>
          <a:r>
            <a:rPr lang="en-US" sz="2200" kern="1200"/>
            <a:t>in fees and complexity </a:t>
          </a:r>
          <a:endParaRPr lang="tr-TR" sz="2200" kern="1200"/>
        </a:p>
      </dsp:txBody>
      <dsp:txXfrm>
        <a:off x="25759" y="2862035"/>
        <a:ext cx="7510328" cy="476152"/>
      </dsp:txXfrm>
    </dsp:sp>
    <dsp:sp modelId="{6F0EAA50-F9F1-493A-816F-CA77A6D3A43D}">
      <dsp:nvSpPr>
        <dsp:cNvPr id="0" name=""/>
        <dsp:cNvSpPr/>
      </dsp:nvSpPr>
      <dsp:spPr>
        <a:xfrm>
          <a:off x="0" y="3363946"/>
          <a:ext cx="7561846" cy="5920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40089" tIns="27940" rIns="156464" bIns="27940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700" kern="1200"/>
            <a:t>from the sender </a:t>
          </a:r>
          <a:endParaRPr lang="tr-TR" sz="1700" kern="1200"/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700" kern="1200"/>
            <a:t>to the recipient (spender) of the</a:t>
          </a:r>
          <a:r>
            <a:rPr lang="tr-TR" sz="1700" kern="1200"/>
            <a:t> transaction.</a:t>
          </a:r>
        </a:p>
      </dsp:txBody>
      <dsp:txXfrm>
        <a:off x="0" y="3363946"/>
        <a:ext cx="7561846" cy="592020"/>
      </dsp:txXfrm>
    </dsp:sp>
  </dsp:spTree>
</dsp:drawing>
</file>

<file path=ppt/diagrams/drawing1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DB826C0-4632-4017-BC3E-060E25DCFEC4}">
      <dsp:nvSpPr>
        <dsp:cNvPr id="0" name=""/>
        <dsp:cNvSpPr/>
      </dsp:nvSpPr>
      <dsp:spPr>
        <a:xfrm>
          <a:off x="0" y="39327"/>
          <a:ext cx="8770938" cy="743535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18110" tIns="118110" rIns="118110" bIns="118110" numCol="1" spcCol="1270" anchor="ctr" anchorCtr="0">
          <a:noAutofit/>
        </a:bodyPr>
        <a:lstStyle/>
        <a:p>
          <a:pPr marL="0" lvl="0" indent="0" algn="l" defTabSz="1377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100" kern="1200"/>
            <a:t>Instead of </a:t>
          </a:r>
        </a:p>
      </dsp:txBody>
      <dsp:txXfrm>
        <a:off x="36296" y="75623"/>
        <a:ext cx="8698346" cy="670943"/>
      </dsp:txXfrm>
    </dsp:sp>
    <dsp:sp modelId="{DA1D492B-0C55-40F4-90E9-0A6C04B843FF}">
      <dsp:nvSpPr>
        <dsp:cNvPr id="0" name=""/>
        <dsp:cNvSpPr/>
      </dsp:nvSpPr>
      <dsp:spPr>
        <a:xfrm>
          <a:off x="0" y="782862"/>
          <a:ext cx="8770938" cy="12513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78477" tIns="39370" rIns="220472" bIns="39370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400" kern="1200"/>
            <a:t>“pay to this 5-key multisignature</a:t>
          </a:r>
          <a:r>
            <a:rPr lang="tr-TR" sz="2400" kern="1200"/>
            <a:t> </a:t>
          </a:r>
          <a:r>
            <a:rPr lang="en-US" sz="2400" kern="1200"/>
            <a:t>script,” 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400" kern="1200"/>
            <a:t>the P2SH equivalent transaction is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400" kern="1200"/>
            <a:t>“pay to a script with this hash.” </a:t>
          </a:r>
        </a:p>
      </dsp:txBody>
      <dsp:txXfrm>
        <a:off x="0" y="782862"/>
        <a:ext cx="8770938" cy="1251315"/>
      </dsp:txXfrm>
    </dsp:sp>
    <dsp:sp modelId="{4B2EA673-FF8D-4578-AA0A-313D03A71AC2}">
      <dsp:nvSpPr>
        <dsp:cNvPr id="0" name=""/>
        <dsp:cNvSpPr/>
      </dsp:nvSpPr>
      <dsp:spPr>
        <a:xfrm>
          <a:off x="0" y="2034177"/>
          <a:ext cx="8770938" cy="743535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18110" tIns="118110" rIns="118110" bIns="118110" numCol="1" spcCol="1270" anchor="ctr" anchorCtr="0">
          <a:noAutofit/>
        </a:bodyPr>
        <a:lstStyle/>
        <a:p>
          <a:pPr marL="0" lvl="0" indent="0" algn="l" defTabSz="1377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100" kern="1200"/>
            <a:t>A customer</a:t>
          </a:r>
          <a:r>
            <a:rPr lang="tr-TR" sz="3100" kern="1200"/>
            <a:t> </a:t>
          </a:r>
          <a:r>
            <a:rPr lang="en-US" sz="3100" kern="1200"/>
            <a:t>making a payment </a:t>
          </a:r>
        </a:p>
      </dsp:txBody>
      <dsp:txXfrm>
        <a:off x="36296" y="2070473"/>
        <a:ext cx="8698346" cy="670943"/>
      </dsp:txXfrm>
    </dsp:sp>
    <dsp:sp modelId="{8D7AC5AF-F011-4314-86E3-E4FBA1941F8F}">
      <dsp:nvSpPr>
        <dsp:cNvPr id="0" name=""/>
        <dsp:cNvSpPr/>
      </dsp:nvSpPr>
      <dsp:spPr>
        <a:xfrm>
          <a:off x="0" y="2777712"/>
          <a:ext cx="8770938" cy="8342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78477" tIns="39370" rIns="220472" bIns="39370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400" kern="1200"/>
            <a:t>need only include this 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400" kern="1200"/>
            <a:t>much shorter</a:t>
          </a:r>
          <a:r>
            <a:rPr lang="tr-TR" sz="2400" kern="1200"/>
            <a:t> </a:t>
          </a:r>
          <a:r>
            <a:rPr lang="en-US" sz="2400" kern="1200"/>
            <a:t>locking script in his payment.</a:t>
          </a:r>
        </a:p>
      </dsp:txBody>
      <dsp:txXfrm>
        <a:off x="0" y="2777712"/>
        <a:ext cx="8770938" cy="834210"/>
      </dsp:txXfrm>
    </dsp:sp>
  </dsp:spTree>
</dsp:drawing>
</file>

<file path=ppt/diagrams/drawing1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758A295-F40B-4B8F-A00A-D4BF52702A4D}">
      <dsp:nvSpPr>
        <dsp:cNvPr id="0" name=""/>
        <dsp:cNvSpPr/>
      </dsp:nvSpPr>
      <dsp:spPr>
        <a:xfrm>
          <a:off x="0" y="0"/>
          <a:ext cx="7761562" cy="803275"/>
        </a:xfrm>
        <a:prstGeom prst="roundRect">
          <a:avLst>
            <a:gd name="adj" fmla="val 1000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/>
            <a:t>When Mohammed and his partners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want to spend this</a:t>
          </a:r>
          <a:r>
            <a:rPr lang="tr-TR" sz="1500" kern="1200"/>
            <a:t> </a:t>
          </a:r>
          <a:r>
            <a:rPr lang="en-US" sz="1500" kern="1200"/>
            <a:t>UTXO, </a:t>
          </a:r>
        </a:p>
      </dsp:txBody>
      <dsp:txXfrm>
        <a:off x="23527" y="23527"/>
        <a:ext cx="6826889" cy="756221"/>
      </dsp:txXfrm>
    </dsp:sp>
    <dsp:sp modelId="{E948284C-0F1A-4134-9C22-FA43D8265B27}">
      <dsp:nvSpPr>
        <dsp:cNvPr id="0" name=""/>
        <dsp:cNvSpPr/>
      </dsp:nvSpPr>
      <dsp:spPr>
        <a:xfrm>
          <a:off x="650030" y="949325"/>
          <a:ext cx="7761562" cy="803275"/>
        </a:xfrm>
        <a:prstGeom prst="roundRect">
          <a:avLst>
            <a:gd name="adj" fmla="val 10000"/>
          </a:avLst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/>
            <a:t>they must present the original redeem script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the one whose hash locked the</a:t>
          </a:r>
          <a:r>
            <a:rPr lang="tr-TR" sz="1500" kern="1200"/>
            <a:t> </a:t>
          </a:r>
          <a:r>
            <a:rPr lang="en-US" sz="1500" kern="1200"/>
            <a:t>UTXO</a:t>
          </a:r>
        </a:p>
      </dsp:txBody>
      <dsp:txXfrm>
        <a:off x="673557" y="972852"/>
        <a:ext cx="6542348" cy="756221"/>
      </dsp:txXfrm>
    </dsp:sp>
    <dsp:sp modelId="{5E08C934-3C19-47CD-BBB1-31633DA76ADD}">
      <dsp:nvSpPr>
        <dsp:cNvPr id="0" name=""/>
        <dsp:cNvSpPr/>
      </dsp:nvSpPr>
      <dsp:spPr>
        <a:xfrm>
          <a:off x="1290359" y="1898650"/>
          <a:ext cx="7761562" cy="803275"/>
        </a:xfrm>
        <a:prstGeom prst="roundRect">
          <a:avLst>
            <a:gd name="adj" fmla="val 10000"/>
          </a:avLst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/>
            <a:t>and the signatures necessary to unlock it</a:t>
          </a:r>
        </a:p>
      </dsp:txBody>
      <dsp:txXfrm>
        <a:off x="1313886" y="1922177"/>
        <a:ext cx="6552050" cy="756221"/>
      </dsp:txXfrm>
    </dsp:sp>
    <dsp:sp modelId="{9A5785D2-42FC-49CD-B021-937A8AD8C1EB}">
      <dsp:nvSpPr>
        <dsp:cNvPr id="0" name=""/>
        <dsp:cNvSpPr/>
      </dsp:nvSpPr>
      <dsp:spPr>
        <a:xfrm>
          <a:off x="1940390" y="2847975"/>
          <a:ext cx="7761562" cy="803275"/>
        </a:xfrm>
        <a:prstGeom prst="roundRect">
          <a:avLst>
            <a:gd name="adj" fmla="val 10000"/>
          </a:avLst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da-DK" sz="1900" kern="1200"/>
            <a:t>&lt;Sig1&gt; &lt;Sig2&gt; &lt;2 PK1 PK2 PK3 PK4 PK5 5 CHECKMULTISIG&gt;</a:t>
          </a:r>
          <a:endParaRPr lang="en-US" sz="1900" kern="1200"/>
        </a:p>
      </dsp:txBody>
      <dsp:txXfrm>
        <a:off x="1963917" y="2871502"/>
        <a:ext cx="6542348" cy="756221"/>
      </dsp:txXfrm>
    </dsp:sp>
    <dsp:sp modelId="{D8240F73-2307-43DA-BBFB-3870A7076006}">
      <dsp:nvSpPr>
        <dsp:cNvPr id="0" name=""/>
        <dsp:cNvSpPr/>
      </dsp:nvSpPr>
      <dsp:spPr>
        <a:xfrm>
          <a:off x="7239433" y="615235"/>
          <a:ext cx="522128" cy="522128"/>
        </a:xfrm>
        <a:prstGeom prst="downArrow">
          <a:avLst>
            <a:gd name="adj1" fmla="val 55000"/>
            <a:gd name="adj2" fmla="val 45000"/>
          </a:avLst>
        </a:prstGeom>
        <a:solidFill>
          <a:schemeClr val="accent2">
            <a:tint val="40000"/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9210" tIns="29210" rIns="29210" bIns="29210" numCol="1" spcCol="1270" anchor="ctr" anchorCtr="0">
          <a:noAutofit/>
        </a:bodyPr>
        <a:lstStyle/>
        <a:p>
          <a:pPr marL="0" lvl="0" indent="0" algn="ctr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2300" kern="1200"/>
        </a:p>
      </dsp:txBody>
      <dsp:txXfrm>
        <a:off x="7356912" y="615235"/>
        <a:ext cx="287170" cy="392901"/>
      </dsp:txXfrm>
    </dsp:sp>
    <dsp:sp modelId="{66471882-DF57-4F2F-8774-C48C6A38F593}">
      <dsp:nvSpPr>
        <dsp:cNvPr id="0" name=""/>
        <dsp:cNvSpPr/>
      </dsp:nvSpPr>
      <dsp:spPr>
        <a:xfrm>
          <a:off x="7889464" y="1564560"/>
          <a:ext cx="522128" cy="522128"/>
        </a:xfrm>
        <a:prstGeom prst="downArrow">
          <a:avLst>
            <a:gd name="adj1" fmla="val 55000"/>
            <a:gd name="adj2" fmla="val 45000"/>
          </a:avLst>
        </a:prstGeom>
        <a:solidFill>
          <a:schemeClr val="accent3">
            <a:tint val="40000"/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9210" tIns="29210" rIns="29210" bIns="29210" numCol="1" spcCol="1270" anchor="ctr" anchorCtr="0">
          <a:noAutofit/>
        </a:bodyPr>
        <a:lstStyle/>
        <a:p>
          <a:pPr marL="0" lvl="0" indent="0" algn="ctr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2300" kern="1200"/>
        </a:p>
      </dsp:txBody>
      <dsp:txXfrm>
        <a:off x="8006943" y="1564560"/>
        <a:ext cx="287170" cy="392901"/>
      </dsp:txXfrm>
    </dsp:sp>
    <dsp:sp modelId="{5E2F3FAE-886B-45D7-A657-4E143B9CA8CC}">
      <dsp:nvSpPr>
        <dsp:cNvPr id="0" name=""/>
        <dsp:cNvSpPr/>
      </dsp:nvSpPr>
      <dsp:spPr>
        <a:xfrm>
          <a:off x="8529793" y="2513885"/>
          <a:ext cx="522128" cy="522128"/>
        </a:xfrm>
        <a:prstGeom prst="downArrow">
          <a:avLst>
            <a:gd name="adj1" fmla="val 55000"/>
            <a:gd name="adj2" fmla="val 45000"/>
          </a:avLst>
        </a:prstGeom>
        <a:solidFill>
          <a:schemeClr val="accent4">
            <a:tint val="40000"/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9210" tIns="29210" rIns="29210" bIns="29210" numCol="1" spcCol="1270" anchor="ctr" anchorCtr="0">
          <a:noAutofit/>
        </a:bodyPr>
        <a:lstStyle/>
        <a:p>
          <a:pPr marL="0" lvl="0" indent="0" algn="ctr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2300" kern="1200"/>
        </a:p>
      </dsp:txBody>
      <dsp:txXfrm>
        <a:off x="8647272" y="2513885"/>
        <a:ext cx="287170" cy="392901"/>
      </dsp:txXfrm>
    </dsp:sp>
  </dsp:spTree>
</dsp:drawing>
</file>

<file path=ppt/diagrams/drawing1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C3A6D00-8029-4EE4-BF6F-92D7D6048504}">
      <dsp:nvSpPr>
        <dsp:cNvPr id="0" name=""/>
        <dsp:cNvSpPr/>
      </dsp:nvSpPr>
      <dsp:spPr>
        <a:xfrm>
          <a:off x="0" y="0"/>
          <a:ext cx="8246660" cy="1095375"/>
        </a:xfrm>
        <a:prstGeom prst="roundRect">
          <a:avLst>
            <a:gd name="adj" fmla="val 1000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/>
            <a:t>The two scripts are combined in two stages. </a:t>
          </a:r>
        </a:p>
      </dsp:txBody>
      <dsp:txXfrm>
        <a:off x="32082" y="32082"/>
        <a:ext cx="7064665" cy="1031211"/>
      </dsp:txXfrm>
    </dsp:sp>
    <dsp:sp modelId="{952FBD68-BBF4-45AB-89DF-75DFE863D82A}">
      <dsp:nvSpPr>
        <dsp:cNvPr id="0" name=""/>
        <dsp:cNvSpPr/>
      </dsp:nvSpPr>
      <dsp:spPr>
        <a:xfrm>
          <a:off x="727646" y="1277937"/>
          <a:ext cx="8246660" cy="1095375"/>
        </a:xfrm>
        <a:prstGeom prst="roundRect">
          <a:avLst>
            <a:gd name="adj" fmla="val 10000"/>
          </a:avLst>
        </a:prstGeom>
        <a:solidFill>
          <a:schemeClr val="accent2">
            <a:hueOff val="-3703935"/>
            <a:satOff val="-1375"/>
            <a:lumOff val="313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/>
            <a:t>First, 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the redeem script is checked</a:t>
          </a:r>
          <a:r>
            <a:rPr lang="tr-TR" sz="1600" kern="1200"/>
            <a:t> </a:t>
          </a:r>
          <a:r>
            <a:rPr lang="en-US" sz="1600" kern="1200"/>
            <a:t>against the locking script 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to make sure the hash matches:</a:t>
          </a:r>
        </a:p>
      </dsp:txBody>
      <dsp:txXfrm>
        <a:off x="759728" y="1310019"/>
        <a:ext cx="6742855" cy="1031211"/>
      </dsp:txXfrm>
    </dsp:sp>
    <dsp:sp modelId="{7B8D1B73-0AB8-4E8B-8D51-FCBBBD939811}">
      <dsp:nvSpPr>
        <dsp:cNvPr id="0" name=""/>
        <dsp:cNvSpPr/>
      </dsp:nvSpPr>
      <dsp:spPr>
        <a:xfrm>
          <a:off x="1455292" y="2555874"/>
          <a:ext cx="8246660" cy="1095375"/>
        </a:xfrm>
        <a:prstGeom prst="roundRect">
          <a:avLst>
            <a:gd name="adj" fmla="val 10000"/>
          </a:avLst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/>
            <a:t>&lt;2 PK1 PK2 PK3 PK4 PK5 5 CHECKMULTISIG&gt; HASH160 &lt;redeem scriptHash&gt; EQUAL</a:t>
          </a:r>
          <a:endParaRPr lang="en-US" sz="2000" kern="1200"/>
        </a:p>
      </dsp:txBody>
      <dsp:txXfrm>
        <a:off x="1487374" y="2587956"/>
        <a:ext cx="6742855" cy="1031211"/>
      </dsp:txXfrm>
    </dsp:sp>
    <dsp:sp modelId="{9E1C33C8-A547-48E3-80F7-DAD14F6DD3E5}">
      <dsp:nvSpPr>
        <dsp:cNvPr id="0" name=""/>
        <dsp:cNvSpPr/>
      </dsp:nvSpPr>
      <dsp:spPr>
        <a:xfrm>
          <a:off x="7534666" y="830659"/>
          <a:ext cx="711993" cy="711993"/>
        </a:xfrm>
        <a:prstGeom prst="downArrow">
          <a:avLst>
            <a:gd name="adj1" fmla="val 55000"/>
            <a:gd name="adj2" fmla="val 45000"/>
          </a:avLst>
        </a:prstGeom>
        <a:solidFill>
          <a:schemeClr val="accent2">
            <a:tint val="40000"/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0640" tIns="40640" rIns="40640" bIns="4064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3200" kern="1200"/>
        </a:p>
      </dsp:txBody>
      <dsp:txXfrm>
        <a:off x="7694864" y="830659"/>
        <a:ext cx="391597" cy="535775"/>
      </dsp:txXfrm>
    </dsp:sp>
    <dsp:sp modelId="{856357C4-57E0-4CD2-AED2-BED54BEE480F}">
      <dsp:nvSpPr>
        <dsp:cNvPr id="0" name=""/>
        <dsp:cNvSpPr/>
      </dsp:nvSpPr>
      <dsp:spPr>
        <a:xfrm>
          <a:off x="8262312" y="2101294"/>
          <a:ext cx="711993" cy="711993"/>
        </a:xfrm>
        <a:prstGeom prst="downArrow">
          <a:avLst>
            <a:gd name="adj1" fmla="val 55000"/>
            <a:gd name="adj2" fmla="val 45000"/>
          </a:avLst>
        </a:prstGeom>
        <a:solidFill>
          <a:schemeClr val="accent2">
            <a:tint val="40000"/>
            <a:alpha val="90000"/>
            <a:hueOff val="-7408895"/>
            <a:satOff val="-1068"/>
            <a:lumOff val="1459"/>
            <a:alphaOff val="0"/>
          </a:schemeClr>
        </a:solidFill>
        <a:ln w="12700" cap="flat" cmpd="sng" algn="ctr">
          <a:solidFill>
            <a:schemeClr val="accent2">
              <a:tint val="40000"/>
              <a:alpha val="90000"/>
              <a:hueOff val="-7408895"/>
              <a:satOff val="-1068"/>
              <a:lumOff val="1459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0640" tIns="40640" rIns="40640" bIns="4064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3200" kern="1200"/>
        </a:p>
      </dsp:txBody>
      <dsp:txXfrm>
        <a:off x="8422510" y="2101294"/>
        <a:ext cx="391597" cy="535775"/>
      </dsp:txXfrm>
    </dsp:sp>
  </dsp:spTree>
</dsp:drawing>
</file>

<file path=ppt/diagrams/drawing1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B91C5CD-ECC7-4924-8460-940ABC9E2402}">
      <dsp:nvSpPr>
        <dsp:cNvPr id="0" name=""/>
        <dsp:cNvSpPr/>
      </dsp:nvSpPr>
      <dsp:spPr>
        <a:xfrm>
          <a:off x="0" y="278448"/>
          <a:ext cx="9911528" cy="9906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9245" tIns="354076" rIns="769245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the unlocking script is executed on its own, </a:t>
          </a:r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to</a:t>
          </a:r>
          <a:r>
            <a:rPr lang="tr-TR" sz="1700" kern="1200"/>
            <a:t> unlock the redeem script:</a:t>
          </a:r>
          <a:endParaRPr lang="en-US" sz="1700" kern="1200"/>
        </a:p>
      </dsp:txBody>
      <dsp:txXfrm>
        <a:off x="0" y="278448"/>
        <a:ext cx="9911528" cy="990675"/>
      </dsp:txXfrm>
    </dsp:sp>
    <dsp:sp modelId="{77A184E7-32B4-4FD4-B0E7-0836F485A6F9}">
      <dsp:nvSpPr>
        <dsp:cNvPr id="0" name=""/>
        <dsp:cNvSpPr/>
      </dsp:nvSpPr>
      <dsp:spPr>
        <a:xfrm>
          <a:off x="495576" y="27528"/>
          <a:ext cx="6938069" cy="50184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62243" tIns="0" rIns="262243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If the redeem script hash matches, </a:t>
          </a:r>
        </a:p>
      </dsp:txBody>
      <dsp:txXfrm>
        <a:off x="520074" y="52026"/>
        <a:ext cx="6889073" cy="452844"/>
      </dsp:txXfrm>
    </dsp:sp>
    <dsp:sp modelId="{D3F7C044-C8BE-4458-BDD6-DD2C4AF90846}">
      <dsp:nvSpPr>
        <dsp:cNvPr id="0" name=""/>
        <dsp:cNvSpPr/>
      </dsp:nvSpPr>
      <dsp:spPr>
        <a:xfrm>
          <a:off x="0" y="1611843"/>
          <a:ext cx="9911528" cy="428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A187FA26-8B0A-469F-885A-DE8B48315BFD}">
      <dsp:nvSpPr>
        <dsp:cNvPr id="0" name=""/>
        <dsp:cNvSpPr/>
      </dsp:nvSpPr>
      <dsp:spPr>
        <a:xfrm>
          <a:off x="495576" y="1360923"/>
          <a:ext cx="6938069" cy="50184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62243" tIns="0" rIns="262243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da-DK" sz="1700" kern="1200"/>
            <a:t>&lt;Sig1&gt; &lt;Sig2&gt; 2 PK1 PK2 PK3 PK4 PK5 5 CHECKMULTISIG</a:t>
          </a:r>
          <a:endParaRPr lang="en-US" sz="1700" kern="1200"/>
        </a:p>
      </dsp:txBody>
      <dsp:txXfrm>
        <a:off x="520074" y="1385421"/>
        <a:ext cx="6889073" cy="452844"/>
      </dsp:txXfrm>
    </dsp:sp>
    <dsp:sp modelId="{4545D18A-C915-4759-86E5-82F1FFE0DA8E}">
      <dsp:nvSpPr>
        <dsp:cNvPr id="0" name=""/>
        <dsp:cNvSpPr/>
      </dsp:nvSpPr>
      <dsp:spPr>
        <a:xfrm>
          <a:off x="0" y="2382963"/>
          <a:ext cx="9911528" cy="7229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9245" tIns="354076" rIns="769245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can only be implemented as P2SH</a:t>
          </a:r>
          <a:r>
            <a:rPr lang="tr-TR" sz="1700" kern="1200"/>
            <a:t> </a:t>
          </a:r>
          <a:r>
            <a:rPr lang="en-US" sz="1700" kern="1200"/>
            <a:t>scripts. </a:t>
          </a:r>
        </a:p>
      </dsp:txBody>
      <dsp:txXfrm>
        <a:off x="0" y="2382963"/>
        <a:ext cx="9911528" cy="722925"/>
      </dsp:txXfrm>
    </dsp:sp>
    <dsp:sp modelId="{8983710A-CC42-4B1D-B308-326C6C7EF9F2}">
      <dsp:nvSpPr>
        <dsp:cNvPr id="0" name=""/>
        <dsp:cNvSpPr/>
      </dsp:nvSpPr>
      <dsp:spPr>
        <a:xfrm>
          <a:off x="495576" y="2132043"/>
          <a:ext cx="6938069" cy="501840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62243" tIns="0" rIns="262243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Almost all the scripts described in this chapter </a:t>
          </a:r>
        </a:p>
      </dsp:txBody>
      <dsp:txXfrm>
        <a:off x="520074" y="2156541"/>
        <a:ext cx="6889073" cy="452844"/>
      </dsp:txXfrm>
    </dsp:sp>
    <dsp:sp modelId="{5FE7090C-FFEB-4969-9136-D590999AD406}">
      <dsp:nvSpPr>
        <dsp:cNvPr id="0" name=""/>
        <dsp:cNvSpPr/>
      </dsp:nvSpPr>
      <dsp:spPr>
        <a:xfrm>
          <a:off x="0" y="3448608"/>
          <a:ext cx="9911528" cy="7229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9245" tIns="354076" rIns="769245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directly in the locking script of a UTXO.</a:t>
          </a:r>
        </a:p>
      </dsp:txBody>
      <dsp:txXfrm>
        <a:off x="0" y="3448608"/>
        <a:ext cx="9911528" cy="722925"/>
      </dsp:txXfrm>
    </dsp:sp>
    <dsp:sp modelId="{04122947-E142-48DC-B477-A15D534DCF94}">
      <dsp:nvSpPr>
        <dsp:cNvPr id="0" name=""/>
        <dsp:cNvSpPr/>
      </dsp:nvSpPr>
      <dsp:spPr>
        <a:xfrm>
          <a:off x="495576" y="3197688"/>
          <a:ext cx="6938069" cy="50184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62243" tIns="0" rIns="262243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They cannot be used </a:t>
          </a:r>
        </a:p>
      </dsp:txBody>
      <dsp:txXfrm>
        <a:off x="520074" y="3222186"/>
        <a:ext cx="6889073" cy="452844"/>
      </dsp:txXfrm>
    </dsp:sp>
  </dsp:spTree>
</dsp:drawing>
</file>

<file path=ppt/diagrams/drawing1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78ED1E9-BA35-4B31-A690-E94F18043EE1}">
      <dsp:nvSpPr>
        <dsp:cNvPr id="0" name=""/>
        <dsp:cNvSpPr/>
      </dsp:nvSpPr>
      <dsp:spPr>
        <a:xfrm>
          <a:off x="0" y="69747"/>
          <a:ext cx="9701953" cy="551655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7630" tIns="87630" rIns="87630" bIns="87630" numCol="1" spcCol="1270" anchor="ctr" anchorCtr="0">
          <a:noAutofit/>
        </a:bodyPr>
        <a:lstStyle/>
        <a:p>
          <a:pPr marL="0" lvl="0" indent="0" algn="l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300" kern="1200" dirty="0" err="1"/>
            <a:t>Script</a:t>
          </a:r>
          <a:r>
            <a:rPr lang="tr-TR" sz="2300" kern="1200" dirty="0"/>
            <a:t> </a:t>
          </a:r>
          <a:r>
            <a:rPr lang="tr-TR" sz="2300" kern="1200" dirty="0" err="1"/>
            <a:t>hash</a:t>
          </a:r>
          <a:r>
            <a:rPr lang="tr-TR" sz="2300" kern="1200" dirty="0"/>
            <a:t> as an </a:t>
          </a:r>
          <a:r>
            <a:rPr lang="tr-TR" sz="2300" kern="1200" dirty="0" err="1"/>
            <a:t>address</a:t>
          </a:r>
          <a:endParaRPr lang="en-US" sz="2300" kern="1200" dirty="0"/>
        </a:p>
      </dsp:txBody>
      <dsp:txXfrm>
        <a:off x="26930" y="96677"/>
        <a:ext cx="9648093" cy="497795"/>
      </dsp:txXfrm>
    </dsp:sp>
    <dsp:sp modelId="{49AF1A7F-60E5-4D6B-B8E4-506EBE24E10D}">
      <dsp:nvSpPr>
        <dsp:cNvPr id="0" name=""/>
        <dsp:cNvSpPr/>
      </dsp:nvSpPr>
      <dsp:spPr>
        <a:xfrm>
          <a:off x="0" y="621402"/>
          <a:ext cx="9701953" cy="61893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08037" tIns="29210" rIns="163576" bIns="29210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800" kern="1200" dirty="0"/>
            <a:t>encode a script hash as an</a:t>
          </a:r>
          <a:r>
            <a:rPr lang="tr-TR" sz="1800" kern="1200" dirty="0"/>
            <a:t> </a:t>
          </a:r>
          <a:r>
            <a:rPr lang="en-US" sz="1800" kern="1200" dirty="0"/>
            <a:t>address 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tr-TR" sz="1800" kern="1200" dirty="0"/>
            <a:t>an</a:t>
          </a:r>
          <a:r>
            <a:rPr lang="en-US" sz="1800" kern="1200" dirty="0"/>
            <a:t> important P2SH feature</a:t>
          </a:r>
          <a:r>
            <a:rPr lang="tr-TR" sz="1800" kern="1200" dirty="0"/>
            <a:t> of BIP-13</a:t>
          </a:r>
          <a:r>
            <a:rPr lang="en-US" sz="1800" kern="1200" dirty="0"/>
            <a:t> </a:t>
          </a:r>
        </a:p>
      </dsp:txBody>
      <dsp:txXfrm>
        <a:off x="0" y="621402"/>
        <a:ext cx="9701953" cy="618930"/>
      </dsp:txXfrm>
    </dsp:sp>
    <dsp:sp modelId="{512C1AF5-CEB0-433E-9621-6F5709E7C896}">
      <dsp:nvSpPr>
        <dsp:cNvPr id="0" name=""/>
        <dsp:cNvSpPr/>
      </dsp:nvSpPr>
      <dsp:spPr>
        <a:xfrm>
          <a:off x="0" y="1240332"/>
          <a:ext cx="9701953" cy="551655"/>
        </a:xfrm>
        <a:prstGeom prst="roundRect">
          <a:avLst/>
        </a:prstGeom>
        <a:solidFill>
          <a:schemeClr val="accent5">
            <a:hueOff val="1600863"/>
            <a:satOff val="-21221"/>
            <a:lumOff val="-666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7630" tIns="87630" rIns="87630" bIns="87630" numCol="1" spcCol="1270" anchor="ctr" anchorCtr="0">
          <a:noAutofit/>
        </a:bodyPr>
        <a:lstStyle/>
        <a:p>
          <a:pPr marL="0" lvl="0" indent="0" algn="l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300" kern="1200" dirty="0"/>
            <a:t>P2SH addresses</a:t>
          </a:r>
        </a:p>
      </dsp:txBody>
      <dsp:txXfrm>
        <a:off x="26930" y="1267262"/>
        <a:ext cx="9648093" cy="497795"/>
      </dsp:txXfrm>
    </dsp:sp>
    <dsp:sp modelId="{BECCA7BB-428F-4522-9DE4-4A3D25B353E6}">
      <dsp:nvSpPr>
        <dsp:cNvPr id="0" name=""/>
        <dsp:cNvSpPr/>
      </dsp:nvSpPr>
      <dsp:spPr>
        <a:xfrm>
          <a:off x="0" y="1791987"/>
          <a:ext cx="9701953" cy="61893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08037" tIns="29210" rIns="163576" bIns="29210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800" kern="1200" dirty="0"/>
            <a:t>are</a:t>
          </a:r>
          <a:r>
            <a:rPr lang="tr-TR" sz="1800" kern="1200" dirty="0"/>
            <a:t> </a:t>
          </a:r>
          <a:r>
            <a:rPr lang="en-US" sz="1800" kern="1200" dirty="0"/>
            <a:t>Base58Check encodings of the 20-byte hash of a script 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800" kern="1200" dirty="0"/>
            <a:t>just like bitcoin addresses are </a:t>
          </a:r>
        </a:p>
      </dsp:txBody>
      <dsp:txXfrm>
        <a:off x="0" y="1791987"/>
        <a:ext cx="9701953" cy="618930"/>
      </dsp:txXfrm>
    </dsp:sp>
    <dsp:sp modelId="{51F90565-5442-4DF7-8807-53FD39D03B68}">
      <dsp:nvSpPr>
        <dsp:cNvPr id="0" name=""/>
        <dsp:cNvSpPr/>
      </dsp:nvSpPr>
      <dsp:spPr>
        <a:xfrm>
          <a:off x="0" y="2410917"/>
          <a:ext cx="9701953" cy="551655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7630" tIns="87630" rIns="87630" bIns="87630" numCol="1" spcCol="1270" anchor="ctr" anchorCtr="0">
          <a:noAutofit/>
        </a:bodyPr>
        <a:lstStyle/>
        <a:p>
          <a:pPr marL="0" lvl="0" indent="0" algn="l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300" kern="1200" dirty="0"/>
            <a:t>prefix “5” </a:t>
          </a:r>
        </a:p>
      </dsp:txBody>
      <dsp:txXfrm>
        <a:off x="26930" y="2437847"/>
        <a:ext cx="9648093" cy="497795"/>
      </dsp:txXfrm>
    </dsp:sp>
    <dsp:sp modelId="{AB96F828-D17F-4418-BB35-253A2F084FF4}">
      <dsp:nvSpPr>
        <dsp:cNvPr id="0" name=""/>
        <dsp:cNvSpPr/>
      </dsp:nvSpPr>
      <dsp:spPr>
        <a:xfrm>
          <a:off x="0" y="2962572"/>
          <a:ext cx="9701953" cy="61893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08037" tIns="29210" rIns="163576" bIns="29210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800" kern="1200" dirty="0"/>
            <a:t>P2SH addresses</a:t>
          </a:r>
          <a:r>
            <a:rPr lang="tr-TR" sz="1800" kern="1200" dirty="0"/>
            <a:t> </a:t>
          </a:r>
          <a:r>
            <a:rPr lang="en-US" sz="1800" kern="1200" dirty="0"/>
            <a:t>use the version prefix “</a:t>
          </a:r>
          <a:r>
            <a:rPr lang="en-US" sz="1800" b="1" kern="1200" dirty="0"/>
            <a:t>5</a:t>
          </a:r>
          <a:r>
            <a:rPr lang="en-US" sz="1800" kern="1200" dirty="0"/>
            <a:t>”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800" kern="1200" dirty="0"/>
            <a:t>results in</a:t>
          </a:r>
          <a:r>
            <a:rPr lang="tr-TR" sz="1800" kern="1200" dirty="0"/>
            <a:t> </a:t>
          </a:r>
          <a:r>
            <a:rPr lang="en-US" sz="1800" kern="1200" dirty="0"/>
            <a:t>Base58Checkencoded addresses start with a “</a:t>
          </a:r>
          <a:r>
            <a:rPr lang="en-US" sz="1800" b="1" kern="1200" dirty="0"/>
            <a:t>3</a:t>
          </a:r>
          <a:r>
            <a:rPr lang="en-US" sz="1800" kern="1200" dirty="0"/>
            <a:t>”</a:t>
          </a:r>
        </a:p>
      </dsp:txBody>
      <dsp:txXfrm>
        <a:off x="0" y="2962572"/>
        <a:ext cx="9701953" cy="618930"/>
      </dsp:txXfrm>
    </dsp:sp>
  </dsp:spTree>
</dsp:drawing>
</file>

<file path=ppt/diagrams/drawing2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3A20923-AF60-4D99-925D-ED8335810F4E}">
      <dsp:nvSpPr>
        <dsp:cNvPr id="0" name=""/>
        <dsp:cNvSpPr/>
      </dsp:nvSpPr>
      <dsp:spPr>
        <a:xfrm>
          <a:off x="0" y="218044"/>
          <a:ext cx="9701953" cy="7575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70764" rIns="752979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hashed and Base58Check-encoded 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as a P2SH address,</a:t>
          </a:r>
        </a:p>
      </dsp:txBody>
      <dsp:txXfrm>
        <a:off x="0" y="218044"/>
        <a:ext cx="9701953" cy="757575"/>
      </dsp:txXfrm>
    </dsp:sp>
    <dsp:sp modelId="{4BCDA4C6-2501-43A0-92C4-56944020E2A8}">
      <dsp:nvSpPr>
        <dsp:cNvPr id="0" name=""/>
        <dsp:cNvSpPr/>
      </dsp:nvSpPr>
      <dsp:spPr>
        <a:xfrm>
          <a:off x="485097" y="26164"/>
          <a:ext cx="6791367" cy="38376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complex script </a:t>
          </a:r>
        </a:p>
      </dsp:txBody>
      <dsp:txXfrm>
        <a:off x="503831" y="44898"/>
        <a:ext cx="6753899" cy="346292"/>
      </dsp:txXfrm>
    </dsp:sp>
    <dsp:sp modelId="{E603A037-3016-4984-A789-F3C1FAF2B08F}">
      <dsp:nvSpPr>
        <dsp:cNvPr id="0" name=""/>
        <dsp:cNvSpPr/>
      </dsp:nvSpPr>
      <dsp:spPr>
        <a:xfrm>
          <a:off x="0" y="1237699"/>
          <a:ext cx="9701953" cy="5528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70764" rIns="752979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39RF6JqABiHdYHkfChV6USGMe6Nsr66Gzw. </a:t>
          </a:r>
        </a:p>
      </dsp:txBody>
      <dsp:txXfrm>
        <a:off x="0" y="1237699"/>
        <a:ext cx="9701953" cy="552825"/>
      </dsp:txXfrm>
    </dsp:sp>
    <dsp:sp modelId="{3F366216-5E75-4603-A271-329815F2BFC7}">
      <dsp:nvSpPr>
        <dsp:cNvPr id="0" name=""/>
        <dsp:cNvSpPr/>
      </dsp:nvSpPr>
      <dsp:spPr>
        <a:xfrm>
          <a:off x="485097" y="1045820"/>
          <a:ext cx="6791367" cy="38376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becomes</a:t>
          </a:r>
          <a:r>
            <a:rPr lang="tr-TR" sz="1300" kern="1200"/>
            <a:t> </a:t>
          </a:r>
          <a:endParaRPr lang="en-US" sz="1300" kern="1200"/>
        </a:p>
      </dsp:txBody>
      <dsp:txXfrm>
        <a:off x="503831" y="1064554"/>
        <a:ext cx="6753899" cy="346292"/>
      </dsp:txXfrm>
    </dsp:sp>
    <dsp:sp modelId="{E58B7823-61E2-4C90-A580-08B21F34D235}">
      <dsp:nvSpPr>
        <dsp:cNvPr id="0" name=""/>
        <dsp:cNvSpPr/>
      </dsp:nvSpPr>
      <dsp:spPr>
        <a:xfrm>
          <a:off x="0" y="2052605"/>
          <a:ext cx="9701953" cy="5528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70764" rIns="752979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Now, this “address” </a:t>
          </a:r>
          <a:r>
            <a:rPr lang="tr-TR" sz="1300" kern="1200" dirty="0"/>
            <a:t>can be given </a:t>
          </a:r>
          <a:r>
            <a:rPr lang="en-US" sz="1300" kern="1200" dirty="0"/>
            <a:t>to</a:t>
          </a:r>
          <a:r>
            <a:rPr lang="tr-TR" sz="1300" kern="1200" dirty="0"/>
            <a:t> the</a:t>
          </a:r>
          <a:r>
            <a:rPr lang="en-US" sz="1300" kern="1200" dirty="0"/>
            <a:t> customers</a:t>
          </a:r>
        </a:p>
      </dsp:txBody>
      <dsp:txXfrm>
        <a:off x="0" y="2052605"/>
        <a:ext cx="9701953" cy="552825"/>
      </dsp:txXfrm>
    </dsp:sp>
    <dsp:sp modelId="{C6D66269-88B9-40D9-821C-08816E7EB152}">
      <dsp:nvSpPr>
        <dsp:cNvPr id="0" name=""/>
        <dsp:cNvSpPr/>
      </dsp:nvSpPr>
      <dsp:spPr>
        <a:xfrm>
          <a:off x="485097" y="1860725"/>
          <a:ext cx="6791367" cy="383760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 dirty="0"/>
            <a:t>Give to Customer</a:t>
          </a:r>
          <a:endParaRPr lang="en-US" sz="1300" kern="1200" dirty="0"/>
        </a:p>
      </dsp:txBody>
      <dsp:txXfrm>
        <a:off x="503831" y="1879459"/>
        <a:ext cx="6753899" cy="346292"/>
      </dsp:txXfrm>
    </dsp:sp>
    <dsp:sp modelId="{17FD9BC1-0B79-4D53-92D9-81D9EABDFE68}">
      <dsp:nvSpPr>
        <dsp:cNvPr id="0" name=""/>
        <dsp:cNvSpPr/>
      </dsp:nvSpPr>
      <dsp:spPr>
        <a:xfrm>
          <a:off x="0" y="2867510"/>
          <a:ext cx="9701953" cy="7575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70764" rIns="752979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they can use almost </a:t>
          </a:r>
          <a:r>
            <a:rPr lang="tr-TR" sz="1300" kern="1200" dirty="0"/>
            <a:t>on </a:t>
          </a:r>
          <a:r>
            <a:rPr lang="en-US" sz="1300" kern="1200" dirty="0"/>
            <a:t>any bitcoin wallet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to make a simple payment,</a:t>
          </a:r>
          <a:r>
            <a:rPr lang="tr-TR" sz="1300" kern="1200" dirty="0"/>
            <a:t> </a:t>
          </a:r>
          <a:r>
            <a:rPr lang="en-US" sz="1300" kern="1200" dirty="0"/>
            <a:t>as if it were a bitcoin address. </a:t>
          </a:r>
        </a:p>
      </dsp:txBody>
      <dsp:txXfrm>
        <a:off x="0" y="2867510"/>
        <a:ext cx="9701953" cy="757575"/>
      </dsp:txXfrm>
    </dsp:sp>
    <dsp:sp modelId="{7896E995-32CE-4682-AA15-1E6F9AE6969F}">
      <dsp:nvSpPr>
        <dsp:cNvPr id="0" name=""/>
        <dsp:cNvSpPr/>
      </dsp:nvSpPr>
      <dsp:spPr>
        <a:xfrm>
          <a:off x="485097" y="2675630"/>
          <a:ext cx="6791367" cy="38376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bitcoin wallet </a:t>
          </a:r>
        </a:p>
      </dsp:txBody>
      <dsp:txXfrm>
        <a:off x="503831" y="2694364"/>
        <a:ext cx="6753899" cy="346292"/>
      </dsp:txXfrm>
    </dsp:sp>
  </dsp:spTree>
</dsp:drawing>
</file>

<file path=ppt/diagrams/drawing2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07A149D-AA8A-49B5-B22E-F67F63F9194F}">
      <dsp:nvSpPr>
        <dsp:cNvPr id="0" name=""/>
        <dsp:cNvSpPr/>
      </dsp:nvSpPr>
      <dsp:spPr>
        <a:xfrm>
          <a:off x="1754187" y="1931"/>
          <a:ext cx="7016750" cy="847290"/>
        </a:xfrm>
        <a:prstGeom prst="rect">
          <a:avLst/>
        </a:prstGeom>
        <a:solidFill>
          <a:schemeClr val="accent2">
            <a:tint val="40000"/>
            <a:alpha val="9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2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136144" tIns="215212" rIns="136144" bIns="215212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gives them a hint that </a:t>
          </a:r>
        </a:p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this is a special type</a:t>
          </a:r>
          <a:r>
            <a:rPr lang="tr-TR" sz="1200" kern="1200"/>
            <a:t> </a:t>
          </a:r>
          <a:r>
            <a:rPr lang="en-US" sz="1200" kern="1200"/>
            <a:t>of address, </a:t>
          </a:r>
        </a:p>
      </dsp:txBody>
      <dsp:txXfrm>
        <a:off x="1754187" y="1931"/>
        <a:ext cx="7016750" cy="847290"/>
      </dsp:txXfrm>
    </dsp:sp>
    <dsp:sp modelId="{7F0C9A2C-C664-4EE0-9437-3217143E7C8A}">
      <dsp:nvSpPr>
        <dsp:cNvPr id="0" name=""/>
        <dsp:cNvSpPr/>
      </dsp:nvSpPr>
      <dsp:spPr>
        <a:xfrm>
          <a:off x="0" y="1931"/>
          <a:ext cx="1754187" cy="847290"/>
        </a:xfrm>
        <a:prstGeom prst="rect">
          <a:avLst/>
        </a:prstGeom>
        <a:gradFill rotWithShape="0">
          <a:gsLst>
            <a:gs pos="0">
              <a:schemeClr val="accent2">
                <a:hueOff val="0"/>
                <a:satOff val="0"/>
                <a:lumOff val="0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2">
                <a:hueOff val="0"/>
                <a:satOff val="0"/>
                <a:lumOff val="0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2">
                <a:hueOff val="0"/>
                <a:satOff val="0"/>
                <a:lumOff val="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 w="9525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1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92826" tIns="83693" rIns="92826" bIns="83693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The 3 prefix </a:t>
          </a:r>
        </a:p>
      </dsp:txBody>
      <dsp:txXfrm>
        <a:off x="0" y="1931"/>
        <a:ext cx="1754187" cy="847290"/>
      </dsp:txXfrm>
    </dsp:sp>
    <dsp:sp modelId="{1602793A-FA1A-4303-98E6-A69BAD419CAF}">
      <dsp:nvSpPr>
        <dsp:cNvPr id="0" name=""/>
        <dsp:cNvSpPr/>
      </dsp:nvSpPr>
      <dsp:spPr>
        <a:xfrm>
          <a:off x="1754187" y="900058"/>
          <a:ext cx="7016750" cy="847290"/>
        </a:xfrm>
        <a:prstGeom prst="rect">
          <a:avLst/>
        </a:prstGeom>
        <a:solidFill>
          <a:schemeClr val="accent2">
            <a:tint val="40000"/>
            <a:alpha val="90000"/>
            <a:hueOff val="-1852224"/>
            <a:satOff val="-267"/>
            <a:lumOff val="365"/>
            <a:alphaOff val="0"/>
          </a:schemeClr>
        </a:solidFill>
        <a:ln w="9525" cap="flat" cmpd="sng" algn="ctr">
          <a:solidFill>
            <a:schemeClr val="accent2">
              <a:tint val="40000"/>
              <a:alpha val="90000"/>
              <a:hueOff val="-1852224"/>
              <a:satOff val="-267"/>
              <a:lumOff val="365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136144" tIns="215212" rIns="136144" bIns="215212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instead of a public key, </a:t>
          </a:r>
        </a:p>
      </dsp:txBody>
      <dsp:txXfrm>
        <a:off x="1754187" y="900058"/>
        <a:ext cx="7016750" cy="847290"/>
      </dsp:txXfrm>
    </dsp:sp>
    <dsp:sp modelId="{1E896139-B73A-4EFF-94D6-37FE8C1572BE}">
      <dsp:nvSpPr>
        <dsp:cNvPr id="0" name=""/>
        <dsp:cNvSpPr/>
      </dsp:nvSpPr>
      <dsp:spPr>
        <a:xfrm>
          <a:off x="0" y="900058"/>
          <a:ext cx="1754187" cy="847290"/>
        </a:xfrm>
        <a:prstGeom prst="rect">
          <a:avLst/>
        </a:prstGeom>
        <a:gradFill rotWithShape="0">
          <a:gsLst>
            <a:gs pos="0">
              <a:schemeClr val="accent2">
                <a:hueOff val="-1851968"/>
                <a:satOff val="-687"/>
                <a:lumOff val="1569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2">
                <a:hueOff val="-1851968"/>
                <a:satOff val="-687"/>
                <a:lumOff val="1569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2">
                <a:hueOff val="-1851968"/>
                <a:satOff val="-687"/>
                <a:lumOff val="1569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 w="9525" cap="flat" cmpd="sng" algn="ctr">
          <a:solidFill>
            <a:schemeClr val="accent2">
              <a:hueOff val="-1851968"/>
              <a:satOff val="-687"/>
              <a:lumOff val="1569"/>
              <a:alphaOff val="0"/>
            </a:schemeClr>
          </a:solidFill>
          <a:prstDash val="solid"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1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92826" tIns="83693" rIns="92826" bIns="83693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corresponding to a script </a:t>
          </a:r>
        </a:p>
      </dsp:txBody>
      <dsp:txXfrm>
        <a:off x="0" y="900058"/>
        <a:ext cx="1754187" cy="847290"/>
      </dsp:txXfrm>
    </dsp:sp>
    <dsp:sp modelId="{B16421DE-85E1-4458-9254-8D4942D88481}">
      <dsp:nvSpPr>
        <dsp:cNvPr id="0" name=""/>
        <dsp:cNvSpPr/>
      </dsp:nvSpPr>
      <dsp:spPr>
        <a:xfrm>
          <a:off x="1754187" y="1798186"/>
          <a:ext cx="7016750" cy="847290"/>
        </a:xfrm>
        <a:prstGeom prst="rect">
          <a:avLst/>
        </a:prstGeom>
        <a:solidFill>
          <a:schemeClr val="accent2">
            <a:tint val="40000"/>
            <a:alpha val="90000"/>
            <a:hueOff val="-3704447"/>
            <a:satOff val="-534"/>
            <a:lumOff val="729"/>
            <a:alphaOff val="0"/>
          </a:schemeClr>
        </a:solidFill>
        <a:ln w="9525" cap="flat" cmpd="sng" algn="ctr">
          <a:solidFill>
            <a:schemeClr val="accent2">
              <a:tint val="40000"/>
              <a:alpha val="90000"/>
              <a:hueOff val="-3704447"/>
              <a:satOff val="-534"/>
              <a:lumOff val="729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136144" tIns="215212" rIns="136144" bIns="215212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it</a:t>
          </a:r>
          <a:r>
            <a:rPr lang="tr-TR" sz="1200" kern="1200"/>
            <a:t> </a:t>
          </a:r>
          <a:r>
            <a:rPr lang="en-US" sz="1200" kern="1200"/>
            <a:t>works in exactly the same way </a:t>
          </a:r>
        </a:p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as a payment to a bitcoin address.</a:t>
          </a:r>
        </a:p>
      </dsp:txBody>
      <dsp:txXfrm>
        <a:off x="1754187" y="1798186"/>
        <a:ext cx="7016750" cy="847290"/>
      </dsp:txXfrm>
    </dsp:sp>
    <dsp:sp modelId="{FFE5BECF-316F-44C4-948E-7B0C48AF956D}">
      <dsp:nvSpPr>
        <dsp:cNvPr id="0" name=""/>
        <dsp:cNvSpPr/>
      </dsp:nvSpPr>
      <dsp:spPr>
        <a:xfrm>
          <a:off x="0" y="1798186"/>
          <a:ext cx="1754187" cy="847290"/>
        </a:xfrm>
        <a:prstGeom prst="rect">
          <a:avLst/>
        </a:prstGeom>
        <a:gradFill rotWithShape="0">
          <a:gsLst>
            <a:gs pos="0">
              <a:schemeClr val="accent2">
                <a:hueOff val="-3703935"/>
                <a:satOff val="-1375"/>
                <a:lumOff val="3138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2">
                <a:hueOff val="-3703935"/>
                <a:satOff val="-1375"/>
                <a:lumOff val="3138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2">
                <a:hueOff val="-3703935"/>
                <a:satOff val="-1375"/>
                <a:lumOff val="3138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 w="9525" cap="flat" cmpd="sng" algn="ctr">
          <a:solidFill>
            <a:schemeClr val="accent2">
              <a:hueOff val="-3703935"/>
              <a:satOff val="-1375"/>
              <a:lumOff val="3138"/>
              <a:alphaOff val="0"/>
            </a:schemeClr>
          </a:solidFill>
          <a:prstDash val="solid"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1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92826" tIns="83693" rIns="92826" bIns="83693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but otherwise </a:t>
          </a:r>
        </a:p>
      </dsp:txBody>
      <dsp:txXfrm>
        <a:off x="0" y="1798186"/>
        <a:ext cx="1754187" cy="847290"/>
      </dsp:txXfrm>
    </dsp:sp>
    <dsp:sp modelId="{AA056A38-1B19-466B-8F07-8FF745216370}">
      <dsp:nvSpPr>
        <dsp:cNvPr id="0" name=""/>
        <dsp:cNvSpPr/>
      </dsp:nvSpPr>
      <dsp:spPr>
        <a:xfrm>
          <a:off x="1754187" y="2696314"/>
          <a:ext cx="7016750" cy="847290"/>
        </a:xfrm>
        <a:prstGeom prst="rect">
          <a:avLst/>
        </a:prstGeom>
        <a:solidFill>
          <a:schemeClr val="accent2">
            <a:tint val="40000"/>
            <a:alpha val="90000"/>
            <a:hueOff val="-5556671"/>
            <a:satOff val="-801"/>
            <a:lumOff val="1094"/>
            <a:alphaOff val="0"/>
          </a:schemeClr>
        </a:solidFill>
        <a:ln w="9525" cap="flat" cmpd="sng" algn="ctr">
          <a:solidFill>
            <a:schemeClr val="accent2">
              <a:tint val="40000"/>
              <a:alpha val="90000"/>
              <a:hueOff val="-5556671"/>
              <a:satOff val="-801"/>
              <a:lumOff val="1094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136144" tIns="215212" rIns="136144" bIns="215212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hide all of the complexity, </a:t>
          </a:r>
        </a:p>
      </dsp:txBody>
      <dsp:txXfrm>
        <a:off x="1754187" y="2696314"/>
        <a:ext cx="7016750" cy="847290"/>
      </dsp:txXfrm>
    </dsp:sp>
    <dsp:sp modelId="{13D29FD8-67AD-4545-B7C1-C115340E4B75}">
      <dsp:nvSpPr>
        <dsp:cNvPr id="0" name=""/>
        <dsp:cNvSpPr/>
      </dsp:nvSpPr>
      <dsp:spPr>
        <a:xfrm>
          <a:off x="0" y="2696314"/>
          <a:ext cx="1754187" cy="847290"/>
        </a:xfrm>
        <a:prstGeom prst="rect">
          <a:avLst/>
        </a:prstGeom>
        <a:gradFill rotWithShape="0">
          <a:gsLst>
            <a:gs pos="0">
              <a:schemeClr val="accent2">
                <a:hueOff val="-5555903"/>
                <a:satOff val="-2062"/>
                <a:lumOff val="4706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2">
                <a:hueOff val="-5555903"/>
                <a:satOff val="-2062"/>
                <a:lumOff val="4706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2">
                <a:hueOff val="-5555903"/>
                <a:satOff val="-2062"/>
                <a:lumOff val="4706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 w="9525" cap="flat" cmpd="sng" algn="ctr">
          <a:solidFill>
            <a:schemeClr val="accent2">
              <a:hueOff val="-5555903"/>
              <a:satOff val="-2062"/>
              <a:lumOff val="4706"/>
              <a:alphaOff val="0"/>
            </a:schemeClr>
          </a:solidFill>
          <a:prstDash val="solid"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1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92826" tIns="83693" rIns="92826" bIns="83693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P2SH addresses </a:t>
          </a:r>
        </a:p>
      </dsp:txBody>
      <dsp:txXfrm>
        <a:off x="0" y="2696314"/>
        <a:ext cx="1754187" cy="847290"/>
      </dsp:txXfrm>
    </dsp:sp>
    <dsp:sp modelId="{57069A66-D50E-4AE1-B483-226D218225BF}">
      <dsp:nvSpPr>
        <dsp:cNvPr id="0" name=""/>
        <dsp:cNvSpPr/>
      </dsp:nvSpPr>
      <dsp:spPr>
        <a:xfrm>
          <a:off x="1754187" y="3594441"/>
          <a:ext cx="7016750" cy="847290"/>
        </a:xfrm>
        <a:prstGeom prst="rect">
          <a:avLst/>
        </a:prstGeom>
        <a:solidFill>
          <a:schemeClr val="accent2">
            <a:tint val="40000"/>
            <a:alpha val="90000"/>
            <a:hueOff val="-7408895"/>
            <a:satOff val="-1068"/>
            <a:lumOff val="1459"/>
            <a:alphaOff val="0"/>
          </a:schemeClr>
        </a:solidFill>
        <a:ln w="9525" cap="flat" cmpd="sng" algn="ctr">
          <a:solidFill>
            <a:schemeClr val="accent2">
              <a:tint val="40000"/>
              <a:alpha val="90000"/>
              <a:hueOff val="-7408895"/>
              <a:satOff val="-1068"/>
              <a:lumOff val="1459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136144" tIns="215212" rIns="136144" bIns="215212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does</a:t>
          </a:r>
          <a:r>
            <a:rPr lang="tr-TR" sz="1200" kern="1200"/>
            <a:t> not see the script</a:t>
          </a:r>
          <a:endParaRPr lang="en-US" sz="1200" kern="1200"/>
        </a:p>
      </dsp:txBody>
      <dsp:txXfrm>
        <a:off x="1754187" y="3594441"/>
        <a:ext cx="7016750" cy="847290"/>
      </dsp:txXfrm>
    </dsp:sp>
    <dsp:sp modelId="{F50506C6-A345-40E0-A396-F11A022D33E5}">
      <dsp:nvSpPr>
        <dsp:cNvPr id="0" name=""/>
        <dsp:cNvSpPr/>
      </dsp:nvSpPr>
      <dsp:spPr>
        <a:xfrm>
          <a:off x="0" y="3594441"/>
          <a:ext cx="1754187" cy="847290"/>
        </a:xfrm>
        <a:prstGeom prst="rect">
          <a:avLst/>
        </a:prstGeom>
        <a:gradFill rotWithShape="0">
          <a:gsLst>
            <a:gs pos="0">
              <a:schemeClr val="accent2">
                <a:hueOff val="-7407870"/>
                <a:satOff val="-2749"/>
                <a:lumOff val="6275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2">
                <a:hueOff val="-7407870"/>
                <a:satOff val="-2749"/>
                <a:lumOff val="6275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2">
                <a:hueOff val="-7407870"/>
                <a:satOff val="-2749"/>
                <a:lumOff val="6275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 w="9525" cap="flat" cmpd="sng" algn="ctr">
          <a:solidFill>
            <a:schemeClr val="accent2">
              <a:hueOff val="-7407870"/>
              <a:satOff val="-2749"/>
              <a:lumOff val="6275"/>
              <a:alphaOff val="0"/>
            </a:schemeClr>
          </a:solidFill>
          <a:prstDash val="solid"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1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92826" tIns="83693" rIns="92826" bIns="83693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so that the person making a payment </a:t>
          </a:r>
        </a:p>
      </dsp:txBody>
      <dsp:txXfrm>
        <a:off x="0" y="3594441"/>
        <a:ext cx="1754187" cy="847290"/>
      </dsp:txXfrm>
    </dsp:sp>
  </dsp:spTree>
</dsp:drawing>
</file>

<file path=ppt/diagrams/drawing2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C55E5DB-6EF7-4A8D-9004-0AC6861EBC48}">
      <dsp:nvSpPr>
        <dsp:cNvPr id="0" name=""/>
        <dsp:cNvSpPr/>
      </dsp:nvSpPr>
      <dsp:spPr>
        <a:xfrm>
          <a:off x="943992" y="386340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08F03CD-E8D2-4336-ACF8-BDF5AD38861B}">
      <dsp:nvSpPr>
        <dsp:cNvPr id="0" name=""/>
        <dsp:cNvSpPr/>
      </dsp:nvSpPr>
      <dsp:spPr>
        <a:xfrm>
          <a:off x="3421" y="152304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/>
            <a:t>Complex scripts </a:t>
          </a:r>
        </a:p>
      </dsp:txBody>
      <dsp:txXfrm>
        <a:off x="3421" y="1523041"/>
        <a:ext cx="2894062" cy="434109"/>
      </dsp:txXfrm>
    </dsp:sp>
    <dsp:sp modelId="{F29AB258-ED09-4CDC-82E0-DB5CF269BC48}">
      <dsp:nvSpPr>
        <dsp:cNvPr id="0" name=""/>
        <dsp:cNvSpPr/>
      </dsp:nvSpPr>
      <dsp:spPr>
        <a:xfrm>
          <a:off x="3421" y="2014721"/>
          <a:ext cx="2894062" cy="12501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are replaced by shorter fingerprints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 the transaction output,</a:t>
          </a:r>
          <a:r>
            <a:rPr lang="tr-TR" sz="1700" kern="1200"/>
            <a:t> 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making the transaction smaller.</a:t>
          </a:r>
        </a:p>
      </dsp:txBody>
      <dsp:txXfrm>
        <a:off x="3421" y="2014721"/>
        <a:ext cx="2894062" cy="1250187"/>
      </dsp:txXfrm>
    </dsp:sp>
    <dsp:sp modelId="{E07428A0-5730-4F09-8F4F-6ADAFF79755D}">
      <dsp:nvSpPr>
        <dsp:cNvPr id="0" name=""/>
        <dsp:cNvSpPr/>
      </dsp:nvSpPr>
      <dsp:spPr>
        <a:xfrm>
          <a:off x="4344515" y="386340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4BB7156-4098-40E7-BE23-D4549988C13E}">
      <dsp:nvSpPr>
        <dsp:cNvPr id="0" name=""/>
        <dsp:cNvSpPr/>
      </dsp:nvSpPr>
      <dsp:spPr>
        <a:xfrm>
          <a:off x="3403945" y="152304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/>
            <a:t>Scripts </a:t>
          </a:r>
          <a:r>
            <a:rPr lang="tr-TR" sz="2800" kern="1200"/>
            <a:t>as address</a:t>
          </a:r>
          <a:endParaRPr lang="en-US" sz="2800" kern="1200"/>
        </a:p>
      </dsp:txBody>
      <dsp:txXfrm>
        <a:off x="3403945" y="1523041"/>
        <a:ext cx="2894062" cy="434109"/>
      </dsp:txXfrm>
    </dsp:sp>
    <dsp:sp modelId="{7EF0021B-AF29-4467-B628-50DA05130322}">
      <dsp:nvSpPr>
        <dsp:cNvPr id="0" name=""/>
        <dsp:cNvSpPr/>
      </dsp:nvSpPr>
      <dsp:spPr>
        <a:xfrm>
          <a:off x="3403945" y="2014721"/>
          <a:ext cx="2894062" cy="12501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Scipts </a:t>
          </a:r>
          <a:r>
            <a:rPr lang="en-US" sz="1700" kern="1200" dirty="0"/>
            <a:t>can be coded as an address, </a:t>
          </a:r>
        </a:p>
      </dsp:txBody>
      <dsp:txXfrm>
        <a:off x="3403945" y="2014721"/>
        <a:ext cx="2894062" cy="1250187"/>
      </dsp:txXfrm>
    </dsp:sp>
    <dsp:sp modelId="{162CFDE5-4E2C-4CF0-8C3B-73342F5A4ED2}">
      <dsp:nvSpPr>
        <dsp:cNvPr id="0" name=""/>
        <dsp:cNvSpPr/>
      </dsp:nvSpPr>
      <dsp:spPr>
        <a:xfrm>
          <a:off x="7745039" y="386340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5278954-D01E-4D6F-BA44-620082357F38}">
      <dsp:nvSpPr>
        <dsp:cNvPr id="0" name=""/>
        <dsp:cNvSpPr/>
      </dsp:nvSpPr>
      <dsp:spPr>
        <a:xfrm>
          <a:off x="6804468" y="152304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Usage</a:t>
          </a:r>
          <a:endParaRPr lang="en-US" sz="2800" kern="1200"/>
        </a:p>
      </dsp:txBody>
      <dsp:txXfrm>
        <a:off x="6804468" y="1523041"/>
        <a:ext cx="2894062" cy="434109"/>
      </dsp:txXfrm>
    </dsp:sp>
    <dsp:sp modelId="{EC332239-FAD5-43F1-8A31-BAF2F601E6CB}">
      <dsp:nvSpPr>
        <dsp:cNvPr id="0" name=""/>
        <dsp:cNvSpPr/>
      </dsp:nvSpPr>
      <dsp:spPr>
        <a:xfrm>
          <a:off x="6804468" y="2014721"/>
          <a:ext cx="2894062" cy="12501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sender and the sender’s wallet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don’t</a:t>
          </a:r>
          <a:r>
            <a:rPr lang="tr-TR" sz="1700" kern="1200"/>
            <a:t> </a:t>
          </a:r>
          <a:r>
            <a:rPr lang="en-US" sz="1700" kern="1200"/>
            <a:t>need complex engineering to implement P2SH.</a:t>
          </a:r>
        </a:p>
      </dsp:txBody>
      <dsp:txXfrm>
        <a:off x="6804468" y="2014721"/>
        <a:ext cx="2894062" cy="1250187"/>
      </dsp:txXfrm>
    </dsp:sp>
  </dsp:spTree>
</dsp:drawing>
</file>

<file path=ppt/diagrams/drawing2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4C4DE11-96DC-4D4F-BE77-8076690E2837}">
      <dsp:nvSpPr>
        <dsp:cNvPr id="0" name=""/>
        <dsp:cNvSpPr/>
      </dsp:nvSpPr>
      <dsp:spPr>
        <a:xfrm>
          <a:off x="1940390" y="1380"/>
          <a:ext cx="7761562" cy="1415292"/>
        </a:xfrm>
        <a:prstGeom prst="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50596" tIns="359484" rIns="150596" bIns="359484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shifts the burden of</a:t>
          </a:r>
        </a:p>
      </dsp:txBody>
      <dsp:txXfrm>
        <a:off x="1940390" y="1380"/>
        <a:ext cx="7761562" cy="1415292"/>
      </dsp:txXfrm>
    </dsp:sp>
    <dsp:sp modelId="{9F7D96FF-23C4-4DF2-B356-1D6EE9F87EF2}">
      <dsp:nvSpPr>
        <dsp:cNvPr id="0" name=""/>
        <dsp:cNvSpPr/>
      </dsp:nvSpPr>
      <dsp:spPr>
        <a:xfrm>
          <a:off x="0" y="1380"/>
          <a:ext cx="1940390" cy="1415292"/>
        </a:xfrm>
        <a:prstGeom prst="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102679" tIns="139799" rIns="102679" bIns="139799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P2SH</a:t>
          </a:r>
        </a:p>
      </dsp:txBody>
      <dsp:txXfrm>
        <a:off x="0" y="1380"/>
        <a:ext cx="1940390" cy="1415292"/>
      </dsp:txXfrm>
    </dsp:sp>
    <dsp:sp modelId="{CC58BF20-02F4-48B0-B349-6A7A83DB7BF3}">
      <dsp:nvSpPr>
        <dsp:cNvPr id="0" name=""/>
        <dsp:cNvSpPr/>
      </dsp:nvSpPr>
      <dsp:spPr>
        <a:xfrm>
          <a:off x="1940390" y="1501590"/>
          <a:ext cx="7761562" cy="1415292"/>
        </a:xfrm>
        <a:prstGeom prst="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50596" tIns="359484" rIns="150596" bIns="359484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constructing the script to the recipient, </a:t>
          </a:r>
        </a:p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not the sender.</a:t>
          </a:r>
        </a:p>
      </dsp:txBody>
      <dsp:txXfrm>
        <a:off x="1940390" y="1501590"/>
        <a:ext cx="7761562" cy="1415292"/>
      </dsp:txXfrm>
    </dsp:sp>
    <dsp:sp modelId="{6AD1FF84-4B01-4178-B87A-29A89CE4B974}">
      <dsp:nvSpPr>
        <dsp:cNvPr id="0" name=""/>
        <dsp:cNvSpPr/>
      </dsp:nvSpPr>
      <dsp:spPr>
        <a:xfrm>
          <a:off x="0" y="1501590"/>
          <a:ext cx="1940390" cy="1415292"/>
        </a:xfrm>
        <a:prstGeom prst="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102679" tIns="139799" rIns="102679" bIns="139799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script </a:t>
          </a:r>
        </a:p>
      </dsp:txBody>
      <dsp:txXfrm>
        <a:off x="0" y="1501590"/>
        <a:ext cx="1940390" cy="1415292"/>
      </dsp:txXfrm>
    </dsp:sp>
    <dsp:sp modelId="{70DD2BA0-9EFF-41C9-B692-7F62F275B718}">
      <dsp:nvSpPr>
        <dsp:cNvPr id="0" name=""/>
        <dsp:cNvSpPr/>
      </dsp:nvSpPr>
      <dsp:spPr>
        <a:xfrm>
          <a:off x="1940390" y="3001800"/>
          <a:ext cx="7761562" cy="1415292"/>
        </a:xfrm>
        <a:prstGeom prst="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50596" tIns="359484" rIns="150596" bIns="359484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for the long script </a:t>
          </a:r>
        </a:p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from the output </a:t>
          </a:r>
          <a:r>
            <a:rPr lang="tr-TR" sz="1300" kern="1200"/>
            <a:t>- </a:t>
          </a:r>
          <a:r>
            <a:rPr lang="en-US" sz="1300" kern="1200"/>
            <a:t>is in the UTXO set</a:t>
          </a:r>
        </a:p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to the input </a:t>
          </a:r>
          <a:r>
            <a:rPr lang="tr-TR" sz="1300" kern="1200"/>
            <a:t>- </a:t>
          </a:r>
          <a:r>
            <a:rPr lang="en-US" sz="1300" kern="1200"/>
            <a:t>stored on the blockchain</a:t>
          </a:r>
        </a:p>
      </dsp:txBody>
      <dsp:txXfrm>
        <a:off x="1940390" y="3001800"/>
        <a:ext cx="7761562" cy="1415292"/>
      </dsp:txXfrm>
    </dsp:sp>
    <dsp:sp modelId="{8F6B510A-3F7E-4AF4-B585-AC9FC77DAA9A}">
      <dsp:nvSpPr>
        <dsp:cNvPr id="0" name=""/>
        <dsp:cNvSpPr/>
      </dsp:nvSpPr>
      <dsp:spPr>
        <a:xfrm>
          <a:off x="0" y="3001800"/>
          <a:ext cx="1940390" cy="1415292"/>
        </a:xfrm>
        <a:prstGeom prst="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102679" tIns="139799" rIns="102679" bIns="139799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data storage</a:t>
          </a:r>
        </a:p>
      </dsp:txBody>
      <dsp:txXfrm>
        <a:off x="0" y="3001800"/>
        <a:ext cx="1940390" cy="1415292"/>
      </dsp:txXfrm>
    </dsp:sp>
  </dsp:spTree>
</dsp:drawing>
</file>

<file path=ppt/diagrams/drawing2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FC969FE-310F-4EEF-8A73-D651BA071249}">
      <dsp:nvSpPr>
        <dsp:cNvPr id="0" name=""/>
        <dsp:cNvSpPr/>
      </dsp:nvSpPr>
      <dsp:spPr>
        <a:xfrm rot="5400000">
          <a:off x="6245752" y="-2663328"/>
          <a:ext cx="703150" cy="6209249"/>
        </a:xfrm>
        <a:prstGeom prst="round2SameRect">
          <a:avLst/>
        </a:prstGeom>
        <a:solidFill>
          <a:schemeClr val="accent4">
            <a:tint val="40000"/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720" tIns="22860" rIns="45720" bIns="22860" numCol="1" spcCol="1270" anchor="ctr" anchorCtr="0">
          <a:noAutofit/>
        </a:bodyPr>
        <a:lstStyle/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200" kern="1200"/>
            <a:t>shifts the burden</a:t>
          </a:r>
          <a:endParaRPr lang="tr-TR" sz="1200" kern="1200"/>
        </a:p>
      </dsp:txBody>
      <dsp:txXfrm rot="-5400000">
        <a:off x="3492703" y="124046"/>
        <a:ext cx="6174924" cy="634500"/>
      </dsp:txXfrm>
    </dsp:sp>
    <dsp:sp modelId="{C5E6EC85-1A70-4F81-96C9-A29AECE65A4C}">
      <dsp:nvSpPr>
        <dsp:cNvPr id="0" name=""/>
        <dsp:cNvSpPr/>
      </dsp:nvSpPr>
      <dsp:spPr>
        <a:xfrm>
          <a:off x="0" y="1827"/>
          <a:ext cx="3492703" cy="878938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2400" tIns="76200" rIns="152400" bIns="76200" numCol="1" spcCol="1270" anchor="ctr" anchorCtr="0">
          <a:noAutofit/>
        </a:bodyPr>
        <a:lstStyle/>
        <a:p>
          <a:pPr marL="0" lvl="0" indent="0" algn="ctr" defTabSz="1778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4000" kern="1200"/>
            <a:t>P2SH</a:t>
          </a:r>
          <a:endParaRPr lang="tr-TR" sz="4000" kern="1200"/>
        </a:p>
      </dsp:txBody>
      <dsp:txXfrm>
        <a:off x="42906" y="44733"/>
        <a:ext cx="3406891" cy="793126"/>
      </dsp:txXfrm>
    </dsp:sp>
    <dsp:sp modelId="{592F6061-FF22-4DBC-8212-91173AD05AB8}">
      <dsp:nvSpPr>
        <dsp:cNvPr id="0" name=""/>
        <dsp:cNvSpPr/>
      </dsp:nvSpPr>
      <dsp:spPr>
        <a:xfrm rot="5400000">
          <a:off x="6245752" y="-1740442"/>
          <a:ext cx="703150" cy="6209249"/>
        </a:xfrm>
        <a:prstGeom prst="round2SameRect">
          <a:avLst/>
        </a:prstGeom>
        <a:solidFill>
          <a:schemeClr val="accent4">
            <a:tint val="40000"/>
            <a:alpha val="90000"/>
            <a:hueOff val="-6440284"/>
            <a:satOff val="10912"/>
            <a:lumOff val="1190"/>
            <a:alphaOff val="0"/>
          </a:schemeClr>
        </a:solidFill>
        <a:ln w="12700" cap="flat" cmpd="sng" algn="ctr">
          <a:solidFill>
            <a:schemeClr val="accent4">
              <a:tint val="40000"/>
              <a:alpha val="90000"/>
              <a:hueOff val="-6440284"/>
              <a:satOff val="10912"/>
              <a:lumOff val="119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720" tIns="22860" rIns="45720" bIns="22860" numCol="1" spcCol="1270" anchor="ctr" anchorCtr="0">
          <a:noAutofit/>
        </a:bodyPr>
        <a:lstStyle/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200" kern="1200"/>
            <a:t>in data storage for the long script</a:t>
          </a:r>
          <a:endParaRPr lang="tr-TR" sz="1200" kern="1200"/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200" kern="1200"/>
            <a:t>from the present time</a:t>
          </a:r>
          <a:r>
            <a:rPr lang="tr-TR" sz="1200" kern="1200"/>
            <a:t> </a:t>
          </a:r>
          <a:r>
            <a:rPr lang="en-US" sz="1200" kern="1200"/>
            <a:t>(payment) </a:t>
          </a:r>
          <a:endParaRPr lang="tr-TR" sz="1200" kern="1200"/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200" kern="1200"/>
            <a:t>to a future time (when it is spent).</a:t>
          </a:r>
          <a:endParaRPr lang="tr-TR" sz="1200" kern="1200"/>
        </a:p>
      </dsp:txBody>
      <dsp:txXfrm rot="-5400000">
        <a:off x="3492703" y="1046932"/>
        <a:ext cx="6174924" cy="634500"/>
      </dsp:txXfrm>
    </dsp:sp>
    <dsp:sp modelId="{A6FA8B88-21F4-459A-B0FE-4AB107EEBD4B}">
      <dsp:nvSpPr>
        <dsp:cNvPr id="0" name=""/>
        <dsp:cNvSpPr/>
      </dsp:nvSpPr>
      <dsp:spPr>
        <a:xfrm>
          <a:off x="0" y="924712"/>
          <a:ext cx="3492703" cy="878938"/>
        </a:xfrm>
        <a:prstGeom prst="roundRect">
          <a:avLst/>
        </a:prstGeom>
        <a:solidFill>
          <a:schemeClr val="accent4">
            <a:hueOff val="-6371030"/>
            <a:satOff val="11291"/>
            <a:lumOff val="398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2400" tIns="76200" rIns="152400" bIns="76200" numCol="1" spcCol="1270" anchor="ctr" anchorCtr="0">
          <a:noAutofit/>
        </a:bodyPr>
        <a:lstStyle/>
        <a:p>
          <a:pPr marL="0" lvl="0" indent="0" algn="ctr" defTabSz="1778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4000" kern="1200"/>
            <a:t>Long script</a:t>
          </a:r>
        </a:p>
      </dsp:txBody>
      <dsp:txXfrm>
        <a:off x="42906" y="967618"/>
        <a:ext cx="3406891" cy="793126"/>
      </dsp:txXfrm>
    </dsp:sp>
    <dsp:sp modelId="{8621D2D9-CDA8-4E99-AD74-460925BE27C2}">
      <dsp:nvSpPr>
        <dsp:cNvPr id="0" name=""/>
        <dsp:cNvSpPr/>
      </dsp:nvSpPr>
      <dsp:spPr>
        <a:xfrm rot="5400000">
          <a:off x="6245752" y="-817557"/>
          <a:ext cx="703150" cy="6209249"/>
        </a:xfrm>
        <a:prstGeom prst="round2SameRect">
          <a:avLst/>
        </a:prstGeom>
        <a:solidFill>
          <a:schemeClr val="accent4">
            <a:tint val="40000"/>
            <a:alpha val="90000"/>
            <a:hueOff val="-12880567"/>
            <a:satOff val="21823"/>
            <a:lumOff val="2381"/>
            <a:alphaOff val="0"/>
          </a:schemeClr>
        </a:solidFill>
        <a:ln w="12700" cap="flat" cmpd="sng" algn="ctr">
          <a:solidFill>
            <a:schemeClr val="accent4">
              <a:tint val="40000"/>
              <a:alpha val="90000"/>
              <a:hueOff val="-12880567"/>
              <a:satOff val="21823"/>
              <a:lumOff val="2381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720" tIns="22860" rIns="45720" bIns="22860" numCol="1" spcCol="1270" anchor="ctr" anchorCtr="0">
          <a:noAutofit/>
        </a:bodyPr>
        <a:lstStyle/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200" kern="1200"/>
            <a:t>cost of a long script from the sender </a:t>
          </a:r>
          <a:endParaRPr lang="tr-TR" sz="1200" kern="1200"/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200" kern="1200"/>
            <a:t>to the recipient,</a:t>
          </a:r>
          <a:r>
            <a:rPr lang="tr-TR" sz="1200" kern="1200"/>
            <a:t> </a:t>
          </a:r>
        </a:p>
      </dsp:txBody>
      <dsp:txXfrm rot="-5400000">
        <a:off x="3492703" y="1969817"/>
        <a:ext cx="6174924" cy="634500"/>
      </dsp:txXfrm>
    </dsp:sp>
    <dsp:sp modelId="{9D0BFAE2-C9E4-4F5B-85FB-DB2860357F53}">
      <dsp:nvSpPr>
        <dsp:cNvPr id="0" name=""/>
        <dsp:cNvSpPr/>
      </dsp:nvSpPr>
      <dsp:spPr>
        <a:xfrm>
          <a:off x="0" y="1847598"/>
          <a:ext cx="3492703" cy="878938"/>
        </a:xfrm>
        <a:prstGeom prst="roundRect">
          <a:avLst/>
        </a:prstGeom>
        <a:solidFill>
          <a:schemeClr val="accent4">
            <a:hueOff val="-12742060"/>
            <a:satOff val="22582"/>
            <a:lumOff val="797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2400" tIns="76200" rIns="152400" bIns="76200" numCol="1" spcCol="1270" anchor="ctr" anchorCtr="0">
          <a:noAutofit/>
        </a:bodyPr>
        <a:lstStyle/>
        <a:p>
          <a:pPr marL="0" lvl="0" indent="0" algn="ctr" defTabSz="1778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4000" kern="1200"/>
            <a:t>transaction fee</a:t>
          </a:r>
          <a:endParaRPr lang="tr-TR" sz="4000" kern="1200"/>
        </a:p>
      </dsp:txBody>
      <dsp:txXfrm>
        <a:off x="42906" y="1890504"/>
        <a:ext cx="3406891" cy="793126"/>
      </dsp:txXfrm>
    </dsp:sp>
    <dsp:sp modelId="{46B5784A-69B4-459A-9A94-30947D1E6518}">
      <dsp:nvSpPr>
        <dsp:cNvPr id="0" name=""/>
        <dsp:cNvSpPr/>
      </dsp:nvSpPr>
      <dsp:spPr>
        <a:xfrm rot="5400000">
          <a:off x="6245752" y="105328"/>
          <a:ext cx="703150" cy="6209249"/>
        </a:xfrm>
        <a:prstGeom prst="round2SameRect">
          <a:avLst/>
        </a:prstGeom>
        <a:solidFill>
          <a:schemeClr val="accent4">
            <a:tint val="40000"/>
            <a:alpha val="90000"/>
            <a:hueOff val="-19320850"/>
            <a:satOff val="32735"/>
            <a:lumOff val="3571"/>
            <a:alphaOff val="0"/>
          </a:schemeClr>
        </a:solidFill>
        <a:ln w="12700" cap="flat" cmpd="sng" algn="ctr">
          <a:solidFill>
            <a:schemeClr val="accent4">
              <a:tint val="40000"/>
              <a:alpha val="90000"/>
              <a:hueOff val="-19320850"/>
              <a:satOff val="32735"/>
              <a:lumOff val="3571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720" tIns="22860" rIns="45720" bIns="22860" numCol="1" spcCol="1270" anchor="ctr" anchorCtr="0">
          <a:noAutofit/>
        </a:bodyPr>
        <a:lstStyle/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200" kern="1200"/>
            <a:t>has to include </a:t>
          </a:r>
          <a:endParaRPr lang="tr-TR" sz="1200" kern="1200"/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200" kern="1200"/>
            <a:t>the long redeem script to spend it.</a:t>
          </a:r>
          <a:endParaRPr lang="tr-TR" sz="1200" kern="1200"/>
        </a:p>
      </dsp:txBody>
      <dsp:txXfrm rot="-5400000">
        <a:off x="3492703" y="2892703"/>
        <a:ext cx="6174924" cy="634500"/>
      </dsp:txXfrm>
    </dsp:sp>
    <dsp:sp modelId="{537E5654-F8E2-4A21-BF56-174230997537}">
      <dsp:nvSpPr>
        <dsp:cNvPr id="0" name=""/>
        <dsp:cNvSpPr/>
      </dsp:nvSpPr>
      <dsp:spPr>
        <a:xfrm>
          <a:off x="0" y="2770483"/>
          <a:ext cx="3492703" cy="878938"/>
        </a:xfrm>
        <a:prstGeom prst="roundRect">
          <a:avLst/>
        </a:prstGeom>
        <a:solidFill>
          <a:schemeClr val="accent4">
            <a:hueOff val="-19113089"/>
            <a:satOff val="33873"/>
            <a:lumOff val="1196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2400" tIns="76200" rIns="152400" bIns="76200" numCol="1" spcCol="1270" anchor="ctr" anchorCtr="0">
          <a:noAutofit/>
        </a:bodyPr>
        <a:lstStyle/>
        <a:p>
          <a:pPr marL="0" lvl="0" indent="0" algn="ctr" defTabSz="1778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4000" kern="1200" dirty="0"/>
            <a:t>recipient</a:t>
          </a:r>
          <a:endParaRPr lang="tr-TR" sz="4000" kern="1200" dirty="0"/>
        </a:p>
      </dsp:txBody>
      <dsp:txXfrm>
        <a:off x="42906" y="2813389"/>
        <a:ext cx="3406891" cy="793126"/>
      </dsp:txXfrm>
    </dsp:sp>
  </dsp:spTree>
</dsp:drawing>
</file>

<file path=ppt/diagrams/drawing2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E1D8782-DF36-43BB-939E-9D3005440A21}">
      <dsp:nvSpPr>
        <dsp:cNvPr id="0" name=""/>
        <dsp:cNvSpPr/>
      </dsp:nvSpPr>
      <dsp:spPr>
        <a:xfrm>
          <a:off x="0" y="362224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Prior </a:t>
          </a:r>
          <a:r>
            <a:rPr lang="en-US" sz="2400" b="1" kern="1200"/>
            <a:t>Pay-to-Script-Hash</a:t>
          </a:r>
          <a:r>
            <a:rPr lang="en-US" sz="2400" kern="1200"/>
            <a:t> 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version 0.9.2 of the Bitcoin Core client</a:t>
          </a:r>
        </a:p>
      </dsp:txBody>
      <dsp:txXfrm>
        <a:off x="0" y="362224"/>
        <a:ext cx="9701953" cy="1398600"/>
      </dsp:txXfrm>
    </dsp:sp>
    <dsp:sp modelId="{CBAD6F55-D78E-4FDB-87AD-5A49673613F3}">
      <dsp:nvSpPr>
        <dsp:cNvPr id="0" name=""/>
        <dsp:cNvSpPr/>
      </dsp:nvSpPr>
      <dsp:spPr>
        <a:xfrm>
          <a:off x="485097" y="7984"/>
          <a:ext cx="6791367" cy="70848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/>
            <a:t>Limitation on </a:t>
          </a:r>
          <a:endParaRPr lang="en-US" sz="2400" kern="1200"/>
        </a:p>
      </dsp:txBody>
      <dsp:txXfrm>
        <a:off x="519682" y="42569"/>
        <a:ext cx="6722197" cy="639310"/>
      </dsp:txXfrm>
    </dsp:sp>
    <dsp:sp modelId="{B5A1B2B4-04F5-4B82-85C6-8C5E91A1E851}">
      <dsp:nvSpPr>
        <dsp:cNvPr id="0" name=""/>
        <dsp:cNvSpPr/>
      </dsp:nvSpPr>
      <dsp:spPr>
        <a:xfrm>
          <a:off x="0" y="2244665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was limited to the</a:t>
          </a:r>
          <a:r>
            <a:rPr lang="tr-TR" sz="2400" kern="1200" dirty="0"/>
            <a:t> </a:t>
          </a:r>
          <a:r>
            <a:rPr lang="en-US" sz="2400" kern="1200" dirty="0"/>
            <a:t>standard types of bitcoin transaction scripts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by the isStandard() function. </a:t>
          </a:r>
        </a:p>
      </dsp:txBody>
      <dsp:txXfrm>
        <a:off x="0" y="2244665"/>
        <a:ext cx="9701953" cy="1398600"/>
      </dsp:txXfrm>
    </dsp:sp>
    <dsp:sp modelId="{51490791-1307-4AE9-B041-93CA860978FB}">
      <dsp:nvSpPr>
        <dsp:cNvPr id="0" name=""/>
        <dsp:cNvSpPr/>
      </dsp:nvSpPr>
      <dsp:spPr>
        <a:xfrm>
          <a:off x="485097" y="1890425"/>
          <a:ext cx="6791367" cy="70848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 dirty="0"/>
            <a:t>Pay-to-Script-Hash</a:t>
          </a:r>
        </a:p>
      </dsp:txBody>
      <dsp:txXfrm>
        <a:off x="519682" y="1925010"/>
        <a:ext cx="6722197" cy="639310"/>
      </dsp:txXfrm>
    </dsp:sp>
  </dsp:spTree>
</dsp:drawing>
</file>

<file path=ppt/diagrams/drawing2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3FA7E1D-6F9A-4AF2-B3B7-F545F0521974}">
      <dsp:nvSpPr>
        <dsp:cNvPr id="0" name=""/>
        <dsp:cNvSpPr/>
      </dsp:nvSpPr>
      <dsp:spPr>
        <a:xfrm>
          <a:off x="943992" y="745029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40B0371-0ED5-4296-B806-97711E599B45}">
      <dsp:nvSpPr>
        <dsp:cNvPr id="0" name=""/>
        <dsp:cNvSpPr/>
      </dsp:nvSpPr>
      <dsp:spPr>
        <a:xfrm>
          <a:off x="3421" y="1850882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As of version 0.9.2 of the Bitcoin Core client, </a:t>
          </a:r>
        </a:p>
      </dsp:txBody>
      <dsp:txXfrm>
        <a:off x="3421" y="1850882"/>
        <a:ext cx="2894062" cy="434109"/>
      </dsp:txXfrm>
    </dsp:sp>
    <dsp:sp modelId="{69255082-EFD5-4F0A-A06B-304FFF63483E}">
      <dsp:nvSpPr>
        <dsp:cNvPr id="0" name=""/>
        <dsp:cNvSpPr/>
      </dsp:nvSpPr>
      <dsp:spPr>
        <a:xfrm>
          <a:off x="3421" y="2328215"/>
          <a:ext cx="2894062" cy="57800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P2SH transactions can contain any valid</a:t>
          </a:r>
          <a:r>
            <a:rPr lang="tr-TR" sz="1100" kern="1200"/>
            <a:t> </a:t>
          </a:r>
          <a:r>
            <a:rPr lang="en-US" sz="1100" kern="1200"/>
            <a:t>script,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making the P2SH standard much more flexible</a:t>
          </a:r>
        </a:p>
      </dsp:txBody>
      <dsp:txXfrm>
        <a:off x="3421" y="2328215"/>
        <a:ext cx="2894062" cy="578004"/>
      </dsp:txXfrm>
    </dsp:sp>
    <dsp:sp modelId="{6D47D805-E3BA-4E46-95EF-59F66600F068}">
      <dsp:nvSpPr>
        <dsp:cNvPr id="0" name=""/>
        <dsp:cNvSpPr/>
      </dsp:nvSpPr>
      <dsp:spPr>
        <a:xfrm>
          <a:off x="4344515" y="745029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0F125B6-B133-45CF-962A-099902F48FB2}">
      <dsp:nvSpPr>
        <dsp:cNvPr id="0" name=""/>
        <dsp:cNvSpPr/>
      </dsp:nvSpPr>
      <dsp:spPr>
        <a:xfrm>
          <a:off x="3403945" y="1850882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allowing for experimentation</a:t>
          </a:r>
        </a:p>
      </dsp:txBody>
      <dsp:txXfrm>
        <a:off x="3403945" y="1850882"/>
        <a:ext cx="2894062" cy="434109"/>
      </dsp:txXfrm>
    </dsp:sp>
    <dsp:sp modelId="{6D215E11-FBED-4C5C-B0A4-45464E97305A}">
      <dsp:nvSpPr>
        <dsp:cNvPr id="0" name=""/>
        <dsp:cNvSpPr/>
      </dsp:nvSpPr>
      <dsp:spPr>
        <a:xfrm>
          <a:off x="3403945" y="2328215"/>
          <a:ext cx="2894062" cy="57800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with many novel and complex types of transactions.</a:t>
          </a:r>
        </a:p>
      </dsp:txBody>
      <dsp:txXfrm>
        <a:off x="3403945" y="2328215"/>
        <a:ext cx="2894062" cy="578004"/>
      </dsp:txXfrm>
    </dsp:sp>
    <dsp:sp modelId="{D1847205-B859-4CB6-B457-3C200311CF18}">
      <dsp:nvSpPr>
        <dsp:cNvPr id="0" name=""/>
        <dsp:cNvSpPr/>
      </dsp:nvSpPr>
      <dsp:spPr>
        <a:xfrm>
          <a:off x="7745039" y="745029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A7BE2EA-DC77-4F3E-B6BA-A08346B003B3}">
      <dsp:nvSpPr>
        <dsp:cNvPr id="0" name=""/>
        <dsp:cNvSpPr/>
      </dsp:nvSpPr>
      <dsp:spPr>
        <a:xfrm>
          <a:off x="6804468" y="1850882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No recursion</a:t>
          </a:r>
          <a:endParaRPr lang="en-US" sz="1400" kern="1200"/>
        </a:p>
      </dsp:txBody>
      <dsp:txXfrm>
        <a:off x="6804468" y="1850882"/>
        <a:ext cx="2894062" cy="434109"/>
      </dsp:txXfrm>
    </dsp:sp>
    <dsp:sp modelId="{4CB18B1C-50A6-477D-B433-A46808A10C3B}">
      <dsp:nvSpPr>
        <dsp:cNvPr id="0" name=""/>
        <dsp:cNvSpPr/>
      </dsp:nvSpPr>
      <dsp:spPr>
        <a:xfrm>
          <a:off x="6804468" y="2328215"/>
          <a:ext cx="2894062" cy="57800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you are not able to put a P2SH inside a P2SH redeem script,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because the</a:t>
          </a:r>
          <a:r>
            <a:rPr lang="tr-TR" sz="1100" kern="1200"/>
            <a:t> </a:t>
          </a:r>
          <a:r>
            <a:rPr lang="en-US" sz="1100" kern="1200"/>
            <a:t>P2SH specification is not recursive.</a:t>
          </a:r>
        </a:p>
      </dsp:txBody>
      <dsp:txXfrm>
        <a:off x="6804468" y="2328215"/>
        <a:ext cx="2894062" cy="578004"/>
      </dsp:txXfrm>
    </dsp:sp>
  </dsp:spTree>
</dsp:drawing>
</file>

<file path=ppt/diagrams/drawing2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C808705-0DF5-4874-8973-9A490FE72652}">
      <dsp:nvSpPr>
        <dsp:cNvPr id="0" name=""/>
        <dsp:cNvSpPr/>
      </dsp:nvSpPr>
      <dsp:spPr>
        <a:xfrm rot="5400000">
          <a:off x="6175080" y="-2574620"/>
          <a:ext cx="844495" cy="6209249"/>
        </a:xfrm>
        <a:prstGeom prst="round2SameRect">
          <a:avLst/>
        </a:prstGeom>
        <a:solidFill>
          <a:schemeClr val="accent6">
            <a:alpha val="90000"/>
            <a:tint val="55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6">
              <a:alpha val="90000"/>
              <a:tint val="55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7150" tIns="28575" rIns="57150" bIns="28575" numCol="1" spcCol="1270" anchor="ctr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presented in the spending transaction </a:t>
          </a:r>
        </a:p>
      </dsp:txBody>
      <dsp:txXfrm rot="-5400000">
        <a:off x="3492704" y="148981"/>
        <a:ext cx="6168024" cy="762045"/>
      </dsp:txXfrm>
    </dsp:sp>
    <dsp:sp modelId="{48AB47AE-ECA4-4836-9484-5FBF2E162A71}">
      <dsp:nvSpPr>
        <dsp:cNvPr id="0" name=""/>
        <dsp:cNvSpPr/>
      </dsp:nvSpPr>
      <dsp:spPr>
        <a:xfrm>
          <a:off x="0" y="2194"/>
          <a:ext cx="3492703" cy="1055619"/>
        </a:xfrm>
        <a:prstGeom prst="roundRect">
          <a:avLst/>
        </a:prstGeom>
        <a:solidFill>
          <a:schemeClr val="accent6">
            <a:shade val="50000"/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29540" tIns="64770" rIns="129540" bIns="64770" numCol="1" spcCol="1270" anchor="ctr" anchorCtr="0">
          <a:noAutofit/>
        </a:bodyPr>
        <a:lstStyle/>
        <a:p>
          <a:pPr marL="0" lvl="0" indent="0" algn="ctr" defTabSz="1511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400" kern="1200"/>
            <a:t>the redeem script </a:t>
          </a:r>
        </a:p>
      </dsp:txBody>
      <dsp:txXfrm>
        <a:off x="51531" y="53725"/>
        <a:ext cx="3389641" cy="952557"/>
      </dsp:txXfrm>
    </dsp:sp>
    <dsp:sp modelId="{D1AB1BC6-761C-479D-AA6D-512B69D42137}">
      <dsp:nvSpPr>
        <dsp:cNvPr id="0" name=""/>
        <dsp:cNvSpPr/>
      </dsp:nvSpPr>
      <dsp:spPr>
        <a:xfrm rot="5400000">
          <a:off x="6175080" y="-1466219"/>
          <a:ext cx="844495" cy="6209249"/>
        </a:xfrm>
        <a:prstGeom prst="round2SameRect">
          <a:avLst/>
        </a:prstGeom>
        <a:solidFill>
          <a:schemeClr val="accent6">
            <a:alpha val="90000"/>
            <a:tint val="55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6">
              <a:alpha val="90000"/>
              <a:tint val="55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7150" tIns="28575" rIns="57150" bIns="28575" numCol="1" spcCol="1270" anchor="ctr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could </a:t>
          </a:r>
          <a:r>
            <a:rPr lang="en-US" sz="1500" kern="1200" dirty="0"/>
            <a:t>only be one</a:t>
          </a:r>
          <a:r>
            <a:rPr lang="tr-TR" sz="1500" kern="1200" dirty="0"/>
            <a:t> </a:t>
          </a:r>
          <a:r>
            <a:rPr lang="en-US" sz="1500" kern="1200" dirty="0"/>
            <a:t>of the standard types: </a:t>
          </a:r>
        </a:p>
      </dsp:txBody>
      <dsp:txXfrm rot="-5400000">
        <a:off x="3492704" y="1257382"/>
        <a:ext cx="6168024" cy="762045"/>
      </dsp:txXfrm>
    </dsp:sp>
    <dsp:sp modelId="{5AFED2FE-1158-4467-BFE3-2748EAA81605}">
      <dsp:nvSpPr>
        <dsp:cNvPr id="0" name=""/>
        <dsp:cNvSpPr/>
      </dsp:nvSpPr>
      <dsp:spPr>
        <a:xfrm>
          <a:off x="0" y="1110595"/>
          <a:ext cx="3492703" cy="1055619"/>
        </a:xfrm>
        <a:prstGeom prst="roundRect">
          <a:avLst/>
        </a:prstGeom>
        <a:solidFill>
          <a:schemeClr val="accent6">
            <a:shade val="50000"/>
            <a:hueOff val="40334"/>
            <a:satOff val="104"/>
            <a:lumOff val="19337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29540" tIns="64770" rIns="129540" bIns="64770" numCol="1" spcCol="1270" anchor="ctr" anchorCtr="0">
          <a:noAutofit/>
        </a:bodyPr>
        <a:lstStyle/>
        <a:p>
          <a:pPr marL="0" lvl="0" indent="0" algn="ctr" defTabSz="1511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400" kern="1200" dirty="0"/>
            <a:t>Standard Types</a:t>
          </a:r>
          <a:endParaRPr lang="en-US" sz="3400" kern="1200" dirty="0"/>
        </a:p>
      </dsp:txBody>
      <dsp:txXfrm>
        <a:off x="51531" y="1162126"/>
        <a:ext cx="3389641" cy="952557"/>
      </dsp:txXfrm>
    </dsp:sp>
    <dsp:sp modelId="{9F0E8FFE-0778-42A1-8A31-3678CFBC2891}">
      <dsp:nvSpPr>
        <dsp:cNvPr id="0" name=""/>
        <dsp:cNvSpPr/>
      </dsp:nvSpPr>
      <dsp:spPr>
        <a:xfrm rot="5400000">
          <a:off x="6175080" y="-357818"/>
          <a:ext cx="844495" cy="6209249"/>
        </a:xfrm>
        <a:prstGeom prst="round2SameRect">
          <a:avLst/>
        </a:prstGeom>
        <a:solidFill>
          <a:schemeClr val="accent6">
            <a:alpha val="90000"/>
            <a:tint val="55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6">
              <a:alpha val="90000"/>
              <a:tint val="55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7150" tIns="28575" rIns="57150" bIns="28575" numCol="1" spcCol="1270" anchor="ctr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 dirty="0"/>
            <a:t>P2PK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P2PKH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or multisig nature</a:t>
          </a:r>
        </a:p>
      </dsp:txBody>
      <dsp:txXfrm rot="-5400000">
        <a:off x="3492704" y="2365783"/>
        <a:ext cx="6168024" cy="762045"/>
      </dsp:txXfrm>
    </dsp:sp>
    <dsp:sp modelId="{E2EDA78C-2ED7-45B3-9D42-7C341F56F3E0}">
      <dsp:nvSpPr>
        <dsp:cNvPr id="0" name=""/>
        <dsp:cNvSpPr/>
      </dsp:nvSpPr>
      <dsp:spPr>
        <a:xfrm>
          <a:off x="0" y="2218996"/>
          <a:ext cx="3492703" cy="1055619"/>
        </a:xfrm>
        <a:prstGeom prst="roundRect">
          <a:avLst/>
        </a:prstGeom>
        <a:solidFill>
          <a:schemeClr val="accent6">
            <a:shade val="50000"/>
            <a:hueOff val="80668"/>
            <a:satOff val="209"/>
            <a:lumOff val="38673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29540" tIns="64770" rIns="129540" bIns="64770" numCol="1" spcCol="1270" anchor="ctr" anchorCtr="0">
          <a:noAutofit/>
        </a:bodyPr>
        <a:lstStyle/>
        <a:p>
          <a:pPr marL="0" lvl="0" indent="0" algn="ctr" defTabSz="1511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400" kern="1200" dirty="0"/>
            <a:t>Types</a:t>
          </a:r>
          <a:endParaRPr lang="en-US" sz="3400" kern="1200" dirty="0"/>
        </a:p>
      </dsp:txBody>
      <dsp:txXfrm>
        <a:off x="51531" y="2270527"/>
        <a:ext cx="3389641" cy="952557"/>
      </dsp:txXfrm>
    </dsp:sp>
    <dsp:sp modelId="{08BF3B74-71DB-4517-A3D9-22177CED3FF0}">
      <dsp:nvSpPr>
        <dsp:cNvPr id="0" name=""/>
        <dsp:cNvSpPr/>
      </dsp:nvSpPr>
      <dsp:spPr>
        <a:xfrm rot="5400000">
          <a:off x="6175080" y="750582"/>
          <a:ext cx="844495" cy="6209249"/>
        </a:xfrm>
        <a:prstGeom prst="round2SameRect">
          <a:avLst/>
        </a:prstGeom>
        <a:solidFill>
          <a:schemeClr val="accent6">
            <a:alpha val="90000"/>
            <a:tint val="55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6">
              <a:alpha val="90000"/>
              <a:tint val="55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7150" tIns="28575" rIns="57150" bIns="28575" numCol="1" spcCol="1270" anchor="ctr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RETURN and P2SH</a:t>
          </a:r>
          <a:r>
            <a:rPr lang="tr-TR" sz="1500" kern="1200"/>
            <a:t> itself.</a:t>
          </a:r>
          <a:endParaRPr lang="en-US" sz="1500" kern="1200"/>
        </a:p>
      </dsp:txBody>
      <dsp:txXfrm rot="-5400000">
        <a:off x="3492704" y="3474184"/>
        <a:ext cx="6168024" cy="762045"/>
      </dsp:txXfrm>
    </dsp:sp>
    <dsp:sp modelId="{2D485A46-F764-4ADE-9027-C608CC2BE8A8}">
      <dsp:nvSpPr>
        <dsp:cNvPr id="0" name=""/>
        <dsp:cNvSpPr/>
      </dsp:nvSpPr>
      <dsp:spPr>
        <a:xfrm>
          <a:off x="0" y="3327397"/>
          <a:ext cx="3492703" cy="1055619"/>
        </a:xfrm>
        <a:prstGeom prst="roundRect">
          <a:avLst/>
        </a:prstGeom>
        <a:solidFill>
          <a:schemeClr val="accent6">
            <a:shade val="50000"/>
            <a:hueOff val="40334"/>
            <a:satOff val="104"/>
            <a:lumOff val="19337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29540" tIns="64770" rIns="129540" bIns="64770" numCol="1" spcCol="1270" anchor="ctr" anchorCtr="0">
          <a:noAutofit/>
        </a:bodyPr>
        <a:lstStyle/>
        <a:p>
          <a:pPr marL="0" lvl="0" indent="0" algn="ctr" defTabSz="1511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400" kern="1200"/>
            <a:t>excluding </a:t>
          </a:r>
        </a:p>
      </dsp:txBody>
      <dsp:txXfrm>
        <a:off x="51531" y="3378928"/>
        <a:ext cx="3389641" cy="952557"/>
      </dsp:txXfrm>
    </dsp:sp>
  </dsp:spTree>
</dsp:drawing>
</file>

<file path=ppt/diagrams/drawing2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43A67A2-2C8F-4166-92AE-EB006B9E1323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816B8B5-8376-4AFD-AD15-330D5622B366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700" kern="1200"/>
            <a:t>While it is technically possible </a:t>
          </a:r>
        </a:p>
      </dsp:txBody>
      <dsp:txXfrm>
        <a:off x="152976" y="1981055"/>
        <a:ext cx="4320000" cy="648000"/>
      </dsp:txXfrm>
    </dsp:sp>
    <dsp:sp modelId="{2C225782-2F06-41C9-ACD4-544218F9B55A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include RETURN</a:t>
          </a:r>
          <a:r>
            <a:rPr lang="tr-TR" sz="1700" kern="1200"/>
            <a:t> </a:t>
          </a:r>
          <a:r>
            <a:rPr lang="en-US" sz="1700" kern="1200"/>
            <a:t>in a redeem script,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as nothing in the rules prevents</a:t>
          </a:r>
          <a:r>
            <a:rPr lang="tr-TR" sz="1700" kern="1200"/>
            <a:t>, </a:t>
          </a:r>
          <a:endParaRPr lang="en-US" sz="1700" kern="1200"/>
        </a:p>
      </dsp:txBody>
      <dsp:txXfrm>
        <a:off x="152976" y="2688423"/>
        <a:ext cx="4320000" cy="621412"/>
      </dsp:txXfrm>
    </dsp:sp>
    <dsp:sp modelId="{E4F64F8A-ED45-48A4-B96B-15F85C934A19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EA3E271-234F-400A-B8FB-B475230F1B18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it is in</a:t>
          </a:r>
          <a:r>
            <a:rPr lang="en-US" sz="2700" kern="1200"/>
            <a:t>practical use </a:t>
          </a:r>
        </a:p>
      </dsp:txBody>
      <dsp:txXfrm>
        <a:off x="5228976" y="1981055"/>
        <a:ext cx="4320000" cy="648000"/>
      </dsp:txXfrm>
    </dsp:sp>
    <dsp:sp modelId="{1C8840A3-CD62-4059-9978-21E1E1E9E77B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because executing RETURN during validation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will cause the transaction to</a:t>
          </a:r>
          <a:r>
            <a:rPr lang="tr-TR" sz="1700" kern="1200"/>
            <a:t> be marked invalid</a:t>
          </a:r>
          <a:endParaRPr lang="en-US" sz="1700" kern="1200"/>
        </a:p>
      </dsp:txBody>
      <dsp:txXfrm>
        <a:off x="5228976" y="2688423"/>
        <a:ext cx="4320000" cy="621412"/>
      </dsp:txXfrm>
    </dsp:sp>
  </dsp:spTree>
</dsp:drawing>
</file>

<file path=ppt/diagrams/drawing2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3823691-7559-4232-AEAA-716B7084E89E}">
      <dsp:nvSpPr>
        <dsp:cNvPr id="0" name=""/>
        <dsp:cNvSpPr/>
      </dsp:nvSpPr>
      <dsp:spPr>
        <a:xfrm>
          <a:off x="0" y="33500"/>
          <a:ext cx="9701953" cy="599625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5250" tIns="95250" rIns="95250" bIns="95250" numCol="1" spcCol="1270" anchor="ctr" anchorCtr="0">
          <a:noAutofit/>
        </a:bodyPr>
        <a:lstStyle/>
        <a:p>
          <a:pPr marL="0" lvl="0" indent="0" algn="l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/>
            <a:t>if you lock an output </a:t>
          </a:r>
        </a:p>
      </dsp:txBody>
      <dsp:txXfrm>
        <a:off x="29271" y="62771"/>
        <a:ext cx="9643411" cy="541083"/>
      </dsp:txXfrm>
    </dsp:sp>
    <dsp:sp modelId="{51AEFB43-AB7A-4840-9B35-D60750B9B768}">
      <dsp:nvSpPr>
        <dsp:cNvPr id="0" name=""/>
        <dsp:cNvSpPr/>
      </dsp:nvSpPr>
      <dsp:spPr>
        <a:xfrm>
          <a:off x="0" y="633125"/>
          <a:ext cx="9701953" cy="6856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08037" tIns="31750" rIns="177800" bIns="3175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000" kern="1200" dirty="0"/>
            <a:t>with the hash of an invalid redeem</a:t>
          </a:r>
          <a:r>
            <a:rPr lang="tr-TR" sz="2000" kern="1200" dirty="0"/>
            <a:t> </a:t>
          </a:r>
          <a:r>
            <a:rPr lang="en-US" sz="2000" kern="1200" dirty="0"/>
            <a:t>script</a:t>
          </a: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000" kern="1200"/>
            <a:t>it will be processed regardless. </a:t>
          </a:r>
        </a:p>
      </dsp:txBody>
      <dsp:txXfrm>
        <a:off x="0" y="633125"/>
        <a:ext cx="9701953" cy="685687"/>
      </dsp:txXfrm>
    </dsp:sp>
    <dsp:sp modelId="{1156CE61-6792-46E9-A200-057C54BB476A}">
      <dsp:nvSpPr>
        <dsp:cNvPr id="0" name=""/>
        <dsp:cNvSpPr/>
      </dsp:nvSpPr>
      <dsp:spPr>
        <a:xfrm>
          <a:off x="0" y="1318812"/>
          <a:ext cx="9701953" cy="599625"/>
        </a:xfrm>
        <a:prstGeom prst="roundRect">
          <a:avLst/>
        </a:prstGeom>
        <a:solidFill>
          <a:schemeClr val="accent5">
            <a:hueOff val="1600863"/>
            <a:satOff val="-21221"/>
            <a:lumOff val="-666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5250" tIns="95250" rIns="95250" bIns="95250" numCol="1" spcCol="1270" anchor="ctr" anchorCtr="0">
          <a:noAutofit/>
        </a:bodyPr>
        <a:lstStyle/>
        <a:p>
          <a:pPr marL="0" lvl="0" indent="0" algn="l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/>
            <a:t>because </a:t>
          </a:r>
        </a:p>
      </dsp:txBody>
      <dsp:txXfrm>
        <a:off x="29271" y="1348083"/>
        <a:ext cx="9643411" cy="541083"/>
      </dsp:txXfrm>
    </dsp:sp>
    <dsp:sp modelId="{268DB2FB-F6C2-4090-9AF1-BD0A7B32AC8B}">
      <dsp:nvSpPr>
        <dsp:cNvPr id="0" name=""/>
        <dsp:cNvSpPr/>
      </dsp:nvSpPr>
      <dsp:spPr>
        <a:xfrm>
          <a:off x="0" y="1918437"/>
          <a:ext cx="9701953" cy="6856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08037" tIns="31750" rIns="177800" bIns="3175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000" kern="1200"/>
            <a:t>the redeem script is not presented </a:t>
          </a: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000" kern="1200"/>
            <a:t>to the network until you attempt</a:t>
          </a:r>
          <a:r>
            <a:rPr lang="tr-TR" sz="2000" kern="1200"/>
            <a:t> </a:t>
          </a:r>
          <a:r>
            <a:rPr lang="en-US" sz="2000" kern="1200"/>
            <a:t>to spend a P2SH output,</a:t>
          </a:r>
        </a:p>
      </dsp:txBody>
      <dsp:txXfrm>
        <a:off x="0" y="1918437"/>
        <a:ext cx="9701953" cy="685687"/>
      </dsp:txXfrm>
    </dsp:sp>
    <dsp:sp modelId="{83E1DE04-205B-4D72-B434-4829BCD4F53D}">
      <dsp:nvSpPr>
        <dsp:cNvPr id="0" name=""/>
        <dsp:cNvSpPr/>
      </dsp:nvSpPr>
      <dsp:spPr>
        <a:xfrm>
          <a:off x="0" y="2604125"/>
          <a:ext cx="9701953" cy="599625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5250" tIns="95250" rIns="95250" bIns="95250" numCol="1" spcCol="1270" anchor="ctr" anchorCtr="0">
          <a:noAutofit/>
        </a:bodyPr>
        <a:lstStyle/>
        <a:p>
          <a:pPr marL="0" lvl="0" indent="0" algn="l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 dirty="0"/>
            <a:t>The UTXO</a:t>
          </a:r>
        </a:p>
      </dsp:txBody>
      <dsp:txXfrm>
        <a:off x="29271" y="2633396"/>
        <a:ext cx="9643411" cy="541083"/>
      </dsp:txXfrm>
    </dsp:sp>
    <dsp:sp modelId="{05DE8763-9B81-41F2-89A5-362B18171B7E}">
      <dsp:nvSpPr>
        <dsp:cNvPr id="0" name=""/>
        <dsp:cNvSpPr/>
      </dsp:nvSpPr>
      <dsp:spPr>
        <a:xfrm>
          <a:off x="0" y="3203750"/>
          <a:ext cx="9701953" cy="414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08037" tIns="31750" rIns="177800" bIns="3175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000" kern="1200"/>
            <a:t>will be successfully locked. </a:t>
          </a:r>
        </a:p>
      </dsp:txBody>
      <dsp:txXfrm>
        <a:off x="0" y="3203750"/>
        <a:ext cx="9701953" cy="414000"/>
      </dsp:txXfrm>
    </dsp:sp>
  </dsp:spTree>
</dsp:drawing>
</file>

<file path=ppt/diagrams/drawing3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FCBE712-C13C-4004-BD18-32D21F599F5D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6B0427A-CCF3-4275-A61D-D6BDF0ECD55E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600" kern="1200"/>
            <a:t>However,</a:t>
          </a:r>
          <a:r>
            <a:rPr lang="tr-TR" sz="3600" kern="1200"/>
            <a:t> </a:t>
          </a:r>
          <a:endParaRPr lang="en-US" sz="3600" kern="1200"/>
        </a:p>
      </dsp:txBody>
      <dsp:txXfrm>
        <a:off x="152976" y="1981055"/>
        <a:ext cx="4320000" cy="648000"/>
      </dsp:txXfrm>
    </dsp:sp>
    <dsp:sp modelId="{51502DBC-9390-4F5C-AC12-8E5E06AD1F05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you will not be able to spend it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because it is an invalid script</a:t>
          </a:r>
        </a:p>
      </dsp:txBody>
      <dsp:txXfrm>
        <a:off x="152976" y="2688423"/>
        <a:ext cx="4320000" cy="621412"/>
      </dsp:txXfrm>
    </dsp:sp>
    <dsp:sp modelId="{6BCA60C9-02E7-488C-B0CE-73E5B55A2B5C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8E952B7-352B-4306-89ED-0FF762330C61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600" kern="1200"/>
            <a:t>This creates a risk,</a:t>
          </a:r>
          <a:r>
            <a:rPr lang="tr-TR" sz="3600" kern="1200"/>
            <a:t> </a:t>
          </a:r>
          <a:endParaRPr lang="en-US" sz="3600" kern="1200"/>
        </a:p>
      </dsp:txBody>
      <dsp:txXfrm>
        <a:off x="5228976" y="1981055"/>
        <a:ext cx="4320000" cy="648000"/>
      </dsp:txXfrm>
    </dsp:sp>
    <dsp:sp modelId="{E19B7FAA-0529-45EE-AB90-E47426BEA8A3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because you can lock bitcoin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 a P2SH that cannot be spent later.</a:t>
          </a:r>
        </a:p>
      </dsp:txBody>
      <dsp:txXfrm>
        <a:off x="5228976" y="2688423"/>
        <a:ext cx="4320000" cy="621412"/>
      </dsp:txXfrm>
    </dsp:sp>
  </dsp:spTree>
</dsp:drawing>
</file>

<file path=ppt/diagrams/drawing3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193ABE6-C473-4F37-9D2A-A7D69483732F}">
      <dsp:nvSpPr>
        <dsp:cNvPr id="0" name=""/>
        <dsp:cNvSpPr/>
      </dsp:nvSpPr>
      <dsp:spPr>
        <a:xfrm>
          <a:off x="698671" y="704238"/>
          <a:ext cx="750093" cy="750093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4979212-BBF1-47BE-A8A6-04CC09194126}">
      <dsp:nvSpPr>
        <dsp:cNvPr id="0" name=""/>
        <dsp:cNvSpPr/>
      </dsp:nvSpPr>
      <dsp:spPr>
        <a:xfrm>
          <a:off x="2156" y="1550771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Potantial</a:t>
          </a:r>
          <a:endParaRPr lang="en-US" sz="2000" kern="1200"/>
        </a:p>
      </dsp:txBody>
      <dsp:txXfrm>
        <a:off x="2156" y="1550771"/>
        <a:ext cx="2143124" cy="321468"/>
      </dsp:txXfrm>
    </dsp:sp>
    <dsp:sp modelId="{BC03DA1E-8113-4346-9772-A1E2BF309BED}">
      <dsp:nvSpPr>
        <dsp:cNvPr id="0" name=""/>
        <dsp:cNvSpPr/>
      </dsp:nvSpPr>
      <dsp:spPr>
        <a:xfrm>
          <a:off x="2156" y="1917095"/>
          <a:ext cx="2143124" cy="102991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the blockchain </a:t>
          </a:r>
          <a:r>
            <a:rPr lang="tr-TR" sz="1500" kern="1200" dirty="0"/>
            <a:t> </a:t>
          </a:r>
          <a:r>
            <a:rPr lang="en-US" sz="1500" kern="1200" dirty="0"/>
            <a:t>has potential uses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 </a:t>
          </a:r>
          <a:r>
            <a:rPr lang="en-US" sz="1500" kern="1200" dirty="0"/>
            <a:t>far</a:t>
          </a:r>
          <a:r>
            <a:rPr lang="tr-TR" sz="1500" kern="1200" dirty="0"/>
            <a:t> </a:t>
          </a:r>
          <a:r>
            <a:rPr lang="en-US" sz="1500" kern="1200" dirty="0"/>
            <a:t>beyond payments. </a:t>
          </a:r>
        </a:p>
      </dsp:txBody>
      <dsp:txXfrm>
        <a:off x="2156" y="1917095"/>
        <a:ext cx="2143124" cy="1029916"/>
      </dsp:txXfrm>
    </dsp:sp>
    <dsp:sp modelId="{34A3947C-63E7-41A3-90B6-D294D3287D5E}">
      <dsp:nvSpPr>
        <dsp:cNvPr id="0" name=""/>
        <dsp:cNvSpPr/>
      </dsp:nvSpPr>
      <dsp:spPr>
        <a:xfrm>
          <a:off x="3216843" y="704238"/>
          <a:ext cx="750093" cy="750093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75F1074-C003-49CB-9724-F527E5E28559}">
      <dsp:nvSpPr>
        <dsp:cNvPr id="0" name=""/>
        <dsp:cNvSpPr/>
      </dsp:nvSpPr>
      <dsp:spPr>
        <a:xfrm>
          <a:off x="2520328" y="1550771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Trials</a:t>
          </a:r>
          <a:endParaRPr lang="en-US" sz="2000" kern="1200"/>
        </a:p>
      </dsp:txBody>
      <dsp:txXfrm>
        <a:off x="2520328" y="1550771"/>
        <a:ext cx="2143124" cy="321468"/>
      </dsp:txXfrm>
    </dsp:sp>
    <dsp:sp modelId="{AEE813DB-1905-45D3-A343-0937DCB6A8D7}">
      <dsp:nvSpPr>
        <dsp:cNvPr id="0" name=""/>
        <dsp:cNvSpPr/>
      </dsp:nvSpPr>
      <dsp:spPr>
        <a:xfrm>
          <a:off x="2520328" y="1917095"/>
          <a:ext cx="2143124" cy="102991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Many developers have tried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to </a:t>
          </a:r>
          <a:r>
            <a:rPr lang="en-US" sz="1500" kern="1200" dirty="0"/>
            <a:t>use the transaction scripting language</a:t>
          </a:r>
          <a:r>
            <a:rPr lang="tr-TR" sz="1500" kern="1200" dirty="0"/>
            <a:t> </a:t>
          </a:r>
          <a:endParaRPr lang="en-US" sz="1500" kern="1200" dirty="0"/>
        </a:p>
      </dsp:txBody>
      <dsp:txXfrm>
        <a:off x="2520328" y="1917095"/>
        <a:ext cx="2143124" cy="1029916"/>
      </dsp:txXfrm>
    </dsp:sp>
    <dsp:sp modelId="{F14F3D07-36E3-4FD7-9C2F-85BD2D843F82}">
      <dsp:nvSpPr>
        <dsp:cNvPr id="0" name=""/>
        <dsp:cNvSpPr/>
      </dsp:nvSpPr>
      <dsp:spPr>
        <a:xfrm>
          <a:off x="5735015" y="704238"/>
          <a:ext cx="750093" cy="750093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DA9DB67-9F76-4AF5-A73F-84F76261F561}">
      <dsp:nvSpPr>
        <dsp:cNvPr id="0" name=""/>
        <dsp:cNvSpPr/>
      </dsp:nvSpPr>
      <dsp:spPr>
        <a:xfrm>
          <a:off x="5038499" y="1550771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For</a:t>
          </a:r>
          <a:endParaRPr lang="en-US" sz="2000" kern="1200"/>
        </a:p>
      </dsp:txBody>
      <dsp:txXfrm>
        <a:off x="5038499" y="1550771"/>
        <a:ext cx="2143124" cy="321468"/>
      </dsp:txXfrm>
    </dsp:sp>
    <dsp:sp modelId="{BDDDF3AD-CEC6-4609-A98E-87898DACBEF3}">
      <dsp:nvSpPr>
        <dsp:cNvPr id="0" name=""/>
        <dsp:cNvSpPr/>
      </dsp:nvSpPr>
      <dsp:spPr>
        <a:xfrm>
          <a:off x="5038499" y="1917095"/>
          <a:ext cx="2143124" cy="102991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to take advantage of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the security and resilience of the system</a:t>
          </a:r>
          <a:r>
            <a:rPr lang="tr-TR" sz="1500" kern="1200" dirty="0"/>
            <a:t> </a:t>
          </a:r>
          <a:r>
            <a:rPr lang="en-US" sz="1500" kern="1200" dirty="0"/>
            <a:t>for applications</a:t>
          </a:r>
          <a:r>
            <a:rPr lang="tr-TR" sz="1500" kern="1200" dirty="0"/>
            <a:t> </a:t>
          </a:r>
          <a:endParaRPr lang="en-US" sz="1500" kern="1200" dirty="0"/>
        </a:p>
      </dsp:txBody>
      <dsp:txXfrm>
        <a:off x="5038499" y="1917095"/>
        <a:ext cx="2143124" cy="1029916"/>
      </dsp:txXfrm>
    </dsp:sp>
    <dsp:sp modelId="{35F61D46-D7B4-4F40-99BF-249F0DA283EA}">
      <dsp:nvSpPr>
        <dsp:cNvPr id="0" name=""/>
        <dsp:cNvSpPr/>
      </dsp:nvSpPr>
      <dsp:spPr>
        <a:xfrm>
          <a:off x="8253187" y="704238"/>
          <a:ext cx="750093" cy="750093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D733C6C-C95D-4769-988E-A0B07ED711CE}">
      <dsp:nvSpPr>
        <dsp:cNvPr id="0" name=""/>
        <dsp:cNvSpPr/>
      </dsp:nvSpPr>
      <dsp:spPr>
        <a:xfrm>
          <a:off x="7556671" y="1550771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such as </a:t>
          </a:r>
        </a:p>
      </dsp:txBody>
      <dsp:txXfrm>
        <a:off x="7556671" y="1550771"/>
        <a:ext cx="2143124" cy="321468"/>
      </dsp:txXfrm>
    </dsp:sp>
    <dsp:sp modelId="{8EF9261A-A892-40D3-B360-8049D9863BC7}">
      <dsp:nvSpPr>
        <dsp:cNvPr id="0" name=""/>
        <dsp:cNvSpPr/>
      </dsp:nvSpPr>
      <dsp:spPr>
        <a:xfrm>
          <a:off x="7556671" y="1917095"/>
          <a:ext cx="2143124" cy="102991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digital notary services,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stock certificates,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smart contracts.</a:t>
          </a:r>
        </a:p>
      </dsp:txBody>
      <dsp:txXfrm>
        <a:off x="7556671" y="1917095"/>
        <a:ext cx="2143124" cy="1029916"/>
      </dsp:txXfrm>
    </dsp:sp>
  </dsp:spTree>
</dsp:drawing>
</file>

<file path=ppt/diagrams/drawing3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D68C7A9-F903-4C53-BC9D-913920B73664}">
      <dsp:nvSpPr>
        <dsp:cNvPr id="0" name=""/>
        <dsp:cNvSpPr/>
      </dsp:nvSpPr>
      <dsp:spPr>
        <a:xfrm>
          <a:off x="698671" y="886961"/>
          <a:ext cx="750093" cy="750093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A1B5B8C-00AC-49BA-AD2C-242E56B1EA7D}">
      <dsp:nvSpPr>
        <dsp:cNvPr id="0" name=""/>
        <dsp:cNvSpPr/>
      </dsp:nvSpPr>
      <dsp:spPr>
        <a:xfrm>
          <a:off x="2156" y="171778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Early attempts</a:t>
          </a:r>
          <a:r>
            <a:rPr lang="tr-TR" sz="1700" kern="1200"/>
            <a:t> </a:t>
          </a:r>
          <a:endParaRPr lang="en-US" sz="1700" kern="1200"/>
        </a:p>
      </dsp:txBody>
      <dsp:txXfrm>
        <a:off x="2156" y="1717780"/>
        <a:ext cx="2143124" cy="321468"/>
      </dsp:txXfrm>
    </dsp:sp>
    <dsp:sp modelId="{E7BBBF6C-9F2A-4950-B11E-D290BC819BC3}">
      <dsp:nvSpPr>
        <dsp:cNvPr id="0" name=""/>
        <dsp:cNvSpPr/>
      </dsp:nvSpPr>
      <dsp:spPr>
        <a:xfrm>
          <a:off x="2156" y="2076795"/>
          <a:ext cx="2143124" cy="68749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to use bitcoin’s script language </a:t>
          </a:r>
        </a:p>
      </dsp:txBody>
      <dsp:txXfrm>
        <a:off x="2156" y="2076795"/>
        <a:ext cx="2143124" cy="687493"/>
      </dsp:txXfrm>
    </dsp:sp>
    <dsp:sp modelId="{6A963E5B-2A1A-4B11-AD06-A02452F0916A}">
      <dsp:nvSpPr>
        <dsp:cNvPr id="0" name=""/>
        <dsp:cNvSpPr/>
      </dsp:nvSpPr>
      <dsp:spPr>
        <a:xfrm>
          <a:off x="3216843" y="886961"/>
          <a:ext cx="750093" cy="750093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91DFE8D-17E2-4F38-8CD8-693B0569A118}">
      <dsp:nvSpPr>
        <dsp:cNvPr id="0" name=""/>
        <dsp:cNvSpPr/>
      </dsp:nvSpPr>
      <dsp:spPr>
        <a:xfrm>
          <a:off x="2520328" y="171778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involved </a:t>
          </a:r>
        </a:p>
      </dsp:txBody>
      <dsp:txXfrm>
        <a:off x="2520328" y="1717780"/>
        <a:ext cx="2143124" cy="321468"/>
      </dsp:txXfrm>
    </dsp:sp>
    <dsp:sp modelId="{C71872F9-C2F4-45C4-88C4-A91DD6CF8627}">
      <dsp:nvSpPr>
        <dsp:cNvPr id="0" name=""/>
        <dsp:cNvSpPr/>
      </dsp:nvSpPr>
      <dsp:spPr>
        <a:xfrm>
          <a:off x="2520328" y="2076795"/>
          <a:ext cx="2143124" cy="68749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creating transaction outputs</a:t>
          </a:r>
          <a:r>
            <a:rPr lang="tr-TR" sz="1300" kern="1200"/>
            <a:t> </a:t>
          </a:r>
          <a:endParaRPr lang="en-US" sz="1300" kern="1200"/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that recorded data on the blockchain; </a:t>
          </a:r>
        </a:p>
      </dsp:txBody>
      <dsp:txXfrm>
        <a:off x="2520328" y="2076795"/>
        <a:ext cx="2143124" cy="687493"/>
      </dsp:txXfrm>
    </dsp:sp>
    <dsp:sp modelId="{8413A29B-C777-4331-821E-E826FDEC60CD}">
      <dsp:nvSpPr>
        <dsp:cNvPr id="0" name=""/>
        <dsp:cNvSpPr/>
      </dsp:nvSpPr>
      <dsp:spPr>
        <a:xfrm>
          <a:off x="5735015" y="886961"/>
          <a:ext cx="750093" cy="750093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CF12803-7834-4E67-A6C1-2ABBEBD95BCA}">
      <dsp:nvSpPr>
        <dsp:cNvPr id="0" name=""/>
        <dsp:cNvSpPr/>
      </dsp:nvSpPr>
      <dsp:spPr>
        <a:xfrm>
          <a:off x="5038499" y="171778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for example, </a:t>
          </a:r>
        </a:p>
      </dsp:txBody>
      <dsp:txXfrm>
        <a:off x="5038499" y="1717780"/>
        <a:ext cx="2143124" cy="321468"/>
      </dsp:txXfrm>
    </dsp:sp>
    <dsp:sp modelId="{F6AC5E09-6149-428B-9A2C-ED924AB63AFB}">
      <dsp:nvSpPr>
        <dsp:cNvPr id="0" name=""/>
        <dsp:cNvSpPr/>
      </dsp:nvSpPr>
      <dsp:spPr>
        <a:xfrm>
          <a:off x="5038499" y="2076795"/>
          <a:ext cx="2143124" cy="68749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to record a digital fingerprint</a:t>
          </a:r>
          <a:r>
            <a:rPr lang="tr-TR" sz="1300" kern="1200"/>
            <a:t> </a:t>
          </a:r>
          <a:endParaRPr lang="en-US" sz="1300" kern="1200"/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of a file in such a way that </a:t>
          </a:r>
        </a:p>
      </dsp:txBody>
      <dsp:txXfrm>
        <a:off x="5038499" y="2076795"/>
        <a:ext cx="2143124" cy="687493"/>
      </dsp:txXfrm>
    </dsp:sp>
    <dsp:sp modelId="{07486046-2147-4971-89CC-40A0226EC861}">
      <dsp:nvSpPr>
        <dsp:cNvPr id="0" name=""/>
        <dsp:cNvSpPr/>
      </dsp:nvSpPr>
      <dsp:spPr>
        <a:xfrm>
          <a:off x="8253187" y="886961"/>
          <a:ext cx="750093" cy="750093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DB4585A-A679-43AD-8646-621E74B02D41}">
      <dsp:nvSpPr>
        <dsp:cNvPr id="0" name=""/>
        <dsp:cNvSpPr/>
      </dsp:nvSpPr>
      <dsp:spPr>
        <a:xfrm>
          <a:off x="7556671" y="171778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anyone could establish </a:t>
          </a:r>
        </a:p>
      </dsp:txBody>
      <dsp:txXfrm>
        <a:off x="7556671" y="1717780"/>
        <a:ext cx="2143124" cy="321468"/>
      </dsp:txXfrm>
    </dsp:sp>
    <dsp:sp modelId="{525E6292-8E39-4D33-8C65-25A774A150C0}">
      <dsp:nvSpPr>
        <dsp:cNvPr id="0" name=""/>
        <dsp:cNvSpPr/>
      </dsp:nvSpPr>
      <dsp:spPr>
        <a:xfrm>
          <a:off x="7556671" y="2076795"/>
          <a:ext cx="2143124" cy="68749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proof-of-existence of that file 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on a</a:t>
          </a:r>
          <a:r>
            <a:rPr lang="tr-TR" sz="1300" kern="1200"/>
            <a:t> </a:t>
          </a:r>
          <a:r>
            <a:rPr lang="en-US" sz="1300" kern="1200"/>
            <a:t>specific date by reference to that transaction.</a:t>
          </a:r>
        </a:p>
      </dsp:txBody>
      <dsp:txXfrm>
        <a:off x="7556671" y="2076795"/>
        <a:ext cx="2143124" cy="687493"/>
      </dsp:txXfrm>
    </dsp:sp>
  </dsp:spTree>
</dsp:drawing>
</file>

<file path=ppt/diagrams/drawing3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988A10A-6A50-4AA4-B2AD-D9678D9F4368}">
      <dsp:nvSpPr>
        <dsp:cNvPr id="0" name=""/>
        <dsp:cNvSpPr/>
      </dsp:nvSpPr>
      <dsp:spPr>
        <a:xfrm>
          <a:off x="0" y="33500"/>
          <a:ext cx="8770938" cy="599625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5250" tIns="95250" rIns="95250" bIns="95250" numCol="1" spcCol="1270" anchor="ctr" anchorCtr="0">
          <a:noAutofit/>
        </a:bodyPr>
        <a:lstStyle/>
        <a:p>
          <a:pPr marL="0" lvl="0" indent="0" algn="l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/>
            <a:t>Those who object </a:t>
          </a:r>
        </a:p>
      </dsp:txBody>
      <dsp:txXfrm>
        <a:off x="29271" y="62771"/>
        <a:ext cx="8712396" cy="541083"/>
      </dsp:txXfrm>
    </dsp:sp>
    <dsp:sp modelId="{896C8C75-B710-4214-8FC7-EA2DCD5B189B}">
      <dsp:nvSpPr>
        <dsp:cNvPr id="0" name=""/>
        <dsp:cNvSpPr/>
      </dsp:nvSpPr>
      <dsp:spPr>
        <a:xfrm>
          <a:off x="0" y="633125"/>
          <a:ext cx="8770938" cy="414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78477" tIns="31750" rIns="177800" bIns="3175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000" kern="1200"/>
            <a:t>to the inclusion</a:t>
          </a:r>
          <a:r>
            <a:rPr lang="tr-TR" sz="2000" kern="1200"/>
            <a:t> </a:t>
          </a:r>
          <a:r>
            <a:rPr lang="en-US" sz="2000" kern="1200"/>
            <a:t>of nonpayment data </a:t>
          </a:r>
        </a:p>
      </dsp:txBody>
      <dsp:txXfrm>
        <a:off x="0" y="633125"/>
        <a:ext cx="8770938" cy="414000"/>
      </dsp:txXfrm>
    </dsp:sp>
    <dsp:sp modelId="{5FAF748F-9E07-41E0-B809-D3C0C9B728AC}">
      <dsp:nvSpPr>
        <dsp:cNvPr id="0" name=""/>
        <dsp:cNvSpPr/>
      </dsp:nvSpPr>
      <dsp:spPr>
        <a:xfrm>
          <a:off x="0" y="1047125"/>
          <a:ext cx="8770938" cy="599625"/>
        </a:xfrm>
        <a:prstGeom prst="roundRect">
          <a:avLst/>
        </a:prstGeom>
        <a:solidFill>
          <a:schemeClr val="accent5">
            <a:hueOff val="1600863"/>
            <a:satOff val="-21221"/>
            <a:lumOff val="-666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5250" tIns="95250" rIns="95250" bIns="95250" numCol="1" spcCol="1270" anchor="ctr" anchorCtr="0">
          <a:noAutofit/>
        </a:bodyPr>
        <a:lstStyle/>
        <a:p>
          <a:pPr marL="0" lvl="0" indent="0" algn="l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/>
            <a:t>argue that </a:t>
          </a:r>
        </a:p>
      </dsp:txBody>
      <dsp:txXfrm>
        <a:off x="29271" y="1076396"/>
        <a:ext cx="8712396" cy="541083"/>
      </dsp:txXfrm>
    </dsp:sp>
    <dsp:sp modelId="{8004533A-A583-4AB8-8044-A0D8D3554CFC}">
      <dsp:nvSpPr>
        <dsp:cNvPr id="0" name=""/>
        <dsp:cNvSpPr/>
      </dsp:nvSpPr>
      <dsp:spPr>
        <a:xfrm>
          <a:off x="0" y="1646750"/>
          <a:ext cx="8770938" cy="6856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78477" tIns="31750" rIns="177800" bIns="3175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000" kern="1200"/>
            <a:t>it causes “blockchain bloat,” </a:t>
          </a: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000" kern="1200"/>
            <a:t>burdening those</a:t>
          </a:r>
          <a:r>
            <a:rPr lang="tr-TR" sz="2000" kern="1200"/>
            <a:t> </a:t>
          </a:r>
          <a:r>
            <a:rPr lang="en-US" sz="2000" kern="1200"/>
            <a:t>running full bitcoin nodes </a:t>
          </a:r>
        </a:p>
      </dsp:txBody>
      <dsp:txXfrm>
        <a:off x="0" y="1646750"/>
        <a:ext cx="8770938" cy="685687"/>
      </dsp:txXfrm>
    </dsp:sp>
    <dsp:sp modelId="{08D80DE7-69AA-4772-B19E-E161FC41AADD}">
      <dsp:nvSpPr>
        <dsp:cNvPr id="0" name=""/>
        <dsp:cNvSpPr/>
      </dsp:nvSpPr>
      <dsp:spPr>
        <a:xfrm>
          <a:off x="0" y="2332437"/>
          <a:ext cx="8770938" cy="599625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5250" tIns="95250" rIns="95250" bIns="95250" numCol="1" spcCol="1270" anchor="ctr" anchorCtr="0">
          <a:noAutofit/>
        </a:bodyPr>
        <a:lstStyle/>
        <a:p>
          <a:pPr marL="0" lvl="0" indent="0" algn="l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/>
            <a:t>with carrying the cost of disk storage </a:t>
          </a:r>
        </a:p>
      </dsp:txBody>
      <dsp:txXfrm>
        <a:off x="29271" y="2361708"/>
        <a:ext cx="8712396" cy="541083"/>
      </dsp:txXfrm>
    </dsp:sp>
    <dsp:sp modelId="{3308D81F-B533-4706-874A-F8604081C0B3}">
      <dsp:nvSpPr>
        <dsp:cNvPr id="0" name=""/>
        <dsp:cNvSpPr/>
      </dsp:nvSpPr>
      <dsp:spPr>
        <a:xfrm>
          <a:off x="0" y="2932062"/>
          <a:ext cx="8770938" cy="6856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78477" tIns="31750" rIns="177800" bIns="3175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000" kern="1200"/>
            <a:t>for data that the</a:t>
          </a:r>
          <a:r>
            <a:rPr lang="tr-TR" sz="2000" kern="1200"/>
            <a:t> </a:t>
          </a:r>
          <a:r>
            <a:rPr lang="en-US" sz="2000" kern="1200"/>
            <a:t>blockchain </a:t>
          </a: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000" kern="1200"/>
            <a:t>was not intended to carry. </a:t>
          </a:r>
        </a:p>
      </dsp:txBody>
      <dsp:txXfrm>
        <a:off x="0" y="2932062"/>
        <a:ext cx="8770938" cy="685687"/>
      </dsp:txXfrm>
    </dsp:sp>
  </dsp:spTree>
</dsp:drawing>
</file>

<file path=ppt/diagrams/drawing3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9F1310A-A8BA-4C2D-BB70-1008DABF3F1F}">
      <dsp:nvSpPr>
        <dsp:cNvPr id="0" name=""/>
        <dsp:cNvSpPr/>
      </dsp:nvSpPr>
      <dsp:spPr>
        <a:xfrm>
          <a:off x="0" y="1181"/>
          <a:ext cx="9701953" cy="503294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ABD954CA-1519-4121-ABC7-B8F231A7F5CE}">
      <dsp:nvSpPr>
        <dsp:cNvPr id="0" name=""/>
        <dsp:cNvSpPr/>
      </dsp:nvSpPr>
      <dsp:spPr>
        <a:xfrm>
          <a:off x="152246" y="114422"/>
          <a:ext cx="276812" cy="27681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81C9EAB-FD39-4AFB-9ADF-A688BD8EF2AA}">
      <dsp:nvSpPr>
        <dsp:cNvPr id="0" name=""/>
        <dsp:cNvSpPr/>
      </dsp:nvSpPr>
      <dsp:spPr>
        <a:xfrm>
          <a:off x="581305" y="1181"/>
          <a:ext cx="4365878" cy="50329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265" tIns="53265" rIns="53265" bIns="53265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/>
            <a:t>such transactions </a:t>
          </a:r>
        </a:p>
      </dsp:txBody>
      <dsp:txXfrm>
        <a:off x="581305" y="1181"/>
        <a:ext cx="4365878" cy="503294"/>
      </dsp:txXfrm>
    </dsp:sp>
    <dsp:sp modelId="{69B71A30-ECCF-48B1-88A9-78C4090381F0}">
      <dsp:nvSpPr>
        <dsp:cNvPr id="0" name=""/>
        <dsp:cNvSpPr/>
      </dsp:nvSpPr>
      <dsp:spPr>
        <a:xfrm>
          <a:off x="4947184" y="1181"/>
          <a:ext cx="4754768" cy="50329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265" tIns="53265" rIns="53265" bIns="53265" numCol="1" spcCol="1270" anchor="ctr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/>
            <a:t>create UTXO that</a:t>
          </a:r>
          <a:r>
            <a:rPr lang="tr-TR" sz="1800" kern="1200"/>
            <a:t> </a:t>
          </a:r>
          <a:r>
            <a:rPr lang="en-US" sz="1800" kern="1200"/>
            <a:t>cannot be spent,</a:t>
          </a:r>
        </a:p>
      </dsp:txBody>
      <dsp:txXfrm>
        <a:off x="4947184" y="1181"/>
        <a:ext cx="4754768" cy="503294"/>
      </dsp:txXfrm>
    </dsp:sp>
    <dsp:sp modelId="{E7DCE13A-F92F-4CB7-B0E1-6BE52C45F1C5}">
      <dsp:nvSpPr>
        <dsp:cNvPr id="0" name=""/>
        <dsp:cNvSpPr/>
      </dsp:nvSpPr>
      <dsp:spPr>
        <a:xfrm>
          <a:off x="0" y="630299"/>
          <a:ext cx="9701953" cy="503294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3E60DFFE-B20D-4AD9-ABD9-E49416B1FDB3}">
      <dsp:nvSpPr>
        <dsp:cNvPr id="0" name=""/>
        <dsp:cNvSpPr/>
      </dsp:nvSpPr>
      <dsp:spPr>
        <a:xfrm>
          <a:off x="152246" y="743541"/>
          <a:ext cx="276812" cy="27681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22376FD-36B9-4A93-9F24-73BE5143F79E}">
      <dsp:nvSpPr>
        <dsp:cNvPr id="0" name=""/>
        <dsp:cNvSpPr/>
      </dsp:nvSpPr>
      <dsp:spPr>
        <a:xfrm>
          <a:off x="581305" y="630299"/>
          <a:ext cx="4365878" cy="50329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265" tIns="53265" rIns="53265" bIns="53265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/>
            <a:t>using the destination bitcoin address </a:t>
          </a:r>
        </a:p>
      </dsp:txBody>
      <dsp:txXfrm>
        <a:off x="581305" y="630299"/>
        <a:ext cx="4365878" cy="503294"/>
      </dsp:txXfrm>
    </dsp:sp>
    <dsp:sp modelId="{C238A03F-086D-4708-9E86-EA5DDC560129}">
      <dsp:nvSpPr>
        <dsp:cNvPr id="0" name=""/>
        <dsp:cNvSpPr/>
      </dsp:nvSpPr>
      <dsp:spPr>
        <a:xfrm>
          <a:off x="4947184" y="630299"/>
          <a:ext cx="4754768" cy="50329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265" tIns="53265" rIns="53265" bIns="53265" numCol="1" spcCol="1270" anchor="ctr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/>
            <a:t>as a freeform 20-byte field.</a:t>
          </a:r>
        </a:p>
      </dsp:txBody>
      <dsp:txXfrm>
        <a:off x="4947184" y="630299"/>
        <a:ext cx="4754768" cy="503294"/>
      </dsp:txXfrm>
    </dsp:sp>
    <dsp:sp modelId="{A7877BCF-A1A3-4D6B-BCB9-6550A3F4D027}">
      <dsp:nvSpPr>
        <dsp:cNvPr id="0" name=""/>
        <dsp:cNvSpPr/>
      </dsp:nvSpPr>
      <dsp:spPr>
        <a:xfrm>
          <a:off x="0" y="1259418"/>
          <a:ext cx="9701953" cy="503294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C299DB20-2F28-49A4-A5E9-CE7EDE312106}">
      <dsp:nvSpPr>
        <dsp:cNvPr id="0" name=""/>
        <dsp:cNvSpPr/>
      </dsp:nvSpPr>
      <dsp:spPr>
        <a:xfrm>
          <a:off x="152246" y="1372659"/>
          <a:ext cx="276812" cy="27681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3A99E98-F3ED-4FF2-9EE3-F0B1CBD554FA}">
      <dsp:nvSpPr>
        <dsp:cNvPr id="0" name=""/>
        <dsp:cNvSpPr/>
      </dsp:nvSpPr>
      <dsp:spPr>
        <a:xfrm>
          <a:off x="581305" y="1259418"/>
          <a:ext cx="4365878" cy="50329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265" tIns="53265" rIns="53265" bIns="53265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/>
            <a:t>Because the address is used for data, </a:t>
          </a:r>
        </a:p>
      </dsp:txBody>
      <dsp:txXfrm>
        <a:off x="581305" y="1259418"/>
        <a:ext cx="4365878" cy="503294"/>
      </dsp:txXfrm>
    </dsp:sp>
    <dsp:sp modelId="{7C5E2E76-3107-44F1-81B2-F36A6D8F012C}">
      <dsp:nvSpPr>
        <dsp:cNvPr id="0" name=""/>
        <dsp:cNvSpPr/>
      </dsp:nvSpPr>
      <dsp:spPr>
        <a:xfrm>
          <a:off x="4947184" y="1259418"/>
          <a:ext cx="4754768" cy="50329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265" tIns="53265" rIns="53265" bIns="53265" numCol="1" spcCol="1270" anchor="ctr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/>
            <a:t>it doesn’t correspond to a private key </a:t>
          </a:r>
        </a:p>
      </dsp:txBody>
      <dsp:txXfrm>
        <a:off x="4947184" y="1259418"/>
        <a:ext cx="4754768" cy="503294"/>
      </dsp:txXfrm>
    </dsp:sp>
    <dsp:sp modelId="{115DD73D-2B0E-4727-8694-DCC952D795F9}">
      <dsp:nvSpPr>
        <dsp:cNvPr id="0" name=""/>
        <dsp:cNvSpPr/>
      </dsp:nvSpPr>
      <dsp:spPr>
        <a:xfrm>
          <a:off x="0" y="1888536"/>
          <a:ext cx="9701953" cy="503294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C58D2164-0F96-4893-A2DB-BCCCC6B45F39}">
      <dsp:nvSpPr>
        <dsp:cNvPr id="0" name=""/>
        <dsp:cNvSpPr/>
      </dsp:nvSpPr>
      <dsp:spPr>
        <a:xfrm>
          <a:off x="152246" y="2001778"/>
          <a:ext cx="276812" cy="276812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3DDDFC9-CB73-4D8D-8CA7-BE04FA05E6A8}">
      <dsp:nvSpPr>
        <dsp:cNvPr id="0" name=""/>
        <dsp:cNvSpPr/>
      </dsp:nvSpPr>
      <dsp:spPr>
        <a:xfrm>
          <a:off x="581305" y="1888536"/>
          <a:ext cx="4365878" cy="50329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265" tIns="53265" rIns="53265" bIns="53265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/>
            <a:t>and the</a:t>
          </a:r>
          <a:r>
            <a:rPr lang="tr-TR" sz="1900" kern="1200"/>
            <a:t> </a:t>
          </a:r>
          <a:r>
            <a:rPr lang="en-US" sz="1900" kern="1200"/>
            <a:t>resulting UTXO can </a:t>
          </a:r>
        </a:p>
      </dsp:txBody>
      <dsp:txXfrm>
        <a:off x="581305" y="1888536"/>
        <a:ext cx="4365878" cy="503294"/>
      </dsp:txXfrm>
    </dsp:sp>
    <dsp:sp modelId="{E5EA837B-A5B8-4220-9663-F709E6CBE98F}">
      <dsp:nvSpPr>
        <dsp:cNvPr id="0" name=""/>
        <dsp:cNvSpPr/>
      </dsp:nvSpPr>
      <dsp:spPr>
        <a:xfrm>
          <a:off x="4947184" y="1888536"/>
          <a:ext cx="4754768" cy="50329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265" tIns="53265" rIns="53265" bIns="53265" numCol="1" spcCol="1270" anchor="ctr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/>
            <a:t>never be spent; it’s a fake payment. </a:t>
          </a:r>
        </a:p>
      </dsp:txBody>
      <dsp:txXfrm>
        <a:off x="4947184" y="1888536"/>
        <a:ext cx="4754768" cy="503294"/>
      </dsp:txXfrm>
    </dsp:sp>
    <dsp:sp modelId="{5EEEE7BE-A70C-4E06-BD61-91B693042264}">
      <dsp:nvSpPr>
        <dsp:cNvPr id="0" name=""/>
        <dsp:cNvSpPr/>
      </dsp:nvSpPr>
      <dsp:spPr>
        <a:xfrm>
          <a:off x="0" y="2517655"/>
          <a:ext cx="9701953" cy="503294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51EE57F4-451C-44BB-A17D-66E036A88C39}">
      <dsp:nvSpPr>
        <dsp:cNvPr id="0" name=""/>
        <dsp:cNvSpPr/>
      </dsp:nvSpPr>
      <dsp:spPr>
        <a:xfrm>
          <a:off x="152246" y="2630896"/>
          <a:ext cx="276812" cy="276812"/>
        </a:xfrm>
        <a:prstGeom prst="rect">
          <a:avLst/>
        </a:prstGeom>
        <a:blipFill>
          <a:blip xmlns:r="http://schemas.openxmlformats.org/officeDocument/2006/relationships"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4469314-8200-41A7-A507-2453387A4684}">
      <dsp:nvSpPr>
        <dsp:cNvPr id="0" name=""/>
        <dsp:cNvSpPr/>
      </dsp:nvSpPr>
      <dsp:spPr>
        <a:xfrm>
          <a:off x="581305" y="2517655"/>
          <a:ext cx="4365878" cy="50329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265" tIns="53265" rIns="53265" bIns="53265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/>
            <a:t>These transactions </a:t>
          </a:r>
        </a:p>
      </dsp:txBody>
      <dsp:txXfrm>
        <a:off x="581305" y="2517655"/>
        <a:ext cx="4365878" cy="503294"/>
      </dsp:txXfrm>
    </dsp:sp>
    <dsp:sp modelId="{5ECD3AA8-9091-4367-AA8F-8B2C3F13EB63}">
      <dsp:nvSpPr>
        <dsp:cNvPr id="0" name=""/>
        <dsp:cNvSpPr/>
      </dsp:nvSpPr>
      <dsp:spPr>
        <a:xfrm>
          <a:off x="4947184" y="2517655"/>
          <a:ext cx="4754768" cy="50329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265" tIns="53265" rIns="53265" bIns="53265" numCol="1" spcCol="1270" anchor="ctr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/>
            <a:t>never removed from the UTXO set</a:t>
          </a:r>
        </a:p>
      </dsp:txBody>
      <dsp:txXfrm>
        <a:off x="4947184" y="2517655"/>
        <a:ext cx="4754768" cy="503294"/>
      </dsp:txXfrm>
    </dsp:sp>
    <dsp:sp modelId="{EA71BBE2-43F4-4F1F-9031-9244BAFE8023}">
      <dsp:nvSpPr>
        <dsp:cNvPr id="0" name=""/>
        <dsp:cNvSpPr/>
      </dsp:nvSpPr>
      <dsp:spPr>
        <a:xfrm>
          <a:off x="0" y="3146774"/>
          <a:ext cx="9701953" cy="503294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6463D366-F6CC-4470-BC56-7B646EE0F8F9}">
      <dsp:nvSpPr>
        <dsp:cNvPr id="0" name=""/>
        <dsp:cNvSpPr/>
      </dsp:nvSpPr>
      <dsp:spPr>
        <a:xfrm>
          <a:off x="152246" y="3260015"/>
          <a:ext cx="276812" cy="276812"/>
        </a:xfrm>
        <a:prstGeom prst="rect">
          <a:avLst/>
        </a:prstGeom>
        <a:blipFill>
          <a:blip xmlns:r="http://schemas.openxmlformats.org/officeDocument/2006/relationships"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0E77BDE-15C5-42B9-AE2D-2A7D52347A44}">
      <dsp:nvSpPr>
        <dsp:cNvPr id="0" name=""/>
        <dsp:cNvSpPr/>
      </dsp:nvSpPr>
      <dsp:spPr>
        <a:xfrm>
          <a:off x="581305" y="3146774"/>
          <a:ext cx="4365878" cy="50329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265" tIns="53265" rIns="53265" bIns="53265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/>
            <a:t>cause the size of</a:t>
          </a:r>
          <a:r>
            <a:rPr lang="tr-TR" sz="1900" kern="1200"/>
            <a:t> </a:t>
          </a:r>
          <a:r>
            <a:rPr lang="en-US" sz="1900" kern="1200"/>
            <a:t>the UTXO database </a:t>
          </a:r>
        </a:p>
      </dsp:txBody>
      <dsp:txXfrm>
        <a:off x="581305" y="3146774"/>
        <a:ext cx="4365878" cy="503294"/>
      </dsp:txXfrm>
    </dsp:sp>
    <dsp:sp modelId="{1AB1C2EE-86B2-418A-A464-F0D072F0D58F}">
      <dsp:nvSpPr>
        <dsp:cNvPr id="0" name=""/>
        <dsp:cNvSpPr/>
      </dsp:nvSpPr>
      <dsp:spPr>
        <a:xfrm>
          <a:off x="4947184" y="3146774"/>
          <a:ext cx="4754768" cy="50329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265" tIns="53265" rIns="53265" bIns="53265" numCol="1" spcCol="1270" anchor="ctr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/>
            <a:t>to forever increase, or “bloat.”</a:t>
          </a:r>
        </a:p>
      </dsp:txBody>
      <dsp:txXfrm>
        <a:off x="4947184" y="3146774"/>
        <a:ext cx="4754768" cy="503294"/>
      </dsp:txXfrm>
    </dsp:sp>
  </dsp:spTree>
</dsp:drawing>
</file>

<file path=ppt/diagrams/drawing3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0BA65B8-5CA6-4D0E-873B-07A477F253FF}">
      <dsp:nvSpPr>
        <dsp:cNvPr id="0" name=""/>
        <dsp:cNvSpPr/>
      </dsp:nvSpPr>
      <dsp:spPr>
        <a:xfrm>
          <a:off x="943992" y="837220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9C05382-7A49-4C57-99FE-517AD438D0C2}">
      <dsp:nvSpPr>
        <dsp:cNvPr id="0" name=""/>
        <dsp:cNvSpPr/>
      </dsp:nvSpPr>
      <dsp:spPr>
        <a:xfrm>
          <a:off x="3421" y="193514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In version 0.9 of the Bitcoin Core client, </a:t>
          </a:r>
        </a:p>
      </dsp:txBody>
      <dsp:txXfrm>
        <a:off x="3421" y="1935144"/>
        <a:ext cx="2894062" cy="434109"/>
      </dsp:txXfrm>
    </dsp:sp>
    <dsp:sp modelId="{DDAD2047-D370-466C-8CE9-AD77D2E700E0}">
      <dsp:nvSpPr>
        <dsp:cNvPr id="0" name=""/>
        <dsp:cNvSpPr/>
      </dsp:nvSpPr>
      <dsp:spPr>
        <a:xfrm>
          <a:off x="3421" y="2408790"/>
          <a:ext cx="2894062" cy="4052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 compromise was reached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with the introduction</a:t>
          </a:r>
          <a:r>
            <a:rPr lang="tr-TR" sz="1100" kern="1200"/>
            <a:t> </a:t>
          </a:r>
          <a:r>
            <a:rPr lang="en-US" sz="1100" kern="1200"/>
            <a:t>of the RETURN operator. </a:t>
          </a:r>
        </a:p>
      </dsp:txBody>
      <dsp:txXfrm>
        <a:off x="3421" y="2408790"/>
        <a:ext cx="2894062" cy="405239"/>
      </dsp:txXfrm>
    </dsp:sp>
    <dsp:sp modelId="{0D1E839F-72DE-46C5-B6CB-A53318935479}">
      <dsp:nvSpPr>
        <dsp:cNvPr id="0" name=""/>
        <dsp:cNvSpPr/>
      </dsp:nvSpPr>
      <dsp:spPr>
        <a:xfrm>
          <a:off x="4344515" y="837220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9685DA4-A764-43BA-8349-051939F6052A}">
      <dsp:nvSpPr>
        <dsp:cNvPr id="0" name=""/>
        <dsp:cNvSpPr/>
      </dsp:nvSpPr>
      <dsp:spPr>
        <a:xfrm>
          <a:off x="3403945" y="193514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RETURN </a:t>
          </a:r>
        </a:p>
      </dsp:txBody>
      <dsp:txXfrm>
        <a:off x="3403945" y="1935144"/>
        <a:ext cx="2894062" cy="434109"/>
      </dsp:txXfrm>
    </dsp:sp>
    <dsp:sp modelId="{9945FD45-EA30-4AED-AEE5-B3505FDD5BE5}">
      <dsp:nvSpPr>
        <dsp:cNvPr id="0" name=""/>
        <dsp:cNvSpPr/>
      </dsp:nvSpPr>
      <dsp:spPr>
        <a:xfrm>
          <a:off x="3403945" y="2408790"/>
          <a:ext cx="2894062" cy="4052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allows developers to add 80 bytes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of nonpayment data to a transaction output. </a:t>
          </a:r>
        </a:p>
      </dsp:txBody>
      <dsp:txXfrm>
        <a:off x="3403945" y="2408790"/>
        <a:ext cx="2894062" cy="405239"/>
      </dsp:txXfrm>
    </dsp:sp>
    <dsp:sp modelId="{FAD60031-75E0-4B74-86E5-109D263FD9A0}">
      <dsp:nvSpPr>
        <dsp:cNvPr id="0" name=""/>
        <dsp:cNvSpPr/>
      </dsp:nvSpPr>
      <dsp:spPr>
        <a:xfrm>
          <a:off x="7745039" y="837220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3C523F4-B558-47B1-ABE1-A9D7EE17398D}">
      <dsp:nvSpPr>
        <dsp:cNvPr id="0" name=""/>
        <dsp:cNvSpPr/>
      </dsp:nvSpPr>
      <dsp:spPr>
        <a:xfrm>
          <a:off x="6804468" y="193514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the</a:t>
          </a:r>
          <a:r>
            <a:rPr lang="tr-TR" sz="1400" kern="1200"/>
            <a:t> </a:t>
          </a:r>
          <a:r>
            <a:rPr lang="en-US" sz="1400" kern="1200"/>
            <a:t>RETURN operator </a:t>
          </a:r>
        </a:p>
      </dsp:txBody>
      <dsp:txXfrm>
        <a:off x="6804468" y="1935144"/>
        <a:ext cx="2894062" cy="434109"/>
      </dsp:txXfrm>
    </dsp:sp>
    <dsp:sp modelId="{5162C44F-9C01-4B22-AB28-D1AF30B5F4E5}">
      <dsp:nvSpPr>
        <dsp:cNvPr id="0" name=""/>
        <dsp:cNvSpPr/>
      </dsp:nvSpPr>
      <dsp:spPr>
        <a:xfrm>
          <a:off x="6804468" y="2408790"/>
          <a:ext cx="2894062" cy="4052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creates an explicitly </a:t>
          </a:r>
          <a:r>
            <a:rPr lang="en-US" sz="1100" i="1" kern="1200"/>
            <a:t>provably unspendable </a:t>
          </a:r>
          <a:r>
            <a:rPr lang="en-US" sz="1100" kern="1200"/>
            <a:t>output,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which does not</a:t>
          </a:r>
          <a:r>
            <a:rPr lang="tr-TR" sz="1100" kern="1200"/>
            <a:t> </a:t>
          </a:r>
          <a:r>
            <a:rPr lang="en-US" sz="1100" kern="1200"/>
            <a:t>need to be stored in the UTXO set.</a:t>
          </a:r>
        </a:p>
      </dsp:txBody>
      <dsp:txXfrm>
        <a:off x="6804468" y="2408790"/>
        <a:ext cx="2894062" cy="405239"/>
      </dsp:txXfrm>
    </dsp:sp>
  </dsp:spTree>
</dsp:drawing>
</file>

<file path=ppt/diagrams/drawing3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D02348E-FCFA-4372-8252-567E70AEC3C9}">
      <dsp:nvSpPr>
        <dsp:cNvPr id="0" name=""/>
        <dsp:cNvSpPr/>
      </dsp:nvSpPr>
      <dsp:spPr>
        <a:xfrm>
          <a:off x="943992" y="705535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441B5C6-00CA-434F-BD4C-66ABFA8F88CA}">
      <dsp:nvSpPr>
        <dsp:cNvPr id="0" name=""/>
        <dsp:cNvSpPr/>
      </dsp:nvSpPr>
      <dsp:spPr>
        <a:xfrm>
          <a:off x="3421" y="18147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RETURN outputs </a:t>
          </a:r>
        </a:p>
      </dsp:txBody>
      <dsp:txXfrm>
        <a:off x="3421" y="1814785"/>
        <a:ext cx="2894062" cy="434109"/>
      </dsp:txXfrm>
    </dsp:sp>
    <dsp:sp modelId="{469B2B01-1D0D-49D4-B07F-01020CCA96E6}">
      <dsp:nvSpPr>
        <dsp:cNvPr id="0" name=""/>
        <dsp:cNvSpPr/>
      </dsp:nvSpPr>
      <dsp:spPr>
        <a:xfrm>
          <a:off x="3421" y="2293698"/>
          <a:ext cx="2894062" cy="65201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are recorded on the blockchain,</a:t>
          </a:r>
          <a:r>
            <a:rPr lang="tr-TR" sz="1100" kern="1200"/>
            <a:t> </a:t>
          </a:r>
          <a:endParaRPr lang="en-US" sz="1100" kern="1200"/>
        </a:p>
      </dsp:txBody>
      <dsp:txXfrm>
        <a:off x="3421" y="2293698"/>
        <a:ext cx="2894062" cy="652016"/>
      </dsp:txXfrm>
    </dsp:sp>
    <dsp:sp modelId="{3DB467E2-800E-4B6D-973B-F9093AD3F472}">
      <dsp:nvSpPr>
        <dsp:cNvPr id="0" name=""/>
        <dsp:cNvSpPr/>
      </dsp:nvSpPr>
      <dsp:spPr>
        <a:xfrm>
          <a:off x="4344515" y="705535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72ED402-55CC-45A0-9C7B-D618B9545713}">
      <dsp:nvSpPr>
        <dsp:cNvPr id="0" name=""/>
        <dsp:cNvSpPr/>
      </dsp:nvSpPr>
      <dsp:spPr>
        <a:xfrm>
          <a:off x="3403945" y="18147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so they consume disk space and contribute</a:t>
          </a:r>
        </a:p>
      </dsp:txBody>
      <dsp:txXfrm>
        <a:off x="3403945" y="1814785"/>
        <a:ext cx="2894062" cy="434109"/>
      </dsp:txXfrm>
    </dsp:sp>
    <dsp:sp modelId="{7E49E61B-3EC1-41CA-8606-411FFCBFE338}">
      <dsp:nvSpPr>
        <dsp:cNvPr id="0" name=""/>
        <dsp:cNvSpPr/>
      </dsp:nvSpPr>
      <dsp:spPr>
        <a:xfrm>
          <a:off x="3403945" y="2293698"/>
          <a:ext cx="2894062" cy="65201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the increase in the blockchain’s size,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but</a:t>
          </a:r>
          <a:r>
            <a:rPr lang="tr-TR" sz="1100" kern="1200"/>
            <a:t> </a:t>
          </a:r>
          <a:r>
            <a:rPr lang="en-US" sz="1100" kern="1200"/>
            <a:t>they are not stored in the UTXO set </a:t>
          </a:r>
        </a:p>
      </dsp:txBody>
      <dsp:txXfrm>
        <a:off x="3403945" y="2293698"/>
        <a:ext cx="2894062" cy="652016"/>
      </dsp:txXfrm>
    </dsp:sp>
    <dsp:sp modelId="{D237348E-2E0F-4087-96CB-F079DAF49064}">
      <dsp:nvSpPr>
        <dsp:cNvPr id="0" name=""/>
        <dsp:cNvSpPr/>
      </dsp:nvSpPr>
      <dsp:spPr>
        <a:xfrm>
          <a:off x="7745039" y="705535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368F76B-71E5-436C-83E9-D2FA8881D29D}">
      <dsp:nvSpPr>
        <dsp:cNvPr id="0" name=""/>
        <dsp:cNvSpPr/>
      </dsp:nvSpPr>
      <dsp:spPr>
        <a:xfrm>
          <a:off x="6804468" y="18147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therefore </a:t>
          </a:r>
        </a:p>
      </dsp:txBody>
      <dsp:txXfrm>
        <a:off x="6804468" y="1814785"/>
        <a:ext cx="2894062" cy="434109"/>
      </dsp:txXfrm>
    </dsp:sp>
    <dsp:sp modelId="{C86D61BB-1758-46C0-99F8-610504D58583}">
      <dsp:nvSpPr>
        <dsp:cNvPr id="0" name=""/>
        <dsp:cNvSpPr/>
      </dsp:nvSpPr>
      <dsp:spPr>
        <a:xfrm>
          <a:off x="6804468" y="2293698"/>
          <a:ext cx="2894062" cy="65201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do not bloat the UTXO memory</a:t>
          </a:r>
          <a:r>
            <a:rPr lang="tr-TR" sz="1100" kern="1200"/>
            <a:t> </a:t>
          </a:r>
          <a:r>
            <a:rPr lang="en-US" sz="1100" kern="1200"/>
            <a:t>pool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and burden full nodes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with the cost of more expensive RAM.</a:t>
          </a:r>
        </a:p>
      </dsp:txBody>
      <dsp:txXfrm>
        <a:off x="6804468" y="2293698"/>
        <a:ext cx="2894062" cy="652016"/>
      </dsp:txXfrm>
    </dsp:sp>
  </dsp:spTree>
</dsp:drawing>
</file>

<file path=ppt/diagrams/drawing3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ED4E6B5-AABF-4513-96B3-B3A86211F3F1}">
      <dsp:nvSpPr>
        <dsp:cNvPr id="0" name=""/>
        <dsp:cNvSpPr/>
      </dsp:nvSpPr>
      <dsp:spPr>
        <a:xfrm>
          <a:off x="0" y="215659"/>
          <a:ext cx="9701953" cy="352800"/>
        </a:xfrm>
        <a:prstGeom prst="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C47722C1-1564-4A57-808F-E039704201C1}">
      <dsp:nvSpPr>
        <dsp:cNvPr id="0" name=""/>
        <dsp:cNvSpPr/>
      </dsp:nvSpPr>
      <dsp:spPr>
        <a:xfrm>
          <a:off x="485097" y="9019"/>
          <a:ext cx="6791367" cy="413280"/>
        </a:xfrm>
        <a:prstGeom prst="round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RETURN scripts look like this:</a:t>
          </a:r>
        </a:p>
      </dsp:txBody>
      <dsp:txXfrm>
        <a:off x="505272" y="29194"/>
        <a:ext cx="6751017" cy="372930"/>
      </dsp:txXfrm>
    </dsp:sp>
    <dsp:sp modelId="{2332FE92-2341-437A-9C00-31A0F9657169}">
      <dsp:nvSpPr>
        <dsp:cNvPr id="0" name=""/>
        <dsp:cNvSpPr/>
      </dsp:nvSpPr>
      <dsp:spPr>
        <a:xfrm>
          <a:off x="0" y="850699"/>
          <a:ext cx="9701953" cy="352800"/>
        </a:xfrm>
        <a:prstGeom prst="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EC6AD519-2E50-4737-9D5B-FC6182EC7879}">
      <dsp:nvSpPr>
        <dsp:cNvPr id="0" name=""/>
        <dsp:cNvSpPr/>
      </dsp:nvSpPr>
      <dsp:spPr>
        <a:xfrm>
          <a:off x="485097" y="644059"/>
          <a:ext cx="6791367" cy="413280"/>
        </a:xfrm>
        <a:prstGeom prst="round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RETURN &lt;data&gt;</a:t>
          </a:r>
          <a:endParaRPr lang="en-US" sz="1400" kern="1200"/>
        </a:p>
      </dsp:txBody>
      <dsp:txXfrm>
        <a:off x="505272" y="664234"/>
        <a:ext cx="6751017" cy="372930"/>
      </dsp:txXfrm>
    </dsp:sp>
    <dsp:sp modelId="{E07BA4A7-E13C-4D3A-8635-6ABE6633E3A5}">
      <dsp:nvSpPr>
        <dsp:cNvPr id="0" name=""/>
        <dsp:cNvSpPr/>
      </dsp:nvSpPr>
      <dsp:spPr>
        <a:xfrm>
          <a:off x="0" y="1485740"/>
          <a:ext cx="9701953" cy="1058400"/>
        </a:xfrm>
        <a:prstGeom prst="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91592" rIns="752979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limited to 80 bytes 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and most often represents a hash, 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such as the</a:t>
          </a:r>
          <a:r>
            <a:rPr lang="tr-TR" sz="1400" kern="1200"/>
            <a:t> </a:t>
          </a:r>
          <a:r>
            <a:rPr lang="en-US" sz="1400" kern="1200"/>
            <a:t>output from the SHA256 algorithm (32 bytes). </a:t>
          </a:r>
        </a:p>
      </dsp:txBody>
      <dsp:txXfrm>
        <a:off x="0" y="1485740"/>
        <a:ext cx="9701953" cy="1058400"/>
      </dsp:txXfrm>
    </dsp:sp>
    <dsp:sp modelId="{A11E81A8-9EF7-46FC-9C61-2B5E2E3DE5E1}">
      <dsp:nvSpPr>
        <dsp:cNvPr id="0" name=""/>
        <dsp:cNvSpPr/>
      </dsp:nvSpPr>
      <dsp:spPr>
        <a:xfrm>
          <a:off x="485097" y="1279100"/>
          <a:ext cx="6791367" cy="413280"/>
        </a:xfrm>
        <a:prstGeom prst="round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The data portion is </a:t>
          </a:r>
        </a:p>
      </dsp:txBody>
      <dsp:txXfrm>
        <a:off x="505272" y="1299275"/>
        <a:ext cx="6751017" cy="372930"/>
      </dsp:txXfrm>
    </dsp:sp>
    <dsp:sp modelId="{8A30A20C-7A7E-448C-ACA7-3D4439F44962}">
      <dsp:nvSpPr>
        <dsp:cNvPr id="0" name=""/>
        <dsp:cNvSpPr/>
      </dsp:nvSpPr>
      <dsp:spPr>
        <a:xfrm>
          <a:off x="0" y="2826380"/>
          <a:ext cx="9701953" cy="815850"/>
        </a:xfrm>
        <a:prstGeom prst="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91592" rIns="752979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put a prefix in front</a:t>
          </a:r>
          <a:r>
            <a:rPr lang="tr-TR" sz="1400" kern="1200"/>
            <a:t> </a:t>
          </a:r>
          <a:r>
            <a:rPr lang="en-US" sz="1400" kern="1200"/>
            <a:t>of the data 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to help identify the application. </a:t>
          </a:r>
        </a:p>
      </dsp:txBody>
      <dsp:txXfrm>
        <a:off x="0" y="2826380"/>
        <a:ext cx="9701953" cy="815850"/>
      </dsp:txXfrm>
    </dsp:sp>
    <dsp:sp modelId="{71E0CB0A-13D0-411D-9989-9149F596FF2E}">
      <dsp:nvSpPr>
        <dsp:cNvPr id="0" name=""/>
        <dsp:cNvSpPr/>
      </dsp:nvSpPr>
      <dsp:spPr>
        <a:xfrm>
          <a:off x="485097" y="2619739"/>
          <a:ext cx="6791367" cy="413280"/>
        </a:xfrm>
        <a:prstGeom prst="round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Many applications </a:t>
          </a:r>
        </a:p>
      </dsp:txBody>
      <dsp:txXfrm>
        <a:off x="505272" y="2639914"/>
        <a:ext cx="6751017" cy="372930"/>
      </dsp:txXfrm>
    </dsp:sp>
  </dsp:spTree>
</dsp:drawing>
</file>

<file path=ppt/diagrams/drawing3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3A00FA2-4FB0-44D9-AC6D-63EA1A389EAF}">
      <dsp:nvSpPr>
        <dsp:cNvPr id="0" name=""/>
        <dsp:cNvSpPr/>
      </dsp:nvSpPr>
      <dsp:spPr>
        <a:xfrm>
          <a:off x="0" y="445024"/>
          <a:ext cx="9701953" cy="1515150"/>
        </a:xfrm>
        <a:prstGeom prst="rect">
          <a:avLst/>
        </a:prstGeom>
        <a:solidFill>
          <a:schemeClr val="accent4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541528" rIns="752979" bIns="184912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600" kern="1200"/>
            <a:t>the Proof of Existence digital</a:t>
          </a:r>
          <a:r>
            <a:rPr lang="tr-TR" sz="2600" kern="1200"/>
            <a:t> </a:t>
          </a:r>
          <a:r>
            <a:rPr lang="en-US" sz="2600" kern="1200"/>
            <a:t>notarization service </a:t>
          </a:r>
        </a:p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600" kern="1200"/>
            <a:t>uses the 8-byte prefix DOCPROOF, </a:t>
          </a:r>
        </a:p>
      </dsp:txBody>
      <dsp:txXfrm>
        <a:off x="0" y="445024"/>
        <a:ext cx="9701953" cy="1515150"/>
      </dsp:txXfrm>
    </dsp:sp>
    <dsp:sp modelId="{69838A13-1D76-4179-B21F-5E4EDC43C5F0}">
      <dsp:nvSpPr>
        <dsp:cNvPr id="0" name=""/>
        <dsp:cNvSpPr/>
      </dsp:nvSpPr>
      <dsp:spPr>
        <a:xfrm>
          <a:off x="485097" y="61264"/>
          <a:ext cx="6791367" cy="767520"/>
        </a:xfrm>
        <a:prstGeom prst="round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For example, </a:t>
          </a:r>
        </a:p>
      </dsp:txBody>
      <dsp:txXfrm>
        <a:off x="522564" y="98731"/>
        <a:ext cx="6716433" cy="692586"/>
      </dsp:txXfrm>
    </dsp:sp>
    <dsp:sp modelId="{3FEFF8F0-6BF2-4708-87E7-1E1D1F6BA6F7}">
      <dsp:nvSpPr>
        <dsp:cNvPr id="0" name=""/>
        <dsp:cNvSpPr/>
      </dsp:nvSpPr>
      <dsp:spPr>
        <a:xfrm>
          <a:off x="0" y="2484335"/>
          <a:ext cx="9701953" cy="1105650"/>
        </a:xfrm>
        <a:prstGeom prst="rect">
          <a:avLst/>
        </a:prstGeom>
        <a:solidFill>
          <a:schemeClr val="accent4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541528" rIns="752979" bIns="184912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600" kern="1200"/>
            <a:t>44</a:t>
          </a:r>
          <a:r>
            <a:rPr lang="tr-TR" sz="2600" kern="1200"/>
            <a:t> 4f 43 50 52 4f 4f 46 in hexadecimal.</a:t>
          </a:r>
          <a:endParaRPr lang="en-US" sz="2600" kern="1200"/>
        </a:p>
      </dsp:txBody>
      <dsp:txXfrm>
        <a:off x="0" y="2484335"/>
        <a:ext cx="9701953" cy="1105650"/>
      </dsp:txXfrm>
    </dsp:sp>
    <dsp:sp modelId="{36D662B4-99C1-4A26-AE44-7282A623864C}">
      <dsp:nvSpPr>
        <dsp:cNvPr id="0" name=""/>
        <dsp:cNvSpPr/>
      </dsp:nvSpPr>
      <dsp:spPr>
        <a:xfrm>
          <a:off x="485097" y="2100575"/>
          <a:ext cx="6791367" cy="767520"/>
        </a:xfrm>
        <a:prstGeom prst="round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which is ASCII encoded as </a:t>
          </a:r>
        </a:p>
      </dsp:txBody>
      <dsp:txXfrm>
        <a:off x="522564" y="2138042"/>
        <a:ext cx="6716433" cy="692586"/>
      </dsp:txXfrm>
    </dsp:sp>
  </dsp:spTree>
</dsp:drawing>
</file>

<file path=ppt/diagrams/drawing3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C2F8CA5-6ED5-4FAC-AC64-107A4AA3707B}">
      <dsp:nvSpPr>
        <dsp:cNvPr id="0" name=""/>
        <dsp:cNvSpPr/>
      </dsp:nvSpPr>
      <dsp:spPr>
        <a:xfrm rot="5400000">
          <a:off x="6316709" y="-2752247"/>
          <a:ext cx="561237" cy="6209249"/>
        </a:xfrm>
        <a:prstGeom prst="round2Same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26670" rIns="53340" bIns="26670" numCol="1" spcCol="1270" anchor="ctr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that corresponds to RETURN 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that</a:t>
          </a:r>
          <a:r>
            <a:rPr lang="tr-TR" sz="1400" kern="1200"/>
            <a:t> </a:t>
          </a:r>
          <a:r>
            <a:rPr lang="en-US" sz="1400" kern="1200"/>
            <a:t>could possibly be used to “spend” a RETURN output. </a:t>
          </a:r>
        </a:p>
      </dsp:txBody>
      <dsp:txXfrm rot="-5400000">
        <a:off x="3492704" y="99155"/>
        <a:ext cx="6181852" cy="506443"/>
      </dsp:txXfrm>
    </dsp:sp>
    <dsp:sp modelId="{60D828C0-E0AB-4055-91C4-3E9B6CC82A1F}">
      <dsp:nvSpPr>
        <dsp:cNvPr id="0" name=""/>
        <dsp:cNvSpPr/>
      </dsp:nvSpPr>
      <dsp:spPr>
        <a:xfrm>
          <a:off x="0" y="1604"/>
          <a:ext cx="3492703" cy="701546"/>
        </a:xfrm>
        <a:prstGeom prst="roundRect">
          <a:avLst/>
        </a:prstGeom>
        <a:gradFill rotWithShape="0">
          <a:gsLst>
            <a:gs pos="0">
              <a:schemeClr val="accent2">
                <a:hueOff val="0"/>
                <a:satOff val="0"/>
                <a:lumOff val="0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2">
                <a:hueOff val="0"/>
                <a:satOff val="0"/>
                <a:lumOff val="0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2">
                <a:hueOff val="0"/>
                <a:satOff val="0"/>
                <a:lumOff val="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72390" tIns="36195" rIns="72390" bIns="36195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/>
            <a:t>there is no “unlocking script” </a:t>
          </a:r>
        </a:p>
      </dsp:txBody>
      <dsp:txXfrm>
        <a:off x="34247" y="35851"/>
        <a:ext cx="3424209" cy="633052"/>
      </dsp:txXfrm>
    </dsp:sp>
    <dsp:sp modelId="{8255AA4E-B3C6-4C95-AC66-25A4E8E3D2CF}">
      <dsp:nvSpPr>
        <dsp:cNvPr id="0" name=""/>
        <dsp:cNvSpPr/>
      </dsp:nvSpPr>
      <dsp:spPr>
        <a:xfrm rot="5400000">
          <a:off x="6316709" y="-2015623"/>
          <a:ext cx="561237" cy="6209249"/>
        </a:xfrm>
        <a:prstGeom prst="round2Same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26670" rIns="53340" bIns="26670" numCol="1" spcCol="1270" anchor="ctr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you can’t spend the money locked in that output, </a:t>
          </a:r>
        </a:p>
      </dsp:txBody>
      <dsp:txXfrm rot="-5400000">
        <a:off x="3492704" y="835779"/>
        <a:ext cx="6181852" cy="506443"/>
      </dsp:txXfrm>
    </dsp:sp>
    <dsp:sp modelId="{5DDEDE83-6B0D-4FF6-BBB3-522732EE7C02}">
      <dsp:nvSpPr>
        <dsp:cNvPr id="0" name=""/>
        <dsp:cNvSpPr/>
      </dsp:nvSpPr>
      <dsp:spPr>
        <a:xfrm>
          <a:off x="0" y="738228"/>
          <a:ext cx="3492703" cy="701546"/>
        </a:xfrm>
        <a:prstGeom prst="roundRect">
          <a:avLst/>
        </a:prstGeom>
        <a:gradFill rotWithShape="0">
          <a:gsLst>
            <a:gs pos="0">
              <a:schemeClr val="accent2">
                <a:hueOff val="0"/>
                <a:satOff val="0"/>
                <a:lumOff val="0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2">
                <a:hueOff val="0"/>
                <a:satOff val="0"/>
                <a:lumOff val="0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2">
                <a:hueOff val="0"/>
                <a:satOff val="0"/>
                <a:lumOff val="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72390" tIns="36195" rIns="72390" bIns="36195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/>
            <a:t>The whole point of RETURN is that</a:t>
          </a:r>
          <a:r>
            <a:rPr lang="tr-TR" sz="1900" kern="1200"/>
            <a:t> </a:t>
          </a:r>
          <a:endParaRPr lang="en-US" sz="1900" kern="1200"/>
        </a:p>
      </dsp:txBody>
      <dsp:txXfrm>
        <a:off x="34247" y="772475"/>
        <a:ext cx="3424209" cy="633052"/>
      </dsp:txXfrm>
    </dsp:sp>
    <dsp:sp modelId="{2F652030-162C-42CF-8C87-A0BB4565B34C}">
      <dsp:nvSpPr>
        <dsp:cNvPr id="0" name=""/>
        <dsp:cNvSpPr/>
      </dsp:nvSpPr>
      <dsp:spPr>
        <a:xfrm rot="5400000">
          <a:off x="6316709" y="-1278999"/>
          <a:ext cx="561237" cy="6209249"/>
        </a:xfrm>
        <a:prstGeom prst="round2Same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26670" rIns="53340" bIns="26670" numCol="1" spcCol="1270" anchor="ctr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to be</a:t>
          </a:r>
          <a:r>
            <a:rPr lang="tr-TR" sz="1400" kern="1200"/>
            <a:t> </a:t>
          </a:r>
          <a:r>
            <a:rPr lang="en-US" sz="1400" kern="1200"/>
            <a:t>held in the UTXO set as potentially spendable—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RETURN is </a:t>
          </a:r>
          <a:r>
            <a:rPr lang="en-US" sz="1400" i="1" kern="1200"/>
            <a:t>provably unspendable</a:t>
          </a:r>
          <a:r>
            <a:rPr lang="en-US" sz="1400" kern="1200"/>
            <a:t>.</a:t>
          </a:r>
        </a:p>
      </dsp:txBody>
      <dsp:txXfrm rot="-5400000">
        <a:off x="3492704" y="1572403"/>
        <a:ext cx="6181852" cy="506443"/>
      </dsp:txXfrm>
    </dsp:sp>
    <dsp:sp modelId="{CCCD73F0-8339-456D-84E5-1DAE1514A485}">
      <dsp:nvSpPr>
        <dsp:cNvPr id="0" name=""/>
        <dsp:cNvSpPr/>
      </dsp:nvSpPr>
      <dsp:spPr>
        <a:xfrm>
          <a:off x="0" y="1474851"/>
          <a:ext cx="3492703" cy="701546"/>
        </a:xfrm>
        <a:prstGeom prst="roundRect">
          <a:avLst/>
        </a:prstGeom>
        <a:gradFill rotWithShape="0">
          <a:gsLst>
            <a:gs pos="0">
              <a:schemeClr val="accent2">
                <a:hueOff val="0"/>
                <a:satOff val="0"/>
                <a:lumOff val="0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2">
                <a:hueOff val="0"/>
                <a:satOff val="0"/>
                <a:lumOff val="0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2">
                <a:hueOff val="0"/>
                <a:satOff val="0"/>
                <a:lumOff val="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72390" tIns="36195" rIns="72390" bIns="36195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/>
            <a:t>therefore it does not need </a:t>
          </a:r>
        </a:p>
      </dsp:txBody>
      <dsp:txXfrm>
        <a:off x="34247" y="1509098"/>
        <a:ext cx="3424209" cy="633052"/>
      </dsp:txXfrm>
    </dsp:sp>
    <dsp:sp modelId="{76921F3F-A4D0-4620-903D-7199DBA9A3FF}">
      <dsp:nvSpPr>
        <dsp:cNvPr id="0" name=""/>
        <dsp:cNvSpPr/>
      </dsp:nvSpPr>
      <dsp:spPr>
        <a:xfrm rot="5400000">
          <a:off x="6316709" y="-542376"/>
          <a:ext cx="561237" cy="6209249"/>
        </a:xfrm>
        <a:prstGeom prst="round2Same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26670" rIns="53340" bIns="26670" numCol="1" spcCol="1270" anchor="ctr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an output with a zero bitcoin amount, </a:t>
          </a:r>
        </a:p>
      </dsp:txBody>
      <dsp:txXfrm rot="-5400000">
        <a:off x="3492704" y="2309026"/>
        <a:ext cx="6181852" cy="506443"/>
      </dsp:txXfrm>
    </dsp:sp>
    <dsp:sp modelId="{93071519-85AD-47F5-9D4F-9B7354225D53}">
      <dsp:nvSpPr>
        <dsp:cNvPr id="0" name=""/>
        <dsp:cNvSpPr/>
      </dsp:nvSpPr>
      <dsp:spPr>
        <a:xfrm>
          <a:off x="0" y="2211475"/>
          <a:ext cx="3492703" cy="701546"/>
        </a:xfrm>
        <a:prstGeom prst="roundRect">
          <a:avLst/>
        </a:prstGeom>
        <a:gradFill rotWithShape="0">
          <a:gsLst>
            <a:gs pos="0">
              <a:schemeClr val="accent2">
                <a:hueOff val="0"/>
                <a:satOff val="0"/>
                <a:lumOff val="0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2">
                <a:hueOff val="0"/>
                <a:satOff val="0"/>
                <a:lumOff val="0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2">
                <a:hueOff val="0"/>
                <a:satOff val="0"/>
                <a:lumOff val="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72390" tIns="36195" rIns="72390" bIns="36195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/>
            <a:t>RETURN is usually</a:t>
          </a:r>
        </a:p>
      </dsp:txBody>
      <dsp:txXfrm>
        <a:off x="34247" y="2245722"/>
        <a:ext cx="3424209" cy="633052"/>
      </dsp:txXfrm>
    </dsp:sp>
    <dsp:sp modelId="{2691E3F5-B3D8-482A-B82F-3B116ACDD8E6}">
      <dsp:nvSpPr>
        <dsp:cNvPr id="0" name=""/>
        <dsp:cNvSpPr/>
      </dsp:nvSpPr>
      <dsp:spPr>
        <a:xfrm rot="5400000">
          <a:off x="6316709" y="194247"/>
          <a:ext cx="561237" cy="6209249"/>
        </a:xfrm>
        <a:prstGeom prst="round2Same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26670" rIns="53340" bIns="26670" numCol="1" spcCol="1270" anchor="ctr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to such an output is effectively lost forever.</a:t>
          </a:r>
        </a:p>
      </dsp:txBody>
      <dsp:txXfrm rot="-5400000">
        <a:off x="3492704" y="3045650"/>
        <a:ext cx="6181852" cy="506443"/>
      </dsp:txXfrm>
    </dsp:sp>
    <dsp:sp modelId="{ED333993-15E5-4D48-9E3A-73B74E1F17C0}">
      <dsp:nvSpPr>
        <dsp:cNvPr id="0" name=""/>
        <dsp:cNvSpPr/>
      </dsp:nvSpPr>
      <dsp:spPr>
        <a:xfrm>
          <a:off x="0" y="2948099"/>
          <a:ext cx="3492703" cy="701546"/>
        </a:xfrm>
        <a:prstGeom prst="roundRect">
          <a:avLst/>
        </a:prstGeom>
        <a:gradFill rotWithShape="0">
          <a:gsLst>
            <a:gs pos="0">
              <a:schemeClr val="accent2">
                <a:hueOff val="0"/>
                <a:satOff val="0"/>
                <a:lumOff val="0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2">
                <a:hueOff val="0"/>
                <a:satOff val="0"/>
                <a:lumOff val="0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2">
                <a:hueOff val="0"/>
                <a:satOff val="0"/>
                <a:lumOff val="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72390" tIns="36195" rIns="72390" bIns="36195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/>
            <a:t>because any bitcoin assigned</a:t>
          </a:r>
          <a:r>
            <a:rPr lang="tr-TR" sz="1900" kern="1200"/>
            <a:t> </a:t>
          </a:r>
          <a:endParaRPr lang="en-US" sz="1900" kern="1200"/>
        </a:p>
      </dsp:txBody>
      <dsp:txXfrm>
        <a:off x="34247" y="2982346"/>
        <a:ext cx="3424209" cy="633052"/>
      </dsp:txXfrm>
    </dsp:sp>
  </dsp:spTree>
</dsp:drawing>
</file>

<file path=ppt/diagrams/drawing4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BB578E0-349F-4FBD-A886-BBD4F8B03C71}">
      <dsp:nvSpPr>
        <dsp:cNvPr id="0" name=""/>
        <dsp:cNvSpPr/>
      </dsp:nvSpPr>
      <dsp:spPr>
        <a:xfrm rot="5400000">
          <a:off x="5612662" y="-2365403"/>
          <a:ext cx="703150" cy="5613400"/>
        </a:xfrm>
        <a:prstGeom prst="round2SameRect">
          <a:avLst/>
        </a:prstGeom>
        <a:solidFill>
          <a:schemeClr val="accent5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720" tIns="22860" rIns="45720" bIns="22860" numCol="1" spcCol="1270" anchor="ctr" anchorCtr="0">
          <a:noAutofit/>
        </a:bodyPr>
        <a:lstStyle/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200" kern="1200"/>
            <a:t>referenced as an input in a</a:t>
          </a:r>
          <a:r>
            <a:rPr lang="tr-TR" sz="1200" kern="1200"/>
            <a:t> </a:t>
          </a:r>
          <a:r>
            <a:rPr lang="en-US" sz="1200" kern="1200"/>
            <a:t>transaction, </a:t>
          </a:r>
        </a:p>
      </dsp:txBody>
      <dsp:txXfrm rot="-5400000">
        <a:off x="3157538" y="124046"/>
        <a:ext cx="5579075" cy="634500"/>
      </dsp:txXfrm>
    </dsp:sp>
    <dsp:sp modelId="{AAEB83DE-FB94-4CD1-A5F1-F8BD43CE57A7}">
      <dsp:nvSpPr>
        <dsp:cNvPr id="0" name=""/>
        <dsp:cNvSpPr/>
      </dsp:nvSpPr>
      <dsp:spPr>
        <a:xfrm>
          <a:off x="0" y="1827"/>
          <a:ext cx="3157537" cy="878938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5250" tIns="47625" rIns="95250" bIns="47625" numCol="1" spcCol="1270" anchor="ctr" anchorCtr="0">
          <a:noAutofit/>
        </a:bodyPr>
        <a:lstStyle/>
        <a:p>
          <a:pPr marL="0" lvl="0" indent="0" algn="ctr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/>
            <a:t>If a RETURN is </a:t>
          </a:r>
        </a:p>
      </dsp:txBody>
      <dsp:txXfrm>
        <a:off x="42906" y="44733"/>
        <a:ext cx="3071725" cy="793126"/>
      </dsp:txXfrm>
    </dsp:sp>
    <dsp:sp modelId="{1CDA951B-618E-4B70-82C9-008B921047CE}">
      <dsp:nvSpPr>
        <dsp:cNvPr id="0" name=""/>
        <dsp:cNvSpPr/>
      </dsp:nvSpPr>
      <dsp:spPr>
        <a:xfrm rot="5400000">
          <a:off x="5612662" y="-1442517"/>
          <a:ext cx="703150" cy="5613400"/>
        </a:xfrm>
        <a:prstGeom prst="round2SameRect">
          <a:avLst/>
        </a:prstGeom>
        <a:solidFill>
          <a:schemeClr val="accent5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720" tIns="22860" rIns="45720" bIns="22860" numCol="1" spcCol="1270" anchor="ctr" anchorCtr="0">
          <a:noAutofit/>
        </a:bodyPr>
        <a:lstStyle/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200" kern="1200"/>
            <a:t>will halt the execution of the validation script</a:t>
          </a:r>
          <a:r>
            <a:rPr lang="tr-TR" sz="1200" kern="1200"/>
            <a:t> </a:t>
          </a:r>
          <a:endParaRPr lang="en-US" sz="1200" kern="1200"/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200" kern="1200"/>
            <a:t>and mark the transaction as invalid. </a:t>
          </a:r>
        </a:p>
      </dsp:txBody>
      <dsp:txXfrm rot="-5400000">
        <a:off x="3157538" y="1046932"/>
        <a:ext cx="5579075" cy="634500"/>
      </dsp:txXfrm>
    </dsp:sp>
    <dsp:sp modelId="{5B224C47-9598-45F4-838A-3ECEFAAA0FEF}">
      <dsp:nvSpPr>
        <dsp:cNvPr id="0" name=""/>
        <dsp:cNvSpPr/>
      </dsp:nvSpPr>
      <dsp:spPr>
        <a:xfrm>
          <a:off x="0" y="924712"/>
          <a:ext cx="3157537" cy="878938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5250" tIns="47625" rIns="95250" bIns="47625" numCol="1" spcCol="1270" anchor="ctr" anchorCtr="0">
          <a:noAutofit/>
        </a:bodyPr>
        <a:lstStyle/>
        <a:p>
          <a:pPr marL="0" lvl="0" indent="0" algn="ctr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/>
            <a:t>the script validation engine </a:t>
          </a:r>
        </a:p>
      </dsp:txBody>
      <dsp:txXfrm>
        <a:off x="42906" y="967618"/>
        <a:ext cx="3071725" cy="793126"/>
      </dsp:txXfrm>
    </dsp:sp>
    <dsp:sp modelId="{117FE884-CDC8-4698-A7D9-2FBD008B3346}">
      <dsp:nvSpPr>
        <dsp:cNvPr id="0" name=""/>
        <dsp:cNvSpPr/>
      </dsp:nvSpPr>
      <dsp:spPr>
        <a:xfrm rot="5400000">
          <a:off x="5612662" y="-519632"/>
          <a:ext cx="703150" cy="5613400"/>
        </a:xfrm>
        <a:prstGeom prst="round2SameRect">
          <a:avLst/>
        </a:prstGeom>
        <a:solidFill>
          <a:schemeClr val="accent5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720" tIns="22860" rIns="45720" bIns="22860" numCol="1" spcCol="1270" anchor="ctr" anchorCtr="0">
          <a:noAutofit/>
        </a:bodyPr>
        <a:lstStyle/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200" kern="1200"/>
            <a:t>essentially causes the</a:t>
          </a:r>
          <a:r>
            <a:rPr lang="tr-TR" sz="1200" kern="1200"/>
            <a:t> </a:t>
          </a:r>
          <a:r>
            <a:rPr lang="en-US" sz="1200" kern="1200"/>
            <a:t>script </a:t>
          </a:r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200" kern="1200"/>
            <a:t>to “RETURN” with a FALSE and halt. </a:t>
          </a:r>
        </a:p>
      </dsp:txBody>
      <dsp:txXfrm rot="-5400000">
        <a:off x="3157538" y="1969817"/>
        <a:ext cx="5579075" cy="634500"/>
      </dsp:txXfrm>
    </dsp:sp>
    <dsp:sp modelId="{E64CFB81-B017-4C73-8E68-0BAA4B4FA7DE}">
      <dsp:nvSpPr>
        <dsp:cNvPr id="0" name=""/>
        <dsp:cNvSpPr/>
      </dsp:nvSpPr>
      <dsp:spPr>
        <a:xfrm>
          <a:off x="0" y="1847598"/>
          <a:ext cx="3157537" cy="878938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5250" tIns="47625" rIns="95250" bIns="47625" numCol="1" spcCol="1270" anchor="ctr" anchorCtr="0">
          <a:noAutofit/>
        </a:bodyPr>
        <a:lstStyle/>
        <a:p>
          <a:pPr marL="0" lvl="0" indent="0" algn="ctr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/>
            <a:t>The execution of RETURN </a:t>
          </a:r>
        </a:p>
      </dsp:txBody>
      <dsp:txXfrm>
        <a:off x="42906" y="1890504"/>
        <a:ext cx="3071725" cy="793126"/>
      </dsp:txXfrm>
    </dsp:sp>
    <dsp:sp modelId="{CF2ADA12-B305-4D90-B024-0718EA779A4F}">
      <dsp:nvSpPr>
        <dsp:cNvPr id="0" name=""/>
        <dsp:cNvSpPr/>
      </dsp:nvSpPr>
      <dsp:spPr>
        <a:xfrm rot="5400000">
          <a:off x="5612662" y="403253"/>
          <a:ext cx="703150" cy="5613400"/>
        </a:xfrm>
        <a:prstGeom prst="round2SameRect">
          <a:avLst/>
        </a:prstGeom>
        <a:solidFill>
          <a:schemeClr val="accent5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720" tIns="22860" rIns="45720" bIns="22860" numCol="1" spcCol="1270" anchor="ctr" anchorCtr="0">
          <a:noAutofit/>
        </a:bodyPr>
        <a:lstStyle/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200" kern="1200"/>
            <a:t>if you accidentally reference a</a:t>
          </a:r>
          <a:r>
            <a:rPr lang="tr-TR" sz="1200" kern="1200"/>
            <a:t> </a:t>
          </a:r>
          <a:r>
            <a:rPr lang="en-US" sz="1200" kern="1200"/>
            <a:t>RETURN output</a:t>
          </a:r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200" kern="1200"/>
            <a:t>as an input in a transaction, </a:t>
          </a:r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200" kern="1200" dirty="0"/>
            <a:t>that transaction is invalid.</a:t>
          </a:r>
        </a:p>
      </dsp:txBody>
      <dsp:txXfrm rot="-5400000">
        <a:off x="3157538" y="2892703"/>
        <a:ext cx="5579075" cy="634500"/>
      </dsp:txXfrm>
    </dsp:sp>
    <dsp:sp modelId="{7C1B4CBF-25DF-4BBA-B1AB-81C8BD88D977}">
      <dsp:nvSpPr>
        <dsp:cNvPr id="0" name=""/>
        <dsp:cNvSpPr/>
      </dsp:nvSpPr>
      <dsp:spPr>
        <a:xfrm>
          <a:off x="0" y="2770483"/>
          <a:ext cx="3157537" cy="878938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5250" tIns="47625" rIns="95250" bIns="47625" numCol="1" spcCol="1270" anchor="ctr" anchorCtr="0">
          <a:noAutofit/>
        </a:bodyPr>
        <a:lstStyle/>
        <a:p>
          <a:pPr marL="0" lvl="0" indent="0" algn="ctr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/>
            <a:t>Thus, </a:t>
          </a:r>
        </a:p>
      </dsp:txBody>
      <dsp:txXfrm>
        <a:off x="42906" y="2813389"/>
        <a:ext cx="3071725" cy="793126"/>
      </dsp:txXfrm>
    </dsp:sp>
  </dsp:spTree>
</dsp:drawing>
</file>

<file path=ppt/diagrams/drawing4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78C0A45-1CB8-438E-B5C8-05A259031905}">
      <dsp:nvSpPr>
        <dsp:cNvPr id="0" name=""/>
        <dsp:cNvSpPr/>
      </dsp:nvSpPr>
      <dsp:spPr>
        <a:xfrm>
          <a:off x="698671" y="910227"/>
          <a:ext cx="750093" cy="750093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38D49AC-FB78-444A-94AA-C62989949994}">
      <dsp:nvSpPr>
        <dsp:cNvPr id="0" name=""/>
        <dsp:cNvSpPr/>
      </dsp:nvSpPr>
      <dsp:spPr>
        <a:xfrm>
          <a:off x="2156" y="173904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One Return</a:t>
          </a:r>
          <a:endParaRPr lang="en-US" sz="1400" kern="1200"/>
        </a:p>
      </dsp:txBody>
      <dsp:txXfrm>
        <a:off x="2156" y="1739045"/>
        <a:ext cx="2143124" cy="321468"/>
      </dsp:txXfrm>
    </dsp:sp>
    <dsp:sp modelId="{C3775807-BF1C-46CE-870D-498EEB57118F}">
      <dsp:nvSpPr>
        <dsp:cNvPr id="0" name=""/>
        <dsp:cNvSpPr/>
      </dsp:nvSpPr>
      <dsp:spPr>
        <a:xfrm>
          <a:off x="2156" y="2097129"/>
          <a:ext cx="2143124" cy="64389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A standard transaction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conforms to the </a:t>
          </a:r>
          <a:r>
            <a:rPr lang="en-US" sz="1100" kern="1200" dirty="0" err="1"/>
            <a:t>isStandard</a:t>
          </a:r>
          <a:r>
            <a:rPr lang="en-US" sz="1100" kern="1200" dirty="0"/>
            <a:t>() checks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can have</a:t>
          </a:r>
          <a:r>
            <a:rPr lang="tr-TR" sz="1100" kern="1200"/>
            <a:t> </a:t>
          </a:r>
          <a:r>
            <a:rPr lang="en-US" sz="1100" kern="1200"/>
            <a:t>only one RETURN output. </a:t>
          </a:r>
        </a:p>
      </dsp:txBody>
      <dsp:txXfrm>
        <a:off x="2156" y="2097129"/>
        <a:ext cx="2143124" cy="643892"/>
      </dsp:txXfrm>
    </dsp:sp>
    <dsp:sp modelId="{35A38194-921B-4DFA-BDC0-A22F45356C56}">
      <dsp:nvSpPr>
        <dsp:cNvPr id="0" name=""/>
        <dsp:cNvSpPr/>
      </dsp:nvSpPr>
      <dsp:spPr>
        <a:xfrm>
          <a:off x="3216843" y="910227"/>
          <a:ext cx="750093" cy="750093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6D94A26-E90E-4570-91A6-D8FA70853245}">
      <dsp:nvSpPr>
        <dsp:cNvPr id="0" name=""/>
        <dsp:cNvSpPr/>
      </dsp:nvSpPr>
      <dsp:spPr>
        <a:xfrm>
          <a:off x="2520328" y="173904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Combination is possible</a:t>
          </a:r>
          <a:endParaRPr lang="en-US" sz="1400" kern="1200"/>
        </a:p>
      </dsp:txBody>
      <dsp:txXfrm>
        <a:off x="2520328" y="1739045"/>
        <a:ext cx="2143124" cy="321468"/>
      </dsp:txXfrm>
    </dsp:sp>
    <dsp:sp modelId="{FE9182DB-D99B-4C1A-A8B3-7374B4E8C29B}">
      <dsp:nvSpPr>
        <dsp:cNvPr id="0" name=""/>
        <dsp:cNvSpPr/>
      </dsp:nvSpPr>
      <dsp:spPr>
        <a:xfrm>
          <a:off x="2520328" y="2097129"/>
          <a:ext cx="2143124" cy="64389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However,</a:t>
          </a:r>
          <a:r>
            <a:rPr lang="tr-TR" sz="1100" kern="1200" dirty="0"/>
            <a:t> </a:t>
          </a:r>
          <a:r>
            <a:rPr lang="en-US" sz="1100" kern="1200" dirty="0"/>
            <a:t>a single RETURN output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can be combined in a</a:t>
          </a:r>
          <a:r>
            <a:rPr lang="tr-TR" sz="1100" kern="1200"/>
            <a:t> </a:t>
          </a:r>
          <a:r>
            <a:rPr lang="en-US" sz="1100" kern="1200"/>
            <a:t>transaction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with outputs of any other type.</a:t>
          </a:r>
        </a:p>
      </dsp:txBody>
      <dsp:txXfrm>
        <a:off x="2520328" y="2097129"/>
        <a:ext cx="2143124" cy="643892"/>
      </dsp:txXfrm>
    </dsp:sp>
    <dsp:sp modelId="{2EBB5682-E1EC-4A1A-98A3-3EE22C5E30AE}">
      <dsp:nvSpPr>
        <dsp:cNvPr id="0" name=""/>
        <dsp:cNvSpPr/>
      </dsp:nvSpPr>
      <dsp:spPr>
        <a:xfrm>
          <a:off x="5735015" y="910227"/>
          <a:ext cx="750093" cy="750093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4487D6E-0031-46B0-8E1B-4252273C15FC}">
      <dsp:nvSpPr>
        <dsp:cNvPr id="0" name=""/>
        <dsp:cNvSpPr/>
      </dsp:nvSpPr>
      <dsp:spPr>
        <a:xfrm>
          <a:off x="5038499" y="173904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New command line options</a:t>
          </a:r>
          <a:endParaRPr lang="en-US" sz="1400" kern="1200"/>
        </a:p>
      </dsp:txBody>
      <dsp:txXfrm>
        <a:off x="5038499" y="1739045"/>
        <a:ext cx="2143124" cy="321468"/>
      </dsp:txXfrm>
    </dsp:sp>
    <dsp:sp modelId="{7380852F-25D0-4C3F-8A0B-F830232F8FB9}">
      <dsp:nvSpPr>
        <dsp:cNvPr id="0" name=""/>
        <dsp:cNvSpPr/>
      </dsp:nvSpPr>
      <dsp:spPr>
        <a:xfrm>
          <a:off x="5038499" y="2097129"/>
          <a:ext cx="2143124" cy="64389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Two new command-line options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have been added in Bitcoin Core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as </a:t>
          </a:r>
          <a:r>
            <a:rPr lang="en-US" sz="1100" kern="1200" dirty="0"/>
            <a:t>of version 0.10.</a:t>
          </a:r>
        </a:p>
      </dsp:txBody>
      <dsp:txXfrm>
        <a:off x="5038499" y="2097129"/>
        <a:ext cx="2143124" cy="643892"/>
      </dsp:txXfrm>
    </dsp:sp>
    <dsp:sp modelId="{0EBF1983-EE87-45B3-B78B-FFF72EEDA2F2}">
      <dsp:nvSpPr>
        <dsp:cNvPr id="0" name=""/>
        <dsp:cNvSpPr/>
      </dsp:nvSpPr>
      <dsp:spPr>
        <a:xfrm>
          <a:off x="8253187" y="910227"/>
          <a:ext cx="750093" cy="750093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E34CD1C-0852-41A5-8550-69EA2EFC0699}">
      <dsp:nvSpPr>
        <dsp:cNvPr id="0" name=""/>
        <dsp:cNvSpPr/>
      </dsp:nvSpPr>
      <dsp:spPr>
        <a:xfrm>
          <a:off x="7556671" y="173904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0.10 Command line options</a:t>
          </a:r>
          <a:endParaRPr lang="en-US" sz="1400" kern="1200"/>
        </a:p>
      </dsp:txBody>
      <dsp:txXfrm>
        <a:off x="7556671" y="1739045"/>
        <a:ext cx="2143124" cy="321468"/>
      </dsp:txXfrm>
    </dsp:sp>
    <dsp:sp modelId="{74300EE3-477A-43B7-BBA6-70A3B80F461B}">
      <dsp:nvSpPr>
        <dsp:cNvPr id="0" name=""/>
        <dsp:cNvSpPr/>
      </dsp:nvSpPr>
      <dsp:spPr>
        <a:xfrm>
          <a:off x="7556671" y="2097129"/>
          <a:ext cx="2143124" cy="64389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The </a:t>
          </a:r>
          <a:r>
            <a:rPr lang="tr-TR" sz="1100" kern="1200" dirty="0" err="1"/>
            <a:t>option</a:t>
          </a:r>
          <a:r>
            <a:rPr lang="tr-TR" sz="1100" kern="1200" dirty="0"/>
            <a:t> </a:t>
          </a:r>
          <a:r>
            <a:rPr lang="tr-TR" sz="1100" kern="1200" dirty="0" err="1"/>
            <a:t>datacarrier</a:t>
          </a:r>
          <a:endParaRPr lang="en-US" sz="1100" kern="1200" dirty="0"/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 dirty="0" err="1"/>
            <a:t>The</a:t>
          </a:r>
          <a:r>
            <a:rPr lang="tr-TR" sz="1100" kern="1200" dirty="0"/>
            <a:t> </a:t>
          </a:r>
          <a:r>
            <a:rPr lang="tr-TR" sz="1100" kern="1200" dirty="0" err="1"/>
            <a:t>option</a:t>
          </a:r>
          <a:r>
            <a:rPr lang="tr-TR" sz="1100" kern="1200" dirty="0"/>
            <a:t> </a:t>
          </a:r>
          <a:r>
            <a:rPr lang="tr-TR" sz="1100" kern="1200" dirty="0" err="1"/>
            <a:t>datacarriersize</a:t>
          </a:r>
          <a:endParaRPr lang="en-US" sz="1100" kern="1200" dirty="0"/>
        </a:p>
      </dsp:txBody>
      <dsp:txXfrm>
        <a:off x="7556671" y="2097129"/>
        <a:ext cx="2143124" cy="643892"/>
      </dsp:txXfrm>
    </dsp:sp>
  </dsp:spTree>
</dsp:drawing>
</file>

<file path=ppt/diagrams/drawing4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4B07DCD-6D98-4BE6-81E5-1640EC548B2B}">
      <dsp:nvSpPr>
        <dsp:cNvPr id="0" name=""/>
        <dsp:cNvSpPr/>
      </dsp:nvSpPr>
      <dsp:spPr>
        <a:xfrm rot="5400000">
          <a:off x="6126659" y="-2514505"/>
          <a:ext cx="941337" cy="6209249"/>
        </a:xfrm>
        <a:prstGeom prst="round2SameRect">
          <a:avLst/>
        </a:prstGeom>
        <a:solidFill>
          <a:schemeClr val="accent5">
            <a:tint val="40000"/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30480" rIns="60960" bIns="30480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controls relay and mining of RETURN transactions, 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with the</a:t>
          </a:r>
          <a:r>
            <a:rPr lang="tr-TR" sz="1600" kern="1200"/>
            <a:t> </a:t>
          </a:r>
          <a:r>
            <a:rPr lang="en-US" sz="1600" kern="1200"/>
            <a:t>default set to “1” to allow them.</a:t>
          </a:r>
        </a:p>
      </dsp:txBody>
      <dsp:txXfrm rot="-5400000">
        <a:off x="3492703" y="165403"/>
        <a:ext cx="6163297" cy="849433"/>
      </dsp:txXfrm>
    </dsp:sp>
    <dsp:sp modelId="{FE9A04C5-A60B-468D-AFCE-97618598E2BB}">
      <dsp:nvSpPr>
        <dsp:cNvPr id="0" name=""/>
        <dsp:cNvSpPr/>
      </dsp:nvSpPr>
      <dsp:spPr>
        <a:xfrm>
          <a:off x="0" y="1782"/>
          <a:ext cx="3492703" cy="1176672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5730" tIns="62865" rIns="125730" bIns="62865" numCol="1" spcCol="1270" anchor="ctr" anchorCtr="0">
          <a:noAutofit/>
        </a:bodyPr>
        <a:lstStyle/>
        <a:p>
          <a:pPr marL="0" lvl="0" indent="0" algn="ctr" defTabSz="1466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300" kern="1200"/>
            <a:t>The option datacarrier</a:t>
          </a:r>
          <a:endParaRPr lang="en-US" sz="3300" kern="1200"/>
        </a:p>
      </dsp:txBody>
      <dsp:txXfrm>
        <a:off x="57440" y="59222"/>
        <a:ext cx="3377823" cy="1061792"/>
      </dsp:txXfrm>
    </dsp:sp>
    <dsp:sp modelId="{9AB88D67-5E61-483A-AA32-421A262F0F06}">
      <dsp:nvSpPr>
        <dsp:cNvPr id="0" name=""/>
        <dsp:cNvSpPr/>
      </dsp:nvSpPr>
      <dsp:spPr>
        <a:xfrm rot="5400000">
          <a:off x="6126659" y="-1278999"/>
          <a:ext cx="941337" cy="6209249"/>
        </a:xfrm>
        <a:prstGeom prst="round2SameRect">
          <a:avLst/>
        </a:prstGeom>
        <a:solidFill>
          <a:schemeClr val="accent5">
            <a:tint val="40000"/>
            <a:alpha val="90000"/>
            <a:hueOff val="1738010"/>
            <a:satOff val="-19717"/>
            <a:lumOff val="-2002"/>
            <a:alphaOff val="0"/>
          </a:schemeClr>
        </a:solidFill>
        <a:ln w="12700" cap="flat" cmpd="sng" algn="ctr">
          <a:solidFill>
            <a:schemeClr val="accent5">
              <a:tint val="40000"/>
              <a:alpha val="90000"/>
              <a:hueOff val="1738010"/>
              <a:satOff val="-19717"/>
              <a:lumOff val="-2002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30480" rIns="60960" bIns="30480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600" kern="1200"/>
            <a:t>takes a numeric argument </a:t>
          </a:r>
          <a:endParaRPr lang="en-US" sz="1600" kern="1200"/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specifying the maximum size in bytes of the RETURN script, </a:t>
          </a:r>
        </a:p>
      </dsp:txBody>
      <dsp:txXfrm rot="-5400000">
        <a:off x="3492703" y="1400909"/>
        <a:ext cx="6163297" cy="849433"/>
      </dsp:txXfrm>
    </dsp:sp>
    <dsp:sp modelId="{39F9F326-999B-4D95-B75A-256077AFB0B2}">
      <dsp:nvSpPr>
        <dsp:cNvPr id="0" name=""/>
        <dsp:cNvSpPr/>
      </dsp:nvSpPr>
      <dsp:spPr>
        <a:xfrm>
          <a:off x="0" y="1237288"/>
          <a:ext cx="3492703" cy="1176672"/>
        </a:xfrm>
        <a:prstGeom prst="roundRect">
          <a:avLst/>
        </a:prstGeom>
        <a:solidFill>
          <a:schemeClr val="accent5">
            <a:hueOff val="1600863"/>
            <a:satOff val="-21221"/>
            <a:lumOff val="-666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5730" tIns="62865" rIns="125730" bIns="62865" numCol="1" spcCol="1270" anchor="ctr" anchorCtr="0">
          <a:noAutofit/>
        </a:bodyPr>
        <a:lstStyle/>
        <a:p>
          <a:pPr marL="0" lvl="0" indent="0" algn="ctr" defTabSz="1466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300" kern="1200"/>
            <a:t>The option datacarriersize</a:t>
          </a:r>
          <a:endParaRPr lang="en-US" sz="3300" kern="1200"/>
        </a:p>
      </dsp:txBody>
      <dsp:txXfrm>
        <a:off x="57440" y="1294728"/>
        <a:ext cx="3377823" cy="1061792"/>
      </dsp:txXfrm>
    </dsp:sp>
    <dsp:sp modelId="{F6E91634-344D-4646-95A3-C8996BC305D5}">
      <dsp:nvSpPr>
        <dsp:cNvPr id="0" name=""/>
        <dsp:cNvSpPr/>
      </dsp:nvSpPr>
      <dsp:spPr>
        <a:xfrm rot="5400000">
          <a:off x="6126659" y="-43493"/>
          <a:ext cx="941337" cy="6209249"/>
        </a:xfrm>
        <a:prstGeom prst="round2SameRect">
          <a:avLst/>
        </a:prstGeom>
        <a:solidFill>
          <a:schemeClr val="accent5">
            <a:tint val="40000"/>
            <a:alpha val="90000"/>
            <a:hueOff val="3476020"/>
            <a:satOff val="-39435"/>
            <a:lumOff val="-4004"/>
            <a:alphaOff val="0"/>
          </a:schemeClr>
        </a:solidFill>
        <a:ln w="12700" cap="flat" cmpd="sng" algn="ctr">
          <a:solidFill>
            <a:schemeClr val="accent5">
              <a:tint val="40000"/>
              <a:alpha val="90000"/>
              <a:hueOff val="3476020"/>
              <a:satOff val="-39435"/>
              <a:lumOff val="-4004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30480" rIns="60960" bIns="30480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a maximum of 80 bytes of RETURN data 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one byte of RETURN</a:t>
          </a:r>
          <a:r>
            <a:rPr lang="tr-TR" sz="1600" kern="1200"/>
            <a:t> </a:t>
          </a:r>
          <a:r>
            <a:rPr lang="en-US" sz="1600" kern="1200"/>
            <a:t>opcode 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two bytes of PUSHDATA opcode</a:t>
          </a:r>
        </a:p>
      </dsp:txBody>
      <dsp:txXfrm rot="-5400000">
        <a:off x="3492703" y="2636415"/>
        <a:ext cx="6163297" cy="849433"/>
      </dsp:txXfrm>
    </dsp:sp>
    <dsp:sp modelId="{7D414C78-CE31-4D3B-BFD4-05F4D8F8033E}">
      <dsp:nvSpPr>
        <dsp:cNvPr id="0" name=""/>
        <dsp:cNvSpPr/>
      </dsp:nvSpPr>
      <dsp:spPr>
        <a:xfrm>
          <a:off x="0" y="2472794"/>
          <a:ext cx="3492703" cy="1176672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5730" tIns="62865" rIns="125730" bIns="62865" numCol="1" spcCol="1270" anchor="ctr" anchorCtr="0">
          <a:noAutofit/>
        </a:bodyPr>
        <a:lstStyle/>
        <a:p>
          <a:pPr marL="0" lvl="0" indent="0" algn="ctr" defTabSz="1466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300" kern="1200"/>
            <a:t>83 bytes by default,</a:t>
          </a:r>
          <a:r>
            <a:rPr lang="tr-TR" sz="3300" kern="1200"/>
            <a:t> </a:t>
          </a:r>
          <a:endParaRPr lang="en-US" sz="3300" kern="1200"/>
        </a:p>
      </dsp:txBody>
      <dsp:txXfrm>
        <a:off x="57440" y="2530234"/>
        <a:ext cx="3377823" cy="1061792"/>
      </dsp:txXfrm>
    </dsp:sp>
  </dsp:spTree>
</dsp:drawing>
</file>

<file path=ppt/diagrams/drawing4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2F9C325-AA19-4BE6-8649-F2F487BB1F7E}">
      <dsp:nvSpPr>
        <dsp:cNvPr id="0" name=""/>
        <dsp:cNvSpPr/>
      </dsp:nvSpPr>
      <dsp:spPr>
        <a:xfrm>
          <a:off x="558081" y="871442"/>
          <a:ext cx="595054" cy="595054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E5C18FA-FEAD-4666-85A5-EEB69D9B3973}">
      <dsp:nvSpPr>
        <dsp:cNvPr id="0" name=""/>
        <dsp:cNvSpPr/>
      </dsp:nvSpPr>
      <dsp:spPr>
        <a:xfrm>
          <a:off x="5531" y="1548556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Timelocks are </a:t>
          </a:r>
        </a:p>
      </dsp:txBody>
      <dsp:txXfrm>
        <a:off x="5531" y="1548556"/>
        <a:ext cx="1700156" cy="438321"/>
      </dsp:txXfrm>
    </dsp:sp>
    <dsp:sp modelId="{072F220B-FB26-4AFA-9CF8-D1DF393E7D33}">
      <dsp:nvSpPr>
        <dsp:cNvPr id="0" name=""/>
        <dsp:cNvSpPr/>
      </dsp:nvSpPr>
      <dsp:spPr>
        <a:xfrm>
          <a:off x="5531" y="2025045"/>
          <a:ext cx="1700156" cy="75476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restrictions on transactions or outputs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that only allow spending after a</a:t>
          </a:r>
          <a:r>
            <a:rPr lang="tr-TR" sz="1100" kern="1200"/>
            <a:t> </a:t>
          </a:r>
          <a:r>
            <a:rPr lang="en-US" sz="1100" kern="1200"/>
            <a:t>point in time. </a:t>
          </a:r>
        </a:p>
      </dsp:txBody>
      <dsp:txXfrm>
        <a:off x="5531" y="2025045"/>
        <a:ext cx="1700156" cy="754762"/>
      </dsp:txXfrm>
    </dsp:sp>
    <dsp:sp modelId="{AAF2DFD1-F9AE-4F2B-9294-BF0CBBF90752}">
      <dsp:nvSpPr>
        <dsp:cNvPr id="0" name=""/>
        <dsp:cNvSpPr/>
      </dsp:nvSpPr>
      <dsp:spPr>
        <a:xfrm>
          <a:off x="2555765" y="871442"/>
          <a:ext cx="595054" cy="595054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B574420-499A-4DA8-AE42-A6F0BA059758}">
      <dsp:nvSpPr>
        <dsp:cNvPr id="0" name=""/>
        <dsp:cNvSpPr/>
      </dsp:nvSpPr>
      <dsp:spPr>
        <a:xfrm>
          <a:off x="2003214" y="1548556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Bitcoin has had </a:t>
          </a:r>
        </a:p>
      </dsp:txBody>
      <dsp:txXfrm>
        <a:off x="2003214" y="1548556"/>
        <a:ext cx="1700156" cy="438321"/>
      </dsp:txXfrm>
    </dsp:sp>
    <dsp:sp modelId="{D9889FFD-2E57-4062-869D-3BC2BE0FC179}">
      <dsp:nvSpPr>
        <dsp:cNvPr id="0" name=""/>
        <dsp:cNvSpPr/>
      </dsp:nvSpPr>
      <dsp:spPr>
        <a:xfrm>
          <a:off x="2003214" y="2025045"/>
          <a:ext cx="1700156" cy="75476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 transaction-level timelock feature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from the beginning.</a:t>
          </a:r>
        </a:p>
      </dsp:txBody>
      <dsp:txXfrm>
        <a:off x="2003214" y="2025045"/>
        <a:ext cx="1700156" cy="754762"/>
      </dsp:txXfrm>
    </dsp:sp>
    <dsp:sp modelId="{EE23F03B-DF21-426A-A49B-B071E1787FB2}">
      <dsp:nvSpPr>
        <dsp:cNvPr id="0" name=""/>
        <dsp:cNvSpPr/>
      </dsp:nvSpPr>
      <dsp:spPr>
        <a:xfrm>
          <a:off x="4553449" y="871442"/>
          <a:ext cx="595054" cy="595054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F535F8D-0693-47A3-944F-6FCEF0B7E682}">
      <dsp:nvSpPr>
        <dsp:cNvPr id="0" name=""/>
        <dsp:cNvSpPr/>
      </dsp:nvSpPr>
      <dsp:spPr>
        <a:xfrm>
          <a:off x="4000898" y="1548556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It is implemented </a:t>
          </a:r>
        </a:p>
      </dsp:txBody>
      <dsp:txXfrm>
        <a:off x="4000898" y="1548556"/>
        <a:ext cx="1700156" cy="438321"/>
      </dsp:txXfrm>
    </dsp:sp>
    <dsp:sp modelId="{07090C2B-C28E-480F-AF87-4CEF76C409E6}">
      <dsp:nvSpPr>
        <dsp:cNvPr id="0" name=""/>
        <dsp:cNvSpPr/>
      </dsp:nvSpPr>
      <dsp:spPr>
        <a:xfrm>
          <a:off x="4000898" y="2025045"/>
          <a:ext cx="1700156" cy="75476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by the nLocktime field in a transaction. </a:t>
          </a:r>
        </a:p>
      </dsp:txBody>
      <dsp:txXfrm>
        <a:off x="4000898" y="2025045"/>
        <a:ext cx="1700156" cy="754762"/>
      </dsp:txXfrm>
    </dsp:sp>
    <dsp:sp modelId="{64A4EB77-5487-4C93-9C43-465E87FB1614}">
      <dsp:nvSpPr>
        <dsp:cNvPr id="0" name=""/>
        <dsp:cNvSpPr/>
      </dsp:nvSpPr>
      <dsp:spPr>
        <a:xfrm>
          <a:off x="6551132" y="871442"/>
          <a:ext cx="595054" cy="595054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66431D9-B96F-49CD-8EFB-32E11096165E}">
      <dsp:nvSpPr>
        <dsp:cNvPr id="0" name=""/>
        <dsp:cNvSpPr/>
      </dsp:nvSpPr>
      <dsp:spPr>
        <a:xfrm>
          <a:off x="5998581" y="1548556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Two new timelock</a:t>
          </a:r>
          <a:r>
            <a:rPr lang="tr-TR" sz="1400" kern="1200"/>
            <a:t> </a:t>
          </a:r>
          <a:r>
            <a:rPr lang="en-US" sz="1400" kern="1200"/>
            <a:t>features </a:t>
          </a:r>
        </a:p>
      </dsp:txBody>
      <dsp:txXfrm>
        <a:off x="5998581" y="1548556"/>
        <a:ext cx="1700156" cy="438321"/>
      </dsp:txXfrm>
    </dsp:sp>
    <dsp:sp modelId="{C2E090B4-5218-4906-81AA-248B25AAD8C4}">
      <dsp:nvSpPr>
        <dsp:cNvPr id="0" name=""/>
        <dsp:cNvSpPr/>
      </dsp:nvSpPr>
      <dsp:spPr>
        <a:xfrm>
          <a:off x="5998581" y="2025045"/>
          <a:ext cx="1700156" cy="75476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were introduced in late 2015 and mid-2016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that offer UTXO-level </a:t>
          </a:r>
          <a:r>
            <a:rPr lang="en-US" sz="1100" kern="1200" dirty="0" err="1"/>
            <a:t>timelocks</a:t>
          </a:r>
          <a:r>
            <a:rPr lang="en-US" sz="1100" kern="1200" dirty="0"/>
            <a:t>.</a:t>
          </a:r>
        </a:p>
      </dsp:txBody>
      <dsp:txXfrm>
        <a:off x="5998581" y="2025045"/>
        <a:ext cx="1700156" cy="754762"/>
      </dsp:txXfrm>
    </dsp:sp>
    <dsp:sp modelId="{69B197C6-F936-4CEE-AA2B-4C2A23E6B0D6}">
      <dsp:nvSpPr>
        <dsp:cNvPr id="0" name=""/>
        <dsp:cNvSpPr/>
      </dsp:nvSpPr>
      <dsp:spPr>
        <a:xfrm>
          <a:off x="8548816" y="871442"/>
          <a:ext cx="595054" cy="595054"/>
        </a:xfrm>
        <a:prstGeom prst="rect">
          <a:avLst/>
        </a:prstGeom>
        <a:blipFill>
          <a:blip xmlns:r="http://schemas.openxmlformats.org/officeDocument/2006/relationships"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099BCBE-C9C2-4107-B7C2-5BBBA6056297}">
      <dsp:nvSpPr>
        <dsp:cNvPr id="0" name=""/>
        <dsp:cNvSpPr/>
      </dsp:nvSpPr>
      <dsp:spPr>
        <a:xfrm>
          <a:off x="7996265" y="1548556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 dirty="0"/>
            <a:t>UTXO-level </a:t>
          </a:r>
          <a:r>
            <a:rPr lang="en-US" sz="1400" kern="1200" dirty="0" err="1"/>
            <a:t>timelocks</a:t>
          </a:r>
          <a:endParaRPr lang="en-US" sz="1400" kern="1200" dirty="0"/>
        </a:p>
      </dsp:txBody>
      <dsp:txXfrm>
        <a:off x="7996265" y="1548556"/>
        <a:ext cx="1700156" cy="438321"/>
      </dsp:txXfrm>
    </dsp:sp>
    <dsp:sp modelId="{5BF7FAD4-B892-40F4-A759-2D83E48C2EC8}">
      <dsp:nvSpPr>
        <dsp:cNvPr id="0" name=""/>
        <dsp:cNvSpPr/>
      </dsp:nvSpPr>
      <dsp:spPr>
        <a:xfrm>
          <a:off x="7996265" y="2025045"/>
          <a:ext cx="1700156" cy="75476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CHECKLOCKTIMEVERIFY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CHECKSEQUENCEVERIFY</a:t>
          </a:r>
        </a:p>
      </dsp:txBody>
      <dsp:txXfrm>
        <a:off x="7996265" y="2025045"/>
        <a:ext cx="1700156" cy="754762"/>
      </dsp:txXfrm>
    </dsp:sp>
  </dsp:spTree>
</dsp:drawing>
</file>

<file path=ppt/diagrams/drawing4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B67A540-C7A7-4B22-9A4A-68B886DEA15F}">
      <dsp:nvSpPr>
        <dsp:cNvPr id="0" name=""/>
        <dsp:cNvSpPr/>
      </dsp:nvSpPr>
      <dsp:spPr>
        <a:xfrm>
          <a:off x="943992" y="571666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F661695-E502-4C6C-8779-E6529018E49D}">
      <dsp:nvSpPr>
        <dsp:cNvPr id="0" name=""/>
        <dsp:cNvSpPr/>
      </dsp:nvSpPr>
      <dsp:spPr>
        <a:xfrm>
          <a:off x="3421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600" kern="1200"/>
            <a:t>Timelocks are useful </a:t>
          </a:r>
        </a:p>
      </dsp:txBody>
      <dsp:txXfrm>
        <a:off x="3421" y="1692428"/>
        <a:ext cx="2894062" cy="434109"/>
      </dsp:txXfrm>
    </dsp:sp>
    <dsp:sp modelId="{762E0BD1-5D6C-4D8C-A69B-CC14711489F2}">
      <dsp:nvSpPr>
        <dsp:cNvPr id="0" name=""/>
        <dsp:cNvSpPr/>
      </dsp:nvSpPr>
      <dsp:spPr>
        <a:xfrm>
          <a:off x="3421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for postdating transactions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and locking funds to a date in the</a:t>
          </a:r>
          <a:r>
            <a:rPr lang="tr-TR" sz="1700" kern="1200"/>
            <a:t> </a:t>
          </a:r>
          <a:r>
            <a:rPr lang="en-US" sz="1700" kern="1200"/>
            <a:t>future. </a:t>
          </a:r>
        </a:p>
      </dsp:txBody>
      <dsp:txXfrm>
        <a:off x="3421" y="2176696"/>
        <a:ext cx="2894062" cy="902886"/>
      </dsp:txXfrm>
    </dsp:sp>
    <dsp:sp modelId="{5395C02D-F39E-4D18-8482-8010E785A9A7}">
      <dsp:nvSpPr>
        <dsp:cNvPr id="0" name=""/>
        <dsp:cNvSpPr/>
      </dsp:nvSpPr>
      <dsp:spPr>
        <a:xfrm>
          <a:off x="4344515" y="571666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4FA2664-572B-43BF-8066-DF7C751268DF}">
      <dsp:nvSpPr>
        <dsp:cNvPr id="0" name=""/>
        <dsp:cNvSpPr/>
      </dsp:nvSpPr>
      <dsp:spPr>
        <a:xfrm>
          <a:off x="3403945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600" kern="1200"/>
            <a:t>timelocks </a:t>
          </a:r>
        </a:p>
      </dsp:txBody>
      <dsp:txXfrm>
        <a:off x="3403945" y="1692428"/>
        <a:ext cx="2894062" cy="434109"/>
      </dsp:txXfrm>
    </dsp:sp>
    <dsp:sp modelId="{E9FF392F-3FEB-4548-9A4F-0D3849BD6F2E}">
      <dsp:nvSpPr>
        <dsp:cNvPr id="0" name=""/>
        <dsp:cNvSpPr/>
      </dsp:nvSpPr>
      <dsp:spPr>
        <a:xfrm>
          <a:off x="3403945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extend bitcoin scripting into the dimension of</a:t>
          </a:r>
          <a:r>
            <a:rPr lang="tr-TR" sz="1700" kern="1200"/>
            <a:t> </a:t>
          </a:r>
          <a:r>
            <a:rPr lang="en-US" sz="1700" kern="1200"/>
            <a:t>time, </a:t>
          </a:r>
        </a:p>
      </dsp:txBody>
      <dsp:txXfrm>
        <a:off x="3403945" y="2176696"/>
        <a:ext cx="2894062" cy="902886"/>
      </dsp:txXfrm>
    </dsp:sp>
    <dsp:sp modelId="{213A22B1-23B7-429B-9051-85923E29C019}">
      <dsp:nvSpPr>
        <dsp:cNvPr id="0" name=""/>
        <dsp:cNvSpPr/>
      </dsp:nvSpPr>
      <dsp:spPr>
        <a:xfrm>
          <a:off x="7745039" y="571666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DAA3953-17E9-4FC1-A68E-3F9B190DC211}">
      <dsp:nvSpPr>
        <dsp:cNvPr id="0" name=""/>
        <dsp:cNvSpPr/>
      </dsp:nvSpPr>
      <dsp:spPr>
        <a:xfrm>
          <a:off x="6804468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600" kern="1200"/>
            <a:t>opening </a:t>
          </a:r>
        </a:p>
      </dsp:txBody>
      <dsp:txXfrm>
        <a:off x="6804468" y="1692428"/>
        <a:ext cx="2894062" cy="434109"/>
      </dsp:txXfrm>
    </dsp:sp>
    <dsp:sp modelId="{53560655-D599-49E1-B5FD-8BD343401E24}">
      <dsp:nvSpPr>
        <dsp:cNvPr id="0" name=""/>
        <dsp:cNvSpPr/>
      </dsp:nvSpPr>
      <dsp:spPr>
        <a:xfrm>
          <a:off x="6804468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door for complex multistep smart contracts.</a:t>
          </a:r>
        </a:p>
      </dsp:txBody>
      <dsp:txXfrm>
        <a:off x="6804468" y="2176696"/>
        <a:ext cx="2894062" cy="902886"/>
      </dsp:txXfrm>
    </dsp:sp>
  </dsp:spTree>
</dsp:drawing>
</file>

<file path=ppt/diagrams/drawing4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473F8F1-3433-4BEC-A7D3-2240D95F36AD}">
      <dsp:nvSpPr>
        <dsp:cNvPr id="0" name=""/>
        <dsp:cNvSpPr/>
      </dsp:nvSpPr>
      <dsp:spPr>
        <a:xfrm>
          <a:off x="702726" y="496722"/>
          <a:ext cx="749361" cy="74936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DA34127-5EDD-4A01-8782-6D6BB26FE7B9}">
      <dsp:nvSpPr>
        <dsp:cNvPr id="0" name=""/>
        <dsp:cNvSpPr/>
      </dsp:nvSpPr>
      <dsp:spPr>
        <a:xfrm>
          <a:off x="6891" y="1360368"/>
          <a:ext cx="2141032" cy="321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History</a:t>
          </a:r>
          <a:endParaRPr lang="en-US" sz="2000" kern="1200"/>
        </a:p>
      </dsp:txBody>
      <dsp:txXfrm>
        <a:off x="6891" y="1360368"/>
        <a:ext cx="2141032" cy="321154"/>
      </dsp:txXfrm>
    </dsp:sp>
    <dsp:sp modelId="{6D001FD5-1984-45CE-BACF-DBF9265877E2}">
      <dsp:nvSpPr>
        <dsp:cNvPr id="0" name=""/>
        <dsp:cNvSpPr/>
      </dsp:nvSpPr>
      <dsp:spPr>
        <a:xfrm>
          <a:off x="6891" y="1734679"/>
          <a:ext cx="2141032" cy="141984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From the beginning,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bitcoin has had a transaction-level timelock feature. </a:t>
          </a:r>
        </a:p>
      </dsp:txBody>
      <dsp:txXfrm>
        <a:off x="6891" y="1734679"/>
        <a:ext cx="2141032" cy="1419848"/>
      </dsp:txXfrm>
    </dsp:sp>
    <dsp:sp modelId="{1318FA99-E334-4C3E-89B6-F40B1DB5F0EC}">
      <dsp:nvSpPr>
        <dsp:cNvPr id="0" name=""/>
        <dsp:cNvSpPr/>
      </dsp:nvSpPr>
      <dsp:spPr>
        <a:xfrm>
          <a:off x="3218439" y="496722"/>
          <a:ext cx="749361" cy="74936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9D2197D-E012-4EAC-ACF6-880451BB20B5}">
      <dsp:nvSpPr>
        <dsp:cNvPr id="0" name=""/>
        <dsp:cNvSpPr/>
      </dsp:nvSpPr>
      <dsp:spPr>
        <a:xfrm>
          <a:off x="2522604" y="1360368"/>
          <a:ext cx="2141032" cy="321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Field in Transaction</a:t>
          </a:r>
          <a:endParaRPr lang="en-US" sz="2000" kern="1200"/>
        </a:p>
      </dsp:txBody>
      <dsp:txXfrm>
        <a:off x="2522604" y="1360368"/>
        <a:ext cx="2141032" cy="321154"/>
      </dsp:txXfrm>
    </dsp:sp>
    <dsp:sp modelId="{B127CAEE-3921-4B60-90E5-7A1608748235}">
      <dsp:nvSpPr>
        <dsp:cNvPr id="0" name=""/>
        <dsp:cNvSpPr/>
      </dsp:nvSpPr>
      <dsp:spPr>
        <a:xfrm>
          <a:off x="2522604" y="1734679"/>
          <a:ext cx="2141032" cy="141984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Transaction</a:t>
          </a:r>
          <a:r>
            <a:rPr lang="tr-TR" sz="1500" kern="1200"/>
            <a:t> </a:t>
          </a:r>
          <a:r>
            <a:rPr lang="en-US" sz="1500" kern="1200" dirty="0" err="1"/>
            <a:t>locktime</a:t>
          </a:r>
          <a:endParaRPr lang="en-US" sz="1500" kern="1200" dirty="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is a transaction-level setting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 field in the transaction data structure</a:t>
          </a:r>
        </a:p>
      </dsp:txBody>
      <dsp:txXfrm>
        <a:off x="2522604" y="1734679"/>
        <a:ext cx="2141032" cy="1419848"/>
      </dsp:txXfrm>
    </dsp:sp>
    <dsp:sp modelId="{3198ACEA-092B-482A-99F8-7E36D66C0F47}">
      <dsp:nvSpPr>
        <dsp:cNvPr id="0" name=""/>
        <dsp:cNvSpPr/>
      </dsp:nvSpPr>
      <dsp:spPr>
        <a:xfrm>
          <a:off x="5734152" y="496722"/>
          <a:ext cx="749361" cy="74936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F7F3BAA-24C3-4D0C-89DF-26F665B818A8}">
      <dsp:nvSpPr>
        <dsp:cNvPr id="0" name=""/>
        <dsp:cNvSpPr/>
      </dsp:nvSpPr>
      <dsp:spPr>
        <a:xfrm>
          <a:off x="5038316" y="1360368"/>
          <a:ext cx="2141032" cy="321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defines</a:t>
          </a:r>
        </a:p>
      </dsp:txBody>
      <dsp:txXfrm>
        <a:off x="5038316" y="1360368"/>
        <a:ext cx="2141032" cy="321154"/>
      </dsp:txXfrm>
    </dsp:sp>
    <dsp:sp modelId="{94E6E20C-8129-4F5A-B025-85BD23193A5E}">
      <dsp:nvSpPr>
        <dsp:cNvPr id="0" name=""/>
        <dsp:cNvSpPr/>
      </dsp:nvSpPr>
      <dsp:spPr>
        <a:xfrm>
          <a:off x="5038316" y="1734679"/>
          <a:ext cx="2141032" cy="141984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the </a:t>
          </a:r>
          <a:r>
            <a:rPr lang="en-US" sz="1500" kern="1200" dirty="0"/>
            <a:t>earliest time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that a transaction is valid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and can be relayed on the network</a:t>
          </a:r>
          <a:r>
            <a:rPr lang="tr-TR" sz="1500" kern="1200"/>
            <a:t> </a:t>
          </a:r>
          <a:endParaRPr lang="en-US" sz="1500" kern="120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or added to the blockchain. </a:t>
          </a:r>
        </a:p>
      </dsp:txBody>
      <dsp:txXfrm>
        <a:off x="5038316" y="1734679"/>
        <a:ext cx="2141032" cy="1419848"/>
      </dsp:txXfrm>
    </dsp:sp>
    <dsp:sp modelId="{12DB6F7F-E137-45A1-BA13-BCEF543F7873}">
      <dsp:nvSpPr>
        <dsp:cNvPr id="0" name=""/>
        <dsp:cNvSpPr/>
      </dsp:nvSpPr>
      <dsp:spPr>
        <a:xfrm>
          <a:off x="8249864" y="496722"/>
          <a:ext cx="749361" cy="749361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44201BF-0C1F-4870-AC9D-7412A1F689AA}">
      <dsp:nvSpPr>
        <dsp:cNvPr id="0" name=""/>
        <dsp:cNvSpPr/>
      </dsp:nvSpPr>
      <dsp:spPr>
        <a:xfrm>
          <a:off x="7554029" y="1360368"/>
          <a:ext cx="2141032" cy="321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 dirty="0" err="1"/>
            <a:t>Alias</a:t>
          </a:r>
          <a:r>
            <a:rPr lang="tr-TR" sz="2000" kern="1200" dirty="0"/>
            <a:t>: </a:t>
          </a:r>
          <a:r>
            <a:rPr lang="en-US" sz="2000" kern="1200" dirty="0" err="1"/>
            <a:t>nLocktime</a:t>
          </a:r>
          <a:endParaRPr lang="en-US" sz="2000" kern="1200" dirty="0"/>
        </a:p>
      </dsp:txBody>
      <dsp:txXfrm>
        <a:off x="7554029" y="1360368"/>
        <a:ext cx="2141032" cy="321154"/>
      </dsp:txXfrm>
    </dsp:sp>
    <dsp:sp modelId="{5F626D86-95A0-4A09-A744-29D6DC9C1C41}">
      <dsp:nvSpPr>
        <dsp:cNvPr id="0" name=""/>
        <dsp:cNvSpPr/>
      </dsp:nvSpPr>
      <dsp:spPr>
        <a:xfrm>
          <a:off x="7554029" y="1734679"/>
          <a:ext cx="2141032" cy="141984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Locktime </a:t>
          </a:r>
          <a:r>
            <a:rPr lang="en-US" sz="1500" kern="1200" dirty="0"/>
            <a:t>is also known as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 err="1"/>
            <a:t>nLocktime</a:t>
          </a:r>
          <a:r>
            <a:rPr lang="en-US" sz="1500" kern="1200" dirty="0"/>
            <a:t> from the variable</a:t>
          </a:r>
          <a:r>
            <a:rPr lang="tr-TR" sz="1500" kern="1200" dirty="0"/>
            <a:t> </a:t>
          </a:r>
          <a:r>
            <a:rPr lang="en-US" sz="1500" kern="1200" dirty="0"/>
            <a:t>name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used in the Bitcoin Core codebase.</a:t>
          </a:r>
        </a:p>
      </dsp:txBody>
      <dsp:txXfrm>
        <a:off x="7554029" y="1734679"/>
        <a:ext cx="2141032" cy="1419848"/>
      </dsp:txXfrm>
    </dsp:sp>
  </dsp:spTree>
</dsp:drawing>
</file>

<file path=ppt/diagrams/drawing4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F4CBE95-7C10-4F33-925E-41914C5F13C8}">
      <dsp:nvSpPr>
        <dsp:cNvPr id="0" name=""/>
        <dsp:cNvSpPr/>
      </dsp:nvSpPr>
      <dsp:spPr>
        <a:xfrm>
          <a:off x="0" y="310924"/>
          <a:ext cx="8770938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312420" rIns="680722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It is set to zero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to indicate</a:t>
          </a:r>
          <a:r>
            <a:rPr lang="tr-TR" sz="1500" kern="1200"/>
            <a:t> </a:t>
          </a:r>
          <a:r>
            <a:rPr lang="en-US" sz="1500" kern="1200"/>
            <a:t>immediate propagation and execution. </a:t>
          </a:r>
        </a:p>
      </dsp:txBody>
      <dsp:txXfrm>
        <a:off x="0" y="310924"/>
        <a:ext cx="8770938" cy="874125"/>
      </dsp:txXfrm>
    </dsp:sp>
    <dsp:sp modelId="{261953EE-BE6C-4F5F-AED0-2FB1A611602A}">
      <dsp:nvSpPr>
        <dsp:cNvPr id="0" name=""/>
        <dsp:cNvSpPr/>
      </dsp:nvSpPr>
      <dsp:spPr>
        <a:xfrm>
          <a:off x="438546" y="89524"/>
          <a:ext cx="6139656" cy="44280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 err="1"/>
            <a:t>Immediate</a:t>
          </a:r>
          <a:endParaRPr lang="en-US" sz="1500" kern="1200" dirty="0"/>
        </a:p>
      </dsp:txBody>
      <dsp:txXfrm>
        <a:off x="460162" y="111140"/>
        <a:ext cx="6096424" cy="399568"/>
      </dsp:txXfrm>
    </dsp:sp>
    <dsp:sp modelId="{3FD5FCA8-CA23-4F91-BBB3-B76F9D872C1D}">
      <dsp:nvSpPr>
        <dsp:cNvPr id="0" name=""/>
        <dsp:cNvSpPr/>
      </dsp:nvSpPr>
      <dsp:spPr>
        <a:xfrm>
          <a:off x="0" y="1487449"/>
          <a:ext cx="8770938" cy="6378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312420" rIns="680722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 dirty="0"/>
            <a:t>it is interpreted as a block height</a:t>
          </a:r>
        </a:p>
      </dsp:txBody>
      <dsp:txXfrm>
        <a:off x="0" y="1487449"/>
        <a:ext cx="8770938" cy="637875"/>
      </dsp:txXfrm>
    </dsp:sp>
    <dsp:sp modelId="{0583531B-1874-489C-946C-6F9009B393EE}">
      <dsp:nvSpPr>
        <dsp:cNvPr id="0" name=""/>
        <dsp:cNvSpPr/>
      </dsp:nvSpPr>
      <dsp:spPr>
        <a:xfrm>
          <a:off x="438546" y="1266050"/>
          <a:ext cx="6139656" cy="44280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0&lt;</a:t>
          </a:r>
          <a:r>
            <a:rPr lang="tr-TR" sz="1500" kern="1200" dirty="0" err="1"/>
            <a:t>nLocktime</a:t>
          </a:r>
          <a:r>
            <a:rPr lang="tr-TR" sz="1500" kern="1200" dirty="0"/>
            <a:t>&lt;500million</a:t>
          </a:r>
          <a:endParaRPr lang="en-US" sz="1500" kern="1200" dirty="0"/>
        </a:p>
      </dsp:txBody>
      <dsp:txXfrm>
        <a:off x="460162" y="1287666"/>
        <a:ext cx="6096424" cy="399568"/>
      </dsp:txXfrm>
    </dsp:sp>
    <dsp:sp modelId="{60DABA0D-A14C-4179-8F82-CE289301B910}">
      <dsp:nvSpPr>
        <dsp:cNvPr id="0" name=""/>
        <dsp:cNvSpPr/>
      </dsp:nvSpPr>
      <dsp:spPr>
        <a:xfrm>
          <a:off x="0" y="2427725"/>
          <a:ext cx="8770938" cy="1134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312420" rIns="680722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the transaction is not valid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 dirty="0"/>
            <a:t>and is</a:t>
          </a:r>
          <a:r>
            <a:rPr lang="tr-TR" sz="1500" kern="1200" dirty="0"/>
            <a:t> </a:t>
          </a:r>
          <a:r>
            <a:rPr lang="en-US" sz="1500" kern="1200" dirty="0"/>
            <a:t>not relayed or included in the blockchain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 dirty="0"/>
            <a:t>prior to the specified block height.</a:t>
          </a:r>
        </a:p>
      </dsp:txBody>
      <dsp:txXfrm>
        <a:off x="0" y="2427725"/>
        <a:ext cx="8770938" cy="1134000"/>
      </dsp:txXfrm>
    </dsp:sp>
    <dsp:sp modelId="{BEAD49B4-E407-4BEB-B203-0E4EEF2B24F6}">
      <dsp:nvSpPr>
        <dsp:cNvPr id="0" name=""/>
        <dsp:cNvSpPr/>
      </dsp:nvSpPr>
      <dsp:spPr>
        <a:xfrm>
          <a:off x="438546" y="2206325"/>
          <a:ext cx="6139656" cy="442800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meaning </a:t>
          </a:r>
        </a:p>
      </dsp:txBody>
      <dsp:txXfrm>
        <a:off x="460162" y="2227941"/>
        <a:ext cx="6096424" cy="399568"/>
      </dsp:txXfrm>
    </dsp:sp>
  </dsp:spTree>
</dsp:drawing>
</file>

<file path=ppt/diagrams/drawing4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D043E59-CFDE-4EE8-A619-0ACF513F640F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59D552B-67E4-4D14-872B-77DCE50BE433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 err="1"/>
            <a:t>nLocktime</a:t>
          </a:r>
          <a:r>
            <a:rPr lang="tr-TR" sz="3600" kern="1200" dirty="0"/>
            <a:t>&gt;</a:t>
          </a:r>
          <a:r>
            <a:rPr lang="en-US" sz="3600" kern="1200" dirty="0"/>
            <a:t>500 million </a:t>
          </a:r>
        </a:p>
      </dsp:txBody>
      <dsp:txXfrm>
        <a:off x="152976" y="1981055"/>
        <a:ext cx="4320000" cy="648000"/>
      </dsp:txXfrm>
    </dsp:sp>
    <dsp:sp modelId="{3B3B3960-4B67-4EB9-BC68-969F9930795C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it is interpreted as a Unix Epoch timestamp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seconds since</a:t>
          </a:r>
          <a:r>
            <a:rPr lang="tr-TR" sz="1700" kern="1200"/>
            <a:t> </a:t>
          </a:r>
          <a:r>
            <a:rPr lang="en-US" sz="1700" kern="1200"/>
            <a:t>Jan-1-1970</a:t>
          </a:r>
        </a:p>
      </dsp:txBody>
      <dsp:txXfrm>
        <a:off x="152976" y="2688423"/>
        <a:ext cx="4320000" cy="621412"/>
      </dsp:txXfrm>
    </dsp:sp>
    <dsp:sp modelId="{B146A860-CE6A-4771-ADF8-06E90DEC94C2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01A6E65-687C-4F7D-AD4C-2A94D179F88C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Wait for time</a:t>
          </a:r>
          <a:endParaRPr lang="en-US" sz="3600" kern="1200"/>
        </a:p>
      </dsp:txBody>
      <dsp:txXfrm>
        <a:off x="5228976" y="1981055"/>
        <a:ext cx="4320000" cy="648000"/>
      </dsp:txXfrm>
    </dsp:sp>
    <dsp:sp modelId="{40A8A629-7034-496C-9A5D-FD63D0E7EFB4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transaction is not valid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prior to the specified time.</a:t>
          </a:r>
        </a:p>
      </dsp:txBody>
      <dsp:txXfrm>
        <a:off x="5228976" y="2688423"/>
        <a:ext cx="4320000" cy="621412"/>
      </dsp:txXfrm>
    </dsp:sp>
  </dsp:spTree>
</dsp:drawing>
</file>

<file path=ppt/diagrams/drawing4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AE950AA-87BA-4E13-BF91-1AA209DE162D}">
      <dsp:nvSpPr>
        <dsp:cNvPr id="0" name=""/>
        <dsp:cNvSpPr/>
      </dsp:nvSpPr>
      <dsp:spPr>
        <a:xfrm>
          <a:off x="698671" y="665928"/>
          <a:ext cx="750093" cy="750093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910BFF2-5576-4B55-95E6-A67D2EFE5D1F}">
      <dsp:nvSpPr>
        <dsp:cNvPr id="0" name=""/>
        <dsp:cNvSpPr/>
      </dsp:nvSpPr>
      <dsp:spPr>
        <a:xfrm>
          <a:off x="2156" y="1515756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Transactions </a:t>
          </a:r>
          <a:r>
            <a:rPr lang="en-US" sz="1400" kern="1200"/>
            <a:t>with nLocktime </a:t>
          </a:r>
        </a:p>
      </dsp:txBody>
      <dsp:txXfrm>
        <a:off x="2156" y="1515756"/>
        <a:ext cx="2143124" cy="442019"/>
      </dsp:txXfrm>
    </dsp:sp>
    <dsp:sp modelId="{8950599C-FF3B-4424-94B8-6A2DAEC6BFA4}">
      <dsp:nvSpPr>
        <dsp:cNvPr id="0" name=""/>
        <dsp:cNvSpPr/>
      </dsp:nvSpPr>
      <dsp:spPr>
        <a:xfrm>
          <a:off x="2156" y="2004163"/>
          <a:ext cx="2143124" cy="9811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specifying a future block or time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must be held by the originating system</a:t>
          </a:r>
        </a:p>
      </dsp:txBody>
      <dsp:txXfrm>
        <a:off x="2156" y="2004163"/>
        <a:ext cx="2143124" cy="981157"/>
      </dsp:txXfrm>
    </dsp:sp>
    <dsp:sp modelId="{30F36BA1-65FD-4FC7-B4AD-0CEE6BC0EAB8}">
      <dsp:nvSpPr>
        <dsp:cNvPr id="0" name=""/>
        <dsp:cNvSpPr/>
      </dsp:nvSpPr>
      <dsp:spPr>
        <a:xfrm>
          <a:off x="3216843" y="665928"/>
          <a:ext cx="750093" cy="750093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258BD89-9701-4FF8-93B4-BDA793293113}">
      <dsp:nvSpPr>
        <dsp:cNvPr id="0" name=""/>
        <dsp:cNvSpPr/>
      </dsp:nvSpPr>
      <dsp:spPr>
        <a:xfrm>
          <a:off x="2520328" y="1515756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and transmitted to the bitcoin network</a:t>
          </a:r>
        </a:p>
      </dsp:txBody>
      <dsp:txXfrm>
        <a:off x="2520328" y="1515756"/>
        <a:ext cx="2143124" cy="442019"/>
      </dsp:txXfrm>
    </dsp:sp>
    <dsp:sp modelId="{23A449A2-841B-4601-907B-5788FBABDBCF}">
      <dsp:nvSpPr>
        <dsp:cNvPr id="0" name=""/>
        <dsp:cNvSpPr/>
      </dsp:nvSpPr>
      <dsp:spPr>
        <a:xfrm>
          <a:off x="2520328" y="2004163"/>
          <a:ext cx="2143124" cy="9811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only after they become valid. </a:t>
          </a:r>
        </a:p>
      </dsp:txBody>
      <dsp:txXfrm>
        <a:off x="2520328" y="2004163"/>
        <a:ext cx="2143124" cy="981157"/>
      </dsp:txXfrm>
    </dsp:sp>
    <dsp:sp modelId="{579B8FF8-2627-4D53-A970-CA4F55B58459}">
      <dsp:nvSpPr>
        <dsp:cNvPr id="0" name=""/>
        <dsp:cNvSpPr/>
      </dsp:nvSpPr>
      <dsp:spPr>
        <a:xfrm>
          <a:off x="5735015" y="665928"/>
          <a:ext cx="750093" cy="750093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35571B8-791B-4C56-B9CA-35F704982BF3}">
      <dsp:nvSpPr>
        <dsp:cNvPr id="0" name=""/>
        <dsp:cNvSpPr/>
      </dsp:nvSpPr>
      <dsp:spPr>
        <a:xfrm>
          <a:off x="5038499" y="1515756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If a transaction</a:t>
          </a:r>
          <a:r>
            <a:rPr lang="tr-TR" sz="1400" kern="1200"/>
            <a:t> </a:t>
          </a:r>
          <a:r>
            <a:rPr lang="en-US" sz="1400" kern="1200"/>
            <a:t>is transmitted to the network </a:t>
          </a:r>
        </a:p>
      </dsp:txBody>
      <dsp:txXfrm>
        <a:off x="5038499" y="1515756"/>
        <a:ext cx="2143124" cy="442019"/>
      </dsp:txXfrm>
    </dsp:sp>
    <dsp:sp modelId="{42156B99-6AA6-41DF-AD16-5382B3AD3102}">
      <dsp:nvSpPr>
        <dsp:cNvPr id="0" name=""/>
        <dsp:cNvSpPr/>
      </dsp:nvSpPr>
      <dsp:spPr>
        <a:xfrm>
          <a:off x="5038499" y="2004163"/>
          <a:ext cx="2143124" cy="9811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before the specified nLocktime,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the transaction will</a:t>
          </a:r>
          <a:r>
            <a:rPr lang="tr-TR" sz="1100" kern="1200"/>
            <a:t> </a:t>
          </a:r>
          <a:r>
            <a:rPr lang="en-US" sz="1100" kern="1200"/>
            <a:t>be rejected by the first node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as invalid and will not be relayed to other nodes. </a:t>
          </a:r>
        </a:p>
      </dsp:txBody>
      <dsp:txXfrm>
        <a:off x="5038499" y="2004163"/>
        <a:ext cx="2143124" cy="981157"/>
      </dsp:txXfrm>
    </dsp:sp>
    <dsp:sp modelId="{BC07EA3A-942F-47E2-BE40-580098C07741}">
      <dsp:nvSpPr>
        <dsp:cNvPr id="0" name=""/>
        <dsp:cNvSpPr/>
      </dsp:nvSpPr>
      <dsp:spPr>
        <a:xfrm>
          <a:off x="8253187" y="665928"/>
          <a:ext cx="750093" cy="750093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ECDF8AF-13A6-4DE8-8436-416221D36B7B}">
      <dsp:nvSpPr>
        <dsp:cNvPr id="0" name=""/>
        <dsp:cNvSpPr/>
      </dsp:nvSpPr>
      <dsp:spPr>
        <a:xfrm>
          <a:off x="7556671" y="1515756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The use</a:t>
          </a:r>
          <a:r>
            <a:rPr lang="tr-TR" sz="1400" kern="1200"/>
            <a:t> </a:t>
          </a:r>
          <a:r>
            <a:rPr lang="en-US" sz="1400" kern="1200"/>
            <a:t>of nLocktime </a:t>
          </a:r>
        </a:p>
      </dsp:txBody>
      <dsp:txXfrm>
        <a:off x="7556671" y="1515756"/>
        <a:ext cx="2143124" cy="442019"/>
      </dsp:txXfrm>
    </dsp:sp>
    <dsp:sp modelId="{7AE53F26-A5F8-4093-BA00-7D7A9572B7F5}">
      <dsp:nvSpPr>
        <dsp:cNvPr id="0" name=""/>
        <dsp:cNvSpPr/>
      </dsp:nvSpPr>
      <dsp:spPr>
        <a:xfrm>
          <a:off x="7556671" y="2004163"/>
          <a:ext cx="2143124" cy="9811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is equivalent to postdating a paper check.</a:t>
          </a:r>
        </a:p>
      </dsp:txBody>
      <dsp:txXfrm>
        <a:off x="7556671" y="2004163"/>
        <a:ext cx="2143124" cy="981157"/>
      </dsp:txXfrm>
    </dsp:sp>
  </dsp:spTree>
</dsp:drawing>
</file>

<file path=ppt/diagrams/drawing4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3607F85-A125-48A4-AA76-A9D95B11BFB2}">
      <dsp:nvSpPr>
        <dsp:cNvPr id="0" name=""/>
        <dsp:cNvSpPr/>
      </dsp:nvSpPr>
      <dsp:spPr>
        <a:xfrm>
          <a:off x="943992" y="935900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4B9D7A7-0C70-4972-BF9C-438B8EB988C8}">
      <dsp:nvSpPr>
        <dsp:cNvPr id="0" name=""/>
        <dsp:cNvSpPr/>
      </dsp:nvSpPr>
      <dsp:spPr>
        <a:xfrm>
          <a:off x="3421" y="202533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nLocktime </a:t>
          </a:r>
        </a:p>
      </dsp:txBody>
      <dsp:txXfrm>
        <a:off x="3421" y="2025338"/>
        <a:ext cx="2894062" cy="434109"/>
      </dsp:txXfrm>
    </dsp:sp>
    <dsp:sp modelId="{103B0B5E-C1E8-4775-B80F-C73ED71A322B}">
      <dsp:nvSpPr>
        <dsp:cNvPr id="0" name=""/>
        <dsp:cNvSpPr/>
      </dsp:nvSpPr>
      <dsp:spPr>
        <a:xfrm>
          <a:off x="3421" y="2495036"/>
          <a:ext cx="2894062" cy="2203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has the limitation</a:t>
          </a:r>
        </a:p>
      </dsp:txBody>
      <dsp:txXfrm>
        <a:off x="3421" y="2495036"/>
        <a:ext cx="2894062" cy="220312"/>
      </dsp:txXfrm>
    </dsp:sp>
    <dsp:sp modelId="{E17E4DC2-E39B-49B3-B0D7-0558CDBA6C23}">
      <dsp:nvSpPr>
        <dsp:cNvPr id="0" name=""/>
        <dsp:cNvSpPr/>
      </dsp:nvSpPr>
      <dsp:spPr>
        <a:xfrm>
          <a:off x="4344515" y="935900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E9FEA9C-56FD-40B2-8076-1FB7BD0E18DC}">
      <dsp:nvSpPr>
        <dsp:cNvPr id="0" name=""/>
        <dsp:cNvSpPr/>
      </dsp:nvSpPr>
      <dsp:spPr>
        <a:xfrm>
          <a:off x="3403945" y="202533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while it makes it possible </a:t>
          </a:r>
        </a:p>
      </dsp:txBody>
      <dsp:txXfrm>
        <a:off x="3403945" y="2025338"/>
        <a:ext cx="2894062" cy="434109"/>
      </dsp:txXfrm>
    </dsp:sp>
    <dsp:sp modelId="{AAF0FC28-0EDA-4C68-86BB-B9FF5A71614E}">
      <dsp:nvSpPr>
        <dsp:cNvPr id="0" name=""/>
        <dsp:cNvSpPr/>
      </dsp:nvSpPr>
      <dsp:spPr>
        <a:xfrm>
          <a:off x="3403945" y="2495036"/>
          <a:ext cx="2894062" cy="2203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to spend some outputs in</a:t>
          </a:r>
          <a:r>
            <a:rPr lang="tr-TR" sz="1400" kern="1200"/>
            <a:t> </a:t>
          </a:r>
          <a:r>
            <a:rPr lang="en-US" sz="1400" kern="1200"/>
            <a:t>the future, </a:t>
          </a:r>
        </a:p>
      </dsp:txBody>
      <dsp:txXfrm>
        <a:off x="3403945" y="2495036"/>
        <a:ext cx="2894062" cy="220312"/>
      </dsp:txXfrm>
    </dsp:sp>
    <dsp:sp modelId="{8E4697E3-9073-4C00-A2AE-99A48586AFDD}">
      <dsp:nvSpPr>
        <dsp:cNvPr id="0" name=""/>
        <dsp:cNvSpPr/>
      </dsp:nvSpPr>
      <dsp:spPr>
        <a:xfrm>
          <a:off x="7745039" y="935900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2CD0C00-001A-444A-9FEC-6E7F301CD103}">
      <dsp:nvSpPr>
        <dsp:cNvPr id="0" name=""/>
        <dsp:cNvSpPr/>
      </dsp:nvSpPr>
      <dsp:spPr>
        <a:xfrm>
          <a:off x="6804468" y="202533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it does not make it impossible </a:t>
          </a:r>
        </a:p>
      </dsp:txBody>
      <dsp:txXfrm>
        <a:off x="6804468" y="2025338"/>
        <a:ext cx="2894062" cy="434109"/>
      </dsp:txXfrm>
    </dsp:sp>
    <dsp:sp modelId="{72665E13-162A-45BB-9B34-DE11700E62E2}">
      <dsp:nvSpPr>
        <dsp:cNvPr id="0" name=""/>
        <dsp:cNvSpPr/>
      </dsp:nvSpPr>
      <dsp:spPr>
        <a:xfrm>
          <a:off x="6804468" y="2495036"/>
          <a:ext cx="2894062" cy="2203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to spend them until that time.</a:t>
          </a:r>
        </a:p>
      </dsp:txBody>
      <dsp:txXfrm>
        <a:off x="6804468" y="2495036"/>
        <a:ext cx="2894062" cy="220312"/>
      </dsp:txXfrm>
    </dsp:sp>
  </dsp:spTree>
</dsp:drawing>
</file>

<file path=ppt/diagrams/drawing5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DD10648-BC8E-4684-B70D-46ECC791D84C}">
      <dsp:nvSpPr>
        <dsp:cNvPr id="0" name=""/>
        <dsp:cNvSpPr/>
      </dsp:nvSpPr>
      <dsp:spPr>
        <a:xfrm>
          <a:off x="0" y="195522"/>
          <a:ext cx="9701953" cy="9828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70764" rIns="752979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Alice signs a transaction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sets </a:t>
          </a:r>
          <a:r>
            <a:rPr lang="en-US" sz="1300" kern="1200" dirty="0"/>
            <a:t>the</a:t>
          </a:r>
          <a:r>
            <a:rPr lang="tr-TR" sz="1300" kern="1200" dirty="0"/>
            <a:t> </a:t>
          </a:r>
          <a:r>
            <a:rPr lang="en-US" sz="1300" kern="1200" dirty="0"/>
            <a:t>transaction </a:t>
          </a:r>
          <a:r>
            <a:rPr lang="en-US" sz="1300" kern="1200" dirty="0" err="1"/>
            <a:t>nLocktime</a:t>
          </a:r>
          <a:endParaRPr lang="en-US" sz="1300" kern="1200" dirty="0"/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to </a:t>
          </a:r>
          <a:r>
            <a:rPr lang="en-US" sz="1300" kern="1200" dirty="0"/>
            <a:t>3 months in the future. </a:t>
          </a:r>
        </a:p>
      </dsp:txBody>
      <dsp:txXfrm>
        <a:off x="0" y="195522"/>
        <a:ext cx="9701953" cy="982800"/>
      </dsp:txXfrm>
    </dsp:sp>
    <dsp:sp modelId="{FA3C8D0D-CCC5-46B2-845D-D2C77527970E}">
      <dsp:nvSpPr>
        <dsp:cNvPr id="0" name=""/>
        <dsp:cNvSpPr/>
      </dsp:nvSpPr>
      <dsp:spPr>
        <a:xfrm>
          <a:off x="485097" y="3642"/>
          <a:ext cx="6791367" cy="38376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3 months</a:t>
          </a:r>
          <a:r>
            <a:rPr lang="tr-TR" sz="1300" kern="1200"/>
            <a:t> transaction</a:t>
          </a:r>
          <a:endParaRPr lang="en-US" sz="1300" kern="1200" dirty="0"/>
        </a:p>
      </dsp:txBody>
      <dsp:txXfrm>
        <a:off x="503831" y="22376"/>
        <a:ext cx="6753899" cy="346292"/>
      </dsp:txXfrm>
    </dsp:sp>
    <dsp:sp modelId="{4839795C-7C2C-4C43-8E78-5595FAD0C6E8}">
      <dsp:nvSpPr>
        <dsp:cNvPr id="0" name=""/>
        <dsp:cNvSpPr/>
      </dsp:nvSpPr>
      <dsp:spPr>
        <a:xfrm>
          <a:off x="0" y="1440402"/>
          <a:ext cx="9701953" cy="11875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3703935"/>
              <a:satOff val="-1375"/>
              <a:lumOff val="3138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70764" rIns="752979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Alice </a:t>
          </a:r>
          <a:r>
            <a:rPr lang="en-US" sz="1300" kern="1200" dirty="0"/>
            <a:t>sends that transaction 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to Bob</a:t>
          </a:r>
          <a:r>
            <a:rPr lang="tr-TR" sz="1300" kern="1200" dirty="0"/>
            <a:t> </a:t>
          </a:r>
          <a:r>
            <a:rPr lang="en-US" sz="1300" kern="1200" dirty="0"/>
            <a:t>to hold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Bob cannot transmit the transaction 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to redeem the funds until 3 months have</a:t>
          </a:r>
          <a:r>
            <a:rPr lang="tr-TR" sz="1300" kern="1200" dirty="0"/>
            <a:t> </a:t>
          </a:r>
          <a:r>
            <a:rPr lang="tr-TR" sz="1300" kern="1200" dirty="0" err="1"/>
            <a:t>elapsed</a:t>
          </a:r>
          <a:endParaRPr lang="en-US" sz="1300" kern="1200" dirty="0"/>
        </a:p>
      </dsp:txBody>
      <dsp:txXfrm>
        <a:off x="0" y="1440402"/>
        <a:ext cx="9701953" cy="1187550"/>
      </dsp:txXfrm>
    </dsp:sp>
    <dsp:sp modelId="{75672908-7121-468F-895D-CC796A4F6E0E}">
      <dsp:nvSpPr>
        <dsp:cNvPr id="0" name=""/>
        <dsp:cNvSpPr/>
      </dsp:nvSpPr>
      <dsp:spPr>
        <a:xfrm>
          <a:off x="485097" y="1248522"/>
          <a:ext cx="6791367" cy="383760"/>
        </a:xfrm>
        <a:prstGeom prst="roundRect">
          <a:avLst/>
        </a:prstGeom>
        <a:solidFill>
          <a:schemeClr val="accent2">
            <a:hueOff val="-3703935"/>
            <a:satOff val="-1375"/>
            <a:lumOff val="313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 dirty="0" err="1"/>
            <a:t>Hold</a:t>
          </a:r>
          <a:r>
            <a:rPr lang="tr-TR" sz="1300" kern="1200" dirty="0"/>
            <a:t> 3 </a:t>
          </a:r>
          <a:r>
            <a:rPr lang="tr-TR" sz="1300" kern="1200" dirty="0" err="1"/>
            <a:t>months</a:t>
          </a:r>
          <a:endParaRPr lang="en-US" sz="1300" kern="1200" dirty="0"/>
        </a:p>
      </dsp:txBody>
      <dsp:txXfrm>
        <a:off x="503831" y="1267256"/>
        <a:ext cx="6753899" cy="346292"/>
      </dsp:txXfrm>
    </dsp:sp>
    <dsp:sp modelId="{C8805407-D020-4876-B7DA-433B90CD3548}">
      <dsp:nvSpPr>
        <dsp:cNvPr id="0" name=""/>
        <dsp:cNvSpPr/>
      </dsp:nvSpPr>
      <dsp:spPr>
        <a:xfrm>
          <a:off x="0" y="2890032"/>
          <a:ext cx="9701953" cy="7575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7407870"/>
              <a:satOff val="-2749"/>
              <a:lumOff val="6275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70764" rIns="752979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Bob </a:t>
          </a:r>
          <a:r>
            <a:rPr lang="en-US" sz="1300" kern="1200" dirty="0"/>
            <a:t>may transmit the transaction 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after 3 months.</a:t>
          </a:r>
        </a:p>
      </dsp:txBody>
      <dsp:txXfrm>
        <a:off x="0" y="2890032"/>
        <a:ext cx="9701953" cy="757575"/>
      </dsp:txXfrm>
    </dsp:sp>
    <dsp:sp modelId="{CC020D40-023F-446E-96DD-43208C071215}">
      <dsp:nvSpPr>
        <dsp:cNvPr id="0" name=""/>
        <dsp:cNvSpPr/>
      </dsp:nvSpPr>
      <dsp:spPr>
        <a:xfrm>
          <a:off x="485097" y="2698152"/>
          <a:ext cx="6791367" cy="383760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 dirty="0" err="1"/>
            <a:t>Bob’s</a:t>
          </a:r>
          <a:r>
            <a:rPr lang="tr-TR" sz="1300" kern="1200" dirty="0"/>
            <a:t> </a:t>
          </a:r>
          <a:r>
            <a:rPr lang="tr-TR" sz="1300" kern="1200" dirty="0" err="1"/>
            <a:t>transmission</a:t>
          </a:r>
          <a:endParaRPr lang="en-US" sz="1300" kern="1200" dirty="0"/>
        </a:p>
      </dsp:txBody>
      <dsp:txXfrm>
        <a:off x="503831" y="2716886"/>
        <a:ext cx="6753899" cy="346292"/>
      </dsp:txXfrm>
    </dsp:sp>
  </dsp:spTree>
</dsp:drawing>
</file>

<file path=ppt/diagrams/drawing5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B7339D0-A8BD-4D61-9C17-C931C236584D}">
      <dsp:nvSpPr>
        <dsp:cNvPr id="0" name=""/>
        <dsp:cNvSpPr/>
      </dsp:nvSpPr>
      <dsp:spPr>
        <a:xfrm rot="5400000">
          <a:off x="5612662" y="-2365403"/>
          <a:ext cx="703150" cy="5613400"/>
        </a:xfrm>
        <a:prstGeom prst="round2SameRect">
          <a:avLst/>
        </a:prstGeom>
        <a:solidFill>
          <a:schemeClr val="accent4">
            <a:tint val="40000"/>
            <a:alpha val="9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4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580" tIns="34290" rIns="68580" bIns="34290" numCol="1" spcCol="1270" anchor="ctr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 dirty="0"/>
            <a:t>Alice can create another transaction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double-spending the same inputs without a</a:t>
          </a:r>
          <a:r>
            <a:rPr lang="tr-TR" sz="1800" kern="1200"/>
            <a:t> </a:t>
          </a:r>
          <a:r>
            <a:rPr lang="en-US" sz="1800" kern="1200"/>
            <a:t>locktime. </a:t>
          </a:r>
        </a:p>
      </dsp:txBody>
      <dsp:txXfrm rot="-5400000">
        <a:off x="3157538" y="124046"/>
        <a:ext cx="5579075" cy="634500"/>
      </dsp:txXfrm>
    </dsp:sp>
    <dsp:sp modelId="{D2B7EA2F-62E7-46F6-8A9F-1500D0D577CA}">
      <dsp:nvSpPr>
        <dsp:cNvPr id="0" name=""/>
        <dsp:cNvSpPr/>
      </dsp:nvSpPr>
      <dsp:spPr>
        <a:xfrm>
          <a:off x="0" y="1827"/>
          <a:ext cx="3157537" cy="878938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95250" tIns="47625" rIns="95250" bIns="47625" numCol="1" spcCol="1270" anchor="ctr" anchorCtr="0">
          <a:noAutofit/>
        </a:bodyPr>
        <a:lstStyle/>
        <a:p>
          <a:pPr marL="0" lvl="0" indent="0" algn="ctr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500" kern="1200" dirty="0" err="1"/>
            <a:t>However</a:t>
          </a:r>
          <a:endParaRPr lang="en-US" sz="2500" kern="1200" dirty="0"/>
        </a:p>
      </dsp:txBody>
      <dsp:txXfrm>
        <a:off x="42906" y="44733"/>
        <a:ext cx="3071725" cy="793126"/>
      </dsp:txXfrm>
    </dsp:sp>
    <dsp:sp modelId="{D66E492A-C611-4787-8537-BB7B3AACFBBB}">
      <dsp:nvSpPr>
        <dsp:cNvPr id="0" name=""/>
        <dsp:cNvSpPr/>
      </dsp:nvSpPr>
      <dsp:spPr>
        <a:xfrm rot="5400000">
          <a:off x="5612662" y="-1442517"/>
          <a:ext cx="703150" cy="5613400"/>
        </a:xfrm>
        <a:prstGeom prst="round2SameRect">
          <a:avLst/>
        </a:prstGeom>
        <a:solidFill>
          <a:schemeClr val="accent4">
            <a:tint val="40000"/>
            <a:alpha val="90000"/>
            <a:hueOff val="-6440284"/>
            <a:satOff val="10912"/>
            <a:lumOff val="1190"/>
            <a:alphaOff val="0"/>
          </a:schemeClr>
        </a:solidFill>
        <a:ln w="9525" cap="flat" cmpd="sng" algn="ctr">
          <a:solidFill>
            <a:schemeClr val="accent4">
              <a:tint val="40000"/>
              <a:alpha val="90000"/>
              <a:hueOff val="-6440284"/>
              <a:satOff val="10912"/>
              <a:lumOff val="119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580" tIns="34290" rIns="68580" bIns="34290" numCol="1" spcCol="1270" anchor="ctr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Alice can spend the same UTXO 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before the 3 months have</a:t>
          </a:r>
          <a:r>
            <a:rPr lang="tr-TR" sz="1800" kern="1200"/>
            <a:t> elapsed.</a:t>
          </a:r>
          <a:endParaRPr lang="en-US" sz="1800" kern="1200"/>
        </a:p>
      </dsp:txBody>
      <dsp:txXfrm rot="-5400000">
        <a:off x="3157538" y="1046932"/>
        <a:ext cx="5579075" cy="634500"/>
      </dsp:txXfrm>
    </dsp:sp>
    <dsp:sp modelId="{836844F4-98EC-42AC-8786-74964796F3E3}">
      <dsp:nvSpPr>
        <dsp:cNvPr id="0" name=""/>
        <dsp:cNvSpPr/>
      </dsp:nvSpPr>
      <dsp:spPr>
        <a:xfrm>
          <a:off x="0" y="924712"/>
          <a:ext cx="3157537" cy="878938"/>
        </a:xfrm>
        <a:prstGeom prst="roundRect">
          <a:avLst/>
        </a:prstGeom>
        <a:solidFill>
          <a:schemeClr val="accent4">
            <a:hueOff val="-6371030"/>
            <a:satOff val="11291"/>
            <a:lumOff val="3987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95250" tIns="47625" rIns="95250" bIns="47625" numCol="1" spcCol="1270" anchor="ctr" anchorCtr="0">
          <a:noAutofit/>
        </a:bodyPr>
        <a:lstStyle/>
        <a:p>
          <a:pPr marL="0" lvl="0" indent="0" algn="ctr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 dirty="0"/>
            <a:t>Thus, </a:t>
          </a:r>
        </a:p>
      </dsp:txBody>
      <dsp:txXfrm>
        <a:off x="42906" y="967618"/>
        <a:ext cx="3071725" cy="793126"/>
      </dsp:txXfrm>
    </dsp:sp>
    <dsp:sp modelId="{5085DACC-6206-4148-B6FE-985991A19AEE}">
      <dsp:nvSpPr>
        <dsp:cNvPr id="0" name=""/>
        <dsp:cNvSpPr/>
      </dsp:nvSpPr>
      <dsp:spPr>
        <a:xfrm rot="5400000">
          <a:off x="5612662" y="-519632"/>
          <a:ext cx="703150" cy="5613400"/>
        </a:xfrm>
        <a:prstGeom prst="round2SameRect">
          <a:avLst/>
        </a:prstGeom>
        <a:solidFill>
          <a:schemeClr val="accent4">
            <a:tint val="40000"/>
            <a:alpha val="90000"/>
            <a:hueOff val="-12880567"/>
            <a:satOff val="21823"/>
            <a:lumOff val="2381"/>
            <a:alphaOff val="0"/>
          </a:schemeClr>
        </a:solidFill>
        <a:ln w="9525" cap="flat" cmpd="sng" algn="ctr">
          <a:solidFill>
            <a:schemeClr val="accent4">
              <a:tint val="40000"/>
              <a:alpha val="90000"/>
              <a:hueOff val="-12880567"/>
              <a:satOff val="21823"/>
              <a:lumOff val="2381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580" tIns="34290" rIns="68580" bIns="34290" numCol="1" spcCol="1270" anchor="ctr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that Alice won’t do that.</a:t>
          </a:r>
        </a:p>
      </dsp:txBody>
      <dsp:txXfrm rot="-5400000">
        <a:off x="3157538" y="1969817"/>
        <a:ext cx="5579075" cy="634500"/>
      </dsp:txXfrm>
    </dsp:sp>
    <dsp:sp modelId="{AAA96FD0-1A18-4F72-8FD5-F9EC1FB2F623}">
      <dsp:nvSpPr>
        <dsp:cNvPr id="0" name=""/>
        <dsp:cNvSpPr/>
      </dsp:nvSpPr>
      <dsp:spPr>
        <a:xfrm>
          <a:off x="0" y="1847598"/>
          <a:ext cx="3157537" cy="878938"/>
        </a:xfrm>
        <a:prstGeom prst="roundRect">
          <a:avLst/>
        </a:prstGeom>
        <a:solidFill>
          <a:schemeClr val="accent4">
            <a:hueOff val="-12742060"/>
            <a:satOff val="22582"/>
            <a:lumOff val="7973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95250" tIns="47625" rIns="95250" bIns="47625" numCol="1" spcCol="1270" anchor="ctr" anchorCtr="0">
          <a:noAutofit/>
        </a:bodyPr>
        <a:lstStyle/>
        <a:p>
          <a:pPr marL="0" lvl="0" indent="0" algn="ctr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/>
            <a:t>Bob has no guarantee </a:t>
          </a:r>
        </a:p>
      </dsp:txBody>
      <dsp:txXfrm>
        <a:off x="42906" y="1890504"/>
        <a:ext cx="3071725" cy="793126"/>
      </dsp:txXfrm>
    </dsp:sp>
    <dsp:sp modelId="{79B6D106-4906-41A6-A3A9-38694B96C06B}">
      <dsp:nvSpPr>
        <dsp:cNvPr id="0" name=""/>
        <dsp:cNvSpPr/>
      </dsp:nvSpPr>
      <dsp:spPr>
        <a:xfrm rot="5400000">
          <a:off x="5612662" y="403253"/>
          <a:ext cx="703150" cy="5613400"/>
        </a:xfrm>
        <a:prstGeom prst="round2SameRect">
          <a:avLst/>
        </a:prstGeom>
        <a:solidFill>
          <a:schemeClr val="accent4">
            <a:tint val="40000"/>
            <a:alpha val="90000"/>
            <a:hueOff val="-19320850"/>
            <a:satOff val="32735"/>
            <a:lumOff val="3571"/>
            <a:alphaOff val="0"/>
          </a:schemeClr>
        </a:solidFill>
        <a:ln w="9525" cap="flat" cmpd="sng" algn="ctr">
          <a:solidFill>
            <a:schemeClr val="accent4">
              <a:tint val="40000"/>
              <a:alpha val="90000"/>
              <a:hueOff val="-19320850"/>
              <a:satOff val="32735"/>
              <a:lumOff val="3571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580" tIns="34290" rIns="68580" bIns="34290" numCol="1" spcCol="1270" anchor="ctr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800" kern="1200"/>
            <a:t>using </a:t>
          </a:r>
          <a:r>
            <a:rPr lang="en-US" sz="1800" kern="1200"/>
            <a:t>Check Lock Time Verify (CLTV)</a:t>
          </a:r>
        </a:p>
      </dsp:txBody>
      <dsp:txXfrm rot="-5400000">
        <a:off x="3157538" y="2892703"/>
        <a:ext cx="5579075" cy="634500"/>
      </dsp:txXfrm>
    </dsp:sp>
    <dsp:sp modelId="{8C68EB1A-153A-4C64-8849-4BA228EDEE3F}">
      <dsp:nvSpPr>
        <dsp:cNvPr id="0" name=""/>
        <dsp:cNvSpPr/>
      </dsp:nvSpPr>
      <dsp:spPr>
        <a:xfrm>
          <a:off x="0" y="2770483"/>
          <a:ext cx="3157537" cy="878938"/>
        </a:xfrm>
        <a:prstGeom prst="roundRect">
          <a:avLst/>
        </a:prstGeom>
        <a:solidFill>
          <a:schemeClr val="accent4">
            <a:hueOff val="-19113089"/>
            <a:satOff val="33873"/>
            <a:lumOff val="11960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95250" tIns="47625" rIns="95250" bIns="47625" numCol="1" spcCol="1270" anchor="ctr" anchorCtr="0">
          <a:noAutofit/>
        </a:bodyPr>
        <a:lstStyle/>
        <a:p>
          <a:pPr marL="0" lvl="0" indent="0" algn="ctr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500" kern="1200"/>
            <a:t>This can only be done </a:t>
          </a:r>
          <a:endParaRPr lang="en-US" sz="2500" kern="1200"/>
        </a:p>
      </dsp:txBody>
      <dsp:txXfrm>
        <a:off x="42906" y="2813389"/>
        <a:ext cx="3071725" cy="793126"/>
      </dsp:txXfrm>
    </dsp:sp>
  </dsp:spTree>
</dsp:drawing>
</file>

<file path=ppt/diagrams/drawing5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CC0BAA6-8C74-4D2B-B332-C6DBCC8CB100}">
      <dsp:nvSpPr>
        <dsp:cNvPr id="0" name=""/>
        <dsp:cNvSpPr/>
      </dsp:nvSpPr>
      <dsp:spPr>
        <a:xfrm>
          <a:off x="558081" y="775952"/>
          <a:ext cx="595054" cy="595054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995D74B-24EB-4E6F-86BE-12643AD515C9}">
      <dsp:nvSpPr>
        <dsp:cNvPr id="0" name=""/>
        <dsp:cNvSpPr/>
      </dsp:nvSpPr>
      <dsp:spPr>
        <a:xfrm>
          <a:off x="5531" y="1461278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In December 2015 </a:t>
          </a:r>
        </a:p>
      </dsp:txBody>
      <dsp:txXfrm>
        <a:off x="5531" y="1461278"/>
        <a:ext cx="1700156" cy="438321"/>
      </dsp:txXfrm>
    </dsp:sp>
    <dsp:sp modelId="{FC6B319F-1D68-4AFB-A088-281945A5933A}">
      <dsp:nvSpPr>
        <dsp:cNvPr id="0" name=""/>
        <dsp:cNvSpPr/>
      </dsp:nvSpPr>
      <dsp:spPr>
        <a:xfrm>
          <a:off x="5531" y="1941587"/>
          <a:ext cx="1700156" cy="9337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a new form of </a:t>
          </a:r>
          <a:r>
            <a:rPr lang="en-US" sz="1100" kern="1200" dirty="0" err="1"/>
            <a:t>timelock</a:t>
          </a:r>
          <a:r>
            <a:rPr lang="en-US" sz="1100" kern="1200" dirty="0"/>
            <a:t> was introduced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to bitcoin as a soft fork</a:t>
          </a:r>
          <a:r>
            <a:rPr lang="tr-TR" sz="1100" kern="1200" dirty="0"/>
            <a:t> </a:t>
          </a:r>
          <a:r>
            <a:rPr lang="en-US" sz="1100" kern="1200" dirty="0"/>
            <a:t>upgrade. </a:t>
          </a:r>
        </a:p>
      </dsp:txBody>
      <dsp:txXfrm>
        <a:off x="5531" y="1941587"/>
        <a:ext cx="1700156" cy="933710"/>
      </dsp:txXfrm>
    </dsp:sp>
    <dsp:sp modelId="{CB66B982-ED0F-497B-922B-360B1E8210C4}">
      <dsp:nvSpPr>
        <dsp:cNvPr id="0" name=""/>
        <dsp:cNvSpPr/>
      </dsp:nvSpPr>
      <dsp:spPr>
        <a:xfrm>
          <a:off x="2555765" y="775952"/>
          <a:ext cx="595054" cy="595054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C477938-2941-41DB-871F-E700F0E0F967}">
      <dsp:nvSpPr>
        <dsp:cNvPr id="0" name=""/>
        <dsp:cNvSpPr/>
      </dsp:nvSpPr>
      <dsp:spPr>
        <a:xfrm>
          <a:off x="2003214" y="1461278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Based on a specifications in BIP-65</a:t>
          </a:r>
        </a:p>
      </dsp:txBody>
      <dsp:txXfrm>
        <a:off x="2003214" y="1461278"/>
        <a:ext cx="1700156" cy="438321"/>
      </dsp:txXfrm>
    </dsp:sp>
    <dsp:sp modelId="{4F3FFFB9-D17B-4BC1-AEC0-ADF0ADA149C0}">
      <dsp:nvSpPr>
        <dsp:cNvPr id="0" name=""/>
        <dsp:cNvSpPr/>
      </dsp:nvSpPr>
      <dsp:spPr>
        <a:xfrm>
          <a:off x="2003214" y="1941587"/>
          <a:ext cx="1700156" cy="9337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 new script operator called </a:t>
          </a:r>
          <a:r>
            <a:rPr lang="en-US" sz="1100" i="1" kern="1200"/>
            <a:t>CHECKLOCKTIMEVERIFY</a:t>
          </a:r>
          <a:r>
            <a:rPr lang="tr-TR" sz="1100" i="1" kern="1200"/>
            <a:t> </a:t>
          </a:r>
          <a:r>
            <a:rPr lang="en-US" sz="1100" kern="1200"/>
            <a:t>(</a:t>
          </a:r>
          <a:r>
            <a:rPr lang="en-US" sz="1100" i="1" kern="1200"/>
            <a:t>CLTV</a:t>
          </a:r>
          <a:r>
            <a:rPr lang="en-US" sz="1100" kern="1200"/>
            <a:t>)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was added to the scripting language. </a:t>
          </a:r>
        </a:p>
      </dsp:txBody>
      <dsp:txXfrm>
        <a:off x="2003214" y="1941587"/>
        <a:ext cx="1700156" cy="933710"/>
      </dsp:txXfrm>
    </dsp:sp>
    <dsp:sp modelId="{A1F5FCF9-DA87-4903-A680-88807EDB89C2}">
      <dsp:nvSpPr>
        <dsp:cNvPr id="0" name=""/>
        <dsp:cNvSpPr/>
      </dsp:nvSpPr>
      <dsp:spPr>
        <a:xfrm>
          <a:off x="4553449" y="775952"/>
          <a:ext cx="595054" cy="595054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4A7849E-092F-40B1-B500-B420771F4D37}">
      <dsp:nvSpPr>
        <dsp:cNvPr id="0" name=""/>
        <dsp:cNvSpPr/>
      </dsp:nvSpPr>
      <dsp:spPr>
        <a:xfrm>
          <a:off x="4000898" y="1461278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CLTV is </a:t>
          </a:r>
        </a:p>
      </dsp:txBody>
      <dsp:txXfrm>
        <a:off x="4000898" y="1461278"/>
        <a:ext cx="1700156" cy="438321"/>
      </dsp:txXfrm>
    </dsp:sp>
    <dsp:sp modelId="{8D44C5B5-7D99-40BF-961D-FA1469E4305A}">
      <dsp:nvSpPr>
        <dsp:cNvPr id="0" name=""/>
        <dsp:cNvSpPr/>
      </dsp:nvSpPr>
      <dsp:spPr>
        <a:xfrm>
          <a:off x="4000898" y="1941587"/>
          <a:ext cx="1700156" cy="9337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a per</a:t>
          </a:r>
          <a:r>
            <a:rPr lang="tr-TR" sz="1100" kern="1200" dirty="0"/>
            <a:t>-</a:t>
          </a:r>
          <a:r>
            <a:rPr lang="en-US" sz="1100" kern="1200" dirty="0"/>
            <a:t>output</a:t>
          </a:r>
          <a:r>
            <a:rPr lang="tr-TR" sz="1100" kern="1200" dirty="0"/>
            <a:t> </a:t>
          </a:r>
          <a:r>
            <a:rPr lang="en-US" sz="1100" kern="1200" dirty="0" err="1"/>
            <a:t>timelock</a:t>
          </a:r>
          <a:endParaRPr lang="en-US" sz="1100" kern="1200" dirty="0"/>
        </a:p>
      </dsp:txBody>
      <dsp:txXfrm>
        <a:off x="4000898" y="1941587"/>
        <a:ext cx="1700156" cy="933710"/>
      </dsp:txXfrm>
    </dsp:sp>
    <dsp:sp modelId="{AE5D0062-78F6-4363-AFAF-7A0A35D0106F}">
      <dsp:nvSpPr>
        <dsp:cNvPr id="0" name=""/>
        <dsp:cNvSpPr/>
      </dsp:nvSpPr>
      <dsp:spPr>
        <a:xfrm>
          <a:off x="6551132" y="775952"/>
          <a:ext cx="595054" cy="595054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DEB0378-3371-4F94-954B-AE9ECFF1E6A7}">
      <dsp:nvSpPr>
        <dsp:cNvPr id="0" name=""/>
        <dsp:cNvSpPr/>
      </dsp:nvSpPr>
      <dsp:spPr>
        <a:xfrm>
          <a:off x="5998581" y="1461278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rather than </a:t>
          </a:r>
        </a:p>
      </dsp:txBody>
      <dsp:txXfrm>
        <a:off x="5998581" y="1461278"/>
        <a:ext cx="1700156" cy="438321"/>
      </dsp:txXfrm>
    </dsp:sp>
    <dsp:sp modelId="{2104A5B7-A8D2-460B-9536-0866D6C838D4}">
      <dsp:nvSpPr>
        <dsp:cNvPr id="0" name=""/>
        <dsp:cNvSpPr/>
      </dsp:nvSpPr>
      <dsp:spPr>
        <a:xfrm>
          <a:off x="5998581" y="1941587"/>
          <a:ext cx="1700156" cy="9337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 per-transaction timelock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as is the case with </a:t>
          </a:r>
          <a:r>
            <a:rPr lang="en-US" sz="1100" kern="1200" dirty="0" err="1"/>
            <a:t>nLocktime</a:t>
          </a:r>
          <a:endParaRPr lang="en-US" sz="1100" kern="1200" dirty="0"/>
        </a:p>
      </dsp:txBody>
      <dsp:txXfrm>
        <a:off x="5998581" y="1941587"/>
        <a:ext cx="1700156" cy="933710"/>
      </dsp:txXfrm>
    </dsp:sp>
    <dsp:sp modelId="{6E7672B0-39F8-4D8F-A7E9-B0965BF595D9}">
      <dsp:nvSpPr>
        <dsp:cNvPr id="0" name=""/>
        <dsp:cNvSpPr/>
      </dsp:nvSpPr>
      <dsp:spPr>
        <a:xfrm>
          <a:off x="8548816" y="775952"/>
          <a:ext cx="595054" cy="595054"/>
        </a:xfrm>
        <a:prstGeom prst="rect">
          <a:avLst/>
        </a:prstGeom>
        <a:blipFill>
          <a:blip xmlns:r="http://schemas.openxmlformats.org/officeDocument/2006/relationships"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0758156-6E10-477E-896A-8C59B00D7677}">
      <dsp:nvSpPr>
        <dsp:cNvPr id="0" name=""/>
        <dsp:cNvSpPr/>
      </dsp:nvSpPr>
      <dsp:spPr>
        <a:xfrm>
          <a:off x="7996265" y="1461278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This allows </a:t>
          </a:r>
        </a:p>
      </dsp:txBody>
      <dsp:txXfrm>
        <a:off x="7996265" y="1461278"/>
        <a:ext cx="1700156" cy="438321"/>
      </dsp:txXfrm>
    </dsp:sp>
    <dsp:sp modelId="{C7F7546C-2F97-471F-BBE8-45AC64ACFB98}">
      <dsp:nvSpPr>
        <dsp:cNvPr id="0" name=""/>
        <dsp:cNvSpPr/>
      </dsp:nvSpPr>
      <dsp:spPr>
        <a:xfrm>
          <a:off x="7996265" y="1941587"/>
          <a:ext cx="1700156" cy="9337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for much greater flexibility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in the way timelocks are applied.</a:t>
          </a:r>
        </a:p>
      </dsp:txBody>
      <dsp:txXfrm>
        <a:off x="7996265" y="1941587"/>
        <a:ext cx="1700156" cy="933710"/>
      </dsp:txXfrm>
    </dsp:sp>
  </dsp:spTree>
</dsp:drawing>
</file>

<file path=ppt/diagrams/drawing5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6B1A4B5-A73B-44DD-AA68-DBBBFC2EA091}">
      <dsp:nvSpPr>
        <dsp:cNvPr id="0" name=""/>
        <dsp:cNvSpPr/>
      </dsp:nvSpPr>
      <dsp:spPr>
        <a:xfrm>
          <a:off x="2156" y="776247"/>
          <a:ext cx="750093" cy="750093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E34FFCF-E489-4E18-A664-07207374601C}">
      <dsp:nvSpPr>
        <dsp:cNvPr id="0" name=""/>
        <dsp:cNvSpPr/>
      </dsp:nvSpPr>
      <dsp:spPr>
        <a:xfrm>
          <a:off x="2156" y="1616587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by adding the CLTV opcode </a:t>
          </a:r>
        </a:p>
      </dsp:txBody>
      <dsp:txXfrm>
        <a:off x="2156" y="1616587"/>
        <a:ext cx="2143124" cy="442019"/>
      </dsp:txXfrm>
    </dsp:sp>
    <dsp:sp modelId="{6A52B281-3E1D-420D-A2DE-8A7D158CC706}">
      <dsp:nvSpPr>
        <dsp:cNvPr id="0" name=""/>
        <dsp:cNvSpPr/>
      </dsp:nvSpPr>
      <dsp:spPr>
        <a:xfrm>
          <a:off x="2156" y="2100582"/>
          <a:ext cx="2143124" cy="7744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in the redeem script of an output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it</a:t>
          </a:r>
          <a:r>
            <a:rPr lang="tr-TR" sz="1100" kern="1200"/>
            <a:t> </a:t>
          </a:r>
          <a:r>
            <a:rPr lang="en-US" sz="1100" kern="1200"/>
            <a:t>restricts the output, </a:t>
          </a:r>
        </a:p>
      </dsp:txBody>
      <dsp:txXfrm>
        <a:off x="2156" y="2100582"/>
        <a:ext cx="2143124" cy="774420"/>
      </dsp:txXfrm>
    </dsp:sp>
    <dsp:sp modelId="{907EE828-56D8-44B5-B24E-67C672D381B7}">
      <dsp:nvSpPr>
        <dsp:cNvPr id="0" name=""/>
        <dsp:cNvSpPr/>
      </dsp:nvSpPr>
      <dsp:spPr>
        <a:xfrm>
          <a:off x="2520328" y="776247"/>
          <a:ext cx="750093" cy="750093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72B7777-3F34-421C-A6C7-0C944A8B0943}">
      <dsp:nvSpPr>
        <dsp:cNvPr id="0" name=""/>
        <dsp:cNvSpPr/>
      </dsp:nvSpPr>
      <dsp:spPr>
        <a:xfrm>
          <a:off x="2520328" y="1616587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so that </a:t>
          </a:r>
        </a:p>
      </dsp:txBody>
      <dsp:txXfrm>
        <a:off x="2520328" y="1616587"/>
        <a:ext cx="2143124" cy="442019"/>
      </dsp:txXfrm>
    </dsp:sp>
    <dsp:sp modelId="{EFC189B1-42D0-4073-90C3-27F843A2DF03}">
      <dsp:nvSpPr>
        <dsp:cNvPr id="0" name=""/>
        <dsp:cNvSpPr/>
      </dsp:nvSpPr>
      <dsp:spPr>
        <a:xfrm>
          <a:off x="2520328" y="2100582"/>
          <a:ext cx="2143124" cy="7744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it can only be spent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after the specified time has elapsed.</a:t>
          </a:r>
        </a:p>
      </dsp:txBody>
      <dsp:txXfrm>
        <a:off x="2520328" y="2100582"/>
        <a:ext cx="2143124" cy="774420"/>
      </dsp:txXfrm>
    </dsp:sp>
    <dsp:sp modelId="{8FCA205B-6D18-49F0-BF22-C79EF7944BFC}">
      <dsp:nvSpPr>
        <dsp:cNvPr id="0" name=""/>
        <dsp:cNvSpPr/>
      </dsp:nvSpPr>
      <dsp:spPr>
        <a:xfrm>
          <a:off x="5038499" y="776247"/>
          <a:ext cx="750093" cy="750093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3FC2AFB-CA63-4C53-BAEB-9DD0E1251EFF}">
      <dsp:nvSpPr>
        <dsp:cNvPr id="0" name=""/>
        <dsp:cNvSpPr/>
      </dsp:nvSpPr>
      <dsp:spPr>
        <a:xfrm>
          <a:off x="5038499" y="1616587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CLTV doesn’t replace nLocktime, </a:t>
          </a:r>
        </a:p>
      </dsp:txBody>
      <dsp:txXfrm>
        <a:off x="5038499" y="1616587"/>
        <a:ext cx="2143124" cy="442019"/>
      </dsp:txXfrm>
    </dsp:sp>
    <dsp:sp modelId="{E1C79A64-B930-4CA7-881E-0645B781D274}">
      <dsp:nvSpPr>
        <dsp:cNvPr id="0" name=""/>
        <dsp:cNvSpPr/>
      </dsp:nvSpPr>
      <dsp:spPr>
        <a:xfrm>
          <a:off x="5038499" y="2100582"/>
          <a:ext cx="2143124" cy="7744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but rather restricts specific UTXO </a:t>
          </a:r>
        </a:p>
      </dsp:txBody>
      <dsp:txXfrm>
        <a:off x="5038499" y="2100582"/>
        <a:ext cx="2143124" cy="774420"/>
      </dsp:txXfrm>
    </dsp:sp>
    <dsp:sp modelId="{55ABBC39-01F4-4517-B35A-6238A5BA3697}">
      <dsp:nvSpPr>
        <dsp:cNvPr id="0" name=""/>
        <dsp:cNvSpPr/>
      </dsp:nvSpPr>
      <dsp:spPr>
        <a:xfrm>
          <a:off x="7556671" y="776247"/>
          <a:ext cx="750093" cy="750093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6146E51-D8F4-46F1-BF8E-6E014D82B70A}">
      <dsp:nvSpPr>
        <dsp:cNvPr id="0" name=""/>
        <dsp:cNvSpPr/>
      </dsp:nvSpPr>
      <dsp:spPr>
        <a:xfrm>
          <a:off x="7556671" y="1616587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such that </a:t>
          </a:r>
        </a:p>
      </dsp:txBody>
      <dsp:txXfrm>
        <a:off x="7556671" y="1616587"/>
        <a:ext cx="2143124" cy="442019"/>
      </dsp:txXfrm>
    </dsp:sp>
    <dsp:sp modelId="{52F8DAAA-6A85-4089-9C88-69F02F5829FF}">
      <dsp:nvSpPr>
        <dsp:cNvPr id="0" name=""/>
        <dsp:cNvSpPr/>
      </dsp:nvSpPr>
      <dsp:spPr>
        <a:xfrm>
          <a:off x="7556671" y="2100582"/>
          <a:ext cx="2143124" cy="7744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they can</a:t>
          </a:r>
          <a:r>
            <a:rPr lang="tr-TR" sz="1100" kern="1200"/>
            <a:t> </a:t>
          </a:r>
          <a:r>
            <a:rPr lang="en-US" sz="1100" kern="1200"/>
            <a:t>only be spent in a future transaction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with nLocktime set to a greater or equal value.</a:t>
          </a:r>
        </a:p>
      </dsp:txBody>
      <dsp:txXfrm>
        <a:off x="7556671" y="2100582"/>
        <a:ext cx="2143124" cy="774420"/>
      </dsp:txXfrm>
    </dsp:sp>
  </dsp:spTree>
</dsp:drawing>
</file>

<file path=ppt/diagrams/drawing5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8752905-FD85-4415-8BCF-4B006B8B8514}">
      <dsp:nvSpPr>
        <dsp:cNvPr id="0" name=""/>
        <dsp:cNvSpPr/>
      </dsp:nvSpPr>
      <dsp:spPr>
        <a:xfrm>
          <a:off x="0" y="223105"/>
          <a:ext cx="11139741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64568" tIns="312420" rIns="864568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takes one parameter as input,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expressed as a number in the same</a:t>
          </a:r>
          <a:r>
            <a:rPr lang="tr-TR" sz="1500" kern="1200"/>
            <a:t> </a:t>
          </a:r>
          <a:r>
            <a:rPr lang="en-US" sz="1500" kern="1200"/>
            <a:t>format </a:t>
          </a:r>
        </a:p>
      </dsp:txBody>
      <dsp:txXfrm>
        <a:off x="0" y="223105"/>
        <a:ext cx="11139741" cy="874125"/>
      </dsp:txXfrm>
    </dsp:sp>
    <dsp:sp modelId="{934821C9-18C8-4494-89F6-0FE25AADAD9D}">
      <dsp:nvSpPr>
        <dsp:cNvPr id="0" name=""/>
        <dsp:cNvSpPr/>
      </dsp:nvSpPr>
      <dsp:spPr>
        <a:xfrm>
          <a:off x="556987" y="1705"/>
          <a:ext cx="7797819" cy="44280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94739" tIns="0" rIns="294739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The CLTV opcode </a:t>
          </a:r>
        </a:p>
      </dsp:txBody>
      <dsp:txXfrm>
        <a:off x="578603" y="23321"/>
        <a:ext cx="7754587" cy="399568"/>
      </dsp:txXfrm>
    </dsp:sp>
    <dsp:sp modelId="{52C31A9C-89B4-4F60-9409-EBEC31876C06}">
      <dsp:nvSpPr>
        <dsp:cNvPr id="0" name=""/>
        <dsp:cNvSpPr/>
      </dsp:nvSpPr>
      <dsp:spPr>
        <a:xfrm>
          <a:off x="0" y="1399630"/>
          <a:ext cx="11139741" cy="6378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2469290"/>
              <a:satOff val="-916"/>
              <a:lumOff val="2092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64568" tIns="312420" rIns="864568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either a block height or Unix epoch time</a:t>
          </a:r>
        </a:p>
      </dsp:txBody>
      <dsp:txXfrm>
        <a:off x="0" y="1399630"/>
        <a:ext cx="11139741" cy="637875"/>
      </dsp:txXfrm>
    </dsp:sp>
    <dsp:sp modelId="{FE7D04DE-17AD-4818-9C2B-ABDC978ACA27}">
      <dsp:nvSpPr>
        <dsp:cNvPr id="0" name=""/>
        <dsp:cNvSpPr/>
      </dsp:nvSpPr>
      <dsp:spPr>
        <a:xfrm>
          <a:off x="556987" y="1178230"/>
          <a:ext cx="7797819" cy="442800"/>
        </a:xfrm>
        <a:prstGeom prst="roundRect">
          <a:avLst/>
        </a:prstGeom>
        <a:solidFill>
          <a:schemeClr val="accent2">
            <a:hueOff val="-2469290"/>
            <a:satOff val="-916"/>
            <a:lumOff val="209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94739" tIns="0" rIns="294739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as nLocktime</a:t>
          </a:r>
        </a:p>
      </dsp:txBody>
      <dsp:txXfrm>
        <a:off x="578603" y="1199846"/>
        <a:ext cx="7754587" cy="399568"/>
      </dsp:txXfrm>
    </dsp:sp>
    <dsp:sp modelId="{901E8833-DDBC-4620-8A2F-D08CC378D40A}">
      <dsp:nvSpPr>
        <dsp:cNvPr id="0" name=""/>
        <dsp:cNvSpPr/>
      </dsp:nvSpPr>
      <dsp:spPr>
        <a:xfrm>
          <a:off x="0" y="2339905"/>
          <a:ext cx="11139741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4938581"/>
              <a:satOff val="-1833"/>
              <a:lumOff val="418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64568" tIns="312420" rIns="864568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CLTV is the type of opcode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that halts execution of the script if the outcome</a:t>
          </a:r>
          <a:r>
            <a:rPr lang="tr-TR" sz="1500" kern="1200"/>
            <a:t> </a:t>
          </a:r>
          <a:r>
            <a:rPr lang="en-US" sz="1500" kern="1200"/>
            <a:t>is FALSE. </a:t>
          </a:r>
        </a:p>
      </dsp:txBody>
      <dsp:txXfrm>
        <a:off x="0" y="2339905"/>
        <a:ext cx="11139741" cy="874125"/>
      </dsp:txXfrm>
    </dsp:sp>
    <dsp:sp modelId="{7526D797-416C-4F83-A2D7-AF7B64B76BA5}">
      <dsp:nvSpPr>
        <dsp:cNvPr id="0" name=""/>
        <dsp:cNvSpPr/>
      </dsp:nvSpPr>
      <dsp:spPr>
        <a:xfrm>
          <a:off x="556987" y="2118505"/>
          <a:ext cx="7797819" cy="442800"/>
        </a:xfrm>
        <a:prstGeom prst="roundRect">
          <a:avLst/>
        </a:prstGeom>
        <a:solidFill>
          <a:schemeClr val="accent2">
            <a:hueOff val="-4938581"/>
            <a:satOff val="-1833"/>
            <a:lumOff val="418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94739" tIns="0" rIns="294739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As indicated by the</a:t>
          </a:r>
          <a:r>
            <a:rPr lang="tr-TR" sz="1500" kern="1200"/>
            <a:t> </a:t>
          </a:r>
          <a:r>
            <a:rPr lang="en-US" sz="1500" kern="1200"/>
            <a:t>VERIFY suffix, </a:t>
          </a:r>
        </a:p>
      </dsp:txBody>
      <dsp:txXfrm>
        <a:off x="578603" y="2140121"/>
        <a:ext cx="7754587" cy="399568"/>
      </dsp:txXfrm>
    </dsp:sp>
    <dsp:sp modelId="{B0FA9E44-660E-4212-BD20-159D2377073A}">
      <dsp:nvSpPr>
        <dsp:cNvPr id="0" name=""/>
        <dsp:cNvSpPr/>
      </dsp:nvSpPr>
      <dsp:spPr>
        <a:xfrm>
          <a:off x="0" y="3516430"/>
          <a:ext cx="11139741" cy="6378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7407870"/>
              <a:satOff val="-2749"/>
              <a:lumOff val="6275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64568" tIns="312420" rIns="864568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execution continues</a:t>
          </a:r>
        </a:p>
      </dsp:txBody>
      <dsp:txXfrm>
        <a:off x="0" y="3516430"/>
        <a:ext cx="11139741" cy="637875"/>
      </dsp:txXfrm>
    </dsp:sp>
    <dsp:sp modelId="{46FD26EC-99D7-4CFE-A2E9-10EDEDE8CB4E}">
      <dsp:nvSpPr>
        <dsp:cNvPr id="0" name=""/>
        <dsp:cNvSpPr/>
      </dsp:nvSpPr>
      <dsp:spPr>
        <a:xfrm>
          <a:off x="556987" y="3295030"/>
          <a:ext cx="7797819" cy="442800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94739" tIns="0" rIns="294739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If it results in TRUE,</a:t>
          </a:r>
        </a:p>
      </dsp:txBody>
      <dsp:txXfrm>
        <a:off x="578603" y="3316646"/>
        <a:ext cx="7754587" cy="399568"/>
      </dsp:txXfrm>
    </dsp:sp>
  </dsp:spTree>
</dsp:drawing>
</file>

<file path=ppt/diagrams/drawing5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A62C4EA-DFEB-44DD-A00D-25B7DD4EBA0E}">
      <dsp:nvSpPr>
        <dsp:cNvPr id="0" name=""/>
        <dsp:cNvSpPr/>
      </dsp:nvSpPr>
      <dsp:spPr>
        <a:xfrm>
          <a:off x="0" y="269615"/>
          <a:ext cx="9701953" cy="9906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you insert it into the redeem script of the output</a:t>
          </a:r>
          <a:r>
            <a:rPr lang="tr-TR" sz="1700" kern="1200"/>
            <a:t> </a:t>
          </a:r>
          <a:endParaRPr lang="en-US" sz="1700" kern="1200"/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in the transaction that creates the output.</a:t>
          </a:r>
        </a:p>
      </dsp:txBody>
      <dsp:txXfrm>
        <a:off x="0" y="269615"/>
        <a:ext cx="9701953" cy="990675"/>
      </dsp:txXfrm>
    </dsp:sp>
    <dsp:sp modelId="{D00EA660-9178-4DFC-8E7C-4DBC53893E20}">
      <dsp:nvSpPr>
        <dsp:cNvPr id="0" name=""/>
        <dsp:cNvSpPr/>
      </dsp:nvSpPr>
      <dsp:spPr>
        <a:xfrm>
          <a:off x="485097" y="18694"/>
          <a:ext cx="6791367" cy="50184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 order to lock an output with CLTV, </a:t>
          </a:r>
        </a:p>
      </dsp:txBody>
      <dsp:txXfrm>
        <a:off x="509595" y="43192"/>
        <a:ext cx="6742371" cy="452844"/>
      </dsp:txXfrm>
    </dsp:sp>
    <dsp:sp modelId="{C243FD4F-16E7-42FF-94C2-0533834E1BD6}">
      <dsp:nvSpPr>
        <dsp:cNvPr id="0" name=""/>
        <dsp:cNvSpPr/>
      </dsp:nvSpPr>
      <dsp:spPr>
        <a:xfrm>
          <a:off x="0" y="1603010"/>
          <a:ext cx="9701953" cy="7229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3703935"/>
              <a:satOff val="-1375"/>
              <a:lumOff val="3138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DUP HASH160 &lt;Bob's Public Key Hash&gt; EQUALVERIFY CHECKSIG</a:t>
          </a:r>
        </a:p>
      </dsp:txBody>
      <dsp:txXfrm>
        <a:off x="0" y="1603010"/>
        <a:ext cx="9701953" cy="722925"/>
      </dsp:txXfrm>
    </dsp:sp>
    <dsp:sp modelId="{B5A970CF-CB8C-4A42-A1B5-773B52EB2407}">
      <dsp:nvSpPr>
        <dsp:cNvPr id="0" name=""/>
        <dsp:cNvSpPr/>
      </dsp:nvSpPr>
      <dsp:spPr>
        <a:xfrm>
          <a:off x="485097" y="1352090"/>
          <a:ext cx="6791367" cy="501840"/>
        </a:xfrm>
        <a:prstGeom prst="roundRect">
          <a:avLst/>
        </a:prstGeom>
        <a:solidFill>
          <a:schemeClr val="accent2">
            <a:hueOff val="-3703935"/>
            <a:satOff val="-1375"/>
            <a:lumOff val="313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P2PKH script</a:t>
          </a:r>
          <a:endParaRPr lang="en-US" sz="1700" kern="1200"/>
        </a:p>
      </dsp:txBody>
      <dsp:txXfrm>
        <a:off x="509595" y="1376588"/>
        <a:ext cx="6742371" cy="452844"/>
      </dsp:txXfrm>
    </dsp:sp>
    <dsp:sp modelId="{D00EEEDC-FDCF-45E7-816E-813449A6D661}">
      <dsp:nvSpPr>
        <dsp:cNvPr id="0" name=""/>
        <dsp:cNvSpPr/>
      </dsp:nvSpPr>
      <dsp:spPr>
        <a:xfrm>
          <a:off x="0" y="2668655"/>
          <a:ext cx="9701953" cy="9639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7407870"/>
              <a:satOff val="-2749"/>
              <a:lumOff val="6275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&lt;now + 3 months&gt; CHECKLOCKTIMEVERIFY DROP DUP HASH160 &lt;Bob's Public Key Hash&gt;</a:t>
          </a:r>
          <a:r>
            <a:rPr lang="tr-TR" sz="1700" kern="1200"/>
            <a:t> EQUALVERIFY CHECKSIG</a:t>
          </a:r>
          <a:endParaRPr lang="en-US" sz="1700" kern="1200"/>
        </a:p>
      </dsp:txBody>
      <dsp:txXfrm>
        <a:off x="0" y="2668655"/>
        <a:ext cx="9701953" cy="963900"/>
      </dsp:txXfrm>
    </dsp:sp>
    <dsp:sp modelId="{AE285447-5C60-4233-A4A4-88247A2CA7E7}">
      <dsp:nvSpPr>
        <dsp:cNvPr id="0" name=""/>
        <dsp:cNvSpPr/>
      </dsp:nvSpPr>
      <dsp:spPr>
        <a:xfrm>
          <a:off x="485097" y="2417735"/>
          <a:ext cx="6791367" cy="501840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P2SH transaction with a redeem script</a:t>
          </a:r>
          <a:endParaRPr lang="en-US" sz="1700" kern="1200"/>
        </a:p>
      </dsp:txBody>
      <dsp:txXfrm>
        <a:off x="509595" y="2442233"/>
        <a:ext cx="6742371" cy="452844"/>
      </dsp:txXfrm>
    </dsp:sp>
  </dsp:spTree>
</dsp:drawing>
</file>

<file path=ppt/diagrams/drawing5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DF5031C-F1FA-4CAC-9CF2-DB3F420F25D6}">
      <dsp:nvSpPr>
        <dsp:cNvPr id="0" name=""/>
        <dsp:cNvSpPr/>
      </dsp:nvSpPr>
      <dsp:spPr>
        <a:xfrm>
          <a:off x="698671" y="875503"/>
          <a:ext cx="750093" cy="750093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933313E-98CD-4F30-B1E3-C802610A455B}">
      <dsp:nvSpPr>
        <dsp:cNvPr id="0" name=""/>
        <dsp:cNvSpPr/>
      </dsp:nvSpPr>
      <dsp:spPr>
        <a:xfrm>
          <a:off x="2156" y="1707308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When Bob tries to spend this UTXO, </a:t>
          </a:r>
        </a:p>
      </dsp:txBody>
      <dsp:txXfrm>
        <a:off x="2156" y="1707308"/>
        <a:ext cx="2143124" cy="442019"/>
      </dsp:txXfrm>
    </dsp:sp>
    <dsp:sp modelId="{43A858B7-AD0B-4C2F-B7B0-A065BFD1DE15}">
      <dsp:nvSpPr>
        <dsp:cNvPr id="0" name=""/>
        <dsp:cNvSpPr/>
      </dsp:nvSpPr>
      <dsp:spPr>
        <a:xfrm>
          <a:off x="2156" y="2187332"/>
          <a:ext cx="2143124" cy="58841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he constructs a transaction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that references the</a:t>
          </a:r>
          <a:r>
            <a:rPr lang="tr-TR" sz="1100" kern="1200"/>
            <a:t> </a:t>
          </a:r>
          <a:r>
            <a:rPr lang="en-US" sz="1100" kern="1200"/>
            <a:t>UTXO as an input. </a:t>
          </a:r>
        </a:p>
      </dsp:txBody>
      <dsp:txXfrm>
        <a:off x="2156" y="2187332"/>
        <a:ext cx="2143124" cy="588413"/>
      </dsp:txXfrm>
    </dsp:sp>
    <dsp:sp modelId="{78E63A4F-0251-4C39-BD26-9E1C720159CD}">
      <dsp:nvSpPr>
        <dsp:cNvPr id="0" name=""/>
        <dsp:cNvSpPr/>
      </dsp:nvSpPr>
      <dsp:spPr>
        <a:xfrm>
          <a:off x="3216843" y="875503"/>
          <a:ext cx="750093" cy="750093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DA38460-D9C4-4AC1-943A-6B690956A1D1}">
      <dsp:nvSpPr>
        <dsp:cNvPr id="0" name=""/>
        <dsp:cNvSpPr/>
      </dsp:nvSpPr>
      <dsp:spPr>
        <a:xfrm>
          <a:off x="2520328" y="1707308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He uses his signature and public key </a:t>
          </a:r>
        </a:p>
      </dsp:txBody>
      <dsp:txXfrm>
        <a:off x="2520328" y="1707308"/>
        <a:ext cx="2143124" cy="442019"/>
      </dsp:txXfrm>
    </dsp:sp>
    <dsp:sp modelId="{6A3F0F1C-CFA5-47E0-9AFE-C83824A6C108}">
      <dsp:nvSpPr>
        <dsp:cNvPr id="0" name=""/>
        <dsp:cNvSpPr/>
      </dsp:nvSpPr>
      <dsp:spPr>
        <a:xfrm>
          <a:off x="2520328" y="2187332"/>
          <a:ext cx="2143124" cy="58841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in the unlocking script of</a:t>
          </a:r>
          <a:r>
            <a:rPr lang="tr-TR" sz="1100" kern="1200"/>
            <a:t> </a:t>
          </a:r>
          <a:r>
            <a:rPr lang="en-US" sz="1100" kern="1200"/>
            <a:t>that input </a:t>
          </a:r>
        </a:p>
      </dsp:txBody>
      <dsp:txXfrm>
        <a:off x="2520328" y="2187332"/>
        <a:ext cx="2143124" cy="588413"/>
      </dsp:txXfrm>
    </dsp:sp>
    <dsp:sp modelId="{BE5EC2EA-B762-48E1-9C89-67D77F482250}">
      <dsp:nvSpPr>
        <dsp:cNvPr id="0" name=""/>
        <dsp:cNvSpPr/>
      </dsp:nvSpPr>
      <dsp:spPr>
        <a:xfrm>
          <a:off x="5735015" y="875503"/>
          <a:ext cx="750093" cy="750093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208DE82-3778-452B-9257-F57AE5FC1F21}">
      <dsp:nvSpPr>
        <dsp:cNvPr id="0" name=""/>
        <dsp:cNvSpPr/>
      </dsp:nvSpPr>
      <dsp:spPr>
        <a:xfrm>
          <a:off x="5038499" y="1707308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and sets the transaction nLocktime </a:t>
          </a:r>
        </a:p>
      </dsp:txBody>
      <dsp:txXfrm>
        <a:off x="5038499" y="1707308"/>
        <a:ext cx="2143124" cy="442019"/>
      </dsp:txXfrm>
    </dsp:sp>
    <dsp:sp modelId="{A6A3F4F7-0AA9-42AD-B969-AF99197E2764}">
      <dsp:nvSpPr>
        <dsp:cNvPr id="0" name=""/>
        <dsp:cNvSpPr/>
      </dsp:nvSpPr>
      <dsp:spPr>
        <a:xfrm>
          <a:off x="5038499" y="2187332"/>
          <a:ext cx="2143124" cy="58841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be equal or greater to the timelock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in</a:t>
          </a:r>
          <a:r>
            <a:rPr lang="tr-TR" sz="1100" kern="1200"/>
            <a:t> </a:t>
          </a:r>
          <a:r>
            <a:rPr lang="en-US" sz="1100" kern="1200"/>
            <a:t>the CHECKLOCKTIMEVERIFY Alice set. </a:t>
          </a:r>
        </a:p>
      </dsp:txBody>
      <dsp:txXfrm>
        <a:off x="5038499" y="2187332"/>
        <a:ext cx="2143124" cy="588413"/>
      </dsp:txXfrm>
    </dsp:sp>
    <dsp:sp modelId="{CD20663B-8FB4-42BE-AE15-B959C84E504D}">
      <dsp:nvSpPr>
        <dsp:cNvPr id="0" name=""/>
        <dsp:cNvSpPr/>
      </dsp:nvSpPr>
      <dsp:spPr>
        <a:xfrm>
          <a:off x="8253187" y="875503"/>
          <a:ext cx="750093" cy="750093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D616C7C-D976-4C63-BFA6-370AC5623730}">
      <dsp:nvSpPr>
        <dsp:cNvPr id="0" name=""/>
        <dsp:cNvSpPr/>
      </dsp:nvSpPr>
      <dsp:spPr>
        <a:xfrm>
          <a:off x="7556671" y="1707308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Bob then broadcasts the transaction </a:t>
          </a:r>
        </a:p>
      </dsp:txBody>
      <dsp:txXfrm>
        <a:off x="7556671" y="1707308"/>
        <a:ext cx="2143124" cy="442019"/>
      </dsp:txXfrm>
    </dsp:sp>
    <dsp:sp modelId="{8835AE40-AD01-4C83-AF37-26565104066C}">
      <dsp:nvSpPr>
        <dsp:cNvPr id="0" name=""/>
        <dsp:cNvSpPr/>
      </dsp:nvSpPr>
      <dsp:spPr>
        <a:xfrm>
          <a:off x="7556671" y="2187332"/>
          <a:ext cx="2143124" cy="58841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on the bitcoin</a:t>
          </a:r>
          <a:r>
            <a:rPr lang="tr-TR" sz="1100" kern="1200"/>
            <a:t> network.</a:t>
          </a:r>
          <a:endParaRPr lang="en-US" sz="1100" kern="1200"/>
        </a:p>
      </dsp:txBody>
      <dsp:txXfrm>
        <a:off x="7556671" y="2187332"/>
        <a:ext cx="2143124" cy="588413"/>
      </dsp:txXfrm>
    </dsp:sp>
  </dsp:spTree>
</dsp:drawing>
</file>

<file path=ppt/diagrams/drawing5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D0BE1B1-5F18-415E-9881-D0BA550F7F22}">
      <dsp:nvSpPr>
        <dsp:cNvPr id="0" name=""/>
        <dsp:cNvSpPr/>
      </dsp:nvSpPr>
      <dsp:spPr>
        <a:xfrm>
          <a:off x="0" y="256227"/>
          <a:ext cx="9701953" cy="9906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 dirty="0"/>
            <a:t>If the CHECKLOCKTIMEVERIFY parameter Alice</a:t>
          </a:r>
          <a:r>
            <a:rPr lang="tr-TR" sz="1700" kern="1200" dirty="0"/>
            <a:t> </a:t>
          </a:r>
          <a:r>
            <a:rPr lang="en-US" sz="1700" kern="1200" dirty="0"/>
            <a:t>set</a:t>
          </a:r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is less than or equal the spending transaction’s nLocktime, </a:t>
          </a:r>
        </a:p>
      </dsp:txBody>
      <dsp:txXfrm>
        <a:off x="0" y="256227"/>
        <a:ext cx="9701953" cy="990675"/>
      </dsp:txXfrm>
    </dsp:sp>
    <dsp:sp modelId="{CDE524C8-8489-487F-8829-05405BE4B681}">
      <dsp:nvSpPr>
        <dsp:cNvPr id="0" name=""/>
        <dsp:cNvSpPr/>
      </dsp:nvSpPr>
      <dsp:spPr>
        <a:xfrm>
          <a:off x="485097" y="5307"/>
          <a:ext cx="6791367" cy="50184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Bob’s transaction </a:t>
          </a:r>
          <a:r>
            <a:rPr lang="tr-TR" sz="1700" kern="1200" dirty="0" err="1"/>
            <a:t>evaluation</a:t>
          </a:r>
          <a:r>
            <a:rPr lang="en-US" sz="1700" kern="1200" dirty="0"/>
            <a:t> </a:t>
          </a:r>
        </a:p>
      </dsp:txBody>
      <dsp:txXfrm>
        <a:off x="509595" y="29805"/>
        <a:ext cx="6742371" cy="452844"/>
      </dsp:txXfrm>
    </dsp:sp>
    <dsp:sp modelId="{1E2C3F5D-D705-47AA-A384-69E23858758B}">
      <dsp:nvSpPr>
        <dsp:cNvPr id="0" name=""/>
        <dsp:cNvSpPr/>
      </dsp:nvSpPr>
      <dsp:spPr>
        <a:xfrm>
          <a:off x="0" y="1589622"/>
          <a:ext cx="9701953" cy="7229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3703935"/>
              <a:satOff val="-1375"/>
              <a:lumOff val="3138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acts as if a “no operation” or NOP opcode was executed</a:t>
          </a:r>
        </a:p>
      </dsp:txBody>
      <dsp:txXfrm>
        <a:off x="0" y="1589622"/>
        <a:ext cx="9701953" cy="722925"/>
      </dsp:txXfrm>
    </dsp:sp>
    <dsp:sp modelId="{65ACC1F7-5B33-4E2C-A884-855AE65C5BDA}">
      <dsp:nvSpPr>
        <dsp:cNvPr id="0" name=""/>
        <dsp:cNvSpPr/>
      </dsp:nvSpPr>
      <dsp:spPr>
        <a:xfrm>
          <a:off x="485097" y="1338702"/>
          <a:ext cx="6791367" cy="501840"/>
        </a:xfrm>
        <a:prstGeom prst="roundRect">
          <a:avLst/>
        </a:prstGeom>
        <a:solidFill>
          <a:schemeClr val="accent2">
            <a:hueOff val="-3703935"/>
            <a:satOff val="-1375"/>
            <a:lumOff val="313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script execution continues</a:t>
          </a:r>
        </a:p>
      </dsp:txBody>
      <dsp:txXfrm>
        <a:off x="509595" y="1363200"/>
        <a:ext cx="6742371" cy="452844"/>
      </dsp:txXfrm>
    </dsp:sp>
    <dsp:sp modelId="{518AFBE6-9A3A-4B16-BBBA-F23EFC9E7795}">
      <dsp:nvSpPr>
        <dsp:cNvPr id="0" name=""/>
        <dsp:cNvSpPr/>
      </dsp:nvSpPr>
      <dsp:spPr>
        <a:xfrm>
          <a:off x="0" y="2655267"/>
          <a:ext cx="9701953" cy="9906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7407870"/>
              <a:satOff val="-2749"/>
              <a:lumOff val="6275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script execution</a:t>
          </a:r>
          <a:r>
            <a:rPr lang="tr-TR" sz="1700" kern="1200"/>
            <a:t> </a:t>
          </a:r>
          <a:r>
            <a:rPr lang="en-US" sz="1700" kern="1200"/>
            <a:t>halts </a:t>
          </a:r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and the transaction is deemed invalid.</a:t>
          </a:r>
        </a:p>
      </dsp:txBody>
      <dsp:txXfrm>
        <a:off x="0" y="2655267"/>
        <a:ext cx="9701953" cy="990675"/>
      </dsp:txXfrm>
    </dsp:sp>
    <dsp:sp modelId="{0C691099-D4D2-4B23-A3CE-B16A7BFC34C1}">
      <dsp:nvSpPr>
        <dsp:cNvPr id="0" name=""/>
        <dsp:cNvSpPr/>
      </dsp:nvSpPr>
      <dsp:spPr>
        <a:xfrm>
          <a:off x="485097" y="2404347"/>
          <a:ext cx="6791367" cy="501840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Otherwise, </a:t>
          </a:r>
        </a:p>
      </dsp:txBody>
      <dsp:txXfrm>
        <a:off x="509595" y="2428845"/>
        <a:ext cx="6742371" cy="452844"/>
      </dsp:txXfrm>
    </dsp:sp>
  </dsp:spTree>
</dsp:drawing>
</file>

<file path=ppt/diagrams/drawing5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A5C7970-3E05-42F3-A327-B7E9F6486496}">
      <dsp:nvSpPr>
        <dsp:cNvPr id="0" name=""/>
        <dsp:cNvSpPr/>
      </dsp:nvSpPr>
      <dsp:spPr>
        <a:xfrm>
          <a:off x="0" y="447471"/>
          <a:ext cx="2696238" cy="3762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35128" tIns="48260" rIns="135128" bIns="48260" numCol="1" spcCol="1270" anchor="ctr" anchorCtr="0">
          <a:noAutofit/>
        </a:bodyPr>
        <a:lstStyle/>
        <a:p>
          <a:pPr marL="0" lvl="0" indent="0" algn="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/>
            <a:t>CHECKLOCKTIMEVERIFY</a:t>
          </a:r>
          <a:endParaRPr lang="tr-TR" sz="1900" kern="1200"/>
        </a:p>
      </dsp:txBody>
      <dsp:txXfrm>
        <a:off x="0" y="447471"/>
        <a:ext cx="2696238" cy="376200"/>
      </dsp:txXfrm>
    </dsp:sp>
    <dsp:sp modelId="{2A98A848-4891-466C-B0C7-F1E114A1CE4D}">
      <dsp:nvSpPr>
        <dsp:cNvPr id="0" name=""/>
        <dsp:cNvSpPr/>
      </dsp:nvSpPr>
      <dsp:spPr>
        <a:xfrm>
          <a:off x="2696238" y="271128"/>
          <a:ext cx="539247" cy="728887"/>
        </a:xfrm>
        <a:prstGeom prst="leftBrace">
          <a:avLst>
            <a:gd name="adj1" fmla="val 35000"/>
            <a:gd name="adj2" fmla="val 50000"/>
          </a:avLst>
        </a:prstGeom>
        <a:noFill/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9A3260E4-1846-4236-8C3B-7DCE5BE525D3}">
      <dsp:nvSpPr>
        <dsp:cNvPr id="0" name=""/>
        <dsp:cNvSpPr/>
      </dsp:nvSpPr>
      <dsp:spPr>
        <a:xfrm>
          <a:off x="3451185" y="271128"/>
          <a:ext cx="7333769" cy="728887"/>
        </a:xfrm>
        <a:prstGeom prst="rect">
          <a:avLst/>
        </a:prstGeom>
        <a:gradFill rotWithShape="0">
          <a:gsLst>
            <a:gs pos="0">
              <a:schemeClr val="accent2">
                <a:hueOff val="0"/>
                <a:satOff val="0"/>
                <a:lumOff val="0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2">
                <a:hueOff val="0"/>
                <a:satOff val="0"/>
                <a:lumOff val="0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2">
                <a:hueOff val="0"/>
                <a:satOff val="0"/>
                <a:lumOff val="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fails and halts execution, </a:t>
          </a:r>
          <a:endParaRPr lang="tr-TR" sz="1900" kern="1200"/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marking the transaction</a:t>
          </a:r>
          <a:r>
            <a:rPr lang="tr-TR" sz="1900" kern="1200"/>
            <a:t> invalid if (source: BIP-65):</a:t>
          </a:r>
        </a:p>
      </dsp:txBody>
      <dsp:txXfrm>
        <a:off x="3451185" y="271128"/>
        <a:ext cx="7333769" cy="728887"/>
      </dsp:txXfrm>
    </dsp:sp>
    <dsp:sp modelId="{26FBB9F6-B9B2-489F-8746-6326567C50A0}">
      <dsp:nvSpPr>
        <dsp:cNvPr id="0" name=""/>
        <dsp:cNvSpPr/>
      </dsp:nvSpPr>
      <dsp:spPr>
        <a:xfrm>
          <a:off x="0" y="1086049"/>
          <a:ext cx="2698874" cy="3762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35128" tIns="48260" rIns="135128" bIns="48260" numCol="1" spcCol="1270" anchor="ctr" anchorCtr="0">
          <a:noAutofit/>
        </a:bodyPr>
        <a:lstStyle/>
        <a:p>
          <a:pPr marL="0" lvl="0" indent="0" algn="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1</a:t>
          </a:r>
        </a:p>
      </dsp:txBody>
      <dsp:txXfrm>
        <a:off x="0" y="1086049"/>
        <a:ext cx="2698874" cy="376200"/>
      </dsp:txXfrm>
    </dsp:sp>
    <dsp:sp modelId="{318FE7FA-5491-4C98-A052-41F710C0C478}">
      <dsp:nvSpPr>
        <dsp:cNvPr id="0" name=""/>
        <dsp:cNvSpPr/>
      </dsp:nvSpPr>
      <dsp:spPr>
        <a:xfrm>
          <a:off x="2698874" y="1068415"/>
          <a:ext cx="539774" cy="411468"/>
        </a:xfrm>
        <a:prstGeom prst="leftBrace">
          <a:avLst>
            <a:gd name="adj1" fmla="val 35000"/>
            <a:gd name="adj2" fmla="val 50000"/>
          </a:avLst>
        </a:prstGeom>
        <a:noFill/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F1B60399-2B2C-46E2-A4E7-A1307360C990}">
      <dsp:nvSpPr>
        <dsp:cNvPr id="0" name=""/>
        <dsp:cNvSpPr/>
      </dsp:nvSpPr>
      <dsp:spPr>
        <a:xfrm>
          <a:off x="3454559" y="1068415"/>
          <a:ext cx="7340938" cy="411468"/>
        </a:xfrm>
        <a:prstGeom prst="rect">
          <a:avLst/>
        </a:prstGeom>
        <a:gradFill rotWithShape="0">
          <a:gsLst>
            <a:gs pos="0">
              <a:schemeClr val="accent2">
                <a:hueOff val="-1481574"/>
                <a:satOff val="-550"/>
                <a:lumOff val="1255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2">
                <a:hueOff val="-1481574"/>
                <a:satOff val="-550"/>
                <a:lumOff val="1255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2">
                <a:hueOff val="-1481574"/>
                <a:satOff val="-550"/>
                <a:lumOff val="1255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the stack is empty; or</a:t>
          </a:r>
          <a:endParaRPr lang="tr-TR" sz="1900" kern="1200"/>
        </a:p>
      </dsp:txBody>
      <dsp:txXfrm>
        <a:off x="3454559" y="1068415"/>
        <a:ext cx="7340938" cy="411468"/>
      </dsp:txXfrm>
    </dsp:sp>
    <dsp:sp modelId="{4F0F1436-F9F7-4CED-9822-FDF9C95EA60D}">
      <dsp:nvSpPr>
        <dsp:cNvPr id="0" name=""/>
        <dsp:cNvSpPr/>
      </dsp:nvSpPr>
      <dsp:spPr>
        <a:xfrm>
          <a:off x="0" y="1565918"/>
          <a:ext cx="2698874" cy="3762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35128" tIns="48260" rIns="135128" bIns="48260" numCol="1" spcCol="1270" anchor="ctr" anchorCtr="0">
          <a:noAutofit/>
        </a:bodyPr>
        <a:lstStyle/>
        <a:p>
          <a:pPr marL="0" lvl="0" indent="0" algn="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2</a:t>
          </a:r>
        </a:p>
      </dsp:txBody>
      <dsp:txXfrm>
        <a:off x="0" y="1565918"/>
        <a:ext cx="2698874" cy="376200"/>
      </dsp:txXfrm>
    </dsp:sp>
    <dsp:sp modelId="{FB5CB18A-A744-49B5-B077-3E8EF7F0A928}">
      <dsp:nvSpPr>
        <dsp:cNvPr id="0" name=""/>
        <dsp:cNvSpPr/>
      </dsp:nvSpPr>
      <dsp:spPr>
        <a:xfrm>
          <a:off x="2698874" y="1548284"/>
          <a:ext cx="539774" cy="411468"/>
        </a:xfrm>
        <a:prstGeom prst="leftBrace">
          <a:avLst>
            <a:gd name="adj1" fmla="val 35000"/>
            <a:gd name="adj2" fmla="val 50000"/>
          </a:avLst>
        </a:prstGeom>
        <a:noFill/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21BC3DEE-D079-44EC-9527-B4702A39BB3D}">
      <dsp:nvSpPr>
        <dsp:cNvPr id="0" name=""/>
        <dsp:cNvSpPr/>
      </dsp:nvSpPr>
      <dsp:spPr>
        <a:xfrm>
          <a:off x="3454559" y="1548284"/>
          <a:ext cx="7340938" cy="411468"/>
        </a:xfrm>
        <a:prstGeom prst="rect">
          <a:avLst/>
        </a:prstGeom>
        <a:gradFill rotWithShape="0">
          <a:gsLst>
            <a:gs pos="0">
              <a:schemeClr val="accent2">
                <a:hueOff val="-2963148"/>
                <a:satOff val="-1100"/>
                <a:lumOff val="2510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2">
                <a:hueOff val="-2963148"/>
                <a:satOff val="-1100"/>
                <a:lumOff val="2510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2">
                <a:hueOff val="-2963148"/>
                <a:satOff val="-1100"/>
                <a:lumOff val="251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 dirty="0"/>
            <a:t>the top item on the stack is less than 0; or</a:t>
          </a:r>
          <a:endParaRPr lang="tr-TR" sz="1900" kern="1200" dirty="0"/>
        </a:p>
      </dsp:txBody>
      <dsp:txXfrm>
        <a:off x="3454559" y="1548284"/>
        <a:ext cx="7340938" cy="411468"/>
      </dsp:txXfrm>
    </dsp:sp>
    <dsp:sp modelId="{CCEA1429-BA68-4934-90D6-108BAD017324}">
      <dsp:nvSpPr>
        <dsp:cNvPr id="0" name=""/>
        <dsp:cNvSpPr/>
      </dsp:nvSpPr>
      <dsp:spPr>
        <a:xfrm>
          <a:off x="0" y="2180984"/>
          <a:ext cx="2696238" cy="3762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35128" tIns="48260" rIns="135128" bIns="48260" numCol="1" spcCol="1270" anchor="ctr" anchorCtr="0">
          <a:noAutofit/>
        </a:bodyPr>
        <a:lstStyle/>
        <a:p>
          <a:pPr marL="0" lvl="0" indent="0" algn="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3</a:t>
          </a:r>
        </a:p>
      </dsp:txBody>
      <dsp:txXfrm>
        <a:off x="0" y="2180984"/>
        <a:ext cx="2696238" cy="376200"/>
      </dsp:txXfrm>
    </dsp:sp>
    <dsp:sp modelId="{E1A4FD9C-7525-4EF6-AE22-EE83533A7D94}">
      <dsp:nvSpPr>
        <dsp:cNvPr id="0" name=""/>
        <dsp:cNvSpPr/>
      </dsp:nvSpPr>
      <dsp:spPr>
        <a:xfrm>
          <a:off x="2696238" y="2028152"/>
          <a:ext cx="539247" cy="681862"/>
        </a:xfrm>
        <a:prstGeom prst="leftBrace">
          <a:avLst>
            <a:gd name="adj1" fmla="val 35000"/>
            <a:gd name="adj2" fmla="val 50000"/>
          </a:avLst>
        </a:prstGeom>
        <a:noFill/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6C075191-6DF7-432B-AD6B-BF38F4995A60}">
      <dsp:nvSpPr>
        <dsp:cNvPr id="0" name=""/>
        <dsp:cNvSpPr/>
      </dsp:nvSpPr>
      <dsp:spPr>
        <a:xfrm>
          <a:off x="3451185" y="2028152"/>
          <a:ext cx="7333769" cy="681862"/>
        </a:xfrm>
        <a:prstGeom prst="rect">
          <a:avLst/>
        </a:prstGeom>
        <a:gradFill rotWithShape="0">
          <a:gsLst>
            <a:gs pos="0">
              <a:schemeClr val="accent2">
                <a:hueOff val="-4444722"/>
                <a:satOff val="-1649"/>
                <a:lumOff val="3765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2">
                <a:hueOff val="-4444722"/>
                <a:satOff val="-1649"/>
                <a:lumOff val="3765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2">
                <a:hueOff val="-4444722"/>
                <a:satOff val="-1649"/>
                <a:lumOff val="3765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the lock-time type (height versus timestamp) of the top stack item and the </a:t>
          </a:r>
          <a:r>
            <a:rPr lang="en-US" sz="1900" kern="1200" err="1"/>
            <a:t>nLock</a:t>
          </a:r>
          <a:r>
            <a:rPr lang="tr-TR" sz="1900" kern="1200"/>
            <a:t> </a:t>
          </a:r>
          <a:r>
            <a:rPr lang="en-US" sz="1900" kern="1200"/>
            <a:t>time field are not the same; or</a:t>
          </a:r>
          <a:endParaRPr lang="tr-TR" sz="1900" kern="1200"/>
        </a:p>
      </dsp:txBody>
      <dsp:txXfrm>
        <a:off x="3451185" y="2028152"/>
        <a:ext cx="7333769" cy="681862"/>
      </dsp:txXfrm>
    </dsp:sp>
    <dsp:sp modelId="{243D01A9-0928-4865-8C18-6FAC552EE6FB}">
      <dsp:nvSpPr>
        <dsp:cNvPr id="0" name=""/>
        <dsp:cNvSpPr/>
      </dsp:nvSpPr>
      <dsp:spPr>
        <a:xfrm>
          <a:off x="0" y="2796049"/>
          <a:ext cx="2696238" cy="3762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35128" tIns="48260" rIns="135128" bIns="48260" numCol="1" spcCol="1270" anchor="ctr" anchorCtr="0">
          <a:noAutofit/>
        </a:bodyPr>
        <a:lstStyle/>
        <a:p>
          <a:pPr marL="0" lvl="0" indent="0" algn="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4</a:t>
          </a:r>
        </a:p>
      </dsp:txBody>
      <dsp:txXfrm>
        <a:off x="0" y="2796049"/>
        <a:ext cx="2696238" cy="376200"/>
      </dsp:txXfrm>
    </dsp:sp>
    <dsp:sp modelId="{75596480-DDBF-4562-9518-103EECBD622E}">
      <dsp:nvSpPr>
        <dsp:cNvPr id="0" name=""/>
        <dsp:cNvSpPr/>
      </dsp:nvSpPr>
      <dsp:spPr>
        <a:xfrm>
          <a:off x="2696238" y="2778415"/>
          <a:ext cx="539247" cy="411468"/>
        </a:xfrm>
        <a:prstGeom prst="leftBrace">
          <a:avLst>
            <a:gd name="adj1" fmla="val 35000"/>
            <a:gd name="adj2" fmla="val 50000"/>
          </a:avLst>
        </a:prstGeom>
        <a:noFill/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3FDCF478-BD8E-4F1D-BFBE-0D7D0F395F0F}">
      <dsp:nvSpPr>
        <dsp:cNvPr id="0" name=""/>
        <dsp:cNvSpPr/>
      </dsp:nvSpPr>
      <dsp:spPr>
        <a:xfrm>
          <a:off x="3451185" y="2778415"/>
          <a:ext cx="7333769" cy="411468"/>
        </a:xfrm>
        <a:prstGeom prst="rect">
          <a:avLst/>
        </a:prstGeom>
        <a:gradFill rotWithShape="0">
          <a:gsLst>
            <a:gs pos="0">
              <a:schemeClr val="accent2">
                <a:hueOff val="-5926296"/>
                <a:satOff val="-2199"/>
                <a:lumOff val="5020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2">
                <a:hueOff val="-5926296"/>
                <a:satOff val="-2199"/>
                <a:lumOff val="5020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2">
                <a:hueOff val="-5926296"/>
                <a:satOff val="-2199"/>
                <a:lumOff val="502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the top stack item is greater than the transaction’s </a:t>
          </a:r>
          <a:r>
            <a:rPr lang="en-US" sz="1900" kern="1200" err="1"/>
            <a:t>nLocktime</a:t>
          </a:r>
          <a:r>
            <a:rPr lang="en-US" sz="1900" kern="1200"/>
            <a:t> field; or</a:t>
          </a:r>
          <a:endParaRPr lang="tr-TR" sz="1900" kern="1200"/>
        </a:p>
      </dsp:txBody>
      <dsp:txXfrm>
        <a:off x="3451185" y="2778415"/>
        <a:ext cx="7333769" cy="411468"/>
      </dsp:txXfrm>
    </dsp:sp>
    <dsp:sp modelId="{370DEE78-128C-404D-9EB9-87C8B4C1E617}">
      <dsp:nvSpPr>
        <dsp:cNvPr id="0" name=""/>
        <dsp:cNvSpPr/>
      </dsp:nvSpPr>
      <dsp:spPr>
        <a:xfrm>
          <a:off x="0" y="3275918"/>
          <a:ext cx="2698874" cy="3762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35128" tIns="48260" rIns="135128" bIns="48260" numCol="1" spcCol="1270" anchor="ctr" anchorCtr="0">
          <a:noAutofit/>
        </a:bodyPr>
        <a:lstStyle/>
        <a:p>
          <a:pPr marL="0" lvl="0" indent="0" algn="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5</a:t>
          </a:r>
        </a:p>
      </dsp:txBody>
      <dsp:txXfrm>
        <a:off x="0" y="3275918"/>
        <a:ext cx="2698874" cy="376200"/>
      </dsp:txXfrm>
    </dsp:sp>
    <dsp:sp modelId="{9BAB3493-E46E-457F-8EE4-EA3B35274CF2}">
      <dsp:nvSpPr>
        <dsp:cNvPr id="0" name=""/>
        <dsp:cNvSpPr/>
      </dsp:nvSpPr>
      <dsp:spPr>
        <a:xfrm>
          <a:off x="2698874" y="3258284"/>
          <a:ext cx="539774" cy="411468"/>
        </a:xfrm>
        <a:prstGeom prst="leftBrace">
          <a:avLst>
            <a:gd name="adj1" fmla="val 35000"/>
            <a:gd name="adj2" fmla="val 50000"/>
          </a:avLst>
        </a:prstGeom>
        <a:noFill/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FA2C0D3C-F65C-4AEF-A224-AA2F62925C3C}">
      <dsp:nvSpPr>
        <dsp:cNvPr id="0" name=""/>
        <dsp:cNvSpPr/>
      </dsp:nvSpPr>
      <dsp:spPr>
        <a:xfrm>
          <a:off x="3454559" y="3258284"/>
          <a:ext cx="7340938" cy="411468"/>
        </a:xfrm>
        <a:prstGeom prst="rect">
          <a:avLst/>
        </a:prstGeom>
        <a:gradFill rotWithShape="0">
          <a:gsLst>
            <a:gs pos="0">
              <a:schemeClr val="accent2">
                <a:hueOff val="-7407870"/>
                <a:satOff val="-2749"/>
                <a:lumOff val="6275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2">
                <a:hueOff val="-7407870"/>
                <a:satOff val="-2749"/>
                <a:lumOff val="6275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2">
                <a:hueOff val="-7407870"/>
                <a:satOff val="-2749"/>
                <a:lumOff val="6275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the </a:t>
          </a:r>
          <a:r>
            <a:rPr lang="en-US" sz="1900" kern="1200" err="1"/>
            <a:t>nSequence</a:t>
          </a:r>
          <a:r>
            <a:rPr lang="en-US" sz="1900" kern="1200"/>
            <a:t> field of the input is 0xffffffff.</a:t>
          </a:r>
          <a:endParaRPr lang="tr-TR" sz="1900" kern="1200"/>
        </a:p>
      </dsp:txBody>
      <dsp:txXfrm>
        <a:off x="3454559" y="3258284"/>
        <a:ext cx="7340938" cy="411468"/>
      </dsp:txXfrm>
    </dsp:sp>
  </dsp:spTree>
</dsp:drawing>
</file>

<file path=ppt/diagrams/drawing5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BFD3846-B7C5-4AD6-AE80-B4B2845D6C97}">
      <dsp:nvSpPr>
        <dsp:cNvPr id="0" name=""/>
        <dsp:cNvSpPr/>
      </dsp:nvSpPr>
      <dsp:spPr>
        <a:xfrm>
          <a:off x="0" y="301654"/>
          <a:ext cx="9701953" cy="1058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91592" rIns="752979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if CLTV is satisfied, 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the time parameter that preceded it 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remains as the</a:t>
          </a:r>
          <a:r>
            <a:rPr lang="tr-TR" sz="1400" kern="1200"/>
            <a:t> </a:t>
          </a:r>
          <a:r>
            <a:rPr lang="en-US" sz="1400" kern="1200"/>
            <a:t>top item on the stack </a:t>
          </a:r>
        </a:p>
      </dsp:txBody>
      <dsp:txXfrm>
        <a:off x="0" y="301654"/>
        <a:ext cx="9701953" cy="1058400"/>
      </dsp:txXfrm>
    </dsp:sp>
    <dsp:sp modelId="{99D05850-1CCF-4F91-AE52-13905B07D508}">
      <dsp:nvSpPr>
        <dsp:cNvPr id="0" name=""/>
        <dsp:cNvSpPr/>
      </dsp:nvSpPr>
      <dsp:spPr>
        <a:xfrm>
          <a:off x="485097" y="95014"/>
          <a:ext cx="6791367" cy="41328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After execution, </a:t>
          </a:r>
        </a:p>
      </dsp:txBody>
      <dsp:txXfrm>
        <a:off x="505272" y="115189"/>
        <a:ext cx="6751017" cy="372930"/>
      </dsp:txXfrm>
    </dsp:sp>
    <dsp:sp modelId="{3B72B495-6831-4106-A4C1-6F6A8FEF3D98}">
      <dsp:nvSpPr>
        <dsp:cNvPr id="0" name=""/>
        <dsp:cNvSpPr/>
      </dsp:nvSpPr>
      <dsp:spPr>
        <a:xfrm>
          <a:off x="0" y="1642294"/>
          <a:ext cx="9701953" cy="8158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91592" rIns="752979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to be dropped, with DROP, 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for correct execution</a:t>
          </a:r>
          <a:r>
            <a:rPr lang="tr-TR" sz="1400" kern="1200"/>
            <a:t> </a:t>
          </a:r>
          <a:r>
            <a:rPr lang="en-US" sz="1400" kern="1200"/>
            <a:t>of subsequent script opcodes. </a:t>
          </a:r>
        </a:p>
      </dsp:txBody>
      <dsp:txXfrm>
        <a:off x="0" y="1642294"/>
        <a:ext cx="9701953" cy="815850"/>
      </dsp:txXfrm>
    </dsp:sp>
    <dsp:sp modelId="{CA368855-C89F-4CF0-8C8D-B42A04339090}">
      <dsp:nvSpPr>
        <dsp:cNvPr id="0" name=""/>
        <dsp:cNvSpPr/>
      </dsp:nvSpPr>
      <dsp:spPr>
        <a:xfrm>
          <a:off x="485097" y="1435655"/>
          <a:ext cx="6791367" cy="41328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and may need </a:t>
          </a:r>
        </a:p>
      </dsp:txBody>
      <dsp:txXfrm>
        <a:off x="505272" y="1455830"/>
        <a:ext cx="6751017" cy="372930"/>
      </dsp:txXfrm>
    </dsp:sp>
    <dsp:sp modelId="{C221F51D-7651-4960-9CC8-4CF37683AE58}">
      <dsp:nvSpPr>
        <dsp:cNvPr id="0" name=""/>
        <dsp:cNvSpPr/>
      </dsp:nvSpPr>
      <dsp:spPr>
        <a:xfrm>
          <a:off x="0" y="2740385"/>
          <a:ext cx="9701953" cy="8158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91592" rIns="752979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CHECKLOCKTIMEVERIFY followed by</a:t>
          </a:r>
          <a:r>
            <a:rPr lang="tr-TR" sz="1400" kern="1200"/>
            <a:t> </a:t>
          </a:r>
          <a:r>
            <a:rPr lang="en-US" sz="1400" kern="1200"/>
            <a:t>DROP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in scripts for this reason.</a:t>
          </a:r>
        </a:p>
      </dsp:txBody>
      <dsp:txXfrm>
        <a:off x="0" y="2740385"/>
        <a:ext cx="9701953" cy="815850"/>
      </dsp:txXfrm>
    </dsp:sp>
    <dsp:sp modelId="{22C5CFA0-47F9-4CF0-A0BD-BC9710C1D7EE}">
      <dsp:nvSpPr>
        <dsp:cNvPr id="0" name=""/>
        <dsp:cNvSpPr/>
      </dsp:nvSpPr>
      <dsp:spPr>
        <a:xfrm>
          <a:off x="485097" y="2533744"/>
          <a:ext cx="6791367" cy="41328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You will often see </a:t>
          </a:r>
        </a:p>
      </dsp:txBody>
      <dsp:txXfrm>
        <a:off x="505272" y="2553919"/>
        <a:ext cx="6751017" cy="372930"/>
      </dsp:txXfrm>
    </dsp:sp>
  </dsp:spTree>
</dsp:drawing>
</file>

<file path=ppt/diagrams/drawing6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975A323-6886-4283-B44A-A1A8FE752C5D}">
      <dsp:nvSpPr>
        <dsp:cNvPr id="0" name=""/>
        <dsp:cNvSpPr/>
      </dsp:nvSpPr>
      <dsp:spPr>
        <a:xfrm>
          <a:off x="4349" y="796304"/>
          <a:ext cx="677742" cy="67774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</dsp:sp>
    <dsp:sp modelId="{B9CD1A0B-D36D-4C37-9CF3-56780781AC35}">
      <dsp:nvSpPr>
        <dsp:cNvPr id="0" name=""/>
        <dsp:cNvSpPr/>
      </dsp:nvSpPr>
      <dsp:spPr>
        <a:xfrm>
          <a:off x="4349" y="1562567"/>
          <a:ext cx="1936406" cy="65353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nLocktime and CLTV are both </a:t>
          </a:r>
          <a:r>
            <a:rPr lang="en-US" sz="1400" i="1" kern="1200"/>
            <a:t>absolute timelocks </a:t>
          </a:r>
          <a:endParaRPr lang="en-US" sz="1400" kern="1200"/>
        </a:p>
      </dsp:txBody>
      <dsp:txXfrm>
        <a:off x="4349" y="1562567"/>
        <a:ext cx="1936406" cy="653537"/>
      </dsp:txXfrm>
    </dsp:sp>
    <dsp:sp modelId="{B1A74924-ADC9-48E1-B0A0-46EFD09AE55D}">
      <dsp:nvSpPr>
        <dsp:cNvPr id="0" name=""/>
        <dsp:cNvSpPr/>
      </dsp:nvSpPr>
      <dsp:spPr>
        <a:xfrm>
          <a:off x="4349" y="2257277"/>
          <a:ext cx="1936406" cy="5976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they specify an absolute point</a:t>
          </a:r>
          <a:r>
            <a:rPr lang="tr-TR" sz="1100" kern="1200"/>
            <a:t> </a:t>
          </a:r>
          <a:r>
            <a:rPr lang="en-US" sz="1100" kern="1200"/>
            <a:t>in time. </a:t>
          </a:r>
        </a:p>
      </dsp:txBody>
      <dsp:txXfrm>
        <a:off x="4349" y="2257277"/>
        <a:ext cx="1936406" cy="597668"/>
      </dsp:txXfrm>
    </dsp:sp>
    <dsp:sp modelId="{E70937D0-BA9F-4803-8B30-9A8E6370FAD6}">
      <dsp:nvSpPr>
        <dsp:cNvPr id="0" name=""/>
        <dsp:cNvSpPr/>
      </dsp:nvSpPr>
      <dsp:spPr>
        <a:xfrm>
          <a:off x="2279627" y="796304"/>
          <a:ext cx="677742" cy="67774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</dsp:sp>
    <dsp:sp modelId="{01A34EAA-1283-4E00-B334-B5F19C7C258A}">
      <dsp:nvSpPr>
        <dsp:cNvPr id="0" name=""/>
        <dsp:cNvSpPr/>
      </dsp:nvSpPr>
      <dsp:spPr>
        <a:xfrm>
          <a:off x="2279627" y="1562567"/>
          <a:ext cx="1936406" cy="65353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The next two timelock features </a:t>
          </a:r>
        </a:p>
      </dsp:txBody>
      <dsp:txXfrm>
        <a:off x="2279627" y="1562567"/>
        <a:ext cx="1936406" cy="653537"/>
      </dsp:txXfrm>
    </dsp:sp>
    <dsp:sp modelId="{4E1BBA43-58B5-48BB-BEFB-56446EA8EF95}">
      <dsp:nvSpPr>
        <dsp:cNvPr id="0" name=""/>
        <dsp:cNvSpPr/>
      </dsp:nvSpPr>
      <dsp:spPr>
        <a:xfrm>
          <a:off x="2279627" y="2257277"/>
          <a:ext cx="1936406" cy="5976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are </a:t>
          </a:r>
          <a:r>
            <a:rPr lang="en-US" sz="1100" i="1" kern="1200"/>
            <a:t>relative timelocks </a:t>
          </a:r>
          <a:endParaRPr lang="en-US" sz="1100" kern="1200"/>
        </a:p>
      </dsp:txBody>
      <dsp:txXfrm>
        <a:off x="2279627" y="2257277"/>
        <a:ext cx="1936406" cy="597668"/>
      </dsp:txXfrm>
    </dsp:sp>
    <dsp:sp modelId="{163E6A17-C8F2-48D1-946A-C826FB9C03E2}">
      <dsp:nvSpPr>
        <dsp:cNvPr id="0" name=""/>
        <dsp:cNvSpPr/>
      </dsp:nvSpPr>
      <dsp:spPr>
        <a:xfrm>
          <a:off x="4554904" y="796304"/>
          <a:ext cx="677742" cy="67774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</dsp:sp>
    <dsp:sp modelId="{CF90CBD8-9442-49FD-A2C8-3BA87C142E98}">
      <dsp:nvSpPr>
        <dsp:cNvPr id="0" name=""/>
        <dsp:cNvSpPr/>
      </dsp:nvSpPr>
      <dsp:spPr>
        <a:xfrm>
          <a:off x="4554904" y="1562567"/>
          <a:ext cx="1936406" cy="65353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they specify, as a condition of spending an output, </a:t>
          </a:r>
        </a:p>
      </dsp:txBody>
      <dsp:txXfrm>
        <a:off x="4554904" y="1562567"/>
        <a:ext cx="1936406" cy="653537"/>
      </dsp:txXfrm>
    </dsp:sp>
    <dsp:sp modelId="{71977614-B788-43E1-B0B1-51F1D4848C68}">
      <dsp:nvSpPr>
        <dsp:cNvPr id="0" name=""/>
        <dsp:cNvSpPr/>
      </dsp:nvSpPr>
      <dsp:spPr>
        <a:xfrm>
          <a:off x="4554904" y="2257277"/>
          <a:ext cx="1936406" cy="5976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an elapsed time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from the confirmation</a:t>
          </a:r>
          <a:r>
            <a:rPr lang="tr-TR" sz="1100" kern="1200"/>
            <a:t> </a:t>
          </a:r>
          <a:r>
            <a:rPr lang="en-US" sz="1100" kern="1200"/>
            <a:t>of the output in the blockchain.</a:t>
          </a:r>
        </a:p>
      </dsp:txBody>
      <dsp:txXfrm>
        <a:off x="4554904" y="2257277"/>
        <a:ext cx="1936406" cy="597668"/>
      </dsp:txXfrm>
    </dsp:sp>
    <dsp:sp modelId="{80358369-4B60-4F41-97F9-C88F324067B2}">
      <dsp:nvSpPr>
        <dsp:cNvPr id="0" name=""/>
        <dsp:cNvSpPr/>
      </dsp:nvSpPr>
      <dsp:spPr>
        <a:xfrm>
          <a:off x="6830181" y="796304"/>
          <a:ext cx="677742" cy="677742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</dsp:sp>
    <dsp:sp modelId="{837CABC0-EA17-4038-B911-AF214534CE80}">
      <dsp:nvSpPr>
        <dsp:cNvPr id="0" name=""/>
        <dsp:cNvSpPr/>
      </dsp:nvSpPr>
      <dsp:spPr>
        <a:xfrm>
          <a:off x="6830181" y="1562567"/>
          <a:ext cx="1936406" cy="65353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T</a:t>
          </a:r>
          <a:r>
            <a:rPr lang="en-US" sz="1400" kern="1200"/>
            <a:t>he clock doesn’t start counting </a:t>
          </a:r>
        </a:p>
      </dsp:txBody>
      <dsp:txXfrm>
        <a:off x="6830181" y="1562567"/>
        <a:ext cx="1936406" cy="653537"/>
      </dsp:txXfrm>
    </dsp:sp>
    <dsp:sp modelId="{D9BE486F-7B5A-4379-BE11-D74091A2CF5D}">
      <dsp:nvSpPr>
        <dsp:cNvPr id="0" name=""/>
        <dsp:cNvSpPr/>
      </dsp:nvSpPr>
      <dsp:spPr>
        <a:xfrm>
          <a:off x="6830181" y="2257277"/>
          <a:ext cx="1936406" cy="5976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until the UTXO is recorded</a:t>
          </a:r>
          <a:r>
            <a:rPr lang="tr-TR" sz="1100" kern="1200"/>
            <a:t> on the blockchain.</a:t>
          </a:r>
          <a:endParaRPr lang="en-US" sz="1100" kern="1200"/>
        </a:p>
      </dsp:txBody>
      <dsp:txXfrm>
        <a:off x="6830181" y="2257277"/>
        <a:ext cx="1936406" cy="597668"/>
      </dsp:txXfrm>
    </dsp:sp>
  </dsp:spTree>
</dsp:drawing>
</file>

<file path=ppt/diagrams/drawing6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28EE881-6DEA-4DF5-B26E-B505A04CA792}">
      <dsp:nvSpPr>
        <dsp:cNvPr id="0" name=""/>
        <dsp:cNvSpPr/>
      </dsp:nvSpPr>
      <dsp:spPr>
        <a:xfrm>
          <a:off x="698671" y="871718"/>
          <a:ext cx="750093" cy="750093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880C7CE-16A1-490F-AFAB-FB1297DDE9DF}">
      <dsp:nvSpPr>
        <dsp:cNvPr id="0" name=""/>
        <dsp:cNvSpPr/>
      </dsp:nvSpPr>
      <dsp:spPr>
        <a:xfrm>
          <a:off x="2156" y="1703847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Relative timelocks </a:t>
          </a:r>
        </a:p>
      </dsp:txBody>
      <dsp:txXfrm>
        <a:off x="2156" y="1703847"/>
        <a:ext cx="2143124" cy="442019"/>
      </dsp:txXfrm>
    </dsp:sp>
    <dsp:sp modelId="{F7734004-A4C8-438F-8347-C1A213531826}">
      <dsp:nvSpPr>
        <dsp:cNvPr id="0" name=""/>
        <dsp:cNvSpPr/>
      </dsp:nvSpPr>
      <dsp:spPr>
        <a:xfrm>
          <a:off x="2156" y="2184023"/>
          <a:ext cx="2143124" cy="59550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are implemented with both a transaction</a:t>
          </a:r>
          <a:r>
            <a:rPr lang="tr-TR" sz="1100" kern="1200"/>
            <a:t> </a:t>
          </a:r>
          <a:r>
            <a:rPr lang="en-US" sz="1100" kern="1200"/>
            <a:t>level</a:t>
          </a:r>
          <a:r>
            <a:rPr lang="tr-TR" sz="1100" kern="1200"/>
            <a:t> </a:t>
          </a:r>
          <a:r>
            <a:rPr lang="en-US" sz="1100" kern="1200"/>
            <a:t>feature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and a script-level opcode. </a:t>
          </a:r>
        </a:p>
      </dsp:txBody>
      <dsp:txXfrm>
        <a:off x="2156" y="2184023"/>
        <a:ext cx="2143124" cy="595508"/>
      </dsp:txXfrm>
    </dsp:sp>
    <dsp:sp modelId="{ED5234E8-9FA4-41B5-80C8-3A73E1D8FF71}">
      <dsp:nvSpPr>
        <dsp:cNvPr id="0" name=""/>
        <dsp:cNvSpPr/>
      </dsp:nvSpPr>
      <dsp:spPr>
        <a:xfrm>
          <a:off x="3216843" y="871718"/>
          <a:ext cx="750093" cy="750093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D44E1CE-EC05-4F68-84FB-09B64112B87B}">
      <dsp:nvSpPr>
        <dsp:cNvPr id="0" name=""/>
        <dsp:cNvSpPr/>
      </dsp:nvSpPr>
      <dsp:spPr>
        <a:xfrm>
          <a:off x="2520328" y="1703847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The transaction-level relative timelock</a:t>
          </a:r>
        </a:p>
      </dsp:txBody>
      <dsp:txXfrm>
        <a:off x="2520328" y="1703847"/>
        <a:ext cx="2143124" cy="442019"/>
      </dsp:txXfrm>
    </dsp:sp>
    <dsp:sp modelId="{8CAD5B40-402B-4181-BCA2-3B873DB98D96}">
      <dsp:nvSpPr>
        <dsp:cNvPr id="0" name=""/>
        <dsp:cNvSpPr/>
      </dsp:nvSpPr>
      <dsp:spPr>
        <a:xfrm>
          <a:off x="2520328" y="2184023"/>
          <a:ext cx="2143124" cy="59550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is</a:t>
          </a:r>
          <a:r>
            <a:rPr lang="tr-TR" sz="1100" kern="1200"/>
            <a:t> </a:t>
          </a:r>
          <a:r>
            <a:rPr lang="en-US" sz="1100" kern="1200"/>
            <a:t>implemented as a consensus rule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on the value of nSequence, </a:t>
          </a:r>
        </a:p>
      </dsp:txBody>
      <dsp:txXfrm>
        <a:off x="2520328" y="2184023"/>
        <a:ext cx="2143124" cy="595508"/>
      </dsp:txXfrm>
    </dsp:sp>
    <dsp:sp modelId="{BD729C25-A41D-4839-936A-28058FDB0F18}">
      <dsp:nvSpPr>
        <dsp:cNvPr id="0" name=""/>
        <dsp:cNvSpPr/>
      </dsp:nvSpPr>
      <dsp:spPr>
        <a:xfrm>
          <a:off x="5735015" y="871718"/>
          <a:ext cx="750093" cy="750093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4F157B7-C4D2-4306-836F-A12AFCCF60E3}">
      <dsp:nvSpPr>
        <dsp:cNvPr id="0" name=""/>
        <dsp:cNvSpPr/>
      </dsp:nvSpPr>
      <dsp:spPr>
        <a:xfrm>
          <a:off x="5038499" y="1703847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nSequence</a:t>
          </a:r>
          <a:endParaRPr lang="en-US" sz="1400" kern="1200"/>
        </a:p>
      </dsp:txBody>
      <dsp:txXfrm>
        <a:off x="5038499" y="1703847"/>
        <a:ext cx="2143124" cy="442019"/>
      </dsp:txXfrm>
    </dsp:sp>
    <dsp:sp modelId="{016B8F79-5494-4CC2-AC10-828803902BA1}">
      <dsp:nvSpPr>
        <dsp:cNvPr id="0" name=""/>
        <dsp:cNvSpPr/>
      </dsp:nvSpPr>
      <dsp:spPr>
        <a:xfrm>
          <a:off x="5038499" y="2184023"/>
          <a:ext cx="2143124" cy="59550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 transaction field that is</a:t>
          </a:r>
          <a:r>
            <a:rPr lang="tr-TR" sz="1100" kern="1200"/>
            <a:t> </a:t>
          </a:r>
          <a:r>
            <a:rPr lang="en-US" sz="1100" kern="1200"/>
            <a:t>set in every transaction input. </a:t>
          </a:r>
        </a:p>
      </dsp:txBody>
      <dsp:txXfrm>
        <a:off x="5038499" y="2184023"/>
        <a:ext cx="2143124" cy="595508"/>
      </dsp:txXfrm>
    </dsp:sp>
    <dsp:sp modelId="{8A16ED07-C19A-4FE0-AB79-B74039C22004}">
      <dsp:nvSpPr>
        <dsp:cNvPr id="0" name=""/>
        <dsp:cNvSpPr/>
      </dsp:nvSpPr>
      <dsp:spPr>
        <a:xfrm>
          <a:off x="8253187" y="871718"/>
          <a:ext cx="750093" cy="750093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F827314-C9BA-471B-9F03-12817B4CF32E}">
      <dsp:nvSpPr>
        <dsp:cNvPr id="0" name=""/>
        <dsp:cNvSpPr/>
      </dsp:nvSpPr>
      <dsp:spPr>
        <a:xfrm>
          <a:off x="7556671" y="1703847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Script-level relative timelocks </a:t>
          </a:r>
        </a:p>
      </dsp:txBody>
      <dsp:txXfrm>
        <a:off x="7556671" y="1703847"/>
        <a:ext cx="2143124" cy="442019"/>
      </dsp:txXfrm>
    </dsp:sp>
    <dsp:sp modelId="{C60B95A3-F467-4C01-8C5A-70A005F47963}">
      <dsp:nvSpPr>
        <dsp:cNvPr id="0" name=""/>
        <dsp:cNvSpPr/>
      </dsp:nvSpPr>
      <dsp:spPr>
        <a:xfrm>
          <a:off x="7556671" y="2184023"/>
          <a:ext cx="2143124" cy="59550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are implemented with</a:t>
          </a:r>
          <a:r>
            <a:rPr lang="tr-TR" sz="1100" kern="1200"/>
            <a:t> the </a:t>
          </a:r>
          <a:endParaRPr lang="en-US" sz="1100" kern="1200"/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CHECKSEQUENCEVERIFY (CSV) opcode.</a:t>
          </a:r>
          <a:endParaRPr lang="en-US" sz="1100" kern="1200"/>
        </a:p>
      </dsp:txBody>
      <dsp:txXfrm>
        <a:off x="7556671" y="2184023"/>
        <a:ext cx="2143124" cy="595508"/>
      </dsp:txXfrm>
    </dsp:sp>
  </dsp:spTree>
</dsp:drawing>
</file>

<file path=ppt/diagrams/drawing6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6F4D121-6551-45E2-BA04-24D816F063FE}">
      <dsp:nvSpPr>
        <dsp:cNvPr id="0" name=""/>
        <dsp:cNvSpPr/>
      </dsp:nvSpPr>
      <dsp:spPr>
        <a:xfrm rot="5400000">
          <a:off x="6126659" y="-2514505"/>
          <a:ext cx="941337" cy="6209249"/>
        </a:xfrm>
        <a:prstGeom prst="round2SameRect">
          <a:avLst/>
        </a:prstGeom>
        <a:solidFill>
          <a:schemeClr val="accent2">
            <a:tint val="40000"/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30480" rIns="60960" bIns="30480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are </a:t>
          </a:r>
          <a:r>
            <a:rPr lang="en-US" sz="1600" kern="1200" dirty="0"/>
            <a:t>implemented 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according to the specifications in BIP-68, </a:t>
          </a:r>
        </a:p>
      </dsp:txBody>
      <dsp:txXfrm rot="-5400000">
        <a:off x="3492703" y="165403"/>
        <a:ext cx="6163297" cy="849433"/>
      </dsp:txXfrm>
    </dsp:sp>
    <dsp:sp modelId="{422E83E0-449B-48EC-BDE3-EECE084DA3BD}">
      <dsp:nvSpPr>
        <dsp:cNvPr id="0" name=""/>
        <dsp:cNvSpPr/>
      </dsp:nvSpPr>
      <dsp:spPr>
        <a:xfrm>
          <a:off x="0" y="1782"/>
          <a:ext cx="3492703" cy="1176672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25730" tIns="62865" rIns="125730" bIns="62865" numCol="1" spcCol="1270" anchor="ctr" anchorCtr="0">
          <a:noAutofit/>
        </a:bodyPr>
        <a:lstStyle/>
        <a:p>
          <a:pPr marL="0" lvl="0" indent="0" algn="ctr" defTabSz="1466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300" kern="1200" dirty="0"/>
            <a:t>Relative </a:t>
          </a:r>
          <a:r>
            <a:rPr lang="en-US" sz="3300" kern="1200" dirty="0" err="1"/>
            <a:t>timelocks</a:t>
          </a:r>
          <a:endParaRPr lang="en-US" sz="3300" kern="1200" dirty="0"/>
        </a:p>
      </dsp:txBody>
      <dsp:txXfrm>
        <a:off x="57440" y="59222"/>
        <a:ext cx="3377823" cy="1061792"/>
      </dsp:txXfrm>
    </dsp:sp>
    <dsp:sp modelId="{AA2EFEF1-A3C8-4E16-A349-2C9672A1EABF}">
      <dsp:nvSpPr>
        <dsp:cNvPr id="0" name=""/>
        <dsp:cNvSpPr/>
      </dsp:nvSpPr>
      <dsp:spPr>
        <a:xfrm rot="5400000">
          <a:off x="6126659" y="-1278999"/>
          <a:ext cx="941337" cy="6209249"/>
        </a:xfrm>
        <a:prstGeom prst="round2SameRect">
          <a:avLst/>
        </a:prstGeom>
        <a:solidFill>
          <a:schemeClr val="accent2">
            <a:tint val="40000"/>
            <a:alpha val="90000"/>
            <a:hueOff val="-3704447"/>
            <a:satOff val="-534"/>
            <a:lumOff val="729"/>
            <a:alphaOff val="0"/>
          </a:schemeClr>
        </a:solidFill>
        <a:ln w="12700" cap="flat" cmpd="sng" algn="ctr">
          <a:solidFill>
            <a:schemeClr val="accent2">
              <a:tint val="40000"/>
              <a:alpha val="90000"/>
              <a:hueOff val="-3704447"/>
              <a:satOff val="-534"/>
              <a:lumOff val="729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30480" rIns="60960" bIns="30480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Relative</a:t>
          </a:r>
          <a:r>
            <a:rPr lang="tr-TR" sz="1600" kern="1200"/>
            <a:t> </a:t>
          </a:r>
          <a:r>
            <a:rPr lang="en-US" sz="1600" kern="1200" dirty="0"/>
            <a:t>lock-time 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using consensus-enforced sequence numbers 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and BIP-112, CHECKSEQUENCEVERIFY.</a:t>
          </a:r>
        </a:p>
      </dsp:txBody>
      <dsp:txXfrm rot="-5400000">
        <a:off x="3492703" y="1400909"/>
        <a:ext cx="6163297" cy="849433"/>
      </dsp:txXfrm>
    </dsp:sp>
    <dsp:sp modelId="{C2FE564C-D717-49E8-BA7D-BE516F9D496F}">
      <dsp:nvSpPr>
        <dsp:cNvPr id="0" name=""/>
        <dsp:cNvSpPr/>
      </dsp:nvSpPr>
      <dsp:spPr>
        <a:xfrm>
          <a:off x="0" y="1237288"/>
          <a:ext cx="3492703" cy="1176672"/>
        </a:xfrm>
        <a:prstGeom prst="roundRect">
          <a:avLst/>
        </a:prstGeom>
        <a:solidFill>
          <a:schemeClr val="accent2">
            <a:hueOff val="-3703935"/>
            <a:satOff val="-1375"/>
            <a:lumOff val="3138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25730" tIns="62865" rIns="125730" bIns="62865" numCol="1" spcCol="1270" anchor="ctr" anchorCtr="0">
          <a:noAutofit/>
        </a:bodyPr>
        <a:lstStyle/>
        <a:p>
          <a:pPr marL="0" lvl="0" indent="0" algn="ctr" defTabSz="1466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300" kern="1200" dirty="0" err="1"/>
            <a:t>Mechanism</a:t>
          </a:r>
          <a:endParaRPr lang="en-US" sz="3300" kern="1200" dirty="0"/>
        </a:p>
      </dsp:txBody>
      <dsp:txXfrm>
        <a:off x="57440" y="1294728"/>
        <a:ext cx="3377823" cy="1061792"/>
      </dsp:txXfrm>
    </dsp:sp>
    <dsp:sp modelId="{681DDD7A-8F33-4617-8464-F4732351624D}">
      <dsp:nvSpPr>
        <dsp:cNvPr id="0" name=""/>
        <dsp:cNvSpPr/>
      </dsp:nvSpPr>
      <dsp:spPr>
        <a:xfrm rot="5400000">
          <a:off x="6126659" y="-43493"/>
          <a:ext cx="941337" cy="6209249"/>
        </a:xfrm>
        <a:prstGeom prst="round2SameRect">
          <a:avLst/>
        </a:prstGeom>
        <a:solidFill>
          <a:schemeClr val="accent2">
            <a:tint val="40000"/>
            <a:alpha val="90000"/>
            <a:hueOff val="-7408895"/>
            <a:satOff val="-1068"/>
            <a:lumOff val="1459"/>
            <a:alphaOff val="0"/>
          </a:schemeClr>
        </a:solidFill>
        <a:ln w="12700" cap="flat" cmpd="sng" algn="ctr">
          <a:solidFill>
            <a:schemeClr val="accent2">
              <a:tint val="40000"/>
              <a:alpha val="90000"/>
              <a:hueOff val="-7408895"/>
              <a:satOff val="-1068"/>
              <a:lumOff val="1459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30480" rIns="60960" bIns="30480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were activated in May 2016 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as a soft fork upgrade to the consensus</a:t>
          </a:r>
          <a:r>
            <a:rPr lang="tr-TR" sz="1600" kern="1200"/>
            <a:t> rules.</a:t>
          </a:r>
          <a:endParaRPr lang="en-US" sz="1600" kern="1200"/>
        </a:p>
      </dsp:txBody>
      <dsp:txXfrm rot="-5400000">
        <a:off x="3492703" y="2636415"/>
        <a:ext cx="6163297" cy="849433"/>
      </dsp:txXfrm>
    </dsp:sp>
    <dsp:sp modelId="{F556DED5-2230-4E05-ABFB-6D226E7EA520}">
      <dsp:nvSpPr>
        <dsp:cNvPr id="0" name=""/>
        <dsp:cNvSpPr/>
      </dsp:nvSpPr>
      <dsp:spPr>
        <a:xfrm>
          <a:off x="0" y="2472794"/>
          <a:ext cx="3492703" cy="1176672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25730" tIns="62865" rIns="125730" bIns="62865" numCol="1" spcCol="1270" anchor="ctr" anchorCtr="0">
          <a:noAutofit/>
        </a:bodyPr>
        <a:lstStyle/>
        <a:p>
          <a:pPr marL="0" lvl="0" indent="0" algn="ctr" defTabSz="1466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300" kern="1200"/>
            <a:t>BIP-68 and BIP-112 </a:t>
          </a:r>
        </a:p>
      </dsp:txBody>
      <dsp:txXfrm>
        <a:off x="57440" y="2530234"/>
        <a:ext cx="3377823" cy="1061792"/>
      </dsp:txXfrm>
    </dsp:sp>
  </dsp:spTree>
</dsp:drawing>
</file>

<file path=ppt/diagrams/drawing6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7882720-FFAA-491D-9E43-73D626C6C01E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86D6E23-45F5-4FBC-8A9F-B38D55B73A3C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600" kern="1200"/>
            <a:t>Relative timelocks </a:t>
          </a:r>
          <a:endParaRPr lang="tr-TR" sz="3600" kern="1200"/>
        </a:p>
      </dsp:txBody>
      <dsp:txXfrm>
        <a:off x="152976" y="1981055"/>
        <a:ext cx="4320000" cy="648000"/>
      </dsp:txXfrm>
    </dsp:sp>
    <dsp:sp modelId="{C68B805A-9679-4F3E-8320-CB4702C1CFC1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can be set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on </a:t>
          </a:r>
          <a:r>
            <a:rPr lang="en-US" sz="1700" kern="1200" dirty="0"/>
            <a:t>each input of a transaction </a:t>
          </a:r>
          <a:endParaRPr lang="tr-TR" sz="1700" kern="1200" dirty="0"/>
        </a:p>
      </dsp:txBody>
      <dsp:txXfrm>
        <a:off x="152976" y="2688423"/>
        <a:ext cx="4320000" cy="621412"/>
      </dsp:txXfrm>
    </dsp:sp>
    <dsp:sp modelId="{73051949-B0BC-48CC-8F73-DB453E0AAD8F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5456A6F-4740-45A8-93F9-AC405C930690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Set </a:t>
          </a:r>
          <a:r>
            <a:rPr lang="tr-TR" sz="3600" kern="1200" dirty="0" err="1"/>
            <a:t>nSequence</a:t>
          </a:r>
          <a:endParaRPr lang="tr-TR" sz="3600" kern="1200" dirty="0"/>
        </a:p>
      </dsp:txBody>
      <dsp:txXfrm>
        <a:off x="5228976" y="1981055"/>
        <a:ext cx="4320000" cy="648000"/>
      </dsp:txXfrm>
    </dsp:sp>
    <dsp:sp modelId="{526EF503-02D2-4E59-BC1A-5879EF186BDE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by setting the </a:t>
          </a:r>
          <a:r>
            <a:rPr lang="en-US" sz="1700" kern="1200" dirty="0" err="1"/>
            <a:t>nSequence</a:t>
          </a:r>
          <a:r>
            <a:rPr lang="tr-TR" sz="1700" kern="1200" dirty="0"/>
            <a:t> </a:t>
          </a:r>
          <a:r>
            <a:rPr lang="tr-TR" sz="1700" kern="1200" dirty="0" err="1"/>
            <a:t>field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in </a:t>
          </a:r>
          <a:r>
            <a:rPr lang="tr-TR" sz="1700" kern="1200" dirty="0" err="1"/>
            <a:t>each</a:t>
          </a:r>
          <a:r>
            <a:rPr lang="tr-TR" sz="1700" kern="1200" dirty="0"/>
            <a:t> </a:t>
          </a:r>
          <a:r>
            <a:rPr lang="tr-TR" sz="1700" kern="1200" dirty="0" err="1"/>
            <a:t>input</a:t>
          </a:r>
          <a:r>
            <a:rPr lang="tr-TR" sz="1700" kern="1200" dirty="0"/>
            <a:t>.</a:t>
          </a:r>
        </a:p>
      </dsp:txBody>
      <dsp:txXfrm>
        <a:off x="5228976" y="2688423"/>
        <a:ext cx="4320000" cy="621412"/>
      </dsp:txXfrm>
    </dsp:sp>
  </dsp:spTree>
</dsp:drawing>
</file>

<file path=ppt/diagrams/drawing6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4057FB0-64D2-4124-B347-C7A5541D3CA0}">
      <dsp:nvSpPr>
        <dsp:cNvPr id="0" name=""/>
        <dsp:cNvSpPr/>
      </dsp:nvSpPr>
      <dsp:spPr>
        <a:xfrm>
          <a:off x="15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79F1138-DF99-4523-99CE-0CDC72AFA481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The nSequence field was originally intended</a:t>
          </a:r>
        </a:p>
      </dsp:txBody>
      <dsp:txXfrm>
        <a:off x="152976" y="1981055"/>
        <a:ext cx="4320000" cy="648000"/>
      </dsp:txXfrm>
    </dsp:sp>
    <dsp:sp modelId="{D18B29F1-B5B0-47C6-8DED-BF19C80B0496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but never properly implemented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to</a:t>
          </a:r>
          <a:r>
            <a:rPr lang="tr-TR" sz="1500" kern="1200"/>
            <a:t> </a:t>
          </a:r>
          <a:r>
            <a:rPr lang="en-US" sz="1500" kern="1200"/>
            <a:t>allow modification of transactions in the mempool. </a:t>
          </a:r>
        </a:p>
      </dsp:txBody>
      <dsp:txXfrm>
        <a:off x="152976" y="2688423"/>
        <a:ext cx="4320000" cy="621412"/>
      </dsp:txXfrm>
    </dsp:sp>
    <dsp:sp modelId="{0521D036-BB3F-4B21-855F-F81E6BAF71DC}">
      <dsp:nvSpPr>
        <dsp:cNvPr id="0" name=""/>
        <dsp:cNvSpPr/>
      </dsp:nvSpPr>
      <dsp:spPr>
        <a:xfrm>
          <a:off x="5228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6253A00-F041-40BB-BB68-476874B05501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In a transaction containing inputs </a:t>
          </a:r>
        </a:p>
      </dsp:txBody>
      <dsp:txXfrm>
        <a:off x="5228976" y="1981055"/>
        <a:ext cx="4320000" cy="648000"/>
      </dsp:txXfrm>
    </dsp:sp>
    <dsp:sp modelId="{D6209EE4-7B6F-4600-9082-A1C42D5BA2E8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with nSequence value below 2</a:t>
          </a:r>
          <a:r>
            <a:rPr lang="en-US" sz="1500" kern="1200" baseline="30000"/>
            <a:t>32</a:t>
          </a:r>
          <a:r>
            <a:rPr lang="en-US" sz="1500" kern="1200"/>
            <a:t> (0xFFFFFFFF) 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indicated a transaction that</a:t>
          </a:r>
          <a:r>
            <a:rPr lang="tr-TR" sz="1500" kern="1200"/>
            <a:t> </a:t>
          </a:r>
          <a:r>
            <a:rPr lang="en-US" sz="1500" kern="1200"/>
            <a:t>was not yet “finalized.” </a:t>
          </a:r>
        </a:p>
      </dsp:txBody>
      <dsp:txXfrm>
        <a:off x="5228976" y="2688423"/>
        <a:ext cx="4320000" cy="621412"/>
      </dsp:txXfrm>
    </dsp:sp>
  </dsp:spTree>
</dsp:drawing>
</file>

<file path=ppt/diagrams/drawing6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7A28213-A7C5-4A7F-8CBB-DE6F5791EA16}">
      <dsp:nvSpPr>
        <dsp:cNvPr id="0" name=""/>
        <dsp:cNvSpPr/>
      </dsp:nvSpPr>
      <dsp:spPr>
        <a:xfrm>
          <a:off x="1556976" y="50989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7C10D80-2BA6-4362-8962-C6D56F0A0946}">
      <dsp:nvSpPr>
        <dsp:cNvPr id="0" name=""/>
        <dsp:cNvSpPr/>
      </dsp:nvSpPr>
      <dsp:spPr>
        <a:xfrm>
          <a:off x="152976" y="1715607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400" kern="1200"/>
            <a:t>Such a transaction would be held</a:t>
          </a:r>
        </a:p>
      </dsp:txBody>
      <dsp:txXfrm>
        <a:off x="152976" y="1715607"/>
        <a:ext cx="4320000" cy="648000"/>
      </dsp:txXfrm>
    </dsp:sp>
    <dsp:sp modelId="{51926D74-AF17-4736-B413-B86A90744801}">
      <dsp:nvSpPr>
        <dsp:cNvPr id="0" name=""/>
        <dsp:cNvSpPr/>
      </dsp:nvSpPr>
      <dsp:spPr>
        <a:xfrm>
          <a:off x="152976" y="2434593"/>
          <a:ext cx="4320000" cy="116566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 the mempool until it was</a:t>
          </a:r>
          <a:r>
            <a:rPr lang="tr-TR" sz="1700" kern="1200"/>
            <a:t> </a:t>
          </a:r>
          <a:r>
            <a:rPr lang="en-US" sz="1700" kern="1200"/>
            <a:t>replaced by another transaction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spending the same inputs with a higher nSequence</a:t>
          </a:r>
          <a:r>
            <a:rPr lang="tr-TR" sz="1700" kern="1200"/>
            <a:t> </a:t>
          </a:r>
          <a:r>
            <a:rPr lang="en-US" sz="1700" kern="1200"/>
            <a:t>value. </a:t>
          </a:r>
        </a:p>
      </dsp:txBody>
      <dsp:txXfrm>
        <a:off x="152976" y="2434593"/>
        <a:ext cx="4320000" cy="1165667"/>
      </dsp:txXfrm>
    </dsp:sp>
    <dsp:sp modelId="{150F0546-EFFD-427C-A22A-ED6AC3A6E76C}">
      <dsp:nvSpPr>
        <dsp:cNvPr id="0" name=""/>
        <dsp:cNvSpPr/>
      </dsp:nvSpPr>
      <dsp:spPr>
        <a:xfrm>
          <a:off x="6632976" y="50989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61594A7-3F70-46F2-96C7-B4F2B8405029}">
      <dsp:nvSpPr>
        <dsp:cNvPr id="0" name=""/>
        <dsp:cNvSpPr/>
      </dsp:nvSpPr>
      <dsp:spPr>
        <a:xfrm>
          <a:off x="5228976" y="1715607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400" kern="1200"/>
            <a:t>Once a transaction was received </a:t>
          </a:r>
        </a:p>
      </dsp:txBody>
      <dsp:txXfrm>
        <a:off x="5228976" y="1715607"/>
        <a:ext cx="4320000" cy="648000"/>
      </dsp:txXfrm>
    </dsp:sp>
    <dsp:sp modelId="{CD135C95-6EC3-4B0E-913F-76D9CFFF533B}">
      <dsp:nvSpPr>
        <dsp:cNvPr id="0" name=""/>
        <dsp:cNvSpPr/>
      </dsp:nvSpPr>
      <dsp:spPr>
        <a:xfrm>
          <a:off x="5228976" y="2434593"/>
          <a:ext cx="4320000" cy="116566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whose inputs had an nSequence value of 2</a:t>
          </a:r>
          <a:r>
            <a:rPr lang="en-US" sz="1700" kern="1200" baseline="30000"/>
            <a:t>32</a:t>
          </a:r>
          <a:r>
            <a:rPr lang="en-US" sz="1700" kern="1200"/>
            <a:t>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it</a:t>
          </a:r>
          <a:r>
            <a:rPr lang="tr-TR" sz="1700" kern="1200"/>
            <a:t> </a:t>
          </a:r>
          <a:r>
            <a:rPr lang="en-US" sz="1700" kern="1200"/>
            <a:t>would be considered “finalized” and mined.</a:t>
          </a:r>
        </a:p>
      </dsp:txBody>
      <dsp:txXfrm>
        <a:off x="5228976" y="2434593"/>
        <a:ext cx="4320000" cy="1165667"/>
      </dsp:txXfrm>
    </dsp:sp>
  </dsp:spTree>
</dsp:drawing>
</file>

<file path=ppt/diagrams/drawing6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2D7FE8E-D019-4469-B475-CD3E30BE0EF5}">
      <dsp:nvSpPr>
        <dsp:cNvPr id="0" name=""/>
        <dsp:cNvSpPr/>
      </dsp:nvSpPr>
      <dsp:spPr>
        <a:xfrm>
          <a:off x="4033" y="433521"/>
          <a:ext cx="1410117" cy="1410117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</dsp:sp>
    <dsp:sp modelId="{19F6AD8B-DD1B-4A08-B45B-421CB2D9D4E4}">
      <dsp:nvSpPr>
        <dsp:cNvPr id="0" name=""/>
        <dsp:cNvSpPr/>
      </dsp:nvSpPr>
      <dsp:spPr>
        <a:xfrm>
          <a:off x="4033" y="1963359"/>
          <a:ext cx="4028906" cy="60433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100" kern="1200"/>
            <a:t>The original meaning of nSequence </a:t>
          </a:r>
        </a:p>
      </dsp:txBody>
      <dsp:txXfrm>
        <a:off x="4033" y="1963359"/>
        <a:ext cx="4028906" cy="604335"/>
      </dsp:txXfrm>
    </dsp:sp>
    <dsp:sp modelId="{46348675-FCBD-41FE-98D1-E12DAFE53093}">
      <dsp:nvSpPr>
        <dsp:cNvPr id="0" name=""/>
        <dsp:cNvSpPr/>
      </dsp:nvSpPr>
      <dsp:spPr>
        <a:xfrm>
          <a:off x="4033" y="2623379"/>
          <a:ext cx="4028906" cy="59434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was never properly implemented </a:t>
          </a:r>
        </a:p>
      </dsp:txBody>
      <dsp:txXfrm>
        <a:off x="4033" y="2623379"/>
        <a:ext cx="4028906" cy="594348"/>
      </dsp:txXfrm>
    </dsp:sp>
    <dsp:sp modelId="{AE4CBD74-BAF9-4764-8B06-5210B10162FB}">
      <dsp:nvSpPr>
        <dsp:cNvPr id="0" name=""/>
        <dsp:cNvSpPr/>
      </dsp:nvSpPr>
      <dsp:spPr>
        <a:xfrm>
          <a:off x="4737998" y="433521"/>
          <a:ext cx="1410117" cy="1410117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</dsp:sp>
    <dsp:sp modelId="{5FCAC2EA-B545-44BD-B39F-62394BB5888B}">
      <dsp:nvSpPr>
        <dsp:cNvPr id="0" name=""/>
        <dsp:cNvSpPr/>
      </dsp:nvSpPr>
      <dsp:spPr>
        <a:xfrm>
          <a:off x="4737998" y="1963359"/>
          <a:ext cx="4028906" cy="60433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100" kern="1200"/>
            <a:t>and the value of</a:t>
          </a:r>
          <a:r>
            <a:rPr lang="tr-TR" sz="2100" kern="1200"/>
            <a:t> </a:t>
          </a:r>
          <a:r>
            <a:rPr lang="en-US" sz="2100" kern="1200"/>
            <a:t>nSequence </a:t>
          </a:r>
        </a:p>
      </dsp:txBody>
      <dsp:txXfrm>
        <a:off x="4737998" y="1963359"/>
        <a:ext cx="4028906" cy="604335"/>
      </dsp:txXfrm>
    </dsp:sp>
    <dsp:sp modelId="{701694FD-911F-4795-A984-8B5F9E5BC38F}">
      <dsp:nvSpPr>
        <dsp:cNvPr id="0" name=""/>
        <dsp:cNvSpPr/>
      </dsp:nvSpPr>
      <dsp:spPr>
        <a:xfrm>
          <a:off x="4737998" y="2623379"/>
          <a:ext cx="4028906" cy="59434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is customarily set to 2</a:t>
          </a:r>
          <a:r>
            <a:rPr lang="en-US" sz="1600" kern="1200" baseline="30000"/>
            <a:t>32</a:t>
          </a:r>
          <a:r>
            <a:rPr lang="en-US" sz="1600" kern="1200"/>
            <a:t> </a:t>
          </a:r>
        </a:p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in transactions that do not utilize timelocks. </a:t>
          </a:r>
        </a:p>
      </dsp:txBody>
      <dsp:txXfrm>
        <a:off x="4737998" y="2623379"/>
        <a:ext cx="4028906" cy="594348"/>
      </dsp:txXfrm>
    </dsp:sp>
  </dsp:spTree>
</dsp:drawing>
</file>

<file path=ppt/diagrams/drawing6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E389687-F1F8-45CD-88A2-53EBCD4301C4}">
      <dsp:nvSpPr>
        <dsp:cNvPr id="0" name=""/>
        <dsp:cNvSpPr/>
      </dsp:nvSpPr>
      <dsp:spPr>
        <a:xfrm>
          <a:off x="0" y="322737"/>
          <a:ext cx="9701953" cy="874125"/>
        </a:xfrm>
        <a:prstGeom prst="rect">
          <a:avLst/>
        </a:prstGeom>
        <a:solidFill>
          <a:schemeClr val="accent3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For</a:t>
          </a:r>
          <a:r>
            <a:rPr lang="tr-TR" sz="1500" kern="1200"/>
            <a:t> </a:t>
          </a:r>
          <a:r>
            <a:rPr lang="en-US" sz="1500" kern="1200" dirty="0"/>
            <a:t>transactions with </a:t>
          </a:r>
          <a:r>
            <a:rPr lang="en-US" sz="1500" kern="1200" dirty="0" err="1"/>
            <a:t>nLocktime</a:t>
          </a:r>
          <a:r>
            <a:rPr lang="en-US" sz="1500" kern="1200" dirty="0"/>
            <a:t>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or CHECKLOCKTIMEVERIFY, </a:t>
          </a:r>
        </a:p>
      </dsp:txBody>
      <dsp:txXfrm>
        <a:off x="0" y="322737"/>
        <a:ext cx="9701953" cy="874125"/>
      </dsp:txXfrm>
    </dsp:sp>
    <dsp:sp modelId="{6DB1084E-1D49-409C-B102-9A3FAC3290CC}">
      <dsp:nvSpPr>
        <dsp:cNvPr id="0" name=""/>
        <dsp:cNvSpPr/>
      </dsp:nvSpPr>
      <dsp:spPr>
        <a:xfrm>
          <a:off x="485097" y="101337"/>
          <a:ext cx="6791367" cy="442800"/>
        </a:xfrm>
        <a:prstGeom prst="roundRect">
          <a:avLst/>
        </a:prstGeom>
        <a:gradFill rotWithShape="0">
          <a:gsLst>
            <a:gs pos="0">
              <a:schemeClr val="lt1">
                <a:hueOff val="0"/>
                <a:satOff val="0"/>
                <a:lumOff val="0"/>
                <a:alphaOff val="0"/>
                <a:tint val="94000"/>
                <a:satMod val="103000"/>
                <a:lumMod val="102000"/>
              </a:schemeClr>
            </a:gs>
            <a:gs pos="50000">
              <a:schemeClr val="lt1">
                <a:hueOff val="0"/>
                <a:satOff val="0"/>
                <a:lumOff val="0"/>
                <a:alphaOff val="0"/>
                <a:shade val="100000"/>
                <a:satMod val="110000"/>
                <a:lumMod val="100000"/>
              </a:schemeClr>
            </a:gs>
            <a:gs pos="100000">
              <a:schemeClr val="lt1">
                <a:hueOff val="0"/>
                <a:satOff val="0"/>
                <a:lumOff val="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 err="1"/>
            <a:t>nLocktime</a:t>
          </a:r>
          <a:r>
            <a:rPr lang="tr-TR" sz="1500" kern="1200" dirty="0"/>
            <a:t> </a:t>
          </a:r>
          <a:r>
            <a:rPr lang="tr-TR" sz="1500" kern="1200" dirty="0" err="1"/>
            <a:t>transactions</a:t>
          </a:r>
          <a:endParaRPr lang="en-US" sz="1500" kern="1200" dirty="0"/>
        </a:p>
      </dsp:txBody>
      <dsp:txXfrm>
        <a:off x="506713" y="122953"/>
        <a:ext cx="6748135" cy="399568"/>
      </dsp:txXfrm>
    </dsp:sp>
    <dsp:sp modelId="{CC757E33-F840-4F56-B757-D2F9D3DB867B}">
      <dsp:nvSpPr>
        <dsp:cNvPr id="0" name=""/>
        <dsp:cNvSpPr/>
      </dsp:nvSpPr>
      <dsp:spPr>
        <a:xfrm>
          <a:off x="0" y="1499262"/>
          <a:ext cx="9701953" cy="874125"/>
        </a:xfrm>
        <a:prstGeom prst="rect">
          <a:avLst/>
        </a:prstGeom>
        <a:solidFill>
          <a:schemeClr val="accent3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must be</a:t>
          </a:r>
          <a:r>
            <a:rPr lang="tr-TR" sz="1500" kern="1200"/>
            <a:t> </a:t>
          </a:r>
          <a:r>
            <a:rPr lang="en-US" sz="1500" kern="1200"/>
            <a:t>set to less than 2</a:t>
          </a:r>
          <a:r>
            <a:rPr lang="en-US" sz="1500" kern="1200" baseline="30000"/>
            <a:t>32</a:t>
          </a:r>
          <a:r>
            <a:rPr lang="en-US" sz="1500" kern="1200"/>
            <a:t>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for the timelock guards to have effect. </a:t>
          </a:r>
        </a:p>
      </dsp:txBody>
      <dsp:txXfrm>
        <a:off x="0" y="1499262"/>
        <a:ext cx="9701953" cy="874125"/>
      </dsp:txXfrm>
    </dsp:sp>
    <dsp:sp modelId="{C47DB757-1B8D-48D1-BE96-84BE7EBAAAF8}">
      <dsp:nvSpPr>
        <dsp:cNvPr id="0" name=""/>
        <dsp:cNvSpPr/>
      </dsp:nvSpPr>
      <dsp:spPr>
        <a:xfrm>
          <a:off x="485097" y="1277862"/>
          <a:ext cx="6791367" cy="442800"/>
        </a:xfrm>
        <a:prstGeom prst="roundRect">
          <a:avLst/>
        </a:prstGeom>
        <a:gradFill rotWithShape="0">
          <a:gsLst>
            <a:gs pos="0">
              <a:schemeClr val="lt1">
                <a:hueOff val="0"/>
                <a:satOff val="0"/>
                <a:lumOff val="0"/>
                <a:alphaOff val="0"/>
                <a:tint val="94000"/>
                <a:satMod val="103000"/>
                <a:lumMod val="102000"/>
              </a:schemeClr>
            </a:gs>
            <a:gs pos="50000">
              <a:schemeClr val="lt1">
                <a:hueOff val="0"/>
                <a:satOff val="0"/>
                <a:lumOff val="0"/>
                <a:alphaOff val="0"/>
                <a:shade val="100000"/>
                <a:satMod val="110000"/>
                <a:lumMod val="100000"/>
              </a:schemeClr>
            </a:gs>
            <a:gs pos="100000">
              <a:schemeClr val="lt1">
                <a:hueOff val="0"/>
                <a:satOff val="0"/>
                <a:lumOff val="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the nSequence value </a:t>
          </a:r>
        </a:p>
      </dsp:txBody>
      <dsp:txXfrm>
        <a:off x="506713" y="1299478"/>
        <a:ext cx="6748135" cy="399568"/>
      </dsp:txXfrm>
    </dsp:sp>
    <dsp:sp modelId="{DCF5F3D9-06A8-412A-9DDA-FE3782EE4FFF}">
      <dsp:nvSpPr>
        <dsp:cNvPr id="0" name=""/>
        <dsp:cNvSpPr/>
      </dsp:nvSpPr>
      <dsp:spPr>
        <a:xfrm>
          <a:off x="0" y="2675787"/>
          <a:ext cx="9701953" cy="874125"/>
        </a:xfrm>
        <a:prstGeom prst="rect">
          <a:avLst/>
        </a:prstGeom>
        <a:solidFill>
          <a:schemeClr val="accent3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Customarily</a:t>
          </a:r>
          <a:r>
            <a:rPr lang="en-US" sz="1500" kern="1200" dirty="0"/>
            <a:t>, it is set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to</a:t>
          </a:r>
          <a:r>
            <a:rPr lang="tr-TR" sz="1500" kern="1200"/>
            <a:t> 2</a:t>
          </a:r>
          <a:r>
            <a:rPr lang="tr-TR" sz="1500" kern="1200" baseline="30000"/>
            <a:t>32</a:t>
          </a:r>
          <a:r>
            <a:rPr lang="tr-TR" sz="1500" kern="1200"/>
            <a:t> – 1 (0xFFFFFFFE).</a:t>
          </a:r>
          <a:endParaRPr lang="en-US" sz="1500" kern="1200"/>
        </a:p>
      </dsp:txBody>
      <dsp:txXfrm>
        <a:off x="0" y="2675787"/>
        <a:ext cx="9701953" cy="874125"/>
      </dsp:txXfrm>
    </dsp:sp>
    <dsp:sp modelId="{41D9E440-4E02-4B2D-98A2-58F57759A58F}">
      <dsp:nvSpPr>
        <dsp:cNvPr id="0" name=""/>
        <dsp:cNvSpPr/>
      </dsp:nvSpPr>
      <dsp:spPr>
        <a:xfrm>
          <a:off x="485097" y="2454387"/>
          <a:ext cx="6791367" cy="442800"/>
        </a:xfrm>
        <a:prstGeom prst="roundRect">
          <a:avLst/>
        </a:prstGeom>
        <a:gradFill rotWithShape="0">
          <a:gsLst>
            <a:gs pos="0">
              <a:schemeClr val="lt1">
                <a:hueOff val="0"/>
                <a:satOff val="0"/>
                <a:lumOff val="0"/>
                <a:alphaOff val="0"/>
                <a:tint val="94000"/>
                <a:satMod val="103000"/>
                <a:lumMod val="102000"/>
              </a:schemeClr>
            </a:gs>
            <a:gs pos="50000">
              <a:schemeClr val="lt1">
                <a:hueOff val="0"/>
                <a:satOff val="0"/>
                <a:lumOff val="0"/>
                <a:alphaOff val="0"/>
                <a:shade val="100000"/>
                <a:satMod val="110000"/>
                <a:lumMod val="100000"/>
              </a:schemeClr>
            </a:gs>
            <a:gs pos="100000">
              <a:schemeClr val="lt1">
                <a:hueOff val="0"/>
                <a:satOff val="0"/>
                <a:lumOff val="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Value</a:t>
          </a:r>
          <a:endParaRPr lang="en-US" sz="1500" kern="1200" dirty="0"/>
        </a:p>
      </dsp:txBody>
      <dsp:txXfrm>
        <a:off x="506713" y="2476003"/>
        <a:ext cx="6748135" cy="399568"/>
      </dsp:txXfrm>
    </dsp:sp>
  </dsp:spTree>
</dsp:drawing>
</file>

<file path=ppt/diagrams/drawing6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A7B352A-A259-4AA0-8AC4-B032C11D6A41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6805AB1-53C6-4C2E-B090-3A0326D5847A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700" kern="1200"/>
            <a:t>Since the activation of BIP-68, </a:t>
          </a:r>
        </a:p>
      </dsp:txBody>
      <dsp:txXfrm>
        <a:off x="152976" y="1981055"/>
        <a:ext cx="4320000" cy="648000"/>
      </dsp:txXfrm>
    </dsp:sp>
    <dsp:sp modelId="{347442AB-9AFF-44C0-9880-B7DD487D5CFF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new consensus rules apply </a:t>
          </a:r>
        </a:p>
      </dsp:txBody>
      <dsp:txXfrm>
        <a:off x="152976" y="2688423"/>
        <a:ext cx="4320000" cy="621412"/>
      </dsp:txXfrm>
    </dsp:sp>
    <dsp:sp modelId="{AC706EF3-B387-499A-ABE1-0360FB50E87D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6767660-4421-4F69-B60F-461EC852729F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700" kern="1200"/>
            <a:t>for any transaction </a:t>
          </a:r>
        </a:p>
      </dsp:txBody>
      <dsp:txXfrm>
        <a:off x="5228976" y="1981055"/>
        <a:ext cx="4320000" cy="648000"/>
      </dsp:txXfrm>
    </dsp:sp>
    <dsp:sp modelId="{D98801DF-70DA-4545-BAEA-42B8C778E707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containing</a:t>
          </a:r>
          <a:r>
            <a:rPr lang="tr-TR" sz="1700" kern="1200"/>
            <a:t> </a:t>
          </a:r>
          <a:r>
            <a:rPr lang="en-US" sz="1700" kern="1200"/>
            <a:t>an input </a:t>
          </a:r>
          <a:r>
            <a:rPr lang="tr-TR" sz="1700" kern="1200"/>
            <a:t> </a:t>
          </a:r>
          <a:r>
            <a:rPr lang="en-US" sz="1700" kern="1200"/>
            <a:t>whose nSequence value is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less than 231 (bit 1&lt;&lt;31 is not set). </a:t>
          </a:r>
        </a:p>
      </dsp:txBody>
      <dsp:txXfrm>
        <a:off x="5228976" y="2688423"/>
        <a:ext cx="4320000" cy="621412"/>
      </dsp:txXfrm>
    </dsp:sp>
  </dsp:spTree>
</dsp:drawing>
</file>

<file path=ppt/diagrams/drawing6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B844B89-BD7A-412A-9003-D907B24071BB}">
      <dsp:nvSpPr>
        <dsp:cNvPr id="0" name=""/>
        <dsp:cNvSpPr/>
      </dsp:nvSpPr>
      <dsp:spPr>
        <a:xfrm>
          <a:off x="947807" y="289265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B180262-843F-4ECE-8F2C-DCC9F4AE3EBB}">
      <dsp:nvSpPr>
        <dsp:cNvPr id="0" name=""/>
        <dsp:cNvSpPr/>
      </dsp:nvSpPr>
      <dsp:spPr>
        <a:xfrm>
          <a:off x="8155" y="1433324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100" kern="1200" dirty="0"/>
            <a:t>Programmatically,</a:t>
          </a:r>
          <a:r>
            <a:rPr lang="tr-TR" sz="2100" kern="1200" dirty="0"/>
            <a:t> </a:t>
          </a:r>
          <a:endParaRPr lang="en-US" sz="2100" kern="1200" dirty="0"/>
        </a:p>
      </dsp:txBody>
      <dsp:txXfrm>
        <a:off x="8155" y="1433324"/>
        <a:ext cx="2891236" cy="433685"/>
      </dsp:txXfrm>
    </dsp:sp>
    <dsp:sp modelId="{A20EBFAD-9C95-4BF5-AFDB-FA15121FB7E9}">
      <dsp:nvSpPr>
        <dsp:cNvPr id="0" name=""/>
        <dsp:cNvSpPr/>
      </dsp:nvSpPr>
      <dsp:spPr>
        <a:xfrm>
          <a:off x="8155" y="1928464"/>
          <a:ext cx="2891236" cy="14335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that means that 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if the most significant (bit 1&lt;&lt;31) is not set, 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it is a flag that</a:t>
          </a:r>
          <a:r>
            <a:rPr lang="tr-TR" sz="1600" kern="1200"/>
            <a:t> means “relative locktime.”</a:t>
          </a:r>
          <a:endParaRPr lang="en-US" sz="1600" kern="1200"/>
        </a:p>
      </dsp:txBody>
      <dsp:txXfrm>
        <a:off x="8155" y="1928464"/>
        <a:ext cx="2891236" cy="1433519"/>
      </dsp:txXfrm>
    </dsp:sp>
    <dsp:sp modelId="{3217A3FD-CD95-4EDF-BE7F-CCA52158728C}">
      <dsp:nvSpPr>
        <dsp:cNvPr id="0" name=""/>
        <dsp:cNvSpPr/>
      </dsp:nvSpPr>
      <dsp:spPr>
        <a:xfrm>
          <a:off x="4345010" y="289265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DB81161-9428-4FB0-856C-E849C30013CA}">
      <dsp:nvSpPr>
        <dsp:cNvPr id="0" name=""/>
        <dsp:cNvSpPr/>
      </dsp:nvSpPr>
      <dsp:spPr>
        <a:xfrm>
          <a:off x="3405358" y="1433324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100" kern="1200"/>
            <a:t>Otherwise (bit 1&lt;&lt;31 set), </a:t>
          </a:r>
        </a:p>
      </dsp:txBody>
      <dsp:txXfrm>
        <a:off x="3405358" y="1433324"/>
        <a:ext cx="2891236" cy="433685"/>
      </dsp:txXfrm>
    </dsp:sp>
    <dsp:sp modelId="{77B039EE-C547-4108-A6B5-9F1D02DF17DD}">
      <dsp:nvSpPr>
        <dsp:cNvPr id="0" name=""/>
        <dsp:cNvSpPr/>
      </dsp:nvSpPr>
      <dsp:spPr>
        <a:xfrm>
          <a:off x="3405358" y="1928464"/>
          <a:ext cx="2891236" cy="14335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the </a:t>
          </a:r>
          <a:r>
            <a:rPr lang="en-US" sz="1600" kern="1200" dirty="0" err="1"/>
            <a:t>nSequence</a:t>
          </a:r>
          <a:r>
            <a:rPr lang="en-US" sz="1600" kern="1200" dirty="0"/>
            <a:t> value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is reserved</a:t>
          </a:r>
          <a:r>
            <a:rPr lang="tr-TR" sz="1600" kern="1200" dirty="0"/>
            <a:t> </a:t>
          </a:r>
          <a:r>
            <a:rPr lang="en-US" sz="1600" kern="1200" dirty="0"/>
            <a:t>for other uses </a:t>
          </a:r>
        </a:p>
      </dsp:txBody>
      <dsp:txXfrm>
        <a:off x="3405358" y="1928464"/>
        <a:ext cx="2891236" cy="1433519"/>
      </dsp:txXfrm>
    </dsp:sp>
    <dsp:sp modelId="{6C93E468-4E21-4063-88E8-552499656F32}">
      <dsp:nvSpPr>
        <dsp:cNvPr id="0" name=""/>
        <dsp:cNvSpPr/>
      </dsp:nvSpPr>
      <dsp:spPr>
        <a:xfrm>
          <a:off x="7742212" y="289265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19B78E1-7A48-41D2-B735-655423B5F41D}">
      <dsp:nvSpPr>
        <dsp:cNvPr id="0" name=""/>
        <dsp:cNvSpPr/>
      </dsp:nvSpPr>
      <dsp:spPr>
        <a:xfrm>
          <a:off x="6802560" y="1433324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100" kern="1200"/>
            <a:t>such as enabling</a:t>
          </a:r>
        </a:p>
      </dsp:txBody>
      <dsp:txXfrm>
        <a:off x="6802560" y="1433324"/>
        <a:ext cx="2891236" cy="433685"/>
      </dsp:txXfrm>
    </dsp:sp>
    <dsp:sp modelId="{173E323D-1E7E-4920-B34F-97B930135640}">
      <dsp:nvSpPr>
        <dsp:cNvPr id="0" name=""/>
        <dsp:cNvSpPr/>
      </dsp:nvSpPr>
      <dsp:spPr>
        <a:xfrm>
          <a:off x="6802560" y="1928464"/>
          <a:ext cx="2891236" cy="14335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CHECKLOCKTIMEVERIFY, 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nLocktime, 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Opt-In-Replace-By-Fee, 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and other future developments.</a:t>
          </a:r>
        </a:p>
      </dsp:txBody>
      <dsp:txXfrm>
        <a:off x="6802560" y="1928464"/>
        <a:ext cx="2891236" cy="1433519"/>
      </dsp:txXfrm>
    </dsp:sp>
  </dsp:spTree>
</dsp:drawing>
</file>

<file path=ppt/diagrams/drawing7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79A0AD5-D93D-4DF5-A140-434FCA331C3F}">
      <dsp:nvSpPr>
        <dsp:cNvPr id="0" name=""/>
        <dsp:cNvSpPr/>
      </dsp:nvSpPr>
      <dsp:spPr>
        <a:xfrm>
          <a:off x="3421" y="855672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6076639-C232-40DB-A928-06322CBEEC0D}">
      <dsp:nvSpPr>
        <dsp:cNvPr id="0" name=""/>
        <dsp:cNvSpPr/>
      </dsp:nvSpPr>
      <dsp:spPr>
        <a:xfrm>
          <a:off x="3421" y="195201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kern="1200"/>
            <a:t>The nSequence value is specified in either blocks or seconds, </a:t>
          </a:r>
        </a:p>
      </dsp:txBody>
      <dsp:txXfrm>
        <a:off x="3421" y="1952010"/>
        <a:ext cx="2894062" cy="434109"/>
      </dsp:txXfrm>
    </dsp:sp>
    <dsp:sp modelId="{6437000A-D7FD-477A-824D-142A5EAEC46E}">
      <dsp:nvSpPr>
        <dsp:cNvPr id="0" name=""/>
        <dsp:cNvSpPr/>
      </dsp:nvSpPr>
      <dsp:spPr>
        <a:xfrm>
          <a:off x="3421" y="2424917"/>
          <a:ext cx="2894062" cy="37065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but in a slightly different</a:t>
          </a:r>
          <a:r>
            <a:rPr lang="tr-TR" sz="1100" kern="1200"/>
            <a:t> </a:t>
          </a:r>
          <a:r>
            <a:rPr lang="en-US" sz="1100" kern="1200"/>
            <a:t>format </a:t>
          </a:r>
        </a:p>
        <a:p>
          <a:pPr marL="0" lvl="0" indent="0" algn="l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than we saw used in nLocktime. </a:t>
          </a:r>
        </a:p>
      </dsp:txBody>
      <dsp:txXfrm>
        <a:off x="3421" y="2424917"/>
        <a:ext cx="2894062" cy="370659"/>
      </dsp:txXfrm>
    </dsp:sp>
    <dsp:sp modelId="{7413E5F1-6C33-4679-95C8-E5A57ABB3DE9}">
      <dsp:nvSpPr>
        <dsp:cNvPr id="0" name=""/>
        <dsp:cNvSpPr/>
      </dsp:nvSpPr>
      <dsp:spPr>
        <a:xfrm>
          <a:off x="3403945" y="855672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703E22D-A777-4CD3-A920-614FAF15B345}">
      <dsp:nvSpPr>
        <dsp:cNvPr id="0" name=""/>
        <dsp:cNvSpPr/>
      </dsp:nvSpPr>
      <dsp:spPr>
        <a:xfrm>
          <a:off x="3403945" y="195201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kern="1200"/>
            <a:t>A type-flag is used </a:t>
          </a:r>
        </a:p>
      </dsp:txBody>
      <dsp:txXfrm>
        <a:off x="3403945" y="1952010"/>
        <a:ext cx="2894062" cy="434109"/>
      </dsp:txXfrm>
    </dsp:sp>
    <dsp:sp modelId="{D8097B8C-7B8C-46A2-9D78-F1354C542C9B}">
      <dsp:nvSpPr>
        <dsp:cNvPr id="0" name=""/>
        <dsp:cNvSpPr/>
      </dsp:nvSpPr>
      <dsp:spPr>
        <a:xfrm>
          <a:off x="3403945" y="2424917"/>
          <a:ext cx="2894062" cy="37065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differentiate between</a:t>
          </a:r>
          <a:r>
            <a:rPr lang="tr-TR" sz="1100" kern="1200"/>
            <a:t> </a:t>
          </a:r>
          <a:r>
            <a:rPr lang="en-US" sz="1100" kern="1200"/>
            <a:t>values counting blocks</a:t>
          </a:r>
        </a:p>
        <a:p>
          <a:pPr marL="0" lvl="0" indent="0" algn="l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and values counting time in seconds. </a:t>
          </a:r>
        </a:p>
      </dsp:txBody>
      <dsp:txXfrm>
        <a:off x="3403945" y="2424917"/>
        <a:ext cx="2894062" cy="370659"/>
      </dsp:txXfrm>
    </dsp:sp>
    <dsp:sp modelId="{F838799A-5867-4A6F-B015-21282C08F98C}">
      <dsp:nvSpPr>
        <dsp:cNvPr id="0" name=""/>
        <dsp:cNvSpPr/>
      </dsp:nvSpPr>
      <dsp:spPr>
        <a:xfrm>
          <a:off x="6804468" y="855672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C0F4DF9-F258-47EA-9247-05A73D6E226F}">
      <dsp:nvSpPr>
        <dsp:cNvPr id="0" name=""/>
        <dsp:cNvSpPr/>
      </dsp:nvSpPr>
      <dsp:spPr>
        <a:xfrm>
          <a:off x="6804468" y="195201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kern="1200"/>
            <a:t>The type-flag is s</a:t>
          </a:r>
        </a:p>
      </dsp:txBody>
      <dsp:txXfrm>
        <a:off x="6804468" y="1952010"/>
        <a:ext cx="2894062" cy="434109"/>
      </dsp:txXfrm>
    </dsp:sp>
    <dsp:sp modelId="{70BC15D1-FF69-44A7-A1BD-AC76C410320E}">
      <dsp:nvSpPr>
        <dsp:cNvPr id="0" name=""/>
        <dsp:cNvSpPr/>
      </dsp:nvSpPr>
      <dsp:spPr>
        <a:xfrm>
          <a:off x="6804468" y="2424917"/>
          <a:ext cx="2894062" cy="37065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et in</a:t>
          </a:r>
          <a:r>
            <a:rPr lang="tr-TR" sz="1100" kern="1200"/>
            <a:t> </a:t>
          </a:r>
          <a:r>
            <a:rPr lang="en-US" sz="1100" kern="1200"/>
            <a:t>the 23rd least-significant bit </a:t>
          </a:r>
        </a:p>
        <a:p>
          <a:pPr marL="0" lvl="0" indent="0" algn="l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i.e., value 1&lt;&lt;22</a:t>
          </a:r>
        </a:p>
      </dsp:txBody>
      <dsp:txXfrm>
        <a:off x="6804468" y="2424917"/>
        <a:ext cx="2894062" cy="370659"/>
      </dsp:txXfrm>
    </dsp:sp>
  </dsp:spTree>
</dsp:drawing>
</file>

<file path=ppt/diagrams/drawing7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7B48305-7B4B-4E62-8B4D-472D0054E7DE}">
      <dsp:nvSpPr>
        <dsp:cNvPr id="0" name=""/>
        <dsp:cNvSpPr/>
      </dsp:nvSpPr>
      <dsp:spPr>
        <a:xfrm>
          <a:off x="152976" y="18657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4EF2B36-6752-4BF5-B577-E9AD498D8141}">
      <dsp:nvSpPr>
        <dsp:cNvPr id="0" name=""/>
        <dsp:cNvSpPr/>
      </dsp:nvSpPr>
      <dsp:spPr>
        <a:xfrm>
          <a:off x="152976" y="1839532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600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600" kern="1200"/>
            <a:t>type-flag is set</a:t>
          </a:r>
        </a:p>
      </dsp:txBody>
      <dsp:txXfrm>
        <a:off x="152976" y="1839532"/>
        <a:ext cx="4320000" cy="648000"/>
      </dsp:txXfrm>
    </dsp:sp>
    <dsp:sp modelId="{6E824822-5B58-4D65-8DE0-449500E12F27}">
      <dsp:nvSpPr>
        <dsp:cNvPr id="0" name=""/>
        <dsp:cNvSpPr/>
      </dsp:nvSpPr>
      <dsp:spPr>
        <a:xfrm>
          <a:off x="152976" y="2553094"/>
          <a:ext cx="4320000" cy="9115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If the type-flag is set, </a:t>
          </a:r>
        </a:p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then the nSequence value is interpreted </a:t>
          </a:r>
        </a:p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as a multiple of 512 seconds. </a:t>
          </a:r>
        </a:p>
      </dsp:txBody>
      <dsp:txXfrm>
        <a:off x="152976" y="2553094"/>
        <a:ext cx="4320000" cy="911581"/>
      </dsp:txXfrm>
    </dsp:sp>
    <dsp:sp modelId="{91D3D4BD-CF59-4DC1-B3D2-F71500CA2FEC}">
      <dsp:nvSpPr>
        <dsp:cNvPr id="0" name=""/>
        <dsp:cNvSpPr/>
      </dsp:nvSpPr>
      <dsp:spPr>
        <a:xfrm>
          <a:off x="5228976" y="18657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2FE974F-A619-4E4B-A5D4-7048410CE960}">
      <dsp:nvSpPr>
        <dsp:cNvPr id="0" name=""/>
        <dsp:cNvSpPr/>
      </dsp:nvSpPr>
      <dsp:spPr>
        <a:xfrm>
          <a:off x="5228976" y="1839532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600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600" kern="1200"/>
            <a:t>type-flag is not set</a:t>
          </a:r>
        </a:p>
      </dsp:txBody>
      <dsp:txXfrm>
        <a:off x="5228976" y="1839532"/>
        <a:ext cx="4320000" cy="648000"/>
      </dsp:txXfrm>
    </dsp:sp>
    <dsp:sp modelId="{6FDE86F5-8BC2-4C3A-98A2-D2B9861B32D6}">
      <dsp:nvSpPr>
        <dsp:cNvPr id="0" name=""/>
        <dsp:cNvSpPr/>
      </dsp:nvSpPr>
      <dsp:spPr>
        <a:xfrm>
          <a:off x="5228976" y="2553094"/>
          <a:ext cx="4320000" cy="9115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If the type-flag is not set, </a:t>
          </a:r>
        </a:p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</a:t>
          </a:r>
          <a:r>
            <a:rPr lang="tr-TR" sz="1700" kern="1200"/>
            <a:t> </a:t>
          </a:r>
          <a:r>
            <a:rPr lang="en-US" sz="1700" kern="1200"/>
            <a:t>nSequence value is interpreted </a:t>
          </a:r>
        </a:p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as a number of blocks.</a:t>
          </a:r>
        </a:p>
      </dsp:txBody>
      <dsp:txXfrm>
        <a:off x="5228976" y="2553094"/>
        <a:ext cx="4320000" cy="911581"/>
      </dsp:txXfrm>
    </dsp:sp>
  </dsp:spTree>
</dsp:drawing>
</file>

<file path=ppt/diagrams/drawing7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38DF48A-92FC-47F1-9383-452649CF4C48}">
      <dsp:nvSpPr>
        <dsp:cNvPr id="0" name=""/>
        <dsp:cNvSpPr/>
      </dsp:nvSpPr>
      <dsp:spPr>
        <a:xfrm>
          <a:off x="15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846F375-091E-4C42-98CA-1596484A5699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300" kern="1200"/>
            <a:t>Just like CLTV and </a:t>
          </a:r>
          <a:r>
            <a:rPr lang="en-US" sz="2300" b="1" kern="1200"/>
            <a:t>nLocktime</a:t>
          </a:r>
          <a:r>
            <a:rPr lang="en-US" sz="2300" kern="1200"/>
            <a:t>, </a:t>
          </a:r>
        </a:p>
      </dsp:txBody>
      <dsp:txXfrm>
        <a:off x="152976" y="1981055"/>
        <a:ext cx="4320000" cy="648000"/>
      </dsp:txXfrm>
    </dsp:sp>
    <dsp:sp modelId="{FF5E7315-42FB-4A08-82D1-C28C0404C2F7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there is a script opcode for relative timelocks</a:t>
          </a:r>
        </a:p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that leverages</a:t>
          </a:r>
          <a:r>
            <a:rPr lang="tr-TR" sz="1700" kern="1200"/>
            <a:t> </a:t>
          </a:r>
          <a:r>
            <a:rPr lang="en-US" sz="1700" kern="1200"/>
            <a:t>the </a:t>
          </a:r>
          <a:r>
            <a:rPr lang="en-US" sz="1700" b="1" kern="1200"/>
            <a:t>nSequence</a:t>
          </a:r>
          <a:r>
            <a:rPr lang="en-US" sz="1700" kern="1200"/>
            <a:t> value in scripts. </a:t>
          </a:r>
        </a:p>
      </dsp:txBody>
      <dsp:txXfrm>
        <a:off x="152976" y="2688423"/>
        <a:ext cx="4320000" cy="621412"/>
      </dsp:txXfrm>
    </dsp:sp>
    <dsp:sp modelId="{3C101FDF-9E9D-4C96-90F9-6BC673EA5E25}">
      <dsp:nvSpPr>
        <dsp:cNvPr id="0" name=""/>
        <dsp:cNvSpPr/>
      </dsp:nvSpPr>
      <dsp:spPr>
        <a:xfrm>
          <a:off x="5228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987F722-5D19-4260-8986-DBBAD2FB05BD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300" kern="1200"/>
            <a:t>That opcode is CHECKSEQUENCEVERIFY, </a:t>
          </a:r>
        </a:p>
      </dsp:txBody>
      <dsp:txXfrm>
        <a:off x="5228976" y="1981055"/>
        <a:ext cx="4320000" cy="648000"/>
      </dsp:txXfrm>
    </dsp:sp>
    <dsp:sp modelId="{B767AFF8-10C6-42FE-874D-39F7DBFD10C7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commonly</a:t>
          </a:r>
          <a:r>
            <a:rPr lang="tr-TR" sz="1700" kern="1200"/>
            <a:t> </a:t>
          </a:r>
          <a:r>
            <a:rPr lang="en-US" sz="1700" kern="1200"/>
            <a:t>referred to as </a:t>
          </a:r>
          <a:r>
            <a:rPr lang="en-US" sz="1700" b="1" kern="1200"/>
            <a:t>CSV</a:t>
          </a:r>
          <a:r>
            <a:rPr lang="en-US" sz="1700" kern="1200"/>
            <a:t> for short.</a:t>
          </a:r>
        </a:p>
      </dsp:txBody>
      <dsp:txXfrm>
        <a:off x="5228976" y="2688423"/>
        <a:ext cx="4320000" cy="621412"/>
      </dsp:txXfrm>
    </dsp:sp>
  </dsp:spTree>
</dsp:drawing>
</file>

<file path=ppt/diagrams/drawing7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9E0EA30-47AE-4969-B788-E95816E2BE42}">
      <dsp:nvSpPr>
        <dsp:cNvPr id="0" name=""/>
        <dsp:cNvSpPr/>
      </dsp:nvSpPr>
      <dsp:spPr>
        <a:xfrm>
          <a:off x="0" y="445"/>
          <a:ext cx="9701953" cy="1042959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F47C835A-A37F-4FFB-9A48-028D72586962}">
      <dsp:nvSpPr>
        <dsp:cNvPr id="0" name=""/>
        <dsp:cNvSpPr/>
      </dsp:nvSpPr>
      <dsp:spPr>
        <a:xfrm>
          <a:off x="315495" y="235111"/>
          <a:ext cx="573627" cy="573627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AD6B18E-A891-4655-8E73-F01B236EB7E5}">
      <dsp:nvSpPr>
        <dsp:cNvPr id="0" name=""/>
        <dsp:cNvSpPr/>
      </dsp:nvSpPr>
      <dsp:spPr>
        <a:xfrm>
          <a:off x="1204618" y="445"/>
          <a:ext cx="4365878" cy="104295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10380" tIns="110380" rIns="110380" bIns="110380" numCol="1" spcCol="1270" anchor="ctr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/>
            <a:t>The </a:t>
          </a:r>
          <a:r>
            <a:rPr lang="en-US" sz="2500" b="1" kern="1200"/>
            <a:t>CSV</a:t>
          </a:r>
          <a:r>
            <a:rPr lang="en-US" sz="2500" kern="1200"/>
            <a:t> opcode when evaluated in a UTXO’s </a:t>
          </a:r>
        </a:p>
      </dsp:txBody>
      <dsp:txXfrm>
        <a:off x="1204618" y="445"/>
        <a:ext cx="4365878" cy="1042959"/>
      </dsp:txXfrm>
    </dsp:sp>
    <dsp:sp modelId="{6C321C28-8D47-44DF-B066-EB755D530951}">
      <dsp:nvSpPr>
        <dsp:cNvPr id="0" name=""/>
        <dsp:cNvSpPr/>
      </dsp:nvSpPr>
      <dsp:spPr>
        <a:xfrm>
          <a:off x="5570497" y="445"/>
          <a:ext cx="4131455" cy="104295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10380" tIns="110380" rIns="110380" bIns="110380" numCol="1" spcCol="1270" anchor="ctr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redeem script allows spending only in a</a:t>
          </a:r>
          <a:r>
            <a:rPr lang="tr-TR" sz="1500" kern="1200"/>
            <a:t> </a:t>
          </a:r>
          <a:r>
            <a:rPr lang="en-US" sz="1500" kern="1200"/>
            <a:t>transaction </a:t>
          </a:r>
        </a:p>
      </dsp:txBody>
      <dsp:txXfrm>
        <a:off x="5570497" y="445"/>
        <a:ext cx="4131455" cy="1042959"/>
      </dsp:txXfrm>
    </dsp:sp>
    <dsp:sp modelId="{0A4A5D7A-4DE9-4BEE-83FA-AEF3DABABB5A}">
      <dsp:nvSpPr>
        <dsp:cNvPr id="0" name=""/>
        <dsp:cNvSpPr/>
      </dsp:nvSpPr>
      <dsp:spPr>
        <a:xfrm>
          <a:off x="0" y="1304145"/>
          <a:ext cx="9701953" cy="1042959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42744BAA-349E-45BE-91A2-8E57BDCC881D}">
      <dsp:nvSpPr>
        <dsp:cNvPr id="0" name=""/>
        <dsp:cNvSpPr/>
      </dsp:nvSpPr>
      <dsp:spPr>
        <a:xfrm>
          <a:off x="315495" y="1538811"/>
          <a:ext cx="573627" cy="573627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FB34BD8-D565-44EC-82F8-49A711CF5F5A}">
      <dsp:nvSpPr>
        <dsp:cNvPr id="0" name=""/>
        <dsp:cNvSpPr/>
      </dsp:nvSpPr>
      <dsp:spPr>
        <a:xfrm>
          <a:off x="1204618" y="1304145"/>
          <a:ext cx="4365878" cy="104295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10380" tIns="110380" rIns="110380" bIns="110380" numCol="1" spcCol="1270" anchor="ctr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/>
            <a:t>whose input nSequence value is</a:t>
          </a:r>
        </a:p>
      </dsp:txBody>
      <dsp:txXfrm>
        <a:off x="1204618" y="1304145"/>
        <a:ext cx="4365878" cy="1042959"/>
      </dsp:txXfrm>
    </dsp:sp>
    <dsp:sp modelId="{F3141DD4-89B2-47B4-9725-EBE730C75121}">
      <dsp:nvSpPr>
        <dsp:cNvPr id="0" name=""/>
        <dsp:cNvSpPr/>
      </dsp:nvSpPr>
      <dsp:spPr>
        <a:xfrm>
          <a:off x="5570497" y="1304145"/>
          <a:ext cx="4131455" cy="104295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10380" tIns="110380" rIns="110380" bIns="110380" numCol="1" spcCol="1270" anchor="ctr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greater than or equal to the </a:t>
          </a:r>
          <a:r>
            <a:rPr lang="en-US" sz="1500" b="1" kern="1200"/>
            <a:t>CSV</a:t>
          </a:r>
          <a:r>
            <a:rPr lang="en-US" sz="1500" kern="1200"/>
            <a:t> parameter.</a:t>
          </a:r>
        </a:p>
      </dsp:txBody>
      <dsp:txXfrm>
        <a:off x="5570497" y="1304145"/>
        <a:ext cx="4131455" cy="1042959"/>
      </dsp:txXfrm>
    </dsp:sp>
    <dsp:sp modelId="{6BF81FDC-9934-4CA8-B4A0-E268CF5629EB}">
      <dsp:nvSpPr>
        <dsp:cNvPr id="0" name=""/>
        <dsp:cNvSpPr/>
      </dsp:nvSpPr>
      <dsp:spPr>
        <a:xfrm>
          <a:off x="0" y="2607844"/>
          <a:ext cx="9701953" cy="1042959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C06AC644-0795-4EC4-9A87-0A3721F46291}">
      <dsp:nvSpPr>
        <dsp:cNvPr id="0" name=""/>
        <dsp:cNvSpPr/>
      </dsp:nvSpPr>
      <dsp:spPr>
        <a:xfrm>
          <a:off x="315495" y="2842510"/>
          <a:ext cx="573627" cy="573627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0CC6246-7D0E-41FA-AE44-68CBF9E60068}">
      <dsp:nvSpPr>
        <dsp:cNvPr id="0" name=""/>
        <dsp:cNvSpPr/>
      </dsp:nvSpPr>
      <dsp:spPr>
        <a:xfrm>
          <a:off x="1204618" y="2607844"/>
          <a:ext cx="4365878" cy="104295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10380" tIns="110380" rIns="110380" bIns="110380" numCol="1" spcCol="1270" anchor="ctr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/>
            <a:t>this restricts spending the UTXO </a:t>
          </a:r>
        </a:p>
      </dsp:txBody>
      <dsp:txXfrm>
        <a:off x="1204618" y="2607844"/>
        <a:ext cx="4365878" cy="1042959"/>
      </dsp:txXfrm>
    </dsp:sp>
    <dsp:sp modelId="{3A51DFBC-CA4B-4AE9-B138-D9293DBBE65C}">
      <dsp:nvSpPr>
        <dsp:cNvPr id="0" name=""/>
        <dsp:cNvSpPr/>
      </dsp:nvSpPr>
      <dsp:spPr>
        <a:xfrm>
          <a:off x="5570497" y="2607844"/>
          <a:ext cx="4131455" cy="104295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10380" tIns="110380" rIns="110380" bIns="110380" numCol="1" spcCol="1270" anchor="ctr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until a certain number of blocks or</a:t>
          </a:r>
          <a:r>
            <a:rPr lang="tr-TR" sz="1500" kern="1200"/>
            <a:t> </a:t>
          </a:r>
          <a:r>
            <a:rPr lang="en-US" sz="1500" kern="1200"/>
            <a:t>seconds have elapsed 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relative to the time the UTXO was mined.</a:t>
          </a:r>
        </a:p>
      </dsp:txBody>
      <dsp:txXfrm>
        <a:off x="5570497" y="2607844"/>
        <a:ext cx="4131455" cy="1042959"/>
      </dsp:txXfrm>
    </dsp:sp>
  </dsp:spTree>
</dsp:drawing>
</file>

<file path=ppt/diagrams/drawing7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29EE473-C2CC-44D7-BA92-66B6114640EE}">
      <dsp:nvSpPr>
        <dsp:cNvPr id="0" name=""/>
        <dsp:cNvSpPr/>
      </dsp:nvSpPr>
      <dsp:spPr>
        <a:xfrm>
          <a:off x="1556976" y="9270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7ED6E71-87C9-4151-B455-00AF0D49F96B}">
      <dsp:nvSpPr>
        <dsp:cNvPr id="0" name=""/>
        <dsp:cNvSpPr/>
      </dsp:nvSpPr>
      <dsp:spPr>
        <a:xfrm>
          <a:off x="152976" y="1677477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Usage</a:t>
          </a:r>
          <a:endParaRPr lang="en-US" sz="3600" kern="1200"/>
        </a:p>
      </dsp:txBody>
      <dsp:txXfrm>
        <a:off x="152976" y="1677477"/>
        <a:ext cx="4320000" cy="648000"/>
      </dsp:txXfrm>
    </dsp:sp>
    <dsp:sp modelId="{8082B8B6-77AD-4805-8B01-11311297A6ED}">
      <dsp:nvSpPr>
        <dsp:cNvPr id="0" name=""/>
        <dsp:cNvSpPr/>
      </dsp:nvSpPr>
      <dsp:spPr>
        <a:xfrm>
          <a:off x="152976" y="2398131"/>
          <a:ext cx="4320000" cy="124384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Relative </a:t>
          </a:r>
          <a:r>
            <a:rPr lang="en-US" sz="1700" kern="1200" dirty="0" err="1"/>
            <a:t>timelocks</a:t>
          </a:r>
          <a:r>
            <a:rPr lang="en-US" sz="1700" kern="1200" dirty="0"/>
            <a:t> with CSV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are especially useful when several (chained) transactions</a:t>
          </a:r>
          <a:r>
            <a:rPr lang="tr-TR" sz="1700" kern="1200"/>
            <a:t> 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are created and signed, </a:t>
          </a:r>
        </a:p>
      </dsp:txBody>
      <dsp:txXfrm>
        <a:off x="152976" y="2398131"/>
        <a:ext cx="4320000" cy="1243847"/>
      </dsp:txXfrm>
    </dsp:sp>
    <dsp:sp modelId="{76C44E74-BD8E-4C29-9679-42D426149446}">
      <dsp:nvSpPr>
        <dsp:cNvPr id="0" name=""/>
        <dsp:cNvSpPr/>
      </dsp:nvSpPr>
      <dsp:spPr>
        <a:xfrm>
          <a:off x="6632976" y="9270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41091D7-6B58-46CB-A49B-C2048CCD5B5F}">
      <dsp:nvSpPr>
        <dsp:cNvPr id="0" name=""/>
        <dsp:cNvSpPr/>
      </dsp:nvSpPr>
      <dsp:spPr>
        <a:xfrm>
          <a:off x="5228976" y="1677477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Off-chain</a:t>
          </a:r>
          <a:endParaRPr lang="en-US" sz="3600" kern="1200"/>
        </a:p>
      </dsp:txBody>
      <dsp:txXfrm>
        <a:off x="5228976" y="1677477"/>
        <a:ext cx="4320000" cy="648000"/>
      </dsp:txXfrm>
    </dsp:sp>
    <dsp:sp modelId="{AF7BC5D1-0404-48CF-8F83-F549BA65433C}">
      <dsp:nvSpPr>
        <dsp:cNvPr id="0" name=""/>
        <dsp:cNvSpPr/>
      </dsp:nvSpPr>
      <dsp:spPr>
        <a:xfrm>
          <a:off x="5228976" y="2398131"/>
          <a:ext cx="4320000" cy="124384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but </a:t>
          </a:r>
          <a:r>
            <a:rPr lang="en-US" sz="1700" kern="1200" dirty="0"/>
            <a:t>not propagated,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when they’re kept “off-chain.</a:t>
          </a:r>
        </a:p>
      </dsp:txBody>
      <dsp:txXfrm>
        <a:off x="5228976" y="2398131"/>
        <a:ext cx="4320000" cy="1243847"/>
      </dsp:txXfrm>
    </dsp:sp>
  </dsp:spTree>
</dsp:drawing>
</file>

<file path=ppt/diagrams/drawing7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EFE89C9-FF62-4825-A2C1-E7A8B7464052}">
      <dsp:nvSpPr>
        <dsp:cNvPr id="0" name=""/>
        <dsp:cNvSpPr/>
      </dsp:nvSpPr>
      <dsp:spPr>
        <a:xfrm>
          <a:off x="0" y="593328"/>
          <a:ext cx="9701953" cy="109537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C058A46B-CE07-4053-BFBB-3ADC32B92732}">
      <dsp:nvSpPr>
        <dsp:cNvPr id="0" name=""/>
        <dsp:cNvSpPr/>
      </dsp:nvSpPr>
      <dsp:spPr>
        <a:xfrm>
          <a:off x="331350" y="839787"/>
          <a:ext cx="602456" cy="602456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solidFill>
            <a:schemeClr val="lt2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CD1D2BB-E97F-443E-9751-2DC2AF546865}">
      <dsp:nvSpPr>
        <dsp:cNvPr id="0" name=""/>
        <dsp:cNvSpPr/>
      </dsp:nvSpPr>
      <dsp:spPr>
        <a:xfrm>
          <a:off x="1265158" y="593328"/>
          <a:ext cx="4365878" cy="109537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15927" tIns="115927" rIns="115927" bIns="115927" numCol="1" spcCol="1270" anchor="ctr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/>
            <a:t>A child</a:t>
          </a:r>
          <a:r>
            <a:rPr lang="tr-TR" sz="2500" kern="1200"/>
            <a:t> </a:t>
          </a:r>
          <a:r>
            <a:rPr lang="en-US" sz="2500" kern="1200"/>
            <a:t>transaction cannot be used </a:t>
          </a:r>
        </a:p>
      </dsp:txBody>
      <dsp:txXfrm>
        <a:off x="1265158" y="593328"/>
        <a:ext cx="4365878" cy="1095375"/>
      </dsp:txXfrm>
    </dsp:sp>
    <dsp:sp modelId="{89D9043C-E25B-4874-968B-A64F4A843DA8}">
      <dsp:nvSpPr>
        <dsp:cNvPr id="0" name=""/>
        <dsp:cNvSpPr/>
      </dsp:nvSpPr>
      <dsp:spPr>
        <a:xfrm>
          <a:off x="5631036" y="593328"/>
          <a:ext cx="4070916" cy="109537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15927" tIns="115927" rIns="115927" bIns="115927" numCol="1" spcCol="1270" anchor="ctr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/>
            <a:t>until the parent transaction has been </a:t>
          </a:r>
        </a:p>
      </dsp:txBody>
      <dsp:txXfrm>
        <a:off x="5631036" y="593328"/>
        <a:ext cx="4070916" cy="1095375"/>
      </dsp:txXfrm>
    </dsp:sp>
    <dsp:sp modelId="{0D27AC51-3945-486C-98E4-7C1B34C18849}">
      <dsp:nvSpPr>
        <dsp:cNvPr id="0" name=""/>
        <dsp:cNvSpPr/>
      </dsp:nvSpPr>
      <dsp:spPr>
        <a:xfrm>
          <a:off x="0" y="1962546"/>
          <a:ext cx="9701953" cy="109537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B2A7EDB4-021C-4C73-85A1-9A35D78DB42D}">
      <dsp:nvSpPr>
        <dsp:cNvPr id="0" name=""/>
        <dsp:cNvSpPr/>
      </dsp:nvSpPr>
      <dsp:spPr>
        <a:xfrm>
          <a:off x="331350" y="2209006"/>
          <a:ext cx="602456" cy="602456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2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164E986-0904-4B26-8FF5-BBE6A70FE8A6}">
      <dsp:nvSpPr>
        <dsp:cNvPr id="0" name=""/>
        <dsp:cNvSpPr/>
      </dsp:nvSpPr>
      <dsp:spPr>
        <a:xfrm>
          <a:off x="1265158" y="1962546"/>
          <a:ext cx="4365878" cy="109537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15927" tIns="115927" rIns="115927" bIns="115927" numCol="1" spcCol="1270" anchor="ctr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/>
            <a:t>propagated, mined,</a:t>
          </a:r>
          <a:r>
            <a:rPr lang="tr-TR" sz="2500" kern="1200"/>
            <a:t> </a:t>
          </a:r>
          <a:r>
            <a:rPr lang="en-US" sz="2500" kern="1200"/>
            <a:t>and aged </a:t>
          </a:r>
        </a:p>
      </dsp:txBody>
      <dsp:txXfrm>
        <a:off x="1265158" y="1962546"/>
        <a:ext cx="4365878" cy="1095375"/>
      </dsp:txXfrm>
    </dsp:sp>
    <dsp:sp modelId="{46F43489-FADE-4131-A930-85D3B775F9E2}">
      <dsp:nvSpPr>
        <dsp:cNvPr id="0" name=""/>
        <dsp:cNvSpPr/>
      </dsp:nvSpPr>
      <dsp:spPr>
        <a:xfrm>
          <a:off x="5631036" y="1962546"/>
          <a:ext cx="4070916" cy="109537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15927" tIns="115927" rIns="115927" bIns="115927" numCol="1" spcCol="1270" anchor="ctr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/>
            <a:t>by the time specified in the relative timelock.</a:t>
          </a:r>
        </a:p>
      </dsp:txBody>
      <dsp:txXfrm>
        <a:off x="5631036" y="1962546"/>
        <a:ext cx="4070916" cy="1095375"/>
      </dsp:txXfrm>
    </dsp:sp>
  </dsp:spTree>
</dsp:drawing>
</file>

<file path=ppt/diagrams/drawing7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B204072-E780-44CA-8ED1-21B743E1FDBB}">
      <dsp:nvSpPr>
        <dsp:cNvPr id="0" name=""/>
        <dsp:cNvSpPr/>
      </dsp:nvSpPr>
      <dsp:spPr>
        <a:xfrm>
          <a:off x="943992" y="744156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1A5A7BC-BE60-4317-997D-8DB7D1B73D60}">
      <dsp:nvSpPr>
        <dsp:cNvPr id="0" name=""/>
        <dsp:cNvSpPr/>
      </dsp:nvSpPr>
      <dsp:spPr>
        <a:xfrm>
          <a:off x="3421" y="185008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As part of the activation of relative timelocks, </a:t>
          </a:r>
        </a:p>
      </dsp:txBody>
      <dsp:txXfrm>
        <a:off x="3421" y="1850084"/>
        <a:ext cx="2894062" cy="434109"/>
      </dsp:txXfrm>
    </dsp:sp>
    <dsp:sp modelId="{15C23D6F-2CEC-4231-BD8E-08D6B2CBC633}">
      <dsp:nvSpPr>
        <dsp:cNvPr id="0" name=""/>
        <dsp:cNvSpPr/>
      </dsp:nvSpPr>
      <dsp:spPr>
        <a:xfrm>
          <a:off x="3421" y="2327452"/>
          <a:ext cx="2894062" cy="5796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there was also a change in the way</a:t>
          </a:r>
          <a:r>
            <a:rPr lang="tr-TR" sz="1100" kern="1200"/>
            <a:t> </a:t>
          </a:r>
          <a:r>
            <a:rPr lang="en-US" sz="1100" kern="1200"/>
            <a:t>“time” is calculated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for timelocks (both absolute and relative). </a:t>
          </a:r>
        </a:p>
      </dsp:txBody>
      <dsp:txXfrm>
        <a:off x="3421" y="2327452"/>
        <a:ext cx="2894062" cy="579641"/>
      </dsp:txXfrm>
    </dsp:sp>
    <dsp:sp modelId="{4BF78313-8883-4010-A3BE-151C9C2CA28A}">
      <dsp:nvSpPr>
        <dsp:cNvPr id="0" name=""/>
        <dsp:cNvSpPr/>
      </dsp:nvSpPr>
      <dsp:spPr>
        <a:xfrm>
          <a:off x="4344515" y="744156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7CAAD55-83F2-4561-9744-1222E034EE2D}">
      <dsp:nvSpPr>
        <dsp:cNvPr id="0" name=""/>
        <dsp:cNvSpPr/>
      </dsp:nvSpPr>
      <dsp:spPr>
        <a:xfrm>
          <a:off x="3403945" y="185008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In bitcoin there is a</a:t>
          </a:r>
          <a:r>
            <a:rPr lang="tr-TR" sz="1400" kern="1200"/>
            <a:t> </a:t>
          </a:r>
          <a:r>
            <a:rPr lang="en-US" sz="1400" kern="1200"/>
            <a:t>subtle, </a:t>
          </a:r>
        </a:p>
      </dsp:txBody>
      <dsp:txXfrm>
        <a:off x="3403945" y="1850084"/>
        <a:ext cx="2894062" cy="434109"/>
      </dsp:txXfrm>
    </dsp:sp>
    <dsp:sp modelId="{CA6556AE-14B0-4614-AC6F-B7D36A725C99}">
      <dsp:nvSpPr>
        <dsp:cNvPr id="0" name=""/>
        <dsp:cNvSpPr/>
      </dsp:nvSpPr>
      <dsp:spPr>
        <a:xfrm>
          <a:off x="3403945" y="2327452"/>
          <a:ext cx="2894062" cy="5796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but very significant, difference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between wall time and consensus time.</a:t>
          </a:r>
        </a:p>
      </dsp:txBody>
      <dsp:txXfrm>
        <a:off x="3403945" y="2327452"/>
        <a:ext cx="2894062" cy="579641"/>
      </dsp:txXfrm>
    </dsp:sp>
    <dsp:sp modelId="{679DC872-BCF3-46A6-8F2C-1B1AD86887D6}">
      <dsp:nvSpPr>
        <dsp:cNvPr id="0" name=""/>
        <dsp:cNvSpPr/>
      </dsp:nvSpPr>
      <dsp:spPr>
        <a:xfrm>
          <a:off x="7745039" y="744156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590EF9F-C2B8-4D85-B2FB-214D18B1A3CB}">
      <dsp:nvSpPr>
        <dsp:cNvPr id="0" name=""/>
        <dsp:cNvSpPr/>
      </dsp:nvSpPr>
      <dsp:spPr>
        <a:xfrm>
          <a:off x="6804468" y="185008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Bitcoin </a:t>
          </a:r>
          <a:r>
            <a:rPr lang="en-US" sz="1400" kern="1200"/>
            <a:t>is a decentralized network, </a:t>
          </a:r>
        </a:p>
      </dsp:txBody>
      <dsp:txXfrm>
        <a:off x="6804468" y="1850084"/>
        <a:ext cx="2894062" cy="434109"/>
      </dsp:txXfrm>
    </dsp:sp>
    <dsp:sp modelId="{3CF2CBBE-FBB6-44FF-94FE-D0696AF58C9B}">
      <dsp:nvSpPr>
        <dsp:cNvPr id="0" name=""/>
        <dsp:cNvSpPr/>
      </dsp:nvSpPr>
      <dsp:spPr>
        <a:xfrm>
          <a:off x="6804468" y="2327452"/>
          <a:ext cx="2894062" cy="5796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which means that each participant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has his or her own perspective</a:t>
          </a:r>
          <a:r>
            <a:rPr lang="tr-TR" sz="1100" kern="1200"/>
            <a:t> </a:t>
          </a:r>
          <a:r>
            <a:rPr lang="en-US" sz="1100" kern="1200"/>
            <a:t>of time. </a:t>
          </a:r>
        </a:p>
      </dsp:txBody>
      <dsp:txXfrm>
        <a:off x="6804468" y="2327452"/>
        <a:ext cx="2894062" cy="579641"/>
      </dsp:txXfrm>
    </dsp:sp>
  </dsp:spTree>
</dsp:drawing>
</file>

<file path=ppt/diagrams/drawing7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723CD71-5B12-4102-818B-EB974471F025}">
      <dsp:nvSpPr>
        <dsp:cNvPr id="0" name=""/>
        <dsp:cNvSpPr/>
      </dsp:nvSpPr>
      <dsp:spPr>
        <a:xfrm>
          <a:off x="698671" y="879740"/>
          <a:ext cx="750093" cy="750093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908CE93-DACD-4B5C-AB07-C0E97BE55B52}">
      <dsp:nvSpPr>
        <dsp:cNvPr id="0" name=""/>
        <dsp:cNvSpPr/>
      </dsp:nvSpPr>
      <dsp:spPr>
        <a:xfrm>
          <a:off x="2156" y="1711180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Events on the network </a:t>
          </a:r>
        </a:p>
      </dsp:txBody>
      <dsp:txXfrm>
        <a:off x="2156" y="1711180"/>
        <a:ext cx="2143124" cy="442019"/>
      </dsp:txXfrm>
    </dsp:sp>
    <dsp:sp modelId="{892610AC-F182-4FA4-9523-AB14F2EEAAC1}">
      <dsp:nvSpPr>
        <dsp:cNvPr id="0" name=""/>
        <dsp:cNvSpPr/>
      </dsp:nvSpPr>
      <dsp:spPr>
        <a:xfrm>
          <a:off x="2156" y="2191035"/>
          <a:ext cx="2143124" cy="580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do not occur instantaneously everywhere.</a:t>
          </a:r>
        </a:p>
      </dsp:txBody>
      <dsp:txXfrm>
        <a:off x="2156" y="2191035"/>
        <a:ext cx="2143124" cy="580473"/>
      </dsp:txXfrm>
    </dsp:sp>
    <dsp:sp modelId="{9538E875-FB3D-467A-87B9-47DB4055AA5C}">
      <dsp:nvSpPr>
        <dsp:cNvPr id="0" name=""/>
        <dsp:cNvSpPr/>
      </dsp:nvSpPr>
      <dsp:spPr>
        <a:xfrm>
          <a:off x="3216843" y="879740"/>
          <a:ext cx="750093" cy="750093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0471B2A-7511-489B-8C55-90FE76E93A15}">
      <dsp:nvSpPr>
        <dsp:cNvPr id="0" name=""/>
        <dsp:cNvSpPr/>
      </dsp:nvSpPr>
      <dsp:spPr>
        <a:xfrm>
          <a:off x="2520328" y="1711180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Network latency </a:t>
          </a:r>
        </a:p>
      </dsp:txBody>
      <dsp:txXfrm>
        <a:off x="2520328" y="1711180"/>
        <a:ext cx="2143124" cy="442019"/>
      </dsp:txXfrm>
    </dsp:sp>
    <dsp:sp modelId="{933D7D8E-DDA1-4A48-A908-5020B477FE16}">
      <dsp:nvSpPr>
        <dsp:cNvPr id="0" name=""/>
        <dsp:cNvSpPr/>
      </dsp:nvSpPr>
      <dsp:spPr>
        <a:xfrm>
          <a:off x="2520328" y="2191035"/>
          <a:ext cx="2143124" cy="580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must be factored into the perspective of each node. </a:t>
          </a:r>
        </a:p>
      </dsp:txBody>
      <dsp:txXfrm>
        <a:off x="2520328" y="2191035"/>
        <a:ext cx="2143124" cy="580473"/>
      </dsp:txXfrm>
    </dsp:sp>
    <dsp:sp modelId="{E4CD8AE9-6E49-40A4-875C-E4BBD0095B3E}">
      <dsp:nvSpPr>
        <dsp:cNvPr id="0" name=""/>
        <dsp:cNvSpPr/>
      </dsp:nvSpPr>
      <dsp:spPr>
        <a:xfrm>
          <a:off x="5735015" y="879740"/>
          <a:ext cx="750093" cy="750093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DDA1F58-68F5-4C53-8E48-C2BB7670F68F}">
      <dsp:nvSpPr>
        <dsp:cNvPr id="0" name=""/>
        <dsp:cNvSpPr/>
      </dsp:nvSpPr>
      <dsp:spPr>
        <a:xfrm>
          <a:off x="5038499" y="1711180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Eventually</a:t>
          </a:r>
          <a:r>
            <a:rPr lang="tr-TR" sz="1400" kern="1200"/>
            <a:t> </a:t>
          </a:r>
          <a:r>
            <a:rPr lang="en-US" sz="1400" kern="1200"/>
            <a:t>everything is synchronized </a:t>
          </a:r>
        </a:p>
      </dsp:txBody>
      <dsp:txXfrm>
        <a:off x="5038499" y="1711180"/>
        <a:ext cx="2143124" cy="442019"/>
      </dsp:txXfrm>
    </dsp:sp>
    <dsp:sp modelId="{7CE25D8A-BADE-43BF-8080-3AF456007314}">
      <dsp:nvSpPr>
        <dsp:cNvPr id="0" name=""/>
        <dsp:cNvSpPr/>
      </dsp:nvSpPr>
      <dsp:spPr>
        <a:xfrm>
          <a:off x="5038499" y="2191035"/>
          <a:ext cx="2143124" cy="580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create a common ledger. </a:t>
          </a:r>
        </a:p>
      </dsp:txBody>
      <dsp:txXfrm>
        <a:off x="5038499" y="2191035"/>
        <a:ext cx="2143124" cy="580473"/>
      </dsp:txXfrm>
    </dsp:sp>
    <dsp:sp modelId="{55BEDC93-1A44-47C0-8A4E-FCB855648196}">
      <dsp:nvSpPr>
        <dsp:cNvPr id="0" name=""/>
        <dsp:cNvSpPr/>
      </dsp:nvSpPr>
      <dsp:spPr>
        <a:xfrm>
          <a:off x="8253187" y="879740"/>
          <a:ext cx="750093" cy="750093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86BF411-4CD7-41C5-AF84-9349B7F91E2C}">
      <dsp:nvSpPr>
        <dsp:cNvPr id="0" name=""/>
        <dsp:cNvSpPr/>
      </dsp:nvSpPr>
      <dsp:spPr>
        <a:xfrm>
          <a:off x="7556671" y="1711180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Bitcoin reaches consensus</a:t>
          </a:r>
          <a:r>
            <a:rPr lang="tr-TR" sz="1400" kern="1200"/>
            <a:t> </a:t>
          </a:r>
          <a:endParaRPr lang="en-US" sz="1400" kern="1200"/>
        </a:p>
      </dsp:txBody>
      <dsp:txXfrm>
        <a:off x="7556671" y="1711180"/>
        <a:ext cx="2143124" cy="442019"/>
      </dsp:txXfrm>
    </dsp:sp>
    <dsp:sp modelId="{8400ACF5-00F6-4144-842A-0B6560977E6D}">
      <dsp:nvSpPr>
        <dsp:cNvPr id="0" name=""/>
        <dsp:cNvSpPr/>
      </dsp:nvSpPr>
      <dsp:spPr>
        <a:xfrm>
          <a:off x="7556671" y="2191035"/>
          <a:ext cx="2143124" cy="580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every 10 minutes about the state of the ledger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as it existed in the </a:t>
          </a:r>
          <a:r>
            <a:rPr lang="en-US" sz="1100" i="1" kern="1200"/>
            <a:t>past</a:t>
          </a:r>
          <a:r>
            <a:rPr lang="en-US" sz="1100" kern="1200"/>
            <a:t>.</a:t>
          </a:r>
        </a:p>
      </dsp:txBody>
      <dsp:txXfrm>
        <a:off x="7556671" y="2191035"/>
        <a:ext cx="2143124" cy="580473"/>
      </dsp:txXfrm>
    </dsp:sp>
  </dsp:spTree>
</dsp:drawing>
</file>

<file path=ppt/diagrams/drawing7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B2820A0-3199-4ABE-9EDF-8078EB833C8F}">
      <dsp:nvSpPr>
        <dsp:cNvPr id="0" name=""/>
        <dsp:cNvSpPr/>
      </dsp:nvSpPr>
      <dsp:spPr>
        <a:xfrm>
          <a:off x="943992" y="826539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599711C-4A39-44B7-9AE9-F981D5805D3D}">
      <dsp:nvSpPr>
        <dsp:cNvPr id="0" name=""/>
        <dsp:cNvSpPr/>
      </dsp:nvSpPr>
      <dsp:spPr>
        <a:xfrm>
          <a:off x="3421" y="192538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kern="1200"/>
            <a:t>The timestamps </a:t>
          </a:r>
        </a:p>
      </dsp:txBody>
      <dsp:txXfrm>
        <a:off x="3421" y="1925383"/>
        <a:ext cx="2894062" cy="434109"/>
      </dsp:txXfrm>
    </dsp:sp>
    <dsp:sp modelId="{7BEE0E54-5922-45A1-B649-B87E8E8E7266}">
      <dsp:nvSpPr>
        <dsp:cNvPr id="0" name=""/>
        <dsp:cNvSpPr/>
      </dsp:nvSpPr>
      <dsp:spPr>
        <a:xfrm>
          <a:off x="3421" y="2399455"/>
          <a:ext cx="2894062" cy="4252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set in block headers are set by the miners. </a:t>
          </a:r>
        </a:p>
      </dsp:txBody>
      <dsp:txXfrm>
        <a:off x="3421" y="2399455"/>
        <a:ext cx="2894062" cy="425254"/>
      </dsp:txXfrm>
    </dsp:sp>
    <dsp:sp modelId="{AC110E21-AADC-4153-B683-FC6A5AA05289}">
      <dsp:nvSpPr>
        <dsp:cNvPr id="0" name=""/>
        <dsp:cNvSpPr/>
      </dsp:nvSpPr>
      <dsp:spPr>
        <a:xfrm>
          <a:off x="4344515" y="826539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844702B-88C7-4937-A6D8-129344E3747C}">
      <dsp:nvSpPr>
        <dsp:cNvPr id="0" name=""/>
        <dsp:cNvSpPr/>
      </dsp:nvSpPr>
      <dsp:spPr>
        <a:xfrm>
          <a:off x="3403945" y="192538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kern="1200"/>
            <a:t>There is a certain degree of</a:t>
          </a:r>
          <a:r>
            <a:rPr lang="tr-TR" sz="1500" kern="1200"/>
            <a:t> </a:t>
          </a:r>
          <a:r>
            <a:rPr lang="en-US" sz="1500" kern="1200"/>
            <a:t>latitude </a:t>
          </a:r>
        </a:p>
      </dsp:txBody>
      <dsp:txXfrm>
        <a:off x="3403945" y="1925383"/>
        <a:ext cx="2894062" cy="434109"/>
      </dsp:txXfrm>
    </dsp:sp>
    <dsp:sp modelId="{147DEB51-13E5-4DE5-A54D-FD57683B9791}">
      <dsp:nvSpPr>
        <dsp:cNvPr id="0" name=""/>
        <dsp:cNvSpPr/>
      </dsp:nvSpPr>
      <dsp:spPr>
        <a:xfrm>
          <a:off x="3403945" y="2399455"/>
          <a:ext cx="2894062" cy="4252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allowed by the consensus rules </a:t>
          </a:r>
        </a:p>
      </dsp:txBody>
      <dsp:txXfrm>
        <a:off x="3403945" y="2399455"/>
        <a:ext cx="2894062" cy="425254"/>
      </dsp:txXfrm>
    </dsp:sp>
    <dsp:sp modelId="{D4B4D447-AE0A-4A51-B8F5-E74A3099FAF9}">
      <dsp:nvSpPr>
        <dsp:cNvPr id="0" name=""/>
        <dsp:cNvSpPr/>
      </dsp:nvSpPr>
      <dsp:spPr>
        <a:xfrm>
          <a:off x="7745039" y="826539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E314ADF-F549-48DD-AE8E-813826437148}">
      <dsp:nvSpPr>
        <dsp:cNvPr id="0" name=""/>
        <dsp:cNvSpPr/>
      </dsp:nvSpPr>
      <dsp:spPr>
        <a:xfrm>
          <a:off x="6804468" y="192538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kern="1200"/>
            <a:t>to account </a:t>
          </a:r>
        </a:p>
      </dsp:txBody>
      <dsp:txXfrm>
        <a:off x="6804468" y="1925383"/>
        <a:ext cx="2894062" cy="434109"/>
      </dsp:txXfrm>
    </dsp:sp>
    <dsp:sp modelId="{C14EA977-B09E-4B86-9301-E99250ED6E25}">
      <dsp:nvSpPr>
        <dsp:cNvPr id="0" name=""/>
        <dsp:cNvSpPr/>
      </dsp:nvSpPr>
      <dsp:spPr>
        <a:xfrm>
          <a:off x="6804468" y="2399455"/>
          <a:ext cx="2894062" cy="4252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for differences in clock accuracy</a:t>
          </a:r>
          <a:r>
            <a:rPr lang="tr-TR" sz="1100" kern="1200"/>
            <a:t> </a:t>
          </a:r>
          <a:endParaRPr lang="en-US" sz="1100" kern="1200"/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between decentralized nodes. </a:t>
          </a:r>
        </a:p>
      </dsp:txBody>
      <dsp:txXfrm>
        <a:off x="6804468" y="2399455"/>
        <a:ext cx="2894062" cy="425254"/>
      </dsp:txXfrm>
    </dsp:sp>
  </dsp:spTree>
</dsp:drawing>
</file>

<file path=ppt/diagrams/drawing7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09185F9-6113-4573-9281-109E754FA829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5600EDE-CF4C-4C07-BA43-1B7B2B0C3A5E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600" kern="1200"/>
            <a:t>However, this creates</a:t>
          </a:r>
        </a:p>
      </dsp:txBody>
      <dsp:txXfrm>
        <a:off x="152976" y="1981055"/>
        <a:ext cx="4320000" cy="648000"/>
      </dsp:txXfrm>
    </dsp:sp>
    <dsp:sp modelId="{C122FD84-7743-4F70-BCB4-8FB9896C8BC7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 unfortunate incentive for miners</a:t>
          </a:r>
          <a:r>
            <a:rPr lang="tr-TR" sz="1700" kern="1200"/>
            <a:t> 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lie about the time in a block </a:t>
          </a:r>
        </a:p>
      </dsp:txBody>
      <dsp:txXfrm>
        <a:off x="152976" y="2688423"/>
        <a:ext cx="4320000" cy="621412"/>
      </dsp:txXfrm>
    </dsp:sp>
    <dsp:sp modelId="{10F538F2-8054-4FF6-A1CC-F411975454D6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7F9F35C-26F9-48DF-8A91-063CD09E9307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600" kern="1200"/>
            <a:t>to earn extra fees </a:t>
          </a:r>
        </a:p>
      </dsp:txBody>
      <dsp:txXfrm>
        <a:off x="5228976" y="1981055"/>
        <a:ext cx="4320000" cy="648000"/>
      </dsp:txXfrm>
    </dsp:sp>
    <dsp:sp modelId="{EF735B4E-254D-4746-AF36-1B71A9571B7B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by including timelocked</a:t>
          </a:r>
          <a:r>
            <a:rPr lang="tr-TR" sz="1700" kern="1200"/>
            <a:t> </a:t>
          </a:r>
          <a:r>
            <a:rPr lang="en-US" sz="1700" kern="1200"/>
            <a:t>transactions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that are not yet mature.</a:t>
          </a:r>
        </a:p>
      </dsp:txBody>
      <dsp:txXfrm>
        <a:off x="5228976" y="2688423"/>
        <a:ext cx="4320000" cy="621412"/>
      </dsp:txXfrm>
    </dsp:sp>
  </dsp:spTree>
</dsp:drawing>
</file>

<file path=ppt/diagrams/drawing8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FCC6EFC-5A24-4255-9093-9523FA56086D}">
      <dsp:nvSpPr>
        <dsp:cNvPr id="0" name=""/>
        <dsp:cNvSpPr/>
      </dsp:nvSpPr>
      <dsp:spPr>
        <a:xfrm>
          <a:off x="943992" y="436081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7580680-7604-4D20-BF81-10C3B65B34E7}">
      <dsp:nvSpPr>
        <dsp:cNvPr id="0" name=""/>
        <dsp:cNvSpPr/>
      </dsp:nvSpPr>
      <dsp:spPr>
        <a:xfrm>
          <a:off x="3421" y="156850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200" kern="1200"/>
            <a:t>To remove the incentive </a:t>
          </a:r>
        </a:p>
      </dsp:txBody>
      <dsp:txXfrm>
        <a:off x="3421" y="1568504"/>
        <a:ext cx="2894062" cy="434109"/>
      </dsp:txXfrm>
    </dsp:sp>
    <dsp:sp modelId="{2A0F8C30-5C5F-47D7-B4AB-B9EBAB2FF244}">
      <dsp:nvSpPr>
        <dsp:cNvPr id="0" name=""/>
        <dsp:cNvSpPr/>
      </dsp:nvSpPr>
      <dsp:spPr>
        <a:xfrm>
          <a:off x="3421" y="2058195"/>
          <a:ext cx="2894062" cy="11569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lie and strengthen the security of timelocks,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 BIP was</a:t>
          </a:r>
          <a:r>
            <a:rPr lang="tr-TR" sz="1700" kern="1200"/>
            <a:t> </a:t>
          </a:r>
          <a:r>
            <a:rPr lang="en-US" sz="1700" kern="1200"/>
            <a:t>proposed and activated </a:t>
          </a:r>
        </a:p>
      </dsp:txBody>
      <dsp:txXfrm>
        <a:off x="3421" y="2058195"/>
        <a:ext cx="2894062" cy="1156972"/>
      </dsp:txXfrm>
    </dsp:sp>
    <dsp:sp modelId="{A865B2A9-465C-4F18-BAD2-4BFE81B7661F}">
      <dsp:nvSpPr>
        <dsp:cNvPr id="0" name=""/>
        <dsp:cNvSpPr/>
      </dsp:nvSpPr>
      <dsp:spPr>
        <a:xfrm>
          <a:off x="4344515" y="436081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CE8EEEF-C209-4BBB-9477-CF4430F08118}">
      <dsp:nvSpPr>
        <dsp:cNvPr id="0" name=""/>
        <dsp:cNvSpPr/>
      </dsp:nvSpPr>
      <dsp:spPr>
        <a:xfrm>
          <a:off x="3403945" y="156850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200" kern="1200"/>
            <a:t>at the same time </a:t>
          </a:r>
        </a:p>
      </dsp:txBody>
      <dsp:txXfrm>
        <a:off x="3403945" y="1568504"/>
        <a:ext cx="2894062" cy="434109"/>
      </dsp:txXfrm>
    </dsp:sp>
    <dsp:sp modelId="{825ECD9F-9A3C-4BB9-BDD8-3B31C0859EEB}">
      <dsp:nvSpPr>
        <dsp:cNvPr id="0" name=""/>
        <dsp:cNvSpPr/>
      </dsp:nvSpPr>
      <dsp:spPr>
        <a:xfrm>
          <a:off x="3403945" y="2058195"/>
          <a:ext cx="2894062" cy="11569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as the BIPs for relative timelocks. </a:t>
          </a:r>
        </a:p>
      </dsp:txBody>
      <dsp:txXfrm>
        <a:off x="3403945" y="2058195"/>
        <a:ext cx="2894062" cy="1156972"/>
      </dsp:txXfrm>
    </dsp:sp>
    <dsp:sp modelId="{AB37803C-EEA9-4D65-B7B8-5B4FE670D8C3}">
      <dsp:nvSpPr>
        <dsp:cNvPr id="0" name=""/>
        <dsp:cNvSpPr/>
      </dsp:nvSpPr>
      <dsp:spPr>
        <a:xfrm>
          <a:off x="7745039" y="436081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4C670EE-97F1-4343-BE9C-625A97BDDAE7}">
      <dsp:nvSpPr>
        <dsp:cNvPr id="0" name=""/>
        <dsp:cNvSpPr/>
      </dsp:nvSpPr>
      <dsp:spPr>
        <a:xfrm>
          <a:off x="6804468" y="156850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200" kern="1200"/>
            <a:t>This is</a:t>
          </a:r>
          <a:r>
            <a:rPr lang="tr-TR" sz="2200" kern="1200"/>
            <a:t> </a:t>
          </a:r>
          <a:r>
            <a:rPr lang="en-US" sz="2200" kern="1200"/>
            <a:t>BIP-113, </a:t>
          </a:r>
        </a:p>
      </dsp:txBody>
      <dsp:txXfrm>
        <a:off x="6804468" y="1568504"/>
        <a:ext cx="2894062" cy="434109"/>
      </dsp:txXfrm>
    </dsp:sp>
    <dsp:sp modelId="{12EBCFFA-E1F9-4C3F-BB39-1C90E6CA7CEA}">
      <dsp:nvSpPr>
        <dsp:cNvPr id="0" name=""/>
        <dsp:cNvSpPr/>
      </dsp:nvSpPr>
      <dsp:spPr>
        <a:xfrm>
          <a:off x="6804468" y="2058195"/>
          <a:ext cx="2894062" cy="11569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which defines a new consensus measurement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of time called </a:t>
          </a:r>
          <a:r>
            <a:rPr lang="en-US" sz="1700" i="1" kern="1200"/>
            <a:t>Median-Time-</a:t>
          </a:r>
          <a:r>
            <a:rPr lang="tr-TR" sz="1700" i="1" kern="1200"/>
            <a:t>Past</a:t>
          </a:r>
          <a:r>
            <a:rPr lang="tr-TR" sz="1700" kern="1200"/>
            <a:t>.</a:t>
          </a:r>
          <a:endParaRPr lang="en-US" sz="1700" kern="1200"/>
        </a:p>
      </dsp:txBody>
      <dsp:txXfrm>
        <a:off x="6804468" y="2058195"/>
        <a:ext cx="2894062" cy="1156972"/>
      </dsp:txXfrm>
    </dsp:sp>
  </dsp:spTree>
</dsp:drawing>
</file>

<file path=ppt/diagrams/drawing8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7C9784D-AB1F-4DA9-B1C6-B648EB43F96B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3117D0B-22A5-4C09-B061-01221371F24D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600" kern="1200"/>
            <a:t>Median-Time-Past is calculated </a:t>
          </a:r>
        </a:p>
      </dsp:txBody>
      <dsp:txXfrm>
        <a:off x="152976" y="1981055"/>
        <a:ext cx="4320000" cy="648000"/>
      </dsp:txXfrm>
    </dsp:sp>
    <dsp:sp modelId="{7E875E90-E4AF-4796-9B91-5EEF461977D8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by taking the timestamps of the last 11 blocks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and</a:t>
          </a:r>
          <a:r>
            <a:rPr lang="tr-TR" sz="1700" kern="1200"/>
            <a:t> </a:t>
          </a:r>
          <a:r>
            <a:rPr lang="en-US" sz="1700" kern="1200"/>
            <a:t>finding the median. </a:t>
          </a:r>
        </a:p>
      </dsp:txBody>
      <dsp:txXfrm>
        <a:off x="152976" y="2688423"/>
        <a:ext cx="4320000" cy="621412"/>
      </dsp:txXfrm>
    </dsp:sp>
    <dsp:sp modelId="{4F293631-166C-4AF4-884C-12A349245357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E2CCC51-C3AB-441D-B8A4-BB2FB9FDBBF5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600" kern="1200"/>
            <a:t>That median time </a:t>
          </a:r>
        </a:p>
      </dsp:txBody>
      <dsp:txXfrm>
        <a:off x="5228976" y="1981055"/>
        <a:ext cx="4320000" cy="648000"/>
      </dsp:txXfrm>
    </dsp:sp>
    <dsp:sp modelId="{1F8819A3-F4F1-419B-AD5F-A471F087BF34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then becomes consensus time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and is used for</a:t>
          </a:r>
          <a:r>
            <a:rPr lang="tr-TR" sz="1700" kern="1200"/>
            <a:t> all timelock calculations.</a:t>
          </a:r>
          <a:endParaRPr lang="en-US" sz="1700" kern="1200"/>
        </a:p>
      </dsp:txBody>
      <dsp:txXfrm>
        <a:off x="5228976" y="2688423"/>
        <a:ext cx="4320000" cy="621412"/>
      </dsp:txXfrm>
    </dsp:sp>
  </dsp:spTree>
</dsp:drawing>
</file>

<file path=ppt/diagrams/drawing8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EF1DE7F-4E4F-42AB-BD37-75D247FF3325}">
      <dsp:nvSpPr>
        <dsp:cNvPr id="0" name=""/>
        <dsp:cNvSpPr/>
      </dsp:nvSpPr>
      <dsp:spPr>
        <a:xfrm>
          <a:off x="1563406" y="38643"/>
          <a:ext cx="1509048" cy="1478549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6D04566-A6C8-48BD-AA72-658E2CEBED63}">
      <dsp:nvSpPr>
        <dsp:cNvPr id="0" name=""/>
        <dsp:cNvSpPr/>
      </dsp:nvSpPr>
      <dsp:spPr>
        <a:xfrm>
          <a:off x="162147" y="1670873"/>
          <a:ext cx="4311566" cy="6336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Midpoint</a:t>
          </a:r>
          <a:endParaRPr lang="en-US" sz="3600" kern="1200"/>
        </a:p>
      </dsp:txBody>
      <dsp:txXfrm>
        <a:off x="162147" y="1670873"/>
        <a:ext cx="4311566" cy="633664"/>
      </dsp:txXfrm>
    </dsp:sp>
    <dsp:sp modelId="{E2D4BBE6-8730-4E1B-97BC-7C70D2C4FEBF}">
      <dsp:nvSpPr>
        <dsp:cNvPr id="0" name=""/>
        <dsp:cNvSpPr/>
      </dsp:nvSpPr>
      <dsp:spPr>
        <a:xfrm>
          <a:off x="162147" y="2376017"/>
          <a:ext cx="4311566" cy="123658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By taking the midpoint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from approximately two hours in</a:t>
          </a:r>
          <a:r>
            <a:rPr lang="tr-TR" sz="1700" kern="1200" dirty="0"/>
            <a:t> </a:t>
          </a:r>
          <a:r>
            <a:rPr lang="en-US" sz="1700" kern="1200" dirty="0"/>
            <a:t>the past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influence of any one block’s timestamp is reduced</a:t>
          </a:r>
        </a:p>
      </dsp:txBody>
      <dsp:txXfrm>
        <a:off x="162147" y="2376017"/>
        <a:ext cx="4311566" cy="1236589"/>
      </dsp:txXfrm>
    </dsp:sp>
    <dsp:sp modelId="{5DD997DE-F3AD-4933-9023-AB13396BE42D}">
      <dsp:nvSpPr>
        <dsp:cNvPr id="0" name=""/>
        <dsp:cNvSpPr/>
      </dsp:nvSpPr>
      <dsp:spPr>
        <a:xfrm>
          <a:off x="6629497" y="38643"/>
          <a:ext cx="1509048" cy="1478549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DF2ED69-97D8-4EF9-ACB9-F03538328337}">
      <dsp:nvSpPr>
        <dsp:cNvPr id="0" name=""/>
        <dsp:cNvSpPr/>
      </dsp:nvSpPr>
      <dsp:spPr>
        <a:xfrm>
          <a:off x="5228238" y="1670873"/>
          <a:ext cx="4311566" cy="6336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600" kern="1200"/>
            <a:t>11</a:t>
          </a:r>
          <a:r>
            <a:rPr lang="tr-TR" sz="3600" kern="1200"/>
            <a:t> </a:t>
          </a:r>
          <a:r>
            <a:rPr lang="en-US" sz="3600" kern="1200"/>
            <a:t>blocks</a:t>
          </a:r>
        </a:p>
      </dsp:txBody>
      <dsp:txXfrm>
        <a:off x="5228238" y="1670873"/>
        <a:ext cx="4311566" cy="633664"/>
      </dsp:txXfrm>
    </dsp:sp>
    <dsp:sp modelId="{60C16FA5-C2DD-4C23-AF91-C86C945731AF}">
      <dsp:nvSpPr>
        <dsp:cNvPr id="0" name=""/>
        <dsp:cNvSpPr/>
      </dsp:nvSpPr>
      <dsp:spPr>
        <a:xfrm>
          <a:off x="5228238" y="2376017"/>
          <a:ext cx="4311566" cy="123658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By </a:t>
          </a:r>
          <a:r>
            <a:rPr lang="en-US" sz="1700" kern="1200" dirty="0"/>
            <a:t>incorporating 11</a:t>
          </a:r>
          <a:r>
            <a:rPr lang="tr-TR" sz="1700" kern="1200" dirty="0"/>
            <a:t> </a:t>
          </a:r>
          <a:r>
            <a:rPr lang="en-US" sz="1700" kern="1200" dirty="0"/>
            <a:t>blocks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no single miner can influence the timestamps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 order to gain fees from transactions</a:t>
          </a:r>
          <a:r>
            <a:rPr lang="tr-TR" sz="1700" kern="1200"/>
            <a:t> 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with a </a:t>
          </a:r>
          <a:r>
            <a:rPr lang="en-US" sz="1700" kern="1200" dirty="0" err="1"/>
            <a:t>timelock</a:t>
          </a:r>
          <a:r>
            <a:rPr lang="en-US" sz="1700" kern="1200" dirty="0"/>
            <a:t> </a:t>
          </a:r>
          <a:r>
            <a:rPr lang="tr-TR" sz="1700" kern="1200" dirty="0"/>
            <a:t> </a:t>
          </a:r>
          <a:r>
            <a:rPr lang="en-US" sz="1700" kern="1200" dirty="0"/>
            <a:t>that hasn’t yet matured.</a:t>
          </a:r>
        </a:p>
      </dsp:txBody>
      <dsp:txXfrm>
        <a:off x="5228238" y="2376017"/>
        <a:ext cx="4311566" cy="1236589"/>
      </dsp:txXfrm>
    </dsp:sp>
  </dsp:spTree>
</dsp:drawing>
</file>

<file path=ppt/diagrams/drawing8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3A9ADDC-992A-4C36-92D0-1E1730C8B4E3}">
      <dsp:nvSpPr>
        <dsp:cNvPr id="0" name=""/>
        <dsp:cNvSpPr/>
      </dsp:nvSpPr>
      <dsp:spPr>
        <a:xfrm>
          <a:off x="1556976" y="196307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335A793-C3DB-4962-94CC-EAB9204B82BA}">
      <dsp:nvSpPr>
        <dsp:cNvPr id="0" name=""/>
        <dsp:cNvSpPr/>
      </dsp:nvSpPr>
      <dsp:spPr>
        <a:xfrm>
          <a:off x="152976" y="1848429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600" kern="1200"/>
            <a:t>Median-Time-Past </a:t>
          </a:r>
        </a:p>
      </dsp:txBody>
      <dsp:txXfrm>
        <a:off x="152976" y="1848429"/>
        <a:ext cx="4320000" cy="648000"/>
      </dsp:txXfrm>
    </dsp:sp>
    <dsp:sp modelId="{5686B906-ECB1-486A-AA2B-243125090BEB}">
      <dsp:nvSpPr>
        <dsp:cNvPr id="0" name=""/>
        <dsp:cNvSpPr/>
      </dsp:nvSpPr>
      <dsp:spPr>
        <a:xfrm>
          <a:off x="152976" y="2561601"/>
          <a:ext cx="4320000" cy="8933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changes the implementation of time calculations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for nLocktime,</a:t>
          </a:r>
          <a:r>
            <a:rPr lang="tr-TR" sz="1700" kern="1200"/>
            <a:t> </a:t>
          </a:r>
          <a:r>
            <a:rPr lang="en-US" sz="1700" kern="1200"/>
            <a:t>CLTV, nSequence, and CSV. </a:t>
          </a:r>
        </a:p>
      </dsp:txBody>
      <dsp:txXfrm>
        <a:off x="152976" y="2561601"/>
        <a:ext cx="4320000" cy="893340"/>
      </dsp:txXfrm>
    </dsp:sp>
    <dsp:sp modelId="{E3C5FDAF-391C-4CC0-854E-BCB796E38B26}">
      <dsp:nvSpPr>
        <dsp:cNvPr id="0" name=""/>
        <dsp:cNvSpPr/>
      </dsp:nvSpPr>
      <dsp:spPr>
        <a:xfrm>
          <a:off x="6632976" y="196307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7B0F405-C7B9-4A40-9299-1CF01B2A0CEA}">
      <dsp:nvSpPr>
        <dsp:cNvPr id="0" name=""/>
        <dsp:cNvSpPr/>
      </dsp:nvSpPr>
      <dsp:spPr>
        <a:xfrm>
          <a:off x="5228976" y="1848429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600" kern="1200"/>
            <a:t>The consensus time </a:t>
          </a:r>
        </a:p>
      </dsp:txBody>
      <dsp:txXfrm>
        <a:off x="5228976" y="1848429"/>
        <a:ext cx="4320000" cy="648000"/>
      </dsp:txXfrm>
    </dsp:sp>
    <dsp:sp modelId="{B932AB45-3360-474B-A16F-33A26B78C09E}">
      <dsp:nvSpPr>
        <dsp:cNvPr id="0" name=""/>
        <dsp:cNvSpPr/>
      </dsp:nvSpPr>
      <dsp:spPr>
        <a:xfrm>
          <a:off x="5228976" y="2561601"/>
          <a:ext cx="4320000" cy="8933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calculated by Median-Time-Past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is</a:t>
          </a:r>
          <a:r>
            <a:rPr lang="tr-TR" sz="1700" kern="1200"/>
            <a:t> </a:t>
          </a:r>
          <a:r>
            <a:rPr lang="en-US" sz="1700" kern="1200"/>
            <a:t>always approximately one hour behind wall clock time. </a:t>
          </a:r>
        </a:p>
      </dsp:txBody>
      <dsp:txXfrm>
        <a:off x="5228976" y="2561601"/>
        <a:ext cx="4320000" cy="893340"/>
      </dsp:txXfrm>
    </dsp:sp>
  </dsp:spTree>
</dsp:drawing>
</file>

<file path=ppt/diagrams/drawing8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D9CEAD9-8D71-4A2E-8536-73A1348CE901}">
      <dsp:nvSpPr>
        <dsp:cNvPr id="0" name=""/>
        <dsp:cNvSpPr/>
      </dsp:nvSpPr>
      <dsp:spPr>
        <a:xfrm>
          <a:off x="1556976" y="50989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4E361C7-7EDD-401B-8EAB-9639897BDBC7}">
      <dsp:nvSpPr>
        <dsp:cNvPr id="0" name=""/>
        <dsp:cNvSpPr/>
      </dsp:nvSpPr>
      <dsp:spPr>
        <a:xfrm>
          <a:off x="152976" y="1715607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300" kern="1200"/>
            <a:t>If you create timelock transactions,</a:t>
          </a:r>
          <a:r>
            <a:rPr lang="tr-TR" sz="2300" kern="1200"/>
            <a:t> </a:t>
          </a:r>
          <a:endParaRPr lang="en-US" sz="2300" kern="1200"/>
        </a:p>
      </dsp:txBody>
      <dsp:txXfrm>
        <a:off x="152976" y="1715607"/>
        <a:ext cx="4320000" cy="648000"/>
      </dsp:txXfrm>
    </dsp:sp>
    <dsp:sp modelId="{2B5E7EEC-7054-43F5-957F-25885138312F}">
      <dsp:nvSpPr>
        <dsp:cNvPr id="0" name=""/>
        <dsp:cNvSpPr/>
      </dsp:nvSpPr>
      <dsp:spPr>
        <a:xfrm>
          <a:off x="152976" y="2434593"/>
          <a:ext cx="4320000" cy="116566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you should account for it when estimating the desired value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encode in</a:t>
          </a:r>
          <a:r>
            <a:rPr lang="tr-TR" sz="1700" kern="1200"/>
            <a:t> </a:t>
          </a:r>
          <a:r>
            <a:rPr lang="en-US" sz="1700" kern="1200"/>
            <a:t>nLocktime, nSequence, CLTV, and CSV.</a:t>
          </a:r>
        </a:p>
      </dsp:txBody>
      <dsp:txXfrm>
        <a:off x="152976" y="2434593"/>
        <a:ext cx="4320000" cy="1165667"/>
      </dsp:txXfrm>
    </dsp:sp>
    <dsp:sp modelId="{5DDCDA6C-9B5A-4DC2-B2FA-D1899824F1A7}">
      <dsp:nvSpPr>
        <dsp:cNvPr id="0" name=""/>
        <dsp:cNvSpPr/>
      </dsp:nvSpPr>
      <dsp:spPr>
        <a:xfrm>
          <a:off x="6632976" y="50989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75438D7-DC2F-4DEB-88DE-4E7D706BBABE}">
      <dsp:nvSpPr>
        <dsp:cNvPr id="0" name=""/>
        <dsp:cNvSpPr/>
      </dsp:nvSpPr>
      <dsp:spPr>
        <a:xfrm>
          <a:off x="5228976" y="1715607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300" kern="1200"/>
            <a:t>Median-Time-Past </a:t>
          </a:r>
        </a:p>
      </dsp:txBody>
      <dsp:txXfrm>
        <a:off x="5228976" y="1715607"/>
        <a:ext cx="4320000" cy="648000"/>
      </dsp:txXfrm>
    </dsp:sp>
    <dsp:sp modelId="{807408B2-6714-4491-AFC7-9379075C34DF}">
      <dsp:nvSpPr>
        <dsp:cNvPr id="0" name=""/>
        <dsp:cNvSpPr/>
      </dsp:nvSpPr>
      <dsp:spPr>
        <a:xfrm>
          <a:off x="5228976" y="2434593"/>
          <a:ext cx="4320000" cy="116566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is specified in BIP-113</a:t>
          </a:r>
        </a:p>
      </dsp:txBody>
      <dsp:txXfrm>
        <a:off x="5228976" y="2434593"/>
        <a:ext cx="4320000" cy="1165667"/>
      </dsp:txXfrm>
    </dsp:sp>
  </dsp:spTree>
</dsp:drawing>
</file>

<file path=ppt/diagrams/drawing8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174FA64-470B-4DC4-81B9-1DE0034E8030}">
      <dsp:nvSpPr>
        <dsp:cNvPr id="0" name=""/>
        <dsp:cNvSpPr/>
      </dsp:nvSpPr>
      <dsp:spPr>
        <a:xfrm>
          <a:off x="0" y="657425"/>
          <a:ext cx="8770938" cy="9355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458216" rIns="680722" bIns="156464" numCol="1" spcCol="1270" anchor="t" anchorCtr="0">
          <a:noAutofit/>
        </a:bodyPr>
        <a:lstStyle/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/>
            <a:t>a theoretical attack scenario, </a:t>
          </a:r>
        </a:p>
      </dsp:txBody>
      <dsp:txXfrm>
        <a:off x="0" y="657425"/>
        <a:ext cx="8770938" cy="935550"/>
      </dsp:txXfrm>
    </dsp:sp>
    <dsp:sp modelId="{9A56BC22-9CE7-40A4-98D6-806AAA0EA7F5}">
      <dsp:nvSpPr>
        <dsp:cNvPr id="0" name=""/>
        <dsp:cNvSpPr/>
      </dsp:nvSpPr>
      <dsp:spPr>
        <a:xfrm>
          <a:off x="438546" y="332705"/>
          <a:ext cx="6139656" cy="64944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200" kern="1200"/>
            <a:t>Fee-sniping is </a:t>
          </a:r>
        </a:p>
      </dsp:txBody>
      <dsp:txXfrm>
        <a:off x="470249" y="364408"/>
        <a:ext cx="6076250" cy="586034"/>
      </dsp:txXfrm>
    </dsp:sp>
    <dsp:sp modelId="{39788E4F-D50E-4213-A042-14EC469DD8AF}">
      <dsp:nvSpPr>
        <dsp:cNvPr id="0" name=""/>
        <dsp:cNvSpPr/>
      </dsp:nvSpPr>
      <dsp:spPr>
        <a:xfrm>
          <a:off x="0" y="2036495"/>
          <a:ext cx="8770938" cy="1282049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458216" rIns="680722" bIns="156464" numCol="1" spcCol="1270" anchor="t" anchorCtr="0">
          <a:noAutofit/>
        </a:bodyPr>
        <a:lstStyle/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/>
            <a:t>“snipe” higher-fee transactions </a:t>
          </a:r>
        </a:p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/>
            <a:t>from future blocks to maximize their profitability.</a:t>
          </a:r>
        </a:p>
      </dsp:txBody>
      <dsp:txXfrm>
        <a:off x="0" y="2036495"/>
        <a:ext cx="8770938" cy="1282049"/>
      </dsp:txXfrm>
    </dsp:sp>
    <dsp:sp modelId="{3422F3EB-AA7D-4CB9-A972-FAC6A5836446}">
      <dsp:nvSpPr>
        <dsp:cNvPr id="0" name=""/>
        <dsp:cNvSpPr/>
      </dsp:nvSpPr>
      <dsp:spPr>
        <a:xfrm>
          <a:off x="438546" y="1711775"/>
          <a:ext cx="6139656" cy="64944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200" kern="1200"/>
            <a:t>where miners attempting to rewrite past</a:t>
          </a:r>
          <a:r>
            <a:rPr lang="tr-TR" sz="2200" kern="1200"/>
            <a:t> </a:t>
          </a:r>
          <a:r>
            <a:rPr lang="en-US" sz="2200" kern="1200"/>
            <a:t>blocks </a:t>
          </a:r>
        </a:p>
      </dsp:txBody>
      <dsp:txXfrm>
        <a:off x="470249" y="1743478"/>
        <a:ext cx="6076250" cy="586034"/>
      </dsp:txXfrm>
    </dsp:sp>
  </dsp:spTree>
</dsp:drawing>
</file>

<file path=ppt/diagrams/drawing8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D4CC3C7-EA50-4727-A034-D0EA2118B5FD}">
      <dsp:nvSpPr>
        <dsp:cNvPr id="0" name=""/>
        <dsp:cNvSpPr/>
      </dsp:nvSpPr>
      <dsp:spPr>
        <a:xfrm>
          <a:off x="1556976" y="14448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E44909A-C045-40C5-B88B-2A19C16495FE}">
      <dsp:nvSpPr>
        <dsp:cNvPr id="0" name=""/>
        <dsp:cNvSpPr/>
      </dsp:nvSpPr>
      <dsp:spPr>
        <a:xfrm>
          <a:off x="152976" y="1801062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700" kern="1200"/>
            <a:t>For example, </a:t>
          </a:r>
        </a:p>
      </dsp:txBody>
      <dsp:txXfrm>
        <a:off x="152976" y="1801062"/>
        <a:ext cx="4320000" cy="648000"/>
      </dsp:txXfrm>
    </dsp:sp>
    <dsp:sp modelId="{B988E4B1-E1E6-42E9-BC89-DCB26042F275}">
      <dsp:nvSpPr>
        <dsp:cNvPr id="0" name=""/>
        <dsp:cNvSpPr/>
      </dsp:nvSpPr>
      <dsp:spPr>
        <a:xfrm>
          <a:off x="152976" y="2516307"/>
          <a:ext cx="4320000" cy="9904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let’s say the highest block in existence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is block #100,000. </a:t>
          </a:r>
        </a:p>
      </dsp:txBody>
      <dsp:txXfrm>
        <a:off x="152976" y="2516307"/>
        <a:ext cx="4320000" cy="990458"/>
      </dsp:txXfrm>
    </dsp:sp>
    <dsp:sp modelId="{6CE0C1D7-4552-49C7-B7F7-9A10B3DC5E81}">
      <dsp:nvSpPr>
        <dsp:cNvPr id="0" name=""/>
        <dsp:cNvSpPr/>
      </dsp:nvSpPr>
      <dsp:spPr>
        <a:xfrm>
          <a:off x="6632976" y="14448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BCF37EC-F5C3-4525-A96D-37AAFF5D7C1D}">
      <dsp:nvSpPr>
        <dsp:cNvPr id="0" name=""/>
        <dsp:cNvSpPr/>
      </dsp:nvSpPr>
      <dsp:spPr>
        <a:xfrm>
          <a:off x="5228976" y="1801062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700" kern="1200" dirty="0"/>
            <a:t>#100,001 </a:t>
          </a:r>
          <a:r>
            <a:rPr lang="tr-TR" sz="2700" kern="1200" dirty="0" err="1"/>
            <a:t>instead</a:t>
          </a:r>
          <a:r>
            <a:rPr lang="tr-TR" sz="2700" kern="1200" dirty="0"/>
            <a:t> of </a:t>
          </a:r>
          <a:r>
            <a:rPr lang="en-US" sz="2700" kern="1200" dirty="0"/>
            <a:t>#100,000</a:t>
          </a:r>
        </a:p>
      </dsp:txBody>
      <dsp:txXfrm>
        <a:off x="5228976" y="1801062"/>
        <a:ext cx="4320000" cy="648000"/>
      </dsp:txXfrm>
    </dsp:sp>
    <dsp:sp modelId="{91A954EA-5B85-4B08-9DF4-3ACF60734329}">
      <dsp:nvSpPr>
        <dsp:cNvPr id="0" name=""/>
        <dsp:cNvSpPr/>
      </dsp:nvSpPr>
      <dsp:spPr>
        <a:xfrm>
          <a:off x="5228976" y="2516307"/>
          <a:ext cx="4320000" cy="9904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If </a:t>
          </a:r>
          <a:r>
            <a:rPr lang="en-US" sz="1700" kern="1200" dirty="0"/>
            <a:t>instead of</a:t>
          </a:r>
          <a:r>
            <a:rPr lang="tr-TR" sz="1700" kern="1200" dirty="0"/>
            <a:t> </a:t>
          </a:r>
          <a:r>
            <a:rPr lang="en-US" sz="1700" kern="1200" dirty="0"/>
            <a:t>attempting to mine block #100,001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extend the chain,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some miners attempt to</a:t>
          </a:r>
          <a:r>
            <a:rPr lang="tr-TR" sz="1700" kern="1200"/>
            <a:t> remine #100,000.</a:t>
          </a:r>
          <a:endParaRPr lang="en-US" sz="1700" kern="1200"/>
        </a:p>
      </dsp:txBody>
      <dsp:txXfrm>
        <a:off x="5228976" y="2516307"/>
        <a:ext cx="4320000" cy="990458"/>
      </dsp:txXfrm>
    </dsp:sp>
  </dsp:spTree>
</dsp:drawing>
</file>

<file path=ppt/diagrams/drawing8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4306070-2A3F-4C7A-960C-2D89DBF93C81}">
      <dsp:nvSpPr>
        <dsp:cNvPr id="0" name=""/>
        <dsp:cNvSpPr/>
      </dsp:nvSpPr>
      <dsp:spPr>
        <a:xfrm>
          <a:off x="3421" y="688799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45C9F87-DBAA-4408-B035-CEE2692A366C}">
      <dsp:nvSpPr>
        <dsp:cNvPr id="0" name=""/>
        <dsp:cNvSpPr/>
      </dsp:nvSpPr>
      <dsp:spPr>
        <a:xfrm>
          <a:off x="3421" y="179948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These miners can choose </a:t>
          </a:r>
        </a:p>
      </dsp:txBody>
      <dsp:txXfrm>
        <a:off x="3421" y="1799487"/>
        <a:ext cx="2894062" cy="434109"/>
      </dsp:txXfrm>
    </dsp:sp>
    <dsp:sp modelId="{B738E150-6EED-4294-A846-7166F484D573}">
      <dsp:nvSpPr>
        <dsp:cNvPr id="0" name=""/>
        <dsp:cNvSpPr/>
      </dsp:nvSpPr>
      <dsp:spPr>
        <a:xfrm>
          <a:off x="3421" y="2279070"/>
          <a:ext cx="2894062" cy="6833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to include any valid transaction (that</a:t>
          </a:r>
          <a:r>
            <a:rPr lang="tr-TR" sz="1300" kern="1200"/>
            <a:t> </a:t>
          </a:r>
          <a:r>
            <a:rPr lang="en-US" sz="1300" kern="1200"/>
            <a:t>hasn’t been mined yet) </a:t>
          </a:r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in their candidate block #100,000. </a:t>
          </a:r>
        </a:p>
      </dsp:txBody>
      <dsp:txXfrm>
        <a:off x="3421" y="2279070"/>
        <a:ext cx="2894062" cy="683380"/>
      </dsp:txXfrm>
    </dsp:sp>
    <dsp:sp modelId="{08F82791-34F4-466C-8AE1-CFFEF3740070}">
      <dsp:nvSpPr>
        <dsp:cNvPr id="0" name=""/>
        <dsp:cNvSpPr/>
      </dsp:nvSpPr>
      <dsp:spPr>
        <a:xfrm>
          <a:off x="3403945" y="688799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F8AD12E-2E77-4E1F-92FF-3055D9AD0F8E}">
      <dsp:nvSpPr>
        <dsp:cNvPr id="0" name=""/>
        <dsp:cNvSpPr/>
      </dsp:nvSpPr>
      <dsp:spPr>
        <a:xfrm>
          <a:off x="3403945" y="179948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They don’t have </a:t>
          </a:r>
        </a:p>
      </dsp:txBody>
      <dsp:txXfrm>
        <a:off x="3403945" y="1799487"/>
        <a:ext cx="2894062" cy="434109"/>
      </dsp:txXfrm>
    </dsp:sp>
    <dsp:sp modelId="{F6F9D7FE-0EEE-4869-AC4F-DFB5AA8B20E1}">
      <dsp:nvSpPr>
        <dsp:cNvPr id="0" name=""/>
        <dsp:cNvSpPr/>
      </dsp:nvSpPr>
      <dsp:spPr>
        <a:xfrm>
          <a:off x="3403945" y="2279070"/>
          <a:ext cx="2894062" cy="6833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to remine</a:t>
          </a:r>
          <a:r>
            <a:rPr lang="tr-TR" sz="1300" kern="1200"/>
            <a:t> </a:t>
          </a:r>
          <a:r>
            <a:rPr lang="en-US" sz="1300" kern="1200"/>
            <a:t>the block with the same transactions. </a:t>
          </a:r>
        </a:p>
      </dsp:txBody>
      <dsp:txXfrm>
        <a:off x="3403945" y="2279070"/>
        <a:ext cx="2894062" cy="683380"/>
      </dsp:txXfrm>
    </dsp:sp>
    <dsp:sp modelId="{DD9E4172-A908-449E-950C-44FA318C5258}">
      <dsp:nvSpPr>
        <dsp:cNvPr id="0" name=""/>
        <dsp:cNvSpPr/>
      </dsp:nvSpPr>
      <dsp:spPr>
        <a:xfrm>
          <a:off x="6804468" y="688799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550B9E2-1F86-46CC-9EEB-99849CC79762}">
      <dsp:nvSpPr>
        <dsp:cNvPr id="0" name=""/>
        <dsp:cNvSpPr/>
      </dsp:nvSpPr>
      <dsp:spPr>
        <a:xfrm>
          <a:off x="6804468" y="179948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In fact, they have the incentive</a:t>
          </a:r>
        </a:p>
      </dsp:txBody>
      <dsp:txXfrm>
        <a:off x="6804468" y="1799487"/>
        <a:ext cx="2894062" cy="434109"/>
      </dsp:txXfrm>
    </dsp:sp>
    <dsp:sp modelId="{47A7C29E-7C23-438D-A59F-A12B2E589BE1}">
      <dsp:nvSpPr>
        <dsp:cNvPr id="0" name=""/>
        <dsp:cNvSpPr/>
      </dsp:nvSpPr>
      <dsp:spPr>
        <a:xfrm>
          <a:off x="6804468" y="2279070"/>
          <a:ext cx="2894062" cy="6833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to select the</a:t>
          </a:r>
          <a:r>
            <a:rPr lang="tr-TR" sz="1300" kern="1200"/>
            <a:t> </a:t>
          </a:r>
          <a:r>
            <a:rPr lang="en-US" sz="1300" kern="1200"/>
            <a:t>most profitable (highest fee per kB) transactions </a:t>
          </a:r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to include in their block. </a:t>
          </a:r>
        </a:p>
      </dsp:txBody>
      <dsp:txXfrm>
        <a:off x="6804468" y="2279070"/>
        <a:ext cx="2894062" cy="683380"/>
      </dsp:txXfrm>
    </dsp:sp>
  </dsp:spTree>
</dsp:drawing>
</file>

<file path=ppt/diagrams/drawing8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6B3C489-E1BD-4F9B-8F59-DFC4C103BE1F}">
      <dsp:nvSpPr>
        <dsp:cNvPr id="0" name=""/>
        <dsp:cNvSpPr/>
      </dsp:nvSpPr>
      <dsp:spPr>
        <a:xfrm>
          <a:off x="1556976" y="152321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07CB92D-72FD-4683-B20A-9BCC4BA73080}">
      <dsp:nvSpPr>
        <dsp:cNvPr id="0" name=""/>
        <dsp:cNvSpPr/>
      </dsp:nvSpPr>
      <dsp:spPr>
        <a:xfrm>
          <a:off x="152976" y="180822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400" kern="1200"/>
            <a:t>They can</a:t>
          </a:r>
          <a:r>
            <a:rPr lang="tr-TR" sz="2400" kern="1200"/>
            <a:t> </a:t>
          </a:r>
          <a:r>
            <a:rPr lang="en-US" sz="2400" kern="1200"/>
            <a:t>include any transactions </a:t>
          </a:r>
        </a:p>
      </dsp:txBody>
      <dsp:txXfrm>
        <a:off x="152976" y="1808225"/>
        <a:ext cx="4320000" cy="648000"/>
      </dsp:txXfrm>
    </dsp:sp>
    <dsp:sp modelId="{BE8A718E-EFC7-4C25-A998-55D24F3874CF}">
      <dsp:nvSpPr>
        <dsp:cNvPr id="0" name=""/>
        <dsp:cNvSpPr/>
      </dsp:nvSpPr>
      <dsp:spPr>
        <a:xfrm>
          <a:off x="152976" y="2523157"/>
          <a:ext cx="4320000" cy="9757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that were in the “old” block #100,000,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as well as any transac tions from the current mempool. </a:t>
          </a:r>
        </a:p>
      </dsp:txBody>
      <dsp:txXfrm>
        <a:off x="152976" y="2523157"/>
        <a:ext cx="4320000" cy="975770"/>
      </dsp:txXfrm>
    </dsp:sp>
    <dsp:sp modelId="{A884E235-79A0-4B86-9FA9-8D93F05B6F43}">
      <dsp:nvSpPr>
        <dsp:cNvPr id="0" name=""/>
        <dsp:cNvSpPr/>
      </dsp:nvSpPr>
      <dsp:spPr>
        <a:xfrm>
          <a:off x="6632976" y="152321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F25EB81-2705-4923-9543-84C3D2B76145}">
      <dsp:nvSpPr>
        <dsp:cNvPr id="0" name=""/>
        <dsp:cNvSpPr/>
      </dsp:nvSpPr>
      <dsp:spPr>
        <a:xfrm>
          <a:off x="5228976" y="180822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400" kern="1200"/>
            <a:t>Essentially they have the option </a:t>
          </a:r>
        </a:p>
      </dsp:txBody>
      <dsp:txXfrm>
        <a:off x="5228976" y="1808225"/>
        <a:ext cx="4320000" cy="648000"/>
      </dsp:txXfrm>
    </dsp:sp>
    <dsp:sp modelId="{CECE20B8-F463-4A48-B293-6B438E9C1E2A}">
      <dsp:nvSpPr>
        <dsp:cNvPr id="0" name=""/>
        <dsp:cNvSpPr/>
      </dsp:nvSpPr>
      <dsp:spPr>
        <a:xfrm>
          <a:off x="5228976" y="2523157"/>
          <a:ext cx="4320000" cy="9757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pull transactions</a:t>
          </a:r>
          <a:r>
            <a:rPr lang="tr-TR" sz="1700" kern="1200"/>
            <a:t> </a:t>
          </a:r>
          <a:r>
            <a:rPr lang="en-US" sz="1700" kern="1200"/>
            <a:t>from the “present”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into the rewritten “past”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when they re-create block #100,000.</a:t>
          </a:r>
        </a:p>
      </dsp:txBody>
      <dsp:txXfrm>
        <a:off x="5228976" y="2523157"/>
        <a:ext cx="4320000" cy="975770"/>
      </dsp:txXfrm>
    </dsp:sp>
  </dsp:spTree>
</dsp:drawing>
</file>

<file path=ppt/diagrams/drawing8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1710A63-AA15-40B0-88B6-4D06C7E38D3A}">
      <dsp:nvSpPr>
        <dsp:cNvPr id="0" name=""/>
        <dsp:cNvSpPr/>
      </dsp:nvSpPr>
      <dsp:spPr>
        <a:xfrm>
          <a:off x="3421" y="837220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7B46B1A-CB9A-4DB0-B0CB-149114C70EB5}">
      <dsp:nvSpPr>
        <dsp:cNvPr id="0" name=""/>
        <dsp:cNvSpPr/>
      </dsp:nvSpPr>
      <dsp:spPr>
        <a:xfrm>
          <a:off x="3421" y="193514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Today, this attack is not very lucrative, </a:t>
          </a:r>
        </a:p>
      </dsp:txBody>
      <dsp:txXfrm>
        <a:off x="3421" y="1935144"/>
        <a:ext cx="2894062" cy="434109"/>
      </dsp:txXfrm>
    </dsp:sp>
    <dsp:sp modelId="{6B68C758-C661-49A4-955E-12A90CC9ED82}">
      <dsp:nvSpPr>
        <dsp:cNvPr id="0" name=""/>
        <dsp:cNvSpPr/>
      </dsp:nvSpPr>
      <dsp:spPr>
        <a:xfrm>
          <a:off x="3421" y="2408790"/>
          <a:ext cx="2894062" cy="4052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because block reward is much higher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than</a:t>
          </a:r>
          <a:r>
            <a:rPr lang="tr-TR" sz="1100" kern="1200"/>
            <a:t> </a:t>
          </a:r>
          <a:r>
            <a:rPr lang="en-US" sz="1100" kern="1200"/>
            <a:t>total fees per block. </a:t>
          </a:r>
        </a:p>
      </dsp:txBody>
      <dsp:txXfrm>
        <a:off x="3421" y="2408790"/>
        <a:ext cx="2894062" cy="405239"/>
      </dsp:txXfrm>
    </dsp:sp>
    <dsp:sp modelId="{97192004-413C-4792-9A32-131F5A4768D7}">
      <dsp:nvSpPr>
        <dsp:cNvPr id="0" name=""/>
        <dsp:cNvSpPr/>
      </dsp:nvSpPr>
      <dsp:spPr>
        <a:xfrm>
          <a:off x="3403945" y="837220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41136C3-DBE1-4B9B-985C-038C4487DAF6}">
      <dsp:nvSpPr>
        <dsp:cNvPr id="0" name=""/>
        <dsp:cNvSpPr/>
      </dsp:nvSpPr>
      <dsp:spPr>
        <a:xfrm>
          <a:off x="3403945" y="193514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But at some point in the future, </a:t>
          </a:r>
        </a:p>
      </dsp:txBody>
      <dsp:txXfrm>
        <a:off x="3403945" y="1935144"/>
        <a:ext cx="2894062" cy="434109"/>
      </dsp:txXfrm>
    </dsp:sp>
    <dsp:sp modelId="{37AC6847-8B8A-4E31-B920-CEF512850882}">
      <dsp:nvSpPr>
        <dsp:cNvPr id="0" name=""/>
        <dsp:cNvSpPr/>
      </dsp:nvSpPr>
      <dsp:spPr>
        <a:xfrm>
          <a:off x="3403945" y="2408790"/>
          <a:ext cx="2894062" cy="4052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transaction fees will be the</a:t>
          </a:r>
          <a:r>
            <a:rPr lang="tr-TR" sz="1100" kern="1200"/>
            <a:t> </a:t>
          </a:r>
          <a:r>
            <a:rPr lang="en-US" sz="1100" kern="1200"/>
            <a:t>majority of the reward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or even the entirety of the reward)</a:t>
          </a:r>
        </a:p>
      </dsp:txBody>
      <dsp:txXfrm>
        <a:off x="3403945" y="2408790"/>
        <a:ext cx="2894062" cy="405239"/>
      </dsp:txXfrm>
    </dsp:sp>
    <dsp:sp modelId="{78B5C678-0975-482E-9C1C-C41F3655614B}">
      <dsp:nvSpPr>
        <dsp:cNvPr id="0" name=""/>
        <dsp:cNvSpPr/>
      </dsp:nvSpPr>
      <dsp:spPr>
        <a:xfrm>
          <a:off x="6804468" y="837220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17E95B2-582E-493D-9E10-87ED088B2695}">
      <dsp:nvSpPr>
        <dsp:cNvPr id="0" name=""/>
        <dsp:cNvSpPr/>
      </dsp:nvSpPr>
      <dsp:spPr>
        <a:xfrm>
          <a:off x="6804468" y="193514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At that time, </a:t>
          </a:r>
        </a:p>
      </dsp:txBody>
      <dsp:txXfrm>
        <a:off x="6804468" y="1935144"/>
        <a:ext cx="2894062" cy="434109"/>
      </dsp:txXfrm>
    </dsp:sp>
    <dsp:sp modelId="{EB8B3442-8A5D-491B-AC47-045BE1A29673}">
      <dsp:nvSpPr>
        <dsp:cNvPr id="0" name=""/>
        <dsp:cNvSpPr/>
      </dsp:nvSpPr>
      <dsp:spPr>
        <a:xfrm>
          <a:off x="6804468" y="2408790"/>
          <a:ext cx="2894062" cy="4052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this scenario</a:t>
          </a:r>
          <a:r>
            <a:rPr lang="tr-TR" sz="1100" kern="1200"/>
            <a:t> becomes inevitable.</a:t>
          </a:r>
          <a:endParaRPr lang="en-US" sz="1100" kern="1200"/>
        </a:p>
      </dsp:txBody>
      <dsp:txXfrm>
        <a:off x="6804468" y="2408790"/>
        <a:ext cx="2894062" cy="405239"/>
      </dsp:txXfrm>
    </dsp:sp>
  </dsp:spTree>
</dsp:drawing>
</file>

<file path=ppt/diagrams/drawing9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F0EA0EF-7BFD-45B1-9B30-C3C7BF4400FF}">
      <dsp:nvSpPr>
        <dsp:cNvPr id="0" name=""/>
        <dsp:cNvSpPr/>
      </dsp:nvSpPr>
      <dsp:spPr>
        <a:xfrm>
          <a:off x="152976" y="19700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403EE26-3FD7-4B76-9B93-F944AEB75393}">
      <dsp:nvSpPr>
        <dsp:cNvPr id="0" name=""/>
        <dsp:cNvSpPr/>
      </dsp:nvSpPr>
      <dsp:spPr>
        <a:xfrm>
          <a:off x="152976" y="1849064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466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300" kern="1200"/>
            <a:t>To prevent “fee sniping,” </a:t>
          </a:r>
        </a:p>
      </dsp:txBody>
      <dsp:txXfrm>
        <a:off x="152976" y="1849064"/>
        <a:ext cx="4320000" cy="648000"/>
      </dsp:txXfrm>
    </dsp:sp>
    <dsp:sp modelId="{036A1169-E12E-4E8D-B38D-AB1DE1A5AD05}">
      <dsp:nvSpPr>
        <dsp:cNvPr id="0" name=""/>
        <dsp:cNvSpPr/>
      </dsp:nvSpPr>
      <dsp:spPr>
        <a:xfrm>
          <a:off x="152976" y="2562209"/>
          <a:ext cx="4320000" cy="8920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when Bitcoin Core creates transactions, 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it uses nLocktime to</a:t>
          </a:r>
          <a:r>
            <a:rPr lang="tr-TR" sz="1700" kern="1200"/>
            <a:t> </a:t>
          </a:r>
          <a:r>
            <a:rPr lang="en-US" sz="1700" kern="1200"/>
            <a:t>limit them to the “next block,” by default. </a:t>
          </a:r>
        </a:p>
      </dsp:txBody>
      <dsp:txXfrm>
        <a:off x="152976" y="2562209"/>
        <a:ext cx="4320000" cy="892036"/>
      </dsp:txXfrm>
    </dsp:sp>
    <dsp:sp modelId="{8B823197-0384-4407-BE22-29E87317ACB1}">
      <dsp:nvSpPr>
        <dsp:cNvPr id="0" name=""/>
        <dsp:cNvSpPr/>
      </dsp:nvSpPr>
      <dsp:spPr>
        <a:xfrm>
          <a:off x="5228976" y="19700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5F21EF5-879E-497D-9673-70C91FB663DA}">
      <dsp:nvSpPr>
        <dsp:cNvPr id="0" name=""/>
        <dsp:cNvSpPr/>
      </dsp:nvSpPr>
      <dsp:spPr>
        <a:xfrm>
          <a:off x="5228976" y="1849064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466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300" kern="1200"/>
            <a:t>In our scenario, </a:t>
          </a:r>
        </a:p>
      </dsp:txBody>
      <dsp:txXfrm>
        <a:off x="5228976" y="1849064"/>
        <a:ext cx="4320000" cy="648000"/>
      </dsp:txXfrm>
    </dsp:sp>
    <dsp:sp modelId="{AED1F90A-EBF4-465E-B424-0AE42C762ED7}">
      <dsp:nvSpPr>
        <dsp:cNvPr id="0" name=""/>
        <dsp:cNvSpPr/>
      </dsp:nvSpPr>
      <dsp:spPr>
        <a:xfrm>
          <a:off x="5228976" y="2562209"/>
          <a:ext cx="4320000" cy="8920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Bitcoin Core would set</a:t>
          </a:r>
          <a:r>
            <a:rPr lang="tr-TR" sz="1700" kern="1200"/>
            <a:t> </a:t>
          </a:r>
          <a:r>
            <a:rPr lang="en-US" sz="1700" kern="1200"/>
            <a:t>nLocktime to 100,001 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on any transaction it created. </a:t>
          </a:r>
        </a:p>
      </dsp:txBody>
      <dsp:txXfrm>
        <a:off x="5228976" y="2562209"/>
        <a:ext cx="4320000" cy="892036"/>
      </dsp:txXfrm>
    </dsp:sp>
  </dsp:spTree>
</dsp:drawing>
</file>

<file path=ppt/diagrams/drawing9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4D2B25D-30F3-468D-B125-6E714CF32008}">
      <dsp:nvSpPr>
        <dsp:cNvPr id="0" name=""/>
        <dsp:cNvSpPr/>
      </dsp:nvSpPr>
      <dsp:spPr>
        <a:xfrm>
          <a:off x="15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4AE55F8-FC4D-40AD-ACD9-C3D4E39B79FD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300" kern="1200"/>
            <a:t>Under normal circumstances,</a:t>
          </a:r>
          <a:r>
            <a:rPr lang="tr-TR" sz="2300" kern="1200"/>
            <a:t> </a:t>
          </a:r>
          <a:endParaRPr lang="en-US" sz="2300" kern="1200"/>
        </a:p>
      </dsp:txBody>
      <dsp:txXfrm>
        <a:off x="152976" y="1981055"/>
        <a:ext cx="4320000" cy="648000"/>
      </dsp:txXfrm>
    </dsp:sp>
    <dsp:sp modelId="{74D6A0F5-A3A8-4CCD-9D13-4B8BD0135124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this nLocktime has no effec</a:t>
          </a:r>
          <a:r>
            <a:rPr lang="tr-TR" sz="1700" kern="1200"/>
            <a:t>t</a:t>
          </a:r>
          <a:endParaRPr lang="en-US" sz="1700" kern="1200"/>
        </a:p>
      </dsp:txBody>
      <dsp:txXfrm>
        <a:off x="152976" y="2688423"/>
        <a:ext cx="4320000" cy="621412"/>
      </dsp:txXfrm>
    </dsp:sp>
    <dsp:sp modelId="{961F9AA7-F255-4CD7-A8B0-349F26D8963B}">
      <dsp:nvSpPr>
        <dsp:cNvPr id="0" name=""/>
        <dsp:cNvSpPr/>
      </dsp:nvSpPr>
      <dsp:spPr>
        <a:xfrm>
          <a:off x="5228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BEE9975-120F-4E4B-9E52-CB5B4DEF1982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300" kern="1200"/>
            <a:t>the transactions could only be included </a:t>
          </a:r>
        </a:p>
      </dsp:txBody>
      <dsp:txXfrm>
        <a:off x="5228976" y="1981055"/>
        <a:ext cx="4320000" cy="648000"/>
      </dsp:txXfrm>
    </dsp:sp>
    <dsp:sp modelId="{41656540-0CFB-4619-A528-72A041D05831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 block</a:t>
          </a:r>
          <a:r>
            <a:rPr lang="tr-TR" sz="1700" kern="1200"/>
            <a:t> </a:t>
          </a:r>
          <a:r>
            <a:rPr lang="en-US" sz="1700" kern="1200"/>
            <a:t>#100,001 anyway;</a:t>
          </a:r>
        </a:p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it’s the next block.</a:t>
          </a:r>
        </a:p>
      </dsp:txBody>
      <dsp:txXfrm>
        <a:off x="5228976" y="2688423"/>
        <a:ext cx="4320000" cy="621412"/>
      </dsp:txXfrm>
    </dsp:sp>
  </dsp:spTree>
</dsp:drawing>
</file>

<file path=ppt/diagrams/drawing9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341828B-82F0-4AA2-BCCE-262242A95F56}">
      <dsp:nvSpPr>
        <dsp:cNvPr id="0" name=""/>
        <dsp:cNvSpPr/>
      </dsp:nvSpPr>
      <dsp:spPr>
        <a:xfrm>
          <a:off x="4297" y="817965"/>
          <a:ext cx="915468" cy="915468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BB559DF-EE1F-405E-9E0A-E133CF781B72}">
      <dsp:nvSpPr>
        <dsp:cNvPr id="0" name=""/>
        <dsp:cNvSpPr/>
      </dsp:nvSpPr>
      <dsp:spPr>
        <a:xfrm>
          <a:off x="4297" y="1820093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But under a blockchain fork attack, </a:t>
          </a:r>
        </a:p>
      </dsp:txBody>
      <dsp:txXfrm>
        <a:off x="4297" y="1820093"/>
        <a:ext cx="2615625" cy="392343"/>
      </dsp:txXfrm>
    </dsp:sp>
    <dsp:sp modelId="{5FFB48C6-086E-427D-9631-D565002C4927}">
      <dsp:nvSpPr>
        <dsp:cNvPr id="0" name=""/>
        <dsp:cNvSpPr/>
      </dsp:nvSpPr>
      <dsp:spPr>
        <a:xfrm>
          <a:off x="4297" y="2252743"/>
          <a:ext cx="2615625" cy="5805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the miners would not be able to pull high-fee</a:t>
          </a:r>
          <a:r>
            <a:rPr lang="tr-TR" sz="1100" kern="1200"/>
            <a:t> </a:t>
          </a:r>
          <a:r>
            <a:rPr lang="en-US" sz="1100" kern="1200"/>
            <a:t>transactions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from the mempool, </a:t>
          </a:r>
        </a:p>
      </dsp:txBody>
      <dsp:txXfrm>
        <a:off x="4297" y="2252743"/>
        <a:ext cx="2615625" cy="580541"/>
      </dsp:txXfrm>
    </dsp:sp>
    <dsp:sp modelId="{D973A55F-BA5C-4492-BC27-C27060B32FA3}">
      <dsp:nvSpPr>
        <dsp:cNvPr id="0" name=""/>
        <dsp:cNvSpPr/>
      </dsp:nvSpPr>
      <dsp:spPr>
        <a:xfrm>
          <a:off x="3077656" y="817965"/>
          <a:ext cx="915468" cy="915468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CB1B784-3756-4A12-9420-CF115907A8B7}">
      <dsp:nvSpPr>
        <dsp:cNvPr id="0" name=""/>
        <dsp:cNvSpPr/>
      </dsp:nvSpPr>
      <dsp:spPr>
        <a:xfrm>
          <a:off x="3077656" y="1820093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because all those transactions </a:t>
          </a:r>
        </a:p>
      </dsp:txBody>
      <dsp:txXfrm>
        <a:off x="3077656" y="1820093"/>
        <a:ext cx="2615625" cy="392343"/>
      </dsp:txXfrm>
    </dsp:sp>
    <dsp:sp modelId="{49DB750D-025E-4FA1-A2B3-8D915A635B71}">
      <dsp:nvSpPr>
        <dsp:cNvPr id="0" name=""/>
        <dsp:cNvSpPr/>
      </dsp:nvSpPr>
      <dsp:spPr>
        <a:xfrm>
          <a:off x="3077656" y="2252743"/>
          <a:ext cx="2615625" cy="5805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would be timelocked</a:t>
          </a:r>
          <a:r>
            <a:rPr lang="tr-TR" sz="1100" kern="1200"/>
            <a:t> </a:t>
          </a:r>
          <a:r>
            <a:rPr lang="en-US" sz="1100" kern="1200"/>
            <a:t>to block #100,001. </a:t>
          </a:r>
        </a:p>
      </dsp:txBody>
      <dsp:txXfrm>
        <a:off x="3077656" y="2252743"/>
        <a:ext cx="2615625" cy="580541"/>
      </dsp:txXfrm>
    </dsp:sp>
    <dsp:sp modelId="{1DC72DAD-AA62-409D-A11B-AF27E0B0D1D4}">
      <dsp:nvSpPr>
        <dsp:cNvPr id="0" name=""/>
        <dsp:cNvSpPr/>
      </dsp:nvSpPr>
      <dsp:spPr>
        <a:xfrm>
          <a:off x="6151015" y="817965"/>
          <a:ext cx="915468" cy="915468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628DA2D-0153-45BA-B69B-EEF09AF858FF}">
      <dsp:nvSpPr>
        <dsp:cNvPr id="0" name=""/>
        <dsp:cNvSpPr/>
      </dsp:nvSpPr>
      <dsp:spPr>
        <a:xfrm>
          <a:off x="6151015" y="1820093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They can only remine #100,000 </a:t>
          </a:r>
        </a:p>
      </dsp:txBody>
      <dsp:txXfrm>
        <a:off x="6151015" y="1820093"/>
        <a:ext cx="2615625" cy="392343"/>
      </dsp:txXfrm>
    </dsp:sp>
    <dsp:sp modelId="{70896BAB-8FE8-409D-B577-D42B7FA2DD18}">
      <dsp:nvSpPr>
        <dsp:cNvPr id="0" name=""/>
        <dsp:cNvSpPr/>
      </dsp:nvSpPr>
      <dsp:spPr>
        <a:xfrm>
          <a:off x="6151015" y="2252743"/>
          <a:ext cx="2615625" cy="5805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with whatever transactions were</a:t>
          </a:r>
          <a:r>
            <a:rPr lang="tr-TR" sz="1100" kern="1200"/>
            <a:t> </a:t>
          </a:r>
          <a:r>
            <a:rPr lang="en-US" sz="1100" kern="1200"/>
            <a:t>valid at that time,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essentially gaining no new fees.</a:t>
          </a:r>
        </a:p>
      </dsp:txBody>
      <dsp:txXfrm>
        <a:off x="6151015" y="2252743"/>
        <a:ext cx="2615625" cy="580541"/>
      </dsp:txXfrm>
    </dsp:sp>
  </dsp:spTree>
</dsp:drawing>
</file>

<file path=ppt/diagrams/drawing9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98E060B-61EE-4A41-B302-5473CEA69F59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5CA6935-E0E5-4050-A2E2-914D16CF483A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511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400" kern="1200"/>
            <a:t>To achieve this, </a:t>
          </a:r>
        </a:p>
      </dsp:txBody>
      <dsp:txXfrm>
        <a:off x="152976" y="1981055"/>
        <a:ext cx="4320000" cy="648000"/>
      </dsp:txXfrm>
    </dsp:sp>
    <dsp:sp modelId="{C86B722B-3BFF-427B-BEEF-251798B6CF4C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Bitcoin Core sets the nLocktime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on all new transactions to &lt;current</a:t>
          </a:r>
          <a:r>
            <a:rPr lang="tr-TR" sz="1700" kern="1200"/>
            <a:t> </a:t>
          </a:r>
          <a:r>
            <a:rPr lang="en-US" sz="1700" kern="1200"/>
            <a:t>block # + 1&gt; </a:t>
          </a:r>
        </a:p>
      </dsp:txBody>
      <dsp:txXfrm>
        <a:off x="152976" y="2688423"/>
        <a:ext cx="4320000" cy="621412"/>
      </dsp:txXfrm>
    </dsp:sp>
    <dsp:sp modelId="{91AE1489-5C23-47DF-B1E7-761E470F62F8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1005E4E-0E6D-444B-AD16-F800DD2C3FBA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511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400" kern="1200"/>
            <a:t>and sets the nSequence </a:t>
          </a:r>
        </a:p>
      </dsp:txBody>
      <dsp:txXfrm>
        <a:off x="5228976" y="1981055"/>
        <a:ext cx="4320000" cy="648000"/>
      </dsp:txXfrm>
    </dsp:sp>
    <dsp:sp modelId="{4792C443-1FA3-4A5F-ADC4-6AC8270BE4B8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on all the inputs to 0xFFFFFFFE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enable nLock</a:t>
          </a:r>
          <a:r>
            <a:rPr lang="tr-TR" sz="1700" kern="1200"/>
            <a:t> time.</a:t>
          </a:r>
          <a:endParaRPr lang="en-US" sz="1700" kern="1200"/>
        </a:p>
      </dsp:txBody>
      <dsp:txXfrm>
        <a:off x="5228976" y="2688423"/>
        <a:ext cx="4320000" cy="621412"/>
      </dsp:txXfrm>
    </dsp:sp>
  </dsp:spTree>
</dsp:drawing>
</file>

<file path=ppt/diagrams/drawing9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F7BB8E3-9843-4E95-8B86-F490C86146CD}">
      <dsp:nvSpPr>
        <dsp:cNvPr id="0" name=""/>
        <dsp:cNvSpPr/>
      </dsp:nvSpPr>
      <dsp:spPr>
        <a:xfrm>
          <a:off x="152976" y="9270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EE2F1D6-239F-4ED4-848D-5B5EEFD116A9}">
      <dsp:nvSpPr>
        <dsp:cNvPr id="0" name=""/>
        <dsp:cNvSpPr/>
      </dsp:nvSpPr>
      <dsp:spPr>
        <a:xfrm>
          <a:off x="152976" y="1677477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890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900" kern="1200"/>
            <a:t>bitcoin conditional opcodes </a:t>
          </a:r>
        </a:p>
      </dsp:txBody>
      <dsp:txXfrm>
        <a:off x="152976" y="1677477"/>
        <a:ext cx="4320000" cy="648000"/>
      </dsp:txXfrm>
    </dsp:sp>
    <dsp:sp modelId="{BC250C7F-AB5E-4617-B921-34ECB17854C2}">
      <dsp:nvSpPr>
        <dsp:cNvPr id="0" name=""/>
        <dsp:cNvSpPr/>
      </dsp:nvSpPr>
      <dsp:spPr>
        <a:xfrm>
          <a:off x="152976" y="2398131"/>
          <a:ext cx="4320000" cy="124384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allow us to construct a redeem script 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that</a:t>
          </a:r>
          <a:r>
            <a:rPr lang="tr-TR" sz="1700" kern="1200"/>
            <a:t> </a:t>
          </a:r>
          <a:r>
            <a:rPr lang="en-US" sz="1700" kern="1200"/>
            <a:t>has two ways of being unlocked, 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depending on a TRUE/FALSE outcome of evaluating a</a:t>
          </a:r>
          <a:r>
            <a:rPr lang="tr-TR" sz="1700" kern="1200"/>
            <a:t> </a:t>
          </a:r>
          <a:r>
            <a:rPr lang="en-US" sz="1700" kern="1200"/>
            <a:t>logical condition. </a:t>
          </a:r>
        </a:p>
      </dsp:txBody>
      <dsp:txXfrm>
        <a:off x="152976" y="2398131"/>
        <a:ext cx="4320000" cy="1243847"/>
      </dsp:txXfrm>
    </dsp:sp>
    <dsp:sp modelId="{60419958-F1C5-463F-97DB-6A4DF43CB2C1}">
      <dsp:nvSpPr>
        <dsp:cNvPr id="0" name=""/>
        <dsp:cNvSpPr/>
      </dsp:nvSpPr>
      <dsp:spPr>
        <a:xfrm>
          <a:off x="5228976" y="9270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2AF1A19-B4FB-4020-8453-9DCD7BB0E3C2}">
      <dsp:nvSpPr>
        <dsp:cNvPr id="0" name=""/>
        <dsp:cNvSpPr/>
      </dsp:nvSpPr>
      <dsp:spPr>
        <a:xfrm>
          <a:off x="5228976" y="1677477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890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900" kern="1200"/>
            <a:t>For example, </a:t>
          </a:r>
        </a:p>
      </dsp:txBody>
      <dsp:txXfrm>
        <a:off x="5228976" y="1677477"/>
        <a:ext cx="4320000" cy="648000"/>
      </dsp:txXfrm>
    </dsp:sp>
    <dsp:sp modelId="{08670764-44FA-4042-B720-BCC3E9716983}">
      <dsp:nvSpPr>
        <dsp:cNvPr id="0" name=""/>
        <dsp:cNvSpPr/>
      </dsp:nvSpPr>
      <dsp:spPr>
        <a:xfrm>
          <a:off x="5228976" y="2398131"/>
          <a:ext cx="4320000" cy="124384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if x is TRUE, the redeem script is A 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ELSE</a:t>
          </a:r>
          <a:r>
            <a:rPr lang="tr-TR" sz="1700" kern="1200"/>
            <a:t> redeem script is B.</a:t>
          </a:r>
          <a:endParaRPr lang="en-US" sz="1700" kern="1200"/>
        </a:p>
      </dsp:txBody>
      <dsp:txXfrm>
        <a:off x="5228976" y="2398131"/>
        <a:ext cx="4320000" cy="1243847"/>
      </dsp:txXfrm>
    </dsp:sp>
  </dsp:spTree>
</dsp:drawing>
</file>

<file path=ppt/diagrams/drawing9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8972BCB-8CD0-479A-B829-0B1AF9C4AFB2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A6169AA-9AD7-48C3-8399-28537216B9C1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600" kern="1200"/>
            <a:t>bitcoin conditional expressions </a:t>
          </a:r>
        </a:p>
      </dsp:txBody>
      <dsp:txXfrm>
        <a:off x="152976" y="1981055"/>
        <a:ext cx="4320000" cy="648000"/>
      </dsp:txXfrm>
    </dsp:sp>
    <dsp:sp modelId="{92F81F25-ED3C-4832-A086-F9DB7E330461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can be “nested” indefinitely, </a:t>
          </a:r>
        </a:p>
      </dsp:txBody>
      <dsp:txXfrm>
        <a:off x="152976" y="2688423"/>
        <a:ext cx="4320000" cy="621412"/>
      </dsp:txXfrm>
    </dsp:sp>
    <dsp:sp modelId="{62FE2EBF-AF17-41FB-86CD-E79CC5D1645E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7CB5A6E-E9F4-4125-A812-0A2B132D3A46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600" kern="1200"/>
            <a:t>a conditional clause </a:t>
          </a:r>
        </a:p>
      </dsp:txBody>
      <dsp:txXfrm>
        <a:off x="5228976" y="1981055"/>
        <a:ext cx="4320000" cy="648000"/>
      </dsp:txXfrm>
    </dsp:sp>
    <dsp:sp modelId="{26B37DE6-068A-4A44-BAC9-775C8ECA5136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can contain another within it,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which contains another, etc.</a:t>
          </a:r>
        </a:p>
      </dsp:txBody>
      <dsp:txXfrm>
        <a:off x="5228976" y="2688423"/>
        <a:ext cx="4320000" cy="621412"/>
      </dsp:txXfrm>
    </dsp:sp>
  </dsp:spTree>
</dsp:drawing>
</file>

<file path=ppt/diagrams/drawing9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612DB77-9D5A-412A-8F35-6194E2939414}">
      <dsp:nvSpPr>
        <dsp:cNvPr id="0" name=""/>
        <dsp:cNvSpPr/>
      </dsp:nvSpPr>
      <dsp:spPr>
        <a:xfrm>
          <a:off x="3421" y="714855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</dsp:sp>
    <dsp:sp modelId="{65A463E3-89DD-4DE6-B005-FBD1548F97F8}">
      <dsp:nvSpPr>
        <dsp:cNvPr id="0" name=""/>
        <dsp:cNvSpPr/>
      </dsp:nvSpPr>
      <dsp:spPr>
        <a:xfrm>
          <a:off x="3421" y="182330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600" kern="1200"/>
            <a:t>Bitcoin implements flow control </a:t>
          </a:r>
        </a:p>
      </dsp:txBody>
      <dsp:txXfrm>
        <a:off x="3421" y="1823303"/>
        <a:ext cx="2894062" cy="434109"/>
      </dsp:txXfrm>
    </dsp:sp>
    <dsp:sp modelId="{ACB78C54-32DE-497E-8E17-9F3402956284}">
      <dsp:nvSpPr>
        <dsp:cNvPr id="0" name=""/>
        <dsp:cNvSpPr/>
      </dsp:nvSpPr>
      <dsp:spPr>
        <a:xfrm>
          <a:off x="3421" y="2301843"/>
          <a:ext cx="2894062" cy="63455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using the IF, ELSE, ENDIF, and NOTIF opcodes. </a:t>
          </a:r>
        </a:p>
      </dsp:txBody>
      <dsp:txXfrm>
        <a:off x="3421" y="2301843"/>
        <a:ext cx="2894062" cy="634551"/>
      </dsp:txXfrm>
    </dsp:sp>
    <dsp:sp modelId="{AE5D7967-A01B-486E-B606-B89A7CE34A3F}">
      <dsp:nvSpPr>
        <dsp:cNvPr id="0" name=""/>
        <dsp:cNvSpPr/>
      </dsp:nvSpPr>
      <dsp:spPr>
        <a:xfrm>
          <a:off x="3403945" y="714855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</dsp:sp>
    <dsp:sp modelId="{DC2AF447-96C0-4889-B3F7-B8F96DE63ACC}">
      <dsp:nvSpPr>
        <dsp:cNvPr id="0" name=""/>
        <dsp:cNvSpPr/>
      </dsp:nvSpPr>
      <dsp:spPr>
        <a:xfrm>
          <a:off x="3403945" y="182330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600" kern="1200"/>
            <a:t>Additionally,</a:t>
          </a:r>
          <a:r>
            <a:rPr lang="tr-TR" sz="1600" kern="1200"/>
            <a:t> </a:t>
          </a:r>
          <a:endParaRPr lang="en-US" sz="1600" kern="1200"/>
        </a:p>
      </dsp:txBody>
      <dsp:txXfrm>
        <a:off x="3403945" y="1823303"/>
        <a:ext cx="2894062" cy="434109"/>
      </dsp:txXfrm>
    </dsp:sp>
    <dsp:sp modelId="{781AA9B7-D984-419E-9B1C-100FFA544A5A}">
      <dsp:nvSpPr>
        <dsp:cNvPr id="0" name=""/>
        <dsp:cNvSpPr/>
      </dsp:nvSpPr>
      <dsp:spPr>
        <a:xfrm>
          <a:off x="3403945" y="2301843"/>
          <a:ext cx="2894062" cy="63455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conditional expressions can contain boolean operators </a:t>
          </a:r>
        </a:p>
        <a:p>
          <a:pPr marL="0" lvl="0" indent="0" algn="l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such as BOOLAND,</a:t>
          </a:r>
          <a:r>
            <a:rPr lang="tr-TR" sz="1200" kern="1200"/>
            <a:t> BOOLOR, and NOT.</a:t>
          </a:r>
          <a:endParaRPr lang="en-US" sz="1200" kern="1200"/>
        </a:p>
      </dsp:txBody>
      <dsp:txXfrm>
        <a:off x="3403945" y="2301843"/>
        <a:ext cx="2894062" cy="634551"/>
      </dsp:txXfrm>
    </dsp:sp>
    <dsp:sp modelId="{A6C675B6-92F9-43FD-A9DE-7B868D6C5349}">
      <dsp:nvSpPr>
        <dsp:cNvPr id="0" name=""/>
        <dsp:cNvSpPr/>
      </dsp:nvSpPr>
      <dsp:spPr>
        <a:xfrm>
          <a:off x="6804468" y="714855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</dsp:sp>
    <dsp:sp modelId="{78377E72-260A-4EE0-ACC1-9C67FEE7FED5}">
      <dsp:nvSpPr>
        <dsp:cNvPr id="0" name=""/>
        <dsp:cNvSpPr/>
      </dsp:nvSpPr>
      <dsp:spPr>
        <a:xfrm>
          <a:off x="6804468" y="182330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600" kern="1200"/>
            <a:t>Bitcoin Script is a stack language. </a:t>
          </a:r>
        </a:p>
      </dsp:txBody>
      <dsp:txXfrm>
        <a:off x="6804468" y="1823303"/>
        <a:ext cx="2894062" cy="434109"/>
      </dsp:txXfrm>
    </dsp:sp>
    <dsp:sp modelId="{121EDDB1-A684-474D-A65F-309C99AD7EE8}">
      <dsp:nvSpPr>
        <dsp:cNvPr id="0" name=""/>
        <dsp:cNvSpPr/>
      </dsp:nvSpPr>
      <dsp:spPr>
        <a:xfrm>
          <a:off x="6804468" y="2301843"/>
          <a:ext cx="2894062" cy="63455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The same way that 1 + 1 looks “backward”</a:t>
          </a:r>
        </a:p>
        <a:p>
          <a:pPr marL="0" lvl="0" indent="0" algn="l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when expressed as 1 1 ADD,</a:t>
          </a:r>
        </a:p>
      </dsp:txBody>
      <dsp:txXfrm>
        <a:off x="6804468" y="2301843"/>
        <a:ext cx="2894062" cy="634551"/>
      </dsp:txXfrm>
    </dsp:sp>
  </dsp:spTree>
</dsp:drawing>
</file>

<file path=ppt/diagrams/drawing9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D96ED16-12C9-496C-A173-B82E46F64E95}">
      <dsp:nvSpPr>
        <dsp:cNvPr id="0" name=""/>
        <dsp:cNvSpPr/>
      </dsp:nvSpPr>
      <dsp:spPr>
        <a:xfrm>
          <a:off x="0" y="0"/>
          <a:ext cx="8246660" cy="1643062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lt1">
                <a:hueOff val="0"/>
                <a:satOff val="0"/>
                <a:lumOff val="0"/>
                <a:alphaOff val="0"/>
                <a:tint val="94000"/>
                <a:satMod val="103000"/>
                <a:lumMod val="102000"/>
              </a:schemeClr>
            </a:gs>
            <a:gs pos="50000">
              <a:schemeClr val="lt1">
                <a:hueOff val="0"/>
                <a:satOff val="0"/>
                <a:lumOff val="0"/>
                <a:alphaOff val="0"/>
                <a:shade val="100000"/>
                <a:satMod val="110000"/>
                <a:lumMod val="100000"/>
              </a:schemeClr>
            </a:gs>
            <a:gs pos="100000">
              <a:schemeClr val="lt1">
                <a:hueOff val="0"/>
                <a:satOff val="0"/>
                <a:lumOff val="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/>
            <a:t>Another form of conditional in Bitcoin Script</a:t>
          </a:r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is any opcode that ends in VERIFY. </a:t>
          </a:r>
        </a:p>
      </dsp:txBody>
      <dsp:txXfrm>
        <a:off x="48124" y="48124"/>
        <a:ext cx="6548426" cy="1546814"/>
      </dsp:txXfrm>
    </dsp:sp>
    <dsp:sp modelId="{22565010-0BAA-4FAC-B950-ED3D0A948E5E}">
      <dsp:nvSpPr>
        <dsp:cNvPr id="0" name=""/>
        <dsp:cNvSpPr/>
      </dsp:nvSpPr>
      <dsp:spPr>
        <a:xfrm>
          <a:off x="1455292" y="2008187"/>
          <a:ext cx="8246660" cy="1643062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lt1">
                <a:hueOff val="0"/>
                <a:satOff val="0"/>
                <a:lumOff val="0"/>
                <a:alphaOff val="0"/>
                <a:tint val="94000"/>
                <a:satMod val="103000"/>
                <a:lumMod val="102000"/>
              </a:schemeClr>
            </a:gs>
            <a:gs pos="50000">
              <a:schemeClr val="lt1">
                <a:hueOff val="0"/>
                <a:satOff val="0"/>
                <a:lumOff val="0"/>
                <a:alphaOff val="0"/>
                <a:shade val="100000"/>
                <a:satMod val="110000"/>
                <a:lumMod val="100000"/>
              </a:schemeClr>
            </a:gs>
            <a:gs pos="100000">
              <a:schemeClr val="lt1">
                <a:hueOff val="0"/>
                <a:satOff val="0"/>
                <a:lumOff val="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/>
            <a:t>The</a:t>
          </a:r>
          <a:r>
            <a:rPr lang="tr-TR" sz="2400" kern="1200"/>
            <a:t> </a:t>
          </a:r>
          <a:r>
            <a:rPr lang="en-US" sz="2400" kern="1200"/>
            <a:t>VERIFY suffix means that </a:t>
          </a:r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if the condition evaluated is not TRUE,</a:t>
          </a:r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execution of the</a:t>
          </a:r>
          <a:r>
            <a:rPr lang="tr-TR" sz="1900" kern="1200"/>
            <a:t> </a:t>
          </a:r>
          <a:r>
            <a:rPr lang="en-US" sz="1900" kern="1200"/>
            <a:t>script terminates immediately </a:t>
          </a:r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and the transaction is deemed invalid.</a:t>
          </a:r>
        </a:p>
      </dsp:txBody>
      <dsp:txXfrm>
        <a:off x="1503416" y="2056311"/>
        <a:ext cx="5627128" cy="1546814"/>
      </dsp:txXfrm>
    </dsp:sp>
    <dsp:sp modelId="{040FD58A-F7EA-4BDB-9705-2F21823552EE}">
      <dsp:nvSpPr>
        <dsp:cNvPr id="0" name=""/>
        <dsp:cNvSpPr/>
      </dsp:nvSpPr>
      <dsp:spPr>
        <a:xfrm>
          <a:off x="7178669" y="1291629"/>
          <a:ext cx="1067990" cy="1067990"/>
        </a:xfrm>
        <a:prstGeom prst="downArrow">
          <a:avLst>
            <a:gd name="adj1" fmla="val 55000"/>
            <a:gd name="adj2" fmla="val 45000"/>
          </a:avLst>
        </a:prstGeom>
        <a:solidFill>
          <a:schemeClr val="lt1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3"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marL="0" lvl="0" indent="0" algn="ctr" defTabSz="1600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3600" kern="1200"/>
        </a:p>
      </dsp:txBody>
      <dsp:txXfrm>
        <a:off x="7418967" y="1291629"/>
        <a:ext cx="587394" cy="803662"/>
      </dsp:txXfrm>
    </dsp:sp>
  </dsp:spTree>
</dsp:drawing>
</file>

<file path=ppt/diagrams/drawing9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8886480-01EC-48E5-AF83-53BB3128FB5D}">
      <dsp:nvSpPr>
        <dsp:cNvPr id="0" name=""/>
        <dsp:cNvSpPr/>
      </dsp:nvSpPr>
      <dsp:spPr>
        <a:xfrm>
          <a:off x="0" y="203824"/>
          <a:ext cx="8770938" cy="95940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2400" tIns="152400" rIns="152400" bIns="152400" numCol="1" spcCol="1270" anchor="ctr" anchorCtr="0">
          <a:noAutofit/>
        </a:bodyPr>
        <a:lstStyle/>
        <a:p>
          <a:pPr marL="0" lvl="0" indent="0" algn="l" defTabSz="1778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4000" kern="1200"/>
            <a:t>the VERIFY suffix acts as</a:t>
          </a:r>
          <a:r>
            <a:rPr lang="tr-TR" sz="4000" kern="1200"/>
            <a:t> </a:t>
          </a:r>
          <a:r>
            <a:rPr lang="en-US" sz="4000" kern="1200"/>
            <a:t>a </a:t>
          </a:r>
          <a:r>
            <a:rPr lang="en-US" sz="4000" i="1" kern="1200"/>
            <a:t>guard clause</a:t>
          </a:r>
          <a:r>
            <a:rPr lang="en-US" sz="4000" kern="1200"/>
            <a:t>,</a:t>
          </a:r>
        </a:p>
      </dsp:txBody>
      <dsp:txXfrm>
        <a:off x="46834" y="250658"/>
        <a:ext cx="8677270" cy="865732"/>
      </dsp:txXfrm>
    </dsp:sp>
    <dsp:sp modelId="{A5E6D80E-60CA-44E6-B308-1B6A05E67A87}">
      <dsp:nvSpPr>
        <dsp:cNvPr id="0" name=""/>
        <dsp:cNvSpPr/>
      </dsp:nvSpPr>
      <dsp:spPr>
        <a:xfrm>
          <a:off x="0" y="1163224"/>
          <a:ext cx="8770938" cy="6624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78477" tIns="50800" rIns="284480" bIns="50800" numCol="1" spcCol="1270" anchor="t" anchorCtr="0">
          <a:noAutofit/>
        </a:bodyPr>
        <a:lstStyle/>
        <a:p>
          <a:pPr marL="285750" lvl="1" indent="-285750" algn="l" defTabSz="13779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3100" kern="1200"/>
            <a:t>continuing only if a precondition is met</a:t>
          </a:r>
        </a:p>
      </dsp:txBody>
      <dsp:txXfrm>
        <a:off x="0" y="1163224"/>
        <a:ext cx="8770938" cy="662400"/>
      </dsp:txXfrm>
    </dsp:sp>
    <dsp:sp modelId="{1C489CC1-906E-40F8-B005-067BD2EB7413}">
      <dsp:nvSpPr>
        <dsp:cNvPr id="0" name=""/>
        <dsp:cNvSpPr/>
      </dsp:nvSpPr>
      <dsp:spPr>
        <a:xfrm>
          <a:off x="0" y="1825625"/>
          <a:ext cx="8770938" cy="95940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2400" tIns="152400" rIns="152400" bIns="152400" numCol="1" spcCol="1270" anchor="ctr" anchorCtr="0">
          <a:noAutofit/>
        </a:bodyPr>
        <a:lstStyle/>
        <a:p>
          <a:pPr marL="0" lvl="0" indent="0" algn="l" defTabSz="1778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4000" kern="1200"/>
            <a:t>Unlike an IF clause, </a:t>
          </a:r>
        </a:p>
      </dsp:txBody>
      <dsp:txXfrm>
        <a:off x="46834" y="1872459"/>
        <a:ext cx="8677270" cy="865732"/>
      </dsp:txXfrm>
    </dsp:sp>
    <dsp:sp modelId="{ADF1E1AA-EF9C-478B-B518-71C7C580A469}">
      <dsp:nvSpPr>
        <dsp:cNvPr id="0" name=""/>
        <dsp:cNvSpPr/>
      </dsp:nvSpPr>
      <dsp:spPr>
        <a:xfrm>
          <a:off x="0" y="2785025"/>
          <a:ext cx="8770938" cy="6624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78477" tIns="50800" rIns="284480" bIns="50800" numCol="1" spcCol="1270" anchor="t" anchorCtr="0">
          <a:noAutofit/>
        </a:bodyPr>
        <a:lstStyle/>
        <a:p>
          <a:pPr marL="285750" lvl="1" indent="-285750" algn="l" defTabSz="13779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3100" kern="1200"/>
            <a:t>which offers alternative execution paths, </a:t>
          </a:r>
        </a:p>
      </dsp:txBody>
      <dsp:txXfrm>
        <a:off x="0" y="2785025"/>
        <a:ext cx="8770938" cy="662400"/>
      </dsp:txXfrm>
    </dsp:sp>
  </dsp:spTree>
</dsp:drawing>
</file>

<file path=ppt/diagrams/drawing9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F21744E-0353-44A4-9A86-00DCD9969C88}">
      <dsp:nvSpPr>
        <dsp:cNvPr id="0" name=""/>
        <dsp:cNvSpPr/>
      </dsp:nvSpPr>
      <dsp:spPr>
        <a:xfrm>
          <a:off x="0" y="0"/>
          <a:ext cx="8246660" cy="1095375"/>
        </a:xfrm>
        <a:prstGeom prst="roundRect">
          <a:avLst>
            <a:gd name="adj" fmla="val 10000"/>
          </a:avLst>
        </a:prstGeom>
        <a:solidFill>
          <a:schemeClr val="lt1">
            <a:hueOff val="0"/>
            <a:satOff val="0"/>
            <a:lumOff val="0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/>
            <a:t>the following script requires 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Bob’s signature and a pre-image (secret)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that produces a specific hash. </a:t>
          </a:r>
        </a:p>
      </dsp:txBody>
      <dsp:txXfrm>
        <a:off x="32082" y="32082"/>
        <a:ext cx="7064665" cy="1031211"/>
      </dsp:txXfrm>
    </dsp:sp>
    <dsp:sp modelId="{897B6325-73D3-460E-8092-D4FF55B285ED}">
      <dsp:nvSpPr>
        <dsp:cNvPr id="0" name=""/>
        <dsp:cNvSpPr/>
      </dsp:nvSpPr>
      <dsp:spPr>
        <a:xfrm>
          <a:off x="727646" y="1277937"/>
          <a:ext cx="8246660" cy="1095375"/>
        </a:xfrm>
        <a:prstGeom prst="roundRect">
          <a:avLst>
            <a:gd name="adj" fmla="val 10000"/>
          </a:avLst>
        </a:prstGeom>
        <a:solidFill>
          <a:schemeClr val="lt1">
            <a:hueOff val="0"/>
            <a:satOff val="0"/>
            <a:lumOff val="0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/>
            <a:t>Both conditions 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must be satisfied to unlock:</a:t>
          </a:r>
        </a:p>
      </dsp:txBody>
      <dsp:txXfrm>
        <a:off x="759728" y="1310019"/>
        <a:ext cx="6742855" cy="1031211"/>
      </dsp:txXfrm>
    </dsp:sp>
    <dsp:sp modelId="{5BD1B2CF-89F1-45C8-8723-EE186CF1DE31}">
      <dsp:nvSpPr>
        <dsp:cNvPr id="0" name=""/>
        <dsp:cNvSpPr/>
      </dsp:nvSpPr>
      <dsp:spPr>
        <a:xfrm>
          <a:off x="1455292" y="2555874"/>
          <a:ext cx="8246660" cy="1095375"/>
        </a:xfrm>
        <a:prstGeom prst="roundRect">
          <a:avLst>
            <a:gd name="adj" fmla="val 10000"/>
          </a:avLst>
        </a:prstGeom>
        <a:solidFill>
          <a:schemeClr val="lt1">
            <a:hueOff val="0"/>
            <a:satOff val="0"/>
            <a:lumOff val="0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/>
            <a:t>HASH160 &lt;expected hash&gt; EQUALVERIFY &lt;Bob's Pubkey&gt; CHECKSIG</a:t>
          </a:r>
        </a:p>
      </dsp:txBody>
      <dsp:txXfrm>
        <a:off x="1487374" y="2587956"/>
        <a:ext cx="6742855" cy="1031211"/>
      </dsp:txXfrm>
    </dsp:sp>
    <dsp:sp modelId="{3F9B6031-33E1-4FBB-8C81-897BF4C54601}">
      <dsp:nvSpPr>
        <dsp:cNvPr id="0" name=""/>
        <dsp:cNvSpPr/>
      </dsp:nvSpPr>
      <dsp:spPr>
        <a:xfrm>
          <a:off x="7534666" y="830659"/>
          <a:ext cx="711993" cy="711993"/>
        </a:xfrm>
        <a:prstGeom prst="downArrow">
          <a:avLst>
            <a:gd name="adj1" fmla="val 55000"/>
            <a:gd name="adj2" fmla="val 45000"/>
          </a:avLst>
        </a:prstGeom>
        <a:solidFill>
          <a:schemeClr val="lt1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dk2"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0640" tIns="40640" rIns="40640" bIns="4064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3200" kern="1200"/>
        </a:p>
      </dsp:txBody>
      <dsp:txXfrm>
        <a:off x="7694864" y="830659"/>
        <a:ext cx="391597" cy="535775"/>
      </dsp:txXfrm>
    </dsp:sp>
    <dsp:sp modelId="{B98CD282-5006-41F5-9573-33E513F53ADA}">
      <dsp:nvSpPr>
        <dsp:cNvPr id="0" name=""/>
        <dsp:cNvSpPr/>
      </dsp:nvSpPr>
      <dsp:spPr>
        <a:xfrm>
          <a:off x="8262312" y="2101294"/>
          <a:ext cx="711993" cy="711993"/>
        </a:xfrm>
        <a:prstGeom prst="downArrow">
          <a:avLst>
            <a:gd name="adj1" fmla="val 55000"/>
            <a:gd name="adj2" fmla="val 45000"/>
          </a:avLst>
        </a:prstGeom>
        <a:solidFill>
          <a:schemeClr val="lt1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dk2"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0640" tIns="40640" rIns="40640" bIns="4064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3200" kern="1200"/>
        </a:p>
      </dsp:txBody>
      <dsp:txXfrm>
        <a:off x="8422510" y="2101294"/>
        <a:ext cx="391597" cy="535775"/>
      </dsp:txXfrm>
    </dsp:sp>
  </dsp:spTree>
</dsp:drawing>
</file>

<file path=ppt/diagrams/drawing10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AAF44C9-ADE7-4287-857A-9D1AF0934881}">
      <dsp:nvSpPr>
        <dsp:cNvPr id="0" name=""/>
        <dsp:cNvSpPr/>
      </dsp:nvSpPr>
      <dsp:spPr>
        <a:xfrm>
          <a:off x="0" y="0"/>
          <a:ext cx="7016750" cy="803275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2">
                <a:hueOff val="0"/>
                <a:satOff val="0"/>
                <a:lumOff val="0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2">
                <a:hueOff val="0"/>
                <a:satOff val="0"/>
                <a:lumOff val="0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2">
                <a:hueOff val="0"/>
                <a:satOff val="0"/>
                <a:lumOff val="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HASH160 &lt;expected hash&gt; EQUALVERIFY &lt;Bob's Pubkey&gt; CHECKSIG</a:t>
          </a:r>
        </a:p>
      </dsp:txBody>
      <dsp:txXfrm>
        <a:off x="23527" y="23527"/>
        <a:ext cx="6082077" cy="756221"/>
      </dsp:txXfrm>
    </dsp:sp>
    <dsp:sp modelId="{BBDD0C16-43A6-4BBE-9373-B6606695BC33}">
      <dsp:nvSpPr>
        <dsp:cNvPr id="0" name=""/>
        <dsp:cNvSpPr/>
      </dsp:nvSpPr>
      <dsp:spPr>
        <a:xfrm>
          <a:off x="587652" y="949325"/>
          <a:ext cx="7016750" cy="803275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2">
                <a:hueOff val="-2469290"/>
                <a:satOff val="-916"/>
                <a:lumOff val="2092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2">
                <a:hueOff val="-2469290"/>
                <a:satOff val="-916"/>
                <a:lumOff val="2092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2">
                <a:hueOff val="-2469290"/>
                <a:satOff val="-916"/>
                <a:lumOff val="2092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To redeem this, </a:t>
          </a:r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100" kern="1200"/>
            <a:t>Bob must construct an unlocking script </a:t>
          </a:r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100" kern="1200"/>
            <a:t>that presents a valid preimage</a:t>
          </a:r>
          <a:r>
            <a:rPr lang="tr-TR" sz="1100" kern="1200"/>
            <a:t> and a signature:</a:t>
          </a:r>
          <a:endParaRPr lang="en-US" sz="1100" kern="1200"/>
        </a:p>
      </dsp:txBody>
      <dsp:txXfrm>
        <a:off x="611179" y="972852"/>
        <a:ext cx="5859914" cy="756221"/>
      </dsp:txXfrm>
    </dsp:sp>
    <dsp:sp modelId="{9C63CEEC-2E14-4DC0-B622-0A33D41B3252}">
      <dsp:nvSpPr>
        <dsp:cNvPr id="0" name=""/>
        <dsp:cNvSpPr/>
      </dsp:nvSpPr>
      <dsp:spPr>
        <a:xfrm>
          <a:off x="1166534" y="1898650"/>
          <a:ext cx="7016750" cy="803275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2">
                <a:hueOff val="-4938581"/>
                <a:satOff val="-1833"/>
                <a:lumOff val="4183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2">
                <a:hueOff val="-4938581"/>
                <a:satOff val="-1833"/>
                <a:lumOff val="4183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2">
                <a:hueOff val="-4938581"/>
                <a:satOff val="-1833"/>
                <a:lumOff val="4183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&lt;Bob's Sig&gt; &lt;hash pre-imag</a:t>
          </a:r>
          <a:endParaRPr lang="en-US" sz="1400" kern="1200"/>
        </a:p>
      </dsp:txBody>
      <dsp:txXfrm>
        <a:off x="1190061" y="1922177"/>
        <a:ext cx="5868685" cy="756221"/>
      </dsp:txXfrm>
    </dsp:sp>
    <dsp:sp modelId="{BD6D5092-E628-4F63-9551-125D64D852EE}">
      <dsp:nvSpPr>
        <dsp:cNvPr id="0" name=""/>
        <dsp:cNvSpPr/>
      </dsp:nvSpPr>
      <dsp:spPr>
        <a:xfrm>
          <a:off x="1754187" y="2847975"/>
          <a:ext cx="7016750" cy="803275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2">
                <a:hueOff val="-7407870"/>
                <a:satOff val="-2749"/>
                <a:lumOff val="6275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2">
                <a:hueOff val="-7407870"/>
                <a:satOff val="-2749"/>
                <a:lumOff val="6275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2">
                <a:hueOff val="-7407870"/>
                <a:satOff val="-2749"/>
                <a:lumOff val="6275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Without presenting the pre-image,</a:t>
          </a:r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100" kern="1200"/>
            <a:t>Bob can’t get to the part of the script </a:t>
          </a:r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100" kern="1200"/>
            <a:t>that checks</a:t>
          </a:r>
          <a:r>
            <a:rPr lang="tr-TR" sz="1100" kern="1200"/>
            <a:t> for his signature.</a:t>
          </a:r>
          <a:endParaRPr lang="en-US" sz="1100" kern="1200"/>
        </a:p>
      </dsp:txBody>
      <dsp:txXfrm>
        <a:off x="1777714" y="2871502"/>
        <a:ext cx="5859914" cy="756221"/>
      </dsp:txXfrm>
    </dsp:sp>
    <dsp:sp modelId="{9781B767-712A-436E-804F-616C7769C955}">
      <dsp:nvSpPr>
        <dsp:cNvPr id="0" name=""/>
        <dsp:cNvSpPr/>
      </dsp:nvSpPr>
      <dsp:spPr>
        <a:xfrm>
          <a:off x="6494621" y="615235"/>
          <a:ext cx="522128" cy="522128"/>
        </a:xfrm>
        <a:prstGeom prst="downArrow">
          <a:avLst>
            <a:gd name="adj1" fmla="val 55000"/>
            <a:gd name="adj2" fmla="val 45000"/>
          </a:avLst>
        </a:prstGeom>
        <a:solidFill>
          <a:schemeClr val="accent2">
            <a:tint val="40000"/>
            <a:alpha val="9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2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9210" tIns="29210" rIns="29210" bIns="29210" numCol="1" spcCol="1270" anchor="ctr" anchorCtr="0">
          <a:noAutofit/>
        </a:bodyPr>
        <a:lstStyle/>
        <a:p>
          <a:pPr marL="0" lvl="0" indent="0" algn="ctr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2300" kern="1200"/>
        </a:p>
      </dsp:txBody>
      <dsp:txXfrm>
        <a:off x="6612100" y="615235"/>
        <a:ext cx="287170" cy="392901"/>
      </dsp:txXfrm>
    </dsp:sp>
    <dsp:sp modelId="{FC58CC03-2186-4B2B-96DA-B1C2A6DD1BAC}">
      <dsp:nvSpPr>
        <dsp:cNvPr id="0" name=""/>
        <dsp:cNvSpPr/>
      </dsp:nvSpPr>
      <dsp:spPr>
        <a:xfrm>
          <a:off x="7082274" y="1564560"/>
          <a:ext cx="522128" cy="522128"/>
        </a:xfrm>
        <a:prstGeom prst="downArrow">
          <a:avLst>
            <a:gd name="adj1" fmla="val 55000"/>
            <a:gd name="adj2" fmla="val 45000"/>
          </a:avLst>
        </a:prstGeom>
        <a:solidFill>
          <a:schemeClr val="accent2">
            <a:tint val="40000"/>
            <a:alpha val="90000"/>
            <a:hueOff val="-3704447"/>
            <a:satOff val="-534"/>
            <a:lumOff val="729"/>
            <a:alphaOff val="0"/>
          </a:schemeClr>
        </a:solidFill>
        <a:ln w="9525" cap="flat" cmpd="sng" algn="ctr">
          <a:solidFill>
            <a:schemeClr val="accent2">
              <a:tint val="40000"/>
              <a:alpha val="90000"/>
              <a:hueOff val="-3704447"/>
              <a:satOff val="-534"/>
              <a:lumOff val="729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9210" tIns="29210" rIns="29210" bIns="29210" numCol="1" spcCol="1270" anchor="ctr" anchorCtr="0">
          <a:noAutofit/>
        </a:bodyPr>
        <a:lstStyle/>
        <a:p>
          <a:pPr marL="0" lvl="0" indent="0" algn="ctr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2300" kern="1200"/>
        </a:p>
      </dsp:txBody>
      <dsp:txXfrm>
        <a:off x="7199753" y="1564560"/>
        <a:ext cx="287170" cy="392901"/>
      </dsp:txXfrm>
    </dsp:sp>
    <dsp:sp modelId="{36088AC6-9A4A-4D2B-A81F-27A3D3CB0E37}">
      <dsp:nvSpPr>
        <dsp:cNvPr id="0" name=""/>
        <dsp:cNvSpPr/>
      </dsp:nvSpPr>
      <dsp:spPr>
        <a:xfrm>
          <a:off x="7661156" y="2513885"/>
          <a:ext cx="522128" cy="522128"/>
        </a:xfrm>
        <a:prstGeom prst="downArrow">
          <a:avLst>
            <a:gd name="adj1" fmla="val 55000"/>
            <a:gd name="adj2" fmla="val 45000"/>
          </a:avLst>
        </a:prstGeom>
        <a:solidFill>
          <a:schemeClr val="accent2">
            <a:tint val="40000"/>
            <a:alpha val="90000"/>
            <a:hueOff val="-7408895"/>
            <a:satOff val="-1068"/>
            <a:lumOff val="1459"/>
            <a:alphaOff val="0"/>
          </a:schemeClr>
        </a:solidFill>
        <a:ln w="9525" cap="flat" cmpd="sng" algn="ctr">
          <a:solidFill>
            <a:schemeClr val="accent2">
              <a:tint val="40000"/>
              <a:alpha val="90000"/>
              <a:hueOff val="-7408895"/>
              <a:satOff val="-1068"/>
              <a:lumOff val="1459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9210" tIns="29210" rIns="29210" bIns="29210" numCol="1" spcCol="1270" anchor="ctr" anchorCtr="0">
          <a:noAutofit/>
        </a:bodyPr>
        <a:lstStyle/>
        <a:p>
          <a:pPr marL="0" lvl="0" indent="0" algn="ctr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2300" kern="1200"/>
        </a:p>
      </dsp:txBody>
      <dsp:txXfrm>
        <a:off x="7778635" y="2513885"/>
        <a:ext cx="287170" cy="392901"/>
      </dsp:txXfrm>
    </dsp:sp>
  </dsp:spTree>
</dsp:drawing>
</file>

<file path=ppt/diagrams/drawing10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44837CB-FE15-48A8-8CBD-BC83EE1EC911}">
      <dsp:nvSpPr>
        <dsp:cNvPr id="0" name=""/>
        <dsp:cNvSpPr/>
      </dsp:nvSpPr>
      <dsp:spPr>
        <a:xfrm>
          <a:off x="0" y="445024"/>
          <a:ext cx="8770938" cy="15151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4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680722" tIns="541528" rIns="680722" bIns="184912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600" kern="1200"/>
            <a:t>for flow control in Bitcoin Script is </a:t>
          </a:r>
        </a:p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600" kern="1200"/>
            <a:t>to construct a redeem script</a:t>
          </a:r>
          <a:r>
            <a:rPr lang="tr-TR" sz="2600" kern="1200"/>
            <a:t> </a:t>
          </a:r>
          <a:r>
            <a:rPr lang="en-US" sz="2600" kern="1200"/>
            <a:t>that </a:t>
          </a:r>
        </a:p>
      </dsp:txBody>
      <dsp:txXfrm>
        <a:off x="0" y="445024"/>
        <a:ext cx="8770938" cy="1515150"/>
      </dsp:txXfrm>
    </dsp:sp>
    <dsp:sp modelId="{E21D53D4-0FA0-4A7D-88B6-9402DBA36B6B}">
      <dsp:nvSpPr>
        <dsp:cNvPr id="0" name=""/>
        <dsp:cNvSpPr/>
      </dsp:nvSpPr>
      <dsp:spPr>
        <a:xfrm>
          <a:off x="438546" y="61264"/>
          <a:ext cx="6139656" cy="767520"/>
        </a:xfrm>
        <a:prstGeom prst="roundRect">
          <a:avLst/>
        </a:prstGeom>
        <a:gradFill rotWithShape="0">
          <a:gsLst>
            <a:gs pos="0">
              <a:schemeClr val="accent4">
                <a:shade val="80000"/>
                <a:hueOff val="0"/>
                <a:satOff val="0"/>
                <a:lumOff val="0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4">
                <a:shade val="80000"/>
                <a:hueOff val="0"/>
                <a:satOff val="0"/>
                <a:lumOff val="0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4">
                <a:shade val="80000"/>
                <a:hueOff val="0"/>
                <a:satOff val="0"/>
                <a:lumOff val="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A very common use </a:t>
          </a:r>
        </a:p>
      </dsp:txBody>
      <dsp:txXfrm>
        <a:off x="476013" y="98731"/>
        <a:ext cx="6064722" cy="692586"/>
      </dsp:txXfrm>
    </dsp:sp>
    <dsp:sp modelId="{D1E32CB8-DE5B-4426-9914-439BBE4516BD}">
      <dsp:nvSpPr>
        <dsp:cNvPr id="0" name=""/>
        <dsp:cNvSpPr/>
      </dsp:nvSpPr>
      <dsp:spPr>
        <a:xfrm>
          <a:off x="0" y="2484335"/>
          <a:ext cx="8770938" cy="11056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4">
              <a:shade val="80000"/>
              <a:hueOff val="17774"/>
              <a:satOff val="846"/>
              <a:lumOff val="21483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680722" tIns="541528" rIns="680722" bIns="184912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600" kern="1200"/>
            <a:t>each a different way of redeeming the UTXO.</a:t>
          </a:r>
        </a:p>
      </dsp:txBody>
      <dsp:txXfrm>
        <a:off x="0" y="2484335"/>
        <a:ext cx="8770938" cy="1105650"/>
      </dsp:txXfrm>
    </dsp:sp>
    <dsp:sp modelId="{1828BD39-687A-4875-9CD0-A34F88133768}">
      <dsp:nvSpPr>
        <dsp:cNvPr id="0" name=""/>
        <dsp:cNvSpPr/>
      </dsp:nvSpPr>
      <dsp:spPr>
        <a:xfrm>
          <a:off x="438546" y="2100575"/>
          <a:ext cx="6139656" cy="767520"/>
        </a:xfrm>
        <a:prstGeom prst="roundRect">
          <a:avLst/>
        </a:prstGeom>
        <a:gradFill rotWithShape="0">
          <a:gsLst>
            <a:gs pos="0">
              <a:schemeClr val="accent4">
                <a:shade val="80000"/>
                <a:hueOff val="17774"/>
                <a:satOff val="846"/>
                <a:lumOff val="21483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4">
                <a:shade val="80000"/>
                <a:hueOff val="17774"/>
                <a:satOff val="846"/>
                <a:lumOff val="21483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4">
                <a:shade val="80000"/>
                <a:hueOff val="17774"/>
                <a:satOff val="846"/>
                <a:lumOff val="21483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offers multiple execution paths, </a:t>
          </a:r>
        </a:p>
      </dsp:txBody>
      <dsp:txXfrm>
        <a:off x="476013" y="2138042"/>
        <a:ext cx="6064722" cy="692586"/>
      </dsp:txXfrm>
    </dsp:sp>
  </dsp:spTree>
</dsp:drawing>
</file>

<file path=ppt/diagrams/drawing10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CA3033F-59D1-4E75-A2FA-4E5D1B303EBE}">
      <dsp:nvSpPr>
        <dsp:cNvPr id="0" name=""/>
        <dsp:cNvSpPr/>
      </dsp:nvSpPr>
      <dsp:spPr>
        <a:xfrm>
          <a:off x="0" y="54286"/>
          <a:ext cx="7244566" cy="57563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/>
            <a:t>example, </a:t>
          </a:r>
          <a:r>
            <a:rPr lang="tr-TR" sz="2400" kern="1200"/>
            <a:t>with </a:t>
          </a:r>
          <a:r>
            <a:rPr lang="en-US" sz="2400" kern="1200"/>
            <a:t>two signers, </a:t>
          </a:r>
          <a:endParaRPr lang="tr-TR" sz="2400" kern="1200"/>
        </a:p>
      </dsp:txBody>
      <dsp:txXfrm>
        <a:off x="28100" y="82386"/>
        <a:ext cx="7188366" cy="519439"/>
      </dsp:txXfrm>
    </dsp:sp>
    <dsp:sp modelId="{1252D12E-60E5-405A-8D93-66F7E091B5F8}">
      <dsp:nvSpPr>
        <dsp:cNvPr id="0" name=""/>
        <dsp:cNvSpPr/>
      </dsp:nvSpPr>
      <dsp:spPr>
        <a:xfrm>
          <a:off x="0" y="629925"/>
          <a:ext cx="7244566" cy="6582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30015" tIns="30480" rIns="170688" bIns="30480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900" kern="1200"/>
            <a:t>Alice and Bob, </a:t>
          </a:r>
          <a:endParaRPr lang="tr-TR" sz="1900" kern="1200"/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900" kern="1200"/>
            <a:t>Either</a:t>
          </a:r>
          <a:r>
            <a:rPr lang="tr-TR" sz="1900" kern="1200"/>
            <a:t> </a:t>
          </a:r>
          <a:r>
            <a:rPr lang="en-US" sz="1900" kern="1200"/>
            <a:t>one is able to redeem. </a:t>
          </a:r>
          <a:endParaRPr lang="tr-TR" sz="1900" kern="1200"/>
        </a:p>
      </dsp:txBody>
      <dsp:txXfrm>
        <a:off x="0" y="629925"/>
        <a:ext cx="7244566" cy="658260"/>
      </dsp:txXfrm>
    </dsp:sp>
    <dsp:sp modelId="{B03DF853-2594-4558-AF02-6901DA368350}">
      <dsp:nvSpPr>
        <dsp:cNvPr id="0" name=""/>
        <dsp:cNvSpPr/>
      </dsp:nvSpPr>
      <dsp:spPr>
        <a:xfrm>
          <a:off x="0" y="1288186"/>
          <a:ext cx="7244566" cy="57563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/>
            <a:t>With multisig, </a:t>
          </a:r>
          <a:endParaRPr lang="tr-TR" sz="2400" kern="1200"/>
        </a:p>
      </dsp:txBody>
      <dsp:txXfrm>
        <a:off x="28100" y="1316286"/>
        <a:ext cx="7188366" cy="519439"/>
      </dsp:txXfrm>
    </dsp:sp>
    <dsp:sp modelId="{946188A7-684E-4017-A131-354800398B71}">
      <dsp:nvSpPr>
        <dsp:cNvPr id="0" name=""/>
        <dsp:cNvSpPr/>
      </dsp:nvSpPr>
      <dsp:spPr>
        <a:xfrm>
          <a:off x="0" y="1863826"/>
          <a:ext cx="7244566" cy="3974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30015" tIns="30480" rIns="170688" bIns="30480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900" kern="1200"/>
            <a:t>this would be expressed as a 1-of-2 multisig</a:t>
          </a:r>
          <a:r>
            <a:rPr lang="tr-TR" sz="1900" kern="1200"/>
            <a:t> </a:t>
          </a:r>
          <a:r>
            <a:rPr lang="en-US" sz="1900" kern="1200"/>
            <a:t>script. </a:t>
          </a:r>
          <a:endParaRPr lang="tr-TR" sz="1900" kern="1200"/>
        </a:p>
      </dsp:txBody>
      <dsp:txXfrm>
        <a:off x="0" y="1863826"/>
        <a:ext cx="7244566" cy="397440"/>
      </dsp:txXfrm>
    </dsp:sp>
    <dsp:sp modelId="{A807CCFE-9980-4AAE-A21A-70D191E80800}">
      <dsp:nvSpPr>
        <dsp:cNvPr id="0" name=""/>
        <dsp:cNvSpPr/>
      </dsp:nvSpPr>
      <dsp:spPr>
        <a:xfrm>
          <a:off x="0" y="2261266"/>
          <a:ext cx="7244566" cy="57563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/>
            <a:t>For the sake of demonstration, </a:t>
          </a:r>
          <a:endParaRPr lang="tr-TR" sz="2400" kern="1200"/>
        </a:p>
      </dsp:txBody>
      <dsp:txXfrm>
        <a:off x="28100" y="2289366"/>
        <a:ext cx="7188366" cy="519439"/>
      </dsp:txXfrm>
    </dsp:sp>
    <dsp:sp modelId="{095BE3A8-2DB1-47DD-885C-F53FEDB343F5}">
      <dsp:nvSpPr>
        <dsp:cNvPr id="0" name=""/>
        <dsp:cNvSpPr/>
      </dsp:nvSpPr>
      <dsp:spPr>
        <a:xfrm>
          <a:off x="0" y="2836905"/>
          <a:ext cx="7244566" cy="3974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30015" tIns="30480" rIns="170688" bIns="30480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900" kern="1200"/>
            <a:t>we will do the same thing with an IF clause:</a:t>
          </a:r>
          <a:endParaRPr lang="tr-TR" sz="1900" kern="1200"/>
        </a:p>
      </dsp:txBody>
      <dsp:txXfrm>
        <a:off x="0" y="2836905"/>
        <a:ext cx="7244566" cy="397440"/>
      </dsp:txXfrm>
    </dsp:sp>
  </dsp:spTree>
</dsp:drawing>
</file>

<file path=ppt/diagrams/drawing10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1B7FF61-D6E2-43C3-8860-DAC672083261}">
      <dsp:nvSpPr>
        <dsp:cNvPr id="0" name=""/>
        <dsp:cNvSpPr/>
      </dsp:nvSpPr>
      <dsp:spPr>
        <a:xfrm>
          <a:off x="0" y="61947"/>
          <a:ext cx="7741872" cy="57563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/>
            <a:t>“Where is the condition?</a:t>
          </a:r>
          <a:endParaRPr lang="tr-TR" sz="2400" kern="1200"/>
        </a:p>
      </dsp:txBody>
      <dsp:txXfrm>
        <a:off x="28100" y="90047"/>
        <a:ext cx="7685672" cy="519439"/>
      </dsp:txXfrm>
    </dsp:sp>
    <dsp:sp modelId="{250E8E2C-F976-4569-8829-89510149B9C6}">
      <dsp:nvSpPr>
        <dsp:cNvPr id="0" name=""/>
        <dsp:cNvSpPr/>
      </dsp:nvSpPr>
      <dsp:spPr>
        <a:xfrm>
          <a:off x="0" y="637587"/>
          <a:ext cx="7741872" cy="3974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45804" tIns="30480" rIns="170688" bIns="30480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900" kern="1200"/>
            <a:t>There is nothing preceding the IF clause!”</a:t>
          </a:r>
          <a:endParaRPr lang="tr-TR" sz="1900" kern="1200"/>
        </a:p>
      </dsp:txBody>
      <dsp:txXfrm>
        <a:off x="0" y="637587"/>
        <a:ext cx="7741872" cy="397440"/>
      </dsp:txXfrm>
    </dsp:sp>
    <dsp:sp modelId="{050CD941-ADAD-4BA6-95AC-3A0163EE204F}">
      <dsp:nvSpPr>
        <dsp:cNvPr id="0" name=""/>
        <dsp:cNvSpPr/>
      </dsp:nvSpPr>
      <dsp:spPr>
        <a:xfrm>
          <a:off x="0" y="1035027"/>
          <a:ext cx="7741872" cy="57563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/>
            <a:t>The condition is </a:t>
          </a:r>
          <a:endParaRPr lang="tr-TR" sz="2400" kern="1200"/>
        </a:p>
      </dsp:txBody>
      <dsp:txXfrm>
        <a:off x="28100" y="1063127"/>
        <a:ext cx="7685672" cy="519439"/>
      </dsp:txXfrm>
    </dsp:sp>
    <dsp:sp modelId="{AD88F07B-66BF-40A4-93CD-A84F99494325}">
      <dsp:nvSpPr>
        <dsp:cNvPr id="0" name=""/>
        <dsp:cNvSpPr/>
      </dsp:nvSpPr>
      <dsp:spPr>
        <a:xfrm>
          <a:off x="0" y="1610667"/>
          <a:ext cx="7741872" cy="3974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45804" tIns="30480" rIns="170688" bIns="30480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900" kern="1200"/>
            <a:t>not part of the redeem script.</a:t>
          </a:r>
          <a:endParaRPr lang="tr-TR" sz="1900" kern="1200"/>
        </a:p>
      </dsp:txBody>
      <dsp:txXfrm>
        <a:off x="0" y="1610667"/>
        <a:ext cx="7741872" cy="397440"/>
      </dsp:txXfrm>
    </dsp:sp>
    <dsp:sp modelId="{EFE96364-9718-4716-9B5F-8372DA921873}">
      <dsp:nvSpPr>
        <dsp:cNvPr id="0" name=""/>
        <dsp:cNvSpPr/>
      </dsp:nvSpPr>
      <dsp:spPr>
        <a:xfrm>
          <a:off x="0" y="2008107"/>
          <a:ext cx="7741872" cy="57563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/>
            <a:t>Instead, the condition </a:t>
          </a:r>
          <a:endParaRPr lang="tr-TR" sz="2400" kern="1200"/>
        </a:p>
      </dsp:txBody>
      <dsp:txXfrm>
        <a:off x="28100" y="2036207"/>
        <a:ext cx="7685672" cy="519439"/>
      </dsp:txXfrm>
    </dsp:sp>
    <dsp:sp modelId="{B94C8184-FC10-4326-8B6B-6304762E87A8}">
      <dsp:nvSpPr>
        <dsp:cNvPr id="0" name=""/>
        <dsp:cNvSpPr/>
      </dsp:nvSpPr>
      <dsp:spPr>
        <a:xfrm>
          <a:off x="0" y="2583747"/>
          <a:ext cx="7741872" cy="3974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45804" tIns="30480" rIns="170688" bIns="30480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900" kern="1200"/>
            <a:t>will be offered</a:t>
          </a:r>
          <a:r>
            <a:rPr lang="tr-TR" sz="1900" kern="1200"/>
            <a:t> </a:t>
          </a:r>
          <a:r>
            <a:rPr lang="en-US" sz="1900" kern="1200"/>
            <a:t>in the unlocking script, </a:t>
          </a:r>
          <a:endParaRPr lang="tr-TR" sz="1900" kern="1200"/>
        </a:p>
      </dsp:txBody>
      <dsp:txXfrm>
        <a:off x="0" y="2583747"/>
        <a:ext cx="7741872" cy="397440"/>
      </dsp:txXfrm>
    </dsp:sp>
    <dsp:sp modelId="{8874E159-93C3-4838-AF53-C1F0E46DB0F8}">
      <dsp:nvSpPr>
        <dsp:cNvPr id="0" name=""/>
        <dsp:cNvSpPr/>
      </dsp:nvSpPr>
      <dsp:spPr>
        <a:xfrm>
          <a:off x="0" y="2981187"/>
          <a:ext cx="7741872" cy="57563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/>
            <a:t>allowing Alice and Bob </a:t>
          </a:r>
          <a:endParaRPr lang="tr-TR" sz="2400" kern="1200"/>
        </a:p>
      </dsp:txBody>
      <dsp:txXfrm>
        <a:off x="28100" y="3009287"/>
        <a:ext cx="7685672" cy="519439"/>
      </dsp:txXfrm>
    </dsp:sp>
    <dsp:sp modelId="{800F25DD-52AE-4B0F-B725-FD3D8D6402AC}">
      <dsp:nvSpPr>
        <dsp:cNvPr id="0" name=""/>
        <dsp:cNvSpPr/>
      </dsp:nvSpPr>
      <dsp:spPr>
        <a:xfrm>
          <a:off x="0" y="3556827"/>
          <a:ext cx="7741872" cy="3974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45804" tIns="30480" rIns="170688" bIns="30480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900" kern="1200"/>
            <a:t>to “choose” which execution path they</a:t>
          </a:r>
          <a:r>
            <a:rPr lang="tr-TR" sz="1900" kern="1200"/>
            <a:t> want.</a:t>
          </a:r>
        </a:p>
      </dsp:txBody>
      <dsp:txXfrm>
        <a:off x="0" y="3556827"/>
        <a:ext cx="7741872" cy="397440"/>
      </dsp:txXfrm>
    </dsp:sp>
  </dsp:spTree>
</dsp:drawing>
</file>

<file path=ppt/diagrams/drawing10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52B2FAE-1161-4B71-A47D-ECB1E165B588}">
      <dsp:nvSpPr>
        <dsp:cNvPr id="0" name=""/>
        <dsp:cNvSpPr/>
      </dsp:nvSpPr>
      <dsp:spPr>
        <a:xfrm>
          <a:off x="0" y="103490"/>
          <a:ext cx="7260609" cy="6715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6680" tIns="106680" rIns="106680" bIns="106680" numCol="1" spcCol="1270" anchor="ctr" anchorCtr="0">
          <a:noAutofit/>
        </a:bodyPr>
        <a:lstStyle/>
        <a:p>
          <a:pPr marL="0" lvl="0" indent="0" algn="l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800" kern="1200"/>
            <a:t>Alice redeems this with the unlocking script:</a:t>
          </a:r>
          <a:endParaRPr lang="tr-TR" sz="2800" kern="1200"/>
        </a:p>
      </dsp:txBody>
      <dsp:txXfrm>
        <a:off x="32784" y="136274"/>
        <a:ext cx="7195041" cy="606012"/>
      </dsp:txXfrm>
    </dsp:sp>
    <dsp:sp modelId="{CEFE62B1-2706-46EA-84E3-5E432B428623}">
      <dsp:nvSpPr>
        <dsp:cNvPr id="0" name=""/>
        <dsp:cNvSpPr/>
      </dsp:nvSpPr>
      <dsp:spPr>
        <a:xfrm>
          <a:off x="0" y="855711"/>
          <a:ext cx="7260609" cy="6715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6680" tIns="106680" rIns="106680" bIns="106680" numCol="1" spcCol="1270" anchor="ctr" anchorCtr="0">
          <a:noAutofit/>
        </a:bodyPr>
        <a:lstStyle/>
        <a:p>
          <a:pPr marL="0" lvl="0" indent="0" algn="l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800" kern="1200"/>
            <a:t>&lt;Alice's Sig&gt; 1</a:t>
          </a:r>
        </a:p>
      </dsp:txBody>
      <dsp:txXfrm>
        <a:off x="32784" y="888495"/>
        <a:ext cx="7195041" cy="606012"/>
      </dsp:txXfrm>
    </dsp:sp>
    <dsp:sp modelId="{8D676BE2-6AC8-4946-BFF0-EABC9D75DD34}">
      <dsp:nvSpPr>
        <dsp:cNvPr id="0" name=""/>
        <dsp:cNvSpPr/>
      </dsp:nvSpPr>
      <dsp:spPr>
        <a:xfrm>
          <a:off x="0" y="1607931"/>
          <a:ext cx="7260609" cy="6715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6680" tIns="106680" rIns="106680" bIns="106680" numCol="1" spcCol="1270" anchor="ctr" anchorCtr="0">
          <a:noAutofit/>
        </a:bodyPr>
        <a:lstStyle/>
        <a:p>
          <a:pPr marL="0" lvl="0" indent="0" algn="l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800" kern="1200"/>
            <a:t>The 1 at the end </a:t>
          </a:r>
          <a:endParaRPr lang="tr-TR" sz="2800" kern="1200"/>
        </a:p>
      </dsp:txBody>
      <dsp:txXfrm>
        <a:off x="32784" y="1640715"/>
        <a:ext cx="7195041" cy="606012"/>
      </dsp:txXfrm>
    </dsp:sp>
    <dsp:sp modelId="{C1934A77-6A00-40B0-8E15-D7B8FA547788}">
      <dsp:nvSpPr>
        <dsp:cNvPr id="0" name=""/>
        <dsp:cNvSpPr/>
      </dsp:nvSpPr>
      <dsp:spPr>
        <a:xfrm>
          <a:off x="0" y="2279511"/>
          <a:ext cx="7260609" cy="11302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30524" tIns="35560" rIns="199136" bIns="35560" numCol="1" spcCol="1270" anchor="t" anchorCtr="0">
          <a:noAutofit/>
        </a:bodyPr>
        <a:lstStyle/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200" kern="1200"/>
            <a:t>serves as the condition (TRUE) </a:t>
          </a:r>
          <a:endParaRPr lang="tr-TR" sz="2200" kern="1200"/>
        </a:p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200" kern="1200"/>
            <a:t>will make the IF clause execute</a:t>
          </a:r>
          <a:r>
            <a:rPr lang="tr-TR" sz="2200" kern="1200"/>
            <a:t> </a:t>
          </a:r>
          <a:r>
            <a:rPr lang="en-US" sz="2200" kern="1200"/>
            <a:t>the first redemption path </a:t>
          </a:r>
          <a:endParaRPr lang="tr-TR" sz="2200" kern="1200"/>
        </a:p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200" kern="1200"/>
            <a:t>for which Alice has a signature.</a:t>
          </a:r>
          <a:endParaRPr lang="tr-TR" sz="2200" kern="1200"/>
        </a:p>
      </dsp:txBody>
      <dsp:txXfrm>
        <a:off x="0" y="2279511"/>
        <a:ext cx="7260609" cy="1130220"/>
      </dsp:txXfrm>
    </dsp:sp>
  </dsp:spTree>
</dsp:drawing>
</file>

<file path=ppt/diagrams/drawing10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58CE53F-6733-4789-A051-2E383893952D}">
      <dsp:nvSpPr>
        <dsp:cNvPr id="0" name=""/>
        <dsp:cNvSpPr/>
      </dsp:nvSpPr>
      <dsp:spPr>
        <a:xfrm>
          <a:off x="0" y="19768"/>
          <a:ext cx="7068104" cy="647595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2870" tIns="102870" rIns="102870" bIns="102870" numCol="1" spcCol="1270" anchor="ctr" anchorCtr="0">
          <a:noAutofit/>
        </a:bodyPr>
        <a:lstStyle/>
        <a:p>
          <a:pPr marL="0" lvl="0" indent="0" algn="l" defTabSz="12001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700" kern="1200"/>
            <a:t>For Bob to redeem this, </a:t>
          </a:r>
          <a:endParaRPr lang="tr-TR" sz="2700" kern="1200"/>
        </a:p>
      </dsp:txBody>
      <dsp:txXfrm>
        <a:off x="31613" y="51381"/>
        <a:ext cx="7004878" cy="584369"/>
      </dsp:txXfrm>
    </dsp:sp>
    <dsp:sp modelId="{DB57F032-DDCA-4109-A172-72A52E34B6B8}">
      <dsp:nvSpPr>
        <dsp:cNvPr id="0" name=""/>
        <dsp:cNvSpPr/>
      </dsp:nvSpPr>
      <dsp:spPr>
        <a:xfrm>
          <a:off x="0" y="667363"/>
          <a:ext cx="7068104" cy="7265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24412" tIns="34290" rIns="192024" bIns="34290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100" kern="1200"/>
            <a:t>he would have to choose the second execution path </a:t>
          </a:r>
          <a:endParaRPr lang="tr-TR" sz="2100" kern="1200"/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100" kern="1200"/>
            <a:t>by giving</a:t>
          </a:r>
          <a:r>
            <a:rPr lang="tr-TR" sz="2100" kern="1200"/>
            <a:t> </a:t>
          </a:r>
          <a:r>
            <a:rPr lang="en-US" sz="2100" kern="1200"/>
            <a:t>a FALSE value to the IF clause:</a:t>
          </a:r>
          <a:endParaRPr lang="tr-TR" sz="2100" kern="1200"/>
        </a:p>
      </dsp:txBody>
      <dsp:txXfrm>
        <a:off x="0" y="667363"/>
        <a:ext cx="7068104" cy="726570"/>
      </dsp:txXfrm>
    </dsp:sp>
    <dsp:sp modelId="{438E456C-F245-46A6-A21F-7393F8B3D976}">
      <dsp:nvSpPr>
        <dsp:cNvPr id="0" name=""/>
        <dsp:cNvSpPr/>
      </dsp:nvSpPr>
      <dsp:spPr>
        <a:xfrm>
          <a:off x="0" y="1393933"/>
          <a:ext cx="7068104" cy="647595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2870" tIns="102870" rIns="102870" bIns="102870" numCol="1" spcCol="1270" anchor="ctr" anchorCtr="0">
          <a:noAutofit/>
        </a:bodyPr>
        <a:lstStyle/>
        <a:p>
          <a:pPr marL="0" lvl="0" indent="0" algn="l" defTabSz="12001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700" kern="1200"/>
            <a:t>&lt;Bob's Sig&gt; 0</a:t>
          </a:r>
        </a:p>
      </dsp:txBody>
      <dsp:txXfrm>
        <a:off x="31613" y="1425546"/>
        <a:ext cx="7004878" cy="584369"/>
      </dsp:txXfrm>
    </dsp:sp>
    <dsp:sp modelId="{4CE676C3-6AD7-4A32-A905-3E99E25F02CC}">
      <dsp:nvSpPr>
        <dsp:cNvPr id="0" name=""/>
        <dsp:cNvSpPr/>
      </dsp:nvSpPr>
      <dsp:spPr>
        <a:xfrm>
          <a:off x="0" y="2119288"/>
          <a:ext cx="7068104" cy="647595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2870" tIns="102870" rIns="102870" bIns="102870" numCol="1" spcCol="1270" anchor="ctr" anchorCtr="0">
          <a:noAutofit/>
        </a:bodyPr>
        <a:lstStyle/>
        <a:p>
          <a:pPr marL="0" lvl="0" indent="0" algn="l" defTabSz="12001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700" kern="1200"/>
            <a:t>Bob’s unlocking script puts a 0 on the stack, </a:t>
          </a:r>
          <a:endParaRPr lang="tr-TR" sz="2700" kern="1200"/>
        </a:p>
      </dsp:txBody>
      <dsp:txXfrm>
        <a:off x="31613" y="2150901"/>
        <a:ext cx="7004878" cy="584369"/>
      </dsp:txXfrm>
    </dsp:sp>
    <dsp:sp modelId="{FC541490-F629-4068-8599-6619DB7A8A99}">
      <dsp:nvSpPr>
        <dsp:cNvPr id="0" name=""/>
        <dsp:cNvSpPr/>
      </dsp:nvSpPr>
      <dsp:spPr>
        <a:xfrm>
          <a:off x="0" y="2766883"/>
          <a:ext cx="7068104" cy="7265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24412" tIns="34290" rIns="192024" bIns="34290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100" kern="1200"/>
            <a:t>causing the IF clause to execute the second</a:t>
          </a:r>
          <a:r>
            <a:rPr lang="tr-TR" sz="2100" kern="1200"/>
            <a:t> </a:t>
          </a:r>
          <a:r>
            <a:rPr lang="en-US" sz="2100" kern="1200"/>
            <a:t>(ELSE) script, </a:t>
          </a:r>
          <a:endParaRPr lang="tr-TR" sz="2100" kern="1200"/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100" kern="1200"/>
            <a:t>which requires Bob’s signature.</a:t>
          </a:r>
          <a:endParaRPr lang="tr-TR" sz="2100" kern="1200"/>
        </a:p>
      </dsp:txBody>
      <dsp:txXfrm>
        <a:off x="0" y="2766883"/>
        <a:ext cx="7068104" cy="726570"/>
      </dsp:txXfrm>
    </dsp:sp>
  </dsp:spTree>
</dsp:drawing>
</file>

<file path=ppt/diagrams/drawing10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AB11922-9993-44F7-AE82-594B1958AFF1}">
      <dsp:nvSpPr>
        <dsp:cNvPr id="0" name=""/>
        <dsp:cNvSpPr/>
      </dsp:nvSpPr>
      <dsp:spPr>
        <a:xfrm>
          <a:off x="0" y="87750"/>
          <a:ext cx="8175009" cy="52767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3820" tIns="83820" rIns="83820" bIns="83820" numCol="1" spcCol="1270" anchor="ctr" anchorCtr="0">
          <a:noAutofit/>
        </a:bodyPr>
        <a:lstStyle/>
        <a:p>
          <a:pPr marL="0" lvl="0" indent="0" algn="l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200" kern="1200"/>
            <a:t>In this scenario, there are three execution paths </a:t>
          </a:r>
          <a:endParaRPr lang="tr-TR" sz="2200" kern="1200"/>
        </a:p>
      </dsp:txBody>
      <dsp:txXfrm>
        <a:off x="25759" y="113509"/>
        <a:ext cx="8123491" cy="476152"/>
      </dsp:txXfrm>
    </dsp:sp>
    <dsp:sp modelId="{DB7CBE03-E063-4BBB-8CE9-B9906C4E021F}">
      <dsp:nvSpPr>
        <dsp:cNvPr id="0" name=""/>
        <dsp:cNvSpPr/>
      </dsp:nvSpPr>
      <dsp:spPr>
        <a:xfrm>
          <a:off x="0" y="615421"/>
          <a:ext cx="8175009" cy="3643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59557" tIns="27940" rIns="156464" bIns="27940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700" kern="1200"/>
            <a:t>script A</a:t>
          </a:r>
          <a:r>
            <a:rPr lang="tr-TR" sz="1700" kern="1200"/>
            <a:t>,  </a:t>
          </a:r>
          <a:r>
            <a:rPr lang="en-US" sz="1700" kern="1200"/>
            <a:t>script B</a:t>
          </a:r>
          <a:r>
            <a:rPr lang="tr-TR" sz="1700" kern="1200"/>
            <a:t>, </a:t>
          </a:r>
          <a:r>
            <a:rPr lang="en-US" sz="1700" kern="1200"/>
            <a:t>script C</a:t>
          </a:r>
          <a:endParaRPr lang="tr-TR" sz="1700" kern="1200"/>
        </a:p>
      </dsp:txBody>
      <dsp:txXfrm>
        <a:off x="0" y="615421"/>
        <a:ext cx="8175009" cy="364320"/>
      </dsp:txXfrm>
    </dsp:sp>
    <dsp:sp modelId="{42B9EC9E-AD7A-4D3F-8006-277BCED61AE2}">
      <dsp:nvSpPr>
        <dsp:cNvPr id="0" name=""/>
        <dsp:cNvSpPr/>
      </dsp:nvSpPr>
      <dsp:spPr>
        <a:xfrm>
          <a:off x="0" y="979741"/>
          <a:ext cx="8175009" cy="52767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3820" tIns="83820" rIns="83820" bIns="83820" numCol="1" spcCol="1270" anchor="ctr" anchorCtr="0">
          <a:noAutofit/>
        </a:bodyPr>
        <a:lstStyle/>
        <a:p>
          <a:pPr marL="0" lvl="0" indent="0" algn="l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200" kern="1200"/>
            <a:t>The unlocking script </a:t>
          </a:r>
          <a:endParaRPr lang="tr-TR" sz="2200" kern="1200"/>
        </a:p>
      </dsp:txBody>
      <dsp:txXfrm>
        <a:off x="25759" y="1005500"/>
        <a:ext cx="8123491" cy="476152"/>
      </dsp:txXfrm>
    </dsp:sp>
    <dsp:sp modelId="{5334A0BE-AFD8-4143-8920-2F6783856B9F}">
      <dsp:nvSpPr>
        <dsp:cNvPr id="0" name=""/>
        <dsp:cNvSpPr/>
      </dsp:nvSpPr>
      <dsp:spPr>
        <a:xfrm>
          <a:off x="0" y="1507411"/>
          <a:ext cx="8175009" cy="5920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59557" tIns="27940" rIns="156464" bIns="27940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700" kern="1200"/>
            <a:t>provides a path in the form of a sequence </a:t>
          </a:r>
          <a:endParaRPr lang="tr-TR" sz="1700" kern="1200"/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700" kern="1200"/>
            <a:t>of TRUE or FALSE values.</a:t>
          </a:r>
          <a:endParaRPr lang="tr-TR" sz="1700" kern="1200"/>
        </a:p>
      </dsp:txBody>
      <dsp:txXfrm>
        <a:off x="0" y="1507411"/>
        <a:ext cx="8175009" cy="592020"/>
      </dsp:txXfrm>
    </dsp:sp>
    <dsp:sp modelId="{93FF15B5-0C7E-4FDB-B1AB-8EB2C02B284A}">
      <dsp:nvSpPr>
        <dsp:cNvPr id="0" name=""/>
        <dsp:cNvSpPr/>
      </dsp:nvSpPr>
      <dsp:spPr>
        <a:xfrm>
          <a:off x="0" y="2099431"/>
          <a:ext cx="8175009" cy="52767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3820" tIns="83820" rIns="83820" bIns="83820" numCol="1" spcCol="1270" anchor="ctr" anchorCtr="0">
          <a:noAutofit/>
        </a:bodyPr>
        <a:lstStyle/>
        <a:p>
          <a:pPr marL="0" lvl="0" indent="0" algn="l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200" kern="1200"/>
            <a:t>To select path script B,</a:t>
          </a:r>
          <a:endParaRPr lang="tr-TR" sz="2200" kern="1200"/>
        </a:p>
      </dsp:txBody>
      <dsp:txXfrm>
        <a:off x="25759" y="2125190"/>
        <a:ext cx="8123491" cy="476152"/>
      </dsp:txXfrm>
    </dsp:sp>
    <dsp:sp modelId="{7A21E1F8-B422-4D76-9B00-2AB134654CF1}">
      <dsp:nvSpPr>
        <dsp:cNvPr id="0" name=""/>
        <dsp:cNvSpPr/>
      </dsp:nvSpPr>
      <dsp:spPr>
        <a:xfrm>
          <a:off x="0" y="2627101"/>
          <a:ext cx="8175009" cy="5920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59557" tIns="27940" rIns="156464" bIns="27940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700" kern="1200"/>
            <a:t>the unlocking script must end in 1 0</a:t>
          </a:r>
          <a:endParaRPr lang="tr-TR" sz="1700" kern="1200"/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tr-TR" sz="1700" kern="1200"/>
            <a:t>TRUE, FALSE</a:t>
          </a:r>
        </a:p>
      </dsp:txBody>
      <dsp:txXfrm>
        <a:off x="0" y="2627101"/>
        <a:ext cx="8175009" cy="592020"/>
      </dsp:txXfrm>
    </dsp:sp>
    <dsp:sp modelId="{E9A82DD5-EB96-4ECD-86FB-5394D2271F69}">
      <dsp:nvSpPr>
        <dsp:cNvPr id="0" name=""/>
        <dsp:cNvSpPr/>
      </dsp:nvSpPr>
      <dsp:spPr>
        <a:xfrm>
          <a:off x="0" y="3219121"/>
          <a:ext cx="8175009" cy="52767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3820" tIns="83820" rIns="83820" bIns="83820" numCol="1" spcCol="1270" anchor="ctr" anchorCtr="0">
          <a:noAutofit/>
        </a:bodyPr>
        <a:lstStyle/>
        <a:p>
          <a:pPr marL="0" lvl="0" indent="0" algn="l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200" kern="1200"/>
            <a:t>values will be pushed onto the stack, </a:t>
          </a:r>
          <a:endParaRPr lang="tr-TR" sz="2200" kern="1200"/>
        </a:p>
      </dsp:txBody>
      <dsp:txXfrm>
        <a:off x="25759" y="3244880"/>
        <a:ext cx="8123491" cy="476152"/>
      </dsp:txXfrm>
    </dsp:sp>
    <dsp:sp modelId="{C5C7EE9E-BE52-4907-A7A4-2362BCACDBAB}">
      <dsp:nvSpPr>
        <dsp:cNvPr id="0" name=""/>
        <dsp:cNvSpPr/>
      </dsp:nvSpPr>
      <dsp:spPr>
        <a:xfrm>
          <a:off x="0" y="3746791"/>
          <a:ext cx="8175009" cy="5920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59557" tIns="27940" rIns="156464" bIns="27940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700" kern="1200"/>
            <a:t>so that the second value</a:t>
          </a:r>
          <a:r>
            <a:rPr lang="tr-TR" sz="1700" kern="1200"/>
            <a:t> </a:t>
          </a:r>
          <a:r>
            <a:rPr lang="en-US" sz="1700" kern="1200"/>
            <a:t>(FALSE) </a:t>
          </a:r>
          <a:endParaRPr lang="tr-TR" sz="1700" kern="1200"/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700" kern="1200"/>
            <a:t>ends up at the top of the stack</a:t>
          </a:r>
          <a:endParaRPr lang="tr-TR" sz="1700" kern="1200"/>
        </a:p>
      </dsp:txBody>
      <dsp:txXfrm>
        <a:off x="0" y="3746791"/>
        <a:ext cx="8175009" cy="592020"/>
      </dsp:txXfrm>
    </dsp:sp>
  </dsp:spTree>
</dsp:drawing>
</file>

<file path=ppt/diagrams/drawing10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4B5DC93-B2E0-46D3-8798-27FC00C57A37}">
      <dsp:nvSpPr>
        <dsp:cNvPr id="0" name=""/>
        <dsp:cNvSpPr/>
      </dsp:nvSpPr>
      <dsp:spPr>
        <a:xfrm>
          <a:off x="0" y="44299"/>
          <a:ext cx="9701953" cy="839474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33350" tIns="133350" rIns="133350" bIns="133350" numCol="1" spcCol="1270" anchor="ctr" anchorCtr="0">
          <a:noAutofit/>
        </a:bodyPr>
        <a:lstStyle/>
        <a:p>
          <a:pPr marL="0" lvl="0" indent="0" algn="l" defTabSz="1555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500" kern="1200"/>
            <a:t>In this section </a:t>
          </a:r>
        </a:p>
      </dsp:txBody>
      <dsp:txXfrm>
        <a:off x="40980" y="85279"/>
        <a:ext cx="9619993" cy="757514"/>
      </dsp:txXfrm>
    </dsp:sp>
    <dsp:sp modelId="{57BD9D36-9B94-49B9-8204-21C08ACA3E0C}">
      <dsp:nvSpPr>
        <dsp:cNvPr id="0" name=""/>
        <dsp:cNvSpPr/>
      </dsp:nvSpPr>
      <dsp:spPr>
        <a:xfrm>
          <a:off x="0" y="883774"/>
          <a:ext cx="9701953" cy="94185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08037" tIns="44450" rIns="248920" bIns="44450" numCol="1" spcCol="1270" anchor="t" anchorCtr="0">
          <a:noAutofit/>
        </a:bodyPr>
        <a:lstStyle/>
        <a:p>
          <a:pPr marL="228600" lvl="1" indent="-228600" algn="l" defTabSz="12001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700" kern="1200"/>
            <a:t>we combine many of the concepts </a:t>
          </a:r>
        </a:p>
        <a:p>
          <a:pPr marL="228600" lvl="1" indent="-228600" algn="l" defTabSz="12001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700" kern="1200"/>
            <a:t>from this chapter into a single</a:t>
          </a:r>
          <a:r>
            <a:rPr lang="tr-TR" sz="2700" kern="1200"/>
            <a:t> example.</a:t>
          </a:r>
          <a:endParaRPr lang="en-US" sz="2700" kern="1200"/>
        </a:p>
      </dsp:txBody>
      <dsp:txXfrm>
        <a:off x="0" y="883774"/>
        <a:ext cx="9701953" cy="941850"/>
      </dsp:txXfrm>
    </dsp:sp>
    <dsp:sp modelId="{EE453824-C9BF-452D-ABE3-C6CB97E5D442}">
      <dsp:nvSpPr>
        <dsp:cNvPr id="0" name=""/>
        <dsp:cNvSpPr/>
      </dsp:nvSpPr>
      <dsp:spPr>
        <a:xfrm>
          <a:off x="0" y="1825625"/>
          <a:ext cx="9701953" cy="839474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33350" tIns="133350" rIns="133350" bIns="133350" numCol="1" spcCol="1270" anchor="ctr" anchorCtr="0">
          <a:noAutofit/>
        </a:bodyPr>
        <a:lstStyle/>
        <a:p>
          <a:pPr marL="0" lvl="0" indent="0" algn="l" defTabSz="1555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500" kern="1200"/>
            <a:t>Our example uses the story of Mohammed, </a:t>
          </a:r>
        </a:p>
      </dsp:txBody>
      <dsp:txXfrm>
        <a:off x="40980" y="1866605"/>
        <a:ext cx="9619993" cy="757514"/>
      </dsp:txXfrm>
    </dsp:sp>
    <dsp:sp modelId="{D542078C-C668-4652-ADB6-0FCC36CC2515}">
      <dsp:nvSpPr>
        <dsp:cNvPr id="0" name=""/>
        <dsp:cNvSpPr/>
      </dsp:nvSpPr>
      <dsp:spPr>
        <a:xfrm>
          <a:off x="0" y="2665100"/>
          <a:ext cx="9701953" cy="94185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08037" tIns="44450" rIns="248920" bIns="44450" numCol="1" spcCol="1270" anchor="t" anchorCtr="0">
          <a:noAutofit/>
        </a:bodyPr>
        <a:lstStyle/>
        <a:p>
          <a:pPr marL="228600" lvl="1" indent="-228600" algn="l" defTabSz="12001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700" kern="1200"/>
            <a:t>the company owner in Dubai who is</a:t>
          </a:r>
        </a:p>
        <a:p>
          <a:pPr marL="228600" lvl="1" indent="-228600" algn="l" defTabSz="12001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700" kern="1200"/>
            <a:t>operating an import/export business.</a:t>
          </a:r>
        </a:p>
      </dsp:txBody>
      <dsp:txXfrm>
        <a:off x="0" y="2665100"/>
        <a:ext cx="9701953" cy="941850"/>
      </dsp:txXfrm>
    </dsp:sp>
  </dsp:spTree>
</dsp:drawing>
</file>

<file path=ppt/diagrams/drawing10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A1EEDE4-C809-4042-AFCF-78D4A85922BE}">
      <dsp:nvSpPr>
        <dsp:cNvPr id="0" name=""/>
        <dsp:cNvSpPr/>
      </dsp:nvSpPr>
      <dsp:spPr>
        <a:xfrm>
          <a:off x="0" y="362224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Mohammed wishes to construct 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a company capital account with</a:t>
          </a:r>
          <a:r>
            <a:rPr lang="tr-TR" sz="2400" kern="1200"/>
            <a:t> </a:t>
          </a:r>
          <a:r>
            <a:rPr lang="en-US" sz="2400" kern="1200"/>
            <a:t>flexible rules. </a:t>
          </a:r>
        </a:p>
      </dsp:txBody>
      <dsp:txXfrm>
        <a:off x="0" y="362224"/>
        <a:ext cx="9701953" cy="1398600"/>
      </dsp:txXfrm>
    </dsp:sp>
    <dsp:sp modelId="{1FA8523B-A216-47E3-BA7B-634F6CD780E3}">
      <dsp:nvSpPr>
        <dsp:cNvPr id="0" name=""/>
        <dsp:cNvSpPr/>
      </dsp:nvSpPr>
      <dsp:spPr>
        <a:xfrm>
          <a:off x="485097" y="7984"/>
          <a:ext cx="6791367" cy="70848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/>
            <a:t>In this example, </a:t>
          </a:r>
        </a:p>
      </dsp:txBody>
      <dsp:txXfrm>
        <a:off x="519682" y="42569"/>
        <a:ext cx="6722197" cy="639310"/>
      </dsp:txXfrm>
    </dsp:sp>
    <dsp:sp modelId="{FD6D2772-3004-4B9C-9DFB-5BC312F2B8F5}">
      <dsp:nvSpPr>
        <dsp:cNvPr id="0" name=""/>
        <dsp:cNvSpPr/>
      </dsp:nvSpPr>
      <dsp:spPr>
        <a:xfrm>
          <a:off x="0" y="2244665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requires different levels of authorization 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depending</a:t>
          </a:r>
          <a:r>
            <a:rPr lang="tr-TR" sz="2400" kern="1200"/>
            <a:t> </a:t>
          </a:r>
          <a:r>
            <a:rPr lang="en-US" sz="2400" kern="1200"/>
            <a:t>on timelocks. </a:t>
          </a:r>
        </a:p>
      </dsp:txBody>
      <dsp:txXfrm>
        <a:off x="0" y="2244665"/>
        <a:ext cx="9701953" cy="1398600"/>
      </dsp:txXfrm>
    </dsp:sp>
    <dsp:sp modelId="{53F5724F-3D03-4C7C-AD38-8B93221373D7}">
      <dsp:nvSpPr>
        <dsp:cNvPr id="0" name=""/>
        <dsp:cNvSpPr/>
      </dsp:nvSpPr>
      <dsp:spPr>
        <a:xfrm>
          <a:off x="485097" y="1890425"/>
          <a:ext cx="6791367" cy="70848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/>
            <a:t>The scheme he creates </a:t>
          </a:r>
        </a:p>
      </dsp:txBody>
      <dsp:txXfrm>
        <a:off x="519682" y="1925010"/>
        <a:ext cx="6722197" cy="639310"/>
      </dsp:txXfrm>
    </dsp:sp>
  </dsp:spTree>
</dsp:drawing>
</file>

<file path=ppt/diagrams/drawing10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CD19D0E-3EC7-4F66-B5A3-EABB01B10175}">
      <dsp:nvSpPr>
        <dsp:cNvPr id="0" name=""/>
        <dsp:cNvSpPr/>
      </dsp:nvSpPr>
      <dsp:spPr>
        <a:xfrm>
          <a:off x="0" y="362224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Mohammed, his two</a:t>
          </a:r>
          <a:r>
            <a:rPr lang="tr-TR" sz="2400" kern="1200"/>
            <a:t> </a:t>
          </a:r>
          <a:r>
            <a:rPr lang="en-US" sz="2400" kern="1200"/>
            <a:t>partners Saeed and Zaira, 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and their company lawyer Abdul. </a:t>
          </a:r>
        </a:p>
      </dsp:txBody>
      <dsp:txXfrm>
        <a:off x="0" y="362224"/>
        <a:ext cx="9701953" cy="1398600"/>
      </dsp:txXfrm>
    </dsp:sp>
    <dsp:sp modelId="{50B9BE54-46FA-4117-84F4-401467AD44D4}">
      <dsp:nvSpPr>
        <dsp:cNvPr id="0" name=""/>
        <dsp:cNvSpPr/>
      </dsp:nvSpPr>
      <dsp:spPr>
        <a:xfrm>
          <a:off x="485097" y="7984"/>
          <a:ext cx="6791367" cy="70848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/>
            <a:t>The participants in the multisig scheme are </a:t>
          </a:r>
        </a:p>
      </dsp:txBody>
      <dsp:txXfrm>
        <a:off x="519682" y="42569"/>
        <a:ext cx="6722197" cy="639310"/>
      </dsp:txXfrm>
    </dsp:sp>
    <dsp:sp modelId="{D55ED62B-6336-4DDD-AF57-270E09557F09}">
      <dsp:nvSpPr>
        <dsp:cNvPr id="0" name=""/>
        <dsp:cNvSpPr/>
      </dsp:nvSpPr>
      <dsp:spPr>
        <a:xfrm>
          <a:off x="0" y="2244665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based on a majority rule, 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so two of the three must agree.</a:t>
          </a:r>
        </a:p>
      </dsp:txBody>
      <dsp:txXfrm>
        <a:off x="0" y="2244665"/>
        <a:ext cx="9701953" cy="1398600"/>
      </dsp:txXfrm>
    </dsp:sp>
    <dsp:sp modelId="{DE19C9E7-A35D-4101-AABA-506581EAE812}">
      <dsp:nvSpPr>
        <dsp:cNvPr id="0" name=""/>
        <dsp:cNvSpPr/>
      </dsp:nvSpPr>
      <dsp:spPr>
        <a:xfrm>
          <a:off x="485097" y="1890425"/>
          <a:ext cx="6791367" cy="70848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/>
            <a:t>The three partners make</a:t>
          </a:r>
          <a:r>
            <a:rPr lang="tr-TR" sz="2400" kern="1200"/>
            <a:t> </a:t>
          </a:r>
          <a:r>
            <a:rPr lang="en-US" sz="2400" kern="1200"/>
            <a:t>decisions </a:t>
          </a:r>
        </a:p>
      </dsp:txBody>
      <dsp:txXfrm>
        <a:off x="519682" y="1925010"/>
        <a:ext cx="6722197" cy="639310"/>
      </dsp:txXfrm>
    </dsp:sp>
  </dsp:spTree>
</dsp:drawing>
</file>

<file path=ppt/diagrams/drawing11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B7A1C01-5DDD-45B4-9721-81C87835E618}">
      <dsp:nvSpPr>
        <dsp:cNvPr id="0" name=""/>
        <dsp:cNvSpPr/>
      </dsp:nvSpPr>
      <dsp:spPr>
        <a:xfrm>
          <a:off x="1556976" y="123618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30B783C-EB94-440A-B375-03D6A3B55A0D}">
      <dsp:nvSpPr>
        <dsp:cNvPr id="0" name=""/>
        <dsp:cNvSpPr/>
      </dsp:nvSpPr>
      <dsp:spPr>
        <a:xfrm>
          <a:off x="152976" y="1781991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However, in the </a:t>
          </a:r>
          <a:r>
            <a:rPr lang="en-US" sz="2000" kern="1200"/>
            <a:t>case of a problem with their keys, </a:t>
          </a:r>
        </a:p>
      </dsp:txBody>
      <dsp:txXfrm>
        <a:off x="152976" y="1781991"/>
        <a:ext cx="4320000" cy="648000"/>
      </dsp:txXfrm>
    </dsp:sp>
    <dsp:sp modelId="{3C8A429D-2314-4410-804C-ADE032133FAF}">
      <dsp:nvSpPr>
        <dsp:cNvPr id="0" name=""/>
        <dsp:cNvSpPr/>
      </dsp:nvSpPr>
      <dsp:spPr>
        <a:xfrm>
          <a:off x="152976" y="2498071"/>
          <a:ext cx="4320000" cy="102955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they want their lawyer to be able to recover the</a:t>
          </a:r>
          <a:r>
            <a:rPr lang="tr-TR" sz="1500" kern="1200"/>
            <a:t> </a:t>
          </a:r>
          <a:r>
            <a:rPr lang="en-US" sz="1500" kern="1200"/>
            <a:t>funds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with one of the three partner signatures. </a:t>
          </a:r>
        </a:p>
      </dsp:txBody>
      <dsp:txXfrm>
        <a:off x="152976" y="2498071"/>
        <a:ext cx="4320000" cy="1029559"/>
      </dsp:txXfrm>
    </dsp:sp>
    <dsp:sp modelId="{E268D5B3-40E5-40BA-84A0-874AF90DB4A3}">
      <dsp:nvSpPr>
        <dsp:cNvPr id="0" name=""/>
        <dsp:cNvSpPr/>
      </dsp:nvSpPr>
      <dsp:spPr>
        <a:xfrm>
          <a:off x="6632976" y="123618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50C2B37-AA5B-45B5-92BF-63B5CC35BFDD}">
      <dsp:nvSpPr>
        <dsp:cNvPr id="0" name=""/>
        <dsp:cNvSpPr/>
      </dsp:nvSpPr>
      <dsp:spPr>
        <a:xfrm>
          <a:off x="5228976" y="1781991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Finally, </a:t>
          </a:r>
        </a:p>
      </dsp:txBody>
      <dsp:txXfrm>
        <a:off x="5228976" y="1781991"/>
        <a:ext cx="4320000" cy="648000"/>
      </dsp:txXfrm>
    </dsp:sp>
    <dsp:sp modelId="{1612ED66-9153-4B0C-93BE-7DD32DBF3390}">
      <dsp:nvSpPr>
        <dsp:cNvPr id="0" name=""/>
        <dsp:cNvSpPr/>
      </dsp:nvSpPr>
      <dsp:spPr>
        <a:xfrm>
          <a:off x="5228976" y="2498071"/>
          <a:ext cx="4320000" cy="102955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if all partners are unavailable</a:t>
          </a:r>
          <a:r>
            <a:rPr lang="tr-TR" sz="1500" kern="1200"/>
            <a:t> </a:t>
          </a:r>
          <a:r>
            <a:rPr lang="en-US" sz="1500" kern="1200"/>
            <a:t>or incapacitated for a while,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they want the lawyer to be able to manage the account</a:t>
          </a:r>
          <a:r>
            <a:rPr lang="tr-TR" sz="1500" kern="1200"/>
            <a:t> directly.</a:t>
          </a:r>
          <a:endParaRPr lang="en-US" sz="1500" kern="1200"/>
        </a:p>
      </dsp:txBody>
      <dsp:txXfrm>
        <a:off x="5228976" y="2498071"/>
        <a:ext cx="4320000" cy="1029559"/>
      </dsp:txXfrm>
    </dsp:sp>
  </dsp:spTree>
</dsp:drawing>
</file>

<file path=ppt/diagrams/drawing11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1342365-8139-44CC-9018-0EC0A6E492F0}">
      <dsp:nvSpPr>
        <dsp:cNvPr id="0" name=""/>
        <dsp:cNvSpPr/>
      </dsp:nvSpPr>
      <dsp:spPr>
        <a:xfrm>
          <a:off x="84" y="878946"/>
          <a:ext cx="482097" cy="482097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EA29564-C127-45C9-84FD-FB0D6745C519}">
      <dsp:nvSpPr>
        <dsp:cNvPr id="0" name=""/>
        <dsp:cNvSpPr/>
      </dsp:nvSpPr>
      <dsp:spPr>
        <a:xfrm>
          <a:off x="84" y="1422889"/>
          <a:ext cx="1377421" cy="2195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Your opinion</a:t>
          </a:r>
        </a:p>
      </dsp:txBody>
      <dsp:txXfrm>
        <a:off x="84" y="1422889"/>
        <a:ext cx="1377421" cy="219526"/>
      </dsp:txXfrm>
    </dsp:sp>
    <dsp:sp modelId="{7EDEF049-F1A9-4E28-B579-BFFC13E86FAC}">
      <dsp:nvSpPr>
        <dsp:cNvPr id="0" name=""/>
        <dsp:cNvSpPr/>
      </dsp:nvSpPr>
      <dsp:spPr>
        <a:xfrm>
          <a:off x="84" y="1671181"/>
          <a:ext cx="1377421" cy="646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What do you think on this chapter?</a:t>
          </a:r>
          <a:endParaRPr lang="tr-TR" sz="1100" kern="1200"/>
        </a:p>
      </dsp:txBody>
      <dsp:txXfrm>
        <a:off x="84" y="1671181"/>
        <a:ext cx="1377421" cy="646039"/>
      </dsp:txXfrm>
    </dsp:sp>
    <dsp:sp modelId="{5E8F8A7A-9490-44FC-A7E8-40D0F10C7CCC}">
      <dsp:nvSpPr>
        <dsp:cNvPr id="0" name=""/>
        <dsp:cNvSpPr/>
      </dsp:nvSpPr>
      <dsp:spPr>
        <a:xfrm>
          <a:off x="1618555" y="878946"/>
          <a:ext cx="482097" cy="482097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3186365-AB58-491B-A0A1-62063495E1FB}">
      <dsp:nvSpPr>
        <dsp:cNvPr id="0" name=""/>
        <dsp:cNvSpPr/>
      </dsp:nvSpPr>
      <dsp:spPr>
        <a:xfrm>
          <a:off x="1618555" y="1422889"/>
          <a:ext cx="1377421" cy="2195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Challenging</a:t>
          </a:r>
        </a:p>
      </dsp:txBody>
      <dsp:txXfrm>
        <a:off x="1618555" y="1422889"/>
        <a:ext cx="1377421" cy="219526"/>
      </dsp:txXfrm>
    </dsp:sp>
    <dsp:sp modelId="{503F28B4-419F-4189-8EF1-3AAA5AC2C057}">
      <dsp:nvSpPr>
        <dsp:cNvPr id="0" name=""/>
        <dsp:cNvSpPr/>
      </dsp:nvSpPr>
      <dsp:spPr>
        <a:xfrm>
          <a:off x="1618555" y="1671181"/>
          <a:ext cx="1377421" cy="646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What is the most interesting point?</a:t>
          </a:r>
          <a:endParaRPr lang="tr-TR" sz="1100" kern="1200"/>
        </a:p>
      </dsp:txBody>
      <dsp:txXfrm>
        <a:off x="1618555" y="1671181"/>
        <a:ext cx="1377421" cy="646039"/>
      </dsp:txXfrm>
    </dsp:sp>
    <dsp:sp modelId="{0D1F16E1-001C-4F4B-B5B5-C8F578729E73}">
      <dsp:nvSpPr>
        <dsp:cNvPr id="0" name=""/>
        <dsp:cNvSpPr/>
      </dsp:nvSpPr>
      <dsp:spPr>
        <a:xfrm>
          <a:off x="3237025" y="878946"/>
          <a:ext cx="482097" cy="482097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365F64B-08E0-451E-8E23-DCA274503F61}">
      <dsp:nvSpPr>
        <dsp:cNvPr id="0" name=""/>
        <dsp:cNvSpPr/>
      </dsp:nvSpPr>
      <dsp:spPr>
        <a:xfrm>
          <a:off x="3237025" y="1422889"/>
          <a:ext cx="1377421" cy="2195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Clarification</a:t>
          </a:r>
        </a:p>
      </dsp:txBody>
      <dsp:txXfrm>
        <a:off x="3237025" y="1422889"/>
        <a:ext cx="1377421" cy="219526"/>
      </dsp:txXfrm>
    </dsp:sp>
    <dsp:sp modelId="{6D129A52-35D1-46AF-B09A-DCBC4FE80DBE}">
      <dsp:nvSpPr>
        <dsp:cNvPr id="0" name=""/>
        <dsp:cNvSpPr/>
      </dsp:nvSpPr>
      <dsp:spPr>
        <a:xfrm>
          <a:off x="3237025" y="1671181"/>
          <a:ext cx="1377421" cy="646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What are the unclarified points?</a:t>
          </a:r>
          <a:endParaRPr lang="tr-TR" sz="1100" kern="1200"/>
        </a:p>
      </dsp:txBody>
      <dsp:txXfrm>
        <a:off x="3237025" y="1671181"/>
        <a:ext cx="1377421" cy="646039"/>
      </dsp:txXfrm>
    </dsp:sp>
    <dsp:sp modelId="{5C86ECA9-317D-4F01-A593-EB77CE907331}">
      <dsp:nvSpPr>
        <dsp:cNvPr id="0" name=""/>
        <dsp:cNvSpPr/>
      </dsp:nvSpPr>
      <dsp:spPr>
        <a:xfrm>
          <a:off x="4855496" y="878946"/>
          <a:ext cx="482097" cy="482097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2A97F6A-D049-4802-804D-F4BD9FCB5565}">
      <dsp:nvSpPr>
        <dsp:cNvPr id="0" name=""/>
        <dsp:cNvSpPr/>
      </dsp:nvSpPr>
      <dsp:spPr>
        <a:xfrm>
          <a:off x="4855496" y="1422889"/>
          <a:ext cx="1377421" cy="2195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Critical issue</a:t>
          </a:r>
        </a:p>
      </dsp:txBody>
      <dsp:txXfrm>
        <a:off x="4855496" y="1422889"/>
        <a:ext cx="1377421" cy="219526"/>
      </dsp:txXfrm>
    </dsp:sp>
    <dsp:sp modelId="{2295EE30-76A9-431A-BE94-B9A9D43B841E}">
      <dsp:nvSpPr>
        <dsp:cNvPr id="0" name=""/>
        <dsp:cNvSpPr/>
      </dsp:nvSpPr>
      <dsp:spPr>
        <a:xfrm>
          <a:off x="4855496" y="1671181"/>
          <a:ext cx="1377421" cy="646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Select and explain a critical </a:t>
          </a:r>
          <a:r>
            <a:rPr lang="en-US" sz="1100" kern="1200" dirty="0" err="1"/>
            <a:t>issu</a:t>
          </a:r>
          <a:r>
            <a:rPr lang="en-US" sz="1100" kern="1200" dirty="0"/>
            <a:t> in this chapter</a:t>
          </a:r>
          <a:endParaRPr lang="tr-TR" sz="1100" kern="1200" dirty="0"/>
        </a:p>
      </dsp:txBody>
      <dsp:txXfrm>
        <a:off x="4855496" y="1671181"/>
        <a:ext cx="1377421" cy="646039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6.xml><?xml version="1.0" encoding="utf-8"?>
<dgm:layoutDef xmlns:dgm="http://schemas.openxmlformats.org/drawingml/2006/diagram" xmlns:a="http://schemas.openxmlformats.org/drawingml/2006/main" uniqueId="urn:microsoft.com/office/officeart/2016/7/layout/VerticalSolidActionList">
  <dgm:title val="Vertical Solid Action List"/>
  <dgm:desc val="Use to show non-sequential or grouped lists of information. Works well with large amounts of text. All text has the same level of emphasis, and direction is not implied."/>
  <dgm:catLst>
    <dgm:cat type="list" pri="5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  <dgm:pt modelId="3">
          <dgm:prSet phldr="1"/>
        </dgm:pt>
        <dgm:pt modelId="31">
          <dgm:prSet phldr="1"/>
        </dgm:pt>
        <dgm:pt modelId="4">
          <dgm:prSet phldr="1"/>
        </dgm:pt>
        <dgm:pt modelId="41">
          <dgm:prSet phldr="1"/>
        </dgm:pt>
        <dgm:pt modelId="5">
          <dgm:prSet phldr="1"/>
        </dgm:pt>
        <dgm:pt modelId="51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7" srcId="0" destId="4" srcOrd="3" destOrd="0"/>
        <dgm:cxn modelId="8" srcId="0" destId="5" srcOrd="4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  <dgm:cxn modelId="53" srcId="5" destId="5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6"/>
      <dgm:constr type="primFontSz" for="des" forName="parentText" op="equ" val="28"/>
      <dgm:constr type="primFontSz" for="des" forName="descendantText" refType="primFontSz" refFor="des" refForName="parentText" op="lte" fact="0.82"/>
      <dgm:constr type="primFontSz" for="des" forName="parentText" refType="primFontSz" refFor="des" refForName="descendantText" op="lte" fact="1.25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2"/>
          <dgm:constr type="w" for="ch" forName="descendantText" refType="w" fact="0.8"/>
          <dgm:constr type="h" for="ch" forName="parentText" refType="h"/>
          <dgm:constr type="h" for="ch" forName="descendantText" refType="h" refFor="ch" refForName="parentText"/>
        </dgm:constrLst>
        <dgm:ruleLst/>
        <dgm:layoutNode name="parentText" styleLbl="alignNode1">
          <dgm:varLst>
            <dgm:chMax val="1"/>
            <dgm:bulletEnabled/>
          </dgm:varLst>
          <dgm:alg type="tx"/>
          <dgm:shape xmlns:r="http://schemas.openxmlformats.org/officeDocument/2006/relationships" type="rect" r:blip="" zOrderOff="3">
            <dgm:adjLst/>
          </dgm:shape>
          <dgm:presOf axis="self" ptType="node"/>
          <dgm:constrLst>
            <dgm:constr type="tMarg" refType="h" fact="0.28"/>
            <dgm:constr type="bMarg" refType="h" fact="0.28"/>
            <dgm:constr type="lMarg" refType="w" fact="0.15"/>
            <dgm:constr type="rMarg" refType="w" fact="0.15"/>
          </dgm:constrLst>
          <dgm:ruleLst>
            <dgm:rule type="primFontSz" val="15" fact="NaN" max="NaN"/>
          </dgm:ruleLst>
        </dgm:layoutNode>
        <dgm:layoutNode name="descendantText" styleLbl="alignAccFollowNode1">
          <dgm:varLst>
            <dgm:bulletEnabled/>
          </dgm:varLst>
          <dgm:alg type="tx">
            <dgm:param type="stBulletLvl" val="0"/>
            <dgm:param type="parTxLTRAlign" val="l"/>
            <dgm:param type="shpTxLTRAlignCh" val="l"/>
            <dgm:param type="parTxRTLAlign" val="r"/>
            <dgm:param type="shpTxRTLAlignCh" val="r"/>
          </dgm:alg>
          <dgm:choose name="Name10">
            <dgm:if name="Name11" func="var" arg="dir" op="equ" val="norm">
              <dgm:shape xmlns:r="http://schemas.openxmlformats.org/officeDocument/2006/relationships" type="rect" r:blip="">
                <dgm:adjLst/>
              </dgm:shape>
            </dgm:if>
            <dgm:else name="Name12">
              <dgm:shape xmlns:r="http://schemas.openxmlformats.org/officeDocument/2006/relationships" type="rect" r:blip="">
                <dgm:adjLst/>
              </dgm:shape>
            </dgm:else>
          </dgm:choose>
          <dgm:presOf axis="des" ptType="node"/>
          <dgm:constrLst>
            <dgm:constr type="primFontSz" val="24"/>
            <dgm:constr type="lMarg" refType="w" fact="0.055"/>
            <dgm:constr type="rMarg" refType="w" fact="0.055"/>
            <dgm:constr type="tMarg" refType="h" fact="0.72"/>
            <dgm:constr type="bMarg" refType="h" fact="0.72"/>
          </dgm:constrLst>
          <dgm:ruleLst>
            <dgm:rule type="primFontSz" val="11" fact="NaN" max="NaN"/>
          </dgm:ruleLst>
        </dgm:layoutNod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7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rot="90" type="round2SameRect" r:blip="">
                    <dgm:adjLst/>
                  </dgm:shape>
                </dgm:if>
                <dgm:else name="Name12">
                  <dgm:shape xmlns:r="http://schemas.openxmlformats.org/officeDocument/2006/relationships" rot="-90" type="round2SameRect" r:blip="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8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0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1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rot="90" type="round2SameRect" r:blip="">
                    <dgm:adjLst/>
                  </dgm:shape>
                </dgm:if>
                <dgm:else name="Name12">
                  <dgm:shape xmlns:r="http://schemas.openxmlformats.org/officeDocument/2006/relationships" rot="-90" type="round2SameRect" r:blip="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2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3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4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5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6.xml><?xml version="1.0" encoding="utf-8"?>
<dgm:layoutDef xmlns:dgm="http://schemas.openxmlformats.org/drawingml/2006/diagram" xmlns:a="http://schemas.openxmlformats.org/drawingml/2006/main" uniqueId="urn:microsoft.com/office/officeart/2005/8/layout/vProcess5">
  <dgm:title val=""/>
  <dgm:desc val=""/>
  <dgm:catLst>
    <dgm:cat type="process" pri="1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</dgm:cxnLst>
      <dgm:bg/>
      <dgm:whole/>
    </dgm:dataModel>
  </dgm:clrData>
  <dgm:layoutNode name="outerComposite">
    <dgm:varLst>
      <dgm:chMax val="5"/>
      <dgm:dir/>
      <dgm:resizeHandles val="exact"/>
    </dgm:varLst>
    <dgm:alg type="composite"/>
    <dgm:shape xmlns:r="http://schemas.openxmlformats.org/officeDocument/2006/relationships" r:blip="">
      <dgm:adjLst/>
    </dgm:shape>
    <dgm:presOf/>
    <dgm:choose name="Name0">
      <dgm:if name="Name1" func="var" arg="dir" op="equ" val="norm">
        <dgm:constrLst>
          <dgm:constr type="primFontSz" for="ch" ptType="node" op="equ" val="65"/>
          <dgm:constr type="w" for="ch" forName="dummyMaxCanvas" refType="w"/>
          <dgm:constr type="h" for="ch" forName="dummyMaxCanvas" refType="h"/>
          <dgm:constr type="w" for="ch" forName="OneNode_1" refType="w"/>
          <dgm:constr type="h" for="ch" forName="OneNode_1" refType="h" fact="0.5"/>
          <dgm:constr type="ctrY" for="ch" forName="OneNode_1" refType="h" fact="0.5"/>
          <dgm:constr type="w" for="ch" forName="TwoNodes_1" refType="w" fact="0.85"/>
          <dgm:constr type="h" for="ch" forName="TwoNodes_1" refType="h" fact="0.45"/>
          <dgm:constr type="t" for="ch" forName="TwoNodes_1"/>
          <dgm:constr type="l" for="ch" forName="TwoNodes_1"/>
          <dgm:constr type="w" for="ch" forName="TwoNodes_2" refType="w" fact="0.85"/>
          <dgm:constr type="h" for="ch" forName="TwoNodes_2" refType="h" fact="0.45"/>
          <dgm:constr type="b" for="ch" forName="TwoNodes_2" refType="h"/>
          <dgm:constr type="r" for="ch" forName="TwoNodes_2" refType="w"/>
          <dgm:constr type="w" for="ch" forName="TwoConn_1-2" refType="h" refFor="ch" refForName="TwoNodes_1" fact="0.65"/>
          <dgm:constr type="h" for="ch" forName="TwoConn_1-2" refType="h" refFor="ch" refForName="TwoNodes_1" fact="0.65"/>
          <dgm:constr type="ctrY" for="ch" forName="TwoConn_1-2" refType="h" fact="0.5"/>
          <dgm:constr type="r" for="ch" forName="TwoConn_1-2" refType="r" refFor="ch" refForName="TwoNodes_1"/>
          <dgm:constr type="r" for="ch" forName="TwoNodes_1_text" refType="l" refFor="ch" refForName="TwoConn_1-2"/>
          <dgm:constr type="rOff" for="ch" forName="TwoNodes_1_text" refType="w" refFor="ch" refForName="TwoConn_1-2" fact="-0.5"/>
          <dgm:constr type="t" for="ch" forName="TwoNodes_1_text" refType="t" refFor="ch" refForName="TwoNodes_1"/>
          <dgm:constr type="b" for="ch" forName="TwoNodes_1_text" refType="b" refFor="ch" refForName="TwoNodes_1"/>
          <dgm:constr type="l" for="ch" forName="TwoNodes_1_text" refType="l" refFor="ch" refForName="TwoNodes_1"/>
          <dgm:constr type="r" for="ch" forName="TwoNodes_2_text" refType="l" refFor="ch" refForName="TwoConn_1-2"/>
          <dgm:constr type="t" for="ch" forName="TwoNodes_2_text" refType="t" refFor="ch" refForName="TwoNodes_2"/>
          <dgm:constr type="b" for="ch" forName="TwoNodes_2_text" refType="b" refFor="ch" refForName="TwoNodes_2"/>
          <dgm:constr type="l" for="ch" forName="TwoNodes_2_text" refType="l" refFor="ch" refForName="TwoNodes_2"/>
          <dgm:constr type="w" for="ch" forName="ThreeNodes_1" refType="w" fact="0.85"/>
          <dgm:constr type="h" for="ch" forName="ThreeNodes_1" refType="h" fact="0.3"/>
          <dgm:constr type="t" for="ch" forName="ThreeNodes_1"/>
          <dgm:constr type="l" for="ch" forName="ThreeNodes_1"/>
          <dgm:constr type="w" for="ch" forName="ThreeNodes_2" refType="w" fact="0.85"/>
          <dgm:constr type="h" for="ch" forName="ThreeNodes_2" refType="h" fact="0.3"/>
          <dgm:constr type="ctrY" for="ch" forName="ThreeNodes_2" refType="h" fact="0.5"/>
          <dgm:constr type="ctrX" for="ch" forName="ThreeNodes_2" refType="w" fact="0.5"/>
          <dgm:constr type="w" for="ch" forName="ThreeNodes_3" refType="w" fact="0.85"/>
          <dgm:constr type="h" for="ch" forName="ThreeNodes_3" refType="h" fact="0.3"/>
          <dgm:constr type="b" for="ch" forName="ThreeNodes_3" refType="h"/>
          <dgm:constr type="r" for="ch" forName="ThreeNodes_3" refType="w"/>
          <dgm:constr type="w" for="ch" forName="ThreeConn_1-2" refType="h" refFor="ch" refForName="ThreeNodes_1" fact="0.65"/>
          <dgm:constr type="h" for="ch" forName="ThreeConn_1-2" refType="h" refFor="ch" refForName="ThreeNodes_1" fact="0.65"/>
          <dgm:constr type="ctrY" for="ch" forName="ThreeConn_1-2" refType="h" fact="0.325"/>
          <dgm:constr type="r" for="ch" forName="ThreeConn_1-2" refType="r" refFor="ch" refForName="ThreeNodes_1"/>
          <dgm:constr type="w" for="ch" forName="ThreeConn_2-3" refType="h" refFor="ch" refForName="ThreeNodes_2" fact="0.65"/>
          <dgm:constr type="h" for="ch" forName="ThreeConn_2-3" refType="h" refFor="ch" refForName="ThreeNodes_2" fact="0.65"/>
          <dgm:constr type="ctrY" for="ch" forName="ThreeConn_2-3" refType="h" fact="0.673"/>
          <dgm:constr type="r" for="ch" forName="ThreeConn_2-3" refType="r" refFor="ch" refForName="ThreeNodes_2"/>
          <dgm:constr type="r" for="ch" forName="ThreeNodes_1_text" refType="l" refFor="ch" refForName="ThreeConn_1-2"/>
          <dgm:constr type="rOff" for="ch" forName="ThreeNodes_1_text" refType="w" refFor="ch" refForName="ThreeConn_1-2" fact="-0.57"/>
          <dgm:constr type="t" for="ch" forName="ThreeNodes_1_text" refType="t" refFor="ch" refForName="ThreeNodes_1"/>
          <dgm:constr type="b" for="ch" forName="ThreeNodes_1_text" refType="b" refFor="ch" refForName="ThreeNodes_1"/>
          <dgm:constr type="l" for="ch" forName="ThreeNodes_1_text" refType="l" refFor="ch" refForName="ThreeNodes_1"/>
          <dgm:constr type="r" for="ch" forName="ThreeNodes_2_text" refType="l" refFor="ch" refForName="ThreeConn_1-2"/>
          <dgm:constr type="t" for="ch" forName="ThreeNodes_2_text" refType="t" refFor="ch" refForName="ThreeNodes_2"/>
          <dgm:constr type="b" for="ch" forName="ThreeNodes_2_text" refType="b" refFor="ch" refForName="ThreeNodes_2"/>
          <dgm:constr type="l" for="ch" forName="ThreeNodes_2_text" refType="l" refFor="ch" refForName="ThreeNodes_2"/>
          <dgm:constr type="r" for="ch" forName="ThreeNodes_3_text" refType="l" refFor="ch" refForName="ThreeConn_2-3"/>
          <dgm:constr type="t" for="ch" forName="ThreeNodes_3_text" refType="t" refFor="ch" refForName="ThreeNodes_3"/>
          <dgm:constr type="b" for="ch" forName="ThreeNodes_3_text" refType="b" refFor="ch" refForName="ThreeNodes_3"/>
          <dgm:constr type="l" for="ch" forName="ThreeNodes_3_text" refType="l" refFor="ch" refForName="ThreeNodes_3"/>
          <dgm:constr type="w" for="ch" forName="FourNodes_1" refType="w" fact="0.8"/>
          <dgm:constr type="h" for="ch" forName="FourNodes_1" refType="h" fact="0.22"/>
          <dgm:constr type="t" for="ch" forName="FourNodes_1"/>
          <dgm:constr type="l" for="ch" forName="FourNodes_1"/>
          <dgm:constr type="w" for="ch" forName="FourNodes_2" refType="w" fact="0.8"/>
          <dgm:constr type="h" for="ch" forName="FourNodes_2" refType="h" fact="0.22"/>
          <dgm:constr type="ctrY" for="ch" forName="FourNodes_2" refType="h" fact="0.37"/>
          <dgm:constr type="ctrX" for="ch" forName="FourNodes_2" refType="w" fact="0.467"/>
          <dgm:constr type="w" for="ch" forName="FourNodes_3" refType="w" fact="0.8"/>
          <dgm:constr type="h" for="ch" forName="FourNodes_3" refType="h" fact="0.22"/>
          <dgm:constr type="ctrY" for="ch" forName="FourNodes_3" refType="h" fact="0.63"/>
          <dgm:constr type="ctrX" for="ch" forName="FourNodes_3" refType="w" fact="0.533"/>
          <dgm:constr type="w" for="ch" forName="FourNodes_4" refType="w" fact="0.8"/>
          <dgm:constr type="h" for="ch" forName="FourNodes_4" refType="h" fact="0.22"/>
          <dgm:constr type="b" for="ch" forName="FourNodes_4" refType="h"/>
          <dgm:constr type="r" for="ch" forName="FourNodes_4" refType="w"/>
          <dgm:constr type="w" for="ch" forName="FourConn_1-2" refType="h" refFor="ch" refForName="FourNodes_1" fact="0.65"/>
          <dgm:constr type="h" for="ch" forName="FourConn_1-2" refType="h" refFor="ch" refForName="FourNodes_1" fact="0.65"/>
          <dgm:constr type="ctrY" for="ch" forName="FourConn_1-2" refType="h" fact="0.24"/>
          <dgm:constr type="r" for="ch" forName="FourConn_1-2" refType="r" refFor="ch" refForName="FourNodes_1"/>
          <dgm:constr type="w" for="ch" forName="FourConn_2-3" refType="h" refFor="ch" refForName="FourNodes_2" fact="0.65"/>
          <dgm:constr type="h" for="ch" forName="FourConn_2-3" refType="h" refFor="ch" refForName="FourNodes_2" fact="0.65"/>
          <dgm:constr type="ctrY" for="ch" forName="FourConn_2-3" refType="h" fact="0.5"/>
          <dgm:constr type="r" for="ch" forName="FourConn_2-3" refType="r" refFor="ch" refForName="FourNodes_2"/>
          <dgm:constr type="w" for="ch" forName="FourConn_3-4" refType="h" refFor="ch" refForName="FourNodes_3" fact="0.65"/>
          <dgm:constr type="h" for="ch" forName="FourConn_3-4" refType="h" refFor="ch" refForName="FourNodes_3" fact="0.65"/>
          <dgm:constr type="ctrY" for="ch" forName="FourConn_3-4" refType="h" fact="0.76"/>
          <dgm:constr type="r" for="ch" forName="FourConn_3-4" refType="r" refFor="ch" refForName="FourNodes_3"/>
          <dgm:constr type="r" for="ch" forName="FourNodes_1_text" refType="l" refFor="ch" refForName="FourConn_1-2"/>
          <dgm:constr type="rOff" for="ch" forName="FourNodes_1_text" refType="w" refFor="ch" refForName="FourConn_1-2" fact="-0.7"/>
          <dgm:constr type="t" for="ch" forName="FourNodes_1_text" refType="t" refFor="ch" refForName="FourNodes_1"/>
          <dgm:constr type="b" for="ch" forName="FourNodes_1_text" refType="b" refFor="ch" refForName="FourNodes_1"/>
          <dgm:constr type="l" for="ch" forName="FourNodes_1_text" refType="l" refFor="ch" refForName="FourNodes_1"/>
          <dgm:constr type="r" for="ch" forName="FourNodes_2_text" refType="l" refFor="ch" refForName="FourConn_1-2"/>
          <dgm:constr type="t" for="ch" forName="FourNodes_2_text" refType="t" refFor="ch" refForName="FourNodes_2"/>
          <dgm:constr type="b" for="ch" forName="FourNodes_2_text" refType="b" refFor="ch" refForName="FourNodes_2"/>
          <dgm:constr type="l" for="ch" forName="FourNodes_2_text" refType="l" refFor="ch" refForName="FourNodes_2"/>
          <dgm:constr type="r" for="ch" forName="FourNodes_3_text" refType="l" refFor="ch" refForName="FourConn_2-3"/>
          <dgm:constr type="t" for="ch" forName="FourNodes_3_text" refType="t" refFor="ch" refForName="FourNodes_3"/>
          <dgm:constr type="b" for="ch" forName="FourNodes_3_text" refType="b" refFor="ch" refForName="FourNodes_3"/>
          <dgm:constr type="l" for="ch" forName="FourNodes_3_text" refType="l" refFor="ch" refForName="FourNodes_3"/>
          <dgm:constr type="r" for="ch" forName="FourNodes_4_text" refType="l" refFor="ch" refForName="FourConn_3-4"/>
          <dgm:constr type="t" for="ch" forName="FourNodes_4_text" refType="t" refFor="ch" refForName="FourNodes_4"/>
          <dgm:constr type="b" for="ch" forName="FourNodes_4_text" refType="b" refFor="ch" refForName="FourNodes_4"/>
          <dgm:constr type="l" for="ch" forName="FourNodes_4_text" refType="l" refFor="ch" refForName="FourNodes_4"/>
          <dgm:constr type="w" for="ch" forName="FiveNodes_1" refType="w" fact="0.77"/>
          <dgm:constr type="h" for="ch" forName="FiveNodes_1" refType="h" fact="0.18"/>
          <dgm:constr type="t" for="ch" forName="FiveNodes_1"/>
          <dgm:constr type="l" for="ch" forName="FiveNodes_1"/>
          <dgm:constr type="w" for="ch" forName="FiveNodes_2" refType="w" fact="0.77"/>
          <dgm:constr type="h" for="ch" forName="FiveNodes_2" refType="h" fact="0.18"/>
          <dgm:constr type="ctrY" for="ch" forName="FiveNodes_2" refType="h" fact="0.295"/>
          <dgm:constr type="ctrX" for="ch" forName="FiveNodes_2" refType="w" fact="0.4425"/>
          <dgm:constr type="w" for="ch" forName="FiveNodes_3" refType="w" fact="0.77"/>
          <dgm:constr type="h" for="ch" forName="FiveNodes_3" refType="h" fact="0.18"/>
          <dgm:constr type="ctrY" for="ch" forName="FiveNodes_3" refType="h" fact="0.5"/>
          <dgm:constr type="ctrX" for="ch" forName="FiveNodes_3" refType="w" fact="0.5"/>
          <dgm:constr type="w" for="ch" forName="FiveNodes_4" refType="w" fact="0.77"/>
          <dgm:constr type="h" for="ch" forName="FiveNodes_4" refType="h" fact="0.18"/>
          <dgm:constr type="ctrY" for="ch" forName="FiveNodes_4" refType="h" fact="0.705"/>
          <dgm:constr type="ctrX" for="ch" forName="FiveNodes_4" refType="w" fact="0.5575"/>
          <dgm:constr type="w" for="ch" forName="FiveNodes_5" refType="w" fact="0.77"/>
          <dgm:constr type="h" for="ch" forName="FiveNodes_5" refType="h" fact="0.18"/>
          <dgm:constr type="b" for="ch" forName="FiveNodes_5" refType="h"/>
          <dgm:constr type="r" for="ch" forName="FiveNodes_5" refType="w"/>
          <dgm:constr type="w" for="ch" forName="FiveConn_1-2" refType="h" refFor="ch" refForName="FiveNodes_1" fact="0.65"/>
          <dgm:constr type="h" for="ch" forName="FiveConn_1-2" refType="h" refFor="ch" refForName="FiveNodes_1" fact="0.65"/>
          <dgm:constr type="ctrY" for="ch" forName="FiveConn_1-2" refType="h" fact="0.19"/>
          <dgm:constr type="r" for="ch" forName="FiveConn_1-2" refType="r" refFor="ch" refForName="FiveNodes_1"/>
          <dgm:constr type="w" for="ch" forName="FiveConn_2-3" refType="h" refFor="ch" refForName="FiveNodes_2" fact="0.65"/>
          <dgm:constr type="h" for="ch" forName="FiveConn_2-3" refType="h" refFor="ch" refForName="FiveNodes_2" fact="0.65"/>
          <dgm:constr type="ctrY" for="ch" forName="FiveConn_2-3" refType="h" fact="0.395"/>
          <dgm:constr type="r" for="ch" forName="FiveConn_2-3" refType="r" refFor="ch" refForName="FiveNodes_2"/>
          <dgm:constr type="w" for="ch" forName="FiveConn_3-4" refType="h" refFor="ch" refForName="FiveNodes_3" fact="0.65"/>
          <dgm:constr type="h" for="ch" forName="FiveConn_3-4" refType="h" refFor="ch" refForName="FiveNodes_3" fact="0.65"/>
          <dgm:constr type="ctrY" for="ch" forName="FiveConn_3-4" refType="h" fact="0.597"/>
          <dgm:constr type="r" for="ch" forName="FiveConn_3-4" refType="r" refFor="ch" refForName="FiveNodes_3"/>
          <dgm:constr type="w" for="ch" forName="FiveConn_4-5" refType="h" refFor="ch" refForName="FiveNodes_4" fact="0.65"/>
          <dgm:constr type="h" for="ch" forName="FiveConn_4-5" refType="h" refFor="ch" refForName="FiveNodes_4" fact="0.65"/>
          <dgm:constr type="ctrY" for="ch" forName="FiveConn_4-5" refType="h" fact="0.804"/>
          <dgm:constr type="r" for="ch" forName="FiveConn_4-5" refType="r" refFor="ch" refForName="FiveNodes_4"/>
          <dgm:constr type="r" for="ch" forName="FiveNodes_1_text" refType="l" refFor="ch" refForName="FiveConn_1-2"/>
          <dgm:constr type="rOff" for="ch" forName="FiveNodes_1_text" refType="w" refFor="ch" refForName="FiveConn_1-2" fact="-0.75"/>
          <dgm:constr type="t" for="ch" forName="FiveNodes_1_text" refType="t" refFor="ch" refForName="FiveNodes_1"/>
          <dgm:constr type="b" for="ch" forName="FiveNodes_1_text" refType="b" refFor="ch" refForName="FiveNodes_1"/>
          <dgm:constr type="l" for="ch" forName="FiveNodes_1_text" refType="l" refFor="ch" refForName="FiveNodes_1"/>
          <dgm:constr type="r" for="ch" forName="FiveNodes_2_text" refType="l" refFor="ch" refForName="FiveConn_1-2"/>
          <dgm:constr type="t" for="ch" forName="FiveNodes_2_text" refType="t" refFor="ch" refForName="FiveNodes_2"/>
          <dgm:constr type="b" for="ch" forName="FiveNodes_2_text" refType="b" refFor="ch" refForName="FiveNodes_2"/>
          <dgm:constr type="l" for="ch" forName="FiveNodes_2_text" refType="l" refFor="ch" refForName="FiveNodes_2"/>
          <dgm:constr type="r" for="ch" forName="FiveNodes_3_text" refType="l" refFor="ch" refForName="FiveConn_2-3"/>
          <dgm:constr type="t" for="ch" forName="FiveNodes_3_text" refType="t" refFor="ch" refForName="FiveNodes_3"/>
          <dgm:constr type="b" for="ch" forName="FiveNodes_3_text" refType="b" refFor="ch" refForName="FiveNodes_3"/>
          <dgm:constr type="l" for="ch" forName="FiveNodes_3_text" refType="l" refFor="ch" refForName="FiveNodes_3"/>
          <dgm:constr type="r" for="ch" forName="FiveNodes_4_text" refType="l" refFor="ch" refForName="FiveConn_3-4"/>
          <dgm:constr type="t" for="ch" forName="FiveNodes_4_text" refType="t" refFor="ch" refForName="FiveNodes_4"/>
          <dgm:constr type="b" for="ch" forName="FiveNodes_4_text" refType="b" refFor="ch" refForName="FiveNodes_4"/>
          <dgm:constr type="l" for="ch" forName="FiveNodes_4_text" refType="l" refFor="ch" refForName="FiveNodes_4"/>
          <dgm:constr type="r" for="ch" forName="FiveNodes_5_text" refType="l" refFor="ch" refForName="FiveConn_4-5"/>
          <dgm:constr type="t" for="ch" forName="FiveNodes_5_text" refType="t" refFor="ch" refForName="FiveNodes_5"/>
          <dgm:constr type="b" for="ch" forName="FiveNodes_5_text" refType="b" refFor="ch" refForName="FiveNodes_5"/>
          <dgm:constr type="l" for="ch" forName="FiveNodes_5_text" refType="l" refFor="ch" refForName="FiveNodes_5"/>
        </dgm:constrLst>
      </dgm:if>
      <dgm:else name="Name2">
        <dgm:constrLst>
          <dgm:constr type="primFontSz" for="ch" ptType="node" op="equ" val="65"/>
          <dgm:constr type="w" for="ch" forName="dummyMaxCanvas" refType="w"/>
          <dgm:constr type="h" for="ch" forName="dummyMaxCanvas" refType="h"/>
          <dgm:constr type="w" for="ch" forName="OneNode_1" refType="w"/>
          <dgm:constr type="h" for="ch" forName="OneNode_1" refType="h" fact="0.5"/>
          <dgm:constr type="ctrY" for="ch" forName="OneNode_1" refType="h" fact="0.5"/>
          <dgm:constr type="w" for="ch" forName="TwoNodes_1" refType="w" fact="0.85"/>
          <dgm:constr type="h" for="ch" forName="TwoNodes_1" refType="h" fact="0.45"/>
          <dgm:constr type="t" for="ch" forName="TwoNodes_1"/>
          <dgm:constr type="r" for="ch" forName="TwoNodes_1" refType="w"/>
          <dgm:constr type="w" for="ch" forName="TwoNodes_2" refType="w" fact="0.85"/>
          <dgm:constr type="h" for="ch" forName="TwoNodes_2" refType="h" fact="0.45"/>
          <dgm:constr type="b" for="ch" forName="TwoNodes_2" refType="h"/>
          <dgm:constr type="l" for="ch" forName="TwoNodes_2"/>
          <dgm:constr type="w" for="ch" forName="TwoConn_1-2" refType="h" refFor="ch" refForName="TwoNodes_1" fact="0.65"/>
          <dgm:constr type="h" for="ch" forName="TwoConn_1-2" refType="h" refFor="ch" refForName="TwoNodes_1" fact="0.65"/>
          <dgm:constr type="ctrY" for="ch" forName="TwoConn_1-2" refType="h" fact="0.5"/>
          <dgm:constr type="l" for="ch" forName="TwoConn_1-2" refType="l" refFor="ch" refForName="TwoNodes_1"/>
          <dgm:constr type="l" for="ch" forName="TwoNodes_1_text" refType="r" refFor="ch" refForName="TwoConn_1-2"/>
          <dgm:constr type="lOff" for="ch" forName="TwoNodes_1_text" refType="w" refFor="ch" refForName="TwoConn_1-2" fact="0.5"/>
          <dgm:constr type="t" for="ch" forName="TwoNodes_1_text" refType="t" refFor="ch" refForName="TwoNodes_1"/>
          <dgm:constr type="b" for="ch" forName="TwoNodes_1_text" refType="b" refFor="ch" refForName="TwoNodes_1"/>
          <dgm:constr type="r" for="ch" forName="TwoNodes_1_text" refType="r" refFor="ch" refForName="TwoNodes_1"/>
          <dgm:constr type="l" for="ch" forName="TwoNodes_2_text" refType="r" refFor="ch" refForName="TwoConn_1-2"/>
          <dgm:constr type="t" for="ch" forName="TwoNodes_2_text" refType="t" refFor="ch" refForName="TwoNodes_2"/>
          <dgm:constr type="b" for="ch" forName="TwoNodes_2_text" refType="b" refFor="ch" refForName="TwoNodes_2"/>
          <dgm:constr type="r" for="ch" forName="TwoNodes_2_text" refType="r" refFor="ch" refForName="TwoNodes_2"/>
          <dgm:constr type="w" for="ch" forName="ThreeNodes_1" refType="w" fact="0.85"/>
          <dgm:constr type="h" for="ch" forName="ThreeNodes_1" refType="h" fact="0.3"/>
          <dgm:constr type="t" for="ch" forName="ThreeNodes_1"/>
          <dgm:constr type="r" for="ch" forName="ThreeNodes_1" refType="w"/>
          <dgm:constr type="w" for="ch" forName="ThreeNodes_2" refType="w" fact="0.85"/>
          <dgm:constr type="h" for="ch" forName="ThreeNodes_2" refType="h" fact="0.3"/>
          <dgm:constr type="ctrY" for="ch" forName="ThreeNodes_2" refType="h" fact="0.5"/>
          <dgm:constr type="ctrX" for="ch" forName="ThreeNodes_2" refType="w" fact="0.5"/>
          <dgm:constr type="w" for="ch" forName="ThreeNodes_3" refType="w" fact="0.85"/>
          <dgm:constr type="h" for="ch" forName="ThreeNodes_3" refType="h" fact="0.3"/>
          <dgm:constr type="b" for="ch" forName="ThreeNodes_3" refType="h"/>
          <dgm:constr type="l" for="ch" forName="ThreeNodes_3"/>
          <dgm:constr type="w" for="ch" forName="ThreeConn_1-2" refType="h" refFor="ch" refForName="ThreeNodes_1" fact="0.65"/>
          <dgm:constr type="h" for="ch" forName="ThreeConn_1-2" refType="h" refFor="ch" refForName="ThreeNodes_1" fact="0.65"/>
          <dgm:constr type="ctrY" for="ch" forName="ThreeConn_1-2" refType="h" fact="0.325"/>
          <dgm:constr type="l" for="ch" forName="ThreeConn_1-2" refType="l" refFor="ch" refForName="ThreeNodes_1"/>
          <dgm:constr type="w" for="ch" forName="ThreeConn_2-3" refType="h" refFor="ch" refForName="ThreeNodes_2" fact="0.65"/>
          <dgm:constr type="h" for="ch" forName="ThreeConn_2-3" refType="h" refFor="ch" refForName="ThreeNodes_2" fact="0.65"/>
          <dgm:constr type="ctrY" for="ch" forName="ThreeConn_2-3" refType="h" fact="0.673"/>
          <dgm:constr type="l" for="ch" forName="ThreeConn_2-3" refType="l" refFor="ch" refForName="ThreeNodes_2"/>
          <dgm:constr type="l" for="ch" forName="ThreeNodes_1_text" refType="r" refFor="ch" refForName="ThreeConn_1-2"/>
          <dgm:constr type="lOff" for="ch" forName="ThreeNodes_1_text" refType="w" refFor="ch" refForName="ThreeConn_1-2" fact="0.55"/>
          <dgm:constr type="t" for="ch" forName="ThreeNodes_1_text" refType="t" refFor="ch" refForName="ThreeNodes_1"/>
          <dgm:constr type="b" for="ch" forName="ThreeNodes_1_text" refType="b" refFor="ch" refForName="ThreeNodes_1"/>
          <dgm:constr type="r" for="ch" forName="ThreeNodes_1_text" refType="r" refFor="ch" refForName="ThreeNodes_1"/>
          <dgm:constr type="l" for="ch" forName="ThreeNodes_2_text" refType="r" refFor="ch" refForName="ThreeConn_1-2"/>
          <dgm:constr type="t" for="ch" forName="ThreeNodes_2_text" refType="t" refFor="ch" refForName="ThreeNodes_2"/>
          <dgm:constr type="b" for="ch" forName="ThreeNodes_2_text" refType="b" refFor="ch" refForName="ThreeNodes_2"/>
          <dgm:constr type="r" for="ch" forName="ThreeNodes_2_text" refType="r" refFor="ch" refForName="ThreeNodes_2"/>
          <dgm:constr type="l" for="ch" forName="ThreeNodes_3_text" refType="r" refFor="ch" refForName="ThreeConn_2-3"/>
          <dgm:constr type="t" for="ch" forName="ThreeNodes_3_text" refType="t" refFor="ch" refForName="ThreeNodes_3"/>
          <dgm:constr type="b" for="ch" forName="ThreeNodes_3_text" refType="b" refFor="ch" refForName="ThreeNodes_3"/>
          <dgm:constr type="r" for="ch" forName="ThreeNodes_3_text" refType="r" refFor="ch" refForName="ThreeNodes_3"/>
          <dgm:constr type="w" for="ch" forName="FourNodes_1" refType="w" fact="0.8"/>
          <dgm:constr type="h" for="ch" forName="FourNodes_1" refType="h" fact="0.22"/>
          <dgm:constr type="t" for="ch" forName="FourNodes_1"/>
          <dgm:constr type="r" for="ch" forName="FourNodes_1" refType="w"/>
          <dgm:constr type="w" for="ch" forName="FourNodes_2" refType="w" fact="0.8"/>
          <dgm:constr type="h" for="ch" forName="FourNodes_2" refType="h" fact="0.22"/>
          <dgm:constr type="ctrY" for="ch" forName="FourNodes_2" refType="h" fact="0.37"/>
          <dgm:constr type="ctrX" for="ch" forName="FourNodes_2" refType="w" fact="0.533"/>
          <dgm:constr type="w" for="ch" forName="FourNodes_3" refType="w" fact="0.8"/>
          <dgm:constr type="h" for="ch" forName="FourNodes_3" refType="h" fact="0.22"/>
          <dgm:constr type="ctrY" for="ch" forName="FourNodes_3" refType="h" fact="0.63"/>
          <dgm:constr type="ctrX" for="ch" forName="FourNodes_3" refType="w" fact="0.467"/>
          <dgm:constr type="w" for="ch" forName="FourNodes_4" refType="w" fact="0.8"/>
          <dgm:constr type="h" for="ch" forName="FourNodes_4" refType="h" fact="0.22"/>
          <dgm:constr type="b" for="ch" forName="FourNodes_4" refType="h"/>
          <dgm:constr type="l" for="ch" forName="FourNodes_4"/>
          <dgm:constr type="w" for="ch" forName="FourConn_1-2" refType="h" refFor="ch" refForName="FourNodes_1" fact="0.65"/>
          <dgm:constr type="h" for="ch" forName="FourConn_1-2" refType="h" refFor="ch" refForName="FourNodes_1" fact="0.65"/>
          <dgm:constr type="ctrY" for="ch" forName="FourConn_1-2" refType="h" fact="0.24"/>
          <dgm:constr type="l" for="ch" forName="FourConn_1-2" refType="l" refFor="ch" refForName="FourNodes_1"/>
          <dgm:constr type="w" for="ch" forName="FourConn_2-3" refType="h" refFor="ch" refForName="FourNodes_2" fact="0.65"/>
          <dgm:constr type="h" for="ch" forName="FourConn_2-3" refType="h" refFor="ch" refForName="FourNodes_2" fact="0.65"/>
          <dgm:constr type="ctrY" for="ch" forName="FourConn_2-3" refType="h" fact="0.5"/>
          <dgm:constr type="l" for="ch" forName="FourConn_2-3" refType="l" refFor="ch" refForName="FourNodes_2"/>
          <dgm:constr type="w" for="ch" forName="FourConn_3-4" refType="h" refFor="ch" refForName="FourNodes_3" fact="0.65"/>
          <dgm:constr type="h" for="ch" forName="FourConn_3-4" refType="h" refFor="ch" refForName="FourNodes_3" fact="0.65"/>
          <dgm:constr type="ctrY" for="ch" forName="FourConn_3-4" refType="h" fact="0.76"/>
          <dgm:constr type="l" for="ch" forName="FourConn_3-4" refType="l" refFor="ch" refForName="FourNodes_3"/>
          <dgm:constr type="l" for="ch" forName="FourNodes_1_text" refType="r" refFor="ch" refForName="FourConn_1-2"/>
          <dgm:constr type="lOff" for="ch" forName="FourNodes_1_text" refType="w" refFor="ch" refForName="FourConn_1-2" fact="0.69"/>
          <dgm:constr type="t" for="ch" forName="FourNodes_1_text" refType="t" refFor="ch" refForName="FourNodes_1"/>
          <dgm:constr type="b" for="ch" forName="FourNodes_1_text" refType="b" refFor="ch" refForName="FourNodes_1"/>
          <dgm:constr type="r" for="ch" forName="FourNodes_1_text" refType="r" refFor="ch" refForName="FourNodes_1"/>
          <dgm:constr type="l" for="ch" forName="FourNodes_2_text" refType="r" refFor="ch" refForName="FourConn_1-2"/>
          <dgm:constr type="t" for="ch" forName="FourNodes_2_text" refType="t" refFor="ch" refForName="FourNodes_2"/>
          <dgm:constr type="b" for="ch" forName="FourNodes_2_text" refType="b" refFor="ch" refForName="FourNodes_2"/>
          <dgm:constr type="r" for="ch" forName="FourNodes_2_text" refType="r" refFor="ch" refForName="FourNodes_2"/>
          <dgm:constr type="l" for="ch" forName="FourNodes_3_text" refType="r" refFor="ch" refForName="FourConn_2-3"/>
          <dgm:constr type="t" for="ch" forName="FourNodes_3_text" refType="t" refFor="ch" refForName="FourNodes_3"/>
          <dgm:constr type="b" for="ch" forName="FourNodes_3_text" refType="b" refFor="ch" refForName="FourNodes_3"/>
          <dgm:constr type="r" for="ch" forName="FourNodes_3_text" refType="r" refFor="ch" refForName="FourNodes_3"/>
          <dgm:constr type="l" for="ch" forName="FourNodes_4_text" refType="r" refFor="ch" refForName="FourConn_3-4"/>
          <dgm:constr type="t" for="ch" forName="FourNodes_4_text" refType="t" refFor="ch" refForName="FourNodes_4"/>
          <dgm:constr type="b" for="ch" forName="FourNodes_4_text" refType="b" refFor="ch" refForName="FourNodes_4"/>
          <dgm:constr type="r" for="ch" forName="FourNodes_4_text" refType="r" refFor="ch" refForName="FourNodes_4"/>
          <dgm:constr type="w" for="ch" forName="FiveNodes_1" refType="w" fact="0.77"/>
          <dgm:constr type="h" for="ch" forName="FiveNodes_1" refType="h" fact="0.18"/>
          <dgm:constr type="t" for="ch" forName="FiveNodes_1"/>
          <dgm:constr type="r" for="ch" forName="FiveNodes_1" refType="w"/>
          <dgm:constr type="w" for="ch" forName="FiveNodes_2" refType="w" fact="0.77"/>
          <dgm:constr type="h" for="ch" forName="FiveNodes_2" refType="h" fact="0.18"/>
          <dgm:constr type="ctrY" for="ch" forName="FiveNodes_2" refType="h" fact="0.295"/>
          <dgm:constr type="ctrX" for="ch" forName="FiveNodes_2" refType="w" fact="0.5575"/>
          <dgm:constr type="w" for="ch" forName="FiveNodes_3" refType="w" fact="0.77"/>
          <dgm:constr type="h" for="ch" forName="FiveNodes_3" refType="h" fact="0.18"/>
          <dgm:constr type="ctrY" for="ch" forName="FiveNodes_3" refType="h" fact="0.5"/>
          <dgm:constr type="ctrX" for="ch" forName="FiveNodes_3" refType="w" fact="0.5"/>
          <dgm:constr type="w" for="ch" forName="FiveNodes_4" refType="w" fact="0.77"/>
          <dgm:constr type="h" for="ch" forName="FiveNodes_4" refType="h" fact="0.18"/>
          <dgm:constr type="ctrY" for="ch" forName="FiveNodes_4" refType="h" fact="0.705"/>
          <dgm:constr type="ctrX" for="ch" forName="FiveNodes_4" refType="w" fact="0.4425"/>
          <dgm:constr type="w" for="ch" forName="FiveNodes_5" refType="w" fact="0.77"/>
          <dgm:constr type="h" for="ch" forName="FiveNodes_5" refType="h" fact="0.18"/>
          <dgm:constr type="b" for="ch" forName="FiveNodes_5" refType="h"/>
          <dgm:constr type="l" for="ch" forName="FiveNodes_5"/>
          <dgm:constr type="w" for="ch" forName="FiveConn_1-2" refType="h" refFor="ch" refForName="FiveNodes_1" fact="0.65"/>
          <dgm:constr type="h" for="ch" forName="FiveConn_1-2" refType="h" refFor="ch" refForName="FiveNodes_1" fact="0.65"/>
          <dgm:constr type="ctrY" for="ch" forName="FiveConn_1-2" refType="h" fact="0.19"/>
          <dgm:constr type="l" for="ch" forName="FiveConn_1-2" refType="l" refFor="ch" refForName="FiveNodes_1"/>
          <dgm:constr type="w" for="ch" forName="FiveConn_2-3" refType="h" refFor="ch" refForName="FiveNodes_2" fact="0.65"/>
          <dgm:constr type="h" for="ch" forName="FiveConn_2-3" refType="h" refFor="ch" refForName="FiveNodes_2" fact="0.65"/>
          <dgm:constr type="ctrY" for="ch" forName="FiveConn_2-3" refType="h" fact="0.395"/>
          <dgm:constr type="l" for="ch" forName="FiveConn_2-3" refType="l" refFor="ch" refForName="FiveNodes_2"/>
          <dgm:constr type="w" for="ch" forName="FiveConn_3-4" refType="h" refFor="ch" refForName="FiveNodes_3" fact="0.65"/>
          <dgm:constr type="h" for="ch" forName="FiveConn_3-4" refType="h" refFor="ch" refForName="FiveNodes_3" fact="0.65"/>
          <dgm:constr type="ctrY" for="ch" forName="FiveConn_3-4" refType="h" fact="0.597"/>
          <dgm:constr type="l" for="ch" forName="FiveConn_3-4" refType="l" refFor="ch" refForName="FiveNodes_3"/>
          <dgm:constr type="w" for="ch" forName="FiveConn_4-5" refType="h" refFor="ch" refForName="FiveNodes_4" fact="0.65"/>
          <dgm:constr type="h" for="ch" forName="FiveConn_4-5" refType="h" refFor="ch" refForName="FiveNodes_4" fact="0.65"/>
          <dgm:constr type="ctrY" for="ch" forName="FiveConn_4-5" refType="h" fact="0.804"/>
          <dgm:constr type="l" for="ch" forName="FiveConn_4-5" refType="l" refFor="ch" refForName="FiveNodes_4"/>
          <dgm:constr type="l" for="ch" forName="FiveNodes_1_text" refType="r" refFor="ch" refForName="FiveConn_1-2"/>
          <dgm:constr type="lOff" for="ch" forName="FiveNodes_1_text" refType="w" refFor="ch" refForName="FiveConn_1-2" fact="0.73"/>
          <dgm:constr type="t" for="ch" forName="FiveNodes_1_text" refType="t" refFor="ch" refForName="FiveNodes_1"/>
          <dgm:constr type="b" for="ch" forName="FiveNodes_1_text" refType="b" refFor="ch" refForName="FiveNodes_1"/>
          <dgm:constr type="r" for="ch" forName="FiveNodes_1_text" refType="r" refFor="ch" refForName="FiveNodes_1"/>
          <dgm:constr type="l" for="ch" forName="FiveNodes_2_text" refType="r" refFor="ch" refForName="FiveConn_1-2"/>
          <dgm:constr type="t" for="ch" forName="FiveNodes_2_text" refType="t" refFor="ch" refForName="FiveNodes_2"/>
          <dgm:constr type="b" for="ch" forName="FiveNodes_2_text" refType="b" refFor="ch" refForName="FiveNodes_2"/>
          <dgm:constr type="r" for="ch" forName="FiveNodes_2_text" refType="r" refFor="ch" refForName="FiveNodes_2"/>
          <dgm:constr type="l" for="ch" forName="FiveNodes_3_text" refType="r" refFor="ch" refForName="FiveConn_2-3"/>
          <dgm:constr type="t" for="ch" forName="FiveNodes_3_text" refType="t" refFor="ch" refForName="FiveNodes_3"/>
          <dgm:constr type="b" for="ch" forName="FiveNodes_3_text" refType="b" refFor="ch" refForName="FiveNodes_3"/>
          <dgm:constr type="r" for="ch" forName="FiveNodes_3_text" refType="r" refFor="ch" refForName="FiveNodes_3"/>
          <dgm:constr type="l" for="ch" forName="FiveNodes_4_text" refType="r" refFor="ch" refForName="FiveConn_3-4"/>
          <dgm:constr type="t" for="ch" forName="FiveNodes_4_text" refType="t" refFor="ch" refForName="FiveNodes_4"/>
          <dgm:constr type="b" for="ch" forName="FiveNodes_4_text" refType="b" refFor="ch" refForName="FiveNodes_4"/>
          <dgm:constr type="r" for="ch" forName="FiveNodes_4_text" refType="r" refFor="ch" refForName="FiveNodes_4"/>
          <dgm:constr type="l" for="ch" forName="FiveNodes_5_text" refType="r" refFor="ch" refForName="FiveConn_4-5"/>
          <dgm:constr type="t" for="ch" forName="FiveNodes_5_text" refType="t" refFor="ch" refForName="FiveNodes_5"/>
          <dgm:constr type="b" for="ch" forName="FiveNodes_5_text" refType="b" refFor="ch" refForName="FiveNodes_5"/>
          <dgm:constr type="r" for="ch" forName="FiveNodes_5_text" refType="r" refFor="ch" refForName="FiveNodes_5"/>
        </dgm:constrLst>
      </dgm:else>
    </dgm:choose>
    <dgm:ruleLst/>
    <dgm:layoutNode name="dummyMaxCanvas">
      <dgm:varLst/>
      <dgm:alg type="sp"/>
      <dgm:shape xmlns:r="http://schemas.openxmlformats.org/officeDocument/2006/relationships" r:blip="">
        <dgm:adjLst/>
      </dgm:shape>
      <dgm:presOf/>
      <dgm:constrLst/>
      <dgm:ruleLst/>
    </dgm:layoutNode>
    <dgm:choose name="Name3">
      <dgm:if name="Name4" axis="ch" ptType="node" func="cnt" op="equ" val="1">
        <dgm:layoutNode name="OneNode_1">
          <dgm:varLst>
            <dgm:bulletEnabled val="1"/>
          </dgm:varLst>
          <dgm:alg type="tx"/>
          <dgm:shape xmlns:r="http://schemas.openxmlformats.org/officeDocument/2006/relationships" type="roundRect" r:blip="">
            <dgm:adjLst>
              <dgm:adj idx="1" val="0.1"/>
            </dgm:adjLst>
          </dgm:shape>
          <dgm:presOf axis="ch desOrSelf" ptType="node node" st="1 1" cnt="1 0"/>
          <dgm:constrLst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</dgm:if>
      <dgm:else name="Name5">
        <dgm:choose name="Name6">
          <dgm:if name="Name7" axis="ch" ptType="node" func="cnt" op="equ" val="2">
            <dgm:layoutNode name="TwoNodes_1">
              <dgm:varLst>
                <dgm:bulletEnabled val="1"/>
              </dgm:varLst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ch desOrSelf" ptType="node node" st="1 1" cnt="1 0"/>
              <dgm:constrLst/>
              <dgm:ruleLst/>
            </dgm:layoutNode>
            <dgm:layoutNode name="TwoNodes_2">
              <dgm:varLst>
                <dgm:bulletEnabled val="1"/>
              </dgm:varLst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ch desOrSelf" ptType="node node" st="2 1" cnt="1 0"/>
              <dgm:constrLst/>
              <dgm:ruleLst/>
            </dgm:layoutNode>
            <dgm:layoutNode name="TwoConn_1-2" styleLbl="fgAccFollowNode1">
              <dgm:varLst>
                <dgm:bulletEnabled val="1"/>
              </dgm:varLst>
              <dgm:alg type="tx"/>
              <dgm:shape xmlns:r="http://schemas.openxmlformats.org/officeDocument/2006/relationships" type="downArrow" r:blip="">
                <dgm:adjLst>
                  <dgm:adj idx="1" val="0.55"/>
                  <dgm:adj idx="2" val="0.45"/>
                </dgm:adjLst>
              </dgm:shape>
              <dgm:presOf axis="ch" ptType="sibTrans" cnt="1"/>
              <dgm:constrLst>
                <dgm:constr type="lMarg" refType="primFontSz" fact="0.1"/>
                <dgm:constr type="rMarg" refType="primFontSz" fact="0.1"/>
                <dgm:constr type="tMarg" refType="primFontSz" fact="0.1"/>
                <dgm:constr type="bMarg" refType="primFontSz" fact="0.1"/>
              </dgm:constrLst>
              <dgm:ruleLst>
                <dgm:rule type="primFontSz" val="5" fact="NaN" max="NaN"/>
              </dgm:ruleLst>
            </dgm:layoutNode>
            <dgm:layoutNode name="TwoNodes_1_text">
              <dgm:varLst>
                <dgm:bulletEnabled val="1"/>
              </dgm:varLst>
              <dgm:alg type="tx">
                <dgm:param type="parTxLTRAlign" val="l"/>
                <dgm:param type="txAnchorVertCh" val="mid"/>
              </dgm:alg>
              <dgm:shape xmlns:r="http://schemas.openxmlformats.org/officeDocument/2006/relationships" type="roundRect" r:blip="" hideGeom="1">
                <dgm:adjLst>
                  <dgm:adj idx="1" val="0.1"/>
                </dgm:adjLst>
              </dgm:shape>
              <dgm:presOf axis="ch desOrSelf" ptType="node node" st="1 1" cnt="1 0"/>
              <dgm:constrLst>
                <dgm:constr type="lMarg" refType="primFontSz" fact="0.3"/>
                <dgm:constr type="rMarg" refType="primFontSz" fact="0.3"/>
                <dgm:constr type="tMarg" refType="primFontSz" fact="0.3"/>
                <dgm:constr type="bMarg" refType="primFontSz" fact="0.3"/>
              </dgm:constrLst>
              <dgm:ruleLst>
                <dgm:rule type="primFontSz" val="5" fact="NaN" max="NaN"/>
              </dgm:ruleLst>
            </dgm:layoutNode>
            <dgm:layoutNode name="TwoNodes_2_text">
              <dgm:varLst>
                <dgm:bulletEnabled val="1"/>
              </dgm:varLst>
              <dgm:alg type="tx">
                <dgm:param type="parTxLTRAlign" val="l"/>
                <dgm:param type="txAnchorVertCh" val="mid"/>
              </dgm:alg>
              <dgm:shape xmlns:r="http://schemas.openxmlformats.org/officeDocument/2006/relationships" type="roundRect" r:blip="" hideGeom="1">
                <dgm:adjLst>
                  <dgm:adj idx="1" val="0.1"/>
                </dgm:adjLst>
              </dgm:shape>
              <dgm:presOf axis="ch desOrSelf" ptType="node node" st="2 1" cnt="1 0"/>
              <dgm:constrLst>
                <dgm:constr type="lMarg" refType="primFontSz" fact="0.3"/>
                <dgm:constr type="rMarg" refType="primFontSz" fact="0.3"/>
                <dgm:constr type="tMarg" refType="primFontSz" fact="0.3"/>
                <dgm:constr type="bMarg" refType="primFontSz" fact="0.3"/>
              </dgm:constrLst>
              <dgm:ruleLst>
                <dgm:rule type="primFontSz" val="5" fact="NaN" max="NaN"/>
              </dgm:ruleLst>
            </dgm:layoutNode>
          </dgm:if>
          <dgm:else name="Name8">
            <dgm:choose name="Name9">
              <dgm:if name="Name10" axis="ch" ptType="node" func="cnt" op="equ" val="3">
                <dgm:layoutNode name="ThreeNodes_1">
                  <dgm:varLst>
                    <dgm:bulletEnabled val="1"/>
                  </dgm:varLst>
                  <dgm:alg type="sp"/>
                  <dgm:shape xmlns:r="http://schemas.openxmlformats.org/officeDocument/2006/relationships" type="roundRect" r:blip="">
                    <dgm:adjLst>
                      <dgm:adj idx="1" val="0.1"/>
                    </dgm:adjLst>
                  </dgm:shape>
                  <dgm:presOf axis="ch desOrSelf" ptType="node node" st="1 1" cnt="1 0"/>
                  <dgm:constrLst/>
                  <dgm:ruleLst/>
                </dgm:layoutNode>
                <dgm:layoutNode name="ThreeNodes_2">
                  <dgm:varLst>
                    <dgm:bulletEnabled val="1"/>
                  </dgm:varLst>
                  <dgm:alg type="sp"/>
                  <dgm:shape xmlns:r="http://schemas.openxmlformats.org/officeDocument/2006/relationships" type="roundRect" r:blip="">
                    <dgm:adjLst>
                      <dgm:adj idx="1" val="0.1"/>
                    </dgm:adjLst>
                  </dgm:shape>
                  <dgm:presOf axis="ch desOrSelf" ptType="node node" st="2 1" cnt="1 0"/>
                  <dgm:constrLst/>
                  <dgm:ruleLst/>
                </dgm:layoutNode>
                <dgm:layoutNode name="ThreeNodes_3">
                  <dgm:varLst>
                    <dgm:bulletEnabled val="1"/>
                  </dgm:varLst>
                  <dgm:alg type="sp"/>
                  <dgm:shape xmlns:r="http://schemas.openxmlformats.org/officeDocument/2006/relationships" type="roundRect" r:blip="">
                    <dgm:adjLst>
                      <dgm:adj idx="1" val="0.1"/>
                    </dgm:adjLst>
                  </dgm:shape>
                  <dgm:presOf axis="ch desOrSelf" ptType="node node" st="3 1" cnt="1 0"/>
                  <dgm:constrLst/>
                  <dgm:ruleLst/>
                </dgm:layoutNode>
                <dgm:layoutNode name="ThreeConn_1-2" styleLbl="fgAccFollowNode1">
                  <dgm:varLst>
                    <dgm:bulletEnabled val="1"/>
                  </dgm:varLst>
                  <dgm:alg type="tx"/>
                  <dgm:shape xmlns:r="http://schemas.openxmlformats.org/officeDocument/2006/relationships" type="downArrow" r:blip="">
                    <dgm:adjLst>
                      <dgm:adj idx="1" val="0.55"/>
                      <dgm:adj idx="2" val="0.45"/>
                    </dgm:adjLst>
                  </dgm:shape>
                  <dgm:presOf axis="ch" ptType="sibTrans" cnt="1"/>
                  <dgm:constrLst>
                    <dgm:constr type="lMarg" refType="primFontSz" fact="0.1"/>
                    <dgm:constr type="rMarg" refType="primFontSz" fact="0.1"/>
                    <dgm:constr type="tMarg" refType="primFontSz" fact="0.1"/>
                    <dgm:constr type="bMarg" refType="primFontSz" fact="0.1"/>
                  </dgm:constrLst>
                  <dgm:ruleLst>
                    <dgm:rule type="primFontSz" val="5" fact="NaN" max="NaN"/>
                  </dgm:ruleLst>
                </dgm:layoutNode>
                <dgm:layoutNode name="ThreeConn_2-3" styleLbl="fgAccFollowNode1">
                  <dgm:varLst>
                    <dgm:bulletEnabled val="1"/>
                  </dgm:varLst>
                  <dgm:alg type="tx"/>
                  <dgm:shape xmlns:r="http://schemas.openxmlformats.org/officeDocument/2006/relationships" type="downArrow" r:blip="">
                    <dgm:adjLst>
                      <dgm:adj idx="1" val="0.55"/>
                      <dgm:adj idx="2" val="0.45"/>
                    </dgm:adjLst>
                  </dgm:shape>
                  <dgm:presOf axis="ch" ptType="sibTrans" st="2" cnt="1"/>
                  <dgm:constrLst>
                    <dgm:constr type="lMarg" refType="primFontSz" fact="0.1"/>
                    <dgm:constr type="rMarg" refType="primFontSz" fact="0.1"/>
                    <dgm:constr type="tMarg" refType="primFontSz" fact="0.1"/>
                    <dgm:constr type="bMarg" refType="primFontSz" fact="0.1"/>
                  </dgm:constrLst>
                  <dgm:ruleLst>
                    <dgm:rule type="primFontSz" val="5" fact="NaN" max="NaN"/>
                  </dgm:ruleLst>
                </dgm:layoutNode>
                <dgm:layoutNode name="ThreeNodes_1_text">
                  <dgm:varLst>
                    <dgm:bulletEnabled val="1"/>
                  </dgm:varLst>
                  <dgm:alg type="tx">
                    <dgm:param type="parTxLTRAlign" val="l"/>
                    <dgm:param type="txAnchorVertCh" val="mid"/>
                  </dgm:alg>
                  <dgm:shape xmlns:r="http://schemas.openxmlformats.org/officeDocument/2006/relationships" type="roundRect" r:blip="" hideGeom="1">
                    <dgm:adjLst>
                      <dgm:adj idx="1" val="0.1"/>
                    </dgm:adjLst>
                  </dgm:shape>
                  <dgm:presOf axis="ch desOrSelf" ptType="node node" st="1 1" cnt="1 0"/>
                  <dgm:constrLst>
                    <dgm:constr type="lMarg" refType="primFontSz" fact="0.3"/>
                    <dgm:constr type="rMarg" refType="primFontSz" fact="0.3"/>
                    <dgm:constr type="tMarg" refType="primFontSz" fact="0.3"/>
                    <dgm:constr type="bMarg" refType="primFontSz" fact="0.3"/>
                  </dgm:constrLst>
                  <dgm:ruleLst>
                    <dgm:rule type="primFontSz" val="5" fact="NaN" max="NaN"/>
                  </dgm:ruleLst>
                </dgm:layoutNode>
                <dgm:layoutNode name="ThreeNodes_2_text">
                  <dgm:varLst>
                    <dgm:bulletEnabled val="1"/>
                  </dgm:varLst>
                  <dgm:alg type="tx">
                    <dgm:param type="parTxLTRAlign" val="l"/>
                    <dgm:param type="txAnchorVertCh" val="mid"/>
                  </dgm:alg>
                  <dgm:shape xmlns:r="http://schemas.openxmlformats.org/officeDocument/2006/relationships" type="roundRect" r:blip="" hideGeom="1">
                    <dgm:adjLst>
                      <dgm:adj idx="1" val="0.1"/>
                    </dgm:adjLst>
                  </dgm:shape>
                  <dgm:presOf axis="ch desOrSelf" ptType="node node" st="2 1" cnt="1 0"/>
                  <dgm:constrLst>
                    <dgm:constr type="lMarg" refType="primFontSz" fact="0.3"/>
                    <dgm:constr type="rMarg" refType="primFontSz" fact="0.3"/>
                    <dgm:constr type="tMarg" refType="primFontSz" fact="0.3"/>
                    <dgm:constr type="bMarg" refType="primFontSz" fact="0.3"/>
                  </dgm:constrLst>
                  <dgm:ruleLst>
                    <dgm:rule type="primFontSz" val="5" fact="NaN" max="NaN"/>
                  </dgm:ruleLst>
                </dgm:layoutNode>
                <dgm:layoutNode name="ThreeNodes_3_text">
                  <dgm:varLst>
                    <dgm:bulletEnabled val="1"/>
                  </dgm:varLst>
                  <dgm:alg type="tx">
                    <dgm:param type="parTxLTRAlign" val="l"/>
                    <dgm:param type="txAnchorVertCh" val="mid"/>
                  </dgm:alg>
                  <dgm:shape xmlns:r="http://schemas.openxmlformats.org/officeDocument/2006/relationships" type="roundRect" r:blip="" hideGeom="1">
                    <dgm:adjLst>
                      <dgm:adj idx="1" val="0.1"/>
                    </dgm:adjLst>
                  </dgm:shape>
                  <dgm:presOf axis="ch desOrSelf" ptType="node node" st="3 1" cnt="1 0"/>
                  <dgm:constrLst>
                    <dgm:constr type="lMarg" refType="primFontSz" fact="0.3"/>
                    <dgm:constr type="rMarg" refType="primFontSz" fact="0.3"/>
                    <dgm:constr type="tMarg" refType="primFontSz" fact="0.3"/>
                    <dgm:constr type="bMarg" refType="primFontSz" fact="0.3"/>
                  </dgm:constrLst>
                  <dgm:ruleLst>
                    <dgm:rule type="primFontSz" val="5" fact="NaN" max="NaN"/>
                  </dgm:ruleLst>
                </dgm:layoutNode>
              </dgm:if>
              <dgm:else name="Name11">
                <dgm:choose name="Name12">
                  <dgm:if name="Name13" axis="ch" ptType="node" func="cnt" op="equ" val="4">
                    <dgm:layoutNode name="FourNodes_1">
                      <dgm:varLst>
                        <dgm:bulletEnabled val="1"/>
                      </dgm:varLst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ch desOrSelf" ptType="node node" st="1 1" cnt="1 0"/>
                      <dgm:constrLst/>
                      <dgm:ruleLst/>
                    </dgm:layoutNode>
                    <dgm:layoutNode name="FourNodes_2">
                      <dgm:varLst>
                        <dgm:bulletEnabled val="1"/>
                      </dgm:varLst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ch desOrSelf" ptType="node node" st="2 1" cnt="1 0"/>
                      <dgm:constrLst/>
                      <dgm:ruleLst/>
                    </dgm:layoutNode>
                    <dgm:layoutNode name="FourNodes_3">
                      <dgm:varLst>
                        <dgm:bulletEnabled val="1"/>
                      </dgm:varLst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ch desOrSelf" ptType="node node" st="3 1" cnt="1 0"/>
                      <dgm:constrLst/>
                      <dgm:ruleLst/>
                    </dgm:layoutNode>
                    <dgm:layoutNode name="FourNodes_4">
                      <dgm:varLst>
                        <dgm:bulletEnabled val="1"/>
                      </dgm:varLst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ch desOrSelf" ptType="node node" st="4 1" cnt="1 0"/>
                      <dgm:constrLst/>
                      <dgm:ruleLst/>
                    </dgm:layoutNode>
                    <dgm:layoutNode name="FourConn_1-2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downArrow" r:blip="">
                        <dgm:adjLst>
                          <dgm:adj idx="1" val="0.55"/>
                          <dgm:adj idx="2" val="0.45"/>
                        </dgm:adjLst>
                      </dgm:shape>
                      <dgm:presOf axis="ch" ptType="sibTrans" cnt="1"/>
                      <dgm:constrLst>
                        <dgm:constr type="lMarg" refType="primFontSz" fact="0.1"/>
                        <dgm:constr type="rMarg" refType="primFontSz" fact="0.1"/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Conn_2-3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downArrow" r:blip="">
                        <dgm:adjLst>
                          <dgm:adj idx="1" val="0.55"/>
                          <dgm:adj idx="2" val="0.45"/>
                        </dgm:adjLst>
                      </dgm:shape>
                      <dgm:presOf axis="ch" ptType="sibTrans" st="2" cnt="1"/>
                      <dgm:constrLst>
                        <dgm:constr type="lMarg" refType="primFontSz" fact="0.1"/>
                        <dgm:constr type="rMarg" refType="primFontSz" fact="0.1"/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Conn_3-4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downArrow" r:blip="">
                        <dgm:adjLst>
                          <dgm:adj idx="1" val="0.55"/>
                          <dgm:adj idx="2" val="0.45"/>
                        </dgm:adjLst>
                      </dgm:shape>
                      <dgm:presOf axis="ch" ptType="sibTrans" st="3" cnt="1"/>
                      <dgm:constrLst>
                        <dgm:constr type="lMarg" refType="primFontSz" fact="0.1"/>
                        <dgm:constr type="rMarg" refType="primFontSz" fact="0.1"/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Nodes_1_text">
                      <dgm:varLst>
                        <dgm:bulletEnabled val="1"/>
                      </dgm:varLst>
                      <dgm:alg type="tx">
                        <dgm:param type="parTxLTRAlign" val="l"/>
                        <dgm:param type="txAnchorVertCh" val="mid"/>
                      </dgm:alg>
                      <dgm:shape xmlns:r="http://schemas.openxmlformats.org/officeDocument/2006/relationships" type="roundRect" r:blip="" hideGeom="1">
                        <dgm:adjLst>
                          <dgm:adj idx="1" val="0.1"/>
                        </dgm:adjLst>
                      </dgm:shape>
                      <dgm:presOf axis="ch desOrSelf" ptType="node node" st="1 1" cnt="1 0"/>
                      <dgm:constrLst>
                        <dgm:constr type="lMarg" refType="primFontSz" fact="0.3"/>
                        <dgm:constr type="rMarg" refType="primFontSz" fact="0.3"/>
                        <dgm:constr type="tMarg" refType="primFontSz" fact="0.3"/>
                        <dgm:constr type="b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Nodes_2_text">
                      <dgm:varLst>
                        <dgm:bulletEnabled val="1"/>
                      </dgm:varLst>
                      <dgm:alg type="tx">
                        <dgm:param type="parTxLTRAlign" val="l"/>
                        <dgm:param type="txAnchorVertCh" val="mid"/>
                      </dgm:alg>
                      <dgm:shape xmlns:r="http://schemas.openxmlformats.org/officeDocument/2006/relationships" type="roundRect" r:blip="" hideGeom="1">
                        <dgm:adjLst>
                          <dgm:adj idx="1" val="0.1"/>
                        </dgm:adjLst>
                      </dgm:shape>
                      <dgm:presOf axis="ch desOrSelf" ptType="node node" st="2 1" cnt="1 0"/>
                      <dgm:constrLst>
                        <dgm:constr type="lMarg" refType="primFontSz" fact="0.3"/>
                        <dgm:constr type="rMarg" refType="primFontSz" fact="0.3"/>
                        <dgm:constr type="tMarg" refType="primFontSz" fact="0.3"/>
                        <dgm:constr type="b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Nodes_3_text">
                      <dgm:varLst>
                        <dgm:bulletEnabled val="1"/>
                      </dgm:varLst>
                      <dgm:alg type="tx">
                        <dgm:param type="parTxLTRAlign" val="l"/>
                        <dgm:param type="txAnchorVertCh" val="mid"/>
                      </dgm:alg>
                      <dgm:shape xmlns:r="http://schemas.openxmlformats.org/officeDocument/2006/relationships" type="roundRect" r:blip="" hideGeom="1">
                        <dgm:adjLst>
                          <dgm:adj idx="1" val="0.1"/>
                        </dgm:adjLst>
                      </dgm:shape>
                      <dgm:presOf axis="ch desOrSelf" ptType="node node" st="3 1" cnt="1 0"/>
                      <dgm:constrLst>
                        <dgm:constr type="lMarg" refType="primFontSz" fact="0.3"/>
                        <dgm:constr type="rMarg" refType="primFontSz" fact="0.3"/>
                        <dgm:constr type="tMarg" refType="primFontSz" fact="0.3"/>
                        <dgm:constr type="b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Nodes_4_text">
                      <dgm:varLst>
                        <dgm:bulletEnabled val="1"/>
                      </dgm:varLst>
                      <dgm:alg type="tx">
                        <dgm:param type="parTxLTRAlign" val="l"/>
                        <dgm:param type="txAnchorVertCh" val="mid"/>
                      </dgm:alg>
                      <dgm:shape xmlns:r="http://schemas.openxmlformats.org/officeDocument/2006/relationships" type="roundRect" r:blip="" hideGeom="1">
                        <dgm:adjLst>
                          <dgm:adj idx="1" val="0.1"/>
                        </dgm:adjLst>
                      </dgm:shape>
                      <dgm:presOf axis="ch desOrSelf" ptType="node node" st="4 1" cnt="1 0"/>
                      <dgm:constrLst>
                        <dgm:constr type="lMarg" refType="primFontSz" fact="0.3"/>
                        <dgm:constr type="rMarg" refType="primFontSz" fact="0.3"/>
                        <dgm:constr type="tMarg" refType="primFontSz" fact="0.3"/>
                        <dgm:constr type="b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</dgm:if>
                  <dgm:else name="Name14">
                    <dgm:choose name="Name15">
                      <dgm:if name="Name16" axis="ch" ptType="node" func="cnt" op="gte" val="5">
                        <dgm:layoutNode name="FiveNodes_1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1 1" cnt="1 0"/>
                          <dgm:constrLst/>
                          <dgm:ruleLst/>
                        </dgm:layoutNode>
                        <dgm:layoutNode name="FiveNodes_2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2 1" cnt="1 0"/>
                          <dgm:constrLst/>
                          <dgm:ruleLst/>
                        </dgm:layoutNode>
                        <dgm:layoutNode name="FiveNodes_3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3 1" cnt="1 0"/>
                          <dgm:constrLst/>
                          <dgm:ruleLst/>
                        </dgm:layoutNode>
                        <dgm:layoutNode name="FiveNodes_4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4 1" cnt="1 0"/>
                          <dgm:constrLst/>
                          <dgm:ruleLst/>
                        </dgm:layoutNode>
                        <dgm:layoutNode name="FiveNodes_5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5 1" cnt="1 0"/>
                          <dgm:constrLst/>
                          <dgm:ruleLst/>
                        </dgm:layoutNode>
                        <dgm:layoutNode name="FiveConn_1-2" styleLbl="fgAccFollowNode1">
                          <dgm:varLst>
                            <dgm:bulletEnabled val="1"/>
                          </dgm:varLst>
                          <dgm:alg type="tx"/>
                          <dgm:shape xmlns:r="http://schemas.openxmlformats.org/officeDocument/2006/relationships" type="downArrow" r:blip="">
                            <dgm:adjLst>
                              <dgm:adj idx="1" val="0.55"/>
                              <dgm:adj idx="2" val="0.45"/>
                            </dgm:adjLst>
                          </dgm:shape>
                          <dgm:presOf axis="ch" ptType="sibTrans" cnt="1"/>
                          <dgm:constrLst>
                            <dgm:constr type="lMarg" refType="primFontSz" fact="0.1"/>
                            <dgm:constr type="rMarg" refType="primFontSz" fact="0.1"/>
                            <dgm:constr type="tMarg" refType="primFontSz" fact="0.1"/>
                            <dgm:constr type="bMarg" refType="primFontSz" fact="0.1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Conn_2-3" styleLbl="fgAccFollowNode1">
                          <dgm:varLst>
                            <dgm:bulletEnabled val="1"/>
                          </dgm:varLst>
                          <dgm:alg type="tx"/>
                          <dgm:shape xmlns:r="http://schemas.openxmlformats.org/officeDocument/2006/relationships" type="downArrow" r:blip="">
                            <dgm:adjLst>
                              <dgm:adj idx="1" val="0.55"/>
                              <dgm:adj idx="2" val="0.45"/>
                            </dgm:adjLst>
                          </dgm:shape>
                          <dgm:presOf axis="ch" ptType="sibTrans" st="2" cnt="1"/>
                          <dgm:constrLst>
                            <dgm:constr type="lMarg" refType="primFontSz" fact="0.1"/>
                            <dgm:constr type="rMarg" refType="primFontSz" fact="0.1"/>
                            <dgm:constr type="tMarg" refType="primFontSz" fact="0.1"/>
                            <dgm:constr type="bMarg" refType="primFontSz" fact="0.1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Conn_3-4" styleLbl="fgAccFollowNode1">
                          <dgm:varLst>
                            <dgm:bulletEnabled val="1"/>
                          </dgm:varLst>
                          <dgm:alg type="tx"/>
                          <dgm:shape xmlns:r="http://schemas.openxmlformats.org/officeDocument/2006/relationships" type="downArrow" r:blip="">
                            <dgm:adjLst>
                              <dgm:adj idx="1" val="0.55"/>
                              <dgm:adj idx="2" val="0.45"/>
                            </dgm:adjLst>
                          </dgm:shape>
                          <dgm:presOf axis="ch" ptType="sibTrans" st="3" cnt="1"/>
                          <dgm:constrLst>
                            <dgm:constr type="lMarg" refType="primFontSz" fact="0.1"/>
                            <dgm:constr type="rMarg" refType="primFontSz" fact="0.1"/>
                            <dgm:constr type="tMarg" refType="primFontSz" fact="0.1"/>
                            <dgm:constr type="bMarg" refType="primFontSz" fact="0.1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Conn_4-5" styleLbl="fgAccFollowNode1">
                          <dgm:varLst>
                            <dgm:bulletEnabled val="1"/>
                          </dgm:varLst>
                          <dgm:alg type="tx"/>
                          <dgm:shape xmlns:r="http://schemas.openxmlformats.org/officeDocument/2006/relationships" type="downArrow" r:blip="">
                            <dgm:adjLst>
                              <dgm:adj idx="1" val="0.55"/>
                              <dgm:adj idx="2" val="0.45"/>
                            </dgm:adjLst>
                          </dgm:shape>
                          <dgm:presOf axis="ch" ptType="sibTrans" st="4" cnt="1"/>
                          <dgm:constrLst>
                            <dgm:constr type="lMarg" refType="primFontSz" fact="0.1"/>
                            <dgm:constr type="rMarg" refType="primFontSz" fact="0.1"/>
                            <dgm:constr type="tMarg" refType="primFontSz" fact="0.1"/>
                            <dgm:constr type="bMarg" refType="primFontSz" fact="0.1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1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1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2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2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3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3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4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4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5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5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</dgm:if>
                      <dgm:else name="Name17"/>
                    </dgm:choose>
                  </dgm:else>
                </dgm:choose>
              </dgm:else>
            </dgm:choose>
          </dgm:else>
        </dgm:choose>
      </dgm:else>
    </dgm:choose>
  </dgm:layoutNode>
</dgm:layoutDef>
</file>

<file path=ppt/diagrams/layout17.xml><?xml version="1.0" encoding="utf-8"?>
<dgm:layoutDef xmlns:dgm="http://schemas.openxmlformats.org/drawingml/2006/diagram" xmlns:a="http://schemas.openxmlformats.org/drawingml/2006/main" uniqueId="urn:microsoft.com/office/officeart/2005/8/layout/vProcess5">
  <dgm:title val=""/>
  <dgm:desc val=""/>
  <dgm:catLst>
    <dgm:cat type="process" pri="1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</dgm:cxnLst>
      <dgm:bg/>
      <dgm:whole/>
    </dgm:dataModel>
  </dgm:clrData>
  <dgm:layoutNode name="outerComposite">
    <dgm:varLst>
      <dgm:chMax val="5"/>
      <dgm:dir/>
      <dgm:resizeHandles val="exact"/>
    </dgm:varLst>
    <dgm:alg type="composite"/>
    <dgm:shape xmlns:r="http://schemas.openxmlformats.org/officeDocument/2006/relationships" r:blip="">
      <dgm:adjLst/>
    </dgm:shape>
    <dgm:presOf/>
    <dgm:choose name="Name0">
      <dgm:if name="Name1" func="var" arg="dir" op="equ" val="norm">
        <dgm:constrLst>
          <dgm:constr type="primFontSz" for="ch" ptType="node" op="equ" val="65"/>
          <dgm:constr type="w" for="ch" forName="dummyMaxCanvas" refType="w"/>
          <dgm:constr type="h" for="ch" forName="dummyMaxCanvas" refType="h"/>
          <dgm:constr type="w" for="ch" forName="OneNode_1" refType="w"/>
          <dgm:constr type="h" for="ch" forName="OneNode_1" refType="h" fact="0.5"/>
          <dgm:constr type="ctrY" for="ch" forName="OneNode_1" refType="h" fact="0.5"/>
          <dgm:constr type="w" for="ch" forName="TwoNodes_1" refType="w" fact="0.85"/>
          <dgm:constr type="h" for="ch" forName="TwoNodes_1" refType="h" fact="0.45"/>
          <dgm:constr type="t" for="ch" forName="TwoNodes_1"/>
          <dgm:constr type="l" for="ch" forName="TwoNodes_1"/>
          <dgm:constr type="w" for="ch" forName="TwoNodes_2" refType="w" fact="0.85"/>
          <dgm:constr type="h" for="ch" forName="TwoNodes_2" refType="h" fact="0.45"/>
          <dgm:constr type="b" for="ch" forName="TwoNodes_2" refType="h"/>
          <dgm:constr type="r" for="ch" forName="TwoNodes_2" refType="w"/>
          <dgm:constr type="w" for="ch" forName="TwoConn_1-2" refType="h" refFor="ch" refForName="TwoNodes_1" fact="0.65"/>
          <dgm:constr type="h" for="ch" forName="TwoConn_1-2" refType="h" refFor="ch" refForName="TwoNodes_1" fact="0.65"/>
          <dgm:constr type="ctrY" for="ch" forName="TwoConn_1-2" refType="h" fact="0.5"/>
          <dgm:constr type="r" for="ch" forName="TwoConn_1-2" refType="r" refFor="ch" refForName="TwoNodes_1"/>
          <dgm:constr type="r" for="ch" forName="TwoNodes_1_text" refType="l" refFor="ch" refForName="TwoConn_1-2"/>
          <dgm:constr type="rOff" for="ch" forName="TwoNodes_1_text" refType="w" refFor="ch" refForName="TwoConn_1-2" fact="-0.5"/>
          <dgm:constr type="t" for="ch" forName="TwoNodes_1_text" refType="t" refFor="ch" refForName="TwoNodes_1"/>
          <dgm:constr type="b" for="ch" forName="TwoNodes_1_text" refType="b" refFor="ch" refForName="TwoNodes_1"/>
          <dgm:constr type="l" for="ch" forName="TwoNodes_1_text" refType="l" refFor="ch" refForName="TwoNodes_1"/>
          <dgm:constr type="r" for="ch" forName="TwoNodes_2_text" refType="l" refFor="ch" refForName="TwoConn_1-2"/>
          <dgm:constr type="t" for="ch" forName="TwoNodes_2_text" refType="t" refFor="ch" refForName="TwoNodes_2"/>
          <dgm:constr type="b" for="ch" forName="TwoNodes_2_text" refType="b" refFor="ch" refForName="TwoNodes_2"/>
          <dgm:constr type="l" for="ch" forName="TwoNodes_2_text" refType="l" refFor="ch" refForName="TwoNodes_2"/>
          <dgm:constr type="w" for="ch" forName="ThreeNodes_1" refType="w" fact="0.85"/>
          <dgm:constr type="h" for="ch" forName="ThreeNodes_1" refType="h" fact="0.3"/>
          <dgm:constr type="t" for="ch" forName="ThreeNodes_1"/>
          <dgm:constr type="l" for="ch" forName="ThreeNodes_1"/>
          <dgm:constr type="w" for="ch" forName="ThreeNodes_2" refType="w" fact="0.85"/>
          <dgm:constr type="h" for="ch" forName="ThreeNodes_2" refType="h" fact="0.3"/>
          <dgm:constr type="ctrY" for="ch" forName="ThreeNodes_2" refType="h" fact="0.5"/>
          <dgm:constr type="ctrX" for="ch" forName="ThreeNodes_2" refType="w" fact="0.5"/>
          <dgm:constr type="w" for="ch" forName="ThreeNodes_3" refType="w" fact="0.85"/>
          <dgm:constr type="h" for="ch" forName="ThreeNodes_3" refType="h" fact="0.3"/>
          <dgm:constr type="b" for="ch" forName="ThreeNodes_3" refType="h"/>
          <dgm:constr type="r" for="ch" forName="ThreeNodes_3" refType="w"/>
          <dgm:constr type="w" for="ch" forName="ThreeConn_1-2" refType="h" refFor="ch" refForName="ThreeNodes_1" fact="0.65"/>
          <dgm:constr type="h" for="ch" forName="ThreeConn_1-2" refType="h" refFor="ch" refForName="ThreeNodes_1" fact="0.65"/>
          <dgm:constr type="ctrY" for="ch" forName="ThreeConn_1-2" refType="h" fact="0.325"/>
          <dgm:constr type="r" for="ch" forName="ThreeConn_1-2" refType="r" refFor="ch" refForName="ThreeNodes_1"/>
          <dgm:constr type="w" for="ch" forName="ThreeConn_2-3" refType="h" refFor="ch" refForName="ThreeNodes_2" fact="0.65"/>
          <dgm:constr type="h" for="ch" forName="ThreeConn_2-3" refType="h" refFor="ch" refForName="ThreeNodes_2" fact="0.65"/>
          <dgm:constr type="ctrY" for="ch" forName="ThreeConn_2-3" refType="h" fact="0.673"/>
          <dgm:constr type="r" for="ch" forName="ThreeConn_2-3" refType="r" refFor="ch" refForName="ThreeNodes_2"/>
          <dgm:constr type="r" for="ch" forName="ThreeNodes_1_text" refType="l" refFor="ch" refForName="ThreeConn_1-2"/>
          <dgm:constr type="rOff" for="ch" forName="ThreeNodes_1_text" refType="w" refFor="ch" refForName="ThreeConn_1-2" fact="-0.57"/>
          <dgm:constr type="t" for="ch" forName="ThreeNodes_1_text" refType="t" refFor="ch" refForName="ThreeNodes_1"/>
          <dgm:constr type="b" for="ch" forName="ThreeNodes_1_text" refType="b" refFor="ch" refForName="ThreeNodes_1"/>
          <dgm:constr type="l" for="ch" forName="ThreeNodes_1_text" refType="l" refFor="ch" refForName="ThreeNodes_1"/>
          <dgm:constr type="r" for="ch" forName="ThreeNodes_2_text" refType="l" refFor="ch" refForName="ThreeConn_1-2"/>
          <dgm:constr type="t" for="ch" forName="ThreeNodes_2_text" refType="t" refFor="ch" refForName="ThreeNodes_2"/>
          <dgm:constr type="b" for="ch" forName="ThreeNodes_2_text" refType="b" refFor="ch" refForName="ThreeNodes_2"/>
          <dgm:constr type="l" for="ch" forName="ThreeNodes_2_text" refType="l" refFor="ch" refForName="ThreeNodes_2"/>
          <dgm:constr type="r" for="ch" forName="ThreeNodes_3_text" refType="l" refFor="ch" refForName="ThreeConn_2-3"/>
          <dgm:constr type="t" for="ch" forName="ThreeNodes_3_text" refType="t" refFor="ch" refForName="ThreeNodes_3"/>
          <dgm:constr type="b" for="ch" forName="ThreeNodes_3_text" refType="b" refFor="ch" refForName="ThreeNodes_3"/>
          <dgm:constr type="l" for="ch" forName="ThreeNodes_3_text" refType="l" refFor="ch" refForName="ThreeNodes_3"/>
          <dgm:constr type="w" for="ch" forName="FourNodes_1" refType="w" fact="0.8"/>
          <dgm:constr type="h" for="ch" forName="FourNodes_1" refType="h" fact="0.22"/>
          <dgm:constr type="t" for="ch" forName="FourNodes_1"/>
          <dgm:constr type="l" for="ch" forName="FourNodes_1"/>
          <dgm:constr type="w" for="ch" forName="FourNodes_2" refType="w" fact="0.8"/>
          <dgm:constr type="h" for="ch" forName="FourNodes_2" refType="h" fact="0.22"/>
          <dgm:constr type="ctrY" for="ch" forName="FourNodes_2" refType="h" fact="0.37"/>
          <dgm:constr type="ctrX" for="ch" forName="FourNodes_2" refType="w" fact="0.467"/>
          <dgm:constr type="w" for="ch" forName="FourNodes_3" refType="w" fact="0.8"/>
          <dgm:constr type="h" for="ch" forName="FourNodes_3" refType="h" fact="0.22"/>
          <dgm:constr type="ctrY" for="ch" forName="FourNodes_3" refType="h" fact="0.63"/>
          <dgm:constr type="ctrX" for="ch" forName="FourNodes_3" refType="w" fact="0.533"/>
          <dgm:constr type="w" for="ch" forName="FourNodes_4" refType="w" fact="0.8"/>
          <dgm:constr type="h" for="ch" forName="FourNodes_4" refType="h" fact="0.22"/>
          <dgm:constr type="b" for="ch" forName="FourNodes_4" refType="h"/>
          <dgm:constr type="r" for="ch" forName="FourNodes_4" refType="w"/>
          <dgm:constr type="w" for="ch" forName="FourConn_1-2" refType="h" refFor="ch" refForName="FourNodes_1" fact="0.65"/>
          <dgm:constr type="h" for="ch" forName="FourConn_1-2" refType="h" refFor="ch" refForName="FourNodes_1" fact="0.65"/>
          <dgm:constr type="ctrY" for="ch" forName="FourConn_1-2" refType="h" fact="0.24"/>
          <dgm:constr type="r" for="ch" forName="FourConn_1-2" refType="r" refFor="ch" refForName="FourNodes_1"/>
          <dgm:constr type="w" for="ch" forName="FourConn_2-3" refType="h" refFor="ch" refForName="FourNodes_2" fact="0.65"/>
          <dgm:constr type="h" for="ch" forName="FourConn_2-3" refType="h" refFor="ch" refForName="FourNodes_2" fact="0.65"/>
          <dgm:constr type="ctrY" for="ch" forName="FourConn_2-3" refType="h" fact="0.5"/>
          <dgm:constr type="r" for="ch" forName="FourConn_2-3" refType="r" refFor="ch" refForName="FourNodes_2"/>
          <dgm:constr type="w" for="ch" forName="FourConn_3-4" refType="h" refFor="ch" refForName="FourNodes_3" fact="0.65"/>
          <dgm:constr type="h" for="ch" forName="FourConn_3-4" refType="h" refFor="ch" refForName="FourNodes_3" fact="0.65"/>
          <dgm:constr type="ctrY" for="ch" forName="FourConn_3-4" refType="h" fact="0.76"/>
          <dgm:constr type="r" for="ch" forName="FourConn_3-4" refType="r" refFor="ch" refForName="FourNodes_3"/>
          <dgm:constr type="r" for="ch" forName="FourNodes_1_text" refType="l" refFor="ch" refForName="FourConn_1-2"/>
          <dgm:constr type="rOff" for="ch" forName="FourNodes_1_text" refType="w" refFor="ch" refForName="FourConn_1-2" fact="-0.7"/>
          <dgm:constr type="t" for="ch" forName="FourNodes_1_text" refType="t" refFor="ch" refForName="FourNodes_1"/>
          <dgm:constr type="b" for="ch" forName="FourNodes_1_text" refType="b" refFor="ch" refForName="FourNodes_1"/>
          <dgm:constr type="l" for="ch" forName="FourNodes_1_text" refType="l" refFor="ch" refForName="FourNodes_1"/>
          <dgm:constr type="r" for="ch" forName="FourNodes_2_text" refType="l" refFor="ch" refForName="FourConn_1-2"/>
          <dgm:constr type="t" for="ch" forName="FourNodes_2_text" refType="t" refFor="ch" refForName="FourNodes_2"/>
          <dgm:constr type="b" for="ch" forName="FourNodes_2_text" refType="b" refFor="ch" refForName="FourNodes_2"/>
          <dgm:constr type="l" for="ch" forName="FourNodes_2_text" refType="l" refFor="ch" refForName="FourNodes_2"/>
          <dgm:constr type="r" for="ch" forName="FourNodes_3_text" refType="l" refFor="ch" refForName="FourConn_2-3"/>
          <dgm:constr type="t" for="ch" forName="FourNodes_3_text" refType="t" refFor="ch" refForName="FourNodes_3"/>
          <dgm:constr type="b" for="ch" forName="FourNodes_3_text" refType="b" refFor="ch" refForName="FourNodes_3"/>
          <dgm:constr type="l" for="ch" forName="FourNodes_3_text" refType="l" refFor="ch" refForName="FourNodes_3"/>
          <dgm:constr type="r" for="ch" forName="FourNodes_4_text" refType="l" refFor="ch" refForName="FourConn_3-4"/>
          <dgm:constr type="t" for="ch" forName="FourNodes_4_text" refType="t" refFor="ch" refForName="FourNodes_4"/>
          <dgm:constr type="b" for="ch" forName="FourNodes_4_text" refType="b" refFor="ch" refForName="FourNodes_4"/>
          <dgm:constr type="l" for="ch" forName="FourNodes_4_text" refType="l" refFor="ch" refForName="FourNodes_4"/>
          <dgm:constr type="w" for="ch" forName="FiveNodes_1" refType="w" fact="0.77"/>
          <dgm:constr type="h" for="ch" forName="FiveNodes_1" refType="h" fact="0.18"/>
          <dgm:constr type="t" for="ch" forName="FiveNodes_1"/>
          <dgm:constr type="l" for="ch" forName="FiveNodes_1"/>
          <dgm:constr type="w" for="ch" forName="FiveNodes_2" refType="w" fact="0.77"/>
          <dgm:constr type="h" for="ch" forName="FiveNodes_2" refType="h" fact="0.18"/>
          <dgm:constr type="ctrY" for="ch" forName="FiveNodes_2" refType="h" fact="0.295"/>
          <dgm:constr type="ctrX" for="ch" forName="FiveNodes_2" refType="w" fact="0.4425"/>
          <dgm:constr type="w" for="ch" forName="FiveNodes_3" refType="w" fact="0.77"/>
          <dgm:constr type="h" for="ch" forName="FiveNodes_3" refType="h" fact="0.18"/>
          <dgm:constr type="ctrY" for="ch" forName="FiveNodes_3" refType="h" fact="0.5"/>
          <dgm:constr type="ctrX" for="ch" forName="FiveNodes_3" refType="w" fact="0.5"/>
          <dgm:constr type="w" for="ch" forName="FiveNodes_4" refType="w" fact="0.77"/>
          <dgm:constr type="h" for="ch" forName="FiveNodes_4" refType="h" fact="0.18"/>
          <dgm:constr type="ctrY" for="ch" forName="FiveNodes_4" refType="h" fact="0.705"/>
          <dgm:constr type="ctrX" for="ch" forName="FiveNodes_4" refType="w" fact="0.5575"/>
          <dgm:constr type="w" for="ch" forName="FiveNodes_5" refType="w" fact="0.77"/>
          <dgm:constr type="h" for="ch" forName="FiveNodes_5" refType="h" fact="0.18"/>
          <dgm:constr type="b" for="ch" forName="FiveNodes_5" refType="h"/>
          <dgm:constr type="r" for="ch" forName="FiveNodes_5" refType="w"/>
          <dgm:constr type="w" for="ch" forName="FiveConn_1-2" refType="h" refFor="ch" refForName="FiveNodes_1" fact="0.65"/>
          <dgm:constr type="h" for="ch" forName="FiveConn_1-2" refType="h" refFor="ch" refForName="FiveNodes_1" fact="0.65"/>
          <dgm:constr type="ctrY" for="ch" forName="FiveConn_1-2" refType="h" fact="0.19"/>
          <dgm:constr type="r" for="ch" forName="FiveConn_1-2" refType="r" refFor="ch" refForName="FiveNodes_1"/>
          <dgm:constr type="w" for="ch" forName="FiveConn_2-3" refType="h" refFor="ch" refForName="FiveNodes_2" fact="0.65"/>
          <dgm:constr type="h" for="ch" forName="FiveConn_2-3" refType="h" refFor="ch" refForName="FiveNodes_2" fact="0.65"/>
          <dgm:constr type="ctrY" for="ch" forName="FiveConn_2-3" refType="h" fact="0.395"/>
          <dgm:constr type="r" for="ch" forName="FiveConn_2-3" refType="r" refFor="ch" refForName="FiveNodes_2"/>
          <dgm:constr type="w" for="ch" forName="FiveConn_3-4" refType="h" refFor="ch" refForName="FiveNodes_3" fact="0.65"/>
          <dgm:constr type="h" for="ch" forName="FiveConn_3-4" refType="h" refFor="ch" refForName="FiveNodes_3" fact="0.65"/>
          <dgm:constr type="ctrY" for="ch" forName="FiveConn_3-4" refType="h" fact="0.597"/>
          <dgm:constr type="r" for="ch" forName="FiveConn_3-4" refType="r" refFor="ch" refForName="FiveNodes_3"/>
          <dgm:constr type="w" for="ch" forName="FiveConn_4-5" refType="h" refFor="ch" refForName="FiveNodes_4" fact="0.65"/>
          <dgm:constr type="h" for="ch" forName="FiveConn_4-5" refType="h" refFor="ch" refForName="FiveNodes_4" fact="0.65"/>
          <dgm:constr type="ctrY" for="ch" forName="FiveConn_4-5" refType="h" fact="0.804"/>
          <dgm:constr type="r" for="ch" forName="FiveConn_4-5" refType="r" refFor="ch" refForName="FiveNodes_4"/>
          <dgm:constr type="r" for="ch" forName="FiveNodes_1_text" refType="l" refFor="ch" refForName="FiveConn_1-2"/>
          <dgm:constr type="rOff" for="ch" forName="FiveNodes_1_text" refType="w" refFor="ch" refForName="FiveConn_1-2" fact="-0.75"/>
          <dgm:constr type="t" for="ch" forName="FiveNodes_1_text" refType="t" refFor="ch" refForName="FiveNodes_1"/>
          <dgm:constr type="b" for="ch" forName="FiveNodes_1_text" refType="b" refFor="ch" refForName="FiveNodes_1"/>
          <dgm:constr type="l" for="ch" forName="FiveNodes_1_text" refType="l" refFor="ch" refForName="FiveNodes_1"/>
          <dgm:constr type="r" for="ch" forName="FiveNodes_2_text" refType="l" refFor="ch" refForName="FiveConn_1-2"/>
          <dgm:constr type="t" for="ch" forName="FiveNodes_2_text" refType="t" refFor="ch" refForName="FiveNodes_2"/>
          <dgm:constr type="b" for="ch" forName="FiveNodes_2_text" refType="b" refFor="ch" refForName="FiveNodes_2"/>
          <dgm:constr type="l" for="ch" forName="FiveNodes_2_text" refType="l" refFor="ch" refForName="FiveNodes_2"/>
          <dgm:constr type="r" for="ch" forName="FiveNodes_3_text" refType="l" refFor="ch" refForName="FiveConn_2-3"/>
          <dgm:constr type="t" for="ch" forName="FiveNodes_3_text" refType="t" refFor="ch" refForName="FiveNodes_3"/>
          <dgm:constr type="b" for="ch" forName="FiveNodes_3_text" refType="b" refFor="ch" refForName="FiveNodes_3"/>
          <dgm:constr type="l" for="ch" forName="FiveNodes_3_text" refType="l" refFor="ch" refForName="FiveNodes_3"/>
          <dgm:constr type="r" for="ch" forName="FiveNodes_4_text" refType="l" refFor="ch" refForName="FiveConn_3-4"/>
          <dgm:constr type="t" for="ch" forName="FiveNodes_4_text" refType="t" refFor="ch" refForName="FiveNodes_4"/>
          <dgm:constr type="b" for="ch" forName="FiveNodes_4_text" refType="b" refFor="ch" refForName="FiveNodes_4"/>
          <dgm:constr type="l" for="ch" forName="FiveNodes_4_text" refType="l" refFor="ch" refForName="FiveNodes_4"/>
          <dgm:constr type="r" for="ch" forName="FiveNodes_5_text" refType="l" refFor="ch" refForName="FiveConn_4-5"/>
          <dgm:constr type="t" for="ch" forName="FiveNodes_5_text" refType="t" refFor="ch" refForName="FiveNodes_5"/>
          <dgm:constr type="b" for="ch" forName="FiveNodes_5_text" refType="b" refFor="ch" refForName="FiveNodes_5"/>
          <dgm:constr type="l" for="ch" forName="FiveNodes_5_text" refType="l" refFor="ch" refForName="FiveNodes_5"/>
        </dgm:constrLst>
      </dgm:if>
      <dgm:else name="Name2">
        <dgm:constrLst>
          <dgm:constr type="primFontSz" for="ch" ptType="node" op="equ" val="65"/>
          <dgm:constr type="w" for="ch" forName="dummyMaxCanvas" refType="w"/>
          <dgm:constr type="h" for="ch" forName="dummyMaxCanvas" refType="h"/>
          <dgm:constr type="w" for="ch" forName="OneNode_1" refType="w"/>
          <dgm:constr type="h" for="ch" forName="OneNode_1" refType="h" fact="0.5"/>
          <dgm:constr type="ctrY" for="ch" forName="OneNode_1" refType="h" fact="0.5"/>
          <dgm:constr type="w" for="ch" forName="TwoNodes_1" refType="w" fact="0.85"/>
          <dgm:constr type="h" for="ch" forName="TwoNodes_1" refType="h" fact="0.45"/>
          <dgm:constr type="t" for="ch" forName="TwoNodes_1"/>
          <dgm:constr type="r" for="ch" forName="TwoNodes_1" refType="w"/>
          <dgm:constr type="w" for="ch" forName="TwoNodes_2" refType="w" fact="0.85"/>
          <dgm:constr type="h" for="ch" forName="TwoNodes_2" refType="h" fact="0.45"/>
          <dgm:constr type="b" for="ch" forName="TwoNodes_2" refType="h"/>
          <dgm:constr type="l" for="ch" forName="TwoNodes_2"/>
          <dgm:constr type="w" for="ch" forName="TwoConn_1-2" refType="h" refFor="ch" refForName="TwoNodes_1" fact="0.65"/>
          <dgm:constr type="h" for="ch" forName="TwoConn_1-2" refType="h" refFor="ch" refForName="TwoNodes_1" fact="0.65"/>
          <dgm:constr type="ctrY" for="ch" forName="TwoConn_1-2" refType="h" fact="0.5"/>
          <dgm:constr type="l" for="ch" forName="TwoConn_1-2" refType="l" refFor="ch" refForName="TwoNodes_1"/>
          <dgm:constr type="l" for="ch" forName="TwoNodes_1_text" refType="r" refFor="ch" refForName="TwoConn_1-2"/>
          <dgm:constr type="lOff" for="ch" forName="TwoNodes_1_text" refType="w" refFor="ch" refForName="TwoConn_1-2" fact="0.5"/>
          <dgm:constr type="t" for="ch" forName="TwoNodes_1_text" refType="t" refFor="ch" refForName="TwoNodes_1"/>
          <dgm:constr type="b" for="ch" forName="TwoNodes_1_text" refType="b" refFor="ch" refForName="TwoNodes_1"/>
          <dgm:constr type="r" for="ch" forName="TwoNodes_1_text" refType="r" refFor="ch" refForName="TwoNodes_1"/>
          <dgm:constr type="l" for="ch" forName="TwoNodes_2_text" refType="r" refFor="ch" refForName="TwoConn_1-2"/>
          <dgm:constr type="t" for="ch" forName="TwoNodes_2_text" refType="t" refFor="ch" refForName="TwoNodes_2"/>
          <dgm:constr type="b" for="ch" forName="TwoNodes_2_text" refType="b" refFor="ch" refForName="TwoNodes_2"/>
          <dgm:constr type="r" for="ch" forName="TwoNodes_2_text" refType="r" refFor="ch" refForName="TwoNodes_2"/>
          <dgm:constr type="w" for="ch" forName="ThreeNodes_1" refType="w" fact="0.85"/>
          <dgm:constr type="h" for="ch" forName="ThreeNodes_1" refType="h" fact="0.3"/>
          <dgm:constr type="t" for="ch" forName="ThreeNodes_1"/>
          <dgm:constr type="r" for="ch" forName="ThreeNodes_1" refType="w"/>
          <dgm:constr type="w" for="ch" forName="ThreeNodes_2" refType="w" fact="0.85"/>
          <dgm:constr type="h" for="ch" forName="ThreeNodes_2" refType="h" fact="0.3"/>
          <dgm:constr type="ctrY" for="ch" forName="ThreeNodes_2" refType="h" fact="0.5"/>
          <dgm:constr type="ctrX" for="ch" forName="ThreeNodes_2" refType="w" fact="0.5"/>
          <dgm:constr type="w" for="ch" forName="ThreeNodes_3" refType="w" fact="0.85"/>
          <dgm:constr type="h" for="ch" forName="ThreeNodes_3" refType="h" fact="0.3"/>
          <dgm:constr type="b" for="ch" forName="ThreeNodes_3" refType="h"/>
          <dgm:constr type="l" for="ch" forName="ThreeNodes_3"/>
          <dgm:constr type="w" for="ch" forName="ThreeConn_1-2" refType="h" refFor="ch" refForName="ThreeNodes_1" fact="0.65"/>
          <dgm:constr type="h" for="ch" forName="ThreeConn_1-2" refType="h" refFor="ch" refForName="ThreeNodes_1" fact="0.65"/>
          <dgm:constr type="ctrY" for="ch" forName="ThreeConn_1-2" refType="h" fact="0.325"/>
          <dgm:constr type="l" for="ch" forName="ThreeConn_1-2" refType="l" refFor="ch" refForName="ThreeNodes_1"/>
          <dgm:constr type="w" for="ch" forName="ThreeConn_2-3" refType="h" refFor="ch" refForName="ThreeNodes_2" fact="0.65"/>
          <dgm:constr type="h" for="ch" forName="ThreeConn_2-3" refType="h" refFor="ch" refForName="ThreeNodes_2" fact="0.65"/>
          <dgm:constr type="ctrY" for="ch" forName="ThreeConn_2-3" refType="h" fact="0.673"/>
          <dgm:constr type="l" for="ch" forName="ThreeConn_2-3" refType="l" refFor="ch" refForName="ThreeNodes_2"/>
          <dgm:constr type="l" for="ch" forName="ThreeNodes_1_text" refType="r" refFor="ch" refForName="ThreeConn_1-2"/>
          <dgm:constr type="lOff" for="ch" forName="ThreeNodes_1_text" refType="w" refFor="ch" refForName="ThreeConn_1-2" fact="0.55"/>
          <dgm:constr type="t" for="ch" forName="ThreeNodes_1_text" refType="t" refFor="ch" refForName="ThreeNodes_1"/>
          <dgm:constr type="b" for="ch" forName="ThreeNodes_1_text" refType="b" refFor="ch" refForName="ThreeNodes_1"/>
          <dgm:constr type="r" for="ch" forName="ThreeNodes_1_text" refType="r" refFor="ch" refForName="ThreeNodes_1"/>
          <dgm:constr type="l" for="ch" forName="ThreeNodes_2_text" refType="r" refFor="ch" refForName="ThreeConn_1-2"/>
          <dgm:constr type="t" for="ch" forName="ThreeNodes_2_text" refType="t" refFor="ch" refForName="ThreeNodes_2"/>
          <dgm:constr type="b" for="ch" forName="ThreeNodes_2_text" refType="b" refFor="ch" refForName="ThreeNodes_2"/>
          <dgm:constr type="r" for="ch" forName="ThreeNodes_2_text" refType="r" refFor="ch" refForName="ThreeNodes_2"/>
          <dgm:constr type="l" for="ch" forName="ThreeNodes_3_text" refType="r" refFor="ch" refForName="ThreeConn_2-3"/>
          <dgm:constr type="t" for="ch" forName="ThreeNodes_3_text" refType="t" refFor="ch" refForName="ThreeNodes_3"/>
          <dgm:constr type="b" for="ch" forName="ThreeNodes_3_text" refType="b" refFor="ch" refForName="ThreeNodes_3"/>
          <dgm:constr type="r" for="ch" forName="ThreeNodes_3_text" refType="r" refFor="ch" refForName="ThreeNodes_3"/>
          <dgm:constr type="w" for="ch" forName="FourNodes_1" refType="w" fact="0.8"/>
          <dgm:constr type="h" for="ch" forName="FourNodes_1" refType="h" fact="0.22"/>
          <dgm:constr type="t" for="ch" forName="FourNodes_1"/>
          <dgm:constr type="r" for="ch" forName="FourNodes_1" refType="w"/>
          <dgm:constr type="w" for="ch" forName="FourNodes_2" refType="w" fact="0.8"/>
          <dgm:constr type="h" for="ch" forName="FourNodes_2" refType="h" fact="0.22"/>
          <dgm:constr type="ctrY" for="ch" forName="FourNodes_2" refType="h" fact="0.37"/>
          <dgm:constr type="ctrX" for="ch" forName="FourNodes_2" refType="w" fact="0.533"/>
          <dgm:constr type="w" for="ch" forName="FourNodes_3" refType="w" fact="0.8"/>
          <dgm:constr type="h" for="ch" forName="FourNodes_3" refType="h" fact="0.22"/>
          <dgm:constr type="ctrY" for="ch" forName="FourNodes_3" refType="h" fact="0.63"/>
          <dgm:constr type="ctrX" for="ch" forName="FourNodes_3" refType="w" fact="0.467"/>
          <dgm:constr type="w" for="ch" forName="FourNodes_4" refType="w" fact="0.8"/>
          <dgm:constr type="h" for="ch" forName="FourNodes_4" refType="h" fact="0.22"/>
          <dgm:constr type="b" for="ch" forName="FourNodes_4" refType="h"/>
          <dgm:constr type="l" for="ch" forName="FourNodes_4"/>
          <dgm:constr type="w" for="ch" forName="FourConn_1-2" refType="h" refFor="ch" refForName="FourNodes_1" fact="0.65"/>
          <dgm:constr type="h" for="ch" forName="FourConn_1-2" refType="h" refFor="ch" refForName="FourNodes_1" fact="0.65"/>
          <dgm:constr type="ctrY" for="ch" forName="FourConn_1-2" refType="h" fact="0.24"/>
          <dgm:constr type="l" for="ch" forName="FourConn_1-2" refType="l" refFor="ch" refForName="FourNodes_1"/>
          <dgm:constr type="w" for="ch" forName="FourConn_2-3" refType="h" refFor="ch" refForName="FourNodes_2" fact="0.65"/>
          <dgm:constr type="h" for="ch" forName="FourConn_2-3" refType="h" refFor="ch" refForName="FourNodes_2" fact="0.65"/>
          <dgm:constr type="ctrY" for="ch" forName="FourConn_2-3" refType="h" fact="0.5"/>
          <dgm:constr type="l" for="ch" forName="FourConn_2-3" refType="l" refFor="ch" refForName="FourNodes_2"/>
          <dgm:constr type="w" for="ch" forName="FourConn_3-4" refType="h" refFor="ch" refForName="FourNodes_3" fact="0.65"/>
          <dgm:constr type="h" for="ch" forName="FourConn_3-4" refType="h" refFor="ch" refForName="FourNodes_3" fact="0.65"/>
          <dgm:constr type="ctrY" for="ch" forName="FourConn_3-4" refType="h" fact="0.76"/>
          <dgm:constr type="l" for="ch" forName="FourConn_3-4" refType="l" refFor="ch" refForName="FourNodes_3"/>
          <dgm:constr type="l" for="ch" forName="FourNodes_1_text" refType="r" refFor="ch" refForName="FourConn_1-2"/>
          <dgm:constr type="lOff" for="ch" forName="FourNodes_1_text" refType="w" refFor="ch" refForName="FourConn_1-2" fact="0.69"/>
          <dgm:constr type="t" for="ch" forName="FourNodes_1_text" refType="t" refFor="ch" refForName="FourNodes_1"/>
          <dgm:constr type="b" for="ch" forName="FourNodes_1_text" refType="b" refFor="ch" refForName="FourNodes_1"/>
          <dgm:constr type="r" for="ch" forName="FourNodes_1_text" refType="r" refFor="ch" refForName="FourNodes_1"/>
          <dgm:constr type="l" for="ch" forName="FourNodes_2_text" refType="r" refFor="ch" refForName="FourConn_1-2"/>
          <dgm:constr type="t" for="ch" forName="FourNodes_2_text" refType="t" refFor="ch" refForName="FourNodes_2"/>
          <dgm:constr type="b" for="ch" forName="FourNodes_2_text" refType="b" refFor="ch" refForName="FourNodes_2"/>
          <dgm:constr type="r" for="ch" forName="FourNodes_2_text" refType="r" refFor="ch" refForName="FourNodes_2"/>
          <dgm:constr type="l" for="ch" forName="FourNodes_3_text" refType="r" refFor="ch" refForName="FourConn_2-3"/>
          <dgm:constr type="t" for="ch" forName="FourNodes_3_text" refType="t" refFor="ch" refForName="FourNodes_3"/>
          <dgm:constr type="b" for="ch" forName="FourNodes_3_text" refType="b" refFor="ch" refForName="FourNodes_3"/>
          <dgm:constr type="r" for="ch" forName="FourNodes_3_text" refType="r" refFor="ch" refForName="FourNodes_3"/>
          <dgm:constr type="l" for="ch" forName="FourNodes_4_text" refType="r" refFor="ch" refForName="FourConn_3-4"/>
          <dgm:constr type="t" for="ch" forName="FourNodes_4_text" refType="t" refFor="ch" refForName="FourNodes_4"/>
          <dgm:constr type="b" for="ch" forName="FourNodes_4_text" refType="b" refFor="ch" refForName="FourNodes_4"/>
          <dgm:constr type="r" for="ch" forName="FourNodes_4_text" refType="r" refFor="ch" refForName="FourNodes_4"/>
          <dgm:constr type="w" for="ch" forName="FiveNodes_1" refType="w" fact="0.77"/>
          <dgm:constr type="h" for="ch" forName="FiveNodes_1" refType="h" fact="0.18"/>
          <dgm:constr type="t" for="ch" forName="FiveNodes_1"/>
          <dgm:constr type="r" for="ch" forName="FiveNodes_1" refType="w"/>
          <dgm:constr type="w" for="ch" forName="FiveNodes_2" refType="w" fact="0.77"/>
          <dgm:constr type="h" for="ch" forName="FiveNodes_2" refType="h" fact="0.18"/>
          <dgm:constr type="ctrY" for="ch" forName="FiveNodes_2" refType="h" fact="0.295"/>
          <dgm:constr type="ctrX" for="ch" forName="FiveNodes_2" refType="w" fact="0.5575"/>
          <dgm:constr type="w" for="ch" forName="FiveNodes_3" refType="w" fact="0.77"/>
          <dgm:constr type="h" for="ch" forName="FiveNodes_3" refType="h" fact="0.18"/>
          <dgm:constr type="ctrY" for="ch" forName="FiveNodes_3" refType="h" fact="0.5"/>
          <dgm:constr type="ctrX" for="ch" forName="FiveNodes_3" refType="w" fact="0.5"/>
          <dgm:constr type="w" for="ch" forName="FiveNodes_4" refType="w" fact="0.77"/>
          <dgm:constr type="h" for="ch" forName="FiveNodes_4" refType="h" fact="0.18"/>
          <dgm:constr type="ctrY" for="ch" forName="FiveNodes_4" refType="h" fact="0.705"/>
          <dgm:constr type="ctrX" for="ch" forName="FiveNodes_4" refType="w" fact="0.4425"/>
          <dgm:constr type="w" for="ch" forName="FiveNodes_5" refType="w" fact="0.77"/>
          <dgm:constr type="h" for="ch" forName="FiveNodes_5" refType="h" fact="0.18"/>
          <dgm:constr type="b" for="ch" forName="FiveNodes_5" refType="h"/>
          <dgm:constr type="l" for="ch" forName="FiveNodes_5"/>
          <dgm:constr type="w" for="ch" forName="FiveConn_1-2" refType="h" refFor="ch" refForName="FiveNodes_1" fact="0.65"/>
          <dgm:constr type="h" for="ch" forName="FiveConn_1-2" refType="h" refFor="ch" refForName="FiveNodes_1" fact="0.65"/>
          <dgm:constr type="ctrY" for="ch" forName="FiveConn_1-2" refType="h" fact="0.19"/>
          <dgm:constr type="l" for="ch" forName="FiveConn_1-2" refType="l" refFor="ch" refForName="FiveNodes_1"/>
          <dgm:constr type="w" for="ch" forName="FiveConn_2-3" refType="h" refFor="ch" refForName="FiveNodes_2" fact="0.65"/>
          <dgm:constr type="h" for="ch" forName="FiveConn_2-3" refType="h" refFor="ch" refForName="FiveNodes_2" fact="0.65"/>
          <dgm:constr type="ctrY" for="ch" forName="FiveConn_2-3" refType="h" fact="0.395"/>
          <dgm:constr type="l" for="ch" forName="FiveConn_2-3" refType="l" refFor="ch" refForName="FiveNodes_2"/>
          <dgm:constr type="w" for="ch" forName="FiveConn_3-4" refType="h" refFor="ch" refForName="FiveNodes_3" fact="0.65"/>
          <dgm:constr type="h" for="ch" forName="FiveConn_3-4" refType="h" refFor="ch" refForName="FiveNodes_3" fact="0.65"/>
          <dgm:constr type="ctrY" for="ch" forName="FiveConn_3-4" refType="h" fact="0.597"/>
          <dgm:constr type="l" for="ch" forName="FiveConn_3-4" refType="l" refFor="ch" refForName="FiveNodes_3"/>
          <dgm:constr type="w" for="ch" forName="FiveConn_4-5" refType="h" refFor="ch" refForName="FiveNodes_4" fact="0.65"/>
          <dgm:constr type="h" for="ch" forName="FiveConn_4-5" refType="h" refFor="ch" refForName="FiveNodes_4" fact="0.65"/>
          <dgm:constr type="ctrY" for="ch" forName="FiveConn_4-5" refType="h" fact="0.804"/>
          <dgm:constr type="l" for="ch" forName="FiveConn_4-5" refType="l" refFor="ch" refForName="FiveNodes_4"/>
          <dgm:constr type="l" for="ch" forName="FiveNodes_1_text" refType="r" refFor="ch" refForName="FiveConn_1-2"/>
          <dgm:constr type="lOff" for="ch" forName="FiveNodes_1_text" refType="w" refFor="ch" refForName="FiveConn_1-2" fact="0.73"/>
          <dgm:constr type="t" for="ch" forName="FiveNodes_1_text" refType="t" refFor="ch" refForName="FiveNodes_1"/>
          <dgm:constr type="b" for="ch" forName="FiveNodes_1_text" refType="b" refFor="ch" refForName="FiveNodes_1"/>
          <dgm:constr type="r" for="ch" forName="FiveNodes_1_text" refType="r" refFor="ch" refForName="FiveNodes_1"/>
          <dgm:constr type="l" for="ch" forName="FiveNodes_2_text" refType="r" refFor="ch" refForName="FiveConn_1-2"/>
          <dgm:constr type="t" for="ch" forName="FiveNodes_2_text" refType="t" refFor="ch" refForName="FiveNodes_2"/>
          <dgm:constr type="b" for="ch" forName="FiveNodes_2_text" refType="b" refFor="ch" refForName="FiveNodes_2"/>
          <dgm:constr type="r" for="ch" forName="FiveNodes_2_text" refType="r" refFor="ch" refForName="FiveNodes_2"/>
          <dgm:constr type="l" for="ch" forName="FiveNodes_3_text" refType="r" refFor="ch" refForName="FiveConn_2-3"/>
          <dgm:constr type="t" for="ch" forName="FiveNodes_3_text" refType="t" refFor="ch" refForName="FiveNodes_3"/>
          <dgm:constr type="b" for="ch" forName="FiveNodes_3_text" refType="b" refFor="ch" refForName="FiveNodes_3"/>
          <dgm:constr type="r" for="ch" forName="FiveNodes_3_text" refType="r" refFor="ch" refForName="FiveNodes_3"/>
          <dgm:constr type="l" for="ch" forName="FiveNodes_4_text" refType="r" refFor="ch" refForName="FiveConn_3-4"/>
          <dgm:constr type="t" for="ch" forName="FiveNodes_4_text" refType="t" refFor="ch" refForName="FiveNodes_4"/>
          <dgm:constr type="b" for="ch" forName="FiveNodes_4_text" refType="b" refFor="ch" refForName="FiveNodes_4"/>
          <dgm:constr type="r" for="ch" forName="FiveNodes_4_text" refType="r" refFor="ch" refForName="FiveNodes_4"/>
          <dgm:constr type="l" for="ch" forName="FiveNodes_5_text" refType="r" refFor="ch" refForName="FiveConn_4-5"/>
          <dgm:constr type="t" for="ch" forName="FiveNodes_5_text" refType="t" refFor="ch" refForName="FiveNodes_5"/>
          <dgm:constr type="b" for="ch" forName="FiveNodes_5_text" refType="b" refFor="ch" refForName="FiveNodes_5"/>
          <dgm:constr type="r" for="ch" forName="FiveNodes_5_text" refType="r" refFor="ch" refForName="FiveNodes_5"/>
        </dgm:constrLst>
      </dgm:else>
    </dgm:choose>
    <dgm:ruleLst/>
    <dgm:layoutNode name="dummyMaxCanvas">
      <dgm:varLst/>
      <dgm:alg type="sp"/>
      <dgm:shape xmlns:r="http://schemas.openxmlformats.org/officeDocument/2006/relationships" r:blip="">
        <dgm:adjLst/>
      </dgm:shape>
      <dgm:presOf/>
      <dgm:constrLst/>
      <dgm:ruleLst/>
    </dgm:layoutNode>
    <dgm:choose name="Name3">
      <dgm:if name="Name4" axis="ch" ptType="node" func="cnt" op="equ" val="1">
        <dgm:layoutNode name="OneNode_1">
          <dgm:varLst>
            <dgm:bulletEnabled val="1"/>
          </dgm:varLst>
          <dgm:alg type="tx"/>
          <dgm:shape xmlns:r="http://schemas.openxmlformats.org/officeDocument/2006/relationships" type="roundRect" r:blip="">
            <dgm:adjLst>
              <dgm:adj idx="1" val="0.1"/>
            </dgm:adjLst>
          </dgm:shape>
          <dgm:presOf axis="ch desOrSelf" ptType="node node" st="1 1" cnt="1 0"/>
          <dgm:constrLst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</dgm:if>
      <dgm:else name="Name5">
        <dgm:choose name="Name6">
          <dgm:if name="Name7" axis="ch" ptType="node" func="cnt" op="equ" val="2">
            <dgm:layoutNode name="TwoNodes_1">
              <dgm:varLst>
                <dgm:bulletEnabled val="1"/>
              </dgm:varLst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ch desOrSelf" ptType="node node" st="1 1" cnt="1 0"/>
              <dgm:constrLst/>
              <dgm:ruleLst/>
            </dgm:layoutNode>
            <dgm:layoutNode name="TwoNodes_2">
              <dgm:varLst>
                <dgm:bulletEnabled val="1"/>
              </dgm:varLst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ch desOrSelf" ptType="node node" st="2 1" cnt="1 0"/>
              <dgm:constrLst/>
              <dgm:ruleLst/>
            </dgm:layoutNode>
            <dgm:layoutNode name="TwoConn_1-2" styleLbl="fgAccFollowNode1">
              <dgm:varLst>
                <dgm:bulletEnabled val="1"/>
              </dgm:varLst>
              <dgm:alg type="tx"/>
              <dgm:shape xmlns:r="http://schemas.openxmlformats.org/officeDocument/2006/relationships" type="downArrow" r:blip="">
                <dgm:adjLst>
                  <dgm:adj idx="1" val="0.55"/>
                  <dgm:adj idx="2" val="0.45"/>
                </dgm:adjLst>
              </dgm:shape>
              <dgm:presOf axis="ch" ptType="sibTrans" cnt="1"/>
              <dgm:constrLst>
                <dgm:constr type="lMarg" refType="primFontSz" fact="0.1"/>
                <dgm:constr type="rMarg" refType="primFontSz" fact="0.1"/>
                <dgm:constr type="tMarg" refType="primFontSz" fact="0.1"/>
                <dgm:constr type="bMarg" refType="primFontSz" fact="0.1"/>
              </dgm:constrLst>
              <dgm:ruleLst>
                <dgm:rule type="primFontSz" val="5" fact="NaN" max="NaN"/>
              </dgm:ruleLst>
            </dgm:layoutNode>
            <dgm:layoutNode name="TwoNodes_1_text">
              <dgm:varLst>
                <dgm:bulletEnabled val="1"/>
              </dgm:varLst>
              <dgm:alg type="tx">
                <dgm:param type="parTxLTRAlign" val="l"/>
                <dgm:param type="txAnchorVertCh" val="mid"/>
              </dgm:alg>
              <dgm:shape xmlns:r="http://schemas.openxmlformats.org/officeDocument/2006/relationships" type="roundRect" r:blip="" hideGeom="1">
                <dgm:adjLst>
                  <dgm:adj idx="1" val="0.1"/>
                </dgm:adjLst>
              </dgm:shape>
              <dgm:presOf axis="ch desOrSelf" ptType="node node" st="1 1" cnt="1 0"/>
              <dgm:constrLst>
                <dgm:constr type="lMarg" refType="primFontSz" fact="0.3"/>
                <dgm:constr type="rMarg" refType="primFontSz" fact="0.3"/>
                <dgm:constr type="tMarg" refType="primFontSz" fact="0.3"/>
                <dgm:constr type="bMarg" refType="primFontSz" fact="0.3"/>
              </dgm:constrLst>
              <dgm:ruleLst>
                <dgm:rule type="primFontSz" val="5" fact="NaN" max="NaN"/>
              </dgm:ruleLst>
            </dgm:layoutNode>
            <dgm:layoutNode name="TwoNodes_2_text">
              <dgm:varLst>
                <dgm:bulletEnabled val="1"/>
              </dgm:varLst>
              <dgm:alg type="tx">
                <dgm:param type="parTxLTRAlign" val="l"/>
                <dgm:param type="txAnchorVertCh" val="mid"/>
              </dgm:alg>
              <dgm:shape xmlns:r="http://schemas.openxmlformats.org/officeDocument/2006/relationships" type="roundRect" r:blip="" hideGeom="1">
                <dgm:adjLst>
                  <dgm:adj idx="1" val="0.1"/>
                </dgm:adjLst>
              </dgm:shape>
              <dgm:presOf axis="ch desOrSelf" ptType="node node" st="2 1" cnt="1 0"/>
              <dgm:constrLst>
                <dgm:constr type="lMarg" refType="primFontSz" fact="0.3"/>
                <dgm:constr type="rMarg" refType="primFontSz" fact="0.3"/>
                <dgm:constr type="tMarg" refType="primFontSz" fact="0.3"/>
                <dgm:constr type="bMarg" refType="primFontSz" fact="0.3"/>
              </dgm:constrLst>
              <dgm:ruleLst>
                <dgm:rule type="primFontSz" val="5" fact="NaN" max="NaN"/>
              </dgm:ruleLst>
            </dgm:layoutNode>
          </dgm:if>
          <dgm:else name="Name8">
            <dgm:choose name="Name9">
              <dgm:if name="Name10" axis="ch" ptType="node" func="cnt" op="equ" val="3">
                <dgm:layoutNode name="ThreeNodes_1">
                  <dgm:varLst>
                    <dgm:bulletEnabled val="1"/>
                  </dgm:varLst>
                  <dgm:alg type="sp"/>
                  <dgm:shape xmlns:r="http://schemas.openxmlformats.org/officeDocument/2006/relationships" type="roundRect" r:blip="">
                    <dgm:adjLst>
                      <dgm:adj idx="1" val="0.1"/>
                    </dgm:adjLst>
                  </dgm:shape>
                  <dgm:presOf axis="ch desOrSelf" ptType="node node" st="1 1" cnt="1 0"/>
                  <dgm:constrLst/>
                  <dgm:ruleLst/>
                </dgm:layoutNode>
                <dgm:layoutNode name="ThreeNodes_2">
                  <dgm:varLst>
                    <dgm:bulletEnabled val="1"/>
                  </dgm:varLst>
                  <dgm:alg type="sp"/>
                  <dgm:shape xmlns:r="http://schemas.openxmlformats.org/officeDocument/2006/relationships" type="roundRect" r:blip="">
                    <dgm:adjLst>
                      <dgm:adj idx="1" val="0.1"/>
                    </dgm:adjLst>
                  </dgm:shape>
                  <dgm:presOf axis="ch desOrSelf" ptType="node node" st="2 1" cnt="1 0"/>
                  <dgm:constrLst/>
                  <dgm:ruleLst/>
                </dgm:layoutNode>
                <dgm:layoutNode name="ThreeNodes_3">
                  <dgm:varLst>
                    <dgm:bulletEnabled val="1"/>
                  </dgm:varLst>
                  <dgm:alg type="sp"/>
                  <dgm:shape xmlns:r="http://schemas.openxmlformats.org/officeDocument/2006/relationships" type="roundRect" r:blip="">
                    <dgm:adjLst>
                      <dgm:adj idx="1" val="0.1"/>
                    </dgm:adjLst>
                  </dgm:shape>
                  <dgm:presOf axis="ch desOrSelf" ptType="node node" st="3 1" cnt="1 0"/>
                  <dgm:constrLst/>
                  <dgm:ruleLst/>
                </dgm:layoutNode>
                <dgm:layoutNode name="ThreeConn_1-2" styleLbl="fgAccFollowNode1">
                  <dgm:varLst>
                    <dgm:bulletEnabled val="1"/>
                  </dgm:varLst>
                  <dgm:alg type="tx"/>
                  <dgm:shape xmlns:r="http://schemas.openxmlformats.org/officeDocument/2006/relationships" type="downArrow" r:blip="">
                    <dgm:adjLst>
                      <dgm:adj idx="1" val="0.55"/>
                      <dgm:adj idx="2" val="0.45"/>
                    </dgm:adjLst>
                  </dgm:shape>
                  <dgm:presOf axis="ch" ptType="sibTrans" cnt="1"/>
                  <dgm:constrLst>
                    <dgm:constr type="lMarg" refType="primFontSz" fact="0.1"/>
                    <dgm:constr type="rMarg" refType="primFontSz" fact="0.1"/>
                    <dgm:constr type="tMarg" refType="primFontSz" fact="0.1"/>
                    <dgm:constr type="bMarg" refType="primFontSz" fact="0.1"/>
                  </dgm:constrLst>
                  <dgm:ruleLst>
                    <dgm:rule type="primFontSz" val="5" fact="NaN" max="NaN"/>
                  </dgm:ruleLst>
                </dgm:layoutNode>
                <dgm:layoutNode name="ThreeConn_2-3" styleLbl="fgAccFollowNode1">
                  <dgm:varLst>
                    <dgm:bulletEnabled val="1"/>
                  </dgm:varLst>
                  <dgm:alg type="tx"/>
                  <dgm:shape xmlns:r="http://schemas.openxmlformats.org/officeDocument/2006/relationships" type="downArrow" r:blip="">
                    <dgm:adjLst>
                      <dgm:adj idx="1" val="0.55"/>
                      <dgm:adj idx="2" val="0.45"/>
                    </dgm:adjLst>
                  </dgm:shape>
                  <dgm:presOf axis="ch" ptType="sibTrans" st="2" cnt="1"/>
                  <dgm:constrLst>
                    <dgm:constr type="lMarg" refType="primFontSz" fact="0.1"/>
                    <dgm:constr type="rMarg" refType="primFontSz" fact="0.1"/>
                    <dgm:constr type="tMarg" refType="primFontSz" fact="0.1"/>
                    <dgm:constr type="bMarg" refType="primFontSz" fact="0.1"/>
                  </dgm:constrLst>
                  <dgm:ruleLst>
                    <dgm:rule type="primFontSz" val="5" fact="NaN" max="NaN"/>
                  </dgm:ruleLst>
                </dgm:layoutNode>
                <dgm:layoutNode name="ThreeNodes_1_text">
                  <dgm:varLst>
                    <dgm:bulletEnabled val="1"/>
                  </dgm:varLst>
                  <dgm:alg type="tx">
                    <dgm:param type="parTxLTRAlign" val="l"/>
                    <dgm:param type="txAnchorVertCh" val="mid"/>
                  </dgm:alg>
                  <dgm:shape xmlns:r="http://schemas.openxmlformats.org/officeDocument/2006/relationships" type="roundRect" r:blip="" hideGeom="1">
                    <dgm:adjLst>
                      <dgm:adj idx="1" val="0.1"/>
                    </dgm:adjLst>
                  </dgm:shape>
                  <dgm:presOf axis="ch desOrSelf" ptType="node node" st="1 1" cnt="1 0"/>
                  <dgm:constrLst>
                    <dgm:constr type="lMarg" refType="primFontSz" fact="0.3"/>
                    <dgm:constr type="rMarg" refType="primFontSz" fact="0.3"/>
                    <dgm:constr type="tMarg" refType="primFontSz" fact="0.3"/>
                    <dgm:constr type="bMarg" refType="primFontSz" fact="0.3"/>
                  </dgm:constrLst>
                  <dgm:ruleLst>
                    <dgm:rule type="primFontSz" val="5" fact="NaN" max="NaN"/>
                  </dgm:ruleLst>
                </dgm:layoutNode>
                <dgm:layoutNode name="ThreeNodes_2_text">
                  <dgm:varLst>
                    <dgm:bulletEnabled val="1"/>
                  </dgm:varLst>
                  <dgm:alg type="tx">
                    <dgm:param type="parTxLTRAlign" val="l"/>
                    <dgm:param type="txAnchorVertCh" val="mid"/>
                  </dgm:alg>
                  <dgm:shape xmlns:r="http://schemas.openxmlformats.org/officeDocument/2006/relationships" type="roundRect" r:blip="" hideGeom="1">
                    <dgm:adjLst>
                      <dgm:adj idx="1" val="0.1"/>
                    </dgm:adjLst>
                  </dgm:shape>
                  <dgm:presOf axis="ch desOrSelf" ptType="node node" st="2 1" cnt="1 0"/>
                  <dgm:constrLst>
                    <dgm:constr type="lMarg" refType="primFontSz" fact="0.3"/>
                    <dgm:constr type="rMarg" refType="primFontSz" fact="0.3"/>
                    <dgm:constr type="tMarg" refType="primFontSz" fact="0.3"/>
                    <dgm:constr type="bMarg" refType="primFontSz" fact="0.3"/>
                  </dgm:constrLst>
                  <dgm:ruleLst>
                    <dgm:rule type="primFontSz" val="5" fact="NaN" max="NaN"/>
                  </dgm:ruleLst>
                </dgm:layoutNode>
                <dgm:layoutNode name="ThreeNodes_3_text">
                  <dgm:varLst>
                    <dgm:bulletEnabled val="1"/>
                  </dgm:varLst>
                  <dgm:alg type="tx">
                    <dgm:param type="parTxLTRAlign" val="l"/>
                    <dgm:param type="txAnchorVertCh" val="mid"/>
                  </dgm:alg>
                  <dgm:shape xmlns:r="http://schemas.openxmlformats.org/officeDocument/2006/relationships" type="roundRect" r:blip="" hideGeom="1">
                    <dgm:adjLst>
                      <dgm:adj idx="1" val="0.1"/>
                    </dgm:adjLst>
                  </dgm:shape>
                  <dgm:presOf axis="ch desOrSelf" ptType="node node" st="3 1" cnt="1 0"/>
                  <dgm:constrLst>
                    <dgm:constr type="lMarg" refType="primFontSz" fact="0.3"/>
                    <dgm:constr type="rMarg" refType="primFontSz" fact="0.3"/>
                    <dgm:constr type="tMarg" refType="primFontSz" fact="0.3"/>
                    <dgm:constr type="bMarg" refType="primFontSz" fact="0.3"/>
                  </dgm:constrLst>
                  <dgm:ruleLst>
                    <dgm:rule type="primFontSz" val="5" fact="NaN" max="NaN"/>
                  </dgm:ruleLst>
                </dgm:layoutNode>
              </dgm:if>
              <dgm:else name="Name11">
                <dgm:choose name="Name12">
                  <dgm:if name="Name13" axis="ch" ptType="node" func="cnt" op="equ" val="4">
                    <dgm:layoutNode name="FourNodes_1">
                      <dgm:varLst>
                        <dgm:bulletEnabled val="1"/>
                      </dgm:varLst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ch desOrSelf" ptType="node node" st="1 1" cnt="1 0"/>
                      <dgm:constrLst/>
                      <dgm:ruleLst/>
                    </dgm:layoutNode>
                    <dgm:layoutNode name="FourNodes_2">
                      <dgm:varLst>
                        <dgm:bulletEnabled val="1"/>
                      </dgm:varLst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ch desOrSelf" ptType="node node" st="2 1" cnt="1 0"/>
                      <dgm:constrLst/>
                      <dgm:ruleLst/>
                    </dgm:layoutNode>
                    <dgm:layoutNode name="FourNodes_3">
                      <dgm:varLst>
                        <dgm:bulletEnabled val="1"/>
                      </dgm:varLst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ch desOrSelf" ptType="node node" st="3 1" cnt="1 0"/>
                      <dgm:constrLst/>
                      <dgm:ruleLst/>
                    </dgm:layoutNode>
                    <dgm:layoutNode name="FourNodes_4">
                      <dgm:varLst>
                        <dgm:bulletEnabled val="1"/>
                      </dgm:varLst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ch desOrSelf" ptType="node node" st="4 1" cnt="1 0"/>
                      <dgm:constrLst/>
                      <dgm:ruleLst/>
                    </dgm:layoutNode>
                    <dgm:layoutNode name="FourConn_1-2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downArrow" r:blip="">
                        <dgm:adjLst>
                          <dgm:adj idx="1" val="0.55"/>
                          <dgm:adj idx="2" val="0.45"/>
                        </dgm:adjLst>
                      </dgm:shape>
                      <dgm:presOf axis="ch" ptType="sibTrans" cnt="1"/>
                      <dgm:constrLst>
                        <dgm:constr type="lMarg" refType="primFontSz" fact="0.1"/>
                        <dgm:constr type="rMarg" refType="primFontSz" fact="0.1"/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Conn_2-3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downArrow" r:blip="">
                        <dgm:adjLst>
                          <dgm:adj idx="1" val="0.55"/>
                          <dgm:adj idx="2" val="0.45"/>
                        </dgm:adjLst>
                      </dgm:shape>
                      <dgm:presOf axis="ch" ptType="sibTrans" st="2" cnt="1"/>
                      <dgm:constrLst>
                        <dgm:constr type="lMarg" refType="primFontSz" fact="0.1"/>
                        <dgm:constr type="rMarg" refType="primFontSz" fact="0.1"/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Conn_3-4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downArrow" r:blip="">
                        <dgm:adjLst>
                          <dgm:adj idx="1" val="0.55"/>
                          <dgm:adj idx="2" val="0.45"/>
                        </dgm:adjLst>
                      </dgm:shape>
                      <dgm:presOf axis="ch" ptType="sibTrans" st="3" cnt="1"/>
                      <dgm:constrLst>
                        <dgm:constr type="lMarg" refType="primFontSz" fact="0.1"/>
                        <dgm:constr type="rMarg" refType="primFontSz" fact="0.1"/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Nodes_1_text">
                      <dgm:varLst>
                        <dgm:bulletEnabled val="1"/>
                      </dgm:varLst>
                      <dgm:alg type="tx">
                        <dgm:param type="parTxLTRAlign" val="l"/>
                        <dgm:param type="txAnchorVertCh" val="mid"/>
                      </dgm:alg>
                      <dgm:shape xmlns:r="http://schemas.openxmlformats.org/officeDocument/2006/relationships" type="roundRect" r:blip="" hideGeom="1">
                        <dgm:adjLst>
                          <dgm:adj idx="1" val="0.1"/>
                        </dgm:adjLst>
                      </dgm:shape>
                      <dgm:presOf axis="ch desOrSelf" ptType="node node" st="1 1" cnt="1 0"/>
                      <dgm:constrLst>
                        <dgm:constr type="lMarg" refType="primFontSz" fact="0.3"/>
                        <dgm:constr type="rMarg" refType="primFontSz" fact="0.3"/>
                        <dgm:constr type="tMarg" refType="primFontSz" fact="0.3"/>
                        <dgm:constr type="b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Nodes_2_text">
                      <dgm:varLst>
                        <dgm:bulletEnabled val="1"/>
                      </dgm:varLst>
                      <dgm:alg type="tx">
                        <dgm:param type="parTxLTRAlign" val="l"/>
                        <dgm:param type="txAnchorVertCh" val="mid"/>
                      </dgm:alg>
                      <dgm:shape xmlns:r="http://schemas.openxmlformats.org/officeDocument/2006/relationships" type="roundRect" r:blip="" hideGeom="1">
                        <dgm:adjLst>
                          <dgm:adj idx="1" val="0.1"/>
                        </dgm:adjLst>
                      </dgm:shape>
                      <dgm:presOf axis="ch desOrSelf" ptType="node node" st="2 1" cnt="1 0"/>
                      <dgm:constrLst>
                        <dgm:constr type="lMarg" refType="primFontSz" fact="0.3"/>
                        <dgm:constr type="rMarg" refType="primFontSz" fact="0.3"/>
                        <dgm:constr type="tMarg" refType="primFontSz" fact="0.3"/>
                        <dgm:constr type="b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Nodes_3_text">
                      <dgm:varLst>
                        <dgm:bulletEnabled val="1"/>
                      </dgm:varLst>
                      <dgm:alg type="tx">
                        <dgm:param type="parTxLTRAlign" val="l"/>
                        <dgm:param type="txAnchorVertCh" val="mid"/>
                      </dgm:alg>
                      <dgm:shape xmlns:r="http://schemas.openxmlformats.org/officeDocument/2006/relationships" type="roundRect" r:blip="" hideGeom="1">
                        <dgm:adjLst>
                          <dgm:adj idx="1" val="0.1"/>
                        </dgm:adjLst>
                      </dgm:shape>
                      <dgm:presOf axis="ch desOrSelf" ptType="node node" st="3 1" cnt="1 0"/>
                      <dgm:constrLst>
                        <dgm:constr type="lMarg" refType="primFontSz" fact="0.3"/>
                        <dgm:constr type="rMarg" refType="primFontSz" fact="0.3"/>
                        <dgm:constr type="tMarg" refType="primFontSz" fact="0.3"/>
                        <dgm:constr type="b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Nodes_4_text">
                      <dgm:varLst>
                        <dgm:bulletEnabled val="1"/>
                      </dgm:varLst>
                      <dgm:alg type="tx">
                        <dgm:param type="parTxLTRAlign" val="l"/>
                        <dgm:param type="txAnchorVertCh" val="mid"/>
                      </dgm:alg>
                      <dgm:shape xmlns:r="http://schemas.openxmlformats.org/officeDocument/2006/relationships" type="roundRect" r:blip="" hideGeom="1">
                        <dgm:adjLst>
                          <dgm:adj idx="1" val="0.1"/>
                        </dgm:adjLst>
                      </dgm:shape>
                      <dgm:presOf axis="ch desOrSelf" ptType="node node" st="4 1" cnt="1 0"/>
                      <dgm:constrLst>
                        <dgm:constr type="lMarg" refType="primFontSz" fact="0.3"/>
                        <dgm:constr type="rMarg" refType="primFontSz" fact="0.3"/>
                        <dgm:constr type="tMarg" refType="primFontSz" fact="0.3"/>
                        <dgm:constr type="b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</dgm:if>
                  <dgm:else name="Name14">
                    <dgm:choose name="Name15">
                      <dgm:if name="Name16" axis="ch" ptType="node" func="cnt" op="gte" val="5">
                        <dgm:layoutNode name="FiveNodes_1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1 1" cnt="1 0"/>
                          <dgm:constrLst/>
                          <dgm:ruleLst/>
                        </dgm:layoutNode>
                        <dgm:layoutNode name="FiveNodes_2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2 1" cnt="1 0"/>
                          <dgm:constrLst/>
                          <dgm:ruleLst/>
                        </dgm:layoutNode>
                        <dgm:layoutNode name="FiveNodes_3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3 1" cnt="1 0"/>
                          <dgm:constrLst/>
                          <dgm:ruleLst/>
                        </dgm:layoutNode>
                        <dgm:layoutNode name="FiveNodes_4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4 1" cnt="1 0"/>
                          <dgm:constrLst/>
                          <dgm:ruleLst/>
                        </dgm:layoutNode>
                        <dgm:layoutNode name="FiveNodes_5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5 1" cnt="1 0"/>
                          <dgm:constrLst/>
                          <dgm:ruleLst/>
                        </dgm:layoutNode>
                        <dgm:layoutNode name="FiveConn_1-2" styleLbl="fgAccFollowNode1">
                          <dgm:varLst>
                            <dgm:bulletEnabled val="1"/>
                          </dgm:varLst>
                          <dgm:alg type="tx"/>
                          <dgm:shape xmlns:r="http://schemas.openxmlformats.org/officeDocument/2006/relationships" type="downArrow" r:blip="">
                            <dgm:adjLst>
                              <dgm:adj idx="1" val="0.55"/>
                              <dgm:adj idx="2" val="0.45"/>
                            </dgm:adjLst>
                          </dgm:shape>
                          <dgm:presOf axis="ch" ptType="sibTrans" cnt="1"/>
                          <dgm:constrLst>
                            <dgm:constr type="lMarg" refType="primFontSz" fact="0.1"/>
                            <dgm:constr type="rMarg" refType="primFontSz" fact="0.1"/>
                            <dgm:constr type="tMarg" refType="primFontSz" fact="0.1"/>
                            <dgm:constr type="bMarg" refType="primFontSz" fact="0.1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Conn_2-3" styleLbl="fgAccFollowNode1">
                          <dgm:varLst>
                            <dgm:bulletEnabled val="1"/>
                          </dgm:varLst>
                          <dgm:alg type="tx"/>
                          <dgm:shape xmlns:r="http://schemas.openxmlformats.org/officeDocument/2006/relationships" type="downArrow" r:blip="">
                            <dgm:adjLst>
                              <dgm:adj idx="1" val="0.55"/>
                              <dgm:adj idx="2" val="0.45"/>
                            </dgm:adjLst>
                          </dgm:shape>
                          <dgm:presOf axis="ch" ptType="sibTrans" st="2" cnt="1"/>
                          <dgm:constrLst>
                            <dgm:constr type="lMarg" refType="primFontSz" fact="0.1"/>
                            <dgm:constr type="rMarg" refType="primFontSz" fact="0.1"/>
                            <dgm:constr type="tMarg" refType="primFontSz" fact="0.1"/>
                            <dgm:constr type="bMarg" refType="primFontSz" fact="0.1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Conn_3-4" styleLbl="fgAccFollowNode1">
                          <dgm:varLst>
                            <dgm:bulletEnabled val="1"/>
                          </dgm:varLst>
                          <dgm:alg type="tx"/>
                          <dgm:shape xmlns:r="http://schemas.openxmlformats.org/officeDocument/2006/relationships" type="downArrow" r:blip="">
                            <dgm:adjLst>
                              <dgm:adj idx="1" val="0.55"/>
                              <dgm:adj idx="2" val="0.45"/>
                            </dgm:adjLst>
                          </dgm:shape>
                          <dgm:presOf axis="ch" ptType="sibTrans" st="3" cnt="1"/>
                          <dgm:constrLst>
                            <dgm:constr type="lMarg" refType="primFontSz" fact="0.1"/>
                            <dgm:constr type="rMarg" refType="primFontSz" fact="0.1"/>
                            <dgm:constr type="tMarg" refType="primFontSz" fact="0.1"/>
                            <dgm:constr type="bMarg" refType="primFontSz" fact="0.1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Conn_4-5" styleLbl="fgAccFollowNode1">
                          <dgm:varLst>
                            <dgm:bulletEnabled val="1"/>
                          </dgm:varLst>
                          <dgm:alg type="tx"/>
                          <dgm:shape xmlns:r="http://schemas.openxmlformats.org/officeDocument/2006/relationships" type="downArrow" r:blip="">
                            <dgm:adjLst>
                              <dgm:adj idx="1" val="0.55"/>
                              <dgm:adj idx="2" val="0.45"/>
                            </dgm:adjLst>
                          </dgm:shape>
                          <dgm:presOf axis="ch" ptType="sibTrans" st="4" cnt="1"/>
                          <dgm:constrLst>
                            <dgm:constr type="lMarg" refType="primFontSz" fact="0.1"/>
                            <dgm:constr type="rMarg" refType="primFontSz" fact="0.1"/>
                            <dgm:constr type="tMarg" refType="primFontSz" fact="0.1"/>
                            <dgm:constr type="bMarg" refType="primFontSz" fact="0.1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1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1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2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2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3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3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4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4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5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5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</dgm:if>
                      <dgm:else name="Name17"/>
                    </dgm:choose>
                  </dgm:else>
                </dgm:choose>
              </dgm:else>
            </dgm:choose>
          </dgm:else>
        </dgm:choose>
      </dgm:else>
    </dgm:choose>
  </dgm:layoutNode>
</dgm:layoutDef>
</file>

<file path=ppt/diagrams/layout18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9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20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21.xml><?xml version="1.0" encoding="utf-8"?>
<dgm:layoutDef xmlns:dgm="http://schemas.openxmlformats.org/drawingml/2006/diagram" xmlns:a="http://schemas.openxmlformats.org/drawingml/2006/main" uniqueId="urn:microsoft.com/office/officeart/2016/7/layout/VerticalSolidActionList">
  <dgm:title val="Vertical Solid Action List"/>
  <dgm:desc val="Use to show non-sequential or grouped lists of information. Works well with large amounts of text. All text has the same level of emphasis, and direction is not implied."/>
  <dgm:catLst>
    <dgm:cat type="list" pri="5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  <dgm:pt modelId="3">
          <dgm:prSet phldr="1"/>
        </dgm:pt>
        <dgm:pt modelId="31">
          <dgm:prSet phldr="1"/>
        </dgm:pt>
        <dgm:pt modelId="4">
          <dgm:prSet phldr="1"/>
        </dgm:pt>
        <dgm:pt modelId="41">
          <dgm:prSet phldr="1"/>
        </dgm:pt>
        <dgm:pt modelId="5">
          <dgm:prSet phldr="1"/>
        </dgm:pt>
        <dgm:pt modelId="51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7" srcId="0" destId="4" srcOrd="3" destOrd="0"/>
        <dgm:cxn modelId="8" srcId="0" destId="5" srcOrd="4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  <dgm:cxn modelId="53" srcId="5" destId="5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6"/>
      <dgm:constr type="primFontSz" for="des" forName="parentText" op="equ" val="28"/>
      <dgm:constr type="primFontSz" for="des" forName="descendantText" refType="primFontSz" refFor="des" refForName="parentText" op="lte" fact="0.82"/>
      <dgm:constr type="primFontSz" for="des" forName="parentText" refType="primFontSz" refFor="des" refForName="descendantText" op="lte" fact="1.25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2"/>
          <dgm:constr type="w" for="ch" forName="descendantText" refType="w" fact="0.8"/>
          <dgm:constr type="h" for="ch" forName="parentText" refType="h"/>
          <dgm:constr type="h" for="ch" forName="descendantText" refType="h" refFor="ch" refForName="parentText"/>
        </dgm:constrLst>
        <dgm:ruleLst/>
        <dgm:layoutNode name="parentText" styleLbl="alignNode1">
          <dgm:varLst>
            <dgm:chMax val="1"/>
            <dgm:bulletEnabled/>
          </dgm:varLst>
          <dgm:alg type="tx"/>
          <dgm:shape xmlns:r="http://schemas.openxmlformats.org/officeDocument/2006/relationships" type="rect" r:blip="" zOrderOff="3">
            <dgm:adjLst/>
          </dgm:shape>
          <dgm:presOf axis="self" ptType="node"/>
          <dgm:constrLst>
            <dgm:constr type="tMarg" refType="h" fact="0.28"/>
            <dgm:constr type="bMarg" refType="h" fact="0.28"/>
            <dgm:constr type="lMarg" refType="w" fact="0.15"/>
            <dgm:constr type="rMarg" refType="w" fact="0.15"/>
          </dgm:constrLst>
          <dgm:ruleLst>
            <dgm:rule type="primFontSz" val="15" fact="NaN" max="NaN"/>
          </dgm:ruleLst>
        </dgm:layoutNode>
        <dgm:layoutNode name="descendantText" styleLbl="alignAccFollowNode1">
          <dgm:varLst>
            <dgm:bulletEnabled/>
          </dgm:varLst>
          <dgm:alg type="tx">
            <dgm:param type="stBulletLvl" val="0"/>
            <dgm:param type="parTxLTRAlign" val="l"/>
            <dgm:param type="shpTxLTRAlignCh" val="l"/>
            <dgm:param type="parTxRTLAlign" val="r"/>
            <dgm:param type="shpTxRTLAlignCh" val="r"/>
          </dgm:alg>
          <dgm:choose name="Name10">
            <dgm:if name="Name11" func="var" arg="dir" op="equ" val="norm">
              <dgm:shape xmlns:r="http://schemas.openxmlformats.org/officeDocument/2006/relationships" type="rect" r:blip="">
                <dgm:adjLst/>
              </dgm:shape>
            </dgm:if>
            <dgm:else name="Name12">
              <dgm:shape xmlns:r="http://schemas.openxmlformats.org/officeDocument/2006/relationships" type="rect" r:blip="">
                <dgm:adjLst/>
              </dgm:shape>
            </dgm:else>
          </dgm:choose>
          <dgm:presOf axis="des" ptType="node"/>
          <dgm:constrLst>
            <dgm:constr type="primFontSz" val="24"/>
            <dgm:constr type="lMarg" refType="w" fact="0.055"/>
            <dgm:constr type="rMarg" refType="w" fact="0.055"/>
            <dgm:constr type="tMarg" refType="h" fact="0.72"/>
            <dgm:constr type="bMarg" refType="h" fact="0.72"/>
          </dgm:constrLst>
          <dgm:ruleLst>
            <dgm:rule type="primFontSz" val="11" fact="NaN" max="NaN"/>
          </dgm:ruleLst>
        </dgm:layoutNod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2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3.xml><?xml version="1.0" encoding="utf-8"?>
<dgm:layoutDef xmlns:dgm="http://schemas.openxmlformats.org/drawingml/2006/diagram" xmlns:a="http://schemas.openxmlformats.org/drawingml/2006/main" uniqueId="urn:microsoft.com/office/officeart/2016/7/layout/VerticalSolidActionList">
  <dgm:title val="Vertical Solid Action List"/>
  <dgm:desc val="Use to show non-sequential or grouped lists of information. Works well with large amounts of text. All text has the same level of emphasis, and direction is not implied."/>
  <dgm:catLst>
    <dgm:cat type="list" pri="5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  <dgm:pt modelId="3">
          <dgm:prSet phldr="1"/>
        </dgm:pt>
        <dgm:pt modelId="31">
          <dgm:prSet phldr="1"/>
        </dgm:pt>
        <dgm:pt modelId="4">
          <dgm:prSet phldr="1"/>
        </dgm:pt>
        <dgm:pt modelId="41">
          <dgm:prSet phldr="1"/>
        </dgm:pt>
        <dgm:pt modelId="5">
          <dgm:prSet phldr="1"/>
        </dgm:pt>
        <dgm:pt modelId="51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7" srcId="0" destId="4" srcOrd="3" destOrd="0"/>
        <dgm:cxn modelId="8" srcId="0" destId="5" srcOrd="4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  <dgm:cxn modelId="53" srcId="5" destId="5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6"/>
      <dgm:constr type="primFontSz" for="des" forName="parentText" op="equ" val="28"/>
      <dgm:constr type="primFontSz" for="des" forName="descendantText" refType="primFontSz" refFor="des" refForName="parentText" op="lte" fact="0.82"/>
      <dgm:constr type="primFontSz" for="des" forName="parentText" refType="primFontSz" refFor="des" refForName="descendantText" op="lte" fact="1.25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2"/>
          <dgm:constr type="w" for="ch" forName="descendantText" refType="w" fact="0.8"/>
          <dgm:constr type="h" for="ch" forName="parentText" refType="h"/>
          <dgm:constr type="h" for="ch" forName="descendantText" refType="h" refFor="ch" refForName="parentText"/>
        </dgm:constrLst>
        <dgm:ruleLst/>
        <dgm:layoutNode name="parentText" styleLbl="alignNode1">
          <dgm:varLst>
            <dgm:chMax val="1"/>
            <dgm:bulletEnabled/>
          </dgm:varLst>
          <dgm:alg type="tx"/>
          <dgm:shape xmlns:r="http://schemas.openxmlformats.org/officeDocument/2006/relationships" type="rect" r:blip="" zOrderOff="3">
            <dgm:adjLst/>
          </dgm:shape>
          <dgm:presOf axis="self" ptType="node"/>
          <dgm:constrLst>
            <dgm:constr type="tMarg" refType="h" fact="0.28"/>
            <dgm:constr type="bMarg" refType="h" fact="0.28"/>
            <dgm:constr type="lMarg" refType="w" fact="0.15"/>
            <dgm:constr type="rMarg" refType="w" fact="0.15"/>
          </dgm:constrLst>
          <dgm:ruleLst>
            <dgm:rule type="primFontSz" val="15" fact="NaN" max="NaN"/>
          </dgm:ruleLst>
        </dgm:layoutNode>
        <dgm:layoutNode name="descendantText" styleLbl="alignAccFollowNode1">
          <dgm:varLst>
            <dgm:bulletEnabled/>
          </dgm:varLst>
          <dgm:alg type="tx">
            <dgm:param type="stBulletLvl" val="0"/>
            <dgm:param type="parTxLTRAlign" val="l"/>
            <dgm:param type="shpTxLTRAlignCh" val="l"/>
            <dgm:param type="parTxRTLAlign" val="r"/>
            <dgm:param type="shpTxRTLAlignCh" val="r"/>
          </dgm:alg>
          <dgm:choose name="Name10">
            <dgm:if name="Name11" func="var" arg="dir" op="equ" val="norm">
              <dgm:shape xmlns:r="http://schemas.openxmlformats.org/officeDocument/2006/relationships" type="rect" r:blip="">
                <dgm:adjLst/>
              </dgm:shape>
            </dgm:if>
            <dgm:else name="Name12">
              <dgm:shape xmlns:r="http://schemas.openxmlformats.org/officeDocument/2006/relationships" type="rect" r:blip="">
                <dgm:adjLst/>
              </dgm:shape>
            </dgm:else>
          </dgm:choose>
          <dgm:presOf axis="des" ptType="node"/>
          <dgm:constrLst>
            <dgm:constr type="primFontSz" val="24"/>
            <dgm:constr type="lMarg" refType="w" fact="0.055"/>
            <dgm:constr type="rMarg" refType="w" fact="0.055"/>
            <dgm:constr type="tMarg" refType="h" fact="0.72"/>
            <dgm:constr type="bMarg" refType="h" fact="0.72"/>
          </dgm:constrLst>
          <dgm:ruleLst>
            <dgm:rule type="primFontSz" val="11" fact="NaN" max="NaN"/>
          </dgm:ruleLst>
        </dgm:layoutNod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24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rot="90" type="round2SameRect" r:blip="">
                    <dgm:adjLst/>
                  </dgm:shape>
                </dgm:if>
                <dgm:else name="Name12">
                  <dgm:shape xmlns:r="http://schemas.openxmlformats.org/officeDocument/2006/relationships" rot="-90" type="round2SameRect" r:blip="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25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2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7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rot="90" type="round2SameRect" r:blip="">
                    <dgm:adjLst/>
                  </dgm:shape>
                </dgm:if>
                <dgm:else name="Name12">
                  <dgm:shape xmlns:r="http://schemas.openxmlformats.org/officeDocument/2006/relationships" rot="-90" type="round2SameRect" r:blip="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2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9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30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3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34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3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7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38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39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rot="90" type="round2SameRect" r:blip="">
                    <dgm:adjLst/>
                  </dgm:shape>
                </dgm:if>
                <dgm:else name="Name12">
                  <dgm:shape xmlns:r="http://schemas.openxmlformats.org/officeDocument/2006/relationships" rot="-90" type="round2SameRect" r:blip="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0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rot="90" type="round2SameRect" r:blip="">
                    <dgm:adjLst/>
                  </dgm:shape>
                </dgm:if>
                <dgm:else name="Name12">
                  <dgm:shape xmlns:r="http://schemas.openxmlformats.org/officeDocument/2006/relationships" rot="-90" type="round2SameRect" r:blip="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2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rot="90" type="round2SameRect" r:blip="">
                    <dgm:adjLst/>
                  </dgm:shape>
                </dgm:if>
                <dgm:else name="Name12">
                  <dgm:shape xmlns:r="http://schemas.openxmlformats.org/officeDocument/2006/relationships" rot="-90" type="round2SameRect" r:blip="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6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0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51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rot="90" type="round2SameRect" r:blip="">
                    <dgm:adjLst/>
                  </dgm:shape>
                </dgm:if>
                <dgm:else name="Name12">
                  <dgm:shape xmlns:r="http://schemas.openxmlformats.org/officeDocument/2006/relationships" rot="-90" type="round2SameRect" r:blip="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5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3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4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55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5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7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58.xml><?xml version="1.0" encoding="utf-8"?>
<dgm:layoutDef xmlns:dgm="http://schemas.openxmlformats.org/drawingml/2006/diagram" xmlns:a="http://schemas.openxmlformats.org/drawingml/2006/main" uniqueId="urn:diagrams.loki3.com/BracketList">
  <dgm:title val="Vertical Bracket List"/>
  <dgm:desc val="Use to show grouped blocks of information.  Works well with large amounts of Level 2 text."/>
  <dgm:catLst>
    <dgm:cat type="list" pri="4110"/>
    <dgm:cat type="officeonline" pri="3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3" srcId="0" destId="1" srcOrd="0" destOrd="0"/>
        <dgm:cxn modelId="4" srcId="1" destId="11" srcOrd="0" destOrd="0"/>
        <dgm:cxn modelId="5" srcId="0" destId="2" srcOrd="0" destOrd="0"/>
        <dgm:cxn modelId="6" srcId="2" destId="21" srcOrd="0" destOrd="0"/>
      </dgm:cxnLst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V" refType="primFontSz" refFor="des" refForName="parTx" fact="0.1"/>
      <dgm:constr type="primFontSz" for="des" forName="parTx" val="65"/>
      <dgm:constr type="primFontSz" for="des" forName="desTx" refType="primFontSz" refFor="des" refForName="parTx"/>
      <dgm:constr type="h" for="des" forName="parTx" refType="primFontSz" refFor="des" refForName="parTx" fact="0.55"/>
      <dgm:constr type="h" for="des" forName="bracket" refType="primFontSz" refFor="des" refForName="parTx" fact="0.55"/>
      <dgm:constr type="h" for="des" forName="desTx" refType="primFontSz" refFor="des" refForName="parTx" fact="0.55"/>
    </dgm:constrLst>
    <dgm:ruleLst>
      <dgm:rule type="primFontSz" for="des" forName="parTx" val="5" fact="NaN" max="NaN"/>
    </dgm:ruleLst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Tx" refType="w" fact="0.25"/>
          <dgm:constr type="w" for="ch" forName="bracket" refType="w" fact="0.05"/>
          <dgm:constr type="w" for="ch" forName="spH" refType="w" fact="0.02"/>
          <dgm:constr type="w" for="ch" forName="desTx" refType="w" fact="0.68"/>
          <dgm:constr type="h" for="ch" forName="bracket" refType="h" refFor="ch" refForName="desTx" op="gte"/>
          <dgm:constr type="h" for="ch" forName="bracket" refType="h" refFor="ch" refForName="parTx" op="gte"/>
          <dgm:constr type="h" for="ch" forName="desTx" refType="h" refFor="ch" refForName="parTx" op="gte"/>
        </dgm:constrLst>
        <dgm:ruleLst/>
        <dgm:layoutNode name="parTx" styleLbl="revTx">
          <dgm:varLst>
            <dgm:chMax val="1"/>
            <dgm:bulletEnabled val="1"/>
          </dgm:varLst>
          <dgm:choose name="Name8">
            <dgm:if name="Name9" func="var" arg="dir" op="equ" val="norm">
              <dgm:alg type="tx">
                <dgm:param type="parTxLTRAlign" val="r"/>
              </dgm:alg>
            </dgm:if>
            <dgm:else name="Name10">
              <dgm:alg type="tx">
                <dgm:param type="parTxLTRAlign" val="l"/>
              </dgm:alg>
            </dgm:else>
          </dgm:choose>
          <dgm:shape xmlns:r="http://schemas.openxmlformats.org/officeDocument/2006/relationships" type="rect" r:blip="">
            <dgm:adjLst/>
          </dgm:shape>
          <dgm:presOf axis="self" ptType="node"/>
          <dgm:constrLst>
            <dgm:constr type="tMarg" refType="primFontSz" fact="0.2"/>
            <dgm:constr type="bMarg" refType="primFontSz" fact="0.2"/>
          </dgm:constrLst>
          <dgm:ruleLst>
            <dgm:rule type="h" val="INF" fact="NaN" max="NaN"/>
          </dgm:ruleLst>
        </dgm:layoutNode>
        <dgm:layoutNode name="bracket" styleLbl="parChTrans1D1">
          <dgm:alg type="sp"/>
          <dgm:choose name="Name11">
            <dgm:if name="Name12" func="var" arg="dir" op="equ" val="norm">
              <dgm:shape xmlns:r="http://schemas.openxmlformats.org/officeDocument/2006/relationships" type="leftBrace" r:blip="">
                <dgm:adjLst>
                  <dgm:adj idx="1" val="0.35"/>
                </dgm:adjLst>
              </dgm:shape>
            </dgm:if>
            <dgm:else name="Name13">
              <dgm:shape xmlns:r="http://schemas.openxmlformats.org/officeDocument/2006/relationships" rot="180" type="leftBrace" r:blip="">
                <dgm:adjLst>
                  <dgm:adj idx="1" val="0.35"/>
                </dgm:adjLst>
              </dgm:shape>
            </dgm:else>
          </dgm:choose>
          <dgm:presOf/>
        </dgm:layoutNode>
        <dgm:layoutNode name="spH">
          <dgm:alg type="sp"/>
        </dgm:layoutNode>
        <dgm:choose name="Name14">
          <dgm:if name="Name15" axis="ch" ptType="node" func="cnt" op="gte" val="1">
            <dgm:layoutNode name="desTx" styleLbl="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secFontSz" refType="primFontSz"/>
                <dgm:constr type="tMarg" refType="primFontSz" fact="0.3"/>
                <dgm:constr type="bMarg" refType="primFontSz" fact="0.3"/>
                <dgm:constr type="lMarg" refType="primFontSz" fact="0.3"/>
                <dgm:constr type="rMarg" refType="primFontSz" fact="0.3"/>
              </dgm:constrLst>
              <dgm:ruleLst>
                <dgm:rule type="h" val="INF" fact="NaN" max="NaN"/>
              </dgm:ruleLst>
            </dgm:layoutNode>
          </dgm:if>
          <dgm:else name="Name16"/>
        </dgm:choose>
      </dgm:layoutNode>
      <dgm:forEach name="Name17" axis="followSib" ptType="sibTrans" cnt="1">
        <dgm:layoutNode name="spV">
          <dgm:alg type="sp"/>
        </dgm:layoutNode>
      </dgm:forEach>
    </dgm:forEach>
  </dgm:layoutNode>
</dgm:layoutDef>
</file>

<file path=ppt/diagrams/layout59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60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2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rot="90" type="round2SameRect" r:blip="">
                    <dgm:adjLst/>
                  </dgm:shape>
                </dgm:if>
                <dgm:else name="Name12">
                  <dgm:shape xmlns:r="http://schemas.openxmlformats.org/officeDocument/2006/relationships" rot="-90" type="round2SameRect" r:blip="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6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4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6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7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6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0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1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2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3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7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5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7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0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5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8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7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9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0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1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2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4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6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7.xml><?xml version="1.0" encoding="utf-8"?>
<dgm:layoutDef xmlns:dgm="http://schemas.openxmlformats.org/drawingml/2006/diagram" xmlns:a="http://schemas.openxmlformats.org/drawingml/2006/main" uniqueId="urn:microsoft.com/office/officeart/2005/8/layout/vProcess5">
  <dgm:title val=""/>
  <dgm:desc val=""/>
  <dgm:catLst>
    <dgm:cat type="process" pri="1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</dgm:cxnLst>
      <dgm:bg/>
      <dgm:whole/>
    </dgm:dataModel>
  </dgm:clrData>
  <dgm:layoutNode name="outerComposite">
    <dgm:varLst>
      <dgm:chMax val="5"/>
      <dgm:dir/>
      <dgm:resizeHandles val="exact"/>
    </dgm:varLst>
    <dgm:alg type="composite"/>
    <dgm:shape xmlns:r="http://schemas.openxmlformats.org/officeDocument/2006/relationships" r:blip="">
      <dgm:adjLst/>
    </dgm:shape>
    <dgm:presOf/>
    <dgm:choose name="Name0">
      <dgm:if name="Name1" func="var" arg="dir" op="equ" val="norm">
        <dgm:constrLst>
          <dgm:constr type="primFontSz" for="ch" ptType="node" op="equ" val="65"/>
          <dgm:constr type="w" for="ch" forName="dummyMaxCanvas" refType="w"/>
          <dgm:constr type="h" for="ch" forName="dummyMaxCanvas" refType="h"/>
          <dgm:constr type="w" for="ch" forName="OneNode_1" refType="w"/>
          <dgm:constr type="h" for="ch" forName="OneNode_1" refType="h" fact="0.5"/>
          <dgm:constr type="ctrY" for="ch" forName="OneNode_1" refType="h" fact="0.5"/>
          <dgm:constr type="w" for="ch" forName="TwoNodes_1" refType="w" fact="0.85"/>
          <dgm:constr type="h" for="ch" forName="TwoNodes_1" refType="h" fact="0.45"/>
          <dgm:constr type="t" for="ch" forName="TwoNodes_1"/>
          <dgm:constr type="l" for="ch" forName="TwoNodes_1"/>
          <dgm:constr type="w" for="ch" forName="TwoNodes_2" refType="w" fact="0.85"/>
          <dgm:constr type="h" for="ch" forName="TwoNodes_2" refType="h" fact="0.45"/>
          <dgm:constr type="b" for="ch" forName="TwoNodes_2" refType="h"/>
          <dgm:constr type="r" for="ch" forName="TwoNodes_2" refType="w"/>
          <dgm:constr type="w" for="ch" forName="TwoConn_1-2" refType="h" refFor="ch" refForName="TwoNodes_1" fact="0.65"/>
          <dgm:constr type="h" for="ch" forName="TwoConn_1-2" refType="h" refFor="ch" refForName="TwoNodes_1" fact="0.65"/>
          <dgm:constr type="ctrY" for="ch" forName="TwoConn_1-2" refType="h" fact="0.5"/>
          <dgm:constr type="r" for="ch" forName="TwoConn_1-2" refType="r" refFor="ch" refForName="TwoNodes_1"/>
          <dgm:constr type="r" for="ch" forName="TwoNodes_1_text" refType="l" refFor="ch" refForName="TwoConn_1-2"/>
          <dgm:constr type="rOff" for="ch" forName="TwoNodes_1_text" refType="w" refFor="ch" refForName="TwoConn_1-2" fact="-0.5"/>
          <dgm:constr type="t" for="ch" forName="TwoNodes_1_text" refType="t" refFor="ch" refForName="TwoNodes_1"/>
          <dgm:constr type="b" for="ch" forName="TwoNodes_1_text" refType="b" refFor="ch" refForName="TwoNodes_1"/>
          <dgm:constr type="l" for="ch" forName="TwoNodes_1_text" refType="l" refFor="ch" refForName="TwoNodes_1"/>
          <dgm:constr type="r" for="ch" forName="TwoNodes_2_text" refType="l" refFor="ch" refForName="TwoConn_1-2"/>
          <dgm:constr type="t" for="ch" forName="TwoNodes_2_text" refType="t" refFor="ch" refForName="TwoNodes_2"/>
          <dgm:constr type="b" for="ch" forName="TwoNodes_2_text" refType="b" refFor="ch" refForName="TwoNodes_2"/>
          <dgm:constr type="l" for="ch" forName="TwoNodes_2_text" refType="l" refFor="ch" refForName="TwoNodes_2"/>
          <dgm:constr type="w" for="ch" forName="ThreeNodes_1" refType="w" fact="0.85"/>
          <dgm:constr type="h" for="ch" forName="ThreeNodes_1" refType="h" fact="0.3"/>
          <dgm:constr type="t" for="ch" forName="ThreeNodes_1"/>
          <dgm:constr type="l" for="ch" forName="ThreeNodes_1"/>
          <dgm:constr type="w" for="ch" forName="ThreeNodes_2" refType="w" fact="0.85"/>
          <dgm:constr type="h" for="ch" forName="ThreeNodes_2" refType="h" fact="0.3"/>
          <dgm:constr type="ctrY" for="ch" forName="ThreeNodes_2" refType="h" fact="0.5"/>
          <dgm:constr type="ctrX" for="ch" forName="ThreeNodes_2" refType="w" fact="0.5"/>
          <dgm:constr type="w" for="ch" forName="ThreeNodes_3" refType="w" fact="0.85"/>
          <dgm:constr type="h" for="ch" forName="ThreeNodes_3" refType="h" fact="0.3"/>
          <dgm:constr type="b" for="ch" forName="ThreeNodes_3" refType="h"/>
          <dgm:constr type="r" for="ch" forName="ThreeNodes_3" refType="w"/>
          <dgm:constr type="w" for="ch" forName="ThreeConn_1-2" refType="h" refFor="ch" refForName="ThreeNodes_1" fact="0.65"/>
          <dgm:constr type="h" for="ch" forName="ThreeConn_1-2" refType="h" refFor="ch" refForName="ThreeNodes_1" fact="0.65"/>
          <dgm:constr type="ctrY" for="ch" forName="ThreeConn_1-2" refType="h" fact="0.325"/>
          <dgm:constr type="r" for="ch" forName="ThreeConn_1-2" refType="r" refFor="ch" refForName="ThreeNodes_1"/>
          <dgm:constr type="w" for="ch" forName="ThreeConn_2-3" refType="h" refFor="ch" refForName="ThreeNodes_2" fact="0.65"/>
          <dgm:constr type="h" for="ch" forName="ThreeConn_2-3" refType="h" refFor="ch" refForName="ThreeNodes_2" fact="0.65"/>
          <dgm:constr type="ctrY" for="ch" forName="ThreeConn_2-3" refType="h" fact="0.673"/>
          <dgm:constr type="r" for="ch" forName="ThreeConn_2-3" refType="r" refFor="ch" refForName="ThreeNodes_2"/>
          <dgm:constr type="r" for="ch" forName="ThreeNodes_1_text" refType="l" refFor="ch" refForName="ThreeConn_1-2"/>
          <dgm:constr type="rOff" for="ch" forName="ThreeNodes_1_text" refType="w" refFor="ch" refForName="ThreeConn_1-2" fact="-0.57"/>
          <dgm:constr type="t" for="ch" forName="ThreeNodes_1_text" refType="t" refFor="ch" refForName="ThreeNodes_1"/>
          <dgm:constr type="b" for="ch" forName="ThreeNodes_1_text" refType="b" refFor="ch" refForName="ThreeNodes_1"/>
          <dgm:constr type="l" for="ch" forName="ThreeNodes_1_text" refType="l" refFor="ch" refForName="ThreeNodes_1"/>
          <dgm:constr type="r" for="ch" forName="ThreeNodes_2_text" refType="l" refFor="ch" refForName="ThreeConn_1-2"/>
          <dgm:constr type="t" for="ch" forName="ThreeNodes_2_text" refType="t" refFor="ch" refForName="ThreeNodes_2"/>
          <dgm:constr type="b" for="ch" forName="ThreeNodes_2_text" refType="b" refFor="ch" refForName="ThreeNodes_2"/>
          <dgm:constr type="l" for="ch" forName="ThreeNodes_2_text" refType="l" refFor="ch" refForName="ThreeNodes_2"/>
          <dgm:constr type="r" for="ch" forName="ThreeNodes_3_text" refType="l" refFor="ch" refForName="ThreeConn_2-3"/>
          <dgm:constr type="t" for="ch" forName="ThreeNodes_3_text" refType="t" refFor="ch" refForName="ThreeNodes_3"/>
          <dgm:constr type="b" for="ch" forName="ThreeNodes_3_text" refType="b" refFor="ch" refForName="ThreeNodes_3"/>
          <dgm:constr type="l" for="ch" forName="ThreeNodes_3_text" refType="l" refFor="ch" refForName="ThreeNodes_3"/>
          <dgm:constr type="w" for="ch" forName="FourNodes_1" refType="w" fact="0.8"/>
          <dgm:constr type="h" for="ch" forName="FourNodes_1" refType="h" fact="0.22"/>
          <dgm:constr type="t" for="ch" forName="FourNodes_1"/>
          <dgm:constr type="l" for="ch" forName="FourNodes_1"/>
          <dgm:constr type="w" for="ch" forName="FourNodes_2" refType="w" fact="0.8"/>
          <dgm:constr type="h" for="ch" forName="FourNodes_2" refType="h" fact="0.22"/>
          <dgm:constr type="ctrY" for="ch" forName="FourNodes_2" refType="h" fact="0.37"/>
          <dgm:constr type="ctrX" for="ch" forName="FourNodes_2" refType="w" fact="0.467"/>
          <dgm:constr type="w" for="ch" forName="FourNodes_3" refType="w" fact="0.8"/>
          <dgm:constr type="h" for="ch" forName="FourNodes_3" refType="h" fact="0.22"/>
          <dgm:constr type="ctrY" for="ch" forName="FourNodes_3" refType="h" fact="0.63"/>
          <dgm:constr type="ctrX" for="ch" forName="FourNodes_3" refType="w" fact="0.533"/>
          <dgm:constr type="w" for="ch" forName="FourNodes_4" refType="w" fact="0.8"/>
          <dgm:constr type="h" for="ch" forName="FourNodes_4" refType="h" fact="0.22"/>
          <dgm:constr type="b" for="ch" forName="FourNodes_4" refType="h"/>
          <dgm:constr type="r" for="ch" forName="FourNodes_4" refType="w"/>
          <dgm:constr type="w" for="ch" forName="FourConn_1-2" refType="h" refFor="ch" refForName="FourNodes_1" fact="0.65"/>
          <dgm:constr type="h" for="ch" forName="FourConn_1-2" refType="h" refFor="ch" refForName="FourNodes_1" fact="0.65"/>
          <dgm:constr type="ctrY" for="ch" forName="FourConn_1-2" refType="h" fact="0.24"/>
          <dgm:constr type="r" for="ch" forName="FourConn_1-2" refType="r" refFor="ch" refForName="FourNodes_1"/>
          <dgm:constr type="w" for="ch" forName="FourConn_2-3" refType="h" refFor="ch" refForName="FourNodes_2" fact="0.65"/>
          <dgm:constr type="h" for="ch" forName="FourConn_2-3" refType="h" refFor="ch" refForName="FourNodes_2" fact="0.65"/>
          <dgm:constr type="ctrY" for="ch" forName="FourConn_2-3" refType="h" fact="0.5"/>
          <dgm:constr type="r" for="ch" forName="FourConn_2-3" refType="r" refFor="ch" refForName="FourNodes_2"/>
          <dgm:constr type="w" for="ch" forName="FourConn_3-4" refType="h" refFor="ch" refForName="FourNodes_3" fact="0.65"/>
          <dgm:constr type="h" for="ch" forName="FourConn_3-4" refType="h" refFor="ch" refForName="FourNodes_3" fact="0.65"/>
          <dgm:constr type="ctrY" for="ch" forName="FourConn_3-4" refType="h" fact="0.76"/>
          <dgm:constr type="r" for="ch" forName="FourConn_3-4" refType="r" refFor="ch" refForName="FourNodes_3"/>
          <dgm:constr type="r" for="ch" forName="FourNodes_1_text" refType="l" refFor="ch" refForName="FourConn_1-2"/>
          <dgm:constr type="rOff" for="ch" forName="FourNodes_1_text" refType="w" refFor="ch" refForName="FourConn_1-2" fact="-0.7"/>
          <dgm:constr type="t" for="ch" forName="FourNodes_1_text" refType="t" refFor="ch" refForName="FourNodes_1"/>
          <dgm:constr type="b" for="ch" forName="FourNodes_1_text" refType="b" refFor="ch" refForName="FourNodes_1"/>
          <dgm:constr type="l" for="ch" forName="FourNodes_1_text" refType="l" refFor="ch" refForName="FourNodes_1"/>
          <dgm:constr type="r" for="ch" forName="FourNodes_2_text" refType="l" refFor="ch" refForName="FourConn_1-2"/>
          <dgm:constr type="t" for="ch" forName="FourNodes_2_text" refType="t" refFor="ch" refForName="FourNodes_2"/>
          <dgm:constr type="b" for="ch" forName="FourNodes_2_text" refType="b" refFor="ch" refForName="FourNodes_2"/>
          <dgm:constr type="l" for="ch" forName="FourNodes_2_text" refType="l" refFor="ch" refForName="FourNodes_2"/>
          <dgm:constr type="r" for="ch" forName="FourNodes_3_text" refType="l" refFor="ch" refForName="FourConn_2-3"/>
          <dgm:constr type="t" for="ch" forName="FourNodes_3_text" refType="t" refFor="ch" refForName="FourNodes_3"/>
          <dgm:constr type="b" for="ch" forName="FourNodes_3_text" refType="b" refFor="ch" refForName="FourNodes_3"/>
          <dgm:constr type="l" for="ch" forName="FourNodes_3_text" refType="l" refFor="ch" refForName="FourNodes_3"/>
          <dgm:constr type="r" for="ch" forName="FourNodes_4_text" refType="l" refFor="ch" refForName="FourConn_3-4"/>
          <dgm:constr type="t" for="ch" forName="FourNodes_4_text" refType="t" refFor="ch" refForName="FourNodes_4"/>
          <dgm:constr type="b" for="ch" forName="FourNodes_4_text" refType="b" refFor="ch" refForName="FourNodes_4"/>
          <dgm:constr type="l" for="ch" forName="FourNodes_4_text" refType="l" refFor="ch" refForName="FourNodes_4"/>
          <dgm:constr type="w" for="ch" forName="FiveNodes_1" refType="w" fact="0.77"/>
          <dgm:constr type="h" for="ch" forName="FiveNodes_1" refType="h" fact="0.18"/>
          <dgm:constr type="t" for="ch" forName="FiveNodes_1"/>
          <dgm:constr type="l" for="ch" forName="FiveNodes_1"/>
          <dgm:constr type="w" for="ch" forName="FiveNodes_2" refType="w" fact="0.77"/>
          <dgm:constr type="h" for="ch" forName="FiveNodes_2" refType="h" fact="0.18"/>
          <dgm:constr type="ctrY" for="ch" forName="FiveNodes_2" refType="h" fact="0.295"/>
          <dgm:constr type="ctrX" for="ch" forName="FiveNodes_2" refType="w" fact="0.4425"/>
          <dgm:constr type="w" for="ch" forName="FiveNodes_3" refType="w" fact="0.77"/>
          <dgm:constr type="h" for="ch" forName="FiveNodes_3" refType="h" fact="0.18"/>
          <dgm:constr type="ctrY" for="ch" forName="FiveNodes_3" refType="h" fact="0.5"/>
          <dgm:constr type="ctrX" for="ch" forName="FiveNodes_3" refType="w" fact="0.5"/>
          <dgm:constr type="w" for="ch" forName="FiveNodes_4" refType="w" fact="0.77"/>
          <dgm:constr type="h" for="ch" forName="FiveNodes_4" refType="h" fact="0.18"/>
          <dgm:constr type="ctrY" for="ch" forName="FiveNodes_4" refType="h" fact="0.705"/>
          <dgm:constr type="ctrX" for="ch" forName="FiveNodes_4" refType="w" fact="0.5575"/>
          <dgm:constr type="w" for="ch" forName="FiveNodes_5" refType="w" fact="0.77"/>
          <dgm:constr type="h" for="ch" forName="FiveNodes_5" refType="h" fact="0.18"/>
          <dgm:constr type="b" for="ch" forName="FiveNodes_5" refType="h"/>
          <dgm:constr type="r" for="ch" forName="FiveNodes_5" refType="w"/>
          <dgm:constr type="w" for="ch" forName="FiveConn_1-2" refType="h" refFor="ch" refForName="FiveNodes_1" fact="0.65"/>
          <dgm:constr type="h" for="ch" forName="FiveConn_1-2" refType="h" refFor="ch" refForName="FiveNodes_1" fact="0.65"/>
          <dgm:constr type="ctrY" for="ch" forName="FiveConn_1-2" refType="h" fact="0.19"/>
          <dgm:constr type="r" for="ch" forName="FiveConn_1-2" refType="r" refFor="ch" refForName="FiveNodes_1"/>
          <dgm:constr type="w" for="ch" forName="FiveConn_2-3" refType="h" refFor="ch" refForName="FiveNodes_2" fact="0.65"/>
          <dgm:constr type="h" for="ch" forName="FiveConn_2-3" refType="h" refFor="ch" refForName="FiveNodes_2" fact="0.65"/>
          <dgm:constr type="ctrY" for="ch" forName="FiveConn_2-3" refType="h" fact="0.395"/>
          <dgm:constr type="r" for="ch" forName="FiveConn_2-3" refType="r" refFor="ch" refForName="FiveNodes_2"/>
          <dgm:constr type="w" for="ch" forName="FiveConn_3-4" refType="h" refFor="ch" refForName="FiveNodes_3" fact="0.65"/>
          <dgm:constr type="h" for="ch" forName="FiveConn_3-4" refType="h" refFor="ch" refForName="FiveNodes_3" fact="0.65"/>
          <dgm:constr type="ctrY" for="ch" forName="FiveConn_3-4" refType="h" fact="0.597"/>
          <dgm:constr type="r" for="ch" forName="FiveConn_3-4" refType="r" refFor="ch" refForName="FiveNodes_3"/>
          <dgm:constr type="w" for="ch" forName="FiveConn_4-5" refType="h" refFor="ch" refForName="FiveNodes_4" fact="0.65"/>
          <dgm:constr type="h" for="ch" forName="FiveConn_4-5" refType="h" refFor="ch" refForName="FiveNodes_4" fact="0.65"/>
          <dgm:constr type="ctrY" for="ch" forName="FiveConn_4-5" refType="h" fact="0.804"/>
          <dgm:constr type="r" for="ch" forName="FiveConn_4-5" refType="r" refFor="ch" refForName="FiveNodes_4"/>
          <dgm:constr type="r" for="ch" forName="FiveNodes_1_text" refType="l" refFor="ch" refForName="FiveConn_1-2"/>
          <dgm:constr type="rOff" for="ch" forName="FiveNodes_1_text" refType="w" refFor="ch" refForName="FiveConn_1-2" fact="-0.75"/>
          <dgm:constr type="t" for="ch" forName="FiveNodes_1_text" refType="t" refFor="ch" refForName="FiveNodes_1"/>
          <dgm:constr type="b" for="ch" forName="FiveNodes_1_text" refType="b" refFor="ch" refForName="FiveNodes_1"/>
          <dgm:constr type="l" for="ch" forName="FiveNodes_1_text" refType="l" refFor="ch" refForName="FiveNodes_1"/>
          <dgm:constr type="r" for="ch" forName="FiveNodes_2_text" refType="l" refFor="ch" refForName="FiveConn_1-2"/>
          <dgm:constr type="t" for="ch" forName="FiveNodes_2_text" refType="t" refFor="ch" refForName="FiveNodes_2"/>
          <dgm:constr type="b" for="ch" forName="FiveNodes_2_text" refType="b" refFor="ch" refForName="FiveNodes_2"/>
          <dgm:constr type="l" for="ch" forName="FiveNodes_2_text" refType="l" refFor="ch" refForName="FiveNodes_2"/>
          <dgm:constr type="r" for="ch" forName="FiveNodes_3_text" refType="l" refFor="ch" refForName="FiveConn_2-3"/>
          <dgm:constr type="t" for="ch" forName="FiveNodes_3_text" refType="t" refFor="ch" refForName="FiveNodes_3"/>
          <dgm:constr type="b" for="ch" forName="FiveNodes_3_text" refType="b" refFor="ch" refForName="FiveNodes_3"/>
          <dgm:constr type="l" for="ch" forName="FiveNodes_3_text" refType="l" refFor="ch" refForName="FiveNodes_3"/>
          <dgm:constr type="r" for="ch" forName="FiveNodes_4_text" refType="l" refFor="ch" refForName="FiveConn_3-4"/>
          <dgm:constr type="t" for="ch" forName="FiveNodes_4_text" refType="t" refFor="ch" refForName="FiveNodes_4"/>
          <dgm:constr type="b" for="ch" forName="FiveNodes_4_text" refType="b" refFor="ch" refForName="FiveNodes_4"/>
          <dgm:constr type="l" for="ch" forName="FiveNodes_4_text" refType="l" refFor="ch" refForName="FiveNodes_4"/>
          <dgm:constr type="r" for="ch" forName="FiveNodes_5_text" refType="l" refFor="ch" refForName="FiveConn_4-5"/>
          <dgm:constr type="t" for="ch" forName="FiveNodes_5_text" refType="t" refFor="ch" refForName="FiveNodes_5"/>
          <dgm:constr type="b" for="ch" forName="FiveNodes_5_text" refType="b" refFor="ch" refForName="FiveNodes_5"/>
          <dgm:constr type="l" for="ch" forName="FiveNodes_5_text" refType="l" refFor="ch" refForName="FiveNodes_5"/>
        </dgm:constrLst>
      </dgm:if>
      <dgm:else name="Name2">
        <dgm:constrLst>
          <dgm:constr type="primFontSz" for="ch" ptType="node" op="equ" val="65"/>
          <dgm:constr type="w" for="ch" forName="dummyMaxCanvas" refType="w"/>
          <dgm:constr type="h" for="ch" forName="dummyMaxCanvas" refType="h"/>
          <dgm:constr type="w" for="ch" forName="OneNode_1" refType="w"/>
          <dgm:constr type="h" for="ch" forName="OneNode_1" refType="h" fact="0.5"/>
          <dgm:constr type="ctrY" for="ch" forName="OneNode_1" refType="h" fact="0.5"/>
          <dgm:constr type="w" for="ch" forName="TwoNodes_1" refType="w" fact="0.85"/>
          <dgm:constr type="h" for="ch" forName="TwoNodes_1" refType="h" fact="0.45"/>
          <dgm:constr type="t" for="ch" forName="TwoNodes_1"/>
          <dgm:constr type="r" for="ch" forName="TwoNodes_1" refType="w"/>
          <dgm:constr type="w" for="ch" forName="TwoNodes_2" refType="w" fact="0.85"/>
          <dgm:constr type="h" for="ch" forName="TwoNodes_2" refType="h" fact="0.45"/>
          <dgm:constr type="b" for="ch" forName="TwoNodes_2" refType="h"/>
          <dgm:constr type="l" for="ch" forName="TwoNodes_2"/>
          <dgm:constr type="w" for="ch" forName="TwoConn_1-2" refType="h" refFor="ch" refForName="TwoNodes_1" fact="0.65"/>
          <dgm:constr type="h" for="ch" forName="TwoConn_1-2" refType="h" refFor="ch" refForName="TwoNodes_1" fact="0.65"/>
          <dgm:constr type="ctrY" for="ch" forName="TwoConn_1-2" refType="h" fact="0.5"/>
          <dgm:constr type="l" for="ch" forName="TwoConn_1-2" refType="l" refFor="ch" refForName="TwoNodes_1"/>
          <dgm:constr type="l" for="ch" forName="TwoNodes_1_text" refType="r" refFor="ch" refForName="TwoConn_1-2"/>
          <dgm:constr type="lOff" for="ch" forName="TwoNodes_1_text" refType="w" refFor="ch" refForName="TwoConn_1-2" fact="0.5"/>
          <dgm:constr type="t" for="ch" forName="TwoNodes_1_text" refType="t" refFor="ch" refForName="TwoNodes_1"/>
          <dgm:constr type="b" for="ch" forName="TwoNodes_1_text" refType="b" refFor="ch" refForName="TwoNodes_1"/>
          <dgm:constr type="r" for="ch" forName="TwoNodes_1_text" refType="r" refFor="ch" refForName="TwoNodes_1"/>
          <dgm:constr type="l" for="ch" forName="TwoNodes_2_text" refType="r" refFor="ch" refForName="TwoConn_1-2"/>
          <dgm:constr type="t" for="ch" forName="TwoNodes_2_text" refType="t" refFor="ch" refForName="TwoNodes_2"/>
          <dgm:constr type="b" for="ch" forName="TwoNodes_2_text" refType="b" refFor="ch" refForName="TwoNodes_2"/>
          <dgm:constr type="r" for="ch" forName="TwoNodes_2_text" refType="r" refFor="ch" refForName="TwoNodes_2"/>
          <dgm:constr type="w" for="ch" forName="ThreeNodes_1" refType="w" fact="0.85"/>
          <dgm:constr type="h" for="ch" forName="ThreeNodes_1" refType="h" fact="0.3"/>
          <dgm:constr type="t" for="ch" forName="ThreeNodes_1"/>
          <dgm:constr type="r" for="ch" forName="ThreeNodes_1" refType="w"/>
          <dgm:constr type="w" for="ch" forName="ThreeNodes_2" refType="w" fact="0.85"/>
          <dgm:constr type="h" for="ch" forName="ThreeNodes_2" refType="h" fact="0.3"/>
          <dgm:constr type="ctrY" for="ch" forName="ThreeNodes_2" refType="h" fact="0.5"/>
          <dgm:constr type="ctrX" for="ch" forName="ThreeNodes_2" refType="w" fact="0.5"/>
          <dgm:constr type="w" for="ch" forName="ThreeNodes_3" refType="w" fact="0.85"/>
          <dgm:constr type="h" for="ch" forName="ThreeNodes_3" refType="h" fact="0.3"/>
          <dgm:constr type="b" for="ch" forName="ThreeNodes_3" refType="h"/>
          <dgm:constr type="l" for="ch" forName="ThreeNodes_3"/>
          <dgm:constr type="w" for="ch" forName="ThreeConn_1-2" refType="h" refFor="ch" refForName="ThreeNodes_1" fact="0.65"/>
          <dgm:constr type="h" for="ch" forName="ThreeConn_1-2" refType="h" refFor="ch" refForName="ThreeNodes_1" fact="0.65"/>
          <dgm:constr type="ctrY" for="ch" forName="ThreeConn_1-2" refType="h" fact="0.325"/>
          <dgm:constr type="l" for="ch" forName="ThreeConn_1-2" refType="l" refFor="ch" refForName="ThreeNodes_1"/>
          <dgm:constr type="w" for="ch" forName="ThreeConn_2-3" refType="h" refFor="ch" refForName="ThreeNodes_2" fact="0.65"/>
          <dgm:constr type="h" for="ch" forName="ThreeConn_2-3" refType="h" refFor="ch" refForName="ThreeNodes_2" fact="0.65"/>
          <dgm:constr type="ctrY" for="ch" forName="ThreeConn_2-3" refType="h" fact="0.673"/>
          <dgm:constr type="l" for="ch" forName="ThreeConn_2-3" refType="l" refFor="ch" refForName="ThreeNodes_2"/>
          <dgm:constr type="l" for="ch" forName="ThreeNodes_1_text" refType="r" refFor="ch" refForName="ThreeConn_1-2"/>
          <dgm:constr type="lOff" for="ch" forName="ThreeNodes_1_text" refType="w" refFor="ch" refForName="ThreeConn_1-2" fact="0.55"/>
          <dgm:constr type="t" for="ch" forName="ThreeNodes_1_text" refType="t" refFor="ch" refForName="ThreeNodes_1"/>
          <dgm:constr type="b" for="ch" forName="ThreeNodes_1_text" refType="b" refFor="ch" refForName="ThreeNodes_1"/>
          <dgm:constr type="r" for="ch" forName="ThreeNodes_1_text" refType="r" refFor="ch" refForName="ThreeNodes_1"/>
          <dgm:constr type="l" for="ch" forName="ThreeNodes_2_text" refType="r" refFor="ch" refForName="ThreeConn_1-2"/>
          <dgm:constr type="t" for="ch" forName="ThreeNodes_2_text" refType="t" refFor="ch" refForName="ThreeNodes_2"/>
          <dgm:constr type="b" for="ch" forName="ThreeNodes_2_text" refType="b" refFor="ch" refForName="ThreeNodes_2"/>
          <dgm:constr type="r" for="ch" forName="ThreeNodes_2_text" refType="r" refFor="ch" refForName="ThreeNodes_2"/>
          <dgm:constr type="l" for="ch" forName="ThreeNodes_3_text" refType="r" refFor="ch" refForName="ThreeConn_2-3"/>
          <dgm:constr type="t" for="ch" forName="ThreeNodes_3_text" refType="t" refFor="ch" refForName="ThreeNodes_3"/>
          <dgm:constr type="b" for="ch" forName="ThreeNodes_3_text" refType="b" refFor="ch" refForName="ThreeNodes_3"/>
          <dgm:constr type="r" for="ch" forName="ThreeNodes_3_text" refType="r" refFor="ch" refForName="ThreeNodes_3"/>
          <dgm:constr type="w" for="ch" forName="FourNodes_1" refType="w" fact="0.8"/>
          <dgm:constr type="h" for="ch" forName="FourNodes_1" refType="h" fact="0.22"/>
          <dgm:constr type="t" for="ch" forName="FourNodes_1"/>
          <dgm:constr type="r" for="ch" forName="FourNodes_1" refType="w"/>
          <dgm:constr type="w" for="ch" forName="FourNodes_2" refType="w" fact="0.8"/>
          <dgm:constr type="h" for="ch" forName="FourNodes_2" refType="h" fact="0.22"/>
          <dgm:constr type="ctrY" for="ch" forName="FourNodes_2" refType="h" fact="0.37"/>
          <dgm:constr type="ctrX" for="ch" forName="FourNodes_2" refType="w" fact="0.533"/>
          <dgm:constr type="w" for="ch" forName="FourNodes_3" refType="w" fact="0.8"/>
          <dgm:constr type="h" for="ch" forName="FourNodes_3" refType="h" fact="0.22"/>
          <dgm:constr type="ctrY" for="ch" forName="FourNodes_3" refType="h" fact="0.63"/>
          <dgm:constr type="ctrX" for="ch" forName="FourNodes_3" refType="w" fact="0.467"/>
          <dgm:constr type="w" for="ch" forName="FourNodes_4" refType="w" fact="0.8"/>
          <dgm:constr type="h" for="ch" forName="FourNodes_4" refType="h" fact="0.22"/>
          <dgm:constr type="b" for="ch" forName="FourNodes_4" refType="h"/>
          <dgm:constr type="l" for="ch" forName="FourNodes_4"/>
          <dgm:constr type="w" for="ch" forName="FourConn_1-2" refType="h" refFor="ch" refForName="FourNodes_1" fact="0.65"/>
          <dgm:constr type="h" for="ch" forName="FourConn_1-2" refType="h" refFor="ch" refForName="FourNodes_1" fact="0.65"/>
          <dgm:constr type="ctrY" for="ch" forName="FourConn_1-2" refType="h" fact="0.24"/>
          <dgm:constr type="l" for="ch" forName="FourConn_1-2" refType="l" refFor="ch" refForName="FourNodes_1"/>
          <dgm:constr type="w" for="ch" forName="FourConn_2-3" refType="h" refFor="ch" refForName="FourNodes_2" fact="0.65"/>
          <dgm:constr type="h" for="ch" forName="FourConn_2-3" refType="h" refFor="ch" refForName="FourNodes_2" fact="0.65"/>
          <dgm:constr type="ctrY" for="ch" forName="FourConn_2-3" refType="h" fact="0.5"/>
          <dgm:constr type="l" for="ch" forName="FourConn_2-3" refType="l" refFor="ch" refForName="FourNodes_2"/>
          <dgm:constr type="w" for="ch" forName="FourConn_3-4" refType="h" refFor="ch" refForName="FourNodes_3" fact="0.65"/>
          <dgm:constr type="h" for="ch" forName="FourConn_3-4" refType="h" refFor="ch" refForName="FourNodes_3" fact="0.65"/>
          <dgm:constr type="ctrY" for="ch" forName="FourConn_3-4" refType="h" fact="0.76"/>
          <dgm:constr type="l" for="ch" forName="FourConn_3-4" refType="l" refFor="ch" refForName="FourNodes_3"/>
          <dgm:constr type="l" for="ch" forName="FourNodes_1_text" refType="r" refFor="ch" refForName="FourConn_1-2"/>
          <dgm:constr type="lOff" for="ch" forName="FourNodes_1_text" refType="w" refFor="ch" refForName="FourConn_1-2" fact="0.69"/>
          <dgm:constr type="t" for="ch" forName="FourNodes_1_text" refType="t" refFor="ch" refForName="FourNodes_1"/>
          <dgm:constr type="b" for="ch" forName="FourNodes_1_text" refType="b" refFor="ch" refForName="FourNodes_1"/>
          <dgm:constr type="r" for="ch" forName="FourNodes_1_text" refType="r" refFor="ch" refForName="FourNodes_1"/>
          <dgm:constr type="l" for="ch" forName="FourNodes_2_text" refType="r" refFor="ch" refForName="FourConn_1-2"/>
          <dgm:constr type="t" for="ch" forName="FourNodes_2_text" refType="t" refFor="ch" refForName="FourNodes_2"/>
          <dgm:constr type="b" for="ch" forName="FourNodes_2_text" refType="b" refFor="ch" refForName="FourNodes_2"/>
          <dgm:constr type="r" for="ch" forName="FourNodes_2_text" refType="r" refFor="ch" refForName="FourNodes_2"/>
          <dgm:constr type="l" for="ch" forName="FourNodes_3_text" refType="r" refFor="ch" refForName="FourConn_2-3"/>
          <dgm:constr type="t" for="ch" forName="FourNodes_3_text" refType="t" refFor="ch" refForName="FourNodes_3"/>
          <dgm:constr type="b" for="ch" forName="FourNodes_3_text" refType="b" refFor="ch" refForName="FourNodes_3"/>
          <dgm:constr type="r" for="ch" forName="FourNodes_3_text" refType="r" refFor="ch" refForName="FourNodes_3"/>
          <dgm:constr type="l" for="ch" forName="FourNodes_4_text" refType="r" refFor="ch" refForName="FourConn_3-4"/>
          <dgm:constr type="t" for="ch" forName="FourNodes_4_text" refType="t" refFor="ch" refForName="FourNodes_4"/>
          <dgm:constr type="b" for="ch" forName="FourNodes_4_text" refType="b" refFor="ch" refForName="FourNodes_4"/>
          <dgm:constr type="r" for="ch" forName="FourNodes_4_text" refType="r" refFor="ch" refForName="FourNodes_4"/>
          <dgm:constr type="w" for="ch" forName="FiveNodes_1" refType="w" fact="0.77"/>
          <dgm:constr type="h" for="ch" forName="FiveNodes_1" refType="h" fact="0.18"/>
          <dgm:constr type="t" for="ch" forName="FiveNodes_1"/>
          <dgm:constr type="r" for="ch" forName="FiveNodes_1" refType="w"/>
          <dgm:constr type="w" for="ch" forName="FiveNodes_2" refType="w" fact="0.77"/>
          <dgm:constr type="h" for="ch" forName="FiveNodes_2" refType="h" fact="0.18"/>
          <dgm:constr type="ctrY" for="ch" forName="FiveNodes_2" refType="h" fact="0.295"/>
          <dgm:constr type="ctrX" for="ch" forName="FiveNodes_2" refType="w" fact="0.5575"/>
          <dgm:constr type="w" for="ch" forName="FiveNodes_3" refType="w" fact="0.77"/>
          <dgm:constr type="h" for="ch" forName="FiveNodes_3" refType="h" fact="0.18"/>
          <dgm:constr type="ctrY" for="ch" forName="FiveNodes_3" refType="h" fact="0.5"/>
          <dgm:constr type="ctrX" for="ch" forName="FiveNodes_3" refType="w" fact="0.5"/>
          <dgm:constr type="w" for="ch" forName="FiveNodes_4" refType="w" fact="0.77"/>
          <dgm:constr type="h" for="ch" forName="FiveNodes_4" refType="h" fact="0.18"/>
          <dgm:constr type="ctrY" for="ch" forName="FiveNodes_4" refType="h" fact="0.705"/>
          <dgm:constr type="ctrX" for="ch" forName="FiveNodes_4" refType="w" fact="0.4425"/>
          <dgm:constr type="w" for="ch" forName="FiveNodes_5" refType="w" fact="0.77"/>
          <dgm:constr type="h" for="ch" forName="FiveNodes_5" refType="h" fact="0.18"/>
          <dgm:constr type="b" for="ch" forName="FiveNodes_5" refType="h"/>
          <dgm:constr type="l" for="ch" forName="FiveNodes_5"/>
          <dgm:constr type="w" for="ch" forName="FiveConn_1-2" refType="h" refFor="ch" refForName="FiveNodes_1" fact="0.65"/>
          <dgm:constr type="h" for="ch" forName="FiveConn_1-2" refType="h" refFor="ch" refForName="FiveNodes_1" fact="0.65"/>
          <dgm:constr type="ctrY" for="ch" forName="FiveConn_1-2" refType="h" fact="0.19"/>
          <dgm:constr type="l" for="ch" forName="FiveConn_1-2" refType="l" refFor="ch" refForName="FiveNodes_1"/>
          <dgm:constr type="w" for="ch" forName="FiveConn_2-3" refType="h" refFor="ch" refForName="FiveNodes_2" fact="0.65"/>
          <dgm:constr type="h" for="ch" forName="FiveConn_2-3" refType="h" refFor="ch" refForName="FiveNodes_2" fact="0.65"/>
          <dgm:constr type="ctrY" for="ch" forName="FiveConn_2-3" refType="h" fact="0.395"/>
          <dgm:constr type="l" for="ch" forName="FiveConn_2-3" refType="l" refFor="ch" refForName="FiveNodes_2"/>
          <dgm:constr type="w" for="ch" forName="FiveConn_3-4" refType="h" refFor="ch" refForName="FiveNodes_3" fact="0.65"/>
          <dgm:constr type="h" for="ch" forName="FiveConn_3-4" refType="h" refFor="ch" refForName="FiveNodes_3" fact="0.65"/>
          <dgm:constr type="ctrY" for="ch" forName="FiveConn_3-4" refType="h" fact="0.597"/>
          <dgm:constr type="l" for="ch" forName="FiveConn_3-4" refType="l" refFor="ch" refForName="FiveNodes_3"/>
          <dgm:constr type="w" for="ch" forName="FiveConn_4-5" refType="h" refFor="ch" refForName="FiveNodes_4" fact="0.65"/>
          <dgm:constr type="h" for="ch" forName="FiveConn_4-5" refType="h" refFor="ch" refForName="FiveNodes_4" fact="0.65"/>
          <dgm:constr type="ctrY" for="ch" forName="FiveConn_4-5" refType="h" fact="0.804"/>
          <dgm:constr type="l" for="ch" forName="FiveConn_4-5" refType="l" refFor="ch" refForName="FiveNodes_4"/>
          <dgm:constr type="l" for="ch" forName="FiveNodes_1_text" refType="r" refFor="ch" refForName="FiveConn_1-2"/>
          <dgm:constr type="lOff" for="ch" forName="FiveNodes_1_text" refType="w" refFor="ch" refForName="FiveConn_1-2" fact="0.73"/>
          <dgm:constr type="t" for="ch" forName="FiveNodes_1_text" refType="t" refFor="ch" refForName="FiveNodes_1"/>
          <dgm:constr type="b" for="ch" forName="FiveNodes_1_text" refType="b" refFor="ch" refForName="FiveNodes_1"/>
          <dgm:constr type="r" for="ch" forName="FiveNodes_1_text" refType="r" refFor="ch" refForName="FiveNodes_1"/>
          <dgm:constr type="l" for="ch" forName="FiveNodes_2_text" refType="r" refFor="ch" refForName="FiveConn_1-2"/>
          <dgm:constr type="t" for="ch" forName="FiveNodes_2_text" refType="t" refFor="ch" refForName="FiveNodes_2"/>
          <dgm:constr type="b" for="ch" forName="FiveNodes_2_text" refType="b" refFor="ch" refForName="FiveNodes_2"/>
          <dgm:constr type="r" for="ch" forName="FiveNodes_2_text" refType="r" refFor="ch" refForName="FiveNodes_2"/>
          <dgm:constr type="l" for="ch" forName="FiveNodes_3_text" refType="r" refFor="ch" refForName="FiveConn_2-3"/>
          <dgm:constr type="t" for="ch" forName="FiveNodes_3_text" refType="t" refFor="ch" refForName="FiveNodes_3"/>
          <dgm:constr type="b" for="ch" forName="FiveNodes_3_text" refType="b" refFor="ch" refForName="FiveNodes_3"/>
          <dgm:constr type="r" for="ch" forName="FiveNodes_3_text" refType="r" refFor="ch" refForName="FiveNodes_3"/>
          <dgm:constr type="l" for="ch" forName="FiveNodes_4_text" refType="r" refFor="ch" refForName="FiveConn_3-4"/>
          <dgm:constr type="t" for="ch" forName="FiveNodes_4_text" refType="t" refFor="ch" refForName="FiveNodes_4"/>
          <dgm:constr type="b" for="ch" forName="FiveNodes_4_text" refType="b" refFor="ch" refForName="FiveNodes_4"/>
          <dgm:constr type="r" for="ch" forName="FiveNodes_4_text" refType="r" refFor="ch" refForName="FiveNodes_4"/>
          <dgm:constr type="l" for="ch" forName="FiveNodes_5_text" refType="r" refFor="ch" refForName="FiveConn_4-5"/>
          <dgm:constr type="t" for="ch" forName="FiveNodes_5_text" refType="t" refFor="ch" refForName="FiveNodes_5"/>
          <dgm:constr type="b" for="ch" forName="FiveNodes_5_text" refType="b" refFor="ch" refForName="FiveNodes_5"/>
          <dgm:constr type="r" for="ch" forName="FiveNodes_5_text" refType="r" refFor="ch" refForName="FiveNodes_5"/>
        </dgm:constrLst>
      </dgm:else>
    </dgm:choose>
    <dgm:ruleLst/>
    <dgm:layoutNode name="dummyMaxCanvas">
      <dgm:varLst/>
      <dgm:alg type="sp"/>
      <dgm:shape xmlns:r="http://schemas.openxmlformats.org/officeDocument/2006/relationships" r:blip="">
        <dgm:adjLst/>
      </dgm:shape>
      <dgm:presOf/>
      <dgm:constrLst/>
      <dgm:ruleLst/>
    </dgm:layoutNode>
    <dgm:choose name="Name3">
      <dgm:if name="Name4" axis="ch" ptType="node" func="cnt" op="equ" val="1">
        <dgm:layoutNode name="OneNode_1">
          <dgm:varLst>
            <dgm:bulletEnabled val="1"/>
          </dgm:varLst>
          <dgm:alg type="tx"/>
          <dgm:shape xmlns:r="http://schemas.openxmlformats.org/officeDocument/2006/relationships" type="roundRect" r:blip="">
            <dgm:adjLst>
              <dgm:adj idx="1" val="0.1"/>
            </dgm:adjLst>
          </dgm:shape>
          <dgm:presOf axis="ch desOrSelf" ptType="node node" st="1 1" cnt="1 0"/>
          <dgm:constrLst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</dgm:if>
      <dgm:else name="Name5">
        <dgm:choose name="Name6">
          <dgm:if name="Name7" axis="ch" ptType="node" func="cnt" op="equ" val="2">
            <dgm:layoutNode name="TwoNodes_1">
              <dgm:varLst>
                <dgm:bulletEnabled val="1"/>
              </dgm:varLst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ch desOrSelf" ptType="node node" st="1 1" cnt="1 0"/>
              <dgm:constrLst/>
              <dgm:ruleLst/>
            </dgm:layoutNode>
            <dgm:layoutNode name="TwoNodes_2">
              <dgm:varLst>
                <dgm:bulletEnabled val="1"/>
              </dgm:varLst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ch desOrSelf" ptType="node node" st="2 1" cnt="1 0"/>
              <dgm:constrLst/>
              <dgm:ruleLst/>
            </dgm:layoutNode>
            <dgm:layoutNode name="TwoConn_1-2" styleLbl="fgAccFollowNode1">
              <dgm:varLst>
                <dgm:bulletEnabled val="1"/>
              </dgm:varLst>
              <dgm:alg type="tx"/>
              <dgm:shape xmlns:r="http://schemas.openxmlformats.org/officeDocument/2006/relationships" type="downArrow" r:blip="">
                <dgm:adjLst>
                  <dgm:adj idx="1" val="0.55"/>
                  <dgm:adj idx="2" val="0.45"/>
                </dgm:adjLst>
              </dgm:shape>
              <dgm:presOf axis="ch" ptType="sibTrans" cnt="1"/>
              <dgm:constrLst>
                <dgm:constr type="lMarg" refType="primFontSz" fact="0.1"/>
                <dgm:constr type="rMarg" refType="primFontSz" fact="0.1"/>
                <dgm:constr type="tMarg" refType="primFontSz" fact="0.1"/>
                <dgm:constr type="bMarg" refType="primFontSz" fact="0.1"/>
              </dgm:constrLst>
              <dgm:ruleLst>
                <dgm:rule type="primFontSz" val="5" fact="NaN" max="NaN"/>
              </dgm:ruleLst>
            </dgm:layoutNode>
            <dgm:layoutNode name="TwoNodes_1_text">
              <dgm:varLst>
                <dgm:bulletEnabled val="1"/>
              </dgm:varLst>
              <dgm:alg type="tx">
                <dgm:param type="parTxLTRAlign" val="l"/>
                <dgm:param type="txAnchorVertCh" val="mid"/>
              </dgm:alg>
              <dgm:shape xmlns:r="http://schemas.openxmlformats.org/officeDocument/2006/relationships" type="roundRect" r:blip="" hideGeom="1">
                <dgm:adjLst>
                  <dgm:adj idx="1" val="0.1"/>
                </dgm:adjLst>
              </dgm:shape>
              <dgm:presOf axis="ch desOrSelf" ptType="node node" st="1 1" cnt="1 0"/>
              <dgm:constrLst>
                <dgm:constr type="lMarg" refType="primFontSz" fact="0.3"/>
                <dgm:constr type="rMarg" refType="primFontSz" fact="0.3"/>
                <dgm:constr type="tMarg" refType="primFontSz" fact="0.3"/>
                <dgm:constr type="bMarg" refType="primFontSz" fact="0.3"/>
              </dgm:constrLst>
              <dgm:ruleLst>
                <dgm:rule type="primFontSz" val="5" fact="NaN" max="NaN"/>
              </dgm:ruleLst>
            </dgm:layoutNode>
            <dgm:layoutNode name="TwoNodes_2_text">
              <dgm:varLst>
                <dgm:bulletEnabled val="1"/>
              </dgm:varLst>
              <dgm:alg type="tx">
                <dgm:param type="parTxLTRAlign" val="l"/>
                <dgm:param type="txAnchorVertCh" val="mid"/>
              </dgm:alg>
              <dgm:shape xmlns:r="http://schemas.openxmlformats.org/officeDocument/2006/relationships" type="roundRect" r:blip="" hideGeom="1">
                <dgm:adjLst>
                  <dgm:adj idx="1" val="0.1"/>
                </dgm:adjLst>
              </dgm:shape>
              <dgm:presOf axis="ch desOrSelf" ptType="node node" st="2 1" cnt="1 0"/>
              <dgm:constrLst>
                <dgm:constr type="lMarg" refType="primFontSz" fact="0.3"/>
                <dgm:constr type="rMarg" refType="primFontSz" fact="0.3"/>
                <dgm:constr type="tMarg" refType="primFontSz" fact="0.3"/>
                <dgm:constr type="bMarg" refType="primFontSz" fact="0.3"/>
              </dgm:constrLst>
              <dgm:ruleLst>
                <dgm:rule type="primFontSz" val="5" fact="NaN" max="NaN"/>
              </dgm:ruleLst>
            </dgm:layoutNode>
          </dgm:if>
          <dgm:else name="Name8">
            <dgm:choose name="Name9">
              <dgm:if name="Name10" axis="ch" ptType="node" func="cnt" op="equ" val="3">
                <dgm:layoutNode name="ThreeNodes_1">
                  <dgm:varLst>
                    <dgm:bulletEnabled val="1"/>
                  </dgm:varLst>
                  <dgm:alg type="sp"/>
                  <dgm:shape xmlns:r="http://schemas.openxmlformats.org/officeDocument/2006/relationships" type="roundRect" r:blip="">
                    <dgm:adjLst>
                      <dgm:adj idx="1" val="0.1"/>
                    </dgm:adjLst>
                  </dgm:shape>
                  <dgm:presOf axis="ch desOrSelf" ptType="node node" st="1 1" cnt="1 0"/>
                  <dgm:constrLst/>
                  <dgm:ruleLst/>
                </dgm:layoutNode>
                <dgm:layoutNode name="ThreeNodes_2">
                  <dgm:varLst>
                    <dgm:bulletEnabled val="1"/>
                  </dgm:varLst>
                  <dgm:alg type="sp"/>
                  <dgm:shape xmlns:r="http://schemas.openxmlformats.org/officeDocument/2006/relationships" type="roundRect" r:blip="">
                    <dgm:adjLst>
                      <dgm:adj idx="1" val="0.1"/>
                    </dgm:adjLst>
                  </dgm:shape>
                  <dgm:presOf axis="ch desOrSelf" ptType="node node" st="2 1" cnt="1 0"/>
                  <dgm:constrLst/>
                  <dgm:ruleLst/>
                </dgm:layoutNode>
                <dgm:layoutNode name="ThreeNodes_3">
                  <dgm:varLst>
                    <dgm:bulletEnabled val="1"/>
                  </dgm:varLst>
                  <dgm:alg type="sp"/>
                  <dgm:shape xmlns:r="http://schemas.openxmlformats.org/officeDocument/2006/relationships" type="roundRect" r:blip="">
                    <dgm:adjLst>
                      <dgm:adj idx="1" val="0.1"/>
                    </dgm:adjLst>
                  </dgm:shape>
                  <dgm:presOf axis="ch desOrSelf" ptType="node node" st="3 1" cnt="1 0"/>
                  <dgm:constrLst/>
                  <dgm:ruleLst/>
                </dgm:layoutNode>
                <dgm:layoutNode name="ThreeConn_1-2" styleLbl="fgAccFollowNode1">
                  <dgm:varLst>
                    <dgm:bulletEnabled val="1"/>
                  </dgm:varLst>
                  <dgm:alg type="tx"/>
                  <dgm:shape xmlns:r="http://schemas.openxmlformats.org/officeDocument/2006/relationships" type="downArrow" r:blip="">
                    <dgm:adjLst>
                      <dgm:adj idx="1" val="0.55"/>
                      <dgm:adj idx="2" val="0.45"/>
                    </dgm:adjLst>
                  </dgm:shape>
                  <dgm:presOf axis="ch" ptType="sibTrans" cnt="1"/>
                  <dgm:constrLst>
                    <dgm:constr type="lMarg" refType="primFontSz" fact="0.1"/>
                    <dgm:constr type="rMarg" refType="primFontSz" fact="0.1"/>
                    <dgm:constr type="tMarg" refType="primFontSz" fact="0.1"/>
                    <dgm:constr type="bMarg" refType="primFontSz" fact="0.1"/>
                  </dgm:constrLst>
                  <dgm:ruleLst>
                    <dgm:rule type="primFontSz" val="5" fact="NaN" max="NaN"/>
                  </dgm:ruleLst>
                </dgm:layoutNode>
                <dgm:layoutNode name="ThreeConn_2-3" styleLbl="fgAccFollowNode1">
                  <dgm:varLst>
                    <dgm:bulletEnabled val="1"/>
                  </dgm:varLst>
                  <dgm:alg type="tx"/>
                  <dgm:shape xmlns:r="http://schemas.openxmlformats.org/officeDocument/2006/relationships" type="downArrow" r:blip="">
                    <dgm:adjLst>
                      <dgm:adj idx="1" val="0.55"/>
                      <dgm:adj idx="2" val="0.45"/>
                    </dgm:adjLst>
                  </dgm:shape>
                  <dgm:presOf axis="ch" ptType="sibTrans" st="2" cnt="1"/>
                  <dgm:constrLst>
                    <dgm:constr type="lMarg" refType="primFontSz" fact="0.1"/>
                    <dgm:constr type="rMarg" refType="primFontSz" fact="0.1"/>
                    <dgm:constr type="tMarg" refType="primFontSz" fact="0.1"/>
                    <dgm:constr type="bMarg" refType="primFontSz" fact="0.1"/>
                  </dgm:constrLst>
                  <dgm:ruleLst>
                    <dgm:rule type="primFontSz" val="5" fact="NaN" max="NaN"/>
                  </dgm:ruleLst>
                </dgm:layoutNode>
                <dgm:layoutNode name="ThreeNodes_1_text">
                  <dgm:varLst>
                    <dgm:bulletEnabled val="1"/>
                  </dgm:varLst>
                  <dgm:alg type="tx">
                    <dgm:param type="parTxLTRAlign" val="l"/>
                    <dgm:param type="txAnchorVertCh" val="mid"/>
                  </dgm:alg>
                  <dgm:shape xmlns:r="http://schemas.openxmlformats.org/officeDocument/2006/relationships" type="roundRect" r:blip="" hideGeom="1">
                    <dgm:adjLst>
                      <dgm:adj idx="1" val="0.1"/>
                    </dgm:adjLst>
                  </dgm:shape>
                  <dgm:presOf axis="ch desOrSelf" ptType="node node" st="1 1" cnt="1 0"/>
                  <dgm:constrLst>
                    <dgm:constr type="lMarg" refType="primFontSz" fact="0.3"/>
                    <dgm:constr type="rMarg" refType="primFontSz" fact="0.3"/>
                    <dgm:constr type="tMarg" refType="primFontSz" fact="0.3"/>
                    <dgm:constr type="bMarg" refType="primFontSz" fact="0.3"/>
                  </dgm:constrLst>
                  <dgm:ruleLst>
                    <dgm:rule type="primFontSz" val="5" fact="NaN" max="NaN"/>
                  </dgm:ruleLst>
                </dgm:layoutNode>
                <dgm:layoutNode name="ThreeNodes_2_text">
                  <dgm:varLst>
                    <dgm:bulletEnabled val="1"/>
                  </dgm:varLst>
                  <dgm:alg type="tx">
                    <dgm:param type="parTxLTRAlign" val="l"/>
                    <dgm:param type="txAnchorVertCh" val="mid"/>
                  </dgm:alg>
                  <dgm:shape xmlns:r="http://schemas.openxmlformats.org/officeDocument/2006/relationships" type="roundRect" r:blip="" hideGeom="1">
                    <dgm:adjLst>
                      <dgm:adj idx="1" val="0.1"/>
                    </dgm:adjLst>
                  </dgm:shape>
                  <dgm:presOf axis="ch desOrSelf" ptType="node node" st="2 1" cnt="1 0"/>
                  <dgm:constrLst>
                    <dgm:constr type="lMarg" refType="primFontSz" fact="0.3"/>
                    <dgm:constr type="rMarg" refType="primFontSz" fact="0.3"/>
                    <dgm:constr type="tMarg" refType="primFontSz" fact="0.3"/>
                    <dgm:constr type="bMarg" refType="primFontSz" fact="0.3"/>
                  </dgm:constrLst>
                  <dgm:ruleLst>
                    <dgm:rule type="primFontSz" val="5" fact="NaN" max="NaN"/>
                  </dgm:ruleLst>
                </dgm:layoutNode>
                <dgm:layoutNode name="ThreeNodes_3_text">
                  <dgm:varLst>
                    <dgm:bulletEnabled val="1"/>
                  </dgm:varLst>
                  <dgm:alg type="tx">
                    <dgm:param type="parTxLTRAlign" val="l"/>
                    <dgm:param type="txAnchorVertCh" val="mid"/>
                  </dgm:alg>
                  <dgm:shape xmlns:r="http://schemas.openxmlformats.org/officeDocument/2006/relationships" type="roundRect" r:blip="" hideGeom="1">
                    <dgm:adjLst>
                      <dgm:adj idx="1" val="0.1"/>
                    </dgm:adjLst>
                  </dgm:shape>
                  <dgm:presOf axis="ch desOrSelf" ptType="node node" st="3 1" cnt="1 0"/>
                  <dgm:constrLst>
                    <dgm:constr type="lMarg" refType="primFontSz" fact="0.3"/>
                    <dgm:constr type="rMarg" refType="primFontSz" fact="0.3"/>
                    <dgm:constr type="tMarg" refType="primFontSz" fact="0.3"/>
                    <dgm:constr type="bMarg" refType="primFontSz" fact="0.3"/>
                  </dgm:constrLst>
                  <dgm:ruleLst>
                    <dgm:rule type="primFontSz" val="5" fact="NaN" max="NaN"/>
                  </dgm:ruleLst>
                </dgm:layoutNode>
              </dgm:if>
              <dgm:else name="Name11">
                <dgm:choose name="Name12">
                  <dgm:if name="Name13" axis="ch" ptType="node" func="cnt" op="equ" val="4">
                    <dgm:layoutNode name="FourNodes_1">
                      <dgm:varLst>
                        <dgm:bulletEnabled val="1"/>
                      </dgm:varLst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ch desOrSelf" ptType="node node" st="1 1" cnt="1 0"/>
                      <dgm:constrLst/>
                      <dgm:ruleLst/>
                    </dgm:layoutNode>
                    <dgm:layoutNode name="FourNodes_2">
                      <dgm:varLst>
                        <dgm:bulletEnabled val="1"/>
                      </dgm:varLst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ch desOrSelf" ptType="node node" st="2 1" cnt="1 0"/>
                      <dgm:constrLst/>
                      <dgm:ruleLst/>
                    </dgm:layoutNode>
                    <dgm:layoutNode name="FourNodes_3">
                      <dgm:varLst>
                        <dgm:bulletEnabled val="1"/>
                      </dgm:varLst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ch desOrSelf" ptType="node node" st="3 1" cnt="1 0"/>
                      <dgm:constrLst/>
                      <dgm:ruleLst/>
                    </dgm:layoutNode>
                    <dgm:layoutNode name="FourNodes_4">
                      <dgm:varLst>
                        <dgm:bulletEnabled val="1"/>
                      </dgm:varLst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ch desOrSelf" ptType="node node" st="4 1" cnt="1 0"/>
                      <dgm:constrLst/>
                      <dgm:ruleLst/>
                    </dgm:layoutNode>
                    <dgm:layoutNode name="FourConn_1-2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downArrow" r:blip="">
                        <dgm:adjLst>
                          <dgm:adj idx="1" val="0.55"/>
                          <dgm:adj idx="2" val="0.45"/>
                        </dgm:adjLst>
                      </dgm:shape>
                      <dgm:presOf axis="ch" ptType="sibTrans" cnt="1"/>
                      <dgm:constrLst>
                        <dgm:constr type="lMarg" refType="primFontSz" fact="0.1"/>
                        <dgm:constr type="rMarg" refType="primFontSz" fact="0.1"/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Conn_2-3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downArrow" r:blip="">
                        <dgm:adjLst>
                          <dgm:adj idx="1" val="0.55"/>
                          <dgm:adj idx="2" val="0.45"/>
                        </dgm:adjLst>
                      </dgm:shape>
                      <dgm:presOf axis="ch" ptType="sibTrans" st="2" cnt="1"/>
                      <dgm:constrLst>
                        <dgm:constr type="lMarg" refType="primFontSz" fact="0.1"/>
                        <dgm:constr type="rMarg" refType="primFontSz" fact="0.1"/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Conn_3-4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downArrow" r:blip="">
                        <dgm:adjLst>
                          <dgm:adj idx="1" val="0.55"/>
                          <dgm:adj idx="2" val="0.45"/>
                        </dgm:adjLst>
                      </dgm:shape>
                      <dgm:presOf axis="ch" ptType="sibTrans" st="3" cnt="1"/>
                      <dgm:constrLst>
                        <dgm:constr type="lMarg" refType="primFontSz" fact="0.1"/>
                        <dgm:constr type="rMarg" refType="primFontSz" fact="0.1"/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Nodes_1_text">
                      <dgm:varLst>
                        <dgm:bulletEnabled val="1"/>
                      </dgm:varLst>
                      <dgm:alg type="tx">
                        <dgm:param type="parTxLTRAlign" val="l"/>
                        <dgm:param type="txAnchorVertCh" val="mid"/>
                      </dgm:alg>
                      <dgm:shape xmlns:r="http://schemas.openxmlformats.org/officeDocument/2006/relationships" type="roundRect" r:blip="" hideGeom="1">
                        <dgm:adjLst>
                          <dgm:adj idx="1" val="0.1"/>
                        </dgm:adjLst>
                      </dgm:shape>
                      <dgm:presOf axis="ch desOrSelf" ptType="node node" st="1 1" cnt="1 0"/>
                      <dgm:constrLst>
                        <dgm:constr type="lMarg" refType="primFontSz" fact="0.3"/>
                        <dgm:constr type="rMarg" refType="primFontSz" fact="0.3"/>
                        <dgm:constr type="tMarg" refType="primFontSz" fact="0.3"/>
                        <dgm:constr type="b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Nodes_2_text">
                      <dgm:varLst>
                        <dgm:bulletEnabled val="1"/>
                      </dgm:varLst>
                      <dgm:alg type="tx">
                        <dgm:param type="parTxLTRAlign" val="l"/>
                        <dgm:param type="txAnchorVertCh" val="mid"/>
                      </dgm:alg>
                      <dgm:shape xmlns:r="http://schemas.openxmlformats.org/officeDocument/2006/relationships" type="roundRect" r:blip="" hideGeom="1">
                        <dgm:adjLst>
                          <dgm:adj idx="1" val="0.1"/>
                        </dgm:adjLst>
                      </dgm:shape>
                      <dgm:presOf axis="ch desOrSelf" ptType="node node" st="2 1" cnt="1 0"/>
                      <dgm:constrLst>
                        <dgm:constr type="lMarg" refType="primFontSz" fact="0.3"/>
                        <dgm:constr type="rMarg" refType="primFontSz" fact="0.3"/>
                        <dgm:constr type="tMarg" refType="primFontSz" fact="0.3"/>
                        <dgm:constr type="b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Nodes_3_text">
                      <dgm:varLst>
                        <dgm:bulletEnabled val="1"/>
                      </dgm:varLst>
                      <dgm:alg type="tx">
                        <dgm:param type="parTxLTRAlign" val="l"/>
                        <dgm:param type="txAnchorVertCh" val="mid"/>
                      </dgm:alg>
                      <dgm:shape xmlns:r="http://schemas.openxmlformats.org/officeDocument/2006/relationships" type="roundRect" r:blip="" hideGeom="1">
                        <dgm:adjLst>
                          <dgm:adj idx="1" val="0.1"/>
                        </dgm:adjLst>
                      </dgm:shape>
                      <dgm:presOf axis="ch desOrSelf" ptType="node node" st="3 1" cnt="1 0"/>
                      <dgm:constrLst>
                        <dgm:constr type="lMarg" refType="primFontSz" fact="0.3"/>
                        <dgm:constr type="rMarg" refType="primFontSz" fact="0.3"/>
                        <dgm:constr type="tMarg" refType="primFontSz" fact="0.3"/>
                        <dgm:constr type="b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Nodes_4_text">
                      <dgm:varLst>
                        <dgm:bulletEnabled val="1"/>
                      </dgm:varLst>
                      <dgm:alg type="tx">
                        <dgm:param type="parTxLTRAlign" val="l"/>
                        <dgm:param type="txAnchorVertCh" val="mid"/>
                      </dgm:alg>
                      <dgm:shape xmlns:r="http://schemas.openxmlformats.org/officeDocument/2006/relationships" type="roundRect" r:blip="" hideGeom="1">
                        <dgm:adjLst>
                          <dgm:adj idx="1" val="0.1"/>
                        </dgm:adjLst>
                      </dgm:shape>
                      <dgm:presOf axis="ch desOrSelf" ptType="node node" st="4 1" cnt="1 0"/>
                      <dgm:constrLst>
                        <dgm:constr type="lMarg" refType="primFontSz" fact="0.3"/>
                        <dgm:constr type="rMarg" refType="primFontSz" fact="0.3"/>
                        <dgm:constr type="tMarg" refType="primFontSz" fact="0.3"/>
                        <dgm:constr type="b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</dgm:if>
                  <dgm:else name="Name14">
                    <dgm:choose name="Name15">
                      <dgm:if name="Name16" axis="ch" ptType="node" func="cnt" op="gte" val="5">
                        <dgm:layoutNode name="FiveNodes_1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1 1" cnt="1 0"/>
                          <dgm:constrLst/>
                          <dgm:ruleLst/>
                        </dgm:layoutNode>
                        <dgm:layoutNode name="FiveNodes_2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2 1" cnt="1 0"/>
                          <dgm:constrLst/>
                          <dgm:ruleLst/>
                        </dgm:layoutNode>
                        <dgm:layoutNode name="FiveNodes_3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3 1" cnt="1 0"/>
                          <dgm:constrLst/>
                          <dgm:ruleLst/>
                        </dgm:layoutNode>
                        <dgm:layoutNode name="FiveNodes_4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4 1" cnt="1 0"/>
                          <dgm:constrLst/>
                          <dgm:ruleLst/>
                        </dgm:layoutNode>
                        <dgm:layoutNode name="FiveNodes_5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5 1" cnt="1 0"/>
                          <dgm:constrLst/>
                          <dgm:ruleLst/>
                        </dgm:layoutNode>
                        <dgm:layoutNode name="FiveConn_1-2" styleLbl="fgAccFollowNode1">
                          <dgm:varLst>
                            <dgm:bulletEnabled val="1"/>
                          </dgm:varLst>
                          <dgm:alg type="tx"/>
                          <dgm:shape xmlns:r="http://schemas.openxmlformats.org/officeDocument/2006/relationships" type="downArrow" r:blip="">
                            <dgm:adjLst>
                              <dgm:adj idx="1" val="0.55"/>
                              <dgm:adj idx="2" val="0.45"/>
                            </dgm:adjLst>
                          </dgm:shape>
                          <dgm:presOf axis="ch" ptType="sibTrans" cnt="1"/>
                          <dgm:constrLst>
                            <dgm:constr type="lMarg" refType="primFontSz" fact="0.1"/>
                            <dgm:constr type="rMarg" refType="primFontSz" fact="0.1"/>
                            <dgm:constr type="tMarg" refType="primFontSz" fact="0.1"/>
                            <dgm:constr type="bMarg" refType="primFontSz" fact="0.1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Conn_2-3" styleLbl="fgAccFollowNode1">
                          <dgm:varLst>
                            <dgm:bulletEnabled val="1"/>
                          </dgm:varLst>
                          <dgm:alg type="tx"/>
                          <dgm:shape xmlns:r="http://schemas.openxmlformats.org/officeDocument/2006/relationships" type="downArrow" r:blip="">
                            <dgm:adjLst>
                              <dgm:adj idx="1" val="0.55"/>
                              <dgm:adj idx="2" val="0.45"/>
                            </dgm:adjLst>
                          </dgm:shape>
                          <dgm:presOf axis="ch" ptType="sibTrans" st="2" cnt="1"/>
                          <dgm:constrLst>
                            <dgm:constr type="lMarg" refType="primFontSz" fact="0.1"/>
                            <dgm:constr type="rMarg" refType="primFontSz" fact="0.1"/>
                            <dgm:constr type="tMarg" refType="primFontSz" fact="0.1"/>
                            <dgm:constr type="bMarg" refType="primFontSz" fact="0.1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Conn_3-4" styleLbl="fgAccFollowNode1">
                          <dgm:varLst>
                            <dgm:bulletEnabled val="1"/>
                          </dgm:varLst>
                          <dgm:alg type="tx"/>
                          <dgm:shape xmlns:r="http://schemas.openxmlformats.org/officeDocument/2006/relationships" type="downArrow" r:blip="">
                            <dgm:adjLst>
                              <dgm:adj idx="1" val="0.55"/>
                              <dgm:adj idx="2" val="0.45"/>
                            </dgm:adjLst>
                          </dgm:shape>
                          <dgm:presOf axis="ch" ptType="sibTrans" st="3" cnt="1"/>
                          <dgm:constrLst>
                            <dgm:constr type="lMarg" refType="primFontSz" fact="0.1"/>
                            <dgm:constr type="rMarg" refType="primFontSz" fact="0.1"/>
                            <dgm:constr type="tMarg" refType="primFontSz" fact="0.1"/>
                            <dgm:constr type="bMarg" refType="primFontSz" fact="0.1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Conn_4-5" styleLbl="fgAccFollowNode1">
                          <dgm:varLst>
                            <dgm:bulletEnabled val="1"/>
                          </dgm:varLst>
                          <dgm:alg type="tx"/>
                          <dgm:shape xmlns:r="http://schemas.openxmlformats.org/officeDocument/2006/relationships" type="downArrow" r:blip="">
                            <dgm:adjLst>
                              <dgm:adj idx="1" val="0.55"/>
                              <dgm:adj idx="2" val="0.45"/>
                            </dgm:adjLst>
                          </dgm:shape>
                          <dgm:presOf axis="ch" ptType="sibTrans" st="4" cnt="1"/>
                          <dgm:constrLst>
                            <dgm:constr type="lMarg" refType="primFontSz" fact="0.1"/>
                            <dgm:constr type="rMarg" refType="primFontSz" fact="0.1"/>
                            <dgm:constr type="tMarg" refType="primFontSz" fact="0.1"/>
                            <dgm:constr type="bMarg" refType="primFontSz" fact="0.1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1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1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2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2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3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3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4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4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5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5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</dgm:if>
                      <dgm:else name="Name17"/>
                    </dgm:choose>
                  </dgm:else>
                </dgm:choose>
              </dgm:else>
            </dgm:choose>
          </dgm:else>
        </dgm:choose>
      </dgm:else>
    </dgm:choose>
  </dgm:layoutNode>
</dgm:layoutDef>
</file>

<file path=ppt/diagrams/layout98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99.xml><?xml version="1.0" encoding="utf-8"?>
<dgm:layoutDef xmlns:dgm="http://schemas.openxmlformats.org/drawingml/2006/diagram" xmlns:a="http://schemas.openxmlformats.org/drawingml/2006/main" uniqueId="urn:microsoft.com/office/officeart/2005/8/layout/vProcess5">
  <dgm:title val=""/>
  <dgm:desc val=""/>
  <dgm:catLst>
    <dgm:cat type="process" pri="1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</dgm:cxnLst>
      <dgm:bg/>
      <dgm:whole/>
    </dgm:dataModel>
  </dgm:clrData>
  <dgm:layoutNode name="outerComposite">
    <dgm:varLst>
      <dgm:chMax val="5"/>
      <dgm:dir/>
      <dgm:resizeHandles val="exact"/>
    </dgm:varLst>
    <dgm:alg type="composite"/>
    <dgm:shape xmlns:r="http://schemas.openxmlformats.org/officeDocument/2006/relationships" r:blip="">
      <dgm:adjLst/>
    </dgm:shape>
    <dgm:presOf/>
    <dgm:choose name="Name0">
      <dgm:if name="Name1" func="var" arg="dir" op="equ" val="norm">
        <dgm:constrLst>
          <dgm:constr type="primFontSz" for="ch" ptType="node" op="equ" val="65"/>
          <dgm:constr type="w" for="ch" forName="dummyMaxCanvas" refType="w"/>
          <dgm:constr type="h" for="ch" forName="dummyMaxCanvas" refType="h"/>
          <dgm:constr type="w" for="ch" forName="OneNode_1" refType="w"/>
          <dgm:constr type="h" for="ch" forName="OneNode_1" refType="h" fact="0.5"/>
          <dgm:constr type="ctrY" for="ch" forName="OneNode_1" refType="h" fact="0.5"/>
          <dgm:constr type="w" for="ch" forName="TwoNodes_1" refType="w" fact="0.85"/>
          <dgm:constr type="h" for="ch" forName="TwoNodes_1" refType="h" fact="0.45"/>
          <dgm:constr type="t" for="ch" forName="TwoNodes_1"/>
          <dgm:constr type="l" for="ch" forName="TwoNodes_1"/>
          <dgm:constr type="w" for="ch" forName="TwoNodes_2" refType="w" fact="0.85"/>
          <dgm:constr type="h" for="ch" forName="TwoNodes_2" refType="h" fact="0.45"/>
          <dgm:constr type="b" for="ch" forName="TwoNodes_2" refType="h"/>
          <dgm:constr type="r" for="ch" forName="TwoNodes_2" refType="w"/>
          <dgm:constr type="w" for="ch" forName="TwoConn_1-2" refType="h" refFor="ch" refForName="TwoNodes_1" fact="0.65"/>
          <dgm:constr type="h" for="ch" forName="TwoConn_1-2" refType="h" refFor="ch" refForName="TwoNodes_1" fact="0.65"/>
          <dgm:constr type="ctrY" for="ch" forName="TwoConn_1-2" refType="h" fact="0.5"/>
          <dgm:constr type="r" for="ch" forName="TwoConn_1-2" refType="r" refFor="ch" refForName="TwoNodes_1"/>
          <dgm:constr type="r" for="ch" forName="TwoNodes_1_text" refType="l" refFor="ch" refForName="TwoConn_1-2"/>
          <dgm:constr type="rOff" for="ch" forName="TwoNodes_1_text" refType="w" refFor="ch" refForName="TwoConn_1-2" fact="-0.5"/>
          <dgm:constr type="t" for="ch" forName="TwoNodes_1_text" refType="t" refFor="ch" refForName="TwoNodes_1"/>
          <dgm:constr type="b" for="ch" forName="TwoNodes_1_text" refType="b" refFor="ch" refForName="TwoNodes_1"/>
          <dgm:constr type="l" for="ch" forName="TwoNodes_1_text" refType="l" refFor="ch" refForName="TwoNodes_1"/>
          <dgm:constr type="r" for="ch" forName="TwoNodes_2_text" refType="l" refFor="ch" refForName="TwoConn_1-2"/>
          <dgm:constr type="t" for="ch" forName="TwoNodes_2_text" refType="t" refFor="ch" refForName="TwoNodes_2"/>
          <dgm:constr type="b" for="ch" forName="TwoNodes_2_text" refType="b" refFor="ch" refForName="TwoNodes_2"/>
          <dgm:constr type="l" for="ch" forName="TwoNodes_2_text" refType="l" refFor="ch" refForName="TwoNodes_2"/>
          <dgm:constr type="w" for="ch" forName="ThreeNodes_1" refType="w" fact="0.85"/>
          <dgm:constr type="h" for="ch" forName="ThreeNodes_1" refType="h" fact="0.3"/>
          <dgm:constr type="t" for="ch" forName="ThreeNodes_1"/>
          <dgm:constr type="l" for="ch" forName="ThreeNodes_1"/>
          <dgm:constr type="w" for="ch" forName="ThreeNodes_2" refType="w" fact="0.85"/>
          <dgm:constr type="h" for="ch" forName="ThreeNodes_2" refType="h" fact="0.3"/>
          <dgm:constr type="ctrY" for="ch" forName="ThreeNodes_2" refType="h" fact="0.5"/>
          <dgm:constr type="ctrX" for="ch" forName="ThreeNodes_2" refType="w" fact="0.5"/>
          <dgm:constr type="w" for="ch" forName="ThreeNodes_3" refType="w" fact="0.85"/>
          <dgm:constr type="h" for="ch" forName="ThreeNodes_3" refType="h" fact="0.3"/>
          <dgm:constr type="b" for="ch" forName="ThreeNodes_3" refType="h"/>
          <dgm:constr type="r" for="ch" forName="ThreeNodes_3" refType="w"/>
          <dgm:constr type="w" for="ch" forName="ThreeConn_1-2" refType="h" refFor="ch" refForName="ThreeNodes_1" fact="0.65"/>
          <dgm:constr type="h" for="ch" forName="ThreeConn_1-2" refType="h" refFor="ch" refForName="ThreeNodes_1" fact="0.65"/>
          <dgm:constr type="ctrY" for="ch" forName="ThreeConn_1-2" refType="h" fact="0.325"/>
          <dgm:constr type="r" for="ch" forName="ThreeConn_1-2" refType="r" refFor="ch" refForName="ThreeNodes_1"/>
          <dgm:constr type="w" for="ch" forName="ThreeConn_2-3" refType="h" refFor="ch" refForName="ThreeNodes_2" fact="0.65"/>
          <dgm:constr type="h" for="ch" forName="ThreeConn_2-3" refType="h" refFor="ch" refForName="ThreeNodes_2" fact="0.65"/>
          <dgm:constr type="ctrY" for="ch" forName="ThreeConn_2-3" refType="h" fact="0.673"/>
          <dgm:constr type="r" for="ch" forName="ThreeConn_2-3" refType="r" refFor="ch" refForName="ThreeNodes_2"/>
          <dgm:constr type="r" for="ch" forName="ThreeNodes_1_text" refType="l" refFor="ch" refForName="ThreeConn_1-2"/>
          <dgm:constr type="rOff" for="ch" forName="ThreeNodes_1_text" refType="w" refFor="ch" refForName="ThreeConn_1-2" fact="-0.57"/>
          <dgm:constr type="t" for="ch" forName="ThreeNodes_1_text" refType="t" refFor="ch" refForName="ThreeNodes_1"/>
          <dgm:constr type="b" for="ch" forName="ThreeNodes_1_text" refType="b" refFor="ch" refForName="ThreeNodes_1"/>
          <dgm:constr type="l" for="ch" forName="ThreeNodes_1_text" refType="l" refFor="ch" refForName="ThreeNodes_1"/>
          <dgm:constr type="r" for="ch" forName="ThreeNodes_2_text" refType="l" refFor="ch" refForName="ThreeConn_1-2"/>
          <dgm:constr type="t" for="ch" forName="ThreeNodes_2_text" refType="t" refFor="ch" refForName="ThreeNodes_2"/>
          <dgm:constr type="b" for="ch" forName="ThreeNodes_2_text" refType="b" refFor="ch" refForName="ThreeNodes_2"/>
          <dgm:constr type="l" for="ch" forName="ThreeNodes_2_text" refType="l" refFor="ch" refForName="ThreeNodes_2"/>
          <dgm:constr type="r" for="ch" forName="ThreeNodes_3_text" refType="l" refFor="ch" refForName="ThreeConn_2-3"/>
          <dgm:constr type="t" for="ch" forName="ThreeNodes_3_text" refType="t" refFor="ch" refForName="ThreeNodes_3"/>
          <dgm:constr type="b" for="ch" forName="ThreeNodes_3_text" refType="b" refFor="ch" refForName="ThreeNodes_3"/>
          <dgm:constr type="l" for="ch" forName="ThreeNodes_3_text" refType="l" refFor="ch" refForName="ThreeNodes_3"/>
          <dgm:constr type="w" for="ch" forName="FourNodes_1" refType="w" fact="0.8"/>
          <dgm:constr type="h" for="ch" forName="FourNodes_1" refType="h" fact="0.22"/>
          <dgm:constr type="t" for="ch" forName="FourNodes_1"/>
          <dgm:constr type="l" for="ch" forName="FourNodes_1"/>
          <dgm:constr type="w" for="ch" forName="FourNodes_2" refType="w" fact="0.8"/>
          <dgm:constr type="h" for="ch" forName="FourNodes_2" refType="h" fact="0.22"/>
          <dgm:constr type="ctrY" for="ch" forName="FourNodes_2" refType="h" fact="0.37"/>
          <dgm:constr type="ctrX" for="ch" forName="FourNodes_2" refType="w" fact="0.467"/>
          <dgm:constr type="w" for="ch" forName="FourNodes_3" refType="w" fact="0.8"/>
          <dgm:constr type="h" for="ch" forName="FourNodes_3" refType="h" fact="0.22"/>
          <dgm:constr type="ctrY" for="ch" forName="FourNodes_3" refType="h" fact="0.63"/>
          <dgm:constr type="ctrX" for="ch" forName="FourNodes_3" refType="w" fact="0.533"/>
          <dgm:constr type="w" for="ch" forName="FourNodes_4" refType="w" fact="0.8"/>
          <dgm:constr type="h" for="ch" forName="FourNodes_4" refType="h" fact="0.22"/>
          <dgm:constr type="b" for="ch" forName="FourNodes_4" refType="h"/>
          <dgm:constr type="r" for="ch" forName="FourNodes_4" refType="w"/>
          <dgm:constr type="w" for="ch" forName="FourConn_1-2" refType="h" refFor="ch" refForName="FourNodes_1" fact="0.65"/>
          <dgm:constr type="h" for="ch" forName="FourConn_1-2" refType="h" refFor="ch" refForName="FourNodes_1" fact="0.65"/>
          <dgm:constr type="ctrY" for="ch" forName="FourConn_1-2" refType="h" fact="0.24"/>
          <dgm:constr type="r" for="ch" forName="FourConn_1-2" refType="r" refFor="ch" refForName="FourNodes_1"/>
          <dgm:constr type="w" for="ch" forName="FourConn_2-3" refType="h" refFor="ch" refForName="FourNodes_2" fact="0.65"/>
          <dgm:constr type="h" for="ch" forName="FourConn_2-3" refType="h" refFor="ch" refForName="FourNodes_2" fact="0.65"/>
          <dgm:constr type="ctrY" for="ch" forName="FourConn_2-3" refType="h" fact="0.5"/>
          <dgm:constr type="r" for="ch" forName="FourConn_2-3" refType="r" refFor="ch" refForName="FourNodes_2"/>
          <dgm:constr type="w" for="ch" forName="FourConn_3-4" refType="h" refFor="ch" refForName="FourNodes_3" fact="0.65"/>
          <dgm:constr type="h" for="ch" forName="FourConn_3-4" refType="h" refFor="ch" refForName="FourNodes_3" fact="0.65"/>
          <dgm:constr type="ctrY" for="ch" forName="FourConn_3-4" refType="h" fact="0.76"/>
          <dgm:constr type="r" for="ch" forName="FourConn_3-4" refType="r" refFor="ch" refForName="FourNodes_3"/>
          <dgm:constr type="r" for="ch" forName="FourNodes_1_text" refType="l" refFor="ch" refForName="FourConn_1-2"/>
          <dgm:constr type="rOff" for="ch" forName="FourNodes_1_text" refType="w" refFor="ch" refForName="FourConn_1-2" fact="-0.7"/>
          <dgm:constr type="t" for="ch" forName="FourNodes_1_text" refType="t" refFor="ch" refForName="FourNodes_1"/>
          <dgm:constr type="b" for="ch" forName="FourNodes_1_text" refType="b" refFor="ch" refForName="FourNodes_1"/>
          <dgm:constr type="l" for="ch" forName="FourNodes_1_text" refType="l" refFor="ch" refForName="FourNodes_1"/>
          <dgm:constr type="r" for="ch" forName="FourNodes_2_text" refType="l" refFor="ch" refForName="FourConn_1-2"/>
          <dgm:constr type="t" for="ch" forName="FourNodes_2_text" refType="t" refFor="ch" refForName="FourNodes_2"/>
          <dgm:constr type="b" for="ch" forName="FourNodes_2_text" refType="b" refFor="ch" refForName="FourNodes_2"/>
          <dgm:constr type="l" for="ch" forName="FourNodes_2_text" refType="l" refFor="ch" refForName="FourNodes_2"/>
          <dgm:constr type="r" for="ch" forName="FourNodes_3_text" refType="l" refFor="ch" refForName="FourConn_2-3"/>
          <dgm:constr type="t" for="ch" forName="FourNodes_3_text" refType="t" refFor="ch" refForName="FourNodes_3"/>
          <dgm:constr type="b" for="ch" forName="FourNodes_3_text" refType="b" refFor="ch" refForName="FourNodes_3"/>
          <dgm:constr type="l" for="ch" forName="FourNodes_3_text" refType="l" refFor="ch" refForName="FourNodes_3"/>
          <dgm:constr type="r" for="ch" forName="FourNodes_4_text" refType="l" refFor="ch" refForName="FourConn_3-4"/>
          <dgm:constr type="t" for="ch" forName="FourNodes_4_text" refType="t" refFor="ch" refForName="FourNodes_4"/>
          <dgm:constr type="b" for="ch" forName="FourNodes_4_text" refType="b" refFor="ch" refForName="FourNodes_4"/>
          <dgm:constr type="l" for="ch" forName="FourNodes_4_text" refType="l" refFor="ch" refForName="FourNodes_4"/>
          <dgm:constr type="w" for="ch" forName="FiveNodes_1" refType="w" fact="0.77"/>
          <dgm:constr type="h" for="ch" forName="FiveNodes_1" refType="h" fact="0.18"/>
          <dgm:constr type="t" for="ch" forName="FiveNodes_1"/>
          <dgm:constr type="l" for="ch" forName="FiveNodes_1"/>
          <dgm:constr type="w" for="ch" forName="FiveNodes_2" refType="w" fact="0.77"/>
          <dgm:constr type="h" for="ch" forName="FiveNodes_2" refType="h" fact="0.18"/>
          <dgm:constr type="ctrY" for="ch" forName="FiveNodes_2" refType="h" fact="0.295"/>
          <dgm:constr type="ctrX" for="ch" forName="FiveNodes_2" refType="w" fact="0.4425"/>
          <dgm:constr type="w" for="ch" forName="FiveNodes_3" refType="w" fact="0.77"/>
          <dgm:constr type="h" for="ch" forName="FiveNodes_3" refType="h" fact="0.18"/>
          <dgm:constr type="ctrY" for="ch" forName="FiveNodes_3" refType="h" fact="0.5"/>
          <dgm:constr type="ctrX" for="ch" forName="FiveNodes_3" refType="w" fact="0.5"/>
          <dgm:constr type="w" for="ch" forName="FiveNodes_4" refType="w" fact="0.77"/>
          <dgm:constr type="h" for="ch" forName="FiveNodes_4" refType="h" fact="0.18"/>
          <dgm:constr type="ctrY" for="ch" forName="FiveNodes_4" refType="h" fact="0.705"/>
          <dgm:constr type="ctrX" for="ch" forName="FiveNodes_4" refType="w" fact="0.5575"/>
          <dgm:constr type="w" for="ch" forName="FiveNodes_5" refType="w" fact="0.77"/>
          <dgm:constr type="h" for="ch" forName="FiveNodes_5" refType="h" fact="0.18"/>
          <dgm:constr type="b" for="ch" forName="FiveNodes_5" refType="h"/>
          <dgm:constr type="r" for="ch" forName="FiveNodes_5" refType="w"/>
          <dgm:constr type="w" for="ch" forName="FiveConn_1-2" refType="h" refFor="ch" refForName="FiveNodes_1" fact="0.65"/>
          <dgm:constr type="h" for="ch" forName="FiveConn_1-2" refType="h" refFor="ch" refForName="FiveNodes_1" fact="0.65"/>
          <dgm:constr type="ctrY" for="ch" forName="FiveConn_1-2" refType="h" fact="0.19"/>
          <dgm:constr type="r" for="ch" forName="FiveConn_1-2" refType="r" refFor="ch" refForName="FiveNodes_1"/>
          <dgm:constr type="w" for="ch" forName="FiveConn_2-3" refType="h" refFor="ch" refForName="FiveNodes_2" fact="0.65"/>
          <dgm:constr type="h" for="ch" forName="FiveConn_2-3" refType="h" refFor="ch" refForName="FiveNodes_2" fact="0.65"/>
          <dgm:constr type="ctrY" for="ch" forName="FiveConn_2-3" refType="h" fact="0.395"/>
          <dgm:constr type="r" for="ch" forName="FiveConn_2-3" refType="r" refFor="ch" refForName="FiveNodes_2"/>
          <dgm:constr type="w" for="ch" forName="FiveConn_3-4" refType="h" refFor="ch" refForName="FiveNodes_3" fact="0.65"/>
          <dgm:constr type="h" for="ch" forName="FiveConn_3-4" refType="h" refFor="ch" refForName="FiveNodes_3" fact="0.65"/>
          <dgm:constr type="ctrY" for="ch" forName="FiveConn_3-4" refType="h" fact="0.597"/>
          <dgm:constr type="r" for="ch" forName="FiveConn_3-4" refType="r" refFor="ch" refForName="FiveNodes_3"/>
          <dgm:constr type="w" for="ch" forName="FiveConn_4-5" refType="h" refFor="ch" refForName="FiveNodes_4" fact="0.65"/>
          <dgm:constr type="h" for="ch" forName="FiveConn_4-5" refType="h" refFor="ch" refForName="FiveNodes_4" fact="0.65"/>
          <dgm:constr type="ctrY" for="ch" forName="FiveConn_4-5" refType="h" fact="0.804"/>
          <dgm:constr type="r" for="ch" forName="FiveConn_4-5" refType="r" refFor="ch" refForName="FiveNodes_4"/>
          <dgm:constr type="r" for="ch" forName="FiveNodes_1_text" refType="l" refFor="ch" refForName="FiveConn_1-2"/>
          <dgm:constr type="rOff" for="ch" forName="FiveNodes_1_text" refType="w" refFor="ch" refForName="FiveConn_1-2" fact="-0.75"/>
          <dgm:constr type="t" for="ch" forName="FiveNodes_1_text" refType="t" refFor="ch" refForName="FiveNodes_1"/>
          <dgm:constr type="b" for="ch" forName="FiveNodes_1_text" refType="b" refFor="ch" refForName="FiveNodes_1"/>
          <dgm:constr type="l" for="ch" forName="FiveNodes_1_text" refType="l" refFor="ch" refForName="FiveNodes_1"/>
          <dgm:constr type="r" for="ch" forName="FiveNodes_2_text" refType="l" refFor="ch" refForName="FiveConn_1-2"/>
          <dgm:constr type="t" for="ch" forName="FiveNodes_2_text" refType="t" refFor="ch" refForName="FiveNodes_2"/>
          <dgm:constr type="b" for="ch" forName="FiveNodes_2_text" refType="b" refFor="ch" refForName="FiveNodes_2"/>
          <dgm:constr type="l" for="ch" forName="FiveNodes_2_text" refType="l" refFor="ch" refForName="FiveNodes_2"/>
          <dgm:constr type="r" for="ch" forName="FiveNodes_3_text" refType="l" refFor="ch" refForName="FiveConn_2-3"/>
          <dgm:constr type="t" for="ch" forName="FiveNodes_3_text" refType="t" refFor="ch" refForName="FiveNodes_3"/>
          <dgm:constr type="b" for="ch" forName="FiveNodes_3_text" refType="b" refFor="ch" refForName="FiveNodes_3"/>
          <dgm:constr type="l" for="ch" forName="FiveNodes_3_text" refType="l" refFor="ch" refForName="FiveNodes_3"/>
          <dgm:constr type="r" for="ch" forName="FiveNodes_4_text" refType="l" refFor="ch" refForName="FiveConn_3-4"/>
          <dgm:constr type="t" for="ch" forName="FiveNodes_4_text" refType="t" refFor="ch" refForName="FiveNodes_4"/>
          <dgm:constr type="b" for="ch" forName="FiveNodes_4_text" refType="b" refFor="ch" refForName="FiveNodes_4"/>
          <dgm:constr type="l" for="ch" forName="FiveNodes_4_text" refType="l" refFor="ch" refForName="FiveNodes_4"/>
          <dgm:constr type="r" for="ch" forName="FiveNodes_5_text" refType="l" refFor="ch" refForName="FiveConn_4-5"/>
          <dgm:constr type="t" for="ch" forName="FiveNodes_5_text" refType="t" refFor="ch" refForName="FiveNodes_5"/>
          <dgm:constr type="b" for="ch" forName="FiveNodes_5_text" refType="b" refFor="ch" refForName="FiveNodes_5"/>
          <dgm:constr type="l" for="ch" forName="FiveNodes_5_text" refType="l" refFor="ch" refForName="FiveNodes_5"/>
        </dgm:constrLst>
      </dgm:if>
      <dgm:else name="Name2">
        <dgm:constrLst>
          <dgm:constr type="primFontSz" for="ch" ptType="node" op="equ" val="65"/>
          <dgm:constr type="w" for="ch" forName="dummyMaxCanvas" refType="w"/>
          <dgm:constr type="h" for="ch" forName="dummyMaxCanvas" refType="h"/>
          <dgm:constr type="w" for="ch" forName="OneNode_1" refType="w"/>
          <dgm:constr type="h" for="ch" forName="OneNode_1" refType="h" fact="0.5"/>
          <dgm:constr type="ctrY" for="ch" forName="OneNode_1" refType="h" fact="0.5"/>
          <dgm:constr type="w" for="ch" forName="TwoNodes_1" refType="w" fact="0.85"/>
          <dgm:constr type="h" for="ch" forName="TwoNodes_1" refType="h" fact="0.45"/>
          <dgm:constr type="t" for="ch" forName="TwoNodes_1"/>
          <dgm:constr type="r" for="ch" forName="TwoNodes_1" refType="w"/>
          <dgm:constr type="w" for="ch" forName="TwoNodes_2" refType="w" fact="0.85"/>
          <dgm:constr type="h" for="ch" forName="TwoNodes_2" refType="h" fact="0.45"/>
          <dgm:constr type="b" for="ch" forName="TwoNodes_2" refType="h"/>
          <dgm:constr type="l" for="ch" forName="TwoNodes_2"/>
          <dgm:constr type="w" for="ch" forName="TwoConn_1-2" refType="h" refFor="ch" refForName="TwoNodes_1" fact="0.65"/>
          <dgm:constr type="h" for="ch" forName="TwoConn_1-2" refType="h" refFor="ch" refForName="TwoNodes_1" fact="0.65"/>
          <dgm:constr type="ctrY" for="ch" forName="TwoConn_1-2" refType="h" fact="0.5"/>
          <dgm:constr type="l" for="ch" forName="TwoConn_1-2" refType="l" refFor="ch" refForName="TwoNodes_1"/>
          <dgm:constr type="l" for="ch" forName="TwoNodes_1_text" refType="r" refFor="ch" refForName="TwoConn_1-2"/>
          <dgm:constr type="lOff" for="ch" forName="TwoNodes_1_text" refType="w" refFor="ch" refForName="TwoConn_1-2" fact="0.5"/>
          <dgm:constr type="t" for="ch" forName="TwoNodes_1_text" refType="t" refFor="ch" refForName="TwoNodes_1"/>
          <dgm:constr type="b" for="ch" forName="TwoNodes_1_text" refType="b" refFor="ch" refForName="TwoNodes_1"/>
          <dgm:constr type="r" for="ch" forName="TwoNodes_1_text" refType="r" refFor="ch" refForName="TwoNodes_1"/>
          <dgm:constr type="l" for="ch" forName="TwoNodes_2_text" refType="r" refFor="ch" refForName="TwoConn_1-2"/>
          <dgm:constr type="t" for="ch" forName="TwoNodes_2_text" refType="t" refFor="ch" refForName="TwoNodes_2"/>
          <dgm:constr type="b" for="ch" forName="TwoNodes_2_text" refType="b" refFor="ch" refForName="TwoNodes_2"/>
          <dgm:constr type="r" for="ch" forName="TwoNodes_2_text" refType="r" refFor="ch" refForName="TwoNodes_2"/>
          <dgm:constr type="w" for="ch" forName="ThreeNodes_1" refType="w" fact="0.85"/>
          <dgm:constr type="h" for="ch" forName="ThreeNodes_1" refType="h" fact="0.3"/>
          <dgm:constr type="t" for="ch" forName="ThreeNodes_1"/>
          <dgm:constr type="r" for="ch" forName="ThreeNodes_1" refType="w"/>
          <dgm:constr type="w" for="ch" forName="ThreeNodes_2" refType="w" fact="0.85"/>
          <dgm:constr type="h" for="ch" forName="ThreeNodes_2" refType="h" fact="0.3"/>
          <dgm:constr type="ctrY" for="ch" forName="ThreeNodes_2" refType="h" fact="0.5"/>
          <dgm:constr type="ctrX" for="ch" forName="ThreeNodes_2" refType="w" fact="0.5"/>
          <dgm:constr type="w" for="ch" forName="ThreeNodes_3" refType="w" fact="0.85"/>
          <dgm:constr type="h" for="ch" forName="ThreeNodes_3" refType="h" fact="0.3"/>
          <dgm:constr type="b" for="ch" forName="ThreeNodes_3" refType="h"/>
          <dgm:constr type="l" for="ch" forName="ThreeNodes_3"/>
          <dgm:constr type="w" for="ch" forName="ThreeConn_1-2" refType="h" refFor="ch" refForName="ThreeNodes_1" fact="0.65"/>
          <dgm:constr type="h" for="ch" forName="ThreeConn_1-2" refType="h" refFor="ch" refForName="ThreeNodes_1" fact="0.65"/>
          <dgm:constr type="ctrY" for="ch" forName="ThreeConn_1-2" refType="h" fact="0.325"/>
          <dgm:constr type="l" for="ch" forName="ThreeConn_1-2" refType="l" refFor="ch" refForName="ThreeNodes_1"/>
          <dgm:constr type="w" for="ch" forName="ThreeConn_2-3" refType="h" refFor="ch" refForName="ThreeNodes_2" fact="0.65"/>
          <dgm:constr type="h" for="ch" forName="ThreeConn_2-3" refType="h" refFor="ch" refForName="ThreeNodes_2" fact="0.65"/>
          <dgm:constr type="ctrY" for="ch" forName="ThreeConn_2-3" refType="h" fact="0.673"/>
          <dgm:constr type="l" for="ch" forName="ThreeConn_2-3" refType="l" refFor="ch" refForName="ThreeNodes_2"/>
          <dgm:constr type="l" for="ch" forName="ThreeNodes_1_text" refType="r" refFor="ch" refForName="ThreeConn_1-2"/>
          <dgm:constr type="lOff" for="ch" forName="ThreeNodes_1_text" refType="w" refFor="ch" refForName="ThreeConn_1-2" fact="0.55"/>
          <dgm:constr type="t" for="ch" forName="ThreeNodes_1_text" refType="t" refFor="ch" refForName="ThreeNodes_1"/>
          <dgm:constr type="b" for="ch" forName="ThreeNodes_1_text" refType="b" refFor="ch" refForName="ThreeNodes_1"/>
          <dgm:constr type="r" for="ch" forName="ThreeNodes_1_text" refType="r" refFor="ch" refForName="ThreeNodes_1"/>
          <dgm:constr type="l" for="ch" forName="ThreeNodes_2_text" refType="r" refFor="ch" refForName="ThreeConn_1-2"/>
          <dgm:constr type="t" for="ch" forName="ThreeNodes_2_text" refType="t" refFor="ch" refForName="ThreeNodes_2"/>
          <dgm:constr type="b" for="ch" forName="ThreeNodes_2_text" refType="b" refFor="ch" refForName="ThreeNodes_2"/>
          <dgm:constr type="r" for="ch" forName="ThreeNodes_2_text" refType="r" refFor="ch" refForName="ThreeNodes_2"/>
          <dgm:constr type="l" for="ch" forName="ThreeNodes_3_text" refType="r" refFor="ch" refForName="ThreeConn_2-3"/>
          <dgm:constr type="t" for="ch" forName="ThreeNodes_3_text" refType="t" refFor="ch" refForName="ThreeNodes_3"/>
          <dgm:constr type="b" for="ch" forName="ThreeNodes_3_text" refType="b" refFor="ch" refForName="ThreeNodes_3"/>
          <dgm:constr type="r" for="ch" forName="ThreeNodes_3_text" refType="r" refFor="ch" refForName="ThreeNodes_3"/>
          <dgm:constr type="w" for="ch" forName="FourNodes_1" refType="w" fact="0.8"/>
          <dgm:constr type="h" for="ch" forName="FourNodes_1" refType="h" fact="0.22"/>
          <dgm:constr type="t" for="ch" forName="FourNodes_1"/>
          <dgm:constr type="r" for="ch" forName="FourNodes_1" refType="w"/>
          <dgm:constr type="w" for="ch" forName="FourNodes_2" refType="w" fact="0.8"/>
          <dgm:constr type="h" for="ch" forName="FourNodes_2" refType="h" fact="0.22"/>
          <dgm:constr type="ctrY" for="ch" forName="FourNodes_2" refType="h" fact="0.37"/>
          <dgm:constr type="ctrX" for="ch" forName="FourNodes_2" refType="w" fact="0.533"/>
          <dgm:constr type="w" for="ch" forName="FourNodes_3" refType="w" fact="0.8"/>
          <dgm:constr type="h" for="ch" forName="FourNodes_3" refType="h" fact="0.22"/>
          <dgm:constr type="ctrY" for="ch" forName="FourNodes_3" refType="h" fact="0.63"/>
          <dgm:constr type="ctrX" for="ch" forName="FourNodes_3" refType="w" fact="0.467"/>
          <dgm:constr type="w" for="ch" forName="FourNodes_4" refType="w" fact="0.8"/>
          <dgm:constr type="h" for="ch" forName="FourNodes_4" refType="h" fact="0.22"/>
          <dgm:constr type="b" for="ch" forName="FourNodes_4" refType="h"/>
          <dgm:constr type="l" for="ch" forName="FourNodes_4"/>
          <dgm:constr type="w" for="ch" forName="FourConn_1-2" refType="h" refFor="ch" refForName="FourNodes_1" fact="0.65"/>
          <dgm:constr type="h" for="ch" forName="FourConn_1-2" refType="h" refFor="ch" refForName="FourNodes_1" fact="0.65"/>
          <dgm:constr type="ctrY" for="ch" forName="FourConn_1-2" refType="h" fact="0.24"/>
          <dgm:constr type="l" for="ch" forName="FourConn_1-2" refType="l" refFor="ch" refForName="FourNodes_1"/>
          <dgm:constr type="w" for="ch" forName="FourConn_2-3" refType="h" refFor="ch" refForName="FourNodes_2" fact="0.65"/>
          <dgm:constr type="h" for="ch" forName="FourConn_2-3" refType="h" refFor="ch" refForName="FourNodes_2" fact="0.65"/>
          <dgm:constr type="ctrY" for="ch" forName="FourConn_2-3" refType="h" fact="0.5"/>
          <dgm:constr type="l" for="ch" forName="FourConn_2-3" refType="l" refFor="ch" refForName="FourNodes_2"/>
          <dgm:constr type="w" for="ch" forName="FourConn_3-4" refType="h" refFor="ch" refForName="FourNodes_3" fact="0.65"/>
          <dgm:constr type="h" for="ch" forName="FourConn_3-4" refType="h" refFor="ch" refForName="FourNodes_3" fact="0.65"/>
          <dgm:constr type="ctrY" for="ch" forName="FourConn_3-4" refType="h" fact="0.76"/>
          <dgm:constr type="l" for="ch" forName="FourConn_3-4" refType="l" refFor="ch" refForName="FourNodes_3"/>
          <dgm:constr type="l" for="ch" forName="FourNodes_1_text" refType="r" refFor="ch" refForName="FourConn_1-2"/>
          <dgm:constr type="lOff" for="ch" forName="FourNodes_1_text" refType="w" refFor="ch" refForName="FourConn_1-2" fact="0.69"/>
          <dgm:constr type="t" for="ch" forName="FourNodes_1_text" refType="t" refFor="ch" refForName="FourNodes_1"/>
          <dgm:constr type="b" for="ch" forName="FourNodes_1_text" refType="b" refFor="ch" refForName="FourNodes_1"/>
          <dgm:constr type="r" for="ch" forName="FourNodes_1_text" refType="r" refFor="ch" refForName="FourNodes_1"/>
          <dgm:constr type="l" for="ch" forName="FourNodes_2_text" refType="r" refFor="ch" refForName="FourConn_1-2"/>
          <dgm:constr type="t" for="ch" forName="FourNodes_2_text" refType="t" refFor="ch" refForName="FourNodes_2"/>
          <dgm:constr type="b" for="ch" forName="FourNodes_2_text" refType="b" refFor="ch" refForName="FourNodes_2"/>
          <dgm:constr type="r" for="ch" forName="FourNodes_2_text" refType="r" refFor="ch" refForName="FourNodes_2"/>
          <dgm:constr type="l" for="ch" forName="FourNodes_3_text" refType="r" refFor="ch" refForName="FourConn_2-3"/>
          <dgm:constr type="t" for="ch" forName="FourNodes_3_text" refType="t" refFor="ch" refForName="FourNodes_3"/>
          <dgm:constr type="b" for="ch" forName="FourNodes_3_text" refType="b" refFor="ch" refForName="FourNodes_3"/>
          <dgm:constr type="r" for="ch" forName="FourNodes_3_text" refType="r" refFor="ch" refForName="FourNodes_3"/>
          <dgm:constr type="l" for="ch" forName="FourNodes_4_text" refType="r" refFor="ch" refForName="FourConn_3-4"/>
          <dgm:constr type="t" for="ch" forName="FourNodes_4_text" refType="t" refFor="ch" refForName="FourNodes_4"/>
          <dgm:constr type="b" for="ch" forName="FourNodes_4_text" refType="b" refFor="ch" refForName="FourNodes_4"/>
          <dgm:constr type="r" for="ch" forName="FourNodes_4_text" refType="r" refFor="ch" refForName="FourNodes_4"/>
          <dgm:constr type="w" for="ch" forName="FiveNodes_1" refType="w" fact="0.77"/>
          <dgm:constr type="h" for="ch" forName="FiveNodes_1" refType="h" fact="0.18"/>
          <dgm:constr type="t" for="ch" forName="FiveNodes_1"/>
          <dgm:constr type="r" for="ch" forName="FiveNodes_1" refType="w"/>
          <dgm:constr type="w" for="ch" forName="FiveNodes_2" refType="w" fact="0.77"/>
          <dgm:constr type="h" for="ch" forName="FiveNodes_2" refType="h" fact="0.18"/>
          <dgm:constr type="ctrY" for="ch" forName="FiveNodes_2" refType="h" fact="0.295"/>
          <dgm:constr type="ctrX" for="ch" forName="FiveNodes_2" refType="w" fact="0.5575"/>
          <dgm:constr type="w" for="ch" forName="FiveNodes_3" refType="w" fact="0.77"/>
          <dgm:constr type="h" for="ch" forName="FiveNodes_3" refType="h" fact="0.18"/>
          <dgm:constr type="ctrY" for="ch" forName="FiveNodes_3" refType="h" fact="0.5"/>
          <dgm:constr type="ctrX" for="ch" forName="FiveNodes_3" refType="w" fact="0.5"/>
          <dgm:constr type="w" for="ch" forName="FiveNodes_4" refType="w" fact="0.77"/>
          <dgm:constr type="h" for="ch" forName="FiveNodes_4" refType="h" fact="0.18"/>
          <dgm:constr type="ctrY" for="ch" forName="FiveNodes_4" refType="h" fact="0.705"/>
          <dgm:constr type="ctrX" for="ch" forName="FiveNodes_4" refType="w" fact="0.4425"/>
          <dgm:constr type="w" for="ch" forName="FiveNodes_5" refType="w" fact="0.77"/>
          <dgm:constr type="h" for="ch" forName="FiveNodes_5" refType="h" fact="0.18"/>
          <dgm:constr type="b" for="ch" forName="FiveNodes_5" refType="h"/>
          <dgm:constr type="l" for="ch" forName="FiveNodes_5"/>
          <dgm:constr type="w" for="ch" forName="FiveConn_1-2" refType="h" refFor="ch" refForName="FiveNodes_1" fact="0.65"/>
          <dgm:constr type="h" for="ch" forName="FiveConn_1-2" refType="h" refFor="ch" refForName="FiveNodes_1" fact="0.65"/>
          <dgm:constr type="ctrY" for="ch" forName="FiveConn_1-2" refType="h" fact="0.19"/>
          <dgm:constr type="l" for="ch" forName="FiveConn_1-2" refType="l" refFor="ch" refForName="FiveNodes_1"/>
          <dgm:constr type="w" for="ch" forName="FiveConn_2-3" refType="h" refFor="ch" refForName="FiveNodes_2" fact="0.65"/>
          <dgm:constr type="h" for="ch" forName="FiveConn_2-3" refType="h" refFor="ch" refForName="FiveNodes_2" fact="0.65"/>
          <dgm:constr type="ctrY" for="ch" forName="FiveConn_2-3" refType="h" fact="0.395"/>
          <dgm:constr type="l" for="ch" forName="FiveConn_2-3" refType="l" refFor="ch" refForName="FiveNodes_2"/>
          <dgm:constr type="w" for="ch" forName="FiveConn_3-4" refType="h" refFor="ch" refForName="FiveNodes_3" fact="0.65"/>
          <dgm:constr type="h" for="ch" forName="FiveConn_3-4" refType="h" refFor="ch" refForName="FiveNodes_3" fact="0.65"/>
          <dgm:constr type="ctrY" for="ch" forName="FiveConn_3-4" refType="h" fact="0.597"/>
          <dgm:constr type="l" for="ch" forName="FiveConn_3-4" refType="l" refFor="ch" refForName="FiveNodes_3"/>
          <dgm:constr type="w" for="ch" forName="FiveConn_4-5" refType="h" refFor="ch" refForName="FiveNodes_4" fact="0.65"/>
          <dgm:constr type="h" for="ch" forName="FiveConn_4-5" refType="h" refFor="ch" refForName="FiveNodes_4" fact="0.65"/>
          <dgm:constr type="ctrY" for="ch" forName="FiveConn_4-5" refType="h" fact="0.804"/>
          <dgm:constr type="l" for="ch" forName="FiveConn_4-5" refType="l" refFor="ch" refForName="FiveNodes_4"/>
          <dgm:constr type="l" for="ch" forName="FiveNodes_1_text" refType="r" refFor="ch" refForName="FiveConn_1-2"/>
          <dgm:constr type="lOff" for="ch" forName="FiveNodes_1_text" refType="w" refFor="ch" refForName="FiveConn_1-2" fact="0.73"/>
          <dgm:constr type="t" for="ch" forName="FiveNodes_1_text" refType="t" refFor="ch" refForName="FiveNodes_1"/>
          <dgm:constr type="b" for="ch" forName="FiveNodes_1_text" refType="b" refFor="ch" refForName="FiveNodes_1"/>
          <dgm:constr type="r" for="ch" forName="FiveNodes_1_text" refType="r" refFor="ch" refForName="FiveNodes_1"/>
          <dgm:constr type="l" for="ch" forName="FiveNodes_2_text" refType="r" refFor="ch" refForName="FiveConn_1-2"/>
          <dgm:constr type="t" for="ch" forName="FiveNodes_2_text" refType="t" refFor="ch" refForName="FiveNodes_2"/>
          <dgm:constr type="b" for="ch" forName="FiveNodes_2_text" refType="b" refFor="ch" refForName="FiveNodes_2"/>
          <dgm:constr type="r" for="ch" forName="FiveNodes_2_text" refType="r" refFor="ch" refForName="FiveNodes_2"/>
          <dgm:constr type="l" for="ch" forName="FiveNodes_3_text" refType="r" refFor="ch" refForName="FiveConn_2-3"/>
          <dgm:constr type="t" for="ch" forName="FiveNodes_3_text" refType="t" refFor="ch" refForName="FiveNodes_3"/>
          <dgm:constr type="b" for="ch" forName="FiveNodes_3_text" refType="b" refFor="ch" refForName="FiveNodes_3"/>
          <dgm:constr type="r" for="ch" forName="FiveNodes_3_text" refType="r" refFor="ch" refForName="FiveNodes_3"/>
          <dgm:constr type="l" for="ch" forName="FiveNodes_4_text" refType="r" refFor="ch" refForName="FiveConn_3-4"/>
          <dgm:constr type="t" for="ch" forName="FiveNodes_4_text" refType="t" refFor="ch" refForName="FiveNodes_4"/>
          <dgm:constr type="b" for="ch" forName="FiveNodes_4_text" refType="b" refFor="ch" refForName="FiveNodes_4"/>
          <dgm:constr type="r" for="ch" forName="FiveNodes_4_text" refType="r" refFor="ch" refForName="FiveNodes_4"/>
          <dgm:constr type="l" for="ch" forName="FiveNodes_5_text" refType="r" refFor="ch" refForName="FiveConn_4-5"/>
          <dgm:constr type="t" for="ch" forName="FiveNodes_5_text" refType="t" refFor="ch" refForName="FiveNodes_5"/>
          <dgm:constr type="b" for="ch" forName="FiveNodes_5_text" refType="b" refFor="ch" refForName="FiveNodes_5"/>
          <dgm:constr type="r" for="ch" forName="FiveNodes_5_text" refType="r" refFor="ch" refForName="FiveNodes_5"/>
        </dgm:constrLst>
      </dgm:else>
    </dgm:choose>
    <dgm:ruleLst/>
    <dgm:layoutNode name="dummyMaxCanvas">
      <dgm:varLst/>
      <dgm:alg type="sp"/>
      <dgm:shape xmlns:r="http://schemas.openxmlformats.org/officeDocument/2006/relationships" r:blip="">
        <dgm:adjLst/>
      </dgm:shape>
      <dgm:presOf/>
      <dgm:constrLst/>
      <dgm:ruleLst/>
    </dgm:layoutNode>
    <dgm:choose name="Name3">
      <dgm:if name="Name4" axis="ch" ptType="node" func="cnt" op="equ" val="1">
        <dgm:layoutNode name="OneNode_1">
          <dgm:varLst>
            <dgm:bulletEnabled val="1"/>
          </dgm:varLst>
          <dgm:alg type="tx"/>
          <dgm:shape xmlns:r="http://schemas.openxmlformats.org/officeDocument/2006/relationships" type="roundRect" r:blip="">
            <dgm:adjLst>
              <dgm:adj idx="1" val="0.1"/>
            </dgm:adjLst>
          </dgm:shape>
          <dgm:presOf axis="ch desOrSelf" ptType="node node" st="1 1" cnt="1 0"/>
          <dgm:constrLst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</dgm:if>
      <dgm:else name="Name5">
        <dgm:choose name="Name6">
          <dgm:if name="Name7" axis="ch" ptType="node" func="cnt" op="equ" val="2">
            <dgm:layoutNode name="TwoNodes_1">
              <dgm:varLst>
                <dgm:bulletEnabled val="1"/>
              </dgm:varLst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ch desOrSelf" ptType="node node" st="1 1" cnt="1 0"/>
              <dgm:constrLst/>
              <dgm:ruleLst/>
            </dgm:layoutNode>
            <dgm:layoutNode name="TwoNodes_2">
              <dgm:varLst>
                <dgm:bulletEnabled val="1"/>
              </dgm:varLst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ch desOrSelf" ptType="node node" st="2 1" cnt="1 0"/>
              <dgm:constrLst/>
              <dgm:ruleLst/>
            </dgm:layoutNode>
            <dgm:layoutNode name="TwoConn_1-2" styleLbl="fgAccFollowNode1">
              <dgm:varLst>
                <dgm:bulletEnabled val="1"/>
              </dgm:varLst>
              <dgm:alg type="tx"/>
              <dgm:shape xmlns:r="http://schemas.openxmlformats.org/officeDocument/2006/relationships" type="downArrow" r:blip="">
                <dgm:adjLst>
                  <dgm:adj idx="1" val="0.55"/>
                  <dgm:adj idx="2" val="0.45"/>
                </dgm:adjLst>
              </dgm:shape>
              <dgm:presOf axis="ch" ptType="sibTrans" cnt="1"/>
              <dgm:constrLst>
                <dgm:constr type="lMarg" refType="primFontSz" fact="0.1"/>
                <dgm:constr type="rMarg" refType="primFontSz" fact="0.1"/>
                <dgm:constr type="tMarg" refType="primFontSz" fact="0.1"/>
                <dgm:constr type="bMarg" refType="primFontSz" fact="0.1"/>
              </dgm:constrLst>
              <dgm:ruleLst>
                <dgm:rule type="primFontSz" val="5" fact="NaN" max="NaN"/>
              </dgm:ruleLst>
            </dgm:layoutNode>
            <dgm:layoutNode name="TwoNodes_1_text">
              <dgm:varLst>
                <dgm:bulletEnabled val="1"/>
              </dgm:varLst>
              <dgm:alg type="tx">
                <dgm:param type="parTxLTRAlign" val="l"/>
                <dgm:param type="txAnchorVertCh" val="mid"/>
              </dgm:alg>
              <dgm:shape xmlns:r="http://schemas.openxmlformats.org/officeDocument/2006/relationships" type="roundRect" r:blip="" hideGeom="1">
                <dgm:adjLst>
                  <dgm:adj idx="1" val="0.1"/>
                </dgm:adjLst>
              </dgm:shape>
              <dgm:presOf axis="ch desOrSelf" ptType="node node" st="1 1" cnt="1 0"/>
              <dgm:constrLst>
                <dgm:constr type="lMarg" refType="primFontSz" fact="0.3"/>
                <dgm:constr type="rMarg" refType="primFontSz" fact="0.3"/>
                <dgm:constr type="tMarg" refType="primFontSz" fact="0.3"/>
                <dgm:constr type="bMarg" refType="primFontSz" fact="0.3"/>
              </dgm:constrLst>
              <dgm:ruleLst>
                <dgm:rule type="primFontSz" val="5" fact="NaN" max="NaN"/>
              </dgm:ruleLst>
            </dgm:layoutNode>
            <dgm:layoutNode name="TwoNodes_2_text">
              <dgm:varLst>
                <dgm:bulletEnabled val="1"/>
              </dgm:varLst>
              <dgm:alg type="tx">
                <dgm:param type="parTxLTRAlign" val="l"/>
                <dgm:param type="txAnchorVertCh" val="mid"/>
              </dgm:alg>
              <dgm:shape xmlns:r="http://schemas.openxmlformats.org/officeDocument/2006/relationships" type="roundRect" r:blip="" hideGeom="1">
                <dgm:adjLst>
                  <dgm:adj idx="1" val="0.1"/>
                </dgm:adjLst>
              </dgm:shape>
              <dgm:presOf axis="ch desOrSelf" ptType="node node" st="2 1" cnt="1 0"/>
              <dgm:constrLst>
                <dgm:constr type="lMarg" refType="primFontSz" fact="0.3"/>
                <dgm:constr type="rMarg" refType="primFontSz" fact="0.3"/>
                <dgm:constr type="tMarg" refType="primFontSz" fact="0.3"/>
                <dgm:constr type="bMarg" refType="primFontSz" fact="0.3"/>
              </dgm:constrLst>
              <dgm:ruleLst>
                <dgm:rule type="primFontSz" val="5" fact="NaN" max="NaN"/>
              </dgm:ruleLst>
            </dgm:layoutNode>
          </dgm:if>
          <dgm:else name="Name8">
            <dgm:choose name="Name9">
              <dgm:if name="Name10" axis="ch" ptType="node" func="cnt" op="equ" val="3">
                <dgm:layoutNode name="ThreeNodes_1">
                  <dgm:varLst>
                    <dgm:bulletEnabled val="1"/>
                  </dgm:varLst>
                  <dgm:alg type="sp"/>
                  <dgm:shape xmlns:r="http://schemas.openxmlformats.org/officeDocument/2006/relationships" type="roundRect" r:blip="">
                    <dgm:adjLst>
                      <dgm:adj idx="1" val="0.1"/>
                    </dgm:adjLst>
                  </dgm:shape>
                  <dgm:presOf axis="ch desOrSelf" ptType="node node" st="1 1" cnt="1 0"/>
                  <dgm:constrLst/>
                  <dgm:ruleLst/>
                </dgm:layoutNode>
                <dgm:layoutNode name="ThreeNodes_2">
                  <dgm:varLst>
                    <dgm:bulletEnabled val="1"/>
                  </dgm:varLst>
                  <dgm:alg type="sp"/>
                  <dgm:shape xmlns:r="http://schemas.openxmlformats.org/officeDocument/2006/relationships" type="roundRect" r:blip="">
                    <dgm:adjLst>
                      <dgm:adj idx="1" val="0.1"/>
                    </dgm:adjLst>
                  </dgm:shape>
                  <dgm:presOf axis="ch desOrSelf" ptType="node node" st="2 1" cnt="1 0"/>
                  <dgm:constrLst/>
                  <dgm:ruleLst/>
                </dgm:layoutNode>
                <dgm:layoutNode name="ThreeNodes_3">
                  <dgm:varLst>
                    <dgm:bulletEnabled val="1"/>
                  </dgm:varLst>
                  <dgm:alg type="sp"/>
                  <dgm:shape xmlns:r="http://schemas.openxmlformats.org/officeDocument/2006/relationships" type="roundRect" r:blip="">
                    <dgm:adjLst>
                      <dgm:adj idx="1" val="0.1"/>
                    </dgm:adjLst>
                  </dgm:shape>
                  <dgm:presOf axis="ch desOrSelf" ptType="node node" st="3 1" cnt="1 0"/>
                  <dgm:constrLst/>
                  <dgm:ruleLst/>
                </dgm:layoutNode>
                <dgm:layoutNode name="ThreeConn_1-2" styleLbl="fgAccFollowNode1">
                  <dgm:varLst>
                    <dgm:bulletEnabled val="1"/>
                  </dgm:varLst>
                  <dgm:alg type="tx"/>
                  <dgm:shape xmlns:r="http://schemas.openxmlformats.org/officeDocument/2006/relationships" type="downArrow" r:blip="">
                    <dgm:adjLst>
                      <dgm:adj idx="1" val="0.55"/>
                      <dgm:adj idx="2" val="0.45"/>
                    </dgm:adjLst>
                  </dgm:shape>
                  <dgm:presOf axis="ch" ptType="sibTrans" cnt="1"/>
                  <dgm:constrLst>
                    <dgm:constr type="lMarg" refType="primFontSz" fact="0.1"/>
                    <dgm:constr type="rMarg" refType="primFontSz" fact="0.1"/>
                    <dgm:constr type="tMarg" refType="primFontSz" fact="0.1"/>
                    <dgm:constr type="bMarg" refType="primFontSz" fact="0.1"/>
                  </dgm:constrLst>
                  <dgm:ruleLst>
                    <dgm:rule type="primFontSz" val="5" fact="NaN" max="NaN"/>
                  </dgm:ruleLst>
                </dgm:layoutNode>
                <dgm:layoutNode name="ThreeConn_2-3" styleLbl="fgAccFollowNode1">
                  <dgm:varLst>
                    <dgm:bulletEnabled val="1"/>
                  </dgm:varLst>
                  <dgm:alg type="tx"/>
                  <dgm:shape xmlns:r="http://schemas.openxmlformats.org/officeDocument/2006/relationships" type="downArrow" r:blip="">
                    <dgm:adjLst>
                      <dgm:adj idx="1" val="0.55"/>
                      <dgm:adj idx="2" val="0.45"/>
                    </dgm:adjLst>
                  </dgm:shape>
                  <dgm:presOf axis="ch" ptType="sibTrans" st="2" cnt="1"/>
                  <dgm:constrLst>
                    <dgm:constr type="lMarg" refType="primFontSz" fact="0.1"/>
                    <dgm:constr type="rMarg" refType="primFontSz" fact="0.1"/>
                    <dgm:constr type="tMarg" refType="primFontSz" fact="0.1"/>
                    <dgm:constr type="bMarg" refType="primFontSz" fact="0.1"/>
                  </dgm:constrLst>
                  <dgm:ruleLst>
                    <dgm:rule type="primFontSz" val="5" fact="NaN" max="NaN"/>
                  </dgm:ruleLst>
                </dgm:layoutNode>
                <dgm:layoutNode name="ThreeNodes_1_text">
                  <dgm:varLst>
                    <dgm:bulletEnabled val="1"/>
                  </dgm:varLst>
                  <dgm:alg type="tx">
                    <dgm:param type="parTxLTRAlign" val="l"/>
                    <dgm:param type="txAnchorVertCh" val="mid"/>
                  </dgm:alg>
                  <dgm:shape xmlns:r="http://schemas.openxmlformats.org/officeDocument/2006/relationships" type="roundRect" r:blip="" hideGeom="1">
                    <dgm:adjLst>
                      <dgm:adj idx="1" val="0.1"/>
                    </dgm:adjLst>
                  </dgm:shape>
                  <dgm:presOf axis="ch desOrSelf" ptType="node node" st="1 1" cnt="1 0"/>
                  <dgm:constrLst>
                    <dgm:constr type="lMarg" refType="primFontSz" fact="0.3"/>
                    <dgm:constr type="rMarg" refType="primFontSz" fact="0.3"/>
                    <dgm:constr type="tMarg" refType="primFontSz" fact="0.3"/>
                    <dgm:constr type="bMarg" refType="primFontSz" fact="0.3"/>
                  </dgm:constrLst>
                  <dgm:ruleLst>
                    <dgm:rule type="primFontSz" val="5" fact="NaN" max="NaN"/>
                  </dgm:ruleLst>
                </dgm:layoutNode>
                <dgm:layoutNode name="ThreeNodes_2_text">
                  <dgm:varLst>
                    <dgm:bulletEnabled val="1"/>
                  </dgm:varLst>
                  <dgm:alg type="tx">
                    <dgm:param type="parTxLTRAlign" val="l"/>
                    <dgm:param type="txAnchorVertCh" val="mid"/>
                  </dgm:alg>
                  <dgm:shape xmlns:r="http://schemas.openxmlformats.org/officeDocument/2006/relationships" type="roundRect" r:blip="" hideGeom="1">
                    <dgm:adjLst>
                      <dgm:adj idx="1" val="0.1"/>
                    </dgm:adjLst>
                  </dgm:shape>
                  <dgm:presOf axis="ch desOrSelf" ptType="node node" st="2 1" cnt="1 0"/>
                  <dgm:constrLst>
                    <dgm:constr type="lMarg" refType="primFontSz" fact="0.3"/>
                    <dgm:constr type="rMarg" refType="primFontSz" fact="0.3"/>
                    <dgm:constr type="tMarg" refType="primFontSz" fact="0.3"/>
                    <dgm:constr type="bMarg" refType="primFontSz" fact="0.3"/>
                  </dgm:constrLst>
                  <dgm:ruleLst>
                    <dgm:rule type="primFontSz" val="5" fact="NaN" max="NaN"/>
                  </dgm:ruleLst>
                </dgm:layoutNode>
                <dgm:layoutNode name="ThreeNodes_3_text">
                  <dgm:varLst>
                    <dgm:bulletEnabled val="1"/>
                  </dgm:varLst>
                  <dgm:alg type="tx">
                    <dgm:param type="parTxLTRAlign" val="l"/>
                    <dgm:param type="txAnchorVertCh" val="mid"/>
                  </dgm:alg>
                  <dgm:shape xmlns:r="http://schemas.openxmlformats.org/officeDocument/2006/relationships" type="roundRect" r:blip="" hideGeom="1">
                    <dgm:adjLst>
                      <dgm:adj idx="1" val="0.1"/>
                    </dgm:adjLst>
                  </dgm:shape>
                  <dgm:presOf axis="ch desOrSelf" ptType="node node" st="3 1" cnt="1 0"/>
                  <dgm:constrLst>
                    <dgm:constr type="lMarg" refType="primFontSz" fact="0.3"/>
                    <dgm:constr type="rMarg" refType="primFontSz" fact="0.3"/>
                    <dgm:constr type="tMarg" refType="primFontSz" fact="0.3"/>
                    <dgm:constr type="bMarg" refType="primFontSz" fact="0.3"/>
                  </dgm:constrLst>
                  <dgm:ruleLst>
                    <dgm:rule type="primFontSz" val="5" fact="NaN" max="NaN"/>
                  </dgm:ruleLst>
                </dgm:layoutNode>
              </dgm:if>
              <dgm:else name="Name11">
                <dgm:choose name="Name12">
                  <dgm:if name="Name13" axis="ch" ptType="node" func="cnt" op="equ" val="4">
                    <dgm:layoutNode name="FourNodes_1">
                      <dgm:varLst>
                        <dgm:bulletEnabled val="1"/>
                      </dgm:varLst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ch desOrSelf" ptType="node node" st="1 1" cnt="1 0"/>
                      <dgm:constrLst/>
                      <dgm:ruleLst/>
                    </dgm:layoutNode>
                    <dgm:layoutNode name="FourNodes_2">
                      <dgm:varLst>
                        <dgm:bulletEnabled val="1"/>
                      </dgm:varLst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ch desOrSelf" ptType="node node" st="2 1" cnt="1 0"/>
                      <dgm:constrLst/>
                      <dgm:ruleLst/>
                    </dgm:layoutNode>
                    <dgm:layoutNode name="FourNodes_3">
                      <dgm:varLst>
                        <dgm:bulletEnabled val="1"/>
                      </dgm:varLst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ch desOrSelf" ptType="node node" st="3 1" cnt="1 0"/>
                      <dgm:constrLst/>
                      <dgm:ruleLst/>
                    </dgm:layoutNode>
                    <dgm:layoutNode name="FourNodes_4">
                      <dgm:varLst>
                        <dgm:bulletEnabled val="1"/>
                      </dgm:varLst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ch desOrSelf" ptType="node node" st="4 1" cnt="1 0"/>
                      <dgm:constrLst/>
                      <dgm:ruleLst/>
                    </dgm:layoutNode>
                    <dgm:layoutNode name="FourConn_1-2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downArrow" r:blip="">
                        <dgm:adjLst>
                          <dgm:adj idx="1" val="0.55"/>
                          <dgm:adj idx="2" val="0.45"/>
                        </dgm:adjLst>
                      </dgm:shape>
                      <dgm:presOf axis="ch" ptType="sibTrans" cnt="1"/>
                      <dgm:constrLst>
                        <dgm:constr type="lMarg" refType="primFontSz" fact="0.1"/>
                        <dgm:constr type="rMarg" refType="primFontSz" fact="0.1"/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Conn_2-3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downArrow" r:blip="">
                        <dgm:adjLst>
                          <dgm:adj idx="1" val="0.55"/>
                          <dgm:adj idx="2" val="0.45"/>
                        </dgm:adjLst>
                      </dgm:shape>
                      <dgm:presOf axis="ch" ptType="sibTrans" st="2" cnt="1"/>
                      <dgm:constrLst>
                        <dgm:constr type="lMarg" refType="primFontSz" fact="0.1"/>
                        <dgm:constr type="rMarg" refType="primFontSz" fact="0.1"/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Conn_3-4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downArrow" r:blip="">
                        <dgm:adjLst>
                          <dgm:adj idx="1" val="0.55"/>
                          <dgm:adj idx="2" val="0.45"/>
                        </dgm:adjLst>
                      </dgm:shape>
                      <dgm:presOf axis="ch" ptType="sibTrans" st="3" cnt="1"/>
                      <dgm:constrLst>
                        <dgm:constr type="lMarg" refType="primFontSz" fact="0.1"/>
                        <dgm:constr type="rMarg" refType="primFontSz" fact="0.1"/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Nodes_1_text">
                      <dgm:varLst>
                        <dgm:bulletEnabled val="1"/>
                      </dgm:varLst>
                      <dgm:alg type="tx">
                        <dgm:param type="parTxLTRAlign" val="l"/>
                        <dgm:param type="txAnchorVertCh" val="mid"/>
                      </dgm:alg>
                      <dgm:shape xmlns:r="http://schemas.openxmlformats.org/officeDocument/2006/relationships" type="roundRect" r:blip="" hideGeom="1">
                        <dgm:adjLst>
                          <dgm:adj idx="1" val="0.1"/>
                        </dgm:adjLst>
                      </dgm:shape>
                      <dgm:presOf axis="ch desOrSelf" ptType="node node" st="1 1" cnt="1 0"/>
                      <dgm:constrLst>
                        <dgm:constr type="lMarg" refType="primFontSz" fact="0.3"/>
                        <dgm:constr type="rMarg" refType="primFontSz" fact="0.3"/>
                        <dgm:constr type="tMarg" refType="primFontSz" fact="0.3"/>
                        <dgm:constr type="b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Nodes_2_text">
                      <dgm:varLst>
                        <dgm:bulletEnabled val="1"/>
                      </dgm:varLst>
                      <dgm:alg type="tx">
                        <dgm:param type="parTxLTRAlign" val="l"/>
                        <dgm:param type="txAnchorVertCh" val="mid"/>
                      </dgm:alg>
                      <dgm:shape xmlns:r="http://schemas.openxmlformats.org/officeDocument/2006/relationships" type="roundRect" r:blip="" hideGeom="1">
                        <dgm:adjLst>
                          <dgm:adj idx="1" val="0.1"/>
                        </dgm:adjLst>
                      </dgm:shape>
                      <dgm:presOf axis="ch desOrSelf" ptType="node node" st="2 1" cnt="1 0"/>
                      <dgm:constrLst>
                        <dgm:constr type="lMarg" refType="primFontSz" fact="0.3"/>
                        <dgm:constr type="rMarg" refType="primFontSz" fact="0.3"/>
                        <dgm:constr type="tMarg" refType="primFontSz" fact="0.3"/>
                        <dgm:constr type="b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Nodes_3_text">
                      <dgm:varLst>
                        <dgm:bulletEnabled val="1"/>
                      </dgm:varLst>
                      <dgm:alg type="tx">
                        <dgm:param type="parTxLTRAlign" val="l"/>
                        <dgm:param type="txAnchorVertCh" val="mid"/>
                      </dgm:alg>
                      <dgm:shape xmlns:r="http://schemas.openxmlformats.org/officeDocument/2006/relationships" type="roundRect" r:blip="" hideGeom="1">
                        <dgm:adjLst>
                          <dgm:adj idx="1" val="0.1"/>
                        </dgm:adjLst>
                      </dgm:shape>
                      <dgm:presOf axis="ch desOrSelf" ptType="node node" st="3 1" cnt="1 0"/>
                      <dgm:constrLst>
                        <dgm:constr type="lMarg" refType="primFontSz" fact="0.3"/>
                        <dgm:constr type="rMarg" refType="primFontSz" fact="0.3"/>
                        <dgm:constr type="tMarg" refType="primFontSz" fact="0.3"/>
                        <dgm:constr type="b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Nodes_4_text">
                      <dgm:varLst>
                        <dgm:bulletEnabled val="1"/>
                      </dgm:varLst>
                      <dgm:alg type="tx">
                        <dgm:param type="parTxLTRAlign" val="l"/>
                        <dgm:param type="txAnchorVertCh" val="mid"/>
                      </dgm:alg>
                      <dgm:shape xmlns:r="http://schemas.openxmlformats.org/officeDocument/2006/relationships" type="roundRect" r:blip="" hideGeom="1">
                        <dgm:adjLst>
                          <dgm:adj idx="1" val="0.1"/>
                        </dgm:adjLst>
                      </dgm:shape>
                      <dgm:presOf axis="ch desOrSelf" ptType="node node" st="4 1" cnt="1 0"/>
                      <dgm:constrLst>
                        <dgm:constr type="lMarg" refType="primFontSz" fact="0.3"/>
                        <dgm:constr type="rMarg" refType="primFontSz" fact="0.3"/>
                        <dgm:constr type="tMarg" refType="primFontSz" fact="0.3"/>
                        <dgm:constr type="b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</dgm:if>
                  <dgm:else name="Name14">
                    <dgm:choose name="Name15">
                      <dgm:if name="Name16" axis="ch" ptType="node" func="cnt" op="gte" val="5">
                        <dgm:layoutNode name="FiveNodes_1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1 1" cnt="1 0"/>
                          <dgm:constrLst/>
                          <dgm:ruleLst/>
                        </dgm:layoutNode>
                        <dgm:layoutNode name="FiveNodes_2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2 1" cnt="1 0"/>
                          <dgm:constrLst/>
                          <dgm:ruleLst/>
                        </dgm:layoutNode>
                        <dgm:layoutNode name="FiveNodes_3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3 1" cnt="1 0"/>
                          <dgm:constrLst/>
                          <dgm:ruleLst/>
                        </dgm:layoutNode>
                        <dgm:layoutNode name="FiveNodes_4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4 1" cnt="1 0"/>
                          <dgm:constrLst/>
                          <dgm:ruleLst/>
                        </dgm:layoutNode>
                        <dgm:layoutNode name="FiveNodes_5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5 1" cnt="1 0"/>
                          <dgm:constrLst/>
                          <dgm:ruleLst/>
                        </dgm:layoutNode>
                        <dgm:layoutNode name="FiveConn_1-2" styleLbl="fgAccFollowNode1">
                          <dgm:varLst>
                            <dgm:bulletEnabled val="1"/>
                          </dgm:varLst>
                          <dgm:alg type="tx"/>
                          <dgm:shape xmlns:r="http://schemas.openxmlformats.org/officeDocument/2006/relationships" type="downArrow" r:blip="">
                            <dgm:adjLst>
                              <dgm:adj idx="1" val="0.55"/>
                              <dgm:adj idx="2" val="0.45"/>
                            </dgm:adjLst>
                          </dgm:shape>
                          <dgm:presOf axis="ch" ptType="sibTrans" cnt="1"/>
                          <dgm:constrLst>
                            <dgm:constr type="lMarg" refType="primFontSz" fact="0.1"/>
                            <dgm:constr type="rMarg" refType="primFontSz" fact="0.1"/>
                            <dgm:constr type="tMarg" refType="primFontSz" fact="0.1"/>
                            <dgm:constr type="bMarg" refType="primFontSz" fact="0.1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Conn_2-3" styleLbl="fgAccFollowNode1">
                          <dgm:varLst>
                            <dgm:bulletEnabled val="1"/>
                          </dgm:varLst>
                          <dgm:alg type="tx"/>
                          <dgm:shape xmlns:r="http://schemas.openxmlformats.org/officeDocument/2006/relationships" type="downArrow" r:blip="">
                            <dgm:adjLst>
                              <dgm:adj idx="1" val="0.55"/>
                              <dgm:adj idx="2" val="0.45"/>
                            </dgm:adjLst>
                          </dgm:shape>
                          <dgm:presOf axis="ch" ptType="sibTrans" st="2" cnt="1"/>
                          <dgm:constrLst>
                            <dgm:constr type="lMarg" refType="primFontSz" fact="0.1"/>
                            <dgm:constr type="rMarg" refType="primFontSz" fact="0.1"/>
                            <dgm:constr type="tMarg" refType="primFontSz" fact="0.1"/>
                            <dgm:constr type="bMarg" refType="primFontSz" fact="0.1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Conn_3-4" styleLbl="fgAccFollowNode1">
                          <dgm:varLst>
                            <dgm:bulletEnabled val="1"/>
                          </dgm:varLst>
                          <dgm:alg type="tx"/>
                          <dgm:shape xmlns:r="http://schemas.openxmlformats.org/officeDocument/2006/relationships" type="downArrow" r:blip="">
                            <dgm:adjLst>
                              <dgm:adj idx="1" val="0.55"/>
                              <dgm:adj idx="2" val="0.45"/>
                            </dgm:adjLst>
                          </dgm:shape>
                          <dgm:presOf axis="ch" ptType="sibTrans" st="3" cnt="1"/>
                          <dgm:constrLst>
                            <dgm:constr type="lMarg" refType="primFontSz" fact="0.1"/>
                            <dgm:constr type="rMarg" refType="primFontSz" fact="0.1"/>
                            <dgm:constr type="tMarg" refType="primFontSz" fact="0.1"/>
                            <dgm:constr type="bMarg" refType="primFontSz" fact="0.1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Conn_4-5" styleLbl="fgAccFollowNode1">
                          <dgm:varLst>
                            <dgm:bulletEnabled val="1"/>
                          </dgm:varLst>
                          <dgm:alg type="tx"/>
                          <dgm:shape xmlns:r="http://schemas.openxmlformats.org/officeDocument/2006/relationships" type="downArrow" r:blip="">
                            <dgm:adjLst>
                              <dgm:adj idx="1" val="0.55"/>
                              <dgm:adj idx="2" val="0.45"/>
                            </dgm:adjLst>
                          </dgm:shape>
                          <dgm:presOf axis="ch" ptType="sibTrans" st="4" cnt="1"/>
                          <dgm:constrLst>
                            <dgm:constr type="lMarg" refType="primFontSz" fact="0.1"/>
                            <dgm:constr type="rMarg" refType="primFontSz" fact="0.1"/>
                            <dgm:constr type="tMarg" refType="primFontSz" fact="0.1"/>
                            <dgm:constr type="bMarg" refType="primFontSz" fact="0.1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1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1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2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2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3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3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4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4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5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5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</dgm:if>
                      <dgm:else name="Name17"/>
                    </dgm:choose>
                  </dgm:else>
                </dgm:choose>
              </dgm:else>
            </dgm:choose>
          </dgm:else>
        </dgm:choose>
      </dgm:else>
    </dgm:choose>
  </dgm:layoutNode>
</dgm:layoutDef>
</file>

<file path=ppt/diagrams/layout100.xml><?xml version="1.0" encoding="utf-8"?>
<dgm:layoutDef xmlns:dgm="http://schemas.openxmlformats.org/drawingml/2006/diagram" xmlns:a="http://schemas.openxmlformats.org/drawingml/2006/main" uniqueId="urn:microsoft.com/office/officeart/2005/8/layout/vProcess5">
  <dgm:title val=""/>
  <dgm:desc val=""/>
  <dgm:catLst>
    <dgm:cat type="process" pri="1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</dgm:cxnLst>
      <dgm:bg/>
      <dgm:whole/>
    </dgm:dataModel>
  </dgm:clrData>
  <dgm:layoutNode name="outerComposite">
    <dgm:varLst>
      <dgm:chMax val="5"/>
      <dgm:dir/>
      <dgm:resizeHandles val="exact"/>
    </dgm:varLst>
    <dgm:alg type="composite"/>
    <dgm:shape xmlns:r="http://schemas.openxmlformats.org/officeDocument/2006/relationships" r:blip="">
      <dgm:adjLst/>
    </dgm:shape>
    <dgm:presOf/>
    <dgm:choose name="Name0">
      <dgm:if name="Name1" func="var" arg="dir" op="equ" val="norm">
        <dgm:constrLst>
          <dgm:constr type="primFontSz" for="ch" ptType="node" op="equ" val="65"/>
          <dgm:constr type="w" for="ch" forName="dummyMaxCanvas" refType="w"/>
          <dgm:constr type="h" for="ch" forName="dummyMaxCanvas" refType="h"/>
          <dgm:constr type="w" for="ch" forName="OneNode_1" refType="w"/>
          <dgm:constr type="h" for="ch" forName="OneNode_1" refType="h" fact="0.5"/>
          <dgm:constr type="ctrY" for="ch" forName="OneNode_1" refType="h" fact="0.5"/>
          <dgm:constr type="w" for="ch" forName="TwoNodes_1" refType="w" fact="0.85"/>
          <dgm:constr type="h" for="ch" forName="TwoNodes_1" refType="h" fact="0.45"/>
          <dgm:constr type="t" for="ch" forName="TwoNodes_1"/>
          <dgm:constr type="l" for="ch" forName="TwoNodes_1"/>
          <dgm:constr type="w" for="ch" forName="TwoNodes_2" refType="w" fact="0.85"/>
          <dgm:constr type="h" for="ch" forName="TwoNodes_2" refType="h" fact="0.45"/>
          <dgm:constr type="b" for="ch" forName="TwoNodes_2" refType="h"/>
          <dgm:constr type="r" for="ch" forName="TwoNodes_2" refType="w"/>
          <dgm:constr type="w" for="ch" forName="TwoConn_1-2" refType="h" refFor="ch" refForName="TwoNodes_1" fact="0.65"/>
          <dgm:constr type="h" for="ch" forName="TwoConn_1-2" refType="h" refFor="ch" refForName="TwoNodes_1" fact="0.65"/>
          <dgm:constr type="ctrY" for="ch" forName="TwoConn_1-2" refType="h" fact="0.5"/>
          <dgm:constr type="r" for="ch" forName="TwoConn_1-2" refType="r" refFor="ch" refForName="TwoNodes_1"/>
          <dgm:constr type="r" for="ch" forName="TwoNodes_1_text" refType="l" refFor="ch" refForName="TwoConn_1-2"/>
          <dgm:constr type="rOff" for="ch" forName="TwoNodes_1_text" refType="w" refFor="ch" refForName="TwoConn_1-2" fact="-0.5"/>
          <dgm:constr type="t" for="ch" forName="TwoNodes_1_text" refType="t" refFor="ch" refForName="TwoNodes_1"/>
          <dgm:constr type="b" for="ch" forName="TwoNodes_1_text" refType="b" refFor="ch" refForName="TwoNodes_1"/>
          <dgm:constr type="l" for="ch" forName="TwoNodes_1_text" refType="l" refFor="ch" refForName="TwoNodes_1"/>
          <dgm:constr type="r" for="ch" forName="TwoNodes_2_text" refType="l" refFor="ch" refForName="TwoConn_1-2"/>
          <dgm:constr type="t" for="ch" forName="TwoNodes_2_text" refType="t" refFor="ch" refForName="TwoNodes_2"/>
          <dgm:constr type="b" for="ch" forName="TwoNodes_2_text" refType="b" refFor="ch" refForName="TwoNodes_2"/>
          <dgm:constr type="l" for="ch" forName="TwoNodes_2_text" refType="l" refFor="ch" refForName="TwoNodes_2"/>
          <dgm:constr type="w" for="ch" forName="ThreeNodes_1" refType="w" fact="0.85"/>
          <dgm:constr type="h" for="ch" forName="ThreeNodes_1" refType="h" fact="0.3"/>
          <dgm:constr type="t" for="ch" forName="ThreeNodes_1"/>
          <dgm:constr type="l" for="ch" forName="ThreeNodes_1"/>
          <dgm:constr type="w" for="ch" forName="ThreeNodes_2" refType="w" fact="0.85"/>
          <dgm:constr type="h" for="ch" forName="ThreeNodes_2" refType="h" fact="0.3"/>
          <dgm:constr type="ctrY" for="ch" forName="ThreeNodes_2" refType="h" fact="0.5"/>
          <dgm:constr type="ctrX" for="ch" forName="ThreeNodes_2" refType="w" fact="0.5"/>
          <dgm:constr type="w" for="ch" forName="ThreeNodes_3" refType="w" fact="0.85"/>
          <dgm:constr type="h" for="ch" forName="ThreeNodes_3" refType="h" fact="0.3"/>
          <dgm:constr type="b" for="ch" forName="ThreeNodes_3" refType="h"/>
          <dgm:constr type="r" for="ch" forName="ThreeNodes_3" refType="w"/>
          <dgm:constr type="w" for="ch" forName="ThreeConn_1-2" refType="h" refFor="ch" refForName="ThreeNodes_1" fact="0.65"/>
          <dgm:constr type="h" for="ch" forName="ThreeConn_1-2" refType="h" refFor="ch" refForName="ThreeNodes_1" fact="0.65"/>
          <dgm:constr type="ctrY" for="ch" forName="ThreeConn_1-2" refType="h" fact="0.325"/>
          <dgm:constr type="r" for="ch" forName="ThreeConn_1-2" refType="r" refFor="ch" refForName="ThreeNodes_1"/>
          <dgm:constr type="w" for="ch" forName="ThreeConn_2-3" refType="h" refFor="ch" refForName="ThreeNodes_2" fact="0.65"/>
          <dgm:constr type="h" for="ch" forName="ThreeConn_2-3" refType="h" refFor="ch" refForName="ThreeNodes_2" fact="0.65"/>
          <dgm:constr type="ctrY" for="ch" forName="ThreeConn_2-3" refType="h" fact="0.673"/>
          <dgm:constr type="r" for="ch" forName="ThreeConn_2-3" refType="r" refFor="ch" refForName="ThreeNodes_2"/>
          <dgm:constr type="r" for="ch" forName="ThreeNodes_1_text" refType="l" refFor="ch" refForName="ThreeConn_1-2"/>
          <dgm:constr type="rOff" for="ch" forName="ThreeNodes_1_text" refType="w" refFor="ch" refForName="ThreeConn_1-2" fact="-0.57"/>
          <dgm:constr type="t" for="ch" forName="ThreeNodes_1_text" refType="t" refFor="ch" refForName="ThreeNodes_1"/>
          <dgm:constr type="b" for="ch" forName="ThreeNodes_1_text" refType="b" refFor="ch" refForName="ThreeNodes_1"/>
          <dgm:constr type="l" for="ch" forName="ThreeNodes_1_text" refType="l" refFor="ch" refForName="ThreeNodes_1"/>
          <dgm:constr type="r" for="ch" forName="ThreeNodes_2_text" refType="l" refFor="ch" refForName="ThreeConn_1-2"/>
          <dgm:constr type="t" for="ch" forName="ThreeNodes_2_text" refType="t" refFor="ch" refForName="ThreeNodes_2"/>
          <dgm:constr type="b" for="ch" forName="ThreeNodes_2_text" refType="b" refFor="ch" refForName="ThreeNodes_2"/>
          <dgm:constr type="l" for="ch" forName="ThreeNodes_2_text" refType="l" refFor="ch" refForName="ThreeNodes_2"/>
          <dgm:constr type="r" for="ch" forName="ThreeNodes_3_text" refType="l" refFor="ch" refForName="ThreeConn_2-3"/>
          <dgm:constr type="t" for="ch" forName="ThreeNodes_3_text" refType="t" refFor="ch" refForName="ThreeNodes_3"/>
          <dgm:constr type="b" for="ch" forName="ThreeNodes_3_text" refType="b" refFor="ch" refForName="ThreeNodes_3"/>
          <dgm:constr type="l" for="ch" forName="ThreeNodes_3_text" refType="l" refFor="ch" refForName="ThreeNodes_3"/>
          <dgm:constr type="w" for="ch" forName="FourNodes_1" refType="w" fact="0.8"/>
          <dgm:constr type="h" for="ch" forName="FourNodes_1" refType="h" fact="0.22"/>
          <dgm:constr type="t" for="ch" forName="FourNodes_1"/>
          <dgm:constr type="l" for="ch" forName="FourNodes_1"/>
          <dgm:constr type="w" for="ch" forName="FourNodes_2" refType="w" fact="0.8"/>
          <dgm:constr type="h" for="ch" forName="FourNodes_2" refType="h" fact="0.22"/>
          <dgm:constr type="ctrY" for="ch" forName="FourNodes_2" refType="h" fact="0.37"/>
          <dgm:constr type="ctrX" for="ch" forName="FourNodes_2" refType="w" fact="0.467"/>
          <dgm:constr type="w" for="ch" forName="FourNodes_3" refType="w" fact="0.8"/>
          <dgm:constr type="h" for="ch" forName="FourNodes_3" refType="h" fact="0.22"/>
          <dgm:constr type="ctrY" for="ch" forName="FourNodes_3" refType="h" fact="0.63"/>
          <dgm:constr type="ctrX" for="ch" forName="FourNodes_3" refType="w" fact="0.533"/>
          <dgm:constr type="w" for="ch" forName="FourNodes_4" refType="w" fact="0.8"/>
          <dgm:constr type="h" for="ch" forName="FourNodes_4" refType="h" fact="0.22"/>
          <dgm:constr type="b" for="ch" forName="FourNodes_4" refType="h"/>
          <dgm:constr type="r" for="ch" forName="FourNodes_4" refType="w"/>
          <dgm:constr type="w" for="ch" forName="FourConn_1-2" refType="h" refFor="ch" refForName="FourNodes_1" fact="0.65"/>
          <dgm:constr type="h" for="ch" forName="FourConn_1-2" refType="h" refFor="ch" refForName="FourNodes_1" fact="0.65"/>
          <dgm:constr type="ctrY" for="ch" forName="FourConn_1-2" refType="h" fact="0.24"/>
          <dgm:constr type="r" for="ch" forName="FourConn_1-2" refType="r" refFor="ch" refForName="FourNodes_1"/>
          <dgm:constr type="w" for="ch" forName="FourConn_2-3" refType="h" refFor="ch" refForName="FourNodes_2" fact="0.65"/>
          <dgm:constr type="h" for="ch" forName="FourConn_2-3" refType="h" refFor="ch" refForName="FourNodes_2" fact="0.65"/>
          <dgm:constr type="ctrY" for="ch" forName="FourConn_2-3" refType="h" fact="0.5"/>
          <dgm:constr type="r" for="ch" forName="FourConn_2-3" refType="r" refFor="ch" refForName="FourNodes_2"/>
          <dgm:constr type="w" for="ch" forName="FourConn_3-4" refType="h" refFor="ch" refForName="FourNodes_3" fact="0.65"/>
          <dgm:constr type="h" for="ch" forName="FourConn_3-4" refType="h" refFor="ch" refForName="FourNodes_3" fact="0.65"/>
          <dgm:constr type="ctrY" for="ch" forName="FourConn_3-4" refType="h" fact="0.76"/>
          <dgm:constr type="r" for="ch" forName="FourConn_3-4" refType="r" refFor="ch" refForName="FourNodes_3"/>
          <dgm:constr type="r" for="ch" forName="FourNodes_1_text" refType="l" refFor="ch" refForName="FourConn_1-2"/>
          <dgm:constr type="rOff" for="ch" forName="FourNodes_1_text" refType="w" refFor="ch" refForName="FourConn_1-2" fact="-0.7"/>
          <dgm:constr type="t" for="ch" forName="FourNodes_1_text" refType="t" refFor="ch" refForName="FourNodes_1"/>
          <dgm:constr type="b" for="ch" forName="FourNodes_1_text" refType="b" refFor="ch" refForName="FourNodes_1"/>
          <dgm:constr type="l" for="ch" forName="FourNodes_1_text" refType="l" refFor="ch" refForName="FourNodes_1"/>
          <dgm:constr type="r" for="ch" forName="FourNodes_2_text" refType="l" refFor="ch" refForName="FourConn_1-2"/>
          <dgm:constr type="t" for="ch" forName="FourNodes_2_text" refType="t" refFor="ch" refForName="FourNodes_2"/>
          <dgm:constr type="b" for="ch" forName="FourNodes_2_text" refType="b" refFor="ch" refForName="FourNodes_2"/>
          <dgm:constr type="l" for="ch" forName="FourNodes_2_text" refType="l" refFor="ch" refForName="FourNodes_2"/>
          <dgm:constr type="r" for="ch" forName="FourNodes_3_text" refType="l" refFor="ch" refForName="FourConn_2-3"/>
          <dgm:constr type="t" for="ch" forName="FourNodes_3_text" refType="t" refFor="ch" refForName="FourNodes_3"/>
          <dgm:constr type="b" for="ch" forName="FourNodes_3_text" refType="b" refFor="ch" refForName="FourNodes_3"/>
          <dgm:constr type="l" for="ch" forName="FourNodes_3_text" refType="l" refFor="ch" refForName="FourNodes_3"/>
          <dgm:constr type="r" for="ch" forName="FourNodes_4_text" refType="l" refFor="ch" refForName="FourConn_3-4"/>
          <dgm:constr type="t" for="ch" forName="FourNodes_4_text" refType="t" refFor="ch" refForName="FourNodes_4"/>
          <dgm:constr type="b" for="ch" forName="FourNodes_4_text" refType="b" refFor="ch" refForName="FourNodes_4"/>
          <dgm:constr type="l" for="ch" forName="FourNodes_4_text" refType="l" refFor="ch" refForName="FourNodes_4"/>
          <dgm:constr type="w" for="ch" forName="FiveNodes_1" refType="w" fact="0.77"/>
          <dgm:constr type="h" for="ch" forName="FiveNodes_1" refType="h" fact="0.18"/>
          <dgm:constr type="t" for="ch" forName="FiveNodes_1"/>
          <dgm:constr type="l" for="ch" forName="FiveNodes_1"/>
          <dgm:constr type="w" for="ch" forName="FiveNodes_2" refType="w" fact="0.77"/>
          <dgm:constr type="h" for="ch" forName="FiveNodes_2" refType="h" fact="0.18"/>
          <dgm:constr type="ctrY" for="ch" forName="FiveNodes_2" refType="h" fact="0.295"/>
          <dgm:constr type="ctrX" for="ch" forName="FiveNodes_2" refType="w" fact="0.4425"/>
          <dgm:constr type="w" for="ch" forName="FiveNodes_3" refType="w" fact="0.77"/>
          <dgm:constr type="h" for="ch" forName="FiveNodes_3" refType="h" fact="0.18"/>
          <dgm:constr type="ctrY" for="ch" forName="FiveNodes_3" refType="h" fact="0.5"/>
          <dgm:constr type="ctrX" for="ch" forName="FiveNodes_3" refType="w" fact="0.5"/>
          <dgm:constr type="w" for="ch" forName="FiveNodes_4" refType="w" fact="0.77"/>
          <dgm:constr type="h" for="ch" forName="FiveNodes_4" refType="h" fact="0.18"/>
          <dgm:constr type="ctrY" for="ch" forName="FiveNodes_4" refType="h" fact="0.705"/>
          <dgm:constr type="ctrX" for="ch" forName="FiveNodes_4" refType="w" fact="0.5575"/>
          <dgm:constr type="w" for="ch" forName="FiveNodes_5" refType="w" fact="0.77"/>
          <dgm:constr type="h" for="ch" forName="FiveNodes_5" refType="h" fact="0.18"/>
          <dgm:constr type="b" for="ch" forName="FiveNodes_5" refType="h"/>
          <dgm:constr type="r" for="ch" forName="FiveNodes_5" refType="w"/>
          <dgm:constr type="w" for="ch" forName="FiveConn_1-2" refType="h" refFor="ch" refForName="FiveNodes_1" fact="0.65"/>
          <dgm:constr type="h" for="ch" forName="FiveConn_1-2" refType="h" refFor="ch" refForName="FiveNodes_1" fact="0.65"/>
          <dgm:constr type="ctrY" for="ch" forName="FiveConn_1-2" refType="h" fact="0.19"/>
          <dgm:constr type="r" for="ch" forName="FiveConn_1-2" refType="r" refFor="ch" refForName="FiveNodes_1"/>
          <dgm:constr type="w" for="ch" forName="FiveConn_2-3" refType="h" refFor="ch" refForName="FiveNodes_2" fact="0.65"/>
          <dgm:constr type="h" for="ch" forName="FiveConn_2-3" refType="h" refFor="ch" refForName="FiveNodes_2" fact="0.65"/>
          <dgm:constr type="ctrY" for="ch" forName="FiveConn_2-3" refType="h" fact="0.395"/>
          <dgm:constr type="r" for="ch" forName="FiveConn_2-3" refType="r" refFor="ch" refForName="FiveNodes_2"/>
          <dgm:constr type="w" for="ch" forName="FiveConn_3-4" refType="h" refFor="ch" refForName="FiveNodes_3" fact="0.65"/>
          <dgm:constr type="h" for="ch" forName="FiveConn_3-4" refType="h" refFor="ch" refForName="FiveNodes_3" fact="0.65"/>
          <dgm:constr type="ctrY" for="ch" forName="FiveConn_3-4" refType="h" fact="0.597"/>
          <dgm:constr type="r" for="ch" forName="FiveConn_3-4" refType="r" refFor="ch" refForName="FiveNodes_3"/>
          <dgm:constr type="w" for="ch" forName="FiveConn_4-5" refType="h" refFor="ch" refForName="FiveNodes_4" fact="0.65"/>
          <dgm:constr type="h" for="ch" forName="FiveConn_4-5" refType="h" refFor="ch" refForName="FiveNodes_4" fact="0.65"/>
          <dgm:constr type="ctrY" for="ch" forName="FiveConn_4-5" refType="h" fact="0.804"/>
          <dgm:constr type="r" for="ch" forName="FiveConn_4-5" refType="r" refFor="ch" refForName="FiveNodes_4"/>
          <dgm:constr type="r" for="ch" forName="FiveNodes_1_text" refType="l" refFor="ch" refForName="FiveConn_1-2"/>
          <dgm:constr type="rOff" for="ch" forName="FiveNodes_1_text" refType="w" refFor="ch" refForName="FiveConn_1-2" fact="-0.75"/>
          <dgm:constr type="t" for="ch" forName="FiveNodes_1_text" refType="t" refFor="ch" refForName="FiveNodes_1"/>
          <dgm:constr type="b" for="ch" forName="FiveNodes_1_text" refType="b" refFor="ch" refForName="FiveNodes_1"/>
          <dgm:constr type="l" for="ch" forName="FiveNodes_1_text" refType="l" refFor="ch" refForName="FiveNodes_1"/>
          <dgm:constr type="r" for="ch" forName="FiveNodes_2_text" refType="l" refFor="ch" refForName="FiveConn_1-2"/>
          <dgm:constr type="t" for="ch" forName="FiveNodes_2_text" refType="t" refFor="ch" refForName="FiveNodes_2"/>
          <dgm:constr type="b" for="ch" forName="FiveNodes_2_text" refType="b" refFor="ch" refForName="FiveNodes_2"/>
          <dgm:constr type="l" for="ch" forName="FiveNodes_2_text" refType="l" refFor="ch" refForName="FiveNodes_2"/>
          <dgm:constr type="r" for="ch" forName="FiveNodes_3_text" refType="l" refFor="ch" refForName="FiveConn_2-3"/>
          <dgm:constr type="t" for="ch" forName="FiveNodes_3_text" refType="t" refFor="ch" refForName="FiveNodes_3"/>
          <dgm:constr type="b" for="ch" forName="FiveNodes_3_text" refType="b" refFor="ch" refForName="FiveNodes_3"/>
          <dgm:constr type="l" for="ch" forName="FiveNodes_3_text" refType="l" refFor="ch" refForName="FiveNodes_3"/>
          <dgm:constr type="r" for="ch" forName="FiveNodes_4_text" refType="l" refFor="ch" refForName="FiveConn_3-4"/>
          <dgm:constr type="t" for="ch" forName="FiveNodes_4_text" refType="t" refFor="ch" refForName="FiveNodes_4"/>
          <dgm:constr type="b" for="ch" forName="FiveNodes_4_text" refType="b" refFor="ch" refForName="FiveNodes_4"/>
          <dgm:constr type="l" for="ch" forName="FiveNodes_4_text" refType="l" refFor="ch" refForName="FiveNodes_4"/>
          <dgm:constr type="r" for="ch" forName="FiveNodes_5_text" refType="l" refFor="ch" refForName="FiveConn_4-5"/>
          <dgm:constr type="t" for="ch" forName="FiveNodes_5_text" refType="t" refFor="ch" refForName="FiveNodes_5"/>
          <dgm:constr type="b" for="ch" forName="FiveNodes_5_text" refType="b" refFor="ch" refForName="FiveNodes_5"/>
          <dgm:constr type="l" for="ch" forName="FiveNodes_5_text" refType="l" refFor="ch" refForName="FiveNodes_5"/>
        </dgm:constrLst>
      </dgm:if>
      <dgm:else name="Name2">
        <dgm:constrLst>
          <dgm:constr type="primFontSz" for="ch" ptType="node" op="equ" val="65"/>
          <dgm:constr type="w" for="ch" forName="dummyMaxCanvas" refType="w"/>
          <dgm:constr type="h" for="ch" forName="dummyMaxCanvas" refType="h"/>
          <dgm:constr type="w" for="ch" forName="OneNode_1" refType="w"/>
          <dgm:constr type="h" for="ch" forName="OneNode_1" refType="h" fact="0.5"/>
          <dgm:constr type="ctrY" for="ch" forName="OneNode_1" refType="h" fact="0.5"/>
          <dgm:constr type="w" for="ch" forName="TwoNodes_1" refType="w" fact="0.85"/>
          <dgm:constr type="h" for="ch" forName="TwoNodes_1" refType="h" fact="0.45"/>
          <dgm:constr type="t" for="ch" forName="TwoNodes_1"/>
          <dgm:constr type="r" for="ch" forName="TwoNodes_1" refType="w"/>
          <dgm:constr type="w" for="ch" forName="TwoNodes_2" refType="w" fact="0.85"/>
          <dgm:constr type="h" for="ch" forName="TwoNodes_2" refType="h" fact="0.45"/>
          <dgm:constr type="b" for="ch" forName="TwoNodes_2" refType="h"/>
          <dgm:constr type="l" for="ch" forName="TwoNodes_2"/>
          <dgm:constr type="w" for="ch" forName="TwoConn_1-2" refType="h" refFor="ch" refForName="TwoNodes_1" fact="0.65"/>
          <dgm:constr type="h" for="ch" forName="TwoConn_1-2" refType="h" refFor="ch" refForName="TwoNodes_1" fact="0.65"/>
          <dgm:constr type="ctrY" for="ch" forName="TwoConn_1-2" refType="h" fact="0.5"/>
          <dgm:constr type="l" for="ch" forName="TwoConn_1-2" refType="l" refFor="ch" refForName="TwoNodes_1"/>
          <dgm:constr type="l" for="ch" forName="TwoNodes_1_text" refType="r" refFor="ch" refForName="TwoConn_1-2"/>
          <dgm:constr type="lOff" for="ch" forName="TwoNodes_1_text" refType="w" refFor="ch" refForName="TwoConn_1-2" fact="0.5"/>
          <dgm:constr type="t" for="ch" forName="TwoNodes_1_text" refType="t" refFor="ch" refForName="TwoNodes_1"/>
          <dgm:constr type="b" for="ch" forName="TwoNodes_1_text" refType="b" refFor="ch" refForName="TwoNodes_1"/>
          <dgm:constr type="r" for="ch" forName="TwoNodes_1_text" refType="r" refFor="ch" refForName="TwoNodes_1"/>
          <dgm:constr type="l" for="ch" forName="TwoNodes_2_text" refType="r" refFor="ch" refForName="TwoConn_1-2"/>
          <dgm:constr type="t" for="ch" forName="TwoNodes_2_text" refType="t" refFor="ch" refForName="TwoNodes_2"/>
          <dgm:constr type="b" for="ch" forName="TwoNodes_2_text" refType="b" refFor="ch" refForName="TwoNodes_2"/>
          <dgm:constr type="r" for="ch" forName="TwoNodes_2_text" refType="r" refFor="ch" refForName="TwoNodes_2"/>
          <dgm:constr type="w" for="ch" forName="ThreeNodes_1" refType="w" fact="0.85"/>
          <dgm:constr type="h" for="ch" forName="ThreeNodes_1" refType="h" fact="0.3"/>
          <dgm:constr type="t" for="ch" forName="ThreeNodes_1"/>
          <dgm:constr type="r" for="ch" forName="ThreeNodes_1" refType="w"/>
          <dgm:constr type="w" for="ch" forName="ThreeNodes_2" refType="w" fact="0.85"/>
          <dgm:constr type="h" for="ch" forName="ThreeNodes_2" refType="h" fact="0.3"/>
          <dgm:constr type="ctrY" for="ch" forName="ThreeNodes_2" refType="h" fact="0.5"/>
          <dgm:constr type="ctrX" for="ch" forName="ThreeNodes_2" refType="w" fact="0.5"/>
          <dgm:constr type="w" for="ch" forName="ThreeNodes_3" refType="w" fact="0.85"/>
          <dgm:constr type="h" for="ch" forName="ThreeNodes_3" refType="h" fact="0.3"/>
          <dgm:constr type="b" for="ch" forName="ThreeNodes_3" refType="h"/>
          <dgm:constr type="l" for="ch" forName="ThreeNodes_3"/>
          <dgm:constr type="w" for="ch" forName="ThreeConn_1-2" refType="h" refFor="ch" refForName="ThreeNodes_1" fact="0.65"/>
          <dgm:constr type="h" for="ch" forName="ThreeConn_1-2" refType="h" refFor="ch" refForName="ThreeNodes_1" fact="0.65"/>
          <dgm:constr type="ctrY" for="ch" forName="ThreeConn_1-2" refType="h" fact="0.325"/>
          <dgm:constr type="l" for="ch" forName="ThreeConn_1-2" refType="l" refFor="ch" refForName="ThreeNodes_1"/>
          <dgm:constr type="w" for="ch" forName="ThreeConn_2-3" refType="h" refFor="ch" refForName="ThreeNodes_2" fact="0.65"/>
          <dgm:constr type="h" for="ch" forName="ThreeConn_2-3" refType="h" refFor="ch" refForName="ThreeNodes_2" fact="0.65"/>
          <dgm:constr type="ctrY" for="ch" forName="ThreeConn_2-3" refType="h" fact="0.673"/>
          <dgm:constr type="l" for="ch" forName="ThreeConn_2-3" refType="l" refFor="ch" refForName="ThreeNodes_2"/>
          <dgm:constr type="l" for="ch" forName="ThreeNodes_1_text" refType="r" refFor="ch" refForName="ThreeConn_1-2"/>
          <dgm:constr type="lOff" for="ch" forName="ThreeNodes_1_text" refType="w" refFor="ch" refForName="ThreeConn_1-2" fact="0.55"/>
          <dgm:constr type="t" for="ch" forName="ThreeNodes_1_text" refType="t" refFor="ch" refForName="ThreeNodes_1"/>
          <dgm:constr type="b" for="ch" forName="ThreeNodes_1_text" refType="b" refFor="ch" refForName="ThreeNodes_1"/>
          <dgm:constr type="r" for="ch" forName="ThreeNodes_1_text" refType="r" refFor="ch" refForName="ThreeNodes_1"/>
          <dgm:constr type="l" for="ch" forName="ThreeNodes_2_text" refType="r" refFor="ch" refForName="ThreeConn_1-2"/>
          <dgm:constr type="t" for="ch" forName="ThreeNodes_2_text" refType="t" refFor="ch" refForName="ThreeNodes_2"/>
          <dgm:constr type="b" for="ch" forName="ThreeNodes_2_text" refType="b" refFor="ch" refForName="ThreeNodes_2"/>
          <dgm:constr type="r" for="ch" forName="ThreeNodes_2_text" refType="r" refFor="ch" refForName="ThreeNodes_2"/>
          <dgm:constr type="l" for="ch" forName="ThreeNodes_3_text" refType="r" refFor="ch" refForName="ThreeConn_2-3"/>
          <dgm:constr type="t" for="ch" forName="ThreeNodes_3_text" refType="t" refFor="ch" refForName="ThreeNodes_3"/>
          <dgm:constr type="b" for="ch" forName="ThreeNodes_3_text" refType="b" refFor="ch" refForName="ThreeNodes_3"/>
          <dgm:constr type="r" for="ch" forName="ThreeNodes_3_text" refType="r" refFor="ch" refForName="ThreeNodes_3"/>
          <dgm:constr type="w" for="ch" forName="FourNodes_1" refType="w" fact="0.8"/>
          <dgm:constr type="h" for="ch" forName="FourNodes_1" refType="h" fact="0.22"/>
          <dgm:constr type="t" for="ch" forName="FourNodes_1"/>
          <dgm:constr type="r" for="ch" forName="FourNodes_1" refType="w"/>
          <dgm:constr type="w" for="ch" forName="FourNodes_2" refType="w" fact="0.8"/>
          <dgm:constr type="h" for="ch" forName="FourNodes_2" refType="h" fact="0.22"/>
          <dgm:constr type="ctrY" for="ch" forName="FourNodes_2" refType="h" fact="0.37"/>
          <dgm:constr type="ctrX" for="ch" forName="FourNodes_2" refType="w" fact="0.533"/>
          <dgm:constr type="w" for="ch" forName="FourNodes_3" refType="w" fact="0.8"/>
          <dgm:constr type="h" for="ch" forName="FourNodes_3" refType="h" fact="0.22"/>
          <dgm:constr type="ctrY" for="ch" forName="FourNodes_3" refType="h" fact="0.63"/>
          <dgm:constr type="ctrX" for="ch" forName="FourNodes_3" refType="w" fact="0.467"/>
          <dgm:constr type="w" for="ch" forName="FourNodes_4" refType="w" fact="0.8"/>
          <dgm:constr type="h" for="ch" forName="FourNodes_4" refType="h" fact="0.22"/>
          <dgm:constr type="b" for="ch" forName="FourNodes_4" refType="h"/>
          <dgm:constr type="l" for="ch" forName="FourNodes_4"/>
          <dgm:constr type="w" for="ch" forName="FourConn_1-2" refType="h" refFor="ch" refForName="FourNodes_1" fact="0.65"/>
          <dgm:constr type="h" for="ch" forName="FourConn_1-2" refType="h" refFor="ch" refForName="FourNodes_1" fact="0.65"/>
          <dgm:constr type="ctrY" for="ch" forName="FourConn_1-2" refType="h" fact="0.24"/>
          <dgm:constr type="l" for="ch" forName="FourConn_1-2" refType="l" refFor="ch" refForName="FourNodes_1"/>
          <dgm:constr type="w" for="ch" forName="FourConn_2-3" refType="h" refFor="ch" refForName="FourNodes_2" fact="0.65"/>
          <dgm:constr type="h" for="ch" forName="FourConn_2-3" refType="h" refFor="ch" refForName="FourNodes_2" fact="0.65"/>
          <dgm:constr type="ctrY" for="ch" forName="FourConn_2-3" refType="h" fact="0.5"/>
          <dgm:constr type="l" for="ch" forName="FourConn_2-3" refType="l" refFor="ch" refForName="FourNodes_2"/>
          <dgm:constr type="w" for="ch" forName="FourConn_3-4" refType="h" refFor="ch" refForName="FourNodes_3" fact="0.65"/>
          <dgm:constr type="h" for="ch" forName="FourConn_3-4" refType="h" refFor="ch" refForName="FourNodes_3" fact="0.65"/>
          <dgm:constr type="ctrY" for="ch" forName="FourConn_3-4" refType="h" fact="0.76"/>
          <dgm:constr type="l" for="ch" forName="FourConn_3-4" refType="l" refFor="ch" refForName="FourNodes_3"/>
          <dgm:constr type="l" for="ch" forName="FourNodes_1_text" refType="r" refFor="ch" refForName="FourConn_1-2"/>
          <dgm:constr type="lOff" for="ch" forName="FourNodes_1_text" refType="w" refFor="ch" refForName="FourConn_1-2" fact="0.69"/>
          <dgm:constr type="t" for="ch" forName="FourNodes_1_text" refType="t" refFor="ch" refForName="FourNodes_1"/>
          <dgm:constr type="b" for="ch" forName="FourNodes_1_text" refType="b" refFor="ch" refForName="FourNodes_1"/>
          <dgm:constr type="r" for="ch" forName="FourNodes_1_text" refType="r" refFor="ch" refForName="FourNodes_1"/>
          <dgm:constr type="l" for="ch" forName="FourNodes_2_text" refType="r" refFor="ch" refForName="FourConn_1-2"/>
          <dgm:constr type="t" for="ch" forName="FourNodes_2_text" refType="t" refFor="ch" refForName="FourNodes_2"/>
          <dgm:constr type="b" for="ch" forName="FourNodes_2_text" refType="b" refFor="ch" refForName="FourNodes_2"/>
          <dgm:constr type="r" for="ch" forName="FourNodes_2_text" refType="r" refFor="ch" refForName="FourNodes_2"/>
          <dgm:constr type="l" for="ch" forName="FourNodes_3_text" refType="r" refFor="ch" refForName="FourConn_2-3"/>
          <dgm:constr type="t" for="ch" forName="FourNodes_3_text" refType="t" refFor="ch" refForName="FourNodes_3"/>
          <dgm:constr type="b" for="ch" forName="FourNodes_3_text" refType="b" refFor="ch" refForName="FourNodes_3"/>
          <dgm:constr type="r" for="ch" forName="FourNodes_3_text" refType="r" refFor="ch" refForName="FourNodes_3"/>
          <dgm:constr type="l" for="ch" forName="FourNodes_4_text" refType="r" refFor="ch" refForName="FourConn_3-4"/>
          <dgm:constr type="t" for="ch" forName="FourNodes_4_text" refType="t" refFor="ch" refForName="FourNodes_4"/>
          <dgm:constr type="b" for="ch" forName="FourNodes_4_text" refType="b" refFor="ch" refForName="FourNodes_4"/>
          <dgm:constr type="r" for="ch" forName="FourNodes_4_text" refType="r" refFor="ch" refForName="FourNodes_4"/>
          <dgm:constr type="w" for="ch" forName="FiveNodes_1" refType="w" fact="0.77"/>
          <dgm:constr type="h" for="ch" forName="FiveNodes_1" refType="h" fact="0.18"/>
          <dgm:constr type="t" for="ch" forName="FiveNodes_1"/>
          <dgm:constr type="r" for="ch" forName="FiveNodes_1" refType="w"/>
          <dgm:constr type="w" for="ch" forName="FiveNodes_2" refType="w" fact="0.77"/>
          <dgm:constr type="h" for="ch" forName="FiveNodes_2" refType="h" fact="0.18"/>
          <dgm:constr type="ctrY" for="ch" forName="FiveNodes_2" refType="h" fact="0.295"/>
          <dgm:constr type="ctrX" for="ch" forName="FiveNodes_2" refType="w" fact="0.5575"/>
          <dgm:constr type="w" for="ch" forName="FiveNodes_3" refType="w" fact="0.77"/>
          <dgm:constr type="h" for="ch" forName="FiveNodes_3" refType="h" fact="0.18"/>
          <dgm:constr type="ctrY" for="ch" forName="FiveNodes_3" refType="h" fact="0.5"/>
          <dgm:constr type="ctrX" for="ch" forName="FiveNodes_3" refType="w" fact="0.5"/>
          <dgm:constr type="w" for="ch" forName="FiveNodes_4" refType="w" fact="0.77"/>
          <dgm:constr type="h" for="ch" forName="FiveNodes_4" refType="h" fact="0.18"/>
          <dgm:constr type="ctrY" for="ch" forName="FiveNodes_4" refType="h" fact="0.705"/>
          <dgm:constr type="ctrX" for="ch" forName="FiveNodes_4" refType="w" fact="0.4425"/>
          <dgm:constr type="w" for="ch" forName="FiveNodes_5" refType="w" fact="0.77"/>
          <dgm:constr type="h" for="ch" forName="FiveNodes_5" refType="h" fact="0.18"/>
          <dgm:constr type="b" for="ch" forName="FiveNodes_5" refType="h"/>
          <dgm:constr type="l" for="ch" forName="FiveNodes_5"/>
          <dgm:constr type="w" for="ch" forName="FiveConn_1-2" refType="h" refFor="ch" refForName="FiveNodes_1" fact="0.65"/>
          <dgm:constr type="h" for="ch" forName="FiveConn_1-2" refType="h" refFor="ch" refForName="FiveNodes_1" fact="0.65"/>
          <dgm:constr type="ctrY" for="ch" forName="FiveConn_1-2" refType="h" fact="0.19"/>
          <dgm:constr type="l" for="ch" forName="FiveConn_1-2" refType="l" refFor="ch" refForName="FiveNodes_1"/>
          <dgm:constr type="w" for="ch" forName="FiveConn_2-3" refType="h" refFor="ch" refForName="FiveNodes_2" fact="0.65"/>
          <dgm:constr type="h" for="ch" forName="FiveConn_2-3" refType="h" refFor="ch" refForName="FiveNodes_2" fact="0.65"/>
          <dgm:constr type="ctrY" for="ch" forName="FiveConn_2-3" refType="h" fact="0.395"/>
          <dgm:constr type="l" for="ch" forName="FiveConn_2-3" refType="l" refFor="ch" refForName="FiveNodes_2"/>
          <dgm:constr type="w" for="ch" forName="FiveConn_3-4" refType="h" refFor="ch" refForName="FiveNodes_3" fact="0.65"/>
          <dgm:constr type="h" for="ch" forName="FiveConn_3-4" refType="h" refFor="ch" refForName="FiveNodes_3" fact="0.65"/>
          <dgm:constr type="ctrY" for="ch" forName="FiveConn_3-4" refType="h" fact="0.597"/>
          <dgm:constr type="l" for="ch" forName="FiveConn_3-4" refType="l" refFor="ch" refForName="FiveNodes_3"/>
          <dgm:constr type="w" for="ch" forName="FiveConn_4-5" refType="h" refFor="ch" refForName="FiveNodes_4" fact="0.65"/>
          <dgm:constr type="h" for="ch" forName="FiveConn_4-5" refType="h" refFor="ch" refForName="FiveNodes_4" fact="0.65"/>
          <dgm:constr type="ctrY" for="ch" forName="FiveConn_4-5" refType="h" fact="0.804"/>
          <dgm:constr type="l" for="ch" forName="FiveConn_4-5" refType="l" refFor="ch" refForName="FiveNodes_4"/>
          <dgm:constr type="l" for="ch" forName="FiveNodes_1_text" refType="r" refFor="ch" refForName="FiveConn_1-2"/>
          <dgm:constr type="lOff" for="ch" forName="FiveNodes_1_text" refType="w" refFor="ch" refForName="FiveConn_1-2" fact="0.73"/>
          <dgm:constr type="t" for="ch" forName="FiveNodes_1_text" refType="t" refFor="ch" refForName="FiveNodes_1"/>
          <dgm:constr type="b" for="ch" forName="FiveNodes_1_text" refType="b" refFor="ch" refForName="FiveNodes_1"/>
          <dgm:constr type="r" for="ch" forName="FiveNodes_1_text" refType="r" refFor="ch" refForName="FiveNodes_1"/>
          <dgm:constr type="l" for="ch" forName="FiveNodes_2_text" refType="r" refFor="ch" refForName="FiveConn_1-2"/>
          <dgm:constr type="t" for="ch" forName="FiveNodes_2_text" refType="t" refFor="ch" refForName="FiveNodes_2"/>
          <dgm:constr type="b" for="ch" forName="FiveNodes_2_text" refType="b" refFor="ch" refForName="FiveNodes_2"/>
          <dgm:constr type="r" for="ch" forName="FiveNodes_2_text" refType="r" refFor="ch" refForName="FiveNodes_2"/>
          <dgm:constr type="l" for="ch" forName="FiveNodes_3_text" refType="r" refFor="ch" refForName="FiveConn_2-3"/>
          <dgm:constr type="t" for="ch" forName="FiveNodes_3_text" refType="t" refFor="ch" refForName="FiveNodes_3"/>
          <dgm:constr type="b" for="ch" forName="FiveNodes_3_text" refType="b" refFor="ch" refForName="FiveNodes_3"/>
          <dgm:constr type="r" for="ch" forName="FiveNodes_3_text" refType="r" refFor="ch" refForName="FiveNodes_3"/>
          <dgm:constr type="l" for="ch" forName="FiveNodes_4_text" refType="r" refFor="ch" refForName="FiveConn_3-4"/>
          <dgm:constr type="t" for="ch" forName="FiveNodes_4_text" refType="t" refFor="ch" refForName="FiveNodes_4"/>
          <dgm:constr type="b" for="ch" forName="FiveNodes_4_text" refType="b" refFor="ch" refForName="FiveNodes_4"/>
          <dgm:constr type="r" for="ch" forName="FiveNodes_4_text" refType="r" refFor="ch" refForName="FiveNodes_4"/>
          <dgm:constr type="l" for="ch" forName="FiveNodes_5_text" refType="r" refFor="ch" refForName="FiveConn_4-5"/>
          <dgm:constr type="t" for="ch" forName="FiveNodes_5_text" refType="t" refFor="ch" refForName="FiveNodes_5"/>
          <dgm:constr type="b" for="ch" forName="FiveNodes_5_text" refType="b" refFor="ch" refForName="FiveNodes_5"/>
          <dgm:constr type="r" for="ch" forName="FiveNodes_5_text" refType="r" refFor="ch" refForName="FiveNodes_5"/>
        </dgm:constrLst>
      </dgm:else>
    </dgm:choose>
    <dgm:ruleLst/>
    <dgm:layoutNode name="dummyMaxCanvas">
      <dgm:varLst/>
      <dgm:alg type="sp"/>
      <dgm:shape xmlns:r="http://schemas.openxmlformats.org/officeDocument/2006/relationships" r:blip="">
        <dgm:adjLst/>
      </dgm:shape>
      <dgm:presOf/>
      <dgm:constrLst/>
      <dgm:ruleLst/>
    </dgm:layoutNode>
    <dgm:choose name="Name3">
      <dgm:if name="Name4" axis="ch" ptType="node" func="cnt" op="equ" val="1">
        <dgm:layoutNode name="OneNode_1">
          <dgm:varLst>
            <dgm:bulletEnabled val="1"/>
          </dgm:varLst>
          <dgm:alg type="tx"/>
          <dgm:shape xmlns:r="http://schemas.openxmlformats.org/officeDocument/2006/relationships" type="roundRect" r:blip="">
            <dgm:adjLst>
              <dgm:adj idx="1" val="0.1"/>
            </dgm:adjLst>
          </dgm:shape>
          <dgm:presOf axis="ch desOrSelf" ptType="node node" st="1 1" cnt="1 0"/>
          <dgm:constrLst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</dgm:if>
      <dgm:else name="Name5">
        <dgm:choose name="Name6">
          <dgm:if name="Name7" axis="ch" ptType="node" func="cnt" op="equ" val="2">
            <dgm:layoutNode name="TwoNodes_1">
              <dgm:varLst>
                <dgm:bulletEnabled val="1"/>
              </dgm:varLst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ch desOrSelf" ptType="node node" st="1 1" cnt="1 0"/>
              <dgm:constrLst/>
              <dgm:ruleLst/>
            </dgm:layoutNode>
            <dgm:layoutNode name="TwoNodes_2">
              <dgm:varLst>
                <dgm:bulletEnabled val="1"/>
              </dgm:varLst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ch desOrSelf" ptType="node node" st="2 1" cnt="1 0"/>
              <dgm:constrLst/>
              <dgm:ruleLst/>
            </dgm:layoutNode>
            <dgm:layoutNode name="TwoConn_1-2" styleLbl="fgAccFollowNode1">
              <dgm:varLst>
                <dgm:bulletEnabled val="1"/>
              </dgm:varLst>
              <dgm:alg type="tx"/>
              <dgm:shape xmlns:r="http://schemas.openxmlformats.org/officeDocument/2006/relationships" type="downArrow" r:blip="">
                <dgm:adjLst>
                  <dgm:adj idx="1" val="0.55"/>
                  <dgm:adj idx="2" val="0.45"/>
                </dgm:adjLst>
              </dgm:shape>
              <dgm:presOf axis="ch" ptType="sibTrans" cnt="1"/>
              <dgm:constrLst>
                <dgm:constr type="lMarg" refType="primFontSz" fact="0.1"/>
                <dgm:constr type="rMarg" refType="primFontSz" fact="0.1"/>
                <dgm:constr type="tMarg" refType="primFontSz" fact="0.1"/>
                <dgm:constr type="bMarg" refType="primFontSz" fact="0.1"/>
              </dgm:constrLst>
              <dgm:ruleLst>
                <dgm:rule type="primFontSz" val="5" fact="NaN" max="NaN"/>
              </dgm:ruleLst>
            </dgm:layoutNode>
            <dgm:layoutNode name="TwoNodes_1_text">
              <dgm:varLst>
                <dgm:bulletEnabled val="1"/>
              </dgm:varLst>
              <dgm:alg type="tx">
                <dgm:param type="parTxLTRAlign" val="l"/>
                <dgm:param type="txAnchorVertCh" val="mid"/>
              </dgm:alg>
              <dgm:shape xmlns:r="http://schemas.openxmlformats.org/officeDocument/2006/relationships" type="roundRect" r:blip="" hideGeom="1">
                <dgm:adjLst>
                  <dgm:adj idx="1" val="0.1"/>
                </dgm:adjLst>
              </dgm:shape>
              <dgm:presOf axis="ch desOrSelf" ptType="node node" st="1 1" cnt="1 0"/>
              <dgm:constrLst>
                <dgm:constr type="lMarg" refType="primFontSz" fact="0.3"/>
                <dgm:constr type="rMarg" refType="primFontSz" fact="0.3"/>
                <dgm:constr type="tMarg" refType="primFontSz" fact="0.3"/>
                <dgm:constr type="bMarg" refType="primFontSz" fact="0.3"/>
              </dgm:constrLst>
              <dgm:ruleLst>
                <dgm:rule type="primFontSz" val="5" fact="NaN" max="NaN"/>
              </dgm:ruleLst>
            </dgm:layoutNode>
            <dgm:layoutNode name="TwoNodes_2_text">
              <dgm:varLst>
                <dgm:bulletEnabled val="1"/>
              </dgm:varLst>
              <dgm:alg type="tx">
                <dgm:param type="parTxLTRAlign" val="l"/>
                <dgm:param type="txAnchorVertCh" val="mid"/>
              </dgm:alg>
              <dgm:shape xmlns:r="http://schemas.openxmlformats.org/officeDocument/2006/relationships" type="roundRect" r:blip="" hideGeom="1">
                <dgm:adjLst>
                  <dgm:adj idx="1" val="0.1"/>
                </dgm:adjLst>
              </dgm:shape>
              <dgm:presOf axis="ch desOrSelf" ptType="node node" st="2 1" cnt="1 0"/>
              <dgm:constrLst>
                <dgm:constr type="lMarg" refType="primFontSz" fact="0.3"/>
                <dgm:constr type="rMarg" refType="primFontSz" fact="0.3"/>
                <dgm:constr type="tMarg" refType="primFontSz" fact="0.3"/>
                <dgm:constr type="bMarg" refType="primFontSz" fact="0.3"/>
              </dgm:constrLst>
              <dgm:ruleLst>
                <dgm:rule type="primFontSz" val="5" fact="NaN" max="NaN"/>
              </dgm:ruleLst>
            </dgm:layoutNode>
          </dgm:if>
          <dgm:else name="Name8">
            <dgm:choose name="Name9">
              <dgm:if name="Name10" axis="ch" ptType="node" func="cnt" op="equ" val="3">
                <dgm:layoutNode name="ThreeNodes_1">
                  <dgm:varLst>
                    <dgm:bulletEnabled val="1"/>
                  </dgm:varLst>
                  <dgm:alg type="sp"/>
                  <dgm:shape xmlns:r="http://schemas.openxmlformats.org/officeDocument/2006/relationships" type="roundRect" r:blip="">
                    <dgm:adjLst>
                      <dgm:adj idx="1" val="0.1"/>
                    </dgm:adjLst>
                  </dgm:shape>
                  <dgm:presOf axis="ch desOrSelf" ptType="node node" st="1 1" cnt="1 0"/>
                  <dgm:constrLst/>
                  <dgm:ruleLst/>
                </dgm:layoutNode>
                <dgm:layoutNode name="ThreeNodes_2">
                  <dgm:varLst>
                    <dgm:bulletEnabled val="1"/>
                  </dgm:varLst>
                  <dgm:alg type="sp"/>
                  <dgm:shape xmlns:r="http://schemas.openxmlformats.org/officeDocument/2006/relationships" type="roundRect" r:blip="">
                    <dgm:adjLst>
                      <dgm:adj idx="1" val="0.1"/>
                    </dgm:adjLst>
                  </dgm:shape>
                  <dgm:presOf axis="ch desOrSelf" ptType="node node" st="2 1" cnt="1 0"/>
                  <dgm:constrLst/>
                  <dgm:ruleLst/>
                </dgm:layoutNode>
                <dgm:layoutNode name="ThreeNodes_3">
                  <dgm:varLst>
                    <dgm:bulletEnabled val="1"/>
                  </dgm:varLst>
                  <dgm:alg type="sp"/>
                  <dgm:shape xmlns:r="http://schemas.openxmlformats.org/officeDocument/2006/relationships" type="roundRect" r:blip="">
                    <dgm:adjLst>
                      <dgm:adj idx="1" val="0.1"/>
                    </dgm:adjLst>
                  </dgm:shape>
                  <dgm:presOf axis="ch desOrSelf" ptType="node node" st="3 1" cnt="1 0"/>
                  <dgm:constrLst/>
                  <dgm:ruleLst/>
                </dgm:layoutNode>
                <dgm:layoutNode name="ThreeConn_1-2" styleLbl="fgAccFollowNode1">
                  <dgm:varLst>
                    <dgm:bulletEnabled val="1"/>
                  </dgm:varLst>
                  <dgm:alg type="tx"/>
                  <dgm:shape xmlns:r="http://schemas.openxmlformats.org/officeDocument/2006/relationships" type="downArrow" r:blip="">
                    <dgm:adjLst>
                      <dgm:adj idx="1" val="0.55"/>
                      <dgm:adj idx="2" val="0.45"/>
                    </dgm:adjLst>
                  </dgm:shape>
                  <dgm:presOf axis="ch" ptType="sibTrans" cnt="1"/>
                  <dgm:constrLst>
                    <dgm:constr type="lMarg" refType="primFontSz" fact="0.1"/>
                    <dgm:constr type="rMarg" refType="primFontSz" fact="0.1"/>
                    <dgm:constr type="tMarg" refType="primFontSz" fact="0.1"/>
                    <dgm:constr type="bMarg" refType="primFontSz" fact="0.1"/>
                  </dgm:constrLst>
                  <dgm:ruleLst>
                    <dgm:rule type="primFontSz" val="5" fact="NaN" max="NaN"/>
                  </dgm:ruleLst>
                </dgm:layoutNode>
                <dgm:layoutNode name="ThreeConn_2-3" styleLbl="fgAccFollowNode1">
                  <dgm:varLst>
                    <dgm:bulletEnabled val="1"/>
                  </dgm:varLst>
                  <dgm:alg type="tx"/>
                  <dgm:shape xmlns:r="http://schemas.openxmlformats.org/officeDocument/2006/relationships" type="downArrow" r:blip="">
                    <dgm:adjLst>
                      <dgm:adj idx="1" val="0.55"/>
                      <dgm:adj idx="2" val="0.45"/>
                    </dgm:adjLst>
                  </dgm:shape>
                  <dgm:presOf axis="ch" ptType="sibTrans" st="2" cnt="1"/>
                  <dgm:constrLst>
                    <dgm:constr type="lMarg" refType="primFontSz" fact="0.1"/>
                    <dgm:constr type="rMarg" refType="primFontSz" fact="0.1"/>
                    <dgm:constr type="tMarg" refType="primFontSz" fact="0.1"/>
                    <dgm:constr type="bMarg" refType="primFontSz" fact="0.1"/>
                  </dgm:constrLst>
                  <dgm:ruleLst>
                    <dgm:rule type="primFontSz" val="5" fact="NaN" max="NaN"/>
                  </dgm:ruleLst>
                </dgm:layoutNode>
                <dgm:layoutNode name="ThreeNodes_1_text">
                  <dgm:varLst>
                    <dgm:bulletEnabled val="1"/>
                  </dgm:varLst>
                  <dgm:alg type="tx">
                    <dgm:param type="parTxLTRAlign" val="l"/>
                    <dgm:param type="txAnchorVertCh" val="mid"/>
                  </dgm:alg>
                  <dgm:shape xmlns:r="http://schemas.openxmlformats.org/officeDocument/2006/relationships" type="roundRect" r:blip="" hideGeom="1">
                    <dgm:adjLst>
                      <dgm:adj idx="1" val="0.1"/>
                    </dgm:adjLst>
                  </dgm:shape>
                  <dgm:presOf axis="ch desOrSelf" ptType="node node" st="1 1" cnt="1 0"/>
                  <dgm:constrLst>
                    <dgm:constr type="lMarg" refType="primFontSz" fact="0.3"/>
                    <dgm:constr type="rMarg" refType="primFontSz" fact="0.3"/>
                    <dgm:constr type="tMarg" refType="primFontSz" fact="0.3"/>
                    <dgm:constr type="bMarg" refType="primFontSz" fact="0.3"/>
                  </dgm:constrLst>
                  <dgm:ruleLst>
                    <dgm:rule type="primFontSz" val="5" fact="NaN" max="NaN"/>
                  </dgm:ruleLst>
                </dgm:layoutNode>
                <dgm:layoutNode name="ThreeNodes_2_text">
                  <dgm:varLst>
                    <dgm:bulletEnabled val="1"/>
                  </dgm:varLst>
                  <dgm:alg type="tx">
                    <dgm:param type="parTxLTRAlign" val="l"/>
                    <dgm:param type="txAnchorVertCh" val="mid"/>
                  </dgm:alg>
                  <dgm:shape xmlns:r="http://schemas.openxmlformats.org/officeDocument/2006/relationships" type="roundRect" r:blip="" hideGeom="1">
                    <dgm:adjLst>
                      <dgm:adj idx="1" val="0.1"/>
                    </dgm:adjLst>
                  </dgm:shape>
                  <dgm:presOf axis="ch desOrSelf" ptType="node node" st="2 1" cnt="1 0"/>
                  <dgm:constrLst>
                    <dgm:constr type="lMarg" refType="primFontSz" fact="0.3"/>
                    <dgm:constr type="rMarg" refType="primFontSz" fact="0.3"/>
                    <dgm:constr type="tMarg" refType="primFontSz" fact="0.3"/>
                    <dgm:constr type="bMarg" refType="primFontSz" fact="0.3"/>
                  </dgm:constrLst>
                  <dgm:ruleLst>
                    <dgm:rule type="primFontSz" val="5" fact="NaN" max="NaN"/>
                  </dgm:ruleLst>
                </dgm:layoutNode>
                <dgm:layoutNode name="ThreeNodes_3_text">
                  <dgm:varLst>
                    <dgm:bulletEnabled val="1"/>
                  </dgm:varLst>
                  <dgm:alg type="tx">
                    <dgm:param type="parTxLTRAlign" val="l"/>
                    <dgm:param type="txAnchorVertCh" val="mid"/>
                  </dgm:alg>
                  <dgm:shape xmlns:r="http://schemas.openxmlformats.org/officeDocument/2006/relationships" type="roundRect" r:blip="" hideGeom="1">
                    <dgm:adjLst>
                      <dgm:adj idx="1" val="0.1"/>
                    </dgm:adjLst>
                  </dgm:shape>
                  <dgm:presOf axis="ch desOrSelf" ptType="node node" st="3 1" cnt="1 0"/>
                  <dgm:constrLst>
                    <dgm:constr type="lMarg" refType="primFontSz" fact="0.3"/>
                    <dgm:constr type="rMarg" refType="primFontSz" fact="0.3"/>
                    <dgm:constr type="tMarg" refType="primFontSz" fact="0.3"/>
                    <dgm:constr type="bMarg" refType="primFontSz" fact="0.3"/>
                  </dgm:constrLst>
                  <dgm:ruleLst>
                    <dgm:rule type="primFontSz" val="5" fact="NaN" max="NaN"/>
                  </dgm:ruleLst>
                </dgm:layoutNode>
              </dgm:if>
              <dgm:else name="Name11">
                <dgm:choose name="Name12">
                  <dgm:if name="Name13" axis="ch" ptType="node" func="cnt" op="equ" val="4">
                    <dgm:layoutNode name="FourNodes_1">
                      <dgm:varLst>
                        <dgm:bulletEnabled val="1"/>
                      </dgm:varLst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ch desOrSelf" ptType="node node" st="1 1" cnt="1 0"/>
                      <dgm:constrLst/>
                      <dgm:ruleLst/>
                    </dgm:layoutNode>
                    <dgm:layoutNode name="FourNodes_2">
                      <dgm:varLst>
                        <dgm:bulletEnabled val="1"/>
                      </dgm:varLst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ch desOrSelf" ptType="node node" st="2 1" cnt="1 0"/>
                      <dgm:constrLst/>
                      <dgm:ruleLst/>
                    </dgm:layoutNode>
                    <dgm:layoutNode name="FourNodes_3">
                      <dgm:varLst>
                        <dgm:bulletEnabled val="1"/>
                      </dgm:varLst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ch desOrSelf" ptType="node node" st="3 1" cnt="1 0"/>
                      <dgm:constrLst/>
                      <dgm:ruleLst/>
                    </dgm:layoutNode>
                    <dgm:layoutNode name="FourNodes_4">
                      <dgm:varLst>
                        <dgm:bulletEnabled val="1"/>
                      </dgm:varLst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ch desOrSelf" ptType="node node" st="4 1" cnt="1 0"/>
                      <dgm:constrLst/>
                      <dgm:ruleLst/>
                    </dgm:layoutNode>
                    <dgm:layoutNode name="FourConn_1-2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downArrow" r:blip="">
                        <dgm:adjLst>
                          <dgm:adj idx="1" val="0.55"/>
                          <dgm:adj idx="2" val="0.45"/>
                        </dgm:adjLst>
                      </dgm:shape>
                      <dgm:presOf axis="ch" ptType="sibTrans" cnt="1"/>
                      <dgm:constrLst>
                        <dgm:constr type="lMarg" refType="primFontSz" fact="0.1"/>
                        <dgm:constr type="rMarg" refType="primFontSz" fact="0.1"/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Conn_2-3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downArrow" r:blip="">
                        <dgm:adjLst>
                          <dgm:adj idx="1" val="0.55"/>
                          <dgm:adj idx="2" val="0.45"/>
                        </dgm:adjLst>
                      </dgm:shape>
                      <dgm:presOf axis="ch" ptType="sibTrans" st="2" cnt="1"/>
                      <dgm:constrLst>
                        <dgm:constr type="lMarg" refType="primFontSz" fact="0.1"/>
                        <dgm:constr type="rMarg" refType="primFontSz" fact="0.1"/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Conn_3-4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downArrow" r:blip="">
                        <dgm:adjLst>
                          <dgm:adj idx="1" val="0.55"/>
                          <dgm:adj idx="2" val="0.45"/>
                        </dgm:adjLst>
                      </dgm:shape>
                      <dgm:presOf axis="ch" ptType="sibTrans" st="3" cnt="1"/>
                      <dgm:constrLst>
                        <dgm:constr type="lMarg" refType="primFontSz" fact="0.1"/>
                        <dgm:constr type="rMarg" refType="primFontSz" fact="0.1"/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Nodes_1_text">
                      <dgm:varLst>
                        <dgm:bulletEnabled val="1"/>
                      </dgm:varLst>
                      <dgm:alg type="tx">
                        <dgm:param type="parTxLTRAlign" val="l"/>
                        <dgm:param type="txAnchorVertCh" val="mid"/>
                      </dgm:alg>
                      <dgm:shape xmlns:r="http://schemas.openxmlformats.org/officeDocument/2006/relationships" type="roundRect" r:blip="" hideGeom="1">
                        <dgm:adjLst>
                          <dgm:adj idx="1" val="0.1"/>
                        </dgm:adjLst>
                      </dgm:shape>
                      <dgm:presOf axis="ch desOrSelf" ptType="node node" st="1 1" cnt="1 0"/>
                      <dgm:constrLst>
                        <dgm:constr type="lMarg" refType="primFontSz" fact="0.3"/>
                        <dgm:constr type="rMarg" refType="primFontSz" fact="0.3"/>
                        <dgm:constr type="tMarg" refType="primFontSz" fact="0.3"/>
                        <dgm:constr type="b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Nodes_2_text">
                      <dgm:varLst>
                        <dgm:bulletEnabled val="1"/>
                      </dgm:varLst>
                      <dgm:alg type="tx">
                        <dgm:param type="parTxLTRAlign" val="l"/>
                        <dgm:param type="txAnchorVertCh" val="mid"/>
                      </dgm:alg>
                      <dgm:shape xmlns:r="http://schemas.openxmlformats.org/officeDocument/2006/relationships" type="roundRect" r:blip="" hideGeom="1">
                        <dgm:adjLst>
                          <dgm:adj idx="1" val="0.1"/>
                        </dgm:adjLst>
                      </dgm:shape>
                      <dgm:presOf axis="ch desOrSelf" ptType="node node" st="2 1" cnt="1 0"/>
                      <dgm:constrLst>
                        <dgm:constr type="lMarg" refType="primFontSz" fact="0.3"/>
                        <dgm:constr type="rMarg" refType="primFontSz" fact="0.3"/>
                        <dgm:constr type="tMarg" refType="primFontSz" fact="0.3"/>
                        <dgm:constr type="b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Nodes_3_text">
                      <dgm:varLst>
                        <dgm:bulletEnabled val="1"/>
                      </dgm:varLst>
                      <dgm:alg type="tx">
                        <dgm:param type="parTxLTRAlign" val="l"/>
                        <dgm:param type="txAnchorVertCh" val="mid"/>
                      </dgm:alg>
                      <dgm:shape xmlns:r="http://schemas.openxmlformats.org/officeDocument/2006/relationships" type="roundRect" r:blip="" hideGeom="1">
                        <dgm:adjLst>
                          <dgm:adj idx="1" val="0.1"/>
                        </dgm:adjLst>
                      </dgm:shape>
                      <dgm:presOf axis="ch desOrSelf" ptType="node node" st="3 1" cnt="1 0"/>
                      <dgm:constrLst>
                        <dgm:constr type="lMarg" refType="primFontSz" fact="0.3"/>
                        <dgm:constr type="rMarg" refType="primFontSz" fact="0.3"/>
                        <dgm:constr type="tMarg" refType="primFontSz" fact="0.3"/>
                        <dgm:constr type="b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Nodes_4_text">
                      <dgm:varLst>
                        <dgm:bulletEnabled val="1"/>
                      </dgm:varLst>
                      <dgm:alg type="tx">
                        <dgm:param type="parTxLTRAlign" val="l"/>
                        <dgm:param type="txAnchorVertCh" val="mid"/>
                      </dgm:alg>
                      <dgm:shape xmlns:r="http://schemas.openxmlformats.org/officeDocument/2006/relationships" type="roundRect" r:blip="" hideGeom="1">
                        <dgm:adjLst>
                          <dgm:adj idx="1" val="0.1"/>
                        </dgm:adjLst>
                      </dgm:shape>
                      <dgm:presOf axis="ch desOrSelf" ptType="node node" st="4 1" cnt="1 0"/>
                      <dgm:constrLst>
                        <dgm:constr type="lMarg" refType="primFontSz" fact="0.3"/>
                        <dgm:constr type="rMarg" refType="primFontSz" fact="0.3"/>
                        <dgm:constr type="tMarg" refType="primFontSz" fact="0.3"/>
                        <dgm:constr type="b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</dgm:if>
                  <dgm:else name="Name14">
                    <dgm:choose name="Name15">
                      <dgm:if name="Name16" axis="ch" ptType="node" func="cnt" op="gte" val="5">
                        <dgm:layoutNode name="FiveNodes_1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1 1" cnt="1 0"/>
                          <dgm:constrLst/>
                          <dgm:ruleLst/>
                        </dgm:layoutNode>
                        <dgm:layoutNode name="FiveNodes_2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2 1" cnt="1 0"/>
                          <dgm:constrLst/>
                          <dgm:ruleLst/>
                        </dgm:layoutNode>
                        <dgm:layoutNode name="FiveNodes_3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3 1" cnt="1 0"/>
                          <dgm:constrLst/>
                          <dgm:ruleLst/>
                        </dgm:layoutNode>
                        <dgm:layoutNode name="FiveNodes_4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4 1" cnt="1 0"/>
                          <dgm:constrLst/>
                          <dgm:ruleLst/>
                        </dgm:layoutNode>
                        <dgm:layoutNode name="FiveNodes_5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5 1" cnt="1 0"/>
                          <dgm:constrLst/>
                          <dgm:ruleLst/>
                        </dgm:layoutNode>
                        <dgm:layoutNode name="FiveConn_1-2" styleLbl="fgAccFollowNode1">
                          <dgm:varLst>
                            <dgm:bulletEnabled val="1"/>
                          </dgm:varLst>
                          <dgm:alg type="tx"/>
                          <dgm:shape xmlns:r="http://schemas.openxmlformats.org/officeDocument/2006/relationships" type="downArrow" r:blip="">
                            <dgm:adjLst>
                              <dgm:adj idx="1" val="0.55"/>
                              <dgm:adj idx="2" val="0.45"/>
                            </dgm:adjLst>
                          </dgm:shape>
                          <dgm:presOf axis="ch" ptType="sibTrans" cnt="1"/>
                          <dgm:constrLst>
                            <dgm:constr type="lMarg" refType="primFontSz" fact="0.1"/>
                            <dgm:constr type="rMarg" refType="primFontSz" fact="0.1"/>
                            <dgm:constr type="tMarg" refType="primFontSz" fact="0.1"/>
                            <dgm:constr type="bMarg" refType="primFontSz" fact="0.1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Conn_2-3" styleLbl="fgAccFollowNode1">
                          <dgm:varLst>
                            <dgm:bulletEnabled val="1"/>
                          </dgm:varLst>
                          <dgm:alg type="tx"/>
                          <dgm:shape xmlns:r="http://schemas.openxmlformats.org/officeDocument/2006/relationships" type="downArrow" r:blip="">
                            <dgm:adjLst>
                              <dgm:adj idx="1" val="0.55"/>
                              <dgm:adj idx="2" val="0.45"/>
                            </dgm:adjLst>
                          </dgm:shape>
                          <dgm:presOf axis="ch" ptType="sibTrans" st="2" cnt="1"/>
                          <dgm:constrLst>
                            <dgm:constr type="lMarg" refType="primFontSz" fact="0.1"/>
                            <dgm:constr type="rMarg" refType="primFontSz" fact="0.1"/>
                            <dgm:constr type="tMarg" refType="primFontSz" fact="0.1"/>
                            <dgm:constr type="bMarg" refType="primFontSz" fact="0.1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Conn_3-4" styleLbl="fgAccFollowNode1">
                          <dgm:varLst>
                            <dgm:bulletEnabled val="1"/>
                          </dgm:varLst>
                          <dgm:alg type="tx"/>
                          <dgm:shape xmlns:r="http://schemas.openxmlformats.org/officeDocument/2006/relationships" type="downArrow" r:blip="">
                            <dgm:adjLst>
                              <dgm:adj idx="1" val="0.55"/>
                              <dgm:adj idx="2" val="0.45"/>
                            </dgm:adjLst>
                          </dgm:shape>
                          <dgm:presOf axis="ch" ptType="sibTrans" st="3" cnt="1"/>
                          <dgm:constrLst>
                            <dgm:constr type="lMarg" refType="primFontSz" fact="0.1"/>
                            <dgm:constr type="rMarg" refType="primFontSz" fact="0.1"/>
                            <dgm:constr type="tMarg" refType="primFontSz" fact="0.1"/>
                            <dgm:constr type="bMarg" refType="primFontSz" fact="0.1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Conn_4-5" styleLbl="fgAccFollowNode1">
                          <dgm:varLst>
                            <dgm:bulletEnabled val="1"/>
                          </dgm:varLst>
                          <dgm:alg type="tx"/>
                          <dgm:shape xmlns:r="http://schemas.openxmlformats.org/officeDocument/2006/relationships" type="downArrow" r:blip="">
                            <dgm:adjLst>
                              <dgm:adj idx="1" val="0.55"/>
                              <dgm:adj idx="2" val="0.45"/>
                            </dgm:adjLst>
                          </dgm:shape>
                          <dgm:presOf axis="ch" ptType="sibTrans" st="4" cnt="1"/>
                          <dgm:constrLst>
                            <dgm:constr type="lMarg" refType="primFontSz" fact="0.1"/>
                            <dgm:constr type="rMarg" refType="primFontSz" fact="0.1"/>
                            <dgm:constr type="tMarg" refType="primFontSz" fact="0.1"/>
                            <dgm:constr type="bMarg" refType="primFontSz" fact="0.1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1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1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2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2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3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3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4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4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5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5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</dgm:if>
                      <dgm:else name="Name17"/>
                    </dgm:choose>
                  </dgm:else>
                </dgm:choose>
              </dgm:else>
            </dgm:choose>
          </dgm:else>
        </dgm:choose>
      </dgm:else>
    </dgm:choose>
  </dgm:layoutNode>
</dgm:layoutDef>
</file>

<file path=ppt/diagrams/layout101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02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03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04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05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06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07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08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09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10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11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.xml><?xml version="1.0" encoding="utf-8"?>
<dgm:styleDef xmlns:dgm="http://schemas.openxmlformats.org/drawingml/2006/diagram" xmlns:a="http://schemas.openxmlformats.org/drawingml/2006/main" uniqueId="urn:microsoft.com/office/officeart/2005/8/quickstyle/simple5">
  <dgm:title val=""/>
  <dgm:desc val=""/>
  <dgm:catLst>
    <dgm:cat type="simple" pri="105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4.xml><?xml version="1.0" encoding="utf-8"?>
<dgm:styleDef xmlns:dgm="http://schemas.openxmlformats.org/drawingml/2006/diagram" xmlns:a="http://schemas.openxmlformats.org/drawingml/2006/main" uniqueId="urn:microsoft.com/office/officeart/2005/8/quickstyle/simple2">
  <dgm:title val=""/>
  <dgm:desc val=""/>
  <dgm:catLst>
    <dgm:cat type="simple" pri="102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1.xml><?xml version="1.0" encoding="utf-8"?>
<dgm:styleDef xmlns:dgm="http://schemas.openxmlformats.org/drawingml/2006/diagram" xmlns:a="http://schemas.openxmlformats.org/drawingml/2006/main" uniqueId="urn:microsoft.com/office/officeart/2005/8/quickstyle/simple5">
  <dgm:title val=""/>
  <dgm:desc val=""/>
  <dgm:catLst>
    <dgm:cat type="simple" pri="105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3.xml><?xml version="1.0" encoding="utf-8"?>
<dgm:styleDef xmlns:dgm="http://schemas.openxmlformats.org/drawingml/2006/diagram" xmlns:a="http://schemas.openxmlformats.org/drawingml/2006/main" uniqueId="urn:microsoft.com/office/officeart/2005/8/quickstyle/simple3">
  <dgm:title val=""/>
  <dgm:desc val=""/>
  <dgm:catLst>
    <dgm:cat type="simple" pri="103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lnNode1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dk1"/>
      </a:fontRef>
    </dgm:style>
  </dgm:styleLbl>
  <dgm:styleLbl name="venn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7.xml><?xml version="1.0" encoding="utf-8"?>
<dgm:styleDef xmlns:dgm="http://schemas.openxmlformats.org/drawingml/2006/diagram" xmlns:a="http://schemas.openxmlformats.org/drawingml/2006/main" uniqueId="urn:microsoft.com/office/officeart/2005/8/quickstyle/simple2">
  <dgm:title val=""/>
  <dgm:desc val=""/>
  <dgm:catLst>
    <dgm:cat type="simple" pri="102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7.xml><?xml version="1.0" encoding="utf-8"?>
<dgm:styleDef xmlns:dgm="http://schemas.openxmlformats.org/drawingml/2006/diagram" xmlns:a="http://schemas.openxmlformats.org/drawingml/2006/main" uniqueId="urn:microsoft.com/office/officeart/2005/8/quickstyle/simple3">
  <dgm:title val=""/>
  <dgm:desc val=""/>
  <dgm:catLst>
    <dgm:cat type="simple" pri="103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lnNode1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dk1"/>
      </a:fontRef>
    </dgm:style>
  </dgm:styleLbl>
  <dgm:styleLbl name="venn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8.xml><?xml version="1.0" encoding="utf-8"?>
<dgm:styleDef xmlns:dgm="http://schemas.openxmlformats.org/drawingml/2006/diagram" xmlns:a="http://schemas.openxmlformats.org/drawingml/2006/main" uniqueId="urn:microsoft.com/office/officeart/2005/8/quickstyle/simple3">
  <dgm:title val=""/>
  <dgm:desc val=""/>
  <dgm:catLst>
    <dgm:cat type="simple" pri="103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lnNode1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dk1"/>
      </a:fontRef>
    </dgm:style>
  </dgm:styleLbl>
  <dgm:styleLbl name="venn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9.xml><?xml version="1.0" encoding="utf-8"?>
<dgm:styleDef xmlns:dgm="http://schemas.openxmlformats.org/drawingml/2006/diagram" xmlns:a="http://schemas.openxmlformats.org/drawingml/2006/main" uniqueId="urn:microsoft.com/office/officeart/2005/8/quickstyle/simple4">
  <dgm:title val=""/>
  <dgm:desc val=""/>
  <dgm:catLst>
    <dgm:cat type="simple" pri="104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1.xml><?xml version="1.0" encoding="utf-8"?>
<dgm:styleDef xmlns:dgm="http://schemas.openxmlformats.org/drawingml/2006/diagram" xmlns:a="http://schemas.openxmlformats.org/drawingml/2006/main" uniqueId="urn:microsoft.com/office/officeart/2005/8/quickstyle/simple3">
  <dgm:title val=""/>
  <dgm:desc val=""/>
  <dgm:catLst>
    <dgm:cat type="simple" pri="103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lnNode1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dk1"/>
      </a:fontRef>
    </dgm:style>
  </dgm:styleLbl>
  <dgm:styleLbl name="venn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8.xml><?xml version="1.0" encoding="utf-8"?>
<dgm:styleDef xmlns:dgm="http://schemas.openxmlformats.org/drawingml/2006/diagram" xmlns:a="http://schemas.openxmlformats.org/drawingml/2006/main" uniqueId="urn:microsoft.com/office/officeart/2005/8/quickstyle/simple5">
  <dgm:title val=""/>
  <dgm:desc val=""/>
  <dgm:catLst>
    <dgm:cat type="simple" pri="105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0.xml><?xml version="1.0" encoding="utf-8"?>
<dgm:styleDef xmlns:dgm="http://schemas.openxmlformats.org/drawingml/2006/diagram" xmlns:a="http://schemas.openxmlformats.org/drawingml/2006/main" uniqueId="urn:microsoft.com/office/officeart/2005/8/quickstyle/simple4">
  <dgm:title val=""/>
  <dgm:desc val=""/>
  <dgm:catLst>
    <dgm:cat type="simple" pri="104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2.xml><?xml version="1.0" encoding="utf-8"?>
<dgm:styleDef xmlns:dgm="http://schemas.openxmlformats.org/drawingml/2006/diagram" xmlns:a="http://schemas.openxmlformats.org/drawingml/2006/main" uniqueId="urn:microsoft.com/office/officeart/2005/8/quickstyle/simple2">
  <dgm:title val=""/>
  <dgm:desc val=""/>
  <dgm:catLst>
    <dgm:cat type="simple" pri="102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6.xml><?xml version="1.0" encoding="utf-8"?>
<dgm:styleDef xmlns:dgm="http://schemas.openxmlformats.org/drawingml/2006/diagram" xmlns:a="http://schemas.openxmlformats.org/drawingml/2006/main" uniqueId="urn:microsoft.com/office/officeart/2005/8/quickstyle/simple3">
  <dgm:title val=""/>
  <dgm:desc val=""/>
  <dgm:catLst>
    <dgm:cat type="simple" pri="103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lnNode1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dk1"/>
      </a:fontRef>
    </dgm:style>
  </dgm:styleLbl>
  <dgm:styleLbl name="venn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7.xml><?xml version="1.0" encoding="utf-8"?>
<dgm:styleDef xmlns:dgm="http://schemas.openxmlformats.org/drawingml/2006/diagram" xmlns:a="http://schemas.openxmlformats.org/drawingml/2006/main" uniqueId="urn:microsoft.com/office/officeart/2005/8/quickstyle/simple5">
  <dgm:title val=""/>
  <dgm:desc val=""/>
  <dgm:catLst>
    <dgm:cat type="simple" pri="105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6.xml><?xml version="1.0" encoding="utf-8"?>
<dgm:styleDef xmlns:dgm="http://schemas.openxmlformats.org/drawingml/2006/diagram" xmlns:a="http://schemas.openxmlformats.org/drawingml/2006/main" uniqueId="urn:microsoft.com/office/officeart/2005/8/quickstyle/simple5">
  <dgm:title val=""/>
  <dgm:desc val=""/>
  <dgm:catLst>
    <dgm:cat type="simple" pri="105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7.xml><?xml version="1.0" encoding="utf-8"?>
<dgm:styleDef xmlns:dgm="http://schemas.openxmlformats.org/drawingml/2006/diagram" xmlns:a="http://schemas.openxmlformats.org/drawingml/2006/main" uniqueId="urn:microsoft.com/office/officeart/2005/8/quickstyle/simple5">
  <dgm:title val=""/>
  <dgm:desc val=""/>
  <dgm:catLst>
    <dgm:cat type="simple" pri="105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9.xml><?xml version="1.0" encoding="utf-8"?>
<dgm:styleDef xmlns:dgm="http://schemas.openxmlformats.org/drawingml/2006/diagram" xmlns:a="http://schemas.openxmlformats.org/drawingml/2006/main" uniqueId="urn:microsoft.com/office/officeart/2005/8/quickstyle/simple3">
  <dgm:title val=""/>
  <dgm:desc val=""/>
  <dgm:catLst>
    <dgm:cat type="simple" pri="103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lnNode1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dk1"/>
      </a:fontRef>
    </dgm:style>
  </dgm:styleLbl>
  <dgm:styleLbl name="venn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0.xml><?xml version="1.0" encoding="utf-8"?>
<dgm:styleDef xmlns:dgm="http://schemas.openxmlformats.org/drawingml/2006/diagram" xmlns:a="http://schemas.openxmlformats.org/drawingml/2006/main" uniqueId="urn:microsoft.com/office/officeart/2005/8/quickstyle/simple4">
  <dgm:title val=""/>
  <dgm:desc val=""/>
  <dgm:catLst>
    <dgm:cat type="simple" pri="104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1.xml><?xml version="1.0" encoding="utf-8"?>
<dgm:styleDef xmlns:dgm="http://schemas.openxmlformats.org/drawingml/2006/diagram" xmlns:a="http://schemas.openxmlformats.org/drawingml/2006/main" uniqueId="urn:microsoft.com/office/officeart/2005/8/quickstyle/simple5">
  <dgm:title val=""/>
  <dgm:desc val=""/>
  <dgm:catLst>
    <dgm:cat type="simple" pri="105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E6A620D-E0D7-4B53-8D52-AD352954AB78}" type="datetimeFigureOut">
              <a:rPr lang="tr-TR" smtClean="0"/>
              <a:t>1.05.2021</a:t>
            </a:fld>
            <a:endParaRPr lang="tr-TR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tr-TR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DF5B5F0-2C70-4A25-84A9-E7B04A992215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03574954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1" y="3177"/>
            <a:ext cx="12198351" cy="6875463"/>
            <a:chOff x="0" y="3175"/>
            <a:chExt cx="12198350" cy="6875463"/>
          </a:xfrm>
        </p:grpSpPr>
        <p:sp>
          <p:nvSpPr>
            <p:cNvPr id="11" name="Freeform 5"/>
            <p:cNvSpPr>
              <a:spLocks noEditPoints="1"/>
            </p:cNvSpPr>
            <p:nvPr/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7" name="Freeform 9"/>
            <p:cNvSpPr>
              <a:spLocks noEditPoints="1"/>
            </p:cNvSpPr>
            <p:nvPr/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20" name="Freeform 13"/>
            <p:cNvSpPr>
              <a:spLocks noEditPoints="1"/>
            </p:cNvSpPr>
            <p:nvPr/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973319" y="6442526"/>
            <a:ext cx="2743200" cy="365125"/>
          </a:xfrm>
        </p:spPr>
        <p:txBody>
          <a:bodyPr/>
          <a:lstStyle/>
          <a:p>
            <a:fld id="{48A87A34-81AB-432B-8DAE-1953F412C126}" type="datetimeFigureOut">
              <a:rPr lang="en-US" smtClean="0"/>
              <a:t>5/1/2021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2211" y="6442526"/>
            <a:ext cx="4114800" cy="365125"/>
          </a:xfrm>
        </p:spPr>
        <p:txBody>
          <a:bodyPr/>
          <a:lstStyle>
            <a:lvl1pPr algn="ctr">
              <a:defRPr/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66432" y="6442526"/>
            <a:ext cx="2755379" cy="365125"/>
          </a:xfrm>
        </p:spPr>
        <p:txBody>
          <a:bodyPr anchor="ctr"/>
          <a:lstStyle>
            <a:lvl1pPr algn="l">
              <a:defRPr sz="12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8" name="Freeform 57"/>
          <p:cNvSpPr/>
          <p:nvPr/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9" name="Group 8" title="Text Container Shape"/>
          <p:cNvGrpSpPr/>
          <p:nvPr/>
        </p:nvGrpSpPr>
        <p:grpSpPr>
          <a:xfrm>
            <a:off x="7320300" y="467786"/>
            <a:ext cx="4875213" cy="5922963"/>
            <a:chOff x="7320300" y="467784"/>
            <a:chExt cx="4875213" cy="5922963"/>
          </a:xfrm>
        </p:grpSpPr>
        <p:sp>
          <p:nvSpPr>
            <p:cNvPr id="231" name="Freeform 206"/>
            <p:cNvSpPr/>
            <p:nvPr/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237" name="Freeform 211"/>
            <p:cNvSpPr/>
            <p:nvPr/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0" name="Straight Connector 9"/>
            <p:cNvCxnSpPr/>
            <p:nvPr/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920753" y="1023869"/>
            <a:ext cx="3793679" cy="3349641"/>
          </a:xfrm>
        </p:spPr>
        <p:txBody>
          <a:bodyPr anchor="t">
            <a:normAutofit/>
          </a:bodyPr>
          <a:lstStyle>
            <a:lvl1pPr algn="l">
              <a:lnSpc>
                <a:spcPct val="105000"/>
              </a:lnSpc>
              <a:defRPr sz="3900" baseline="0">
                <a:solidFill>
                  <a:schemeClr val="bg2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7920753" y="4945377"/>
            <a:ext cx="3793679" cy="1037760"/>
          </a:xfrm>
        </p:spPr>
        <p:txBody>
          <a:bodyPr anchor="t">
            <a:normAutofit/>
          </a:bodyPr>
          <a:lstStyle>
            <a:lvl1pPr marL="0" indent="0" algn="l">
              <a:lnSpc>
                <a:spcPct val="130000"/>
              </a:lnSpc>
              <a:buNone/>
              <a:defRPr sz="2000" baseline="0">
                <a:solidFill>
                  <a:schemeClr val="bg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731773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56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5/1/2021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4113800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5" title="Feather Background"/>
          <p:cNvSpPr>
            <a:spLocks noEditPoints="1"/>
          </p:cNvSpPr>
          <p:nvPr/>
        </p:nvSpPr>
        <p:spPr bwMode="auto">
          <a:xfrm>
            <a:off x="2" y="-4679"/>
            <a:ext cx="12200615" cy="6862679"/>
          </a:xfrm>
          <a:custGeom>
            <a:avLst/>
            <a:gdLst/>
            <a:ahLst/>
            <a:cxnLst/>
            <a:rect l="0" t="0" r="r" b="b"/>
            <a:pathLst>
              <a:path w="3845" h="2161">
                <a:moveTo>
                  <a:pt x="18" y="864"/>
                </a:moveTo>
                <a:cubicBezTo>
                  <a:pt x="16" y="855"/>
                  <a:pt x="21" y="853"/>
                  <a:pt x="20" y="846"/>
                </a:cubicBezTo>
                <a:cubicBezTo>
                  <a:pt x="41" y="815"/>
                  <a:pt x="37" y="806"/>
                  <a:pt x="42" y="805"/>
                </a:cubicBezTo>
                <a:cubicBezTo>
                  <a:pt x="72" y="726"/>
                  <a:pt x="76" y="720"/>
                  <a:pt x="81" y="714"/>
                </a:cubicBezTo>
                <a:cubicBezTo>
                  <a:pt x="129" y="628"/>
                  <a:pt x="132" y="626"/>
                  <a:pt x="131" y="620"/>
                </a:cubicBezTo>
                <a:cubicBezTo>
                  <a:pt x="150" y="599"/>
                  <a:pt x="153" y="596"/>
                  <a:pt x="156" y="593"/>
                </a:cubicBezTo>
                <a:cubicBezTo>
                  <a:pt x="188" y="551"/>
                  <a:pt x="199" y="551"/>
                  <a:pt x="201" y="543"/>
                </a:cubicBezTo>
                <a:cubicBezTo>
                  <a:pt x="164" y="580"/>
                  <a:pt x="148" y="580"/>
                  <a:pt x="147" y="594"/>
                </a:cubicBezTo>
                <a:cubicBezTo>
                  <a:pt x="113" y="629"/>
                  <a:pt x="116" y="637"/>
                  <a:pt x="108" y="635"/>
                </a:cubicBezTo>
                <a:cubicBezTo>
                  <a:pt x="92" y="669"/>
                  <a:pt x="83" y="676"/>
                  <a:pt x="80" y="688"/>
                </a:cubicBezTo>
                <a:cubicBezTo>
                  <a:pt x="41" y="758"/>
                  <a:pt x="42" y="774"/>
                  <a:pt x="33" y="782"/>
                </a:cubicBezTo>
                <a:cubicBezTo>
                  <a:pt x="5" y="857"/>
                  <a:pt x="3" y="863"/>
                  <a:pt x="0" y="869"/>
                </a:cubicBezTo>
                <a:cubicBezTo>
                  <a:pt x="4" y="883"/>
                  <a:pt x="10" y="873"/>
                  <a:pt x="18" y="864"/>
                </a:cubicBezTo>
                <a:close/>
                <a:moveTo>
                  <a:pt x="1" y="658"/>
                </a:moveTo>
                <a:cubicBezTo>
                  <a:pt x="13" y="648"/>
                  <a:pt x="15" y="628"/>
                  <a:pt x="26" y="617"/>
                </a:cubicBezTo>
                <a:cubicBezTo>
                  <a:pt x="26" y="607"/>
                  <a:pt x="36" y="606"/>
                  <a:pt x="37" y="597"/>
                </a:cubicBezTo>
                <a:cubicBezTo>
                  <a:pt x="43" y="590"/>
                  <a:pt x="46" y="582"/>
                  <a:pt x="51" y="576"/>
                </a:cubicBezTo>
                <a:cubicBezTo>
                  <a:pt x="51" y="565"/>
                  <a:pt x="63" y="565"/>
                  <a:pt x="62" y="552"/>
                </a:cubicBezTo>
                <a:cubicBezTo>
                  <a:pt x="66" y="551"/>
                  <a:pt x="69" y="548"/>
                  <a:pt x="71" y="543"/>
                </a:cubicBezTo>
                <a:cubicBezTo>
                  <a:pt x="71" y="538"/>
                  <a:pt x="80" y="541"/>
                  <a:pt x="79" y="535"/>
                </a:cubicBezTo>
                <a:cubicBezTo>
                  <a:pt x="66" y="533"/>
                  <a:pt x="70" y="547"/>
                  <a:pt x="59" y="547"/>
                </a:cubicBezTo>
                <a:cubicBezTo>
                  <a:pt x="58" y="556"/>
                  <a:pt x="51" y="560"/>
                  <a:pt x="48" y="567"/>
                </a:cubicBezTo>
                <a:cubicBezTo>
                  <a:pt x="34" y="575"/>
                  <a:pt x="31" y="593"/>
                  <a:pt x="20" y="603"/>
                </a:cubicBezTo>
                <a:cubicBezTo>
                  <a:pt x="20" y="613"/>
                  <a:pt x="13" y="617"/>
                  <a:pt x="12" y="626"/>
                </a:cubicBezTo>
                <a:cubicBezTo>
                  <a:pt x="4" y="628"/>
                  <a:pt x="6" y="639"/>
                  <a:pt x="0" y="643"/>
                </a:cubicBezTo>
                <a:cubicBezTo>
                  <a:pt x="0" y="666"/>
                  <a:pt x="0" y="666"/>
                  <a:pt x="0" y="666"/>
                </a:cubicBezTo>
                <a:cubicBezTo>
                  <a:pt x="1" y="664"/>
                  <a:pt x="1" y="662"/>
                  <a:pt x="1" y="658"/>
                </a:cubicBezTo>
                <a:close/>
                <a:moveTo>
                  <a:pt x="2647" y="983"/>
                </a:moveTo>
                <a:cubicBezTo>
                  <a:pt x="2653" y="990"/>
                  <a:pt x="2664" y="992"/>
                  <a:pt x="2673" y="995"/>
                </a:cubicBezTo>
                <a:cubicBezTo>
                  <a:pt x="2729" y="1039"/>
                  <a:pt x="2739" y="1042"/>
                  <a:pt x="2743" y="1052"/>
                </a:cubicBezTo>
                <a:cubicBezTo>
                  <a:pt x="2778" y="1086"/>
                  <a:pt x="2785" y="1084"/>
                  <a:pt x="2784" y="1094"/>
                </a:cubicBezTo>
                <a:cubicBezTo>
                  <a:pt x="2823" y="1157"/>
                  <a:pt x="2816" y="1157"/>
                  <a:pt x="2811" y="1154"/>
                </a:cubicBezTo>
                <a:cubicBezTo>
                  <a:pt x="2785" y="1115"/>
                  <a:pt x="2783" y="1107"/>
                  <a:pt x="2773" y="1111"/>
                </a:cubicBezTo>
                <a:cubicBezTo>
                  <a:pt x="2789" y="1138"/>
                  <a:pt x="2788" y="1145"/>
                  <a:pt x="2790" y="1149"/>
                </a:cubicBezTo>
                <a:cubicBezTo>
                  <a:pt x="2715" y="1159"/>
                  <a:pt x="2728" y="1162"/>
                  <a:pt x="2747" y="1158"/>
                </a:cubicBezTo>
                <a:cubicBezTo>
                  <a:pt x="2765" y="1165"/>
                  <a:pt x="2770" y="1166"/>
                  <a:pt x="2771" y="1174"/>
                </a:cubicBezTo>
                <a:cubicBezTo>
                  <a:pt x="2803" y="1190"/>
                  <a:pt x="2813" y="1186"/>
                  <a:pt x="2816" y="1194"/>
                </a:cubicBezTo>
                <a:cubicBezTo>
                  <a:pt x="2884" y="1309"/>
                  <a:pt x="2883" y="1320"/>
                  <a:pt x="2894" y="1314"/>
                </a:cubicBezTo>
                <a:cubicBezTo>
                  <a:pt x="2897" y="1284"/>
                  <a:pt x="2901" y="1280"/>
                  <a:pt x="2895" y="1279"/>
                </a:cubicBezTo>
                <a:cubicBezTo>
                  <a:pt x="2889" y="1253"/>
                  <a:pt x="2889" y="1246"/>
                  <a:pt x="2888" y="1242"/>
                </a:cubicBezTo>
                <a:cubicBezTo>
                  <a:pt x="2886" y="1169"/>
                  <a:pt x="2881" y="1155"/>
                  <a:pt x="2887" y="1150"/>
                </a:cubicBezTo>
                <a:cubicBezTo>
                  <a:pt x="2909" y="1094"/>
                  <a:pt x="2920" y="1091"/>
                  <a:pt x="2917" y="1079"/>
                </a:cubicBezTo>
                <a:cubicBezTo>
                  <a:pt x="2888" y="1116"/>
                  <a:pt x="2881" y="1119"/>
                  <a:pt x="2883" y="1127"/>
                </a:cubicBezTo>
                <a:cubicBezTo>
                  <a:pt x="2866" y="1168"/>
                  <a:pt x="2873" y="1182"/>
                  <a:pt x="2865" y="1184"/>
                </a:cubicBezTo>
                <a:cubicBezTo>
                  <a:pt x="2856" y="1131"/>
                  <a:pt x="2860" y="1123"/>
                  <a:pt x="2859" y="1111"/>
                </a:cubicBezTo>
                <a:cubicBezTo>
                  <a:pt x="2868" y="1077"/>
                  <a:pt x="2867" y="1071"/>
                  <a:pt x="2867" y="1065"/>
                </a:cubicBezTo>
                <a:cubicBezTo>
                  <a:pt x="2883" y="1010"/>
                  <a:pt x="2882" y="996"/>
                  <a:pt x="2890" y="987"/>
                </a:cubicBezTo>
                <a:cubicBezTo>
                  <a:pt x="2921" y="912"/>
                  <a:pt x="2929" y="909"/>
                  <a:pt x="2929" y="902"/>
                </a:cubicBezTo>
                <a:cubicBezTo>
                  <a:pt x="2962" y="842"/>
                  <a:pt x="2972" y="834"/>
                  <a:pt x="2975" y="822"/>
                </a:cubicBezTo>
                <a:cubicBezTo>
                  <a:pt x="3000" y="780"/>
                  <a:pt x="3007" y="781"/>
                  <a:pt x="3004" y="775"/>
                </a:cubicBezTo>
                <a:cubicBezTo>
                  <a:pt x="3028" y="742"/>
                  <a:pt x="3025" y="732"/>
                  <a:pt x="3030" y="728"/>
                </a:cubicBezTo>
                <a:cubicBezTo>
                  <a:pt x="3043" y="708"/>
                  <a:pt x="3026" y="705"/>
                  <a:pt x="3031" y="716"/>
                </a:cubicBezTo>
                <a:cubicBezTo>
                  <a:pt x="3014" y="740"/>
                  <a:pt x="3011" y="747"/>
                  <a:pt x="3012" y="755"/>
                </a:cubicBezTo>
                <a:cubicBezTo>
                  <a:pt x="2968" y="813"/>
                  <a:pt x="2972" y="824"/>
                  <a:pt x="2964" y="827"/>
                </a:cubicBezTo>
                <a:cubicBezTo>
                  <a:pt x="2937" y="869"/>
                  <a:pt x="2932" y="876"/>
                  <a:pt x="2928" y="882"/>
                </a:cubicBezTo>
                <a:cubicBezTo>
                  <a:pt x="2918" y="904"/>
                  <a:pt x="2916" y="906"/>
                  <a:pt x="2913" y="908"/>
                </a:cubicBezTo>
                <a:cubicBezTo>
                  <a:pt x="2884" y="974"/>
                  <a:pt x="2877" y="988"/>
                  <a:pt x="2869" y="1000"/>
                </a:cubicBezTo>
                <a:cubicBezTo>
                  <a:pt x="2854" y="1076"/>
                  <a:pt x="2854" y="1081"/>
                  <a:pt x="2850" y="1084"/>
                </a:cubicBezTo>
                <a:cubicBezTo>
                  <a:pt x="2852" y="1039"/>
                  <a:pt x="2849" y="1027"/>
                  <a:pt x="2855" y="1020"/>
                </a:cubicBezTo>
                <a:cubicBezTo>
                  <a:pt x="2863" y="985"/>
                  <a:pt x="2867" y="982"/>
                  <a:pt x="2867" y="977"/>
                </a:cubicBezTo>
                <a:cubicBezTo>
                  <a:pt x="2882" y="929"/>
                  <a:pt x="2889" y="928"/>
                  <a:pt x="2889" y="922"/>
                </a:cubicBezTo>
                <a:cubicBezTo>
                  <a:pt x="2919" y="867"/>
                  <a:pt x="2933" y="854"/>
                  <a:pt x="2943" y="837"/>
                </a:cubicBezTo>
                <a:cubicBezTo>
                  <a:pt x="2965" y="814"/>
                  <a:pt x="2963" y="807"/>
                  <a:pt x="2969" y="805"/>
                </a:cubicBezTo>
                <a:cubicBezTo>
                  <a:pt x="2996" y="760"/>
                  <a:pt x="3005" y="755"/>
                  <a:pt x="3007" y="745"/>
                </a:cubicBezTo>
                <a:cubicBezTo>
                  <a:pt x="3051" y="665"/>
                  <a:pt x="3052" y="660"/>
                  <a:pt x="3054" y="655"/>
                </a:cubicBezTo>
                <a:cubicBezTo>
                  <a:pt x="3034" y="678"/>
                  <a:pt x="3032" y="691"/>
                  <a:pt x="3025" y="700"/>
                </a:cubicBezTo>
                <a:cubicBezTo>
                  <a:pt x="3007" y="737"/>
                  <a:pt x="2998" y="737"/>
                  <a:pt x="3001" y="746"/>
                </a:cubicBezTo>
                <a:cubicBezTo>
                  <a:pt x="2985" y="770"/>
                  <a:pt x="2983" y="772"/>
                  <a:pt x="2980" y="774"/>
                </a:cubicBezTo>
                <a:cubicBezTo>
                  <a:pt x="2958" y="808"/>
                  <a:pt x="2951" y="811"/>
                  <a:pt x="2947" y="816"/>
                </a:cubicBezTo>
                <a:cubicBezTo>
                  <a:pt x="2895" y="882"/>
                  <a:pt x="2900" y="890"/>
                  <a:pt x="2895" y="891"/>
                </a:cubicBezTo>
                <a:cubicBezTo>
                  <a:pt x="2872" y="929"/>
                  <a:pt x="2874" y="933"/>
                  <a:pt x="2874" y="934"/>
                </a:cubicBezTo>
                <a:cubicBezTo>
                  <a:pt x="2865" y="962"/>
                  <a:pt x="2861" y="963"/>
                  <a:pt x="2859" y="966"/>
                </a:cubicBezTo>
                <a:cubicBezTo>
                  <a:pt x="2842" y="1004"/>
                  <a:pt x="2853" y="1017"/>
                  <a:pt x="2842" y="1014"/>
                </a:cubicBezTo>
                <a:cubicBezTo>
                  <a:pt x="2833" y="1044"/>
                  <a:pt x="2833" y="1036"/>
                  <a:pt x="2830" y="1026"/>
                </a:cubicBezTo>
                <a:cubicBezTo>
                  <a:pt x="2853" y="949"/>
                  <a:pt x="2852" y="936"/>
                  <a:pt x="2860" y="928"/>
                </a:cubicBezTo>
                <a:cubicBezTo>
                  <a:pt x="2885" y="865"/>
                  <a:pt x="2890" y="859"/>
                  <a:pt x="2896" y="853"/>
                </a:cubicBezTo>
                <a:cubicBezTo>
                  <a:pt x="2913" y="814"/>
                  <a:pt x="2923" y="815"/>
                  <a:pt x="2919" y="807"/>
                </a:cubicBezTo>
                <a:cubicBezTo>
                  <a:pt x="2946" y="758"/>
                  <a:pt x="2954" y="758"/>
                  <a:pt x="2956" y="755"/>
                </a:cubicBezTo>
                <a:cubicBezTo>
                  <a:pt x="2985" y="708"/>
                  <a:pt x="2995" y="695"/>
                  <a:pt x="3006" y="683"/>
                </a:cubicBezTo>
                <a:cubicBezTo>
                  <a:pt x="3029" y="648"/>
                  <a:pt x="3027" y="641"/>
                  <a:pt x="3033" y="639"/>
                </a:cubicBezTo>
                <a:cubicBezTo>
                  <a:pt x="3098" y="510"/>
                  <a:pt x="3106" y="507"/>
                  <a:pt x="3109" y="502"/>
                </a:cubicBezTo>
                <a:cubicBezTo>
                  <a:pt x="3087" y="511"/>
                  <a:pt x="3089" y="528"/>
                  <a:pt x="3075" y="524"/>
                </a:cubicBezTo>
                <a:cubicBezTo>
                  <a:pt x="3049" y="561"/>
                  <a:pt x="3048" y="567"/>
                  <a:pt x="3043" y="569"/>
                </a:cubicBezTo>
                <a:cubicBezTo>
                  <a:pt x="2965" y="656"/>
                  <a:pt x="2967" y="663"/>
                  <a:pt x="2961" y="665"/>
                </a:cubicBezTo>
                <a:cubicBezTo>
                  <a:pt x="2952" y="682"/>
                  <a:pt x="2945" y="683"/>
                  <a:pt x="2942" y="687"/>
                </a:cubicBezTo>
                <a:cubicBezTo>
                  <a:pt x="2891" y="759"/>
                  <a:pt x="2881" y="774"/>
                  <a:pt x="2871" y="790"/>
                </a:cubicBezTo>
                <a:cubicBezTo>
                  <a:pt x="2856" y="814"/>
                  <a:pt x="2855" y="816"/>
                  <a:pt x="2856" y="819"/>
                </a:cubicBezTo>
                <a:cubicBezTo>
                  <a:pt x="2839" y="846"/>
                  <a:pt x="2838" y="857"/>
                  <a:pt x="2833" y="865"/>
                </a:cubicBezTo>
                <a:cubicBezTo>
                  <a:pt x="2822" y="878"/>
                  <a:pt x="2825" y="870"/>
                  <a:pt x="2826" y="861"/>
                </a:cubicBezTo>
                <a:cubicBezTo>
                  <a:pt x="2839" y="832"/>
                  <a:pt x="2839" y="825"/>
                  <a:pt x="2845" y="821"/>
                </a:cubicBezTo>
                <a:cubicBezTo>
                  <a:pt x="2861" y="792"/>
                  <a:pt x="2866" y="780"/>
                  <a:pt x="2873" y="769"/>
                </a:cubicBezTo>
                <a:cubicBezTo>
                  <a:pt x="2895" y="729"/>
                  <a:pt x="2898" y="724"/>
                  <a:pt x="2901" y="719"/>
                </a:cubicBezTo>
                <a:cubicBezTo>
                  <a:pt x="2931" y="683"/>
                  <a:pt x="2922" y="669"/>
                  <a:pt x="2932" y="668"/>
                </a:cubicBezTo>
                <a:cubicBezTo>
                  <a:pt x="2960" y="609"/>
                  <a:pt x="2963" y="603"/>
                  <a:pt x="2969" y="599"/>
                </a:cubicBezTo>
                <a:cubicBezTo>
                  <a:pt x="3016" y="483"/>
                  <a:pt x="3024" y="480"/>
                  <a:pt x="3023" y="472"/>
                </a:cubicBezTo>
                <a:cubicBezTo>
                  <a:pt x="3041" y="433"/>
                  <a:pt x="3036" y="426"/>
                  <a:pt x="3040" y="424"/>
                </a:cubicBezTo>
                <a:cubicBezTo>
                  <a:pt x="3047" y="387"/>
                  <a:pt x="3057" y="384"/>
                  <a:pt x="3054" y="374"/>
                </a:cubicBezTo>
                <a:cubicBezTo>
                  <a:pt x="3069" y="330"/>
                  <a:pt x="3063" y="319"/>
                  <a:pt x="3069" y="315"/>
                </a:cubicBezTo>
                <a:cubicBezTo>
                  <a:pt x="3071" y="244"/>
                  <a:pt x="3069" y="244"/>
                  <a:pt x="3066" y="245"/>
                </a:cubicBezTo>
                <a:cubicBezTo>
                  <a:pt x="3061" y="226"/>
                  <a:pt x="3060" y="232"/>
                  <a:pt x="3058" y="235"/>
                </a:cubicBezTo>
                <a:cubicBezTo>
                  <a:pt x="3059" y="281"/>
                  <a:pt x="3059" y="290"/>
                  <a:pt x="3056" y="297"/>
                </a:cubicBezTo>
                <a:cubicBezTo>
                  <a:pt x="3041" y="354"/>
                  <a:pt x="3035" y="359"/>
                  <a:pt x="3035" y="369"/>
                </a:cubicBezTo>
                <a:cubicBezTo>
                  <a:pt x="3012" y="420"/>
                  <a:pt x="3014" y="431"/>
                  <a:pt x="3007" y="437"/>
                </a:cubicBezTo>
                <a:cubicBezTo>
                  <a:pt x="2997" y="477"/>
                  <a:pt x="2988" y="476"/>
                  <a:pt x="2990" y="482"/>
                </a:cubicBezTo>
                <a:cubicBezTo>
                  <a:pt x="2970" y="533"/>
                  <a:pt x="2969" y="537"/>
                  <a:pt x="2966" y="540"/>
                </a:cubicBezTo>
                <a:cubicBezTo>
                  <a:pt x="2950" y="561"/>
                  <a:pt x="2955" y="570"/>
                  <a:pt x="2948" y="570"/>
                </a:cubicBezTo>
                <a:cubicBezTo>
                  <a:pt x="2926" y="605"/>
                  <a:pt x="2930" y="612"/>
                  <a:pt x="2924" y="613"/>
                </a:cubicBezTo>
                <a:cubicBezTo>
                  <a:pt x="2909" y="650"/>
                  <a:pt x="2900" y="661"/>
                  <a:pt x="2895" y="675"/>
                </a:cubicBezTo>
                <a:cubicBezTo>
                  <a:pt x="2878" y="698"/>
                  <a:pt x="2880" y="708"/>
                  <a:pt x="2873" y="712"/>
                </a:cubicBezTo>
                <a:cubicBezTo>
                  <a:pt x="2854" y="733"/>
                  <a:pt x="2860" y="746"/>
                  <a:pt x="2851" y="749"/>
                </a:cubicBezTo>
                <a:cubicBezTo>
                  <a:pt x="2819" y="813"/>
                  <a:pt x="2819" y="822"/>
                  <a:pt x="2817" y="830"/>
                </a:cubicBezTo>
                <a:cubicBezTo>
                  <a:pt x="2786" y="921"/>
                  <a:pt x="2784" y="929"/>
                  <a:pt x="2779" y="935"/>
                </a:cubicBezTo>
                <a:cubicBezTo>
                  <a:pt x="2760" y="944"/>
                  <a:pt x="2775" y="940"/>
                  <a:pt x="2772" y="931"/>
                </a:cubicBezTo>
                <a:cubicBezTo>
                  <a:pt x="2818" y="764"/>
                  <a:pt x="2819" y="752"/>
                  <a:pt x="2823" y="743"/>
                </a:cubicBezTo>
                <a:cubicBezTo>
                  <a:pt x="2843" y="691"/>
                  <a:pt x="2853" y="690"/>
                  <a:pt x="2849" y="682"/>
                </a:cubicBezTo>
                <a:cubicBezTo>
                  <a:pt x="2911" y="580"/>
                  <a:pt x="2921" y="561"/>
                  <a:pt x="2931" y="541"/>
                </a:cubicBezTo>
                <a:cubicBezTo>
                  <a:pt x="2962" y="479"/>
                  <a:pt x="2960" y="472"/>
                  <a:pt x="2963" y="467"/>
                </a:cubicBezTo>
                <a:cubicBezTo>
                  <a:pt x="2973" y="430"/>
                  <a:pt x="2988" y="425"/>
                  <a:pt x="2978" y="422"/>
                </a:cubicBezTo>
                <a:cubicBezTo>
                  <a:pt x="2959" y="463"/>
                  <a:pt x="2955" y="475"/>
                  <a:pt x="2949" y="484"/>
                </a:cubicBezTo>
                <a:cubicBezTo>
                  <a:pt x="2929" y="540"/>
                  <a:pt x="2917" y="539"/>
                  <a:pt x="2920" y="549"/>
                </a:cubicBezTo>
                <a:cubicBezTo>
                  <a:pt x="2883" y="601"/>
                  <a:pt x="2881" y="608"/>
                  <a:pt x="2874" y="612"/>
                </a:cubicBezTo>
                <a:cubicBezTo>
                  <a:pt x="2842" y="670"/>
                  <a:pt x="2843" y="679"/>
                  <a:pt x="2835" y="682"/>
                </a:cubicBezTo>
                <a:cubicBezTo>
                  <a:pt x="2846" y="651"/>
                  <a:pt x="2848" y="648"/>
                  <a:pt x="2851" y="646"/>
                </a:cubicBezTo>
                <a:cubicBezTo>
                  <a:pt x="2884" y="566"/>
                  <a:pt x="2890" y="562"/>
                  <a:pt x="2892" y="555"/>
                </a:cubicBezTo>
                <a:cubicBezTo>
                  <a:pt x="2904" y="531"/>
                  <a:pt x="2911" y="528"/>
                  <a:pt x="2912" y="521"/>
                </a:cubicBezTo>
                <a:cubicBezTo>
                  <a:pt x="2922" y="495"/>
                  <a:pt x="2933" y="494"/>
                  <a:pt x="2931" y="485"/>
                </a:cubicBezTo>
                <a:cubicBezTo>
                  <a:pt x="2968" y="429"/>
                  <a:pt x="2971" y="424"/>
                  <a:pt x="2974" y="417"/>
                </a:cubicBezTo>
                <a:cubicBezTo>
                  <a:pt x="2984" y="407"/>
                  <a:pt x="2979" y="418"/>
                  <a:pt x="2986" y="418"/>
                </a:cubicBezTo>
                <a:cubicBezTo>
                  <a:pt x="2990" y="392"/>
                  <a:pt x="2993" y="391"/>
                  <a:pt x="2991" y="387"/>
                </a:cubicBezTo>
                <a:cubicBezTo>
                  <a:pt x="3036" y="293"/>
                  <a:pt x="3046" y="286"/>
                  <a:pt x="3045" y="273"/>
                </a:cubicBezTo>
                <a:cubicBezTo>
                  <a:pt x="3027" y="298"/>
                  <a:pt x="3032" y="307"/>
                  <a:pt x="3026" y="309"/>
                </a:cubicBezTo>
                <a:cubicBezTo>
                  <a:pt x="3006" y="362"/>
                  <a:pt x="2994" y="367"/>
                  <a:pt x="2992" y="378"/>
                </a:cubicBezTo>
                <a:cubicBezTo>
                  <a:pt x="2964" y="416"/>
                  <a:pt x="2966" y="421"/>
                  <a:pt x="2963" y="422"/>
                </a:cubicBezTo>
                <a:cubicBezTo>
                  <a:pt x="2949" y="447"/>
                  <a:pt x="2941" y="448"/>
                  <a:pt x="2940" y="454"/>
                </a:cubicBezTo>
                <a:cubicBezTo>
                  <a:pt x="2919" y="497"/>
                  <a:pt x="2914" y="497"/>
                  <a:pt x="2914" y="500"/>
                </a:cubicBezTo>
                <a:cubicBezTo>
                  <a:pt x="2892" y="540"/>
                  <a:pt x="2885" y="543"/>
                  <a:pt x="2885" y="550"/>
                </a:cubicBezTo>
                <a:cubicBezTo>
                  <a:pt x="2873" y="571"/>
                  <a:pt x="2871" y="574"/>
                  <a:pt x="2866" y="575"/>
                </a:cubicBezTo>
                <a:cubicBezTo>
                  <a:pt x="2854" y="618"/>
                  <a:pt x="2841" y="624"/>
                  <a:pt x="2841" y="639"/>
                </a:cubicBezTo>
                <a:cubicBezTo>
                  <a:pt x="2817" y="697"/>
                  <a:pt x="2810" y="700"/>
                  <a:pt x="2810" y="707"/>
                </a:cubicBezTo>
                <a:cubicBezTo>
                  <a:pt x="2778" y="792"/>
                  <a:pt x="2777" y="806"/>
                  <a:pt x="2770" y="816"/>
                </a:cubicBezTo>
                <a:cubicBezTo>
                  <a:pt x="2754" y="865"/>
                  <a:pt x="2754" y="881"/>
                  <a:pt x="2754" y="896"/>
                </a:cubicBezTo>
                <a:cubicBezTo>
                  <a:pt x="2775" y="855"/>
                  <a:pt x="2770" y="846"/>
                  <a:pt x="2776" y="844"/>
                </a:cubicBezTo>
                <a:cubicBezTo>
                  <a:pt x="2784" y="806"/>
                  <a:pt x="2791" y="799"/>
                  <a:pt x="2788" y="786"/>
                </a:cubicBezTo>
                <a:cubicBezTo>
                  <a:pt x="2824" y="703"/>
                  <a:pt x="2823" y="697"/>
                  <a:pt x="2828" y="695"/>
                </a:cubicBezTo>
                <a:cubicBezTo>
                  <a:pt x="2829" y="688"/>
                  <a:pt x="2840" y="700"/>
                  <a:pt x="2829" y="698"/>
                </a:cubicBezTo>
                <a:cubicBezTo>
                  <a:pt x="2809" y="738"/>
                  <a:pt x="2813" y="751"/>
                  <a:pt x="2805" y="756"/>
                </a:cubicBezTo>
                <a:cubicBezTo>
                  <a:pt x="2793" y="782"/>
                  <a:pt x="2799" y="791"/>
                  <a:pt x="2795" y="793"/>
                </a:cubicBezTo>
                <a:cubicBezTo>
                  <a:pt x="2780" y="832"/>
                  <a:pt x="2785" y="841"/>
                  <a:pt x="2781" y="843"/>
                </a:cubicBezTo>
                <a:cubicBezTo>
                  <a:pt x="2778" y="876"/>
                  <a:pt x="2774" y="879"/>
                  <a:pt x="2775" y="886"/>
                </a:cubicBezTo>
                <a:cubicBezTo>
                  <a:pt x="2765" y="916"/>
                  <a:pt x="2767" y="927"/>
                  <a:pt x="2761" y="933"/>
                </a:cubicBezTo>
                <a:cubicBezTo>
                  <a:pt x="2744" y="885"/>
                  <a:pt x="2752" y="885"/>
                  <a:pt x="2747" y="877"/>
                </a:cubicBezTo>
                <a:cubicBezTo>
                  <a:pt x="2746" y="830"/>
                  <a:pt x="2745" y="823"/>
                  <a:pt x="2743" y="815"/>
                </a:cubicBezTo>
                <a:cubicBezTo>
                  <a:pt x="2748" y="777"/>
                  <a:pt x="2752" y="764"/>
                  <a:pt x="2755" y="754"/>
                </a:cubicBezTo>
                <a:cubicBezTo>
                  <a:pt x="2765" y="726"/>
                  <a:pt x="2760" y="718"/>
                  <a:pt x="2765" y="716"/>
                </a:cubicBezTo>
                <a:cubicBezTo>
                  <a:pt x="2791" y="643"/>
                  <a:pt x="2786" y="634"/>
                  <a:pt x="2793" y="634"/>
                </a:cubicBezTo>
                <a:cubicBezTo>
                  <a:pt x="2803" y="609"/>
                  <a:pt x="2798" y="601"/>
                  <a:pt x="2803" y="599"/>
                </a:cubicBezTo>
                <a:cubicBezTo>
                  <a:pt x="2822" y="573"/>
                  <a:pt x="2819" y="562"/>
                  <a:pt x="2824" y="557"/>
                </a:cubicBezTo>
                <a:cubicBezTo>
                  <a:pt x="2850" y="507"/>
                  <a:pt x="2852" y="499"/>
                  <a:pt x="2859" y="493"/>
                </a:cubicBezTo>
                <a:cubicBezTo>
                  <a:pt x="2880" y="458"/>
                  <a:pt x="2882" y="455"/>
                  <a:pt x="2883" y="450"/>
                </a:cubicBezTo>
                <a:cubicBezTo>
                  <a:pt x="2924" y="384"/>
                  <a:pt x="2929" y="378"/>
                  <a:pt x="2935" y="372"/>
                </a:cubicBezTo>
                <a:cubicBezTo>
                  <a:pt x="2956" y="339"/>
                  <a:pt x="2959" y="336"/>
                  <a:pt x="2959" y="331"/>
                </a:cubicBezTo>
                <a:cubicBezTo>
                  <a:pt x="3018" y="236"/>
                  <a:pt x="3020" y="218"/>
                  <a:pt x="3032" y="207"/>
                </a:cubicBezTo>
                <a:cubicBezTo>
                  <a:pt x="3044" y="169"/>
                  <a:pt x="3058" y="173"/>
                  <a:pt x="3053" y="165"/>
                </a:cubicBezTo>
                <a:cubicBezTo>
                  <a:pt x="3070" y="136"/>
                  <a:pt x="3074" y="130"/>
                  <a:pt x="3080" y="124"/>
                </a:cubicBezTo>
                <a:cubicBezTo>
                  <a:pt x="3102" y="48"/>
                  <a:pt x="3114" y="39"/>
                  <a:pt x="3110" y="20"/>
                </a:cubicBezTo>
                <a:cubicBezTo>
                  <a:pt x="3108" y="5"/>
                  <a:pt x="3105" y="10"/>
                  <a:pt x="3103" y="16"/>
                </a:cubicBezTo>
                <a:cubicBezTo>
                  <a:pt x="3083" y="39"/>
                  <a:pt x="3088" y="48"/>
                  <a:pt x="3083" y="49"/>
                </a:cubicBezTo>
                <a:cubicBezTo>
                  <a:pt x="3046" y="83"/>
                  <a:pt x="3052" y="97"/>
                  <a:pt x="3043" y="102"/>
                </a:cubicBezTo>
                <a:cubicBezTo>
                  <a:pt x="2983" y="178"/>
                  <a:pt x="2970" y="190"/>
                  <a:pt x="2957" y="202"/>
                </a:cubicBezTo>
                <a:cubicBezTo>
                  <a:pt x="2922" y="253"/>
                  <a:pt x="2914" y="258"/>
                  <a:pt x="2908" y="265"/>
                </a:cubicBezTo>
                <a:cubicBezTo>
                  <a:pt x="2888" y="294"/>
                  <a:pt x="2883" y="302"/>
                  <a:pt x="2875" y="307"/>
                </a:cubicBezTo>
                <a:cubicBezTo>
                  <a:pt x="2858" y="333"/>
                  <a:pt x="2856" y="336"/>
                  <a:pt x="2855" y="340"/>
                </a:cubicBezTo>
                <a:cubicBezTo>
                  <a:pt x="2822" y="376"/>
                  <a:pt x="2827" y="390"/>
                  <a:pt x="2815" y="393"/>
                </a:cubicBezTo>
                <a:cubicBezTo>
                  <a:pt x="2767" y="468"/>
                  <a:pt x="2768" y="479"/>
                  <a:pt x="2763" y="486"/>
                </a:cubicBezTo>
                <a:cubicBezTo>
                  <a:pt x="2716" y="623"/>
                  <a:pt x="2714" y="633"/>
                  <a:pt x="2711" y="641"/>
                </a:cubicBezTo>
                <a:cubicBezTo>
                  <a:pt x="2701" y="687"/>
                  <a:pt x="2697" y="690"/>
                  <a:pt x="2699" y="697"/>
                </a:cubicBezTo>
                <a:cubicBezTo>
                  <a:pt x="2687" y="700"/>
                  <a:pt x="2685" y="700"/>
                  <a:pt x="2685" y="700"/>
                </a:cubicBezTo>
                <a:cubicBezTo>
                  <a:pt x="2689" y="682"/>
                  <a:pt x="2684" y="669"/>
                  <a:pt x="2685" y="658"/>
                </a:cubicBezTo>
                <a:cubicBezTo>
                  <a:pt x="2703" y="595"/>
                  <a:pt x="2701" y="589"/>
                  <a:pt x="2699" y="582"/>
                </a:cubicBezTo>
                <a:cubicBezTo>
                  <a:pt x="2711" y="526"/>
                  <a:pt x="2723" y="523"/>
                  <a:pt x="2720" y="509"/>
                </a:cubicBezTo>
                <a:cubicBezTo>
                  <a:pt x="2739" y="465"/>
                  <a:pt x="2744" y="462"/>
                  <a:pt x="2742" y="455"/>
                </a:cubicBezTo>
                <a:cubicBezTo>
                  <a:pt x="2787" y="376"/>
                  <a:pt x="2797" y="367"/>
                  <a:pt x="2805" y="356"/>
                </a:cubicBezTo>
                <a:cubicBezTo>
                  <a:pt x="2831" y="322"/>
                  <a:pt x="2831" y="317"/>
                  <a:pt x="2833" y="321"/>
                </a:cubicBezTo>
                <a:cubicBezTo>
                  <a:pt x="2859" y="285"/>
                  <a:pt x="2871" y="277"/>
                  <a:pt x="2878" y="265"/>
                </a:cubicBezTo>
                <a:cubicBezTo>
                  <a:pt x="2941" y="195"/>
                  <a:pt x="2951" y="186"/>
                  <a:pt x="2958" y="175"/>
                </a:cubicBezTo>
                <a:cubicBezTo>
                  <a:pt x="2971" y="155"/>
                  <a:pt x="2980" y="157"/>
                  <a:pt x="2980" y="153"/>
                </a:cubicBezTo>
                <a:cubicBezTo>
                  <a:pt x="3038" y="76"/>
                  <a:pt x="3048" y="75"/>
                  <a:pt x="3045" y="66"/>
                </a:cubicBezTo>
                <a:cubicBezTo>
                  <a:pt x="3084" y="11"/>
                  <a:pt x="3088" y="6"/>
                  <a:pt x="3091" y="1"/>
                </a:cubicBezTo>
                <a:cubicBezTo>
                  <a:pt x="3017" y="56"/>
                  <a:pt x="3016" y="65"/>
                  <a:pt x="3008" y="70"/>
                </a:cubicBezTo>
                <a:cubicBezTo>
                  <a:pt x="2991" y="82"/>
                  <a:pt x="2993" y="87"/>
                  <a:pt x="2991" y="88"/>
                </a:cubicBezTo>
                <a:cubicBezTo>
                  <a:pt x="2953" y="135"/>
                  <a:pt x="2944" y="134"/>
                  <a:pt x="2944" y="139"/>
                </a:cubicBezTo>
                <a:cubicBezTo>
                  <a:pt x="2907" y="177"/>
                  <a:pt x="2908" y="189"/>
                  <a:pt x="2896" y="193"/>
                </a:cubicBezTo>
                <a:cubicBezTo>
                  <a:pt x="2881" y="211"/>
                  <a:pt x="2883" y="216"/>
                  <a:pt x="2880" y="217"/>
                </a:cubicBezTo>
                <a:cubicBezTo>
                  <a:pt x="2844" y="246"/>
                  <a:pt x="2847" y="262"/>
                  <a:pt x="2831" y="265"/>
                </a:cubicBezTo>
                <a:cubicBezTo>
                  <a:pt x="2800" y="311"/>
                  <a:pt x="2792" y="314"/>
                  <a:pt x="2792" y="321"/>
                </a:cubicBezTo>
                <a:cubicBezTo>
                  <a:pt x="2765" y="356"/>
                  <a:pt x="2760" y="367"/>
                  <a:pt x="2753" y="376"/>
                </a:cubicBezTo>
                <a:cubicBezTo>
                  <a:pt x="2720" y="423"/>
                  <a:pt x="2720" y="431"/>
                  <a:pt x="2714" y="434"/>
                </a:cubicBezTo>
                <a:cubicBezTo>
                  <a:pt x="2699" y="468"/>
                  <a:pt x="2698" y="481"/>
                  <a:pt x="2695" y="473"/>
                </a:cubicBezTo>
                <a:cubicBezTo>
                  <a:pt x="2718" y="422"/>
                  <a:pt x="2719" y="415"/>
                  <a:pt x="2717" y="407"/>
                </a:cubicBezTo>
                <a:cubicBezTo>
                  <a:pt x="2751" y="339"/>
                  <a:pt x="2750" y="332"/>
                  <a:pt x="2756" y="337"/>
                </a:cubicBezTo>
                <a:cubicBezTo>
                  <a:pt x="2774" y="304"/>
                  <a:pt x="2780" y="300"/>
                  <a:pt x="2784" y="296"/>
                </a:cubicBezTo>
                <a:cubicBezTo>
                  <a:pt x="2810" y="255"/>
                  <a:pt x="2822" y="249"/>
                  <a:pt x="2825" y="237"/>
                </a:cubicBezTo>
                <a:cubicBezTo>
                  <a:pt x="2860" y="189"/>
                  <a:pt x="2866" y="185"/>
                  <a:pt x="2870" y="181"/>
                </a:cubicBezTo>
                <a:cubicBezTo>
                  <a:pt x="2905" y="133"/>
                  <a:pt x="2906" y="126"/>
                  <a:pt x="2915" y="124"/>
                </a:cubicBezTo>
                <a:cubicBezTo>
                  <a:pt x="2944" y="85"/>
                  <a:pt x="2953" y="78"/>
                  <a:pt x="2960" y="68"/>
                </a:cubicBezTo>
                <a:cubicBezTo>
                  <a:pt x="2994" y="27"/>
                  <a:pt x="3002" y="13"/>
                  <a:pt x="3012" y="1"/>
                </a:cubicBezTo>
                <a:cubicBezTo>
                  <a:pt x="2981" y="16"/>
                  <a:pt x="2986" y="24"/>
                  <a:pt x="2981" y="25"/>
                </a:cubicBezTo>
                <a:cubicBezTo>
                  <a:pt x="2930" y="92"/>
                  <a:pt x="2910" y="100"/>
                  <a:pt x="2905" y="118"/>
                </a:cubicBezTo>
                <a:cubicBezTo>
                  <a:pt x="2869" y="168"/>
                  <a:pt x="2861" y="174"/>
                  <a:pt x="2855" y="181"/>
                </a:cubicBezTo>
                <a:cubicBezTo>
                  <a:pt x="2844" y="198"/>
                  <a:pt x="2843" y="202"/>
                  <a:pt x="2841" y="198"/>
                </a:cubicBezTo>
                <a:cubicBezTo>
                  <a:pt x="2933" y="59"/>
                  <a:pt x="2943" y="36"/>
                  <a:pt x="2959" y="18"/>
                </a:cubicBezTo>
                <a:cubicBezTo>
                  <a:pt x="2954" y="1"/>
                  <a:pt x="2954" y="1"/>
                  <a:pt x="2954" y="1"/>
                </a:cubicBezTo>
                <a:cubicBezTo>
                  <a:pt x="2930" y="29"/>
                  <a:pt x="2935" y="37"/>
                  <a:pt x="2930" y="39"/>
                </a:cubicBezTo>
                <a:cubicBezTo>
                  <a:pt x="2900" y="90"/>
                  <a:pt x="2898" y="100"/>
                  <a:pt x="2890" y="106"/>
                </a:cubicBezTo>
                <a:cubicBezTo>
                  <a:pt x="2859" y="155"/>
                  <a:pt x="2855" y="158"/>
                  <a:pt x="2851" y="161"/>
                </a:cubicBezTo>
                <a:cubicBezTo>
                  <a:pt x="2832" y="194"/>
                  <a:pt x="2829" y="198"/>
                  <a:pt x="2824" y="202"/>
                </a:cubicBezTo>
                <a:cubicBezTo>
                  <a:pt x="2793" y="247"/>
                  <a:pt x="2791" y="252"/>
                  <a:pt x="2788" y="256"/>
                </a:cubicBezTo>
                <a:cubicBezTo>
                  <a:pt x="2762" y="289"/>
                  <a:pt x="2756" y="299"/>
                  <a:pt x="2754" y="310"/>
                </a:cubicBezTo>
                <a:cubicBezTo>
                  <a:pt x="2728" y="355"/>
                  <a:pt x="2727" y="358"/>
                  <a:pt x="2726" y="360"/>
                </a:cubicBezTo>
                <a:cubicBezTo>
                  <a:pt x="2737" y="312"/>
                  <a:pt x="2737" y="306"/>
                  <a:pt x="2737" y="299"/>
                </a:cubicBezTo>
                <a:cubicBezTo>
                  <a:pt x="2762" y="253"/>
                  <a:pt x="2765" y="247"/>
                  <a:pt x="2770" y="242"/>
                </a:cubicBezTo>
                <a:cubicBezTo>
                  <a:pt x="2795" y="199"/>
                  <a:pt x="2796" y="191"/>
                  <a:pt x="2800" y="186"/>
                </a:cubicBezTo>
                <a:cubicBezTo>
                  <a:pt x="2834" y="128"/>
                  <a:pt x="2836" y="125"/>
                  <a:pt x="2841" y="124"/>
                </a:cubicBezTo>
                <a:cubicBezTo>
                  <a:pt x="2862" y="84"/>
                  <a:pt x="2873" y="74"/>
                  <a:pt x="2878" y="61"/>
                </a:cubicBezTo>
                <a:cubicBezTo>
                  <a:pt x="2905" y="13"/>
                  <a:pt x="2909" y="11"/>
                  <a:pt x="2909" y="7"/>
                </a:cubicBezTo>
                <a:cubicBezTo>
                  <a:pt x="2897" y="17"/>
                  <a:pt x="2882" y="26"/>
                  <a:pt x="2881" y="43"/>
                </a:cubicBezTo>
                <a:cubicBezTo>
                  <a:pt x="2863" y="67"/>
                  <a:pt x="2856" y="71"/>
                  <a:pt x="2856" y="80"/>
                </a:cubicBezTo>
                <a:cubicBezTo>
                  <a:pt x="2818" y="140"/>
                  <a:pt x="2816" y="143"/>
                  <a:pt x="2813" y="145"/>
                </a:cubicBezTo>
                <a:cubicBezTo>
                  <a:pt x="2795" y="179"/>
                  <a:pt x="2789" y="180"/>
                  <a:pt x="2788" y="182"/>
                </a:cubicBezTo>
                <a:cubicBezTo>
                  <a:pt x="2770" y="222"/>
                  <a:pt x="2761" y="224"/>
                  <a:pt x="2763" y="235"/>
                </a:cubicBezTo>
                <a:cubicBezTo>
                  <a:pt x="2738" y="290"/>
                  <a:pt x="2728" y="288"/>
                  <a:pt x="2730" y="295"/>
                </a:cubicBezTo>
                <a:cubicBezTo>
                  <a:pt x="2713" y="340"/>
                  <a:pt x="2713" y="350"/>
                  <a:pt x="2710" y="358"/>
                </a:cubicBezTo>
                <a:cubicBezTo>
                  <a:pt x="2684" y="436"/>
                  <a:pt x="2683" y="440"/>
                  <a:pt x="2684" y="446"/>
                </a:cubicBezTo>
                <a:cubicBezTo>
                  <a:pt x="2673" y="473"/>
                  <a:pt x="2679" y="482"/>
                  <a:pt x="2674" y="483"/>
                </a:cubicBezTo>
                <a:cubicBezTo>
                  <a:pt x="2668" y="520"/>
                  <a:pt x="2659" y="525"/>
                  <a:pt x="2664" y="538"/>
                </a:cubicBezTo>
                <a:cubicBezTo>
                  <a:pt x="2652" y="556"/>
                  <a:pt x="2652" y="553"/>
                  <a:pt x="2649" y="553"/>
                </a:cubicBezTo>
                <a:cubicBezTo>
                  <a:pt x="2621" y="466"/>
                  <a:pt x="2630" y="443"/>
                  <a:pt x="2623" y="437"/>
                </a:cubicBezTo>
                <a:cubicBezTo>
                  <a:pt x="2637" y="353"/>
                  <a:pt x="2631" y="339"/>
                  <a:pt x="2634" y="332"/>
                </a:cubicBezTo>
                <a:cubicBezTo>
                  <a:pt x="2645" y="270"/>
                  <a:pt x="2642" y="258"/>
                  <a:pt x="2648" y="252"/>
                </a:cubicBezTo>
                <a:cubicBezTo>
                  <a:pt x="2678" y="173"/>
                  <a:pt x="2679" y="164"/>
                  <a:pt x="2685" y="159"/>
                </a:cubicBezTo>
                <a:cubicBezTo>
                  <a:pt x="2707" y="104"/>
                  <a:pt x="2705" y="93"/>
                  <a:pt x="2712" y="88"/>
                </a:cubicBezTo>
                <a:cubicBezTo>
                  <a:pt x="2728" y="64"/>
                  <a:pt x="2723" y="55"/>
                  <a:pt x="2726" y="53"/>
                </a:cubicBezTo>
                <a:cubicBezTo>
                  <a:pt x="2743" y="12"/>
                  <a:pt x="2747" y="7"/>
                  <a:pt x="2749" y="1"/>
                </a:cubicBezTo>
                <a:cubicBezTo>
                  <a:pt x="2729" y="27"/>
                  <a:pt x="2720" y="35"/>
                  <a:pt x="2719" y="48"/>
                </a:cubicBezTo>
                <a:cubicBezTo>
                  <a:pt x="2697" y="82"/>
                  <a:pt x="2700" y="90"/>
                  <a:pt x="2696" y="94"/>
                </a:cubicBezTo>
                <a:cubicBezTo>
                  <a:pt x="2683" y="133"/>
                  <a:pt x="2678" y="136"/>
                  <a:pt x="2680" y="145"/>
                </a:cubicBezTo>
                <a:cubicBezTo>
                  <a:pt x="2660" y="197"/>
                  <a:pt x="2657" y="198"/>
                  <a:pt x="2655" y="200"/>
                </a:cubicBezTo>
                <a:cubicBezTo>
                  <a:pt x="2674" y="116"/>
                  <a:pt x="2683" y="114"/>
                  <a:pt x="2680" y="104"/>
                </a:cubicBezTo>
                <a:cubicBezTo>
                  <a:pt x="2694" y="56"/>
                  <a:pt x="2694" y="47"/>
                  <a:pt x="2697" y="41"/>
                </a:cubicBezTo>
                <a:cubicBezTo>
                  <a:pt x="2706" y="14"/>
                  <a:pt x="2706" y="6"/>
                  <a:pt x="2709" y="1"/>
                </a:cubicBezTo>
                <a:cubicBezTo>
                  <a:pt x="2685" y="32"/>
                  <a:pt x="2688" y="48"/>
                  <a:pt x="2679" y="56"/>
                </a:cubicBezTo>
                <a:cubicBezTo>
                  <a:pt x="2654" y="139"/>
                  <a:pt x="2653" y="153"/>
                  <a:pt x="2651" y="166"/>
                </a:cubicBezTo>
                <a:cubicBezTo>
                  <a:pt x="2647" y="198"/>
                  <a:pt x="2636" y="206"/>
                  <a:pt x="2640" y="212"/>
                </a:cubicBezTo>
                <a:cubicBezTo>
                  <a:pt x="2624" y="254"/>
                  <a:pt x="2633" y="267"/>
                  <a:pt x="2625" y="268"/>
                </a:cubicBezTo>
                <a:cubicBezTo>
                  <a:pt x="2628" y="217"/>
                  <a:pt x="2628" y="212"/>
                  <a:pt x="2626" y="203"/>
                </a:cubicBezTo>
                <a:cubicBezTo>
                  <a:pt x="2637" y="163"/>
                  <a:pt x="2637" y="150"/>
                  <a:pt x="2643" y="141"/>
                </a:cubicBezTo>
                <a:cubicBezTo>
                  <a:pt x="2659" y="84"/>
                  <a:pt x="2651" y="72"/>
                  <a:pt x="2658" y="69"/>
                </a:cubicBezTo>
                <a:cubicBezTo>
                  <a:pt x="2662" y="1"/>
                  <a:pt x="2662" y="1"/>
                  <a:pt x="2662" y="1"/>
                </a:cubicBezTo>
                <a:cubicBezTo>
                  <a:pt x="2640" y="90"/>
                  <a:pt x="2639" y="107"/>
                  <a:pt x="2633" y="122"/>
                </a:cubicBezTo>
                <a:cubicBezTo>
                  <a:pt x="2614" y="203"/>
                  <a:pt x="2615" y="242"/>
                  <a:pt x="2611" y="277"/>
                </a:cubicBezTo>
                <a:cubicBezTo>
                  <a:pt x="2608" y="339"/>
                  <a:pt x="2621" y="355"/>
                  <a:pt x="2609" y="354"/>
                </a:cubicBezTo>
                <a:cubicBezTo>
                  <a:pt x="2594" y="215"/>
                  <a:pt x="2597" y="210"/>
                  <a:pt x="2597" y="203"/>
                </a:cubicBezTo>
                <a:cubicBezTo>
                  <a:pt x="2605" y="116"/>
                  <a:pt x="2602" y="100"/>
                  <a:pt x="2610" y="91"/>
                </a:cubicBezTo>
                <a:cubicBezTo>
                  <a:pt x="2620" y="21"/>
                  <a:pt x="2623" y="11"/>
                  <a:pt x="2624" y="1"/>
                </a:cubicBezTo>
                <a:cubicBezTo>
                  <a:pt x="2609" y="6"/>
                  <a:pt x="2614" y="13"/>
                  <a:pt x="2609" y="14"/>
                </a:cubicBezTo>
                <a:cubicBezTo>
                  <a:pt x="2600" y="57"/>
                  <a:pt x="2596" y="70"/>
                  <a:pt x="2596" y="85"/>
                </a:cubicBezTo>
                <a:cubicBezTo>
                  <a:pt x="2594" y="22"/>
                  <a:pt x="2592" y="12"/>
                  <a:pt x="2595" y="5"/>
                </a:cubicBezTo>
                <a:cubicBezTo>
                  <a:pt x="2584" y="6"/>
                  <a:pt x="2584" y="12"/>
                  <a:pt x="2583" y="17"/>
                </a:cubicBezTo>
                <a:cubicBezTo>
                  <a:pt x="2577" y="36"/>
                  <a:pt x="2573" y="24"/>
                  <a:pt x="2577" y="18"/>
                </a:cubicBezTo>
                <a:cubicBezTo>
                  <a:pt x="2565" y="5"/>
                  <a:pt x="2563" y="10"/>
                  <a:pt x="2565" y="17"/>
                </a:cubicBezTo>
                <a:cubicBezTo>
                  <a:pt x="2562" y="50"/>
                  <a:pt x="2560" y="58"/>
                  <a:pt x="2564" y="71"/>
                </a:cubicBezTo>
                <a:cubicBezTo>
                  <a:pt x="2558" y="85"/>
                  <a:pt x="2555" y="71"/>
                  <a:pt x="2553" y="58"/>
                </a:cubicBezTo>
                <a:cubicBezTo>
                  <a:pt x="2555" y="11"/>
                  <a:pt x="2554" y="6"/>
                  <a:pt x="2554" y="1"/>
                </a:cubicBezTo>
                <a:cubicBezTo>
                  <a:pt x="2544" y="74"/>
                  <a:pt x="2544" y="78"/>
                  <a:pt x="2542" y="81"/>
                </a:cubicBezTo>
                <a:cubicBezTo>
                  <a:pt x="2547" y="111"/>
                  <a:pt x="2554" y="121"/>
                  <a:pt x="2548" y="121"/>
                </a:cubicBezTo>
                <a:cubicBezTo>
                  <a:pt x="2517" y="31"/>
                  <a:pt x="2519" y="24"/>
                  <a:pt x="2511" y="10"/>
                </a:cubicBezTo>
                <a:cubicBezTo>
                  <a:pt x="2498" y="3"/>
                  <a:pt x="2502" y="0"/>
                  <a:pt x="2498" y="7"/>
                </a:cubicBezTo>
                <a:cubicBezTo>
                  <a:pt x="2519" y="72"/>
                  <a:pt x="2531" y="98"/>
                  <a:pt x="2540" y="129"/>
                </a:cubicBezTo>
                <a:cubicBezTo>
                  <a:pt x="2564" y="228"/>
                  <a:pt x="2564" y="233"/>
                  <a:pt x="2562" y="237"/>
                </a:cubicBezTo>
                <a:cubicBezTo>
                  <a:pt x="2578" y="287"/>
                  <a:pt x="2582" y="307"/>
                  <a:pt x="2586" y="326"/>
                </a:cubicBezTo>
                <a:cubicBezTo>
                  <a:pt x="2580" y="350"/>
                  <a:pt x="2572" y="341"/>
                  <a:pt x="2576" y="334"/>
                </a:cubicBezTo>
                <a:cubicBezTo>
                  <a:pt x="2543" y="217"/>
                  <a:pt x="2533" y="206"/>
                  <a:pt x="2531" y="184"/>
                </a:cubicBezTo>
                <a:cubicBezTo>
                  <a:pt x="2508" y="140"/>
                  <a:pt x="2506" y="132"/>
                  <a:pt x="2502" y="128"/>
                </a:cubicBezTo>
                <a:cubicBezTo>
                  <a:pt x="2471" y="62"/>
                  <a:pt x="2466" y="58"/>
                  <a:pt x="2463" y="53"/>
                </a:cubicBezTo>
                <a:cubicBezTo>
                  <a:pt x="2424" y="1"/>
                  <a:pt x="2424" y="1"/>
                  <a:pt x="2424" y="1"/>
                </a:cubicBezTo>
                <a:cubicBezTo>
                  <a:pt x="2441" y="28"/>
                  <a:pt x="2441" y="33"/>
                  <a:pt x="2444" y="33"/>
                </a:cubicBezTo>
                <a:cubicBezTo>
                  <a:pt x="2455" y="74"/>
                  <a:pt x="2468" y="76"/>
                  <a:pt x="2471" y="92"/>
                </a:cubicBezTo>
                <a:cubicBezTo>
                  <a:pt x="2504" y="146"/>
                  <a:pt x="2503" y="159"/>
                  <a:pt x="2508" y="162"/>
                </a:cubicBezTo>
                <a:cubicBezTo>
                  <a:pt x="2554" y="285"/>
                  <a:pt x="2555" y="292"/>
                  <a:pt x="2557" y="300"/>
                </a:cubicBezTo>
                <a:cubicBezTo>
                  <a:pt x="2554" y="295"/>
                  <a:pt x="2543" y="303"/>
                  <a:pt x="2544" y="294"/>
                </a:cubicBezTo>
                <a:cubicBezTo>
                  <a:pt x="2531" y="246"/>
                  <a:pt x="2530" y="240"/>
                  <a:pt x="2529" y="234"/>
                </a:cubicBezTo>
                <a:cubicBezTo>
                  <a:pt x="2500" y="168"/>
                  <a:pt x="2501" y="161"/>
                  <a:pt x="2496" y="161"/>
                </a:cubicBezTo>
                <a:cubicBezTo>
                  <a:pt x="2466" y="95"/>
                  <a:pt x="2458" y="84"/>
                  <a:pt x="2451" y="70"/>
                </a:cubicBezTo>
                <a:cubicBezTo>
                  <a:pt x="2430" y="44"/>
                  <a:pt x="2431" y="36"/>
                  <a:pt x="2427" y="36"/>
                </a:cubicBezTo>
                <a:cubicBezTo>
                  <a:pt x="2388" y="1"/>
                  <a:pt x="2388" y="1"/>
                  <a:pt x="2388" y="1"/>
                </a:cubicBezTo>
                <a:cubicBezTo>
                  <a:pt x="2404" y="21"/>
                  <a:pt x="2407" y="23"/>
                  <a:pt x="2408" y="28"/>
                </a:cubicBezTo>
                <a:cubicBezTo>
                  <a:pt x="2450" y="83"/>
                  <a:pt x="2452" y="92"/>
                  <a:pt x="2457" y="95"/>
                </a:cubicBezTo>
                <a:cubicBezTo>
                  <a:pt x="2503" y="182"/>
                  <a:pt x="2512" y="215"/>
                  <a:pt x="2525" y="244"/>
                </a:cubicBezTo>
                <a:cubicBezTo>
                  <a:pt x="2526" y="263"/>
                  <a:pt x="2510" y="258"/>
                  <a:pt x="2506" y="236"/>
                </a:cubicBezTo>
                <a:cubicBezTo>
                  <a:pt x="2482" y="214"/>
                  <a:pt x="2481" y="208"/>
                  <a:pt x="2474" y="210"/>
                </a:cubicBezTo>
                <a:cubicBezTo>
                  <a:pt x="2426" y="144"/>
                  <a:pt x="2422" y="139"/>
                  <a:pt x="2420" y="132"/>
                </a:cubicBezTo>
                <a:cubicBezTo>
                  <a:pt x="2377" y="81"/>
                  <a:pt x="2375" y="77"/>
                  <a:pt x="2375" y="70"/>
                </a:cubicBezTo>
                <a:cubicBezTo>
                  <a:pt x="2351" y="45"/>
                  <a:pt x="2351" y="40"/>
                  <a:pt x="2348" y="40"/>
                </a:cubicBezTo>
                <a:cubicBezTo>
                  <a:pt x="2331" y="10"/>
                  <a:pt x="2326" y="7"/>
                  <a:pt x="2323" y="1"/>
                </a:cubicBezTo>
                <a:cubicBezTo>
                  <a:pt x="2326" y="20"/>
                  <a:pt x="2333" y="38"/>
                  <a:pt x="2344" y="50"/>
                </a:cubicBezTo>
                <a:cubicBezTo>
                  <a:pt x="2377" y="95"/>
                  <a:pt x="2382" y="101"/>
                  <a:pt x="2386" y="109"/>
                </a:cubicBezTo>
                <a:cubicBezTo>
                  <a:pt x="2392" y="121"/>
                  <a:pt x="2386" y="113"/>
                  <a:pt x="2379" y="108"/>
                </a:cubicBezTo>
                <a:cubicBezTo>
                  <a:pt x="2336" y="59"/>
                  <a:pt x="2328" y="54"/>
                  <a:pt x="2320" y="49"/>
                </a:cubicBezTo>
                <a:cubicBezTo>
                  <a:pt x="2259" y="1"/>
                  <a:pt x="2260" y="1"/>
                  <a:pt x="2260" y="2"/>
                </a:cubicBezTo>
                <a:cubicBezTo>
                  <a:pt x="2336" y="75"/>
                  <a:pt x="2338" y="82"/>
                  <a:pt x="2342" y="86"/>
                </a:cubicBezTo>
                <a:cubicBezTo>
                  <a:pt x="2395" y="136"/>
                  <a:pt x="2408" y="158"/>
                  <a:pt x="2427" y="169"/>
                </a:cubicBezTo>
                <a:cubicBezTo>
                  <a:pt x="2505" y="258"/>
                  <a:pt x="2506" y="269"/>
                  <a:pt x="2513" y="273"/>
                </a:cubicBezTo>
                <a:cubicBezTo>
                  <a:pt x="2547" y="325"/>
                  <a:pt x="2548" y="321"/>
                  <a:pt x="2550" y="325"/>
                </a:cubicBezTo>
                <a:cubicBezTo>
                  <a:pt x="2568" y="363"/>
                  <a:pt x="2578" y="358"/>
                  <a:pt x="2577" y="370"/>
                </a:cubicBezTo>
                <a:cubicBezTo>
                  <a:pt x="2561" y="355"/>
                  <a:pt x="2554" y="357"/>
                  <a:pt x="2555" y="348"/>
                </a:cubicBezTo>
                <a:cubicBezTo>
                  <a:pt x="2543" y="332"/>
                  <a:pt x="2540" y="332"/>
                  <a:pt x="2539" y="330"/>
                </a:cubicBezTo>
                <a:cubicBezTo>
                  <a:pt x="2508" y="295"/>
                  <a:pt x="2504" y="287"/>
                  <a:pt x="2499" y="279"/>
                </a:cubicBezTo>
                <a:cubicBezTo>
                  <a:pt x="2423" y="198"/>
                  <a:pt x="2413" y="191"/>
                  <a:pt x="2403" y="183"/>
                </a:cubicBezTo>
                <a:cubicBezTo>
                  <a:pt x="2355" y="145"/>
                  <a:pt x="2342" y="122"/>
                  <a:pt x="2321" y="111"/>
                </a:cubicBezTo>
                <a:cubicBezTo>
                  <a:pt x="2285" y="75"/>
                  <a:pt x="2274" y="70"/>
                  <a:pt x="2266" y="60"/>
                </a:cubicBezTo>
                <a:cubicBezTo>
                  <a:pt x="2248" y="46"/>
                  <a:pt x="2245" y="40"/>
                  <a:pt x="2241" y="35"/>
                </a:cubicBezTo>
                <a:cubicBezTo>
                  <a:pt x="2212" y="6"/>
                  <a:pt x="2210" y="3"/>
                  <a:pt x="2208" y="1"/>
                </a:cubicBezTo>
                <a:cubicBezTo>
                  <a:pt x="2202" y="10"/>
                  <a:pt x="2211" y="18"/>
                  <a:pt x="2218" y="28"/>
                </a:cubicBezTo>
                <a:cubicBezTo>
                  <a:pt x="2307" y="112"/>
                  <a:pt x="2315" y="120"/>
                  <a:pt x="2324" y="128"/>
                </a:cubicBezTo>
                <a:cubicBezTo>
                  <a:pt x="2344" y="143"/>
                  <a:pt x="2346" y="151"/>
                  <a:pt x="2353" y="152"/>
                </a:cubicBezTo>
                <a:cubicBezTo>
                  <a:pt x="2396" y="194"/>
                  <a:pt x="2402" y="196"/>
                  <a:pt x="2407" y="200"/>
                </a:cubicBezTo>
                <a:cubicBezTo>
                  <a:pt x="2468" y="257"/>
                  <a:pt x="2471" y="274"/>
                  <a:pt x="2484" y="276"/>
                </a:cubicBezTo>
                <a:cubicBezTo>
                  <a:pt x="2498" y="301"/>
                  <a:pt x="2505" y="298"/>
                  <a:pt x="2505" y="304"/>
                </a:cubicBezTo>
                <a:cubicBezTo>
                  <a:pt x="2544" y="352"/>
                  <a:pt x="2548" y="358"/>
                  <a:pt x="2550" y="366"/>
                </a:cubicBezTo>
                <a:cubicBezTo>
                  <a:pt x="2577" y="410"/>
                  <a:pt x="2591" y="413"/>
                  <a:pt x="2589" y="429"/>
                </a:cubicBezTo>
                <a:cubicBezTo>
                  <a:pt x="2604" y="444"/>
                  <a:pt x="2610" y="461"/>
                  <a:pt x="2605" y="465"/>
                </a:cubicBezTo>
                <a:cubicBezTo>
                  <a:pt x="2580" y="426"/>
                  <a:pt x="2579" y="418"/>
                  <a:pt x="2572" y="418"/>
                </a:cubicBezTo>
                <a:cubicBezTo>
                  <a:pt x="2546" y="393"/>
                  <a:pt x="2545" y="389"/>
                  <a:pt x="2544" y="385"/>
                </a:cubicBezTo>
                <a:cubicBezTo>
                  <a:pt x="2506" y="349"/>
                  <a:pt x="2497" y="342"/>
                  <a:pt x="2492" y="331"/>
                </a:cubicBezTo>
                <a:cubicBezTo>
                  <a:pt x="2409" y="265"/>
                  <a:pt x="2408" y="254"/>
                  <a:pt x="2402" y="251"/>
                </a:cubicBezTo>
                <a:cubicBezTo>
                  <a:pt x="2358" y="208"/>
                  <a:pt x="2348" y="213"/>
                  <a:pt x="2346" y="206"/>
                </a:cubicBezTo>
                <a:cubicBezTo>
                  <a:pt x="2312" y="182"/>
                  <a:pt x="2308" y="171"/>
                  <a:pt x="2297" y="169"/>
                </a:cubicBezTo>
                <a:cubicBezTo>
                  <a:pt x="2251" y="119"/>
                  <a:pt x="2241" y="124"/>
                  <a:pt x="2242" y="115"/>
                </a:cubicBezTo>
                <a:cubicBezTo>
                  <a:pt x="2204" y="78"/>
                  <a:pt x="2199" y="77"/>
                  <a:pt x="2195" y="74"/>
                </a:cubicBezTo>
                <a:cubicBezTo>
                  <a:pt x="2189" y="66"/>
                  <a:pt x="2188" y="71"/>
                  <a:pt x="2192" y="72"/>
                </a:cubicBezTo>
                <a:cubicBezTo>
                  <a:pt x="2222" y="98"/>
                  <a:pt x="2214" y="104"/>
                  <a:pt x="2220" y="110"/>
                </a:cubicBezTo>
                <a:cubicBezTo>
                  <a:pt x="2279" y="163"/>
                  <a:pt x="2287" y="171"/>
                  <a:pt x="2296" y="178"/>
                </a:cubicBezTo>
                <a:cubicBezTo>
                  <a:pt x="2325" y="207"/>
                  <a:pt x="2330" y="210"/>
                  <a:pt x="2335" y="211"/>
                </a:cubicBezTo>
                <a:cubicBezTo>
                  <a:pt x="2365" y="237"/>
                  <a:pt x="2373" y="235"/>
                  <a:pt x="2377" y="241"/>
                </a:cubicBezTo>
                <a:cubicBezTo>
                  <a:pt x="2400" y="265"/>
                  <a:pt x="2402" y="267"/>
                  <a:pt x="2403" y="271"/>
                </a:cubicBezTo>
                <a:cubicBezTo>
                  <a:pt x="2438" y="305"/>
                  <a:pt x="2448" y="302"/>
                  <a:pt x="2450" y="312"/>
                </a:cubicBezTo>
                <a:cubicBezTo>
                  <a:pt x="2484" y="348"/>
                  <a:pt x="2493" y="346"/>
                  <a:pt x="2494" y="357"/>
                </a:cubicBezTo>
                <a:cubicBezTo>
                  <a:pt x="2540" y="405"/>
                  <a:pt x="2546" y="402"/>
                  <a:pt x="2546" y="408"/>
                </a:cubicBezTo>
                <a:cubicBezTo>
                  <a:pt x="2573" y="430"/>
                  <a:pt x="2572" y="438"/>
                  <a:pt x="2576" y="438"/>
                </a:cubicBezTo>
                <a:cubicBezTo>
                  <a:pt x="2606" y="495"/>
                  <a:pt x="2612" y="495"/>
                  <a:pt x="2613" y="504"/>
                </a:cubicBezTo>
                <a:cubicBezTo>
                  <a:pt x="2634" y="570"/>
                  <a:pt x="2636" y="577"/>
                  <a:pt x="2641" y="585"/>
                </a:cubicBezTo>
                <a:cubicBezTo>
                  <a:pt x="2649" y="625"/>
                  <a:pt x="2652" y="624"/>
                  <a:pt x="2654" y="638"/>
                </a:cubicBezTo>
                <a:cubicBezTo>
                  <a:pt x="2632" y="603"/>
                  <a:pt x="2620" y="596"/>
                  <a:pt x="2616" y="578"/>
                </a:cubicBezTo>
                <a:cubicBezTo>
                  <a:pt x="2580" y="533"/>
                  <a:pt x="2570" y="523"/>
                  <a:pt x="2561" y="512"/>
                </a:cubicBezTo>
                <a:cubicBezTo>
                  <a:pt x="2492" y="422"/>
                  <a:pt x="2486" y="419"/>
                  <a:pt x="2482" y="412"/>
                </a:cubicBezTo>
                <a:cubicBezTo>
                  <a:pt x="2465" y="388"/>
                  <a:pt x="2458" y="387"/>
                  <a:pt x="2452" y="383"/>
                </a:cubicBezTo>
                <a:cubicBezTo>
                  <a:pt x="2421" y="342"/>
                  <a:pt x="2414" y="343"/>
                  <a:pt x="2413" y="335"/>
                </a:cubicBezTo>
                <a:cubicBezTo>
                  <a:pt x="2376" y="303"/>
                  <a:pt x="2375" y="295"/>
                  <a:pt x="2367" y="297"/>
                </a:cubicBezTo>
                <a:cubicBezTo>
                  <a:pt x="2344" y="270"/>
                  <a:pt x="2339" y="269"/>
                  <a:pt x="2335" y="268"/>
                </a:cubicBezTo>
                <a:cubicBezTo>
                  <a:pt x="2309" y="240"/>
                  <a:pt x="2305" y="237"/>
                  <a:pt x="2301" y="233"/>
                </a:cubicBezTo>
                <a:cubicBezTo>
                  <a:pt x="2246" y="189"/>
                  <a:pt x="2241" y="179"/>
                  <a:pt x="2233" y="173"/>
                </a:cubicBezTo>
                <a:cubicBezTo>
                  <a:pt x="2179" y="126"/>
                  <a:pt x="2173" y="116"/>
                  <a:pt x="2167" y="109"/>
                </a:cubicBezTo>
                <a:cubicBezTo>
                  <a:pt x="2137" y="80"/>
                  <a:pt x="2128" y="75"/>
                  <a:pt x="2125" y="61"/>
                </a:cubicBezTo>
                <a:cubicBezTo>
                  <a:pt x="2112" y="42"/>
                  <a:pt x="2107" y="44"/>
                  <a:pt x="2106" y="41"/>
                </a:cubicBezTo>
                <a:cubicBezTo>
                  <a:pt x="2085" y="5"/>
                  <a:pt x="2087" y="10"/>
                  <a:pt x="2089" y="15"/>
                </a:cubicBezTo>
                <a:cubicBezTo>
                  <a:pt x="2106" y="41"/>
                  <a:pt x="2095" y="48"/>
                  <a:pt x="2104" y="48"/>
                </a:cubicBezTo>
                <a:cubicBezTo>
                  <a:pt x="2120" y="73"/>
                  <a:pt x="2127" y="76"/>
                  <a:pt x="2126" y="85"/>
                </a:cubicBezTo>
                <a:cubicBezTo>
                  <a:pt x="2177" y="147"/>
                  <a:pt x="2181" y="161"/>
                  <a:pt x="2190" y="166"/>
                </a:cubicBezTo>
                <a:cubicBezTo>
                  <a:pt x="2214" y="195"/>
                  <a:pt x="2218" y="193"/>
                  <a:pt x="2220" y="196"/>
                </a:cubicBezTo>
                <a:cubicBezTo>
                  <a:pt x="2243" y="215"/>
                  <a:pt x="2242" y="227"/>
                  <a:pt x="2249" y="226"/>
                </a:cubicBezTo>
                <a:cubicBezTo>
                  <a:pt x="2268" y="246"/>
                  <a:pt x="2276" y="254"/>
                  <a:pt x="2283" y="263"/>
                </a:cubicBezTo>
                <a:cubicBezTo>
                  <a:pt x="2317" y="292"/>
                  <a:pt x="2321" y="305"/>
                  <a:pt x="2329" y="313"/>
                </a:cubicBezTo>
                <a:cubicBezTo>
                  <a:pt x="2358" y="348"/>
                  <a:pt x="2362" y="349"/>
                  <a:pt x="2363" y="351"/>
                </a:cubicBezTo>
                <a:cubicBezTo>
                  <a:pt x="2388" y="382"/>
                  <a:pt x="2388" y="393"/>
                  <a:pt x="2395" y="391"/>
                </a:cubicBezTo>
                <a:cubicBezTo>
                  <a:pt x="2426" y="424"/>
                  <a:pt x="2430" y="438"/>
                  <a:pt x="2440" y="441"/>
                </a:cubicBezTo>
                <a:cubicBezTo>
                  <a:pt x="2449" y="455"/>
                  <a:pt x="2451" y="457"/>
                  <a:pt x="2453" y="460"/>
                </a:cubicBezTo>
                <a:cubicBezTo>
                  <a:pt x="2421" y="436"/>
                  <a:pt x="2417" y="435"/>
                  <a:pt x="2417" y="428"/>
                </a:cubicBezTo>
                <a:cubicBezTo>
                  <a:pt x="2372" y="389"/>
                  <a:pt x="2351" y="370"/>
                  <a:pt x="2331" y="351"/>
                </a:cubicBezTo>
                <a:cubicBezTo>
                  <a:pt x="2226" y="270"/>
                  <a:pt x="2225" y="259"/>
                  <a:pt x="2217" y="259"/>
                </a:cubicBezTo>
                <a:cubicBezTo>
                  <a:pt x="2183" y="219"/>
                  <a:pt x="2161" y="202"/>
                  <a:pt x="2140" y="182"/>
                </a:cubicBezTo>
                <a:cubicBezTo>
                  <a:pt x="2093" y="137"/>
                  <a:pt x="2090" y="135"/>
                  <a:pt x="2086" y="134"/>
                </a:cubicBezTo>
                <a:cubicBezTo>
                  <a:pt x="2016" y="59"/>
                  <a:pt x="2017" y="51"/>
                  <a:pt x="2013" y="51"/>
                </a:cubicBezTo>
                <a:cubicBezTo>
                  <a:pt x="1991" y="16"/>
                  <a:pt x="1982" y="18"/>
                  <a:pt x="1981" y="7"/>
                </a:cubicBezTo>
                <a:cubicBezTo>
                  <a:pt x="1973" y="3"/>
                  <a:pt x="1975" y="7"/>
                  <a:pt x="1976" y="11"/>
                </a:cubicBezTo>
                <a:cubicBezTo>
                  <a:pt x="1999" y="38"/>
                  <a:pt x="2005" y="53"/>
                  <a:pt x="2015" y="63"/>
                </a:cubicBezTo>
                <a:cubicBezTo>
                  <a:pt x="2083" y="138"/>
                  <a:pt x="2090" y="151"/>
                  <a:pt x="2102" y="157"/>
                </a:cubicBezTo>
                <a:cubicBezTo>
                  <a:pt x="2141" y="198"/>
                  <a:pt x="2153" y="205"/>
                  <a:pt x="2162" y="217"/>
                </a:cubicBezTo>
                <a:cubicBezTo>
                  <a:pt x="2176" y="224"/>
                  <a:pt x="2175" y="229"/>
                  <a:pt x="2179" y="228"/>
                </a:cubicBezTo>
                <a:cubicBezTo>
                  <a:pt x="2262" y="304"/>
                  <a:pt x="2265" y="312"/>
                  <a:pt x="2270" y="316"/>
                </a:cubicBezTo>
                <a:cubicBezTo>
                  <a:pt x="2296" y="339"/>
                  <a:pt x="2300" y="340"/>
                  <a:pt x="2302" y="342"/>
                </a:cubicBezTo>
                <a:cubicBezTo>
                  <a:pt x="2361" y="394"/>
                  <a:pt x="2371" y="405"/>
                  <a:pt x="2382" y="415"/>
                </a:cubicBezTo>
                <a:cubicBezTo>
                  <a:pt x="2422" y="455"/>
                  <a:pt x="2434" y="462"/>
                  <a:pt x="2446" y="470"/>
                </a:cubicBezTo>
                <a:cubicBezTo>
                  <a:pt x="2486" y="514"/>
                  <a:pt x="2491" y="518"/>
                  <a:pt x="2495" y="522"/>
                </a:cubicBezTo>
                <a:cubicBezTo>
                  <a:pt x="2522" y="556"/>
                  <a:pt x="2524" y="560"/>
                  <a:pt x="2525" y="566"/>
                </a:cubicBezTo>
                <a:cubicBezTo>
                  <a:pt x="2554" y="592"/>
                  <a:pt x="2554" y="596"/>
                  <a:pt x="2557" y="595"/>
                </a:cubicBezTo>
                <a:cubicBezTo>
                  <a:pt x="2536" y="580"/>
                  <a:pt x="2527" y="580"/>
                  <a:pt x="2523" y="573"/>
                </a:cubicBezTo>
                <a:cubicBezTo>
                  <a:pt x="2501" y="559"/>
                  <a:pt x="2500" y="555"/>
                  <a:pt x="2496" y="555"/>
                </a:cubicBezTo>
                <a:cubicBezTo>
                  <a:pt x="2486" y="535"/>
                  <a:pt x="2482" y="535"/>
                  <a:pt x="2482" y="531"/>
                </a:cubicBezTo>
                <a:cubicBezTo>
                  <a:pt x="2456" y="511"/>
                  <a:pt x="2449" y="507"/>
                  <a:pt x="2441" y="503"/>
                </a:cubicBezTo>
                <a:cubicBezTo>
                  <a:pt x="2417" y="480"/>
                  <a:pt x="2411" y="474"/>
                  <a:pt x="2407" y="466"/>
                </a:cubicBezTo>
                <a:cubicBezTo>
                  <a:pt x="2330" y="411"/>
                  <a:pt x="2327" y="404"/>
                  <a:pt x="2320" y="403"/>
                </a:cubicBezTo>
                <a:cubicBezTo>
                  <a:pt x="2277" y="359"/>
                  <a:pt x="2258" y="344"/>
                  <a:pt x="2240" y="328"/>
                </a:cubicBezTo>
                <a:cubicBezTo>
                  <a:pt x="2209" y="300"/>
                  <a:pt x="2205" y="295"/>
                  <a:pt x="2203" y="288"/>
                </a:cubicBezTo>
                <a:cubicBezTo>
                  <a:pt x="2158" y="248"/>
                  <a:pt x="2155" y="242"/>
                  <a:pt x="2151" y="236"/>
                </a:cubicBezTo>
                <a:cubicBezTo>
                  <a:pt x="2107" y="184"/>
                  <a:pt x="2096" y="179"/>
                  <a:pt x="2089" y="166"/>
                </a:cubicBezTo>
                <a:cubicBezTo>
                  <a:pt x="2056" y="132"/>
                  <a:pt x="2047" y="123"/>
                  <a:pt x="2040" y="111"/>
                </a:cubicBezTo>
                <a:cubicBezTo>
                  <a:pt x="2009" y="80"/>
                  <a:pt x="2007" y="71"/>
                  <a:pt x="2002" y="68"/>
                </a:cubicBezTo>
                <a:cubicBezTo>
                  <a:pt x="2002" y="79"/>
                  <a:pt x="2006" y="84"/>
                  <a:pt x="2011" y="87"/>
                </a:cubicBezTo>
                <a:cubicBezTo>
                  <a:pt x="2037" y="126"/>
                  <a:pt x="2044" y="128"/>
                  <a:pt x="2047" y="133"/>
                </a:cubicBezTo>
                <a:cubicBezTo>
                  <a:pt x="2078" y="166"/>
                  <a:pt x="2083" y="171"/>
                  <a:pt x="2086" y="179"/>
                </a:cubicBezTo>
                <a:cubicBezTo>
                  <a:pt x="2104" y="196"/>
                  <a:pt x="2106" y="204"/>
                  <a:pt x="2112" y="206"/>
                </a:cubicBezTo>
                <a:cubicBezTo>
                  <a:pt x="2128" y="226"/>
                  <a:pt x="2132" y="234"/>
                  <a:pt x="2139" y="236"/>
                </a:cubicBezTo>
                <a:cubicBezTo>
                  <a:pt x="2175" y="272"/>
                  <a:pt x="2182" y="285"/>
                  <a:pt x="2192" y="293"/>
                </a:cubicBezTo>
                <a:cubicBezTo>
                  <a:pt x="2257" y="354"/>
                  <a:pt x="2266" y="363"/>
                  <a:pt x="2275" y="371"/>
                </a:cubicBezTo>
                <a:cubicBezTo>
                  <a:pt x="2321" y="418"/>
                  <a:pt x="2327" y="419"/>
                  <a:pt x="2333" y="422"/>
                </a:cubicBezTo>
                <a:cubicBezTo>
                  <a:pt x="2375" y="452"/>
                  <a:pt x="2380" y="466"/>
                  <a:pt x="2393" y="469"/>
                </a:cubicBezTo>
                <a:cubicBezTo>
                  <a:pt x="2385" y="477"/>
                  <a:pt x="2377" y="470"/>
                  <a:pt x="2368" y="465"/>
                </a:cubicBezTo>
                <a:cubicBezTo>
                  <a:pt x="2326" y="437"/>
                  <a:pt x="2325" y="429"/>
                  <a:pt x="2317" y="431"/>
                </a:cubicBezTo>
                <a:cubicBezTo>
                  <a:pt x="2287" y="412"/>
                  <a:pt x="2285" y="406"/>
                  <a:pt x="2282" y="402"/>
                </a:cubicBezTo>
                <a:cubicBezTo>
                  <a:pt x="2242" y="368"/>
                  <a:pt x="2237" y="367"/>
                  <a:pt x="2235" y="361"/>
                </a:cubicBezTo>
                <a:cubicBezTo>
                  <a:pt x="2206" y="345"/>
                  <a:pt x="2209" y="332"/>
                  <a:pt x="2203" y="332"/>
                </a:cubicBezTo>
                <a:cubicBezTo>
                  <a:pt x="2159" y="290"/>
                  <a:pt x="2156" y="286"/>
                  <a:pt x="2151" y="284"/>
                </a:cubicBezTo>
                <a:cubicBezTo>
                  <a:pt x="2094" y="228"/>
                  <a:pt x="2089" y="219"/>
                  <a:pt x="2081" y="215"/>
                </a:cubicBezTo>
                <a:cubicBezTo>
                  <a:pt x="2070" y="213"/>
                  <a:pt x="2082" y="226"/>
                  <a:pt x="2095" y="239"/>
                </a:cubicBezTo>
                <a:cubicBezTo>
                  <a:pt x="2135" y="286"/>
                  <a:pt x="2142" y="283"/>
                  <a:pt x="2144" y="288"/>
                </a:cubicBezTo>
                <a:cubicBezTo>
                  <a:pt x="2161" y="304"/>
                  <a:pt x="2166" y="312"/>
                  <a:pt x="2173" y="318"/>
                </a:cubicBezTo>
                <a:cubicBezTo>
                  <a:pt x="2200" y="342"/>
                  <a:pt x="2205" y="353"/>
                  <a:pt x="2213" y="357"/>
                </a:cubicBezTo>
                <a:cubicBezTo>
                  <a:pt x="2244" y="401"/>
                  <a:pt x="2253" y="407"/>
                  <a:pt x="2261" y="415"/>
                </a:cubicBezTo>
                <a:cubicBezTo>
                  <a:pt x="2322" y="469"/>
                  <a:pt x="2330" y="480"/>
                  <a:pt x="2343" y="485"/>
                </a:cubicBezTo>
                <a:cubicBezTo>
                  <a:pt x="2369" y="507"/>
                  <a:pt x="2373" y="507"/>
                  <a:pt x="2375" y="511"/>
                </a:cubicBezTo>
                <a:cubicBezTo>
                  <a:pt x="2410" y="544"/>
                  <a:pt x="2420" y="541"/>
                  <a:pt x="2423" y="548"/>
                </a:cubicBezTo>
                <a:cubicBezTo>
                  <a:pt x="2448" y="564"/>
                  <a:pt x="2448" y="578"/>
                  <a:pt x="2459" y="577"/>
                </a:cubicBezTo>
                <a:cubicBezTo>
                  <a:pt x="2526" y="631"/>
                  <a:pt x="2528" y="642"/>
                  <a:pt x="2540" y="640"/>
                </a:cubicBezTo>
                <a:cubicBezTo>
                  <a:pt x="2563" y="667"/>
                  <a:pt x="2571" y="668"/>
                  <a:pt x="2574" y="678"/>
                </a:cubicBezTo>
                <a:cubicBezTo>
                  <a:pt x="2618" y="723"/>
                  <a:pt x="2624" y="730"/>
                  <a:pt x="2630" y="738"/>
                </a:cubicBezTo>
                <a:cubicBezTo>
                  <a:pt x="2691" y="806"/>
                  <a:pt x="2689" y="815"/>
                  <a:pt x="2695" y="813"/>
                </a:cubicBezTo>
                <a:cubicBezTo>
                  <a:pt x="2719" y="849"/>
                  <a:pt x="2700" y="842"/>
                  <a:pt x="2706" y="852"/>
                </a:cubicBezTo>
                <a:cubicBezTo>
                  <a:pt x="2685" y="828"/>
                  <a:pt x="2679" y="823"/>
                  <a:pt x="2675" y="814"/>
                </a:cubicBezTo>
                <a:cubicBezTo>
                  <a:pt x="2562" y="716"/>
                  <a:pt x="2559" y="705"/>
                  <a:pt x="2552" y="703"/>
                </a:cubicBezTo>
                <a:cubicBezTo>
                  <a:pt x="2523" y="676"/>
                  <a:pt x="2516" y="680"/>
                  <a:pt x="2516" y="672"/>
                </a:cubicBezTo>
                <a:cubicBezTo>
                  <a:pt x="2491" y="659"/>
                  <a:pt x="2488" y="657"/>
                  <a:pt x="2486" y="654"/>
                </a:cubicBezTo>
                <a:cubicBezTo>
                  <a:pt x="2454" y="630"/>
                  <a:pt x="2448" y="632"/>
                  <a:pt x="2446" y="630"/>
                </a:cubicBezTo>
                <a:cubicBezTo>
                  <a:pt x="2412" y="597"/>
                  <a:pt x="2398" y="599"/>
                  <a:pt x="2396" y="586"/>
                </a:cubicBezTo>
                <a:cubicBezTo>
                  <a:pt x="2361" y="565"/>
                  <a:pt x="2355" y="555"/>
                  <a:pt x="2344" y="552"/>
                </a:cubicBezTo>
                <a:cubicBezTo>
                  <a:pt x="2307" y="519"/>
                  <a:pt x="2304" y="514"/>
                  <a:pt x="2301" y="511"/>
                </a:cubicBezTo>
                <a:cubicBezTo>
                  <a:pt x="2224" y="442"/>
                  <a:pt x="2218" y="433"/>
                  <a:pt x="2210" y="429"/>
                </a:cubicBezTo>
                <a:cubicBezTo>
                  <a:pt x="2162" y="372"/>
                  <a:pt x="2156" y="363"/>
                  <a:pt x="2148" y="355"/>
                </a:cubicBezTo>
                <a:cubicBezTo>
                  <a:pt x="2097" y="289"/>
                  <a:pt x="2095" y="283"/>
                  <a:pt x="2093" y="275"/>
                </a:cubicBezTo>
                <a:cubicBezTo>
                  <a:pt x="2089" y="280"/>
                  <a:pt x="2090" y="292"/>
                  <a:pt x="2097" y="294"/>
                </a:cubicBezTo>
                <a:cubicBezTo>
                  <a:pt x="2145" y="364"/>
                  <a:pt x="2165" y="389"/>
                  <a:pt x="2186" y="413"/>
                </a:cubicBezTo>
                <a:cubicBezTo>
                  <a:pt x="2222" y="455"/>
                  <a:pt x="2229" y="456"/>
                  <a:pt x="2232" y="466"/>
                </a:cubicBezTo>
                <a:cubicBezTo>
                  <a:pt x="2329" y="554"/>
                  <a:pt x="2342" y="559"/>
                  <a:pt x="2348" y="572"/>
                </a:cubicBezTo>
                <a:cubicBezTo>
                  <a:pt x="2412" y="620"/>
                  <a:pt x="2421" y="622"/>
                  <a:pt x="2425" y="631"/>
                </a:cubicBezTo>
                <a:cubicBezTo>
                  <a:pt x="2494" y="679"/>
                  <a:pt x="2501" y="680"/>
                  <a:pt x="2507" y="682"/>
                </a:cubicBezTo>
                <a:cubicBezTo>
                  <a:pt x="2533" y="705"/>
                  <a:pt x="2546" y="710"/>
                  <a:pt x="2553" y="723"/>
                </a:cubicBezTo>
                <a:cubicBezTo>
                  <a:pt x="2596" y="760"/>
                  <a:pt x="2603" y="758"/>
                  <a:pt x="2606" y="763"/>
                </a:cubicBezTo>
                <a:cubicBezTo>
                  <a:pt x="2629" y="785"/>
                  <a:pt x="2629" y="790"/>
                  <a:pt x="2632" y="790"/>
                </a:cubicBezTo>
                <a:cubicBezTo>
                  <a:pt x="2674" y="838"/>
                  <a:pt x="2669" y="831"/>
                  <a:pt x="2663" y="826"/>
                </a:cubicBezTo>
                <a:cubicBezTo>
                  <a:pt x="2633" y="801"/>
                  <a:pt x="2623" y="795"/>
                  <a:pt x="2616" y="785"/>
                </a:cubicBezTo>
                <a:cubicBezTo>
                  <a:pt x="2592" y="775"/>
                  <a:pt x="2591" y="767"/>
                  <a:pt x="2583" y="768"/>
                </a:cubicBezTo>
                <a:cubicBezTo>
                  <a:pt x="2530" y="739"/>
                  <a:pt x="2532" y="725"/>
                  <a:pt x="2522" y="730"/>
                </a:cubicBezTo>
                <a:cubicBezTo>
                  <a:pt x="2453" y="693"/>
                  <a:pt x="2447" y="690"/>
                  <a:pt x="2442" y="687"/>
                </a:cubicBezTo>
                <a:cubicBezTo>
                  <a:pt x="2385" y="663"/>
                  <a:pt x="2385" y="654"/>
                  <a:pt x="2377" y="655"/>
                </a:cubicBezTo>
                <a:cubicBezTo>
                  <a:pt x="2341" y="632"/>
                  <a:pt x="2334" y="631"/>
                  <a:pt x="2327" y="630"/>
                </a:cubicBezTo>
                <a:cubicBezTo>
                  <a:pt x="2264" y="575"/>
                  <a:pt x="2255" y="568"/>
                  <a:pt x="2246" y="560"/>
                </a:cubicBezTo>
                <a:cubicBezTo>
                  <a:pt x="2210" y="525"/>
                  <a:pt x="2202" y="515"/>
                  <a:pt x="2193" y="506"/>
                </a:cubicBezTo>
                <a:cubicBezTo>
                  <a:pt x="2210" y="531"/>
                  <a:pt x="2215" y="539"/>
                  <a:pt x="2219" y="548"/>
                </a:cubicBezTo>
                <a:cubicBezTo>
                  <a:pt x="2267" y="593"/>
                  <a:pt x="2276" y="597"/>
                  <a:pt x="2281" y="606"/>
                </a:cubicBezTo>
                <a:cubicBezTo>
                  <a:pt x="2384" y="673"/>
                  <a:pt x="2393" y="674"/>
                  <a:pt x="2402" y="677"/>
                </a:cubicBezTo>
                <a:cubicBezTo>
                  <a:pt x="2432" y="692"/>
                  <a:pt x="2431" y="700"/>
                  <a:pt x="2438" y="696"/>
                </a:cubicBezTo>
                <a:cubicBezTo>
                  <a:pt x="2484" y="722"/>
                  <a:pt x="2493" y="727"/>
                  <a:pt x="2502" y="731"/>
                </a:cubicBezTo>
                <a:cubicBezTo>
                  <a:pt x="2545" y="761"/>
                  <a:pt x="2553" y="761"/>
                  <a:pt x="2556" y="767"/>
                </a:cubicBezTo>
                <a:cubicBezTo>
                  <a:pt x="2633" y="818"/>
                  <a:pt x="2637" y="824"/>
                  <a:pt x="2644" y="823"/>
                </a:cubicBezTo>
                <a:cubicBezTo>
                  <a:pt x="2684" y="867"/>
                  <a:pt x="2694" y="864"/>
                  <a:pt x="2693" y="876"/>
                </a:cubicBezTo>
                <a:cubicBezTo>
                  <a:pt x="2735" y="917"/>
                  <a:pt x="2735" y="928"/>
                  <a:pt x="2740" y="931"/>
                </a:cubicBezTo>
                <a:cubicBezTo>
                  <a:pt x="2748" y="947"/>
                  <a:pt x="2734" y="942"/>
                  <a:pt x="2727" y="925"/>
                </a:cubicBezTo>
                <a:cubicBezTo>
                  <a:pt x="2676" y="881"/>
                  <a:pt x="2668" y="875"/>
                  <a:pt x="2660" y="871"/>
                </a:cubicBezTo>
                <a:cubicBezTo>
                  <a:pt x="2623" y="840"/>
                  <a:pt x="2623" y="837"/>
                  <a:pt x="2620" y="837"/>
                </a:cubicBezTo>
                <a:cubicBezTo>
                  <a:pt x="2598" y="820"/>
                  <a:pt x="2597" y="812"/>
                  <a:pt x="2589" y="814"/>
                </a:cubicBezTo>
                <a:cubicBezTo>
                  <a:pt x="2524" y="770"/>
                  <a:pt x="2519" y="769"/>
                  <a:pt x="2515" y="767"/>
                </a:cubicBezTo>
                <a:cubicBezTo>
                  <a:pt x="2479" y="747"/>
                  <a:pt x="2471" y="743"/>
                  <a:pt x="2462" y="739"/>
                </a:cubicBezTo>
                <a:cubicBezTo>
                  <a:pt x="2444" y="730"/>
                  <a:pt x="2440" y="726"/>
                  <a:pt x="2433" y="727"/>
                </a:cubicBezTo>
                <a:cubicBezTo>
                  <a:pt x="2363" y="689"/>
                  <a:pt x="2361" y="685"/>
                  <a:pt x="2354" y="687"/>
                </a:cubicBezTo>
                <a:cubicBezTo>
                  <a:pt x="2309" y="659"/>
                  <a:pt x="2307" y="651"/>
                  <a:pt x="2302" y="650"/>
                </a:cubicBezTo>
                <a:cubicBezTo>
                  <a:pt x="2216" y="555"/>
                  <a:pt x="2204" y="551"/>
                  <a:pt x="2199" y="534"/>
                </a:cubicBezTo>
                <a:cubicBezTo>
                  <a:pt x="2188" y="536"/>
                  <a:pt x="2195" y="540"/>
                  <a:pt x="2199" y="549"/>
                </a:cubicBezTo>
                <a:cubicBezTo>
                  <a:pt x="2222" y="574"/>
                  <a:pt x="2226" y="583"/>
                  <a:pt x="2231" y="590"/>
                </a:cubicBezTo>
                <a:cubicBezTo>
                  <a:pt x="2307" y="664"/>
                  <a:pt x="2312" y="671"/>
                  <a:pt x="2319" y="676"/>
                </a:cubicBezTo>
                <a:cubicBezTo>
                  <a:pt x="2355" y="696"/>
                  <a:pt x="2370" y="704"/>
                  <a:pt x="2383" y="716"/>
                </a:cubicBezTo>
                <a:cubicBezTo>
                  <a:pt x="2446" y="745"/>
                  <a:pt x="2462" y="752"/>
                  <a:pt x="2478" y="759"/>
                </a:cubicBezTo>
                <a:cubicBezTo>
                  <a:pt x="2508" y="775"/>
                  <a:pt x="2515" y="779"/>
                  <a:pt x="2521" y="786"/>
                </a:cubicBezTo>
                <a:cubicBezTo>
                  <a:pt x="2550" y="804"/>
                  <a:pt x="2560" y="805"/>
                  <a:pt x="2565" y="813"/>
                </a:cubicBezTo>
                <a:cubicBezTo>
                  <a:pt x="2595" y="829"/>
                  <a:pt x="2599" y="838"/>
                  <a:pt x="2607" y="843"/>
                </a:cubicBezTo>
                <a:cubicBezTo>
                  <a:pt x="2638" y="867"/>
                  <a:pt x="2641" y="866"/>
                  <a:pt x="2642" y="868"/>
                </a:cubicBezTo>
                <a:cubicBezTo>
                  <a:pt x="2629" y="870"/>
                  <a:pt x="2628" y="864"/>
                  <a:pt x="2626" y="863"/>
                </a:cubicBezTo>
                <a:cubicBezTo>
                  <a:pt x="2552" y="837"/>
                  <a:pt x="2547" y="831"/>
                  <a:pt x="2537" y="833"/>
                </a:cubicBezTo>
                <a:cubicBezTo>
                  <a:pt x="2465" y="805"/>
                  <a:pt x="2457" y="801"/>
                  <a:pt x="2448" y="801"/>
                </a:cubicBezTo>
                <a:cubicBezTo>
                  <a:pt x="2376" y="757"/>
                  <a:pt x="2367" y="756"/>
                  <a:pt x="2363" y="747"/>
                </a:cubicBezTo>
                <a:cubicBezTo>
                  <a:pt x="2287" y="696"/>
                  <a:pt x="2281" y="682"/>
                  <a:pt x="2269" y="677"/>
                </a:cubicBezTo>
                <a:cubicBezTo>
                  <a:pt x="2312" y="722"/>
                  <a:pt x="2323" y="734"/>
                  <a:pt x="2336" y="743"/>
                </a:cubicBezTo>
                <a:cubicBezTo>
                  <a:pt x="2381" y="774"/>
                  <a:pt x="2387" y="778"/>
                  <a:pt x="2394" y="782"/>
                </a:cubicBezTo>
                <a:cubicBezTo>
                  <a:pt x="2423" y="790"/>
                  <a:pt x="2418" y="804"/>
                  <a:pt x="2427" y="799"/>
                </a:cubicBezTo>
                <a:cubicBezTo>
                  <a:pt x="2466" y="820"/>
                  <a:pt x="2475" y="820"/>
                  <a:pt x="2479" y="827"/>
                </a:cubicBezTo>
                <a:cubicBezTo>
                  <a:pt x="2536" y="845"/>
                  <a:pt x="2545" y="847"/>
                  <a:pt x="2554" y="847"/>
                </a:cubicBezTo>
                <a:cubicBezTo>
                  <a:pt x="2602" y="876"/>
                  <a:pt x="2616" y="870"/>
                  <a:pt x="2620" y="879"/>
                </a:cubicBezTo>
                <a:cubicBezTo>
                  <a:pt x="2633" y="887"/>
                  <a:pt x="2628" y="886"/>
                  <a:pt x="2624" y="884"/>
                </a:cubicBezTo>
                <a:cubicBezTo>
                  <a:pt x="2566" y="867"/>
                  <a:pt x="2556" y="864"/>
                  <a:pt x="2545" y="861"/>
                </a:cubicBezTo>
                <a:cubicBezTo>
                  <a:pt x="2443" y="830"/>
                  <a:pt x="2434" y="824"/>
                  <a:pt x="2425" y="820"/>
                </a:cubicBezTo>
                <a:cubicBezTo>
                  <a:pt x="2398" y="815"/>
                  <a:pt x="2409" y="812"/>
                  <a:pt x="2413" y="820"/>
                </a:cubicBezTo>
                <a:cubicBezTo>
                  <a:pt x="2460" y="845"/>
                  <a:pt x="2465" y="852"/>
                  <a:pt x="2475" y="851"/>
                </a:cubicBezTo>
                <a:cubicBezTo>
                  <a:pt x="2578" y="922"/>
                  <a:pt x="2590" y="925"/>
                  <a:pt x="2601" y="930"/>
                </a:cubicBezTo>
                <a:cubicBezTo>
                  <a:pt x="2628" y="940"/>
                  <a:pt x="2629" y="944"/>
                  <a:pt x="2633" y="944"/>
                </a:cubicBezTo>
                <a:cubicBezTo>
                  <a:pt x="2675" y="953"/>
                  <a:pt x="2672" y="968"/>
                  <a:pt x="2681" y="964"/>
                </a:cubicBezTo>
                <a:cubicBezTo>
                  <a:pt x="2735" y="1000"/>
                  <a:pt x="2745" y="1007"/>
                  <a:pt x="2754" y="1014"/>
                </a:cubicBezTo>
                <a:cubicBezTo>
                  <a:pt x="2775" y="1046"/>
                  <a:pt x="2782" y="1052"/>
                  <a:pt x="2789" y="1057"/>
                </a:cubicBezTo>
                <a:cubicBezTo>
                  <a:pt x="2815" y="1092"/>
                  <a:pt x="2819" y="1109"/>
                  <a:pt x="2814" y="1109"/>
                </a:cubicBezTo>
                <a:cubicBezTo>
                  <a:pt x="2781" y="1074"/>
                  <a:pt x="2783" y="1065"/>
                  <a:pt x="2779" y="1065"/>
                </a:cubicBezTo>
                <a:cubicBezTo>
                  <a:pt x="2742" y="1031"/>
                  <a:pt x="2732" y="1018"/>
                  <a:pt x="2718" y="1013"/>
                </a:cubicBezTo>
                <a:cubicBezTo>
                  <a:pt x="2646" y="969"/>
                  <a:pt x="2633" y="970"/>
                  <a:pt x="2625" y="963"/>
                </a:cubicBezTo>
                <a:cubicBezTo>
                  <a:pt x="2579" y="945"/>
                  <a:pt x="2570" y="936"/>
                  <a:pt x="2568" y="945"/>
                </a:cubicBezTo>
                <a:cubicBezTo>
                  <a:pt x="2600" y="966"/>
                  <a:pt x="2611" y="966"/>
                  <a:pt x="2618" y="974"/>
                </a:cubicBezTo>
                <a:close/>
                <a:moveTo>
                  <a:pt x="2842" y="1103"/>
                </a:moveTo>
                <a:cubicBezTo>
                  <a:pt x="2854" y="1100"/>
                  <a:pt x="2845" y="1115"/>
                  <a:pt x="2846" y="1120"/>
                </a:cubicBezTo>
                <a:cubicBezTo>
                  <a:pt x="2837" y="1119"/>
                  <a:pt x="2844" y="1108"/>
                  <a:pt x="2842" y="1103"/>
                </a:cubicBezTo>
                <a:close/>
                <a:moveTo>
                  <a:pt x="2845" y="1206"/>
                </a:moveTo>
                <a:cubicBezTo>
                  <a:pt x="2849" y="1209"/>
                  <a:pt x="2852" y="1213"/>
                  <a:pt x="2856" y="1216"/>
                </a:cubicBezTo>
                <a:cubicBezTo>
                  <a:pt x="2858" y="1223"/>
                  <a:pt x="2859" y="1231"/>
                  <a:pt x="2861" y="1238"/>
                </a:cubicBezTo>
                <a:cubicBezTo>
                  <a:pt x="2861" y="1243"/>
                  <a:pt x="2864" y="1243"/>
                  <a:pt x="2865" y="1246"/>
                </a:cubicBezTo>
                <a:cubicBezTo>
                  <a:pt x="2866" y="1249"/>
                  <a:pt x="2866" y="1252"/>
                  <a:pt x="2867" y="1255"/>
                </a:cubicBezTo>
                <a:cubicBezTo>
                  <a:pt x="2868" y="1258"/>
                  <a:pt x="2868" y="1260"/>
                  <a:pt x="2869" y="1263"/>
                </a:cubicBezTo>
                <a:cubicBezTo>
                  <a:pt x="2865" y="1263"/>
                  <a:pt x="2865" y="1257"/>
                  <a:pt x="2864" y="1252"/>
                </a:cubicBezTo>
                <a:cubicBezTo>
                  <a:pt x="2861" y="1245"/>
                  <a:pt x="2857" y="1240"/>
                  <a:pt x="2852" y="1237"/>
                </a:cubicBezTo>
                <a:cubicBezTo>
                  <a:pt x="2852" y="1228"/>
                  <a:pt x="2847" y="1227"/>
                  <a:pt x="2845" y="1221"/>
                </a:cubicBezTo>
                <a:cubicBezTo>
                  <a:pt x="2843" y="1216"/>
                  <a:pt x="2842" y="1209"/>
                  <a:pt x="2837" y="1208"/>
                </a:cubicBezTo>
                <a:cubicBezTo>
                  <a:pt x="2838" y="1202"/>
                  <a:pt x="2842" y="1206"/>
                  <a:pt x="2845" y="1206"/>
                </a:cubicBezTo>
                <a:close/>
                <a:moveTo>
                  <a:pt x="2868" y="743"/>
                </a:moveTo>
                <a:cubicBezTo>
                  <a:pt x="2872" y="739"/>
                  <a:pt x="2875" y="735"/>
                  <a:pt x="2877" y="729"/>
                </a:cubicBezTo>
                <a:cubicBezTo>
                  <a:pt x="2889" y="705"/>
                  <a:pt x="2900" y="699"/>
                  <a:pt x="2901" y="686"/>
                </a:cubicBezTo>
                <a:cubicBezTo>
                  <a:pt x="2948" y="586"/>
                  <a:pt x="2956" y="579"/>
                  <a:pt x="2963" y="570"/>
                </a:cubicBezTo>
                <a:cubicBezTo>
                  <a:pt x="2990" y="496"/>
                  <a:pt x="2997" y="488"/>
                  <a:pt x="3001" y="477"/>
                </a:cubicBezTo>
                <a:cubicBezTo>
                  <a:pt x="3018" y="436"/>
                  <a:pt x="3022" y="425"/>
                  <a:pt x="3023" y="413"/>
                </a:cubicBezTo>
                <a:cubicBezTo>
                  <a:pt x="3050" y="346"/>
                  <a:pt x="3049" y="338"/>
                  <a:pt x="3052" y="333"/>
                </a:cubicBezTo>
                <a:cubicBezTo>
                  <a:pt x="3058" y="320"/>
                  <a:pt x="3059" y="324"/>
                  <a:pt x="3059" y="326"/>
                </a:cubicBezTo>
                <a:cubicBezTo>
                  <a:pt x="3048" y="383"/>
                  <a:pt x="3037" y="395"/>
                  <a:pt x="3035" y="414"/>
                </a:cubicBezTo>
                <a:cubicBezTo>
                  <a:pt x="3023" y="447"/>
                  <a:pt x="3018" y="454"/>
                  <a:pt x="3019" y="464"/>
                </a:cubicBezTo>
                <a:cubicBezTo>
                  <a:pt x="2990" y="521"/>
                  <a:pt x="2986" y="536"/>
                  <a:pt x="2983" y="551"/>
                </a:cubicBezTo>
                <a:cubicBezTo>
                  <a:pt x="2943" y="627"/>
                  <a:pt x="2942" y="631"/>
                  <a:pt x="2937" y="632"/>
                </a:cubicBezTo>
                <a:cubicBezTo>
                  <a:pt x="2927" y="653"/>
                  <a:pt x="2925" y="656"/>
                  <a:pt x="2922" y="658"/>
                </a:cubicBezTo>
                <a:cubicBezTo>
                  <a:pt x="2888" y="720"/>
                  <a:pt x="2884" y="726"/>
                  <a:pt x="2880" y="732"/>
                </a:cubicBezTo>
                <a:cubicBezTo>
                  <a:pt x="2845" y="790"/>
                  <a:pt x="2848" y="801"/>
                  <a:pt x="2838" y="802"/>
                </a:cubicBezTo>
                <a:close/>
                <a:moveTo>
                  <a:pt x="2704" y="412"/>
                </a:moveTo>
                <a:cubicBezTo>
                  <a:pt x="2700" y="405"/>
                  <a:pt x="2708" y="405"/>
                  <a:pt x="2707" y="400"/>
                </a:cubicBezTo>
                <a:cubicBezTo>
                  <a:pt x="2709" y="390"/>
                  <a:pt x="2714" y="383"/>
                  <a:pt x="2717" y="374"/>
                </a:cubicBezTo>
                <a:cubicBezTo>
                  <a:pt x="2721" y="374"/>
                  <a:pt x="2718" y="379"/>
                  <a:pt x="2715" y="380"/>
                </a:cubicBezTo>
                <a:cubicBezTo>
                  <a:pt x="2715" y="398"/>
                  <a:pt x="2705" y="408"/>
                  <a:pt x="2703" y="424"/>
                </a:cubicBezTo>
                <a:cubicBezTo>
                  <a:pt x="2696" y="425"/>
                  <a:pt x="2701" y="414"/>
                  <a:pt x="2704" y="412"/>
                </a:cubicBezTo>
                <a:close/>
                <a:moveTo>
                  <a:pt x="2584" y="226"/>
                </a:moveTo>
                <a:cubicBezTo>
                  <a:pt x="2584" y="232"/>
                  <a:pt x="2589" y="240"/>
                  <a:pt x="2580" y="239"/>
                </a:cubicBezTo>
                <a:cubicBezTo>
                  <a:pt x="2584" y="233"/>
                  <a:pt x="2576" y="232"/>
                  <a:pt x="2577" y="222"/>
                </a:cubicBezTo>
                <a:cubicBezTo>
                  <a:pt x="2573" y="214"/>
                  <a:pt x="2580" y="213"/>
                  <a:pt x="2576" y="204"/>
                </a:cubicBezTo>
                <a:cubicBezTo>
                  <a:pt x="2574" y="194"/>
                  <a:pt x="2572" y="183"/>
                  <a:pt x="2570" y="173"/>
                </a:cubicBezTo>
                <a:cubicBezTo>
                  <a:pt x="2570" y="138"/>
                  <a:pt x="2575" y="106"/>
                  <a:pt x="2576" y="71"/>
                </a:cubicBezTo>
                <a:cubicBezTo>
                  <a:pt x="2579" y="71"/>
                  <a:pt x="2579" y="74"/>
                  <a:pt x="2580" y="76"/>
                </a:cubicBezTo>
                <a:cubicBezTo>
                  <a:pt x="2582" y="101"/>
                  <a:pt x="2579" y="123"/>
                  <a:pt x="2586" y="152"/>
                </a:cubicBezTo>
                <a:cubicBezTo>
                  <a:pt x="2587" y="162"/>
                  <a:pt x="2583" y="170"/>
                  <a:pt x="2586" y="182"/>
                </a:cubicBezTo>
                <a:cubicBezTo>
                  <a:pt x="2592" y="188"/>
                  <a:pt x="2574" y="191"/>
                  <a:pt x="2586" y="193"/>
                </a:cubicBezTo>
                <a:cubicBezTo>
                  <a:pt x="2584" y="198"/>
                  <a:pt x="2585" y="204"/>
                  <a:pt x="2583" y="209"/>
                </a:cubicBezTo>
                <a:cubicBezTo>
                  <a:pt x="2582" y="214"/>
                  <a:pt x="2590" y="225"/>
                  <a:pt x="2584" y="226"/>
                </a:cubicBezTo>
                <a:close/>
                <a:moveTo>
                  <a:pt x="2589" y="282"/>
                </a:moveTo>
                <a:cubicBezTo>
                  <a:pt x="2588" y="278"/>
                  <a:pt x="2587" y="274"/>
                  <a:pt x="2586" y="270"/>
                </a:cubicBezTo>
                <a:cubicBezTo>
                  <a:pt x="2587" y="266"/>
                  <a:pt x="2589" y="269"/>
                  <a:pt x="2590" y="272"/>
                </a:cubicBezTo>
                <a:cubicBezTo>
                  <a:pt x="2591" y="276"/>
                  <a:pt x="2591" y="280"/>
                  <a:pt x="2592" y="284"/>
                </a:cubicBezTo>
                <a:cubicBezTo>
                  <a:pt x="2591" y="289"/>
                  <a:pt x="2589" y="285"/>
                  <a:pt x="2589" y="282"/>
                </a:cubicBezTo>
                <a:close/>
                <a:moveTo>
                  <a:pt x="2594" y="100"/>
                </a:moveTo>
                <a:cubicBezTo>
                  <a:pt x="2588" y="99"/>
                  <a:pt x="2592" y="95"/>
                  <a:pt x="2592" y="92"/>
                </a:cubicBezTo>
                <a:cubicBezTo>
                  <a:pt x="2596" y="83"/>
                  <a:pt x="2593" y="96"/>
                  <a:pt x="2594" y="100"/>
                </a:cubicBezTo>
                <a:close/>
                <a:moveTo>
                  <a:pt x="2589" y="385"/>
                </a:moveTo>
                <a:cubicBezTo>
                  <a:pt x="2595" y="373"/>
                  <a:pt x="2601" y="394"/>
                  <a:pt x="2601" y="403"/>
                </a:cubicBezTo>
                <a:cubicBezTo>
                  <a:pt x="2594" y="402"/>
                  <a:pt x="2595" y="387"/>
                  <a:pt x="2589" y="385"/>
                </a:cubicBezTo>
                <a:close/>
                <a:moveTo>
                  <a:pt x="2602" y="421"/>
                </a:moveTo>
                <a:cubicBezTo>
                  <a:pt x="2601" y="417"/>
                  <a:pt x="2600" y="413"/>
                  <a:pt x="2600" y="409"/>
                </a:cubicBezTo>
                <a:cubicBezTo>
                  <a:pt x="2600" y="405"/>
                  <a:pt x="2603" y="409"/>
                  <a:pt x="2603" y="412"/>
                </a:cubicBezTo>
                <a:cubicBezTo>
                  <a:pt x="2604" y="416"/>
                  <a:pt x="2605" y="419"/>
                  <a:pt x="2605" y="423"/>
                </a:cubicBezTo>
                <a:cubicBezTo>
                  <a:pt x="2605" y="428"/>
                  <a:pt x="2602" y="424"/>
                  <a:pt x="2602" y="421"/>
                </a:cubicBezTo>
                <a:close/>
                <a:moveTo>
                  <a:pt x="2218" y="365"/>
                </a:moveTo>
                <a:cubicBezTo>
                  <a:pt x="2224" y="368"/>
                  <a:pt x="2230" y="369"/>
                  <a:pt x="2232" y="377"/>
                </a:cubicBezTo>
                <a:cubicBezTo>
                  <a:pt x="2227" y="374"/>
                  <a:pt x="2220" y="373"/>
                  <a:pt x="2218" y="365"/>
                </a:cubicBezTo>
                <a:close/>
                <a:moveTo>
                  <a:pt x="2247" y="392"/>
                </a:moveTo>
                <a:cubicBezTo>
                  <a:pt x="2242" y="390"/>
                  <a:pt x="2240" y="382"/>
                  <a:pt x="2233" y="383"/>
                </a:cubicBezTo>
                <a:cubicBezTo>
                  <a:pt x="2234" y="374"/>
                  <a:pt x="2241" y="388"/>
                  <a:pt x="2246" y="386"/>
                </a:cubicBezTo>
                <a:cubicBezTo>
                  <a:pt x="2250" y="390"/>
                  <a:pt x="2254" y="393"/>
                  <a:pt x="2260" y="395"/>
                </a:cubicBezTo>
                <a:cubicBezTo>
                  <a:pt x="2259" y="403"/>
                  <a:pt x="2249" y="395"/>
                  <a:pt x="2247" y="392"/>
                </a:cubicBezTo>
                <a:close/>
                <a:moveTo>
                  <a:pt x="2670" y="596"/>
                </a:moveTo>
                <a:cubicBezTo>
                  <a:pt x="2678" y="593"/>
                  <a:pt x="2668" y="577"/>
                  <a:pt x="2677" y="574"/>
                </a:cubicBezTo>
                <a:cubicBezTo>
                  <a:pt x="2690" y="518"/>
                  <a:pt x="2697" y="515"/>
                  <a:pt x="2696" y="505"/>
                </a:cubicBezTo>
                <a:cubicBezTo>
                  <a:pt x="2745" y="414"/>
                  <a:pt x="2753" y="392"/>
                  <a:pt x="2767" y="373"/>
                </a:cubicBezTo>
                <a:cubicBezTo>
                  <a:pt x="2819" y="299"/>
                  <a:pt x="2833" y="280"/>
                  <a:pt x="2851" y="264"/>
                </a:cubicBezTo>
                <a:cubicBezTo>
                  <a:pt x="2878" y="234"/>
                  <a:pt x="2881" y="229"/>
                  <a:pt x="2885" y="225"/>
                </a:cubicBezTo>
                <a:cubicBezTo>
                  <a:pt x="2909" y="199"/>
                  <a:pt x="2907" y="194"/>
                  <a:pt x="2911" y="193"/>
                </a:cubicBezTo>
                <a:cubicBezTo>
                  <a:pt x="2959" y="140"/>
                  <a:pt x="2966" y="133"/>
                  <a:pt x="2971" y="125"/>
                </a:cubicBezTo>
                <a:cubicBezTo>
                  <a:pt x="2994" y="96"/>
                  <a:pt x="3006" y="93"/>
                  <a:pt x="3010" y="85"/>
                </a:cubicBezTo>
                <a:cubicBezTo>
                  <a:pt x="3044" y="52"/>
                  <a:pt x="3045" y="46"/>
                  <a:pt x="3046" y="42"/>
                </a:cubicBezTo>
                <a:cubicBezTo>
                  <a:pt x="3058" y="32"/>
                  <a:pt x="3055" y="36"/>
                  <a:pt x="3055" y="40"/>
                </a:cubicBezTo>
                <a:cubicBezTo>
                  <a:pt x="3000" y="106"/>
                  <a:pt x="2991" y="120"/>
                  <a:pt x="2981" y="132"/>
                </a:cubicBezTo>
                <a:cubicBezTo>
                  <a:pt x="2963" y="150"/>
                  <a:pt x="2957" y="164"/>
                  <a:pt x="2950" y="168"/>
                </a:cubicBezTo>
                <a:cubicBezTo>
                  <a:pt x="2881" y="245"/>
                  <a:pt x="2877" y="251"/>
                  <a:pt x="2871" y="257"/>
                </a:cubicBezTo>
                <a:cubicBezTo>
                  <a:pt x="2859" y="269"/>
                  <a:pt x="2857" y="271"/>
                  <a:pt x="2856" y="275"/>
                </a:cubicBezTo>
                <a:cubicBezTo>
                  <a:pt x="2820" y="325"/>
                  <a:pt x="2810" y="323"/>
                  <a:pt x="2811" y="329"/>
                </a:cubicBezTo>
                <a:cubicBezTo>
                  <a:pt x="2781" y="370"/>
                  <a:pt x="2779" y="373"/>
                  <a:pt x="2776" y="377"/>
                </a:cubicBezTo>
                <a:cubicBezTo>
                  <a:pt x="2753" y="408"/>
                  <a:pt x="2759" y="417"/>
                  <a:pt x="2752" y="417"/>
                </a:cubicBezTo>
                <a:cubicBezTo>
                  <a:pt x="2735" y="457"/>
                  <a:pt x="2729" y="462"/>
                  <a:pt x="2727" y="470"/>
                </a:cubicBezTo>
                <a:cubicBezTo>
                  <a:pt x="2710" y="525"/>
                  <a:pt x="2699" y="527"/>
                  <a:pt x="2703" y="540"/>
                </a:cubicBezTo>
                <a:cubicBezTo>
                  <a:pt x="2683" y="628"/>
                  <a:pt x="2677" y="642"/>
                  <a:pt x="2677" y="660"/>
                </a:cubicBezTo>
                <a:cubicBezTo>
                  <a:pt x="2658" y="608"/>
                  <a:pt x="2673" y="608"/>
                  <a:pt x="2670" y="596"/>
                </a:cubicBezTo>
                <a:close/>
                <a:moveTo>
                  <a:pt x="2671" y="694"/>
                </a:moveTo>
                <a:cubicBezTo>
                  <a:pt x="2670" y="699"/>
                  <a:pt x="2668" y="693"/>
                  <a:pt x="2668" y="689"/>
                </a:cubicBezTo>
                <a:cubicBezTo>
                  <a:pt x="2669" y="683"/>
                  <a:pt x="2671" y="690"/>
                  <a:pt x="2671" y="694"/>
                </a:cubicBezTo>
                <a:close/>
                <a:moveTo>
                  <a:pt x="2167" y="124"/>
                </a:moveTo>
                <a:cubicBezTo>
                  <a:pt x="2175" y="123"/>
                  <a:pt x="2174" y="135"/>
                  <a:pt x="2181" y="136"/>
                </a:cubicBezTo>
                <a:cubicBezTo>
                  <a:pt x="2179" y="142"/>
                  <a:pt x="2168" y="131"/>
                  <a:pt x="2167" y="124"/>
                </a:cubicBezTo>
                <a:close/>
                <a:moveTo>
                  <a:pt x="2496" y="513"/>
                </a:moveTo>
                <a:cubicBezTo>
                  <a:pt x="2494" y="511"/>
                  <a:pt x="2492" y="509"/>
                  <a:pt x="2492" y="505"/>
                </a:cubicBezTo>
                <a:cubicBezTo>
                  <a:pt x="2484" y="506"/>
                  <a:pt x="2485" y="495"/>
                  <a:pt x="2478" y="496"/>
                </a:cubicBezTo>
                <a:cubicBezTo>
                  <a:pt x="2472" y="486"/>
                  <a:pt x="2464" y="478"/>
                  <a:pt x="2455" y="471"/>
                </a:cubicBezTo>
                <a:cubicBezTo>
                  <a:pt x="2456" y="466"/>
                  <a:pt x="2461" y="468"/>
                  <a:pt x="2462" y="473"/>
                </a:cubicBezTo>
                <a:cubicBezTo>
                  <a:pt x="2465" y="473"/>
                  <a:pt x="2467" y="477"/>
                  <a:pt x="2471" y="477"/>
                </a:cubicBezTo>
                <a:cubicBezTo>
                  <a:pt x="2479" y="493"/>
                  <a:pt x="2493" y="500"/>
                  <a:pt x="2502" y="515"/>
                </a:cubicBezTo>
                <a:cubicBezTo>
                  <a:pt x="2501" y="521"/>
                  <a:pt x="2500" y="512"/>
                  <a:pt x="2496" y="513"/>
                </a:cubicBezTo>
                <a:close/>
                <a:moveTo>
                  <a:pt x="2529" y="557"/>
                </a:moveTo>
                <a:cubicBezTo>
                  <a:pt x="2528" y="543"/>
                  <a:pt x="2516" y="546"/>
                  <a:pt x="2515" y="533"/>
                </a:cubicBezTo>
                <a:cubicBezTo>
                  <a:pt x="2523" y="537"/>
                  <a:pt x="2526" y="549"/>
                  <a:pt x="2534" y="553"/>
                </a:cubicBezTo>
                <a:cubicBezTo>
                  <a:pt x="2538" y="561"/>
                  <a:pt x="2546" y="564"/>
                  <a:pt x="2550" y="573"/>
                </a:cubicBezTo>
                <a:cubicBezTo>
                  <a:pt x="2540" y="572"/>
                  <a:pt x="2539" y="557"/>
                  <a:pt x="2529" y="557"/>
                </a:cubicBezTo>
                <a:close/>
                <a:moveTo>
                  <a:pt x="2518" y="518"/>
                </a:moveTo>
                <a:cubicBezTo>
                  <a:pt x="2508" y="500"/>
                  <a:pt x="2491" y="491"/>
                  <a:pt x="2482" y="472"/>
                </a:cubicBezTo>
                <a:cubicBezTo>
                  <a:pt x="2435" y="429"/>
                  <a:pt x="2435" y="413"/>
                  <a:pt x="2426" y="412"/>
                </a:cubicBezTo>
                <a:cubicBezTo>
                  <a:pt x="2383" y="364"/>
                  <a:pt x="2381" y="351"/>
                  <a:pt x="2374" y="345"/>
                </a:cubicBezTo>
                <a:cubicBezTo>
                  <a:pt x="2323" y="284"/>
                  <a:pt x="2313" y="279"/>
                  <a:pt x="2306" y="270"/>
                </a:cubicBezTo>
                <a:cubicBezTo>
                  <a:pt x="2257" y="215"/>
                  <a:pt x="2249" y="218"/>
                  <a:pt x="2246" y="211"/>
                </a:cubicBezTo>
                <a:cubicBezTo>
                  <a:pt x="2217" y="186"/>
                  <a:pt x="2215" y="179"/>
                  <a:pt x="2210" y="177"/>
                </a:cubicBezTo>
                <a:cubicBezTo>
                  <a:pt x="2186" y="148"/>
                  <a:pt x="2183" y="146"/>
                  <a:pt x="2182" y="141"/>
                </a:cubicBezTo>
                <a:cubicBezTo>
                  <a:pt x="2231" y="178"/>
                  <a:pt x="2230" y="192"/>
                  <a:pt x="2240" y="192"/>
                </a:cubicBezTo>
                <a:cubicBezTo>
                  <a:pt x="2298" y="245"/>
                  <a:pt x="2307" y="257"/>
                  <a:pt x="2319" y="265"/>
                </a:cubicBezTo>
                <a:cubicBezTo>
                  <a:pt x="2341" y="287"/>
                  <a:pt x="2346" y="292"/>
                  <a:pt x="2352" y="297"/>
                </a:cubicBezTo>
                <a:cubicBezTo>
                  <a:pt x="2448" y="398"/>
                  <a:pt x="2456" y="399"/>
                  <a:pt x="2462" y="402"/>
                </a:cubicBezTo>
                <a:cubicBezTo>
                  <a:pt x="2503" y="460"/>
                  <a:pt x="2512" y="459"/>
                  <a:pt x="2514" y="468"/>
                </a:cubicBezTo>
                <a:cubicBezTo>
                  <a:pt x="2557" y="528"/>
                  <a:pt x="2567" y="533"/>
                  <a:pt x="2573" y="542"/>
                </a:cubicBezTo>
                <a:cubicBezTo>
                  <a:pt x="2620" y="605"/>
                  <a:pt x="2622" y="613"/>
                  <a:pt x="2624" y="620"/>
                </a:cubicBezTo>
                <a:cubicBezTo>
                  <a:pt x="2651" y="697"/>
                  <a:pt x="2652" y="687"/>
                  <a:pt x="2646" y="687"/>
                </a:cubicBezTo>
                <a:cubicBezTo>
                  <a:pt x="2628" y="656"/>
                  <a:pt x="2626" y="652"/>
                  <a:pt x="2621" y="651"/>
                </a:cubicBezTo>
                <a:cubicBezTo>
                  <a:pt x="2601" y="617"/>
                  <a:pt x="2591" y="615"/>
                  <a:pt x="2588" y="604"/>
                </a:cubicBezTo>
                <a:close/>
                <a:moveTo>
                  <a:pt x="2558" y="584"/>
                </a:moveTo>
                <a:cubicBezTo>
                  <a:pt x="2570" y="588"/>
                  <a:pt x="2571" y="611"/>
                  <a:pt x="2584" y="614"/>
                </a:cubicBezTo>
                <a:cubicBezTo>
                  <a:pt x="2585" y="624"/>
                  <a:pt x="2593" y="623"/>
                  <a:pt x="2594" y="632"/>
                </a:cubicBezTo>
                <a:cubicBezTo>
                  <a:pt x="2583" y="627"/>
                  <a:pt x="2576" y="615"/>
                  <a:pt x="2566" y="608"/>
                </a:cubicBezTo>
                <a:cubicBezTo>
                  <a:pt x="2567" y="596"/>
                  <a:pt x="2563" y="595"/>
                  <a:pt x="2558" y="584"/>
                </a:cubicBezTo>
                <a:close/>
                <a:moveTo>
                  <a:pt x="2679" y="775"/>
                </a:moveTo>
                <a:cubicBezTo>
                  <a:pt x="2671" y="767"/>
                  <a:pt x="2664" y="755"/>
                  <a:pt x="2658" y="744"/>
                </a:cubicBezTo>
                <a:cubicBezTo>
                  <a:pt x="2603" y="689"/>
                  <a:pt x="2594" y="678"/>
                  <a:pt x="2584" y="670"/>
                </a:cubicBezTo>
                <a:cubicBezTo>
                  <a:pt x="2548" y="635"/>
                  <a:pt x="2538" y="628"/>
                  <a:pt x="2527" y="622"/>
                </a:cubicBezTo>
                <a:cubicBezTo>
                  <a:pt x="2495" y="589"/>
                  <a:pt x="2492" y="587"/>
                  <a:pt x="2487" y="586"/>
                </a:cubicBezTo>
                <a:cubicBezTo>
                  <a:pt x="2442" y="547"/>
                  <a:pt x="2434" y="544"/>
                  <a:pt x="2430" y="535"/>
                </a:cubicBezTo>
                <a:cubicBezTo>
                  <a:pt x="2377" y="492"/>
                  <a:pt x="2357" y="490"/>
                  <a:pt x="2349" y="472"/>
                </a:cubicBezTo>
                <a:cubicBezTo>
                  <a:pt x="2292" y="434"/>
                  <a:pt x="2291" y="422"/>
                  <a:pt x="2283" y="423"/>
                </a:cubicBezTo>
                <a:cubicBezTo>
                  <a:pt x="2300" y="431"/>
                  <a:pt x="2306" y="435"/>
                  <a:pt x="2313" y="438"/>
                </a:cubicBezTo>
                <a:cubicBezTo>
                  <a:pt x="2366" y="477"/>
                  <a:pt x="2371" y="481"/>
                  <a:pt x="2378" y="484"/>
                </a:cubicBezTo>
                <a:cubicBezTo>
                  <a:pt x="2447" y="528"/>
                  <a:pt x="2446" y="534"/>
                  <a:pt x="2447" y="535"/>
                </a:cubicBezTo>
                <a:cubicBezTo>
                  <a:pt x="2478" y="560"/>
                  <a:pt x="2486" y="560"/>
                  <a:pt x="2492" y="564"/>
                </a:cubicBezTo>
                <a:cubicBezTo>
                  <a:pt x="2547" y="608"/>
                  <a:pt x="2556" y="618"/>
                  <a:pt x="2569" y="623"/>
                </a:cubicBezTo>
                <a:cubicBezTo>
                  <a:pt x="2629" y="682"/>
                  <a:pt x="2635" y="694"/>
                  <a:pt x="2646" y="699"/>
                </a:cubicBezTo>
                <a:cubicBezTo>
                  <a:pt x="2678" y="752"/>
                  <a:pt x="2685" y="750"/>
                  <a:pt x="2685" y="759"/>
                </a:cubicBezTo>
                <a:cubicBezTo>
                  <a:pt x="2693" y="798"/>
                  <a:pt x="2686" y="786"/>
                  <a:pt x="2679" y="775"/>
                </a:cubicBezTo>
                <a:close/>
                <a:moveTo>
                  <a:pt x="2707" y="769"/>
                </a:moveTo>
                <a:cubicBezTo>
                  <a:pt x="2707" y="760"/>
                  <a:pt x="2703" y="756"/>
                  <a:pt x="2701" y="750"/>
                </a:cubicBezTo>
                <a:cubicBezTo>
                  <a:pt x="2708" y="683"/>
                  <a:pt x="2719" y="672"/>
                  <a:pt x="2716" y="652"/>
                </a:cubicBezTo>
                <a:cubicBezTo>
                  <a:pt x="2729" y="615"/>
                  <a:pt x="2729" y="610"/>
                  <a:pt x="2728" y="606"/>
                </a:cubicBezTo>
                <a:cubicBezTo>
                  <a:pt x="2739" y="567"/>
                  <a:pt x="2743" y="565"/>
                  <a:pt x="2742" y="561"/>
                </a:cubicBezTo>
                <a:cubicBezTo>
                  <a:pt x="2789" y="452"/>
                  <a:pt x="2797" y="452"/>
                  <a:pt x="2796" y="447"/>
                </a:cubicBezTo>
                <a:cubicBezTo>
                  <a:pt x="2831" y="388"/>
                  <a:pt x="2842" y="377"/>
                  <a:pt x="2851" y="365"/>
                </a:cubicBezTo>
                <a:cubicBezTo>
                  <a:pt x="2877" y="319"/>
                  <a:pt x="2887" y="317"/>
                  <a:pt x="2887" y="307"/>
                </a:cubicBezTo>
                <a:cubicBezTo>
                  <a:pt x="2921" y="268"/>
                  <a:pt x="2925" y="262"/>
                  <a:pt x="2930" y="257"/>
                </a:cubicBezTo>
                <a:cubicBezTo>
                  <a:pt x="3006" y="164"/>
                  <a:pt x="3022" y="140"/>
                  <a:pt x="3044" y="119"/>
                </a:cubicBezTo>
                <a:cubicBezTo>
                  <a:pt x="3048" y="131"/>
                  <a:pt x="3038" y="131"/>
                  <a:pt x="3039" y="138"/>
                </a:cubicBezTo>
                <a:cubicBezTo>
                  <a:pt x="3028" y="157"/>
                  <a:pt x="3025" y="162"/>
                  <a:pt x="3021" y="165"/>
                </a:cubicBezTo>
                <a:cubicBezTo>
                  <a:pt x="2972" y="241"/>
                  <a:pt x="2970" y="247"/>
                  <a:pt x="2964" y="251"/>
                </a:cubicBezTo>
                <a:cubicBezTo>
                  <a:pt x="2938" y="288"/>
                  <a:pt x="2935" y="294"/>
                  <a:pt x="2929" y="299"/>
                </a:cubicBezTo>
                <a:cubicBezTo>
                  <a:pt x="2901" y="357"/>
                  <a:pt x="2894" y="361"/>
                  <a:pt x="2890" y="366"/>
                </a:cubicBezTo>
                <a:cubicBezTo>
                  <a:pt x="2857" y="418"/>
                  <a:pt x="2855" y="420"/>
                  <a:pt x="2850" y="421"/>
                </a:cubicBezTo>
                <a:cubicBezTo>
                  <a:pt x="2834" y="447"/>
                  <a:pt x="2837" y="452"/>
                  <a:pt x="2836" y="454"/>
                </a:cubicBezTo>
                <a:cubicBezTo>
                  <a:pt x="2828" y="473"/>
                  <a:pt x="2814" y="471"/>
                  <a:pt x="2818" y="481"/>
                </a:cubicBezTo>
                <a:cubicBezTo>
                  <a:pt x="2790" y="525"/>
                  <a:pt x="2784" y="536"/>
                  <a:pt x="2782" y="550"/>
                </a:cubicBezTo>
                <a:cubicBezTo>
                  <a:pt x="2736" y="645"/>
                  <a:pt x="2730" y="672"/>
                  <a:pt x="2726" y="700"/>
                </a:cubicBezTo>
                <a:cubicBezTo>
                  <a:pt x="2718" y="757"/>
                  <a:pt x="2717" y="771"/>
                  <a:pt x="2716" y="785"/>
                </a:cubicBezTo>
                <a:close/>
                <a:moveTo>
                  <a:pt x="2714" y="863"/>
                </a:moveTo>
                <a:cubicBezTo>
                  <a:pt x="2717" y="862"/>
                  <a:pt x="2720" y="861"/>
                  <a:pt x="2723" y="861"/>
                </a:cubicBezTo>
                <a:cubicBezTo>
                  <a:pt x="2727" y="864"/>
                  <a:pt x="2728" y="870"/>
                  <a:pt x="2729" y="877"/>
                </a:cubicBezTo>
                <a:cubicBezTo>
                  <a:pt x="2723" y="875"/>
                  <a:pt x="2718" y="870"/>
                  <a:pt x="2714" y="863"/>
                </a:cubicBezTo>
                <a:close/>
                <a:moveTo>
                  <a:pt x="2736" y="855"/>
                </a:moveTo>
                <a:cubicBezTo>
                  <a:pt x="2726" y="849"/>
                  <a:pt x="2732" y="839"/>
                  <a:pt x="2726" y="831"/>
                </a:cubicBezTo>
                <a:cubicBezTo>
                  <a:pt x="2729" y="830"/>
                  <a:pt x="2731" y="829"/>
                  <a:pt x="2731" y="827"/>
                </a:cubicBezTo>
                <a:cubicBezTo>
                  <a:pt x="2739" y="830"/>
                  <a:pt x="2737" y="849"/>
                  <a:pt x="2736" y="855"/>
                </a:cubicBezTo>
                <a:close/>
                <a:moveTo>
                  <a:pt x="2735" y="820"/>
                </a:moveTo>
                <a:cubicBezTo>
                  <a:pt x="2725" y="820"/>
                  <a:pt x="2734" y="813"/>
                  <a:pt x="2729" y="803"/>
                </a:cubicBezTo>
                <a:cubicBezTo>
                  <a:pt x="2732" y="737"/>
                  <a:pt x="2730" y="728"/>
                  <a:pt x="2733" y="723"/>
                </a:cubicBezTo>
                <a:cubicBezTo>
                  <a:pt x="2741" y="692"/>
                  <a:pt x="2742" y="689"/>
                  <a:pt x="2739" y="689"/>
                </a:cubicBezTo>
                <a:cubicBezTo>
                  <a:pt x="2750" y="646"/>
                  <a:pt x="2751" y="643"/>
                  <a:pt x="2752" y="639"/>
                </a:cubicBezTo>
                <a:cubicBezTo>
                  <a:pt x="2766" y="607"/>
                  <a:pt x="2767" y="604"/>
                  <a:pt x="2768" y="600"/>
                </a:cubicBezTo>
                <a:cubicBezTo>
                  <a:pt x="2799" y="541"/>
                  <a:pt x="2800" y="525"/>
                  <a:pt x="2810" y="515"/>
                </a:cubicBezTo>
                <a:cubicBezTo>
                  <a:pt x="2867" y="421"/>
                  <a:pt x="2872" y="420"/>
                  <a:pt x="2870" y="414"/>
                </a:cubicBezTo>
                <a:cubicBezTo>
                  <a:pt x="2911" y="347"/>
                  <a:pt x="2929" y="325"/>
                  <a:pt x="2941" y="299"/>
                </a:cubicBezTo>
                <a:cubicBezTo>
                  <a:pt x="3021" y="183"/>
                  <a:pt x="3028" y="172"/>
                  <a:pt x="3034" y="160"/>
                </a:cubicBezTo>
                <a:cubicBezTo>
                  <a:pt x="3044" y="136"/>
                  <a:pt x="3050" y="137"/>
                  <a:pt x="3050" y="136"/>
                </a:cubicBezTo>
                <a:cubicBezTo>
                  <a:pt x="3066" y="96"/>
                  <a:pt x="3066" y="88"/>
                  <a:pt x="3069" y="82"/>
                </a:cubicBezTo>
                <a:cubicBezTo>
                  <a:pt x="3104" y="54"/>
                  <a:pt x="3097" y="55"/>
                  <a:pt x="3097" y="61"/>
                </a:cubicBezTo>
                <a:cubicBezTo>
                  <a:pt x="3072" y="112"/>
                  <a:pt x="3069" y="131"/>
                  <a:pt x="3055" y="144"/>
                </a:cubicBezTo>
                <a:cubicBezTo>
                  <a:pt x="3029" y="181"/>
                  <a:pt x="3039" y="192"/>
                  <a:pt x="3029" y="190"/>
                </a:cubicBezTo>
                <a:cubicBezTo>
                  <a:pt x="3015" y="235"/>
                  <a:pt x="3001" y="231"/>
                  <a:pt x="3006" y="239"/>
                </a:cubicBezTo>
                <a:cubicBezTo>
                  <a:pt x="2970" y="301"/>
                  <a:pt x="2958" y="314"/>
                  <a:pt x="2950" y="330"/>
                </a:cubicBezTo>
                <a:cubicBezTo>
                  <a:pt x="2925" y="367"/>
                  <a:pt x="2916" y="382"/>
                  <a:pt x="2904" y="396"/>
                </a:cubicBezTo>
                <a:cubicBezTo>
                  <a:pt x="2876" y="444"/>
                  <a:pt x="2871" y="447"/>
                  <a:pt x="2871" y="452"/>
                </a:cubicBezTo>
                <a:cubicBezTo>
                  <a:pt x="2848" y="489"/>
                  <a:pt x="2843" y="492"/>
                  <a:pt x="2845" y="499"/>
                </a:cubicBezTo>
                <a:cubicBezTo>
                  <a:pt x="2813" y="562"/>
                  <a:pt x="2806" y="563"/>
                  <a:pt x="2806" y="569"/>
                </a:cubicBezTo>
                <a:cubicBezTo>
                  <a:pt x="2786" y="621"/>
                  <a:pt x="2775" y="635"/>
                  <a:pt x="2773" y="656"/>
                </a:cubicBezTo>
                <a:cubicBezTo>
                  <a:pt x="2748" y="740"/>
                  <a:pt x="2743" y="743"/>
                  <a:pt x="2745" y="750"/>
                </a:cubicBezTo>
                <a:close/>
                <a:moveTo>
                  <a:pt x="2691" y="953"/>
                </a:moveTo>
                <a:cubicBezTo>
                  <a:pt x="2685" y="951"/>
                  <a:pt x="2678" y="950"/>
                  <a:pt x="2675" y="944"/>
                </a:cubicBezTo>
                <a:cubicBezTo>
                  <a:pt x="2667" y="944"/>
                  <a:pt x="2661" y="943"/>
                  <a:pt x="2658" y="936"/>
                </a:cubicBezTo>
                <a:cubicBezTo>
                  <a:pt x="2648" y="939"/>
                  <a:pt x="2645" y="934"/>
                  <a:pt x="2639" y="931"/>
                </a:cubicBezTo>
                <a:cubicBezTo>
                  <a:pt x="2631" y="934"/>
                  <a:pt x="2630" y="925"/>
                  <a:pt x="2623" y="925"/>
                </a:cubicBezTo>
                <a:cubicBezTo>
                  <a:pt x="2623" y="922"/>
                  <a:pt x="2619" y="924"/>
                  <a:pt x="2617" y="923"/>
                </a:cubicBezTo>
                <a:cubicBezTo>
                  <a:pt x="2615" y="923"/>
                  <a:pt x="2615" y="922"/>
                  <a:pt x="2614" y="921"/>
                </a:cubicBezTo>
                <a:cubicBezTo>
                  <a:pt x="2611" y="920"/>
                  <a:pt x="2606" y="917"/>
                  <a:pt x="2601" y="918"/>
                </a:cubicBezTo>
                <a:cubicBezTo>
                  <a:pt x="2598" y="918"/>
                  <a:pt x="2591" y="916"/>
                  <a:pt x="2588" y="912"/>
                </a:cubicBezTo>
                <a:cubicBezTo>
                  <a:pt x="2575" y="910"/>
                  <a:pt x="2565" y="904"/>
                  <a:pt x="2556" y="897"/>
                </a:cubicBezTo>
                <a:cubicBezTo>
                  <a:pt x="2550" y="900"/>
                  <a:pt x="2551" y="893"/>
                  <a:pt x="2546" y="893"/>
                </a:cubicBezTo>
                <a:cubicBezTo>
                  <a:pt x="2543" y="893"/>
                  <a:pt x="2540" y="892"/>
                  <a:pt x="2539" y="889"/>
                </a:cubicBezTo>
                <a:cubicBezTo>
                  <a:pt x="2534" y="885"/>
                  <a:pt x="2526" y="886"/>
                  <a:pt x="2523" y="880"/>
                </a:cubicBezTo>
                <a:cubicBezTo>
                  <a:pt x="2516" y="880"/>
                  <a:pt x="2513" y="872"/>
                  <a:pt x="2506" y="872"/>
                </a:cubicBezTo>
                <a:cubicBezTo>
                  <a:pt x="2505" y="869"/>
                  <a:pt x="2500" y="871"/>
                  <a:pt x="2499" y="867"/>
                </a:cubicBezTo>
                <a:cubicBezTo>
                  <a:pt x="2498" y="865"/>
                  <a:pt x="2496" y="863"/>
                  <a:pt x="2493" y="863"/>
                </a:cubicBezTo>
                <a:cubicBezTo>
                  <a:pt x="2494" y="855"/>
                  <a:pt x="2504" y="864"/>
                  <a:pt x="2508" y="866"/>
                </a:cubicBezTo>
                <a:cubicBezTo>
                  <a:pt x="2513" y="867"/>
                  <a:pt x="2523" y="862"/>
                  <a:pt x="2524" y="871"/>
                </a:cubicBezTo>
                <a:cubicBezTo>
                  <a:pt x="2533" y="867"/>
                  <a:pt x="2536" y="872"/>
                  <a:pt x="2542" y="873"/>
                </a:cubicBezTo>
                <a:cubicBezTo>
                  <a:pt x="2550" y="871"/>
                  <a:pt x="2552" y="878"/>
                  <a:pt x="2560" y="876"/>
                </a:cubicBezTo>
                <a:cubicBezTo>
                  <a:pt x="2568" y="884"/>
                  <a:pt x="2582" y="883"/>
                  <a:pt x="2592" y="887"/>
                </a:cubicBezTo>
                <a:cubicBezTo>
                  <a:pt x="2604" y="888"/>
                  <a:pt x="2612" y="896"/>
                  <a:pt x="2626" y="895"/>
                </a:cubicBezTo>
                <a:cubicBezTo>
                  <a:pt x="2637" y="905"/>
                  <a:pt x="2652" y="910"/>
                  <a:pt x="2666" y="917"/>
                </a:cubicBezTo>
                <a:cubicBezTo>
                  <a:pt x="2670" y="921"/>
                  <a:pt x="2674" y="924"/>
                  <a:pt x="2680" y="926"/>
                </a:cubicBezTo>
                <a:cubicBezTo>
                  <a:pt x="2679" y="937"/>
                  <a:pt x="2691" y="928"/>
                  <a:pt x="2691" y="938"/>
                </a:cubicBezTo>
                <a:cubicBezTo>
                  <a:pt x="2702" y="941"/>
                  <a:pt x="2710" y="949"/>
                  <a:pt x="2721" y="953"/>
                </a:cubicBezTo>
                <a:cubicBezTo>
                  <a:pt x="2729" y="970"/>
                  <a:pt x="2744" y="977"/>
                  <a:pt x="2752" y="994"/>
                </a:cubicBezTo>
                <a:cubicBezTo>
                  <a:pt x="2732" y="980"/>
                  <a:pt x="2711" y="967"/>
                  <a:pt x="2691" y="953"/>
                </a:cubicBezTo>
                <a:close/>
                <a:moveTo>
                  <a:pt x="2756" y="996"/>
                </a:moveTo>
                <a:cubicBezTo>
                  <a:pt x="2759" y="998"/>
                  <a:pt x="2761" y="1000"/>
                  <a:pt x="2763" y="1003"/>
                </a:cubicBezTo>
                <a:cubicBezTo>
                  <a:pt x="2764" y="1011"/>
                  <a:pt x="2756" y="1000"/>
                  <a:pt x="2756" y="996"/>
                </a:cubicBezTo>
                <a:close/>
                <a:moveTo>
                  <a:pt x="2815" y="895"/>
                </a:moveTo>
                <a:cubicBezTo>
                  <a:pt x="2818" y="885"/>
                  <a:pt x="2822" y="900"/>
                  <a:pt x="2819" y="901"/>
                </a:cubicBezTo>
                <a:cubicBezTo>
                  <a:pt x="2818" y="901"/>
                  <a:pt x="2815" y="897"/>
                  <a:pt x="2815" y="895"/>
                </a:cubicBezTo>
                <a:close/>
                <a:moveTo>
                  <a:pt x="2784" y="988"/>
                </a:moveTo>
                <a:cubicBezTo>
                  <a:pt x="2780" y="988"/>
                  <a:pt x="2780" y="983"/>
                  <a:pt x="2779" y="980"/>
                </a:cubicBezTo>
                <a:cubicBezTo>
                  <a:pt x="2784" y="978"/>
                  <a:pt x="2785" y="981"/>
                  <a:pt x="2786" y="984"/>
                </a:cubicBezTo>
                <a:cubicBezTo>
                  <a:pt x="2783" y="984"/>
                  <a:pt x="2784" y="986"/>
                  <a:pt x="2784" y="988"/>
                </a:cubicBezTo>
                <a:close/>
                <a:moveTo>
                  <a:pt x="2796" y="1018"/>
                </a:moveTo>
                <a:cubicBezTo>
                  <a:pt x="2794" y="1018"/>
                  <a:pt x="2791" y="1014"/>
                  <a:pt x="2792" y="1013"/>
                </a:cubicBezTo>
                <a:cubicBezTo>
                  <a:pt x="2794" y="1002"/>
                  <a:pt x="2798" y="1017"/>
                  <a:pt x="2796" y="1018"/>
                </a:cubicBezTo>
                <a:close/>
                <a:moveTo>
                  <a:pt x="2798" y="928"/>
                </a:moveTo>
                <a:cubicBezTo>
                  <a:pt x="2800" y="935"/>
                  <a:pt x="2796" y="938"/>
                  <a:pt x="2796" y="944"/>
                </a:cubicBezTo>
                <a:cubicBezTo>
                  <a:pt x="2797" y="947"/>
                  <a:pt x="2792" y="948"/>
                  <a:pt x="2791" y="951"/>
                </a:cubicBezTo>
                <a:cubicBezTo>
                  <a:pt x="2791" y="952"/>
                  <a:pt x="2793" y="955"/>
                  <a:pt x="2792" y="956"/>
                </a:cubicBezTo>
                <a:cubicBezTo>
                  <a:pt x="2792" y="957"/>
                  <a:pt x="2790" y="956"/>
                  <a:pt x="2789" y="957"/>
                </a:cubicBezTo>
                <a:cubicBezTo>
                  <a:pt x="2788" y="961"/>
                  <a:pt x="2792" y="971"/>
                  <a:pt x="2783" y="970"/>
                </a:cubicBezTo>
                <a:cubicBezTo>
                  <a:pt x="2779" y="961"/>
                  <a:pt x="2786" y="960"/>
                  <a:pt x="2786" y="955"/>
                </a:cubicBezTo>
                <a:cubicBezTo>
                  <a:pt x="2788" y="950"/>
                  <a:pt x="2789" y="945"/>
                  <a:pt x="2792" y="942"/>
                </a:cubicBezTo>
                <a:cubicBezTo>
                  <a:pt x="2792" y="931"/>
                  <a:pt x="2800" y="925"/>
                  <a:pt x="2798" y="914"/>
                </a:cubicBezTo>
                <a:cubicBezTo>
                  <a:pt x="2806" y="914"/>
                  <a:pt x="2802" y="927"/>
                  <a:pt x="2798" y="928"/>
                </a:cubicBezTo>
                <a:close/>
                <a:moveTo>
                  <a:pt x="2804" y="1046"/>
                </a:moveTo>
                <a:cubicBezTo>
                  <a:pt x="2801" y="1038"/>
                  <a:pt x="2809" y="1039"/>
                  <a:pt x="2808" y="1033"/>
                </a:cubicBezTo>
                <a:cubicBezTo>
                  <a:pt x="2811" y="972"/>
                  <a:pt x="2808" y="961"/>
                  <a:pt x="2809" y="953"/>
                </a:cubicBezTo>
                <a:cubicBezTo>
                  <a:pt x="2827" y="913"/>
                  <a:pt x="2831" y="903"/>
                  <a:pt x="2833" y="892"/>
                </a:cubicBezTo>
                <a:cubicBezTo>
                  <a:pt x="2866" y="831"/>
                  <a:pt x="2864" y="821"/>
                  <a:pt x="2871" y="816"/>
                </a:cubicBezTo>
                <a:cubicBezTo>
                  <a:pt x="2892" y="787"/>
                  <a:pt x="2888" y="781"/>
                  <a:pt x="2893" y="779"/>
                </a:cubicBezTo>
                <a:cubicBezTo>
                  <a:pt x="2920" y="738"/>
                  <a:pt x="2924" y="732"/>
                  <a:pt x="2926" y="725"/>
                </a:cubicBezTo>
                <a:cubicBezTo>
                  <a:pt x="3006" y="618"/>
                  <a:pt x="3015" y="620"/>
                  <a:pt x="3013" y="613"/>
                </a:cubicBezTo>
                <a:cubicBezTo>
                  <a:pt x="3042" y="578"/>
                  <a:pt x="3056" y="570"/>
                  <a:pt x="3061" y="556"/>
                </a:cubicBezTo>
                <a:cubicBezTo>
                  <a:pt x="3048" y="583"/>
                  <a:pt x="3050" y="590"/>
                  <a:pt x="3048" y="594"/>
                </a:cubicBezTo>
                <a:cubicBezTo>
                  <a:pt x="3026" y="632"/>
                  <a:pt x="3025" y="638"/>
                  <a:pt x="3022" y="641"/>
                </a:cubicBezTo>
                <a:cubicBezTo>
                  <a:pt x="3005" y="668"/>
                  <a:pt x="2999" y="669"/>
                  <a:pt x="2999" y="675"/>
                </a:cubicBezTo>
                <a:cubicBezTo>
                  <a:pt x="2979" y="700"/>
                  <a:pt x="2978" y="705"/>
                  <a:pt x="2976" y="709"/>
                </a:cubicBezTo>
                <a:cubicBezTo>
                  <a:pt x="2944" y="744"/>
                  <a:pt x="2950" y="757"/>
                  <a:pt x="2939" y="758"/>
                </a:cubicBezTo>
                <a:cubicBezTo>
                  <a:pt x="2913" y="800"/>
                  <a:pt x="2911" y="802"/>
                  <a:pt x="2906" y="803"/>
                </a:cubicBezTo>
                <a:cubicBezTo>
                  <a:pt x="2888" y="838"/>
                  <a:pt x="2888" y="847"/>
                  <a:pt x="2880" y="850"/>
                </a:cubicBezTo>
                <a:cubicBezTo>
                  <a:pt x="2863" y="873"/>
                  <a:pt x="2870" y="887"/>
                  <a:pt x="2858" y="887"/>
                </a:cubicBezTo>
                <a:cubicBezTo>
                  <a:pt x="2848" y="932"/>
                  <a:pt x="2838" y="937"/>
                  <a:pt x="2838" y="950"/>
                </a:cubicBezTo>
                <a:cubicBezTo>
                  <a:pt x="2811" y="1075"/>
                  <a:pt x="2812" y="1054"/>
                  <a:pt x="2804" y="1046"/>
                </a:cubicBezTo>
                <a:close/>
                <a:moveTo>
                  <a:pt x="5" y="592"/>
                </a:moveTo>
                <a:cubicBezTo>
                  <a:pt x="9" y="591"/>
                  <a:pt x="8" y="584"/>
                  <a:pt x="2" y="586"/>
                </a:cubicBezTo>
                <a:cubicBezTo>
                  <a:pt x="1" y="586"/>
                  <a:pt x="1" y="587"/>
                  <a:pt x="0" y="588"/>
                </a:cubicBezTo>
                <a:cubicBezTo>
                  <a:pt x="0" y="597"/>
                  <a:pt x="0" y="597"/>
                  <a:pt x="0" y="597"/>
                </a:cubicBezTo>
                <a:cubicBezTo>
                  <a:pt x="3" y="596"/>
                  <a:pt x="4" y="594"/>
                  <a:pt x="5" y="592"/>
                </a:cubicBezTo>
                <a:close/>
                <a:moveTo>
                  <a:pt x="3831" y="2118"/>
                </a:moveTo>
                <a:cubicBezTo>
                  <a:pt x="3824" y="2121"/>
                  <a:pt x="3821" y="2125"/>
                  <a:pt x="3822" y="2130"/>
                </a:cubicBezTo>
                <a:cubicBezTo>
                  <a:pt x="3815" y="2138"/>
                  <a:pt x="3807" y="2145"/>
                  <a:pt x="3801" y="2153"/>
                </a:cubicBezTo>
                <a:cubicBezTo>
                  <a:pt x="3803" y="2156"/>
                  <a:pt x="3799" y="2158"/>
                  <a:pt x="3796" y="2161"/>
                </a:cubicBezTo>
                <a:cubicBezTo>
                  <a:pt x="3805" y="2161"/>
                  <a:pt x="3805" y="2161"/>
                  <a:pt x="3805" y="2161"/>
                </a:cubicBezTo>
                <a:cubicBezTo>
                  <a:pt x="3806" y="2159"/>
                  <a:pt x="3808" y="2158"/>
                  <a:pt x="3807" y="2156"/>
                </a:cubicBezTo>
                <a:cubicBezTo>
                  <a:pt x="3821" y="2145"/>
                  <a:pt x="3824" y="2132"/>
                  <a:pt x="3836" y="2121"/>
                </a:cubicBezTo>
                <a:cubicBezTo>
                  <a:pt x="3834" y="2118"/>
                  <a:pt x="3839" y="2116"/>
                  <a:pt x="3840" y="2114"/>
                </a:cubicBezTo>
                <a:cubicBezTo>
                  <a:pt x="3840" y="2099"/>
                  <a:pt x="3840" y="2099"/>
                  <a:pt x="3840" y="2099"/>
                </a:cubicBezTo>
                <a:cubicBezTo>
                  <a:pt x="3839" y="2101"/>
                  <a:pt x="3838" y="2104"/>
                  <a:pt x="3838" y="2107"/>
                </a:cubicBezTo>
                <a:cubicBezTo>
                  <a:pt x="3834" y="2110"/>
                  <a:pt x="3824" y="2112"/>
                  <a:pt x="3831" y="2118"/>
                </a:cubicBezTo>
                <a:close/>
                <a:moveTo>
                  <a:pt x="3838" y="2069"/>
                </a:moveTo>
                <a:cubicBezTo>
                  <a:pt x="3825" y="2083"/>
                  <a:pt x="3823" y="2099"/>
                  <a:pt x="3819" y="2115"/>
                </a:cubicBezTo>
                <a:cubicBezTo>
                  <a:pt x="3831" y="2110"/>
                  <a:pt x="3824" y="2101"/>
                  <a:pt x="3830" y="2094"/>
                </a:cubicBezTo>
                <a:cubicBezTo>
                  <a:pt x="3837" y="2088"/>
                  <a:pt x="3833" y="2080"/>
                  <a:pt x="3840" y="2074"/>
                </a:cubicBezTo>
                <a:cubicBezTo>
                  <a:pt x="3840" y="2056"/>
                  <a:pt x="3840" y="2056"/>
                  <a:pt x="3840" y="2056"/>
                </a:cubicBezTo>
                <a:cubicBezTo>
                  <a:pt x="3838" y="2060"/>
                  <a:pt x="3837" y="2064"/>
                  <a:pt x="3838" y="2069"/>
                </a:cubicBezTo>
                <a:close/>
                <a:moveTo>
                  <a:pt x="79" y="331"/>
                </a:moveTo>
                <a:cubicBezTo>
                  <a:pt x="90" y="333"/>
                  <a:pt x="97" y="344"/>
                  <a:pt x="106" y="349"/>
                </a:cubicBezTo>
                <a:cubicBezTo>
                  <a:pt x="180" y="397"/>
                  <a:pt x="187" y="395"/>
                  <a:pt x="192" y="398"/>
                </a:cubicBezTo>
                <a:cubicBezTo>
                  <a:pt x="227" y="412"/>
                  <a:pt x="232" y="415"/>
                  <a:pt x="238" y="416"/>
                </a:cubicBezTo>
                <a:cubicBezTo>
                  <a:pt x="257" y="426"/>
                  <a:pt x="262" y="430"/>
                  <a:pt x="269" y="428"/>
                </a:cubicBezTo>
                <a:cubicBezTo>
                  <a:pt x="306" y="444"/>
                  <a:pt x="312" y="447"/>
                  <a:pt x="318" y="448"/>
                </a:cubicBezTo>
                <a:cubicBezTo>
                  <a:pt x="366" y="463"/>
                  <a:pt x="369" y="464"/>
                  <a:pt x="372" y="464"/>
                </a:cubicBezTo>
                <a:cubicBezTo>
                  <a:pt x="414" y="472"/>
                  <a:pt x="415" y="483"/>
                  <a:pt x="425" y="477"/>
                </a:cubicBezTo>
                <a:cubicBezTo>
                  <a:pt x="453" y="500"/>
                  <a:pt x="463" y="489"/>
                  <a:pt x="463" y="499"/>
                </a:cubicBezTo>
                <a:cubicBezTo>
                  <a:pt x="521" y="515"/>
                  <a:pt x="525" y="516"/>
                  <a:pt x="529" y="517"/>
                </a:cubicBezTo>
                <a:cubicBezTo>
                  <a:pt x="549" y="528"/>
                  <a:pt x="561" y="521"/>
                  <a:pt x="565" y="532"/>
                </a:cubicBezTo>
                <a:cubicBezTo>
                  <a:pt x="575" y="542"/>
                  <a:pt x="561" y="538"/>
                  <a:pt x="546" y="539"/>
                </a:cubicBezTo>
                <a:cubicBezTo>
                  <a:pt x="512" y="546"/>
                  <a:pt x="509" y="549"/>
                  <a:pt x="503" y="549"/>
                </a:cubicBezTo>
                <a:cubicBezTo>
                  <a:pt x="570" y="549"/>
                  <a:pt x="575" y="557"/>
                  <a:pt x="587" y="553"/>
                </a:cubicBezTo>
                <a:cubicBezTo>
                  <a:pt x="583" y="580"/>
                  <a:pt x="598" y="570"/>
                  <a:pt x="606" y="574"/>
                </a:cubicBezTo>
                <a:cubicBezTo>
                  <a:pt x="626" y="583"/>
                  <a:pt x="622" y="575"/>
                  <a:pt x="611" y="581"/>
                </a:cubicBezTo>
                <a:cubicBezTo>
                  <a:pt x="592" y="595"/>
                  <a:pt x="584" y="591"/>
                  <a:pt x="583" y="597"/>
                </a:cubicBezTo>
                <a:cubicBezTo>
                  <a:pt x="649" y="599"/>
                  <a:pt x="655" y="604"/>
                  <a:pt x="663" y="601"/>
                </a:cubicBezTo>
                <a:cubicBezTo>
                  <a:pt x="701" y="612"/>
                  <a:pt x="698" y="629"/>
                  <a:pt x="707" y="623"/>
                </a:cubicBezTo>
                <a:cubicBezTo>
                  <a:pt x="745" y="638"/>
                  <a:pt x="742" y="633"/>
                  <a:pt x="749" y="631"/>
                </a:cubicBezTo>
                <a:cubicBezTo>
                  <a:pt x="726" y="564"/>
                  <a:pt x="728" y="560"/>
                  <a:pt x="728" y="556"/>
                </a:cubicBezTo>
                <a:cubicBezTo>
                  <a:pt x="762" y="514"/>
                  <a:pt x="754" y="499"/>
                  <a:pt x="770" y="496"/>
                </a:cubicBezTo>
                <a:cubicBezTo>
                  <a:pt x="747" y="506"/>
                  <a:pt x="742" y="511"/>
                  <a:pt x="736" y="516"/>
                </a:cubicBezTo>
                <a:cubicBezTo>
                  <a:pt x="708" y="553"/>
                  <a:pt x="705" y="559"/>
                  <a:pt x="700" y="565"/>
                </a:cubicBezTo>
                <a:cubicBezTo>
                  <a:pt x="672" y="523"/>
                  <a:pt x="679" y="523"/>
                  <a:pt x="676" y="518"/>
                </a:cubicBezTo>
                <a:cubicBezTo>
                  <a:pt x="670" y="468"/>
                  <a:pt x="680" y="468"/>
                  <a:pt x="676" y="460"/>
                </a:cubicBezTo>
                <a:cubicBezTo>
                  <a:pt x="679" y="424"/>
                  <a:pt x="679" y="419"/>
                  <a:pt x="682" y="415"/>
                </a:cubicBezTo>
                <a:cubicBezTo>
                  <a:pt x="703" y="321"/>
                  <a:pt x="705" y="311"/>
                  <a:pt x="710" y="303"/>
                </a:cubicBezTo>
                <a:cubicBezTo>
                  <a:pt x="729" y="235"/>
                  <a:pt x="738" y="233"/>
                  <a:pt x="737" y="227"/>
                </a:cubicBezTo>
                <a:cubicBezTo>
                  <a:pt x="754" y="170"/>
                  <a:pt x="752" y="162"/>
                  <a:pt x="754" y="157"/>
                </a:cubicBezTo>
                <a:cubicBezTo>
                  <a:pt x="772" y="108"/>
                  <a:pt x="770" y="97"/>
                  <a:pt x="775" y="89"/>
                </a:cubicBezTo>
                <a:cubicBezTo>
                  <a:pt x="775" y="23"/>
                  <a:pt x="773" y="11"/>
                  <a:pt x="771" y="1"/>
                </a:cubicBezTo>
                <a:cubicBezTo>
                  <a:pt x="764" y="45"/>
                  <a:pt x="770" y="53"/>
                  <a:pt x="767" y="55"/>
                </a:cubicBezTo>
                <a:cubicBezTo>
                  <a:pt x="760" y="88"/>
                  <a:pt x="763" y="94"/>
                  <a:pt x="763" y="99"/>
                </a:cubicBezTo>
                <a:cubicBezTo>
                  <a:pt x="706" y="271"/>
                  <a:pt x="708" y="278"/>
                  <a:pt x="703" y="281"/>
                </a:cubicBezTo>
                <a:cubicBezTo>
                  <a:pt x="698" y="308"/>
                  <a:pt x="685" y="313"/>
                  <a:pt x="690" y="327"/>
                </a:cubicBezTo>
                <a:cubicBezTo>
                  <a:pt x="672" y="409"/>
                  <a:pt x="665" y="412"/>
                  <a:pt x="668" y="420"/>
                </a:cubicBezTo>
                <a:cubicBezTo>
                  <a:pt x="658" y="515"/>
                  <a:pt x="666" y="529"/>
                  <a:pt x="660" y="535"/>
                </a:cubicBezTo>
                <a:cubicBezTo>
                  <a:pt x="665" y="561"/>
                  <a:pt x="670" y="561"/>
                  <a:pt x="666" y="564"/>
                </a:cubicBezTo>
                <a:cubicBezTo>
                  <a:pt x="652" y="539"/>
                  <a:pt x="651" y="534"/>
                  <a:pt x="649" y="529"/>
                </a:cubicBezTo>
                <a:cubicBezTo>
                  <a:pt x="650" y="434"/>
                  <a:pt x="654" y="430"/>
                  <a:pt x="652" y="425"/>
                </a:cubicBezTo>
                <a:cubicBezTo>
                  <a:pt x="665" y="346"/>
                  <a:pt x="670" y="343"/>
                  <a:pt x="673" y="339"/>
                </a:cubicBezTo>
                <a:cubicBezTo>
                  <a:pt x="684" y="302"/>
                  <a:pt x="682" y="295"/>
                  <a:pt x="684" y="290"/>
                </a:cubicBezTo>
                <a:cubicBezTo>
                  <a:pt x="696" y="242"/>
                  <a:pt x="701" y="242"/>
                  <a:pt x="701" y="238"/>
                </a:cubicBezTo>
                <a:cubicBezTo>
                  <a:pt x="709" y="214"/>
                  <a:pt x="709" y="211"/>
                  <a:pt x="710" y="208"/>
                </a:cubicBezTo>
                <a:cubicBezTo>
                  <a:pt x="716" y="181"/>
                  <a:pt x="716" y="178"/>
                  <a:pt x="721" y="177"/>
                </a:cubicBezTo>
                <a:cubicBezTo>
                  <a:pt x="729" y="98"/>
                  <a:pt x="740" y="98"/>
                  <a:pt x="735" y="90"/>
                </a:cubicBezTo>
                <a:cubicBezTo>
                  <a:pt x="738" y="25"/>
                  <a:pt x="740" y="14"/>
                  <a:pt x="740" y="3"/>
                </a:cubicBezTo>
                <a:cubicBezTo>
                  <a:pt x="734" y="1"/>
                  <a:pt x="734" y="2"/>
                  <a:pt x="734" y="2"/>
                </a:cubicBezTo>
                <a:cubicBezTo>
                  <a:pt x="727" y="68"/>
                  <a:pt x="728" y="76"/>
                  <a:pt x="727" y="84"/>
                </a:cubicBezTo>
                <a:cubicBezTo>
                  <a:pt x="712" y="148"/>
                  <a:pt x="713" y="156"/>
                  <a:pt x="710" y="162"/>
                </a:cubicBezTo>
                <a:cubicBezTo>
                  <a:pt x="691" y="223"/>
                  <a:pt x="692" y="231"/>
                  <a:pt x="688" y="236"/>
                </a:cubicBezTo>
                <a:cubicBezTo>
                  <a:pt x="681" y="269"/>
                  <a:pt x="679" y="272"/>
                  <a:pt x="676" y="274"/>
                </a:cubicBezTo>
                <a:cubicBezTo>
                  <a:pt x="663" y="318"/>
                  <a:pt x="664" y="325"/>
                  <a:pt x="661" y="331"/>
                </a:cubicBezTo>
                <a:cubicBezTo>
                  <a:pt x="637" y="411"/>
                  <a:pt x="639" y="420"/>
                  <a:pt x="641" y="429"/>
                </a:cubicBezTo>
                <a:cubicBezTo>
                  <a:pt x="636" y="477"/>
                  <a:pt x="632" y="482"/>
                  <a:pt x="637" y="491"/>
                </a:cubicBezTo>
                <a:cubicBezTo>
                  <a:pt x="623" y="532"/>
                  <a:pt x="626" y="513"/>
                  <a:pt x="621" y="499"/>
                </a:cubicBezTo>
                <a:cubicBezTo>
                  <a:pt x="626" y="456"/>
                  <a:pt x="619" y="442"/>
                  <a:pt x="624" y="434"/>
                </a:cubicBezTo>
                <a:cubicBezTo>
                  <a:pt x="641" y="343"/>
                  <a:pt x="639" y="332"/>
                  <a:pt x="647" y="326"/>
                </a:cubicBezTo>
                <a:cubicBezTo>
                  <a:pt x="654" y="290"/>
                  <a:pt x="662" y="284"/>
                  <a:pt x="660" y="273"/>
                </a:cubicBezTo>
                <a:cubicBezTo>
                  <a:pt x="671" y="239"/>
                  <a:pt x="675" y="231"/>
                  <a:pt x="677" y="222"/>
                </a:cubicBezTo>
                <a:cubicBezTo>
                  <a:pt x="689" y="207"/>
                  <a:pt x="676" y="196"/>
                  <a:pt x="688" y="197"/>
                </a:cubicBezTo>
                <a:cubicBezTo>
                  <a:pt x="697" y="151"/>
                  <a:pt x="705" y="151"/>
                  <a:pt x="701" y="144"/>
                </a:cubicBezTo>
                <a:cubicBezTo>
                  <a:pt x="713" y="80"/>
                  <a:pt x="716" y="72"/>
                  <a:pt x="721" y="64"/>
                </a:cubicBezTo>
                <a:cubicBezTo>
                  <a:pt x="712" y="1"/>
                  <a:pt x="712" y="1"/>
                  <a:pt x="712" y="1"/>
                </a:cubicBezTo>
                <a:cubicBezTo>
                  <a:pt x="709" y="61"/>
                  <a:pt x="702" y="71"/>
                  <a:pt x="703" y="85"/>
                </a:cubicBezTo>
                <a:cubicBezTo>
                  <a:pt x="690" y="147"/>
                  <a:pt x="687" y="149"/>
                  <a:pt x="689" y="154"/>
                </a:cubicBezTo>
                <a:cubicBezTo>
                  <a:pt x="675" y="188"/>
                  <a:pt x="675" y="195"/>
                  <a:pt x="674" y="201"/>
                </a:cubicBezTo>
                <a:cubicBezTo>
                  <a:pt x="659" y="224"/>
                  <a:pt x="665" y="234"/>
                  <a:pt x="662" y="239"/>
                </a:cubicBezTo>
                <a:cubicBezTo>
                  <a:pt x="652" y="264"/>
                  <a:pt x="647" y="268"/>
                  <a:pt x="649" y="276"/>
                </a:cubicBezTo>
                <a:cubicBezTo>
                  <a:pt x="618" y="362"/>
                  <a:pt x="625" y="381"/>
                  <a:pt x="616" y="391"/>
                </a:cubicBezTo>
                <a:cubicBezTo>
                  <a:pt x="612" y="443"/>
                  <a:pt x="611" y="453"/>
                  <a:pt x="609" y="463"/>
                </a:cubicBezTo>
                <a:cubicBezTo>
                  <a:pt x="604" y="488"/>
                  <a:pt x="596" y="479"/>
                  <a:pt x="602" y="478"/>
                </a:cubicBezTo>
                <a:cubicBezTo>
                  <a:pt x="599" y="439"/>
                  <a:pt x="599" y="431"/>
                  <a:pt x="600" y="424"/>
                </a:cubicBezTo>
                <a:cubicBezTo>
                  <a:pt x="601" y="393"/>
                  <a:pt x="601" y="384"/>
                  <a:pt x="606" y="379"/>
                </a:cubicBezTo>
                <a:cubicBezTo>
                  <a:pt x="612" y="304"/>
                  <a:pt x="623" y="301"/>
                  <a:pt x="617" y="290"/>
                </a:cubicBezTo>
                <a:cubicBezTo>
                  <a:pt x="639" y="225"/>
                  <a:pt x="642" y="218"/>
                  <a:pt x="644" y="211"/>
                </a:cubicBezTo>
                <a:cubicBezTo>
                  <a:pt x="658" y="181"/>
                  <a:pt x="656" y="164"/>
                  <a:pt x="664" y="153"/>
                </a:cubicBezTo>
                <a:cubicBezTo>
                  <a:pt x="685" y="100"/>
                  <a:pt x="679" y="93"/>
                  <a:pt x="684" y="92"/>
                </a:cubicBezTo>
                <a:cubicBezTo>
                  <a:pt x="690" y="64"/>
                  <a:pt x="694" y="58"/>
                  <a:pt x="692" y="49"/>
                </a:cubicBezTo>
                <a:cubicBezTo>
                  <a:pt x="701" y="5"/>
                  <a:pt x="701" y="3"/>
                  <a:pt x="702" y="1"/>
                </a:cubicBezTo>
                <a:cubicBezTo>
                  <a:pt x="683" y="28"/>
                  <a:pt x="686" y="47"/>
                  <a:pt x="680" y="62"/>
                </a:cubicBezTo>
                <a:cubicBezTo>
                  <a:pt x="669" y="102"/>
                  <a:pt x="668" y="105"/>
                  <a:pt x="664" y="107"/>
                </a:cubicBezTo>
                <a:cubicBezTo>
                  <a:pt x="645" y="182"/>
                  <a:pt x="637" y="183"/>
                  <a:pt x="639" y="188"/>
                </a:cubicBezTo>
                <a:cubicBezTo>
                  <a:pt x="622" y="227"/>
                  <a:pt x="625" y="237"/>
                  <a:pt x="620" y="243"/>
                </a:cubicBezTo>
                <a:cubicBezTo>
                  <a:pt x="607" y="306"/>
                  <a:pt x="596" y="318"/>
                  <a:pt x="602" y="338"/>
                </a:cubicBezTo>
                <a:cubicBezTo>
                  <a:pt x="587" y="411"/>
                  <a:pt x="584" y="413"/>
                  <a:pt x="585" y="416"/>
                </a:cubicBezTo>
                <a:cubicBezTo>
                  <a:pt x="592" y="456"/>
                  <a:pt x="589" y="476"/>
                  <a:pt x="586" y="486"/>
                </a:cubicBezTo>
                <a:cubicBezTo>
                  <a:pt x="576" y="486"/>
                  <a:pt x="582" y="466"/>
                  <a:pt x="574" y="456"/>
                </a:cubicBezTo>
                <a:cubicBezTo>
                  <a:pt x="572" y="408"/>
                  <a:pt x="575" y="405"/>
                  <a:pt x="574" y="401"/>
                </a:cubicBezTo>
                <a:cubicBezTo>
                  <a:pt x="570" y="359"/>
                  <a:pt x="578" y="356"/>
                  <a:pt x="578" y="348"/>
                </a:cubicBezTo>
                <a:cubicBezTo>
                  <a:pt x="591" y="269"/>
                  <a:pt x="606" y="253"/>
                  <a:pt x="607" y="229"/>
                </a:cubicBezTo>
                <a:cubicBezTo>
                  <a:pt x="628" y="172"/>
                  <a:pt x="635" y="153"/>
                  <a:pt x="636" y="131"/>
                </a:cubicBezTo>
                <a:cubicBezTo>
                  <a:pt x="651" y="107"/>
                  <a:pt x="647" y="100"/>
                  <a:pt x="649" y="97"/>
                </a:cubicBezTo>
                <a:cubicBezTo>
                  <a:pt x="666" y="58"/>
                  <a:pt x="663" y="48"/>
                  <a:pt x="671" y="44"/>
                </a:cubicBezTo>
                <a:cubicBezTo>
                  <a:pt x="683" y="4"/>
                  <a:pt x="683" y="2"/>
                  <a:pt x="683" y="1"/>
                </a:cubicBezTo>
                <a:cubicBezTo>
                  <a:pt x="666" y="15"/>
                  <a:pt x="663" y="20"/>
                  <a:pt x="662" y="25"/>
                </a:cubicBezTo>
                <a:cubicBezTo>
                  <a:pt x="656" y="53"/>
                  <a:pt x="651" y="53"/>
                  <a:pt x="651" y="56"/>
                </a:cubicBezTo>
                <a:cubicBezTo>
                  <a:pt x="614" y="161"/>
                  <a:pt x="615" y="172"/>
                  <a:pt x="609" y="180"/>
                </a:cubicBezTo>
                <a:cubicBezTo>
                  <a:pt x="604" y="215"/>
                  <a:pt x="593" y="215"/>
                  <a:pt x="598" y="223"/>
                </a:cubicBezTo>
                <a:cubicBezTo>
                  <a:pt x="586" y="276"/>
                  <a:pt x="579" y="282"/>
                  <a:pt x="579" y="293"/>
                </a:cubicBezTo>
                <a:cubicBezTo>
                  <a:pt x="560" y="338"/>
                  <a:pt x="569" y="347"/>
                  <a:pt x="564" y="350"/>
                </a:cubicBezTo>
                <a:cubicBezTo>
                  <a:pt x="556" y="408"/>
                  <a:pt x="565" y="420"/>
                  <a:pt x="560" y="424"/>
                </a:cubicBezTo>
                <a:cubicBezTo>
                  <a:pt x="561" y="455"/>
                  <a:pt x="552" y="459"/>
                  <a:pt x="548" y="453"/>
                </a:cubicBezTo>
                <a:cubicBezTo>
                  <a:pt x="532" y="389"/>
                  <a:pt x="527" y="378"/>
                  <a:pt x="530" y="370"/>
                </a:cubicBezTo>
                <a:cubicBezTo>
                  <a:pt x="539" y="313"/>
                  <a:pt x="532" y="301"/>
                  <a:pt x="540" y="297"/>
                </a:cubicBezTo>
                <a:cubicBezTo>
                  <a:pt x="549" y="257"/>
                  <a:pt x="550" y="254"/>
                  <a:pt x="552" y="250"/>
                </a:cubicBezTo>
                <a:cubicBezTo>
                  <a:pt x="596" y="123"/>
                  <a:pt x="598" y="112"/>
                  <a:pt x="602" y="103"/>
                </a:cubicBezTo>
                <a:cubicBezTo>
                  <a:pt x="625" y="40"/>
                  <a:pt x="632" y="38"/>
                  <a:pt x="631" y="32"/>
                </a:cubicBezTo>
                <a:cubicBezTo>
                  <a:pt x="639" y="15"/>
                  <a:pt x="637" y="12"/>
                  <a:pt x="640" y="11"/>
                </a:cubicBezTo>
                <a:cubicBezTo>
                  <a:pt x="630" y="1"/>
                  <a:pt x="630" y="1"/>
                  <a:pt x="630" y="1"/>
                </a:cubicBezTo>
                <a:cubicBezTo>
                  <a:pt x="607" y="52"/>
                  <a:pt x="609" y="69"/>
                  <a:pt x="598" y="80"/>
                </a:cubicBezTo>
                <a:cubicBezTo>
                  <a:pt x="569" y="164"/>
                  <a:pt x="566" y="166"/>
                  <a:pt x="566" y="169"/>
                </a:cubicBezTo>
                <a:cubicBezTo>
                  <a:pt x="552" y="205"/>
                  <a:pt x="550" y="211"/>
                  <a:pt x="552" y="220"/>
                </a:cubicBezTo>
                <a:cubicBezTo>
                  <a:pt x="537" y="253"/>
                  <a:pt x="536" y="256"/>
                  <a:pt x="538" y="261"/>
                </a:cubicBezTo>
                <a:cubicBezTo>
                  <a:pt x="521" y="307"/>
                  <a:pt x="526" y="318"/>
                  <a:pt x="522" y="324"/>
                </a:cubicBezTo>
                <a:cubicBezTo>
                  <a:pt x="510" y="398"/>
                  <a:pt x="520" y="411"/>
                  <a:pt x="515" y="418"/>
                </a:cubicBezTo>
                <a:cubicBezTo>
                  <a:pt x="503" y="393"/>
                  <a:pt x="505" y="389"/>
                  <a:pt x="505" y="384"/>
                </a:cubicBezTo>
                <a:cubicBezTo>
                  <a:pt x="498" y="348"/>
                  <a:pt x="502" y="342"/>
                  <a:pt x="500" y="334"/>
                </a:cubicBezTo>
                <a:cubicBezTo>
                  <a:pt x="515" y="273"/>
                  <a:pt x="518" y="271"/>
                  <a:pt x="515" y="265"/>
                </a:cubicBezTo>
                <a:cubicBezTo>
                  <a:pt x="538" y="213"/>
                  <a:pt x="532" y="203"/>
                  <a:pt x="539" y="200"/>
                </a:cubicBezTo>
                <a:cubicBezTo>
                  <a:pt x="551" y="167"/>
                  <a:pt x="552" y="164"/>
                  <a:pt x="550" y="159"/>
                </a:cubicBezTo>
                <a:cubicBezTo>
                  <a:pt x="581" y="93"/>
                  <a:pt x="581" y="77"/>
                  <a:pt x="594" y="69"/>
                </a:cubicBezTo>
                <a:cubicBezTo>
                  <a:pt x="600" y="44"/>
                  <a:pt x="602" y="37"/>
                  <a:pt x="603" y="29"/>
                </a:cubicBezTo>
                <a:cubicBezTo>
                  <a:pt x="603" y="1"/>
                  <a:pt x="603" y="1"/>
                  <a:pt x="603" y="1"/>
                </a:cubicBezTo>
                <a:cubicBezTo>
                  <a:pt x="584" y="53"/>
                  <a:pt x="582" y="60"/>
                  <a:pt x="581" y="67"/>
                </a:cubicBezTo>
                <a:cubicBezTo>
                  <a:pt x="568" y="85"/>
                  <a:pt x="569" y="93"/>
                  <a:pt x="564" y="97"/>
                </a:cubicBezTo>
                <a:cubicBezTo>
                  <a:pt x="549" y="137"/>
                  <a:pt x="552" y="145"/>
                  <a:pt x="543" y="146"/>
                </a:cubicBezTo>
                <a:cubicBezTo>
                  <a:pt x="525" y="205"/>
                  <a:pt x="525" y="211"/>
                  <a:pt x="520" y="215"/>
                </a:cubicBezTo>
                <a:cubicBezTo>
                  <a:pt x="503" y="255"/>
                  <a:pt x="509" y="265"/>
                  <a:pt x="504" y="269"/>
                </a:cubicBezTo>
                <a:cubicBezTo>
                  <a:pt x="495" y="313"/>
                  <a:pt x="495" y="319"/>
                  <a:pt x="491" y="325"/>
                </a:cubicBezTo>
                <a:cubicBezTo>
                  <a:pt x="487" y="349"/>
                  <a:pt x="488" y="356"/>
                  <a:pt x="485" y="360"/>
                </a:cubicBezTo>
                <a:cubicBezTo>
                  <a:pt x="469" y="364"/>
                  <a:pt x="476" y="349"/>
                  <a:pt x="467" y="336"/>
                </a:cubicBezTo>
                <a:cubicBezTo>
                  <a:pt x="481" y="253"/>
                  <a:pt x="485" y="249"/>
                  <a:pt x="486" y="244"/>
                </a:cubicBezTo>
                <a:cubicBezTo>
                  <a:pt x="495" y="202"/>
                  <a:pt x="498" y="192"/>
                  <a:pt x="503" y="184"/>
                </a:cubicBezTo>
                <a:cubicBezTo>
                  <a:pt x="523" y="137"/>
                  <a:pt x="520" y="129"/>
                  <a:pt x="524" y="125"/>
                </a:cubicBezTo>
                <a:cubicBezTo>
                  <a:pt x="535" y="89"/>
                  <a:pt x="543" y="85"/>
                  <a:pt x="542" y="77"/>
                </a:cubicBezTo>
                <a:cubicBezTo>
                  <a:pt x="563" y="25"/>
                  <a:pt x="574" y="20"/>
                  <a:pt x="572" y="9"/>
                </a:cubicBezTo>
                <a:cubicBezTo>
                  <a:pt x="562" y="5"/>
                  <a:pt x="561" y="8"/>
                  <a:pt x="561" y="13"/>
                </a:cubicBezTo>
                <a:cubicBezTo>
                  <a:pt x="539" y="57"/>
                  <a:pt x="539" y="67"/>
                  <a:pt x="532" y="74"/>
                </a:cubicBezTo>
                <a:cubicBezTo>
                  <a:pt x="517" y="115"/>
                  <a:pt x="506" y="115"/>
                  <a:pt x="511" y="123"/>
                </a:cubicBezTo>
                <a:cubicBezTo>
                  <a:pt x="494" y="184"/>
                  <a:pt x="485" y="190"/>
                  <a:pt x="484" y="199"/>
                </a:cubicBezTo>
                <a:cubicBezTo>
                  <a:pt x="471" y="262"/>
                  <a:pt x="463" y="268"/>
                  <a:pt x="464" y="279"/>
                </a:cubicBezTo>
                <a:cubicBezTo>
                  <a:pt x="447" y="319"/>
                  <a:pt x="453" y="311"/>
                  <a:pt x="446" y="297"/>
                </a:cubicBezTo>
                <a:cubicBezTo>
                  <a:pt x="451" y="252"/>
                  <a:pt x="460" y="248"/>
                  <a:pt x="454" y="236"/>
                </a:cubicBezTo>
                <a:cubicBezTo>
                  <a:pt x="474" y="171"/>
                  <a:pt x="475" y="167"/>
                  <a:pt x="479" y="164"/>
                </a:cubicBezTo>
                <a:cubicBezTo>
                  <a:pt x="510" y="88"/>
                  <a:pt x="518" y="88"/>
                  <a:pt x="513" y="80"/>
                </a:cubicBezTo>
                <a:cubicBezTo>
                  <a:pt x="525" y="51"/>
                  <a:pt x="532" y="49"/>
                  <a:pt x="535" y="45"/>
                </a:cubicBezTo>
                <a:cubicBezTo>
                  <a:pt x="549" y="1"/>
                  <a:pt x="550" y="1"/>
                  <a:pt x="551" y="1"/>
                </a:cubicBezTo>
                <a:cubicBezTo>
                  <a:pt x="527" y="19"/>
                  <a:pt x="529" y="30"/>
                  <a:pt x="519" y="35"/>
                </a:cubicBezTo>
                <a:cubicBezTo>
                  <a:pt x="513" y="72"/>
                  <a:pt x="498" y="74"/>
                  <a:pt x="499" y="85"/>
                </a:cubicBezTo>
                <a:cubicBezTo>
                  <a:pt x="486" y="116"/>
                  <a:pt x="478" y="122"/>
                  <a:pt x="477" y="131"/>
                </a:cubicBezTo>
                <a:cubicBezTo>
                  <a:pt x="449" y="196"/>
                  <a:pt x="458" y="206"/>
                  <a:pt x="450" y="207"/>
                </a:cubicBezTo>
                <a:cubicBezTo>
                  <a:pt x="436" y="264"/>
                  <a:pt x="442" y="272"/>
                  <a:pt x="439" y="275"/>
                </a:cubicBezTo>
                <a:cubicBezTo>
                  <a:pt x="425" y="265"/>
                  <a:pt x="431" y="254"/>
                  <a:pt x="430" y="238"/>
                </a:cubicBezTo>
                <a:cubicBezTo>
                  <a:pt x="448" y="140"/>
                  <a:pt x="454" y="128"/>
                  <a:pt x="456" y="114"/>
                </a:cubicBezTo>
                <a:cubicBezTo>
                  <a:pt x="464" y="89"/>
                  <a:pt x="467" y="83"/>
                  <a:pt x="469" y="76"/>
                </a:cubicBezTo>
                <a:cubicBezTo>
                  <a:pt x="483" y="52"/>
                  <a:pt x="480" y="49"/>
                  <a:pt x="481" y="48"/>
                </a:cubicBezTo>
                <a:cubicBezTo>
                  <a:pt x="506" y="2"/>
                  <a:pt x="506" y="1"/>
                  <a:pt x="507" y="1"/>
                </a:cubicBezTo>
                <a:cubicBezTo>
                  <a:pt x="486" y="11"/>
                  <a:pt x="488" y="23"/>
                  <a:pt x="477" y="28"/>
                </a:cubicBezTo>
                <a:cubicBezTo>
                  <a:pt x="464" y="64"/>
                  <a:pt x="460" y="72"/>
                  <a:pt x="458" y="82"/>
                </a:cubicBezTo>
                <a:cubicBezTo>
                  <a:pt x="445" y="116"/>
                  <a:pt x="441" y="120"/>
                  <a:pt x="439" y="125"/>
                </a:cubicBezTo>
                <a:cubicBezTo>
                  <a:pt x="428" y="163"/>
                  <a:pt x="432" y="171"/>
                  <a:pt x="424" y="173"/>
                </a:cubicBezTo>
                <a:cubicBezTo>
                  <a:pt x="418" y="232"/>
                  <a:pt x="416" y="240"/>
                  <a:pt x="415" y="249"/>
                </a:cubicBezTo>
                <a:cubicBezTo>
                  <a:pt x="407" y="213"/>
                  <a:pt x="405" y="196"/>
                  <a:pt x="408" y="181"/>
                </a:cubicBezTo>
                <a:cubicBezTo>
                  <a:pt x="424" y="109"/>
                  <a:pt x="422" y="100"/>
                  <a:pt x="422" y="91"/>
                </a:cubicBezTo>
                <a:cubicBezTo>
                  <a:pt x="441" y="48"/>
                  <a:pt x="439" y="41"/>
                  <a:pt x="444" y="38"/>
                </a:cubicBezTo>
                <a:cubicBezTo>
                  <a:pt x="455" y="8"/>
                  <a:pt x="456" y="4"/>
                  <a:pt x="457" y="1"/>
                </a:cubicBezTo>
                <a:cubicBezTo>
                  <a:pt x="421" y="65"/>
                  <a:pt x="416" y="75"/>
                  <a:pt x="414" y="88"/>
                </a:cubicBezTo>
                <a:cubicBezTo>
                  <a:pt x="401" y="145"/>
                  <a:pt x="400" y="152"/>
                  <a:pt x="397" y="157"/>
                </a:cubicBezTo>
                <a:cubicBezTo>
                  <a:pt x="398" y="212"/>
                  <a:pt x="390" y="221"/>
                  <a:pt x="396" y="237"/>
                </a:cubicBezTo>
                <a:cubicBezTo>
                  <a:pt x="386" y="261"/>
                  <a:pt x="383" y="257"/>
                  <a:pt x="386" y="255"/>
                </a:cubicBezTo>
                <a:cubicBezTo>
                  <a:pt x="376" y="202"/>
                  <a:pt x="382" y="193"/>
                  <a:pt x="381" y="181"/>
                </a:cubicBezTo>
                <a:cubicBezTo>
                  <a:pt x="388" y="120"/>
                  <a:pt x="382" y="112"/>
                  <a:pt x="385" y="109"/>
                </a:cubicBezTo>
                <a:cubicBezTo>
                  <a:pt x="399" y="34"/>
                  <a:pt x="404" y="27"/>
                  <a:pt x="400" y="16"/>
                </a:cubicBezTo>
                <a:cubicBezTo>
                  <a:pt x="394" y="1"/>
                  <a:pt x="394" y="2"/>
                  <a:pt x="393" y="3"/>
                </a:cubicBezTo>
                <a:cubicBezTo>
                  <a:pt x="380" y="78"/>
                  <a:pt x="376" y="85"/>
                  <a:pt x="373" y="92"/>
                </a:cubicBezTo>
                <a:cubicBezTo>
                  <a:pt x="372" y="133"/>
                  <a:pt x="366" y="134"/>
                  <a:pt x="371" y="141"/>
                </a:cubicBezTo>
                <a:cubicBezTo>
                  <a:pt x="364" y="197"/>
                  <a:pt x="370" y="209"/>
                  <a:pt x="368" y="216"/>
                </a:cubicBezTo>
                <a:cubicBezTo>
                  <a:pt x="357" y="219"/>
                  <a:pt x="356" y="217"/>
                  <a:pt x="358" y="216"/>
                </a:cubicBezTo>
                <a:cubicBezTo>
                  <a:pt x="355" y="162"/>
                  <a:pt x="352" y="147"/>
                  <a:pt x="350" y="133"/>
                </a:cubicBezTo>
                <a:cubicBezTo>
                  <a:pt x="362" y="59"/>
                  <a:pt x="364" y="48"/>
                  <a:pt x="368" y="39"/>
                </a:cubicBezTo>
                <a:cubicBezTo>
                  <a:pt x="365" y="1"/>
                  <a:pt x="365" y="1"/>
                  <a:pt x="365" y="1"/>
                </a:cubicBezTo>
                <a:cubicBezTo>
                  <a:pt x="349" y="51"/>
                  <a:pt x="346" y="61"/>
                  <a:pt x="348" y="72"/>
                </a:cubicBezTo>
                <a:cubicBezTo>
                  <a:pt x="352" y="86"/>
                  <a:pt x="338" y="94"/>
                  <a:pt x="345" y="101"/>
                </a:cubicBezTo>
                <a:cubicBezTo>
                  <a:pt x="336" y="147"/>
                  <a:pt x="338" y="154"/>
                  <a:pt x="340" y="160"/>
                </a:cubicBezTo>
                <a:cubicBezTo>
                  <a:pt x="330" y="154"/>
                  <a:pt x="325" y="142"/>
                  <a:pt x="321" y="130"/>
                </a:cubicBezTo>
                <a:cubicBezTo>
                  <a:pt x="326" y="18"/>
                  <a:pt x="325" y="12"/>
                  <a:pt x="323" y="4"/>
                </a:cubicBezTo>
                <a:cubicBezTo>
                  <a:pt x="312" y="22"/>
                  <a:pt x="309" y="43"/>
                  <a:pt x="310" y="67"/>
                </a:cubicBezTo>
                <a:cubicBezTo>
                  <a:pt x="310" y="113"/>
                  <a:pt x="308" y="119"/>
                  <a:pt x="311" y="127"/>
                </a:cubicBezTo>
                <a:cubicBezTo>
                  <a:pt x="299" y="84"/>
                  <a:pt x="299" y="81"/>
                  <a:pt x="299" y="70"/>
                </a:cubicBezTo>
                <a:cubicBezTo>
                  <a:pt x="302" y="16"/>
                  <a:pt x="304" y="9"/>
                  <a:pt x="303" y="1"/>
                </a:cubicBezTo>
                <a:cubicBezTo>
                  <a:pt x="289" y="13"/>
                  <a:pt x="290" y="21"/>
                  <a:pt x="288" y="28"/>
                </a:cubicBezTo>
                <a:cubicBezTo>
                  <a:pt x="287" y="102"/>
                  <a:pt x="295" y="113"/>
                  <a:pt x="287" y="117"/>
                </a:cubicBezTo>
                <a:cubicBezTo>
                  <a:pt x="280" y="84"/>
                  <a:pt x="274" y="76"/>
                  <a:pt x="279" y="74"/>
                </a:cubicBezTo>
                <a:cubicBezTo>
                  <a:pt x="262" y="7"/>
                  <a:pt x="262" y="13"/>
                  <a:pt x="264" y="20"/>
                </a:cubicBezTo>
                <a:cubicBezTo>
                  <a:pt x="261" y="51"/>
                  <a:pt x="259" y="54"/>
                  <a:pt x="259" y="59"/>
                </a:cubicBezTo>
                <a:cubicBezTo>
                  <a:pt x="248" y="7"/>
                  <a:pt x="247" y="4"/>
                  <a:pt x="247" y="1"/>
                </a:cubicBezTo>
                <a:cubicBezTo>
                  <a:pt x="229" y="6"/>
                  <a:pt x="229" y="3"/>
                  <a:pt x="229" y="1"/>
                </a:cubicBezTo>
                <a:cubicBezTo>
                  <a:pt x="177" y="11"/>
                  <a:pt x="185" y="9"/>
                  <a:pt x="189" y="14"/>
                </a:cubicBezTo>
                <a:cubicBezTo>
                  <a:pt x="216" y="33"/>
                  <a:pt x="219" y="35"/>
                  <a:pt x="219" y="41"/>
                </a:cubicBezTo>
                <a:cubicBezTo>
                  <a:pt x="189" y="23"/>
                  <a:pt x="185" y="25"/>
                  <a:pt x="183" y="23"/>
                </a:cubicBezTo>
                <a:cubicBezTo>
                  <a:pt x="73" y="1"/>
                  <a:pt x="73" y="1"/>
                  <a:pt x="73" y="1"/>
                </a:cubicBezTo>
                <a:cubicBezTo>
                  <a:pt x="119" y="16"/>
                  <a:pt x="134" y="17"/>
                  <a:pt x="146" y="22"/>
                </a:cubicBezTo>
                <a:cubicBezTo>
                  <a:pt x="175" y="40"/>
                  <a:pt x="180" y="39"/>
                  <a:pt x="183" y="41"/>
                </a:cubicBezTo>
                <a:cubicBezTo>
                  <a:pt x="212" y="56"/>
                  <a:pt x="217" y="59"/>
                  <a:pt x="214" y="61"/>
                </a:cubicBezTo>
                <a:cubicBezTo>
                  <a:pt x="179" y="49"/>
                  <a:pt x="169" y="49"/>
                  <a:pt x="162" y="42"/>
                </a:cubicBezTo>
                <a:cubicBezTo>
                  <a:pt x="119" y="25"/>
                  <a:pt x="110" y="31"/>
                  <a:pt x="108" y="26"/>
                </a:cubicBezTo>
                <a:cubicBezTo>
                  <a:pt x="42" y="13"/>
                  <a:pt x="33" y="12"/>
                  <a:pt x="25" y="7"/>
                </a:cubicBezTo>
                <a:cubicBezTo>
                  <a:pt x="13" y="18"/>
                  <a:pt x="19" y="25"/>
                  <a:pt x="31" y="23"/>
                </a:cubicBezTo>
                <a:cubicBezTo>
                  <a:pt x="134" y="48"/>
                  <a:pt x="141" y="45"/>
                  <a:pt x="143" y="51"/>
                </a:cubicBezTo>
                <a:cubicBezTo>
                  <a:pt x="177" y="59"/>
                  <a:pt x="179" y="61"/>
                  <a:pt x="181" y="63"/>
                </a:cubicBezTo>
                <a:cubicBezTo>
                  <a:pt x="226" y="82"/>
                  <a:pt x="237" y="84"/>
                  <a:pt x="243" y="95"/>
                </a:cubicBezTo>
                <a:cubicBezTo>
                  <a:pt x="205" y="81"/>
                  <a:pt x="200" y="78"/>
                  <a:pt x="194" y="77"/>
                </a:cubicBezTo>
                <a:cubicBezTo>
                  <a:pt x="174" y="64"/>
                  <a:pt x="166" y="67"/>
                  <a:pt x="162" y="63"/>
                </a:cubicBezTo>
                <a:cubicBezTo>
                  <a:pt x="101" y="49"/>
                  <a:pt x="97" y="45"/>
                  <a:pt x="90" y="47"/>
                </a:cubicBezTo>
                <a:cubicBezTo>
                  <a:pt x="30" y="30"/>
                  <a:pt x="23" y="32"/>
                  <a:pt x="18" y="30"/>
                </a:cubicBezTo>
                <a:cubicBezTo>
                  <a:pt x="14" y="43"/>
                  <a:pt x="28" y="45"/>
                  <a:pt x="42" y="47"/>
                </a:cubicBezTo>
                <a:cubicBezTo>
                  <a:pt x="148" y="75"/>
                  <a:pt x="165" y="75"/>
                  <a:pt x="178" y="82"/>
                </a:cubicBezTo>
                <a:cubicBezTo>
                  <a:pt x="205" y="96"/>
                  <a:pt x="213" y="96"/>
                  <a:pt x="220" y="99"/>
                </a:cubicBezTo>
                <a:cubicBezTo>
                  <a:pt x="266" y="125"/>
                  <a:pt x="274" y="125"/>
                  <a:pt x="281" y="128"/>
                </a:cubicBezTo>
                <a:cubicBezTo>
                  <a:pt x="283" y="148"/>
                  <a:pt x="277" y="143"/>
                  <a:pt x="272" y="137"/>
                </a:cubicBezTo>
                <a:cubicBezTo>
                  <a:pt x="247" y="129"/>
                  <a:pt x="244" y="127"/>
                  <a:pt x="243" y="122"/>
                </a:cubicBezTo>
                <a:cubicBezTo>
                  <a:pt x="206" y="110"/>
                  <a:pt x="203" y="108"/>
                  <a:pt x="201" y="105"/>
                </a:cubicBezTo>
                <a:cubicBezTo>
                  <a:pt x="163" y="90"/>
                  <a:pt x="151" y="98"/>
                  <a:pt x="147" y="89"/>
                </a:cubicBezTo>
                <a:cubicBezTo>
                  <a:pt x="93" y="76"/>
                  <a:pt x="85" y="75"/>
                  <a:pt x="77" y="72"/>
                </a:cubicBezTo>
                <a:cubicBezTo>
                  <a:pt x="3" y="63"/>
                  <a:pt x="2" y="63"/>
                  <a:pt x="0" y="63"/>
                </a:cubicBezTo>
                <a:cubicBezTo>
                  <a:pt x="49" y="82"/>
                  <a:pt x="61" y="86"/>
                  <a:pt x="75" y="85"/>
                </a:cubicBezTo>
                <a:cubicBezTo>
                  <a:pt x="108" y="95"/>
                  <a:pt x="111" y="94"/>
                  <a:pt x="115" y="94"/>
                </a:cubicBezTo>
                <a:cubicBezTo>
                  <a:pt x="171" y="111"/>
                  <a:pt x="174" y="115"/>
                  <a:pt x="179" y="112"/>
                </a:cubicBezTo>
                <a:cubicBezTo>
                  <a:pt x="211" y="121"/>
                  <a:pt x="214" y="128"/>
                  <a:pt x="222" y="126"/>
                </a:cubicBezTo>
                <a:cubicBezTo>
                  <a:pt x="234" y="144"/>
                  <a:pt x="232" y="142"/>
                  <a:pt x="228" y="142"/>
                </a:cubicBezTo>
                <a:cubicBezTo>
                  <a:pt x="183" y="124"/>
                  <a:pt x="175" y="125"/>
                  <a:pt x="169" y="121"/>
                </a:cubicBezTo>
                <a:cubicBezTo>
                  <a:pt x="55" y="106"/>
                  <a:pt x="27" y="103"/>
                  <a:pt x="2" y="94"/>
                </a:cubicBezTo>
                <a:cubicBezTo>
                  <a:pt x="1" y="106"/>
                  <a:pt x="2" y="106"/>
                  <a:pt x="3" y="106"/>
                </a:cubicBezTo>
                <a:cubicBezTo>
                  <a:pt x="98" y="123"/>
                  <a:pt x="108" y="118"/>
                  <a:pt x="112" y="125"/>
                </a:cubicBezTo>
                <a:cubicBezTo>
                  <a:pt x="196" y="142"/>
                  <a:pt x="210" y="145"/>
                  <a:pt x="222" y="153"/>
                </a:cubicBezTo>
                <a:cubicBezTo>
                  <a:pt x="248" y="160"/>
                  <a:pt x="253" y="158"/>
                  <a:pt x="253" y="164"/>
                </a:cubicBezTo>
                <a:cubicBezTo>
                  <a:pt x="286" y="179"/>
                  <a:pt x="290" y="179"/>
                  <a:pt x="293" y="182"/>
                </a:cubicBezTo>
                <a:cubicBezTo>
                  <a:pt x="318" y="191"/>
                  <a:pt x="317" y="201"/>
                  <a:pt x="323" y="200"/>
                </a:cubicBezTo>
                <a:cubicBezTo>
                  <a:pt x="270" y="188"/>
                  <a:pt x="256" y="175"/>
                  <a:pt x="239" y="166"/>
                </a:cubicBezTo>
                <a:cubicBezTo>
                  <a:pt x="191" y="149"/>
                  <a:pt x="183" y="150"/>
                  <a:pt x="177" y="146"/>
                </a:cubicBezTo>
                <a:cubicBezTo>
                  <a:pt x="94" y="133"/>
                  <a:pt x="76" y="135"/>
                  <a:pt x="64" y="125"/>
                </a:cubicBezTo>
                <a:cubicBezTo>
                  <a:pt x="0" y="137"/>
                  <a:pt x="0" y="137"/>
                  <a:pt x="0" y="137"/>
                </a:cubicBezTo>
                <a:cubicBezTo>
                  <a:pt x="60" y="143"/>
                  <a:pt x="71" y="141"/>
                  <a:pt x="79" y="145"/>
                </a:cubicBezTo>
                <a:cubicBezTo>
                  <a:pt x="136" y="155"/>
                  <a:pt x="151" y="153"/>
                  <a:pt x="163" y="157"/>
                </a:cubicBezTo>
                <a:cubicBezTo>
                  <a:pt x="211" y="169"/>
                  <a:pt x="211" y="177"/>
                  <a:pt x="217" y="173"/>
                </a:cubicBezTo>
                <a:cubicBezTo>
                  <a:pt x="252" y="192"/>
                  <a:pt x="257" y="191"/>
                  <a:pt x="260" y="193"/>
                </a:cubicBezTo>
                <a:cubicBezTo>
                  <a:pt x="198" y="184"/>
                  <a:pt x="190" y="179"/>
                  <a:pt x="179" y="179"/>
                </a:cubicBezTo>
                <a:cubicBezTo>
                  <a:pt x="135" y="174"/>
                  <a:pt x="123" y="169"/>
                  <a:pt x="107" y="172"/>
                </a:cubicBezTo>
                <a:cubicBezTo>
                  <a:pt x="88" y="173"/>
                  <a:pt x="75" y="167"/>
                  <a:pt x="71" y="166"/>
                </a:cubicBezTo>
                <a:cubicBezTo>
                  <a:pt x="36" y="163"/>
                  <a:pt x="30" y="168"/>
                  <a:pt x="28" y="164"/>
                </a:cubicBezTo>
                <a:cubicBezTo>
                  <a:pt x="0" y="176"/>
                  <a:pt x="0" y="176"/>
                  <a:pt x="0" y="176"/>
                </a:cubicBezTo>
                <a:cubicBezTo>
                  <a:pt x="86" y="183"/>
                  <a:pt x="97" y="181"/>
                  <a:pt x="106" y="181"/>
                </a:cubicBezTo>
                <a:cubicBezTo>
                  <a:pt x="182" y="188"/>
                  <a:pt x="198" y="195"/>
                  <a:pt x="215" y="198"/>
                </a:cubicBezTo>
                <a:cubicBezTo>
                  <a:pt x="250" y="208"/>
                  <a:pt x="258" y="212"/>
                  <a:pt x="269" y="211"/>
                </a:cubicBezTo>
                <a:cubicBezTo>
                  <a:pt x="350" y="250"/>
                  <a:pt x="354" y="255"/>
                  <a:pt x="358" y="261"/>
                </a:cubicBezTo>
                <a:cubicBezTo>
                  <a:pt x="381" y="276"/>
                  <a:pt x="386" y="279"/>
                  <a:pt x="383" y="281"/>
                </a:cubicBezTo>
                <a:cubicBezTo>
                  <a:pt x="348" y="269"/>
                  <a:pt x="346" y="260"/>
                  <a:pt x="340" y="261"/>
                </a:cubicBezTo>
                <a:cubicBezTo>
                  <a:pt x="282" y="242"/>
                  <a:pt x="276" y="230"/>
                  <a:pt x="263" y="231"/>
                </a:cubicBezTo>
                <a:cubicBezTo>
                  <a:pt x="187" y="212"/>
                  <a:pt x="177" y="207"/>
                  <a:pt x="164" y="209"/>
                </a:cubicBezTo>
                <a:cubicBezTo>
                  <a:pt x="75" y="195"/>
                  <a:pt x="69" y="190"/>
                  <a:pt x="61" y="190"/>
                </a:cubicBezTo>
                <a:cubicBezTo>
                  <a:pt x="26" y="185"/>
                  <a:pt x="19" y="191"/>
                  <a:pt x="17" y="186"/>
                </a:cubicBezTo>
                <a:cubicBezTo>
                  <a:pt x="4" y="200"/>
                  <a:pt x="8" y="200"/>
                  <a:pt x="12" y="200"/>
                </a:cubicBezTo>
                <a:cubicBezTo>
                  <a:pt x="84" y="208"/>
                  <a:pt x="94" y="205"/>
                  <a:pt x="98" y="212"/>
                </a:cubicBezTo>
                <a:cubicBezTo>
                  <a:pt x="158" y="221"/>
                  <a:pt x="174" y="220"/>
                  <a:pt x="188" y="225"/>
                </a:cubicBezTo>
                <a:cubicBezTo>
                  <a:pt x="287" y="256"/>
                  <a:pt x="298" y="253"/>
                  <a:pt x="303" y="261"/>
                </a:cubicBezTo>
                <a:cubicBezTo>
                  <a:pt x="343" y="277"/>
                  <a:pt x="347" y="278"/>
                  <a:pt x="351" y="279"/>
                </a:cubicBezTo>
                <a:cubicBezTo>
                  <a:pt x="398" y="315"/>
                  <a:pt x="404" y="310"/>
                  <a:pt x="406" y="316"/>
                </a:cubicBezTo>
                <a:cubicBezTo>
                  <a:pt x="404" y="328"/>
                  <a:pt x="403" y="314"/>
                  <a:pt x="392" y="320"/>
                </a:cubicBezTo>
                <a:cubicBezTo>
                  <a:pt x="333" y="287"/>
                  <a:pt x="323" y="290"/>
                  <a:pt x="317" y="284"/>
                </a:cubicBezTo>
                <a:cubicBezTo>
                  <a:pt x="253" y="264"/>
                  <a:pt x="235" y="264"/>
                  <a:pt x="221" y="254"/>
                </a:cubicBezTo>
                <a:cubicBezTo>
                  <a:pt x="139" y="237"/>
                  <a:pt x="136" y="240"/>
                  <a:pt x="134" y="239"/>
                </a:cubicBezTo>
                <a:cubicBezTo>
                  <a:pt x="119" y="241"/>
                  <a:pt x="118" y="238"/>
                  <a:pt x="113" y="240"/>
                </a:cubicBezTo>
                <a:cubicBezTo>
                  <a:pt x="34" y="230"/>
                  <a:pt x="18" y="226"/>
                  <a:pt x="0" y="224"/>
                </a:cubicBezTo>
                <a:cubicBezTo>
                  <a:pt x="36" y="244"/>
                  <a:pt x="73" y="237"/>
                  <a:pt x="99" y="251"/>
                </a:cubicBezTo>
                <a:cubicBezTo>
                  <a:pt x="160" y="259"/>
                  <a:pt x="168" y="253"/>
                  <a:pt x="171" y="258"/>
                </a:cubicBezTo>
                <a:cubicBezTo>
                  <a:pt x="221" y="269"/>
                  <a:pt x="227" y="269"/>
                  <a:pt x="230" y="272"/>
                </a:cubicBezTo>
                <a:cubicBezTo>
                  <a:pt x="269" y="284"/>
                  <a:pt x="273" y="282"/>
                  <a:pt x="274" y="285"/>
                </a:cubicBezTo>
                <a:cubicBezTo>
                  <a:pt x="324" y="295"/>
                  <a:pt x="325" y="305"/>
                  <a:pt x="332" y="303"/>
                </a:cubicBezTo>
                <a:cubicBezTo>
                  <a:pt x="361" y="321"/>
                  <a:pt x="356" y="321"/>
                  <a:pt x="352" y="318"/>
                </a:cubicBezTo>
                <a:cubicBezTo>
                  <a:pt x="316" y="309"/>
                  <a:pt x="312" y="304"/>
                  <a:pt x="304" y="310"/>
                </a:cubicBezTo>
                <a:cubicBezTo>
                  <a:pt x="260" y="293"/>
                  <a:pt x="249" y="291"/>
                  <a:pt x="240" y="284"/>
                </a:cubicBezTo>
                <a:cubicBezTo>
                  <a:pt x="179" y="278"/>
                  <a:pt x="175" y="277"/>
                  <a:pt x="171" y="276"/>
                </a:cubicBezTo>
                <a:cubicBezTo>
                  <a:pt x="131" y="266"/>
                  <a:pt x="118" y="274"/>
                  <a:pt x="113" y="268"/>
                </a:cubicBezTo>
                <a:cubicBezTo>
                  <a:pt x="79" y="264"/>
                  <a:pt x="73" y="259"/>
                  <a:pt x="65" y="259"/>
                </a:cubicBezTo>
                <a:cubicBezTo>
                  <a:pt x="0" y="260"/>
                  <a:pt x="0" y="260"/>
                  <a:pt x="0" y="260"/>
                </a:cubicBezTo>
                <a:cubicBezTo>
                  <a:pt x="44" y="273"/>
                  <a:pt x="54" y="282"/>
                  <a:pt x="67" y="286"/>
                </a:cubicBezTo>
                <a:cubicBezTo>
                  <a:pt x="111" y="307"/>
                  <a:pt x="127" y="305"/>
                  <a:pt x="137" y="312"/>
                </a:cubicBezTo>
                <a:cubicBezTo>
                  <a:pt x="179" y="324"/>
                  <a:pt x="190" y="319"/>
                  <a:pt x="195" y="323"/>
                </a:cubicBezTo>
                <a:cubicBezTo>
                  <a:pt x="222" y="325"/>
                  <a:pt x="223" y="337"/>
                  <a:pt x="232" y="333"/>
                </a:cubicBezTo>
                <a:cubicBezTo>
                  <a:pt x="292" y="351"/>
                  <a:pt x="302" y="345"/>
                  <a:pt x="305" y="352"/>
                </a:cubicBezTo>
                <a:cubicBezTo>
                  <a:pt x="329" y="363"/>
                  <a:pt x="340" y="358"/>
                  <a:pt x="343" y="367"/>
                </a:cubicBezTo>
                <a:cubicBezTo>
                  <a:pt x="373" y="376"/>
                  <a:pt x="382" y="374"/>
                  <a:pt x="389" y="376"/>
                </a:cubicBezTo>
                <a:cubicBezTo>
                  <a:pt x="406" y="389"/>
                  <a:pt x="413" y="387"/>
                  <a:pt x="416" y="392"/>
                </a:cubicBezTo>
                <a:cubicBezTo>
                  <a:pt x="467" y="419"/>
                  <a:pt x="477" y="429"/>
                  <a:pt x="490" y="432"/>
                </a:cubicBezTo>
                <a:cubicBezTo>
                  <a:pt x="509" y="449"/>
                  <a:pt x="516" y="448"/>
                  <a:pt x="519" y="456"/>
                </a:cubicBezTo>
                <a:cubicBezTo>
                  <a:pt x="469" y="428"/>
                  <a:pt x="454" y="428"/>
                  <a:pt x="443" y="420"/>
                </a:cubicBezTo>
                <a:cubicBezTo>
                  <a:pt x="419" y="407"/>
                  <a:pt x="408" y="412"/>
                  <a:pt x="405" y="405"/>
                </a:cubicBezTo>
                <a:cubicBezTo>
                  <a:pt x="306" y="379"/>
                  <a:pt x="297" y="374"/>
                  <a:pt x="287" y="370"/>
                </a:cubicBezTo>
                <a:cubicBezTo>
                  <a:pt x="211" y="350"/>
                  <a:pt x="203" y="340"/>
                  <a:pt x="190" y="344"/>
                </a:cubicBezTo>
                <a:cubicBezTo>
                  <a:pt x="149" y="329"/>
                  <a:pt x="146" y="328"/>
                  <a:pt x="144" y="325"/>
                </a:cubicBezTo>
                <a:cubicBezTo>
                  <a:pt x="107" y="320"/>
                  <a:pt x="106" y="307"/>
                  <a:pt x="94" y="313"/>
                </a:cubicBezTo>
                <a:cubicBezTo>
                  <a:pt x="53" y="301"/>
                  <a:pt x="49" y="294"/>
                  <a:pt x="42" y="294"/>
                </a:cubicBezTo>
                <a:cubicBezTo>
                  <a:pt x="16" y="282"/>
                  <a:pt x="8" y="278"/>
                  <a:pt x="0" y="273"/>
                </a:cubicBezTo>
                <a:cubicBezTo>
                  <a:pt x="60" y="320"/>
                  <a:pt x="73" y="318"/>
                  <a:pt x="79" y="331"/>
                </a:cubicBezTo>
                <a:close/>
                <a:moveTo>
                  <a:pt x="604" y="502"/>
                </a:moveTo>
                <a:cubicBezTo>
                  <a:pt x="608" y="501"/>
                  <a:pt x="608" y="508"/>
                  <a:pt x="610" y="512"/>
                </a:cubicBezTo>
                <a:cubicBezTo>
                  <a:pt x="603" y="513"/>
                  <a:pt x="601" y="506"/>
                  <a:pt x="604" y="502"/>
                </a:cubicBezTo>
                <a:close/>
                <a:moveTo>
                  <a:pt x="404" y="338"/>
                </a:moveTo>
                <a:cubicBezTo>
                  <a:pt x="406" y="345"/>
                  <a:pt x="395" y="341"/>
                  <a:pt x="395" y="338"/>
                </a:cubicBezTo>
                <a:cubicBezTo>
                  <a:pt x="392" y="333"/>
                  <a:pt x="384" y="339"/>
                  <a:pt x="383" y="329"/>
                </a:cubicBezTo>
                <a:cubicBezTo>
                  <a:pt x="393" y="327"/>
                  <a:pt x="395" y="339"/>
                  <a:pt x="404" y="338"/>
                </a:cubicBezTo>
                <a:close/>
                <a:moveTo>
                  <a:pt x="477" y="412"/>
                </a:moveTo>
                <a:cubicBezTo>
                  <a:pt x="474" y="408"/>
                  <a:pt x="470" y="406"/>
                  <a:pt x="466" y="406"/>
                </a:cubicBezTo>
                <a:cubicBezTo>
                  <a:pt x="452" y="392"/>
                  <a:pt x="445" y="397"/>
                  <a:pt x="445" y="389"/>
                </a:cubicBezTo>
                <a:cubicBezTo>
                  <a:pt x="413" y="374"/>
                  <a:pt x="403" y="373"/>
                  <a:pt x="398" y="364"/>
                </a:cubicBezTo>
                <a:cubicBezTo>
                  <a:pt x="332" y="349"/>
                  <a:pt x="327" y="344"/>
                  <a:pt x="321" y="344"/>
                </a:cubicBezTo>
                <a:cubicBezTo>
                  <a:pt x="277" y="328"/>
                  <a:pt x="268" y="331"/>
                  <a:pt x="263" y="326"/>
                </a:cubicBezTo>
                <a:cubicBezTo>
                  <a:pt x="192" y="308"/>
                  <a:pt x="184" y="312"/>
                  <a:pt x="178" y="308"/>
                </a:cubicBezTo>
                <a:cubicBezTo>
                  <a:pt x="158" y="302"/>
                  <a:pt x="153" y="305"/>
                  <a:pt x="151" y="301"/>
                </a:cubicBezTo>
                <a:cubicBezTo>
                  <a:pt x="61" y="275"/>
                  <a:pt x="60" y="273"/>
                  <a:pt x="57" y="274"/>
                </a:cubicBezTo>
                <a:cubicBezTo>
                  <a:pt x="96" y="277"/>
                  <a:pt x="101" y="280"/>
                  <a:pt x="106" y="282"/>
                </a:cubicBezTo>
                <a:cubicBezTo>
                  <a:pt x="170" y="289"/>
                  <a:pt x="182" y="289"/>
                  <a:pt x="192" y="294"/>
                </a:cubicBezTo>
                <a:cubicBezTo>
                  <a:pt x="250" y="297"/>
                  <a:pt x="250" y="305"/>
                  <a:pt x="256" y="304"/>
                </a:cubicBezTo>
                <a:cubicBezTo>
                  <a:pt x="293" y="316"/>
                  <a:pt x="296" y="316"/>
                  <a:pt x="300" y="317"/>
                </a:cubicBezTo>
                <a:cubicBezTo>
                  <a:pt x="317" y="321"/>
                  <a:pt x="319" y="322"/>
                  <a:pt x="320" y="323"/>
                </a:cubicBezTo>
                <a:cubicBezTo>
                  <a:pt x="363" y="337"/>
                  <a:pt x="369" y="340"/>
                  <a:pt x="375" y="341"/>
                </a:cubicBezTo>
                <a:cubicBezTo>
                  <a:pt x="408" y="364"/>
                  <a:pt x="416" y="361"/>
                  <a:pt x="421" y="363"/>
                </a:cubicBezTo>
                <a:cubicBezTo>
                  <a:pt x="473" y="405"/>
                  <a:pt x="479" y="400"/>
                  <a:pt x="481" y="404"/>
                </a:cubicBezTo>
                <a:close/>
                <a:moveTo>
                  <a:pt x="574" y="496"/>
                </a:moveTo>
                <a:cubicBezTo>
                  <a:pt x="568" y="500"/>
                  <a:pt x="567" y="492"/>
                  <a:pt x="563" y="490"/>
                </a:cubicBezTo>
                <a:cubicBezTo>
                  <a:pt x="562" y="485"/>
                  <a:pt x="555" y="489"/>
                  <a:pt x="554" y="481"/>
                </a:cubicBezTo>
                <a:cubicBezTo>
                  <a:pt x="561" y="486"/>
                  <a:pt x="571" y="485"/>
                  <a:pt x="574" y="496"/>
                </a:cubicBezTo>
                <a:close/>
                <a:moveTo>
                  <a:pt x="103" y="329"/>
                </a:moveTo>
                <a:cubicBezTo>
                  <a:pt x="109" y="325"/>
                  <a:pt x="110" y="333"/>
                  <a:pt x="115" y="331"/>
                </a:cubicBezTo>
                <a:cubicBezTo>
                  <a:pt x="171" y="348"/>
                  <a:pt x="180" y="348"/>
                  <a:pt x="187" y="354"/>
                </a:cubicBezTo>
                <a:cubicBezTo>
                  <a:pt x="252" y="368"/>
                  <a:pt x="264" y="379"/>
                  <a:pt x="281" y="381"/>
                </a:cubicBezTo>
                <a:cubicBezTo>
                  <a:pt x="354" y="410"/>
                  <a:pt x="361" y="404"/>
                  <a:pt x="363" y="409"/>
                </a:cubicBezTo>
                <a:cubicBezTo>
                  <a:pt x="405" y="413"/>
                  <a:pt x="402" y="428"/>
                  <a:pt x="410" y="421"/>
                </a:cubicBezTo>
                <a:cubicBezTo>
                  <a:pt x="445" y="442"/>
                  <a:pt x="452" y="438"/>
                  <a:pt x="456" y="440"/>
                </a:cubicBezTo>
                <a:cubicBezTo>
                  <a:pt x="488" y="458"/>
                  <a:pt x="495" y="458"/>
                  <a:pt x="498" y="466"/>
                </a:cubicBezTo>
                <a:cubicBezTo>
                  <a:pt x="561" y="506"/>
                  <a:pt x="568" y="512"/>
                  <a:pt x="575" y="517"/>
                </a:cubicBezTo>
                <a:cubicBezTo>
                  <a:pt x="558" y="513"/>
                  <a:pt x="551" y="516"/>
                  <a:pt x="549" y="510"/>
                </a:cubicBezTo>
                <a:cubicBezTo>
                  <a:pt x="513" y="494"/>
                  <a:pt x="503" y="492"/>
                  <a:pt x="493" y="489"/>
                </a:cubicBezTo>
                <a:cubicBezTo>
                  <a:pt x="404" y="458"/>
                  <a:pt x="396" y="460"/>
                  <a:pt x="391" y="458"/>
                </a:cubicBezTo>
                <a:cubicBezTo>
                  <a:pt x="326" y="439"/>
                  <a:pt x="303" y="432"/>
                  <a:pt x="282" y="420"/>
                </a:cubicBezTo>
                <a:cubicBezTo>
                  <a:pt x="227" y="398"/>
                  <a:pt x="222" y="396"/>
                  <a:pt x="216" y="396"/>
                </a:cubicBezTo>
                <a:cubicBezTo>
                  <a:pt x="173" y="374"/>
                  <a:pt x="170" y="375"/>
                  <a:pt x="166" y="375"/>
                </a:cubicBezTo>
                <a:cubicBezTo>
                  <a:pt x="119" y="342"/>
                  <a:pt x="112" y="342"/>
                  <a:pt x="106" y="340"/>
                </a:cubicBezTo>
                <a:close/>
                <a:moveTo>
                  <a:pt x="3826" y="1984"/>
                </a:moveTo>
                <a:cubicBezTo>
                  <a:pt x="3826" y="1988"/>
                  <a:pt x="3827" y="1993"/>
                  <a:pt x="3819" y="1999"/>
                </a:cubicBezTo>
                <a:cubicBezTo>
                  <a:pt x="3821" y="2007"/>
                  <a:pt x="3806" y="2010"/>
                  <a:pt x="3810" y="2018"/>
                </a:cubicBezTo>
                <a:cubicBezTo>
                  <a:pt x="3803" y="2023"/>
                  <a:pt x="3802" y="2030"/>
                  <a:pt x="3797" y="2036"/>
                </a:cubicBezTo>
                <a:cubicBezTo>
                  <a:pt x="3779" y="2061"/>
                  <a:pt x="3766" y="2086"/>
                  <a:pt x="3744" y="2110"/>
                </a:cubicBezTo>
                <a:cubicBezTo>
                  <a:pt x="3742" y="2117"/>
                  <a:pt x="3735" y="2123"/>
                  <a:pt x="3729" y="2130"/>
                </a:cubicBezTo>
                <a:cubicBezTo>
                  <a:pt x="3727" y="2136"/>
                  <a:pt x="3717" y="2141"/>
                  <a:pt x="3716" y="2148"/>
                </a:cubicBezTo>
                <a:cubicBezTo>
                  <a:pt x="3711" y="2152"/>
                  <a:pt x="3707" y="2156"/>
                  <a:pt x="3703" y="2161"/>
                </a:cubicBezTo>
                <a:cubicBezTo>
                  <a:pt x="3713" y="2161"/>
                  <a:pt x="3713" y="2161"/>
                  <a:pt x="3713" y="2161"/>
                </a:cubicBezTo>
                <a:cubicBezTo>
                  <a:pt x="3720" y="2153"/>
                  <a:pt x="3727" y="2145"/>
                  <a:pt x="3734" y="2137"/>
                </a:cubicBezTo>
                <a:cubicBezTo>
                  <a:pt x="3735" y="2132"/>
                  <a:pt x="3741" y="2129"/>
                  <a:pt x="3743" y="2124"/>
                </a:cubicBezTo>
                <a:cubicBezTo>
                  <a:pt x="3746" y="2120"/>
                  <a:pt x="3752" y="2117"/>
                  <a:pt x="3752" y="2112"/>
                </a:cubicBezTo>
                <a:cubicBezTo>
                  <a:pt x="3762" y="2104"/>
                  <a:pt x="3768" y="2096"/>
                  <a:pt x="3771" y="2087"/>
                </a:cubicBezTo>
                <a:cubicBezTo>
                  <a:pt x="3797" y="2054"/>
                  <a:pt x="3817" y="2020"/>
                  <a:pt x="3838" y="1987"/>
                </a:cubicBezTo>
                <a:cubicBezTo>
                  <a:pt x="3839" y="1985"/>
                  <a:pt x="3840" y="1983"/>
                  <a:pt x="3840" y="1982"/>
                </a:cubicBezTo>
                <a:cubicBezTo>
                  <a:pt x="3840" y="1963"/>
                  <a:pt x="3840" y="1963"/>
                  <a:pt x="3840" y="1963"/>
                </a:cubicBezTo>
                <a:cubicBezTo>
                  <a:pt x="3837" y="1969"/>
                  <a:pt x="3834" y="1975"/>
                  <a:pt x="3831" y="1981"/>
                </a:cubicBezTo>
                <a:cubicBezTo>
                  <a:pt x="3831" y="1982"/>
                  <a:pt x="3826" y="1983"/>
                  <a:pt x="3826" y="1984"/>
                </a:cubicBezTo>
                <a:close/>
                <a:moveTo>
                  <a:pt x="3810" y="1936"/>
                </a:moveTo>
                <a:cubicBezTo>
                  <a:pt x="3798" y="1951"/>
                  <a:pt x="3791" y="1968"/>
                  <a:pt x="3782" y="1984"/>
                </a:cubicBezTo>
                <a:cubicBezTo>
                  <a:pt x="3772" y="2000"/>
                  <a:pt x="3766" y="2017"/>
                  <a:pt x="3758" y="2033"/>
                </a:cubicBezTo>
                <a:cubicBezTo>
                  <a:pt x="3749" y="2044"/>
                  <a:pt x="3744" y="2055"/>
                  <a:pt x="3738" y="2066"/>
                </a:cubicBezTo>
                <a:cubicBezTo>
                  <a:pt x="3734" y="2078"/>
                  <a:pt x="3725" y="2089"/>
                  <a:pt x="3721" y="2100"/>
                </a:cubicBezTo>
                <a:cubicBezTo>
                  <a:pt x="3715" y="2112"/>
                  <a:pt x="3706" y="2122"/>
                  <a:pt x="3705" y="2134"/>
                </a:cubicBezTo>
                <a:cubicBezTo>
                  <a:pt x="3697" y="2139"/>
                  <a:pt x="3694" y="2144"/>
                  <a:pt x="3695" y="2151"/>
                </a:cubicBezTo>
                <a:cubicBezTo>
                  <a:pt x="3688" y="2153"/>
                  <a:pt x="3686" y="2157"/>
                  <a:pt x="3684" y="2161"/>
                </a:cubicBezTo>
                <a:cubicBezTo>
                  <a:pt x="3697" y="2161"/>
                  <a:pt x="3697" y="2161"/>
                  <a:pt x="3697" y="2161"/>
                </a:cubicBezTo>
                <a:cubicBezTo>
                  <a:pt x="3704" y="2154"/>
                  <a:pt x="3710" y="2146"/>
                  <a:pt x="3710" y="2138"/>
                </a:cubicBezTo>
                <a:cubicBezTo>
                  <a:pt x="3722" y="2132"/>
                  <a:pt x="3719" y="2123"/>
                  <a:pt x="3724" y="2116"/>
                </a:cubicBezTo>
                <a:cubicBezTo>
                  <a:pt x="3729" y="2109"/>
                  <a:pt x="3730" y="2102"/>
                  <a:pt x="3735" y="2095"/>
                </a:cubicBezTo>
                <a:cubicBezTo>
                  <a:pt x="3737" y="2087"/>
                  <a:pt x="3745" y="2081"/>
                  <a:pt x="3749" y="2073"/>
                </a:cubicBezTo>
                <a:cubicBezTo>
                  <a:pt x="3747" y="2064"/>
                  <a:pt x="3759" y="2059"/>
                  <a:pt x="3758" y="2050"/>
                </a:cubicBezTo>
                <a:cubicBezTo>
                  <a:pt x="3767" y="2044"/>
                  <a:pt x="3765" y="2035"/>
                  <a:pt x="3772" y="2028"/>
                </a:cubicBezTo>
                <a:cubicBezTo>
                  <a:pt x="3774" y="2021"/>
                  <a:pt x="3781" y="2015"/>
                  <a:pt x="3783" y="2007"/>
                </a:cubicBezTo>
                <a:cubicBezTo>
                  <a:pt x="3788" y="1992"/>
                  <a:pt x="3797" y="1977"/>
                  <a:pt x="3806" y="1962"/>
                </a:cubicBezTo>
                <a:cubicBezTo>
                  <a:pt x="3800" y="1957"/>
                  <a:pt x="3819" y="1957"/>
                  <a:pt x="3813" y="1951"/>
                </a:cubicBezTo>
                <a:cubicBezTo>
                  <a:pt x="3816" y="1948"/>
                  <a:pt x="3817" y="1944"/>
                  <a:pt x="3820" y="1940"/>
                </a:cubicBezTo>
                <a:cubicBezTo>
                  <a:pt x="3821" y="1933"/>
                  <a:pt x="3828" y="1927"/>
                  <a:pt x="3831" y="1920"/>
                </a:cubicBezTo>
                <a:cubicBezTo>
                  <a:pt x="3832" y="1914"/>
                  <a:pt x="3837" y="1910"/>
                  <a:pt x="3840" y="1905"/>
                </a:cubicBezTo>
                <a:cubicBezTo>
                  <a:pt x="3840" y="1885"/>
                  <a:pt x="3840" y="1885"/>
                  <a:pt x="3840" y="1885"/>
                </a:cubicBezTo>
                <a:cubicBezTo>
                  <a:pt x="3840" y="1886"/>
                  <a:pt x="3839" y="1887"/>
                  <a:pt x="3838" y="1888"/>
                </a:cubicBezTo>
                <a:cubicBezTo>
                  <a:pt x="3828" y="1904"/>
                  <a:pt x="3816" y="1919"/>
                  <a:pt x="3810" y="1936"/>
                </a:cubicBezTo>
                <a:close/>
                <a:moveTo>
                  <a:pt x="3827" y="853"/>
                </a:moveTo>
                <a:cubicBezTo>
                  <a:pt x="3813" y="863"/>
                  <a:pt x="3798" y="861"/>
                  <a:pt x="3784" y="868"/>
                </a:cubicBezTo>
                <a:cubicBezTo>
                  <a:pt x="3747" y="873"/>
                  <a:pt x="3744" y="883"/>
                  <a:pt x="3740" y="882"/>
                </a:cubicBezTo>
                <a:cubicBezTo>
                  <a:pt x="3688" y="888"/>
                  <a:pt x="3681" y="898"/>
                  <a:pt x="3674" y="897"/>
                </a:cubicBezTo>
                <a:cubicBezTo>
                  <a:pt x="3645" y="906"/>
                  <a:pt x="3638" y="910"/>
                  <a:pt x="3630" y="912"/>
                </a:cubicBezTo>
                <a:cubicBezTo>
                  <a:pt x="3580" y="930"/>
                  <a:pt x="3573" y="940"/>
                  <a:pt x="3566" y="939"/>
                </a:cubicBezTo>
                <a:cubicBezTo>
                  <a:pt x="3521" y="966"/>
                  <a:pt x="3517" y="968"/>
                  <a:pt x="3514" y="969"/>
                </a:cubicBezTo>
                <a:cubicBezTo>
                  <a:pt x="3487" y="983"/>
                  <a:pt x="3484" y="993"/>
                  <a:pt x="3480" y="990"/>
                </a:cubicBezTo>
                <a:cubicBezTo>
                  <a:pt x="3470" y="1008"/>
                  <a:pt x="3482" y="995"/>
                  <a:pt x="3495" y="994"/>
                </a:cubicBezTo>
                <a:cubicBezTo>
                  <a:pt x="3557" y="953"/>
                  <a:pt x="3583" y="947"/>
                  <a:pt x="3608" y="931"/>
                </a:cubicBezTo>
                <a:cubicBezTo>
                  <a:pt x="3710" y="900"/>
                  <a:pt x="3716" y="894"/>
                  <a:pt x="3723" y="895"/>
                </a:cubicBezTo>
                <a:cubicBezTo>
                  <a:pt x="3788" y="882"/>
                  <a:pt x="3794" y="872"/>
                  <a:pt x="3801" y="873"/>
                </a:cubicBezTo>
                <a:cubicBezTo>
                  <a:pt x="3827" y="863"/>
                  <a:pt x="3834" y="869"/>
                  <a:pt x="3840" y="864"/>
                </a:cubicBezTo>
                <a:close/>
                <a:moveTo>
                  <a:pt x="2555" y="2043"/>
                </a:moveTo>
                <a:cubicBezTo>
                  <a:pt x="2556" y="2071"/>
                  <a:pt x="2547" y="2096"/>
                  <a:pt x="2551" y="2126"/>
                </a:cubicBezTo>
                <a:cubicBezTo>
                  <a:pt x="2546" y="2133"/>
                  <a:pt x="2544" y="2141"/>
                  <a:pt x="2543" y="2149"/>
                </a:cubicBezTo>
                <a:cubicBezTo>
                  <a:pt x="2536" y="2151"/>
                  <a:pt x="2544" y="2158"/>
                  <a:pt x="2539" y="2161"/>
                </a:cubicBezTo>
                <a:cubicBezTo>
                  <a:pt x="2554" y="2161"/>
                  <a:pt x="2554" y="2161"/>
                  <a:pt x="2554" y="2161"/>
                </a:cubicBezTo>
                <a:cubicBezTo>
                  <a:pt x="2553" y="2158"/>
                  <a:pt x="2552" y="2155"/>
                  <a:pt x="2551" y="2152"/>
                </a:cubicBezTo>
                <a:cubicBezTo>
                  <a:pt x="2560" y="2136"/>
                  <a:pt x="2553" y="2115"/>
                  <a:pt x="2560" y="2099"/>
                </a:cubicBezTo>
                <a:cubicBezTo>
                  <a:pt x="2555" y="2087"/>
                  <a:pt x="2564" y="2081"/>
                  <a:pt x="2559" y="2070"/>
                </a:cubicBezTo>
                <a:cubicBezTo>
                  <a:pt x="2561" y="2066"/>
                  <a:pt x="2561" y="2061"/>
                  <a:pt x="2562" y="2056"/>
                </a:cubicBezTo>
                <a:cubicBezTo>
                  <a:pt x="2558" y="2052"/>
                  <a:pt x="2564" y="2041"/>
                  <a:pt x="2555" y="2043"/>
                </a:cubicBezTo>
                <a:close/>
                <a:moveTo>
                  <a:pt x="3812" y="907"/>
                </a:moveTo>
                <a:cubicBezTo>
                  <a:pt x="3803" y="905"/>
                  <a:pt x="3794" y="910"/>
                  <a:pt x="3786" y="913"/>
                </a:cubicBezTo>
                <a:cubicBezTo>
                  <a:pt x="3729" y="928"/>
                  <a:pt x="3724" y="926"/>
                  <a:pt x="3720" y="932"/>
                </a:cubicBezTo>
                <a:cubicBezTo>
                  <a:pt x="3672" y="946"/>
                  <a:pt x="3662" y="944"/>
                  <a:pt x="3654" y="952"/>
                </a:cubicBezTo>
                <a:cubicBezTo>
                  <a:pt x="3593" y="974"/>
                  <a:pt x="3584" y="976"/>
                  <a:pt x="3576" y="983"/>
                </a:cubicBezTo>
                <a:cubicBezTo>
                  <a:pt x="3533" y="993"/>
                  <a:pt x="3529" y="999"/>
                  <a:pt x="3525" y="1003"/>
                </a:cubicBezTo>
                <a:cubicBezTo>
                  <a:pt x="3481" y="1019"/>
                  <a:pt x="3477" y="1025"/>
                  <a:pt x="3472" y="1024"/>
                </a:cubicBezTo>
                <a:cubicBezTo>
                  <a:pt x="3392" y="1085"/>
                  <a:pt x="3391" y="1089"/>
                  <a:pt x="3391" y="1094"/>
                </a:cubicBezTo>
                <a:cubicBezTo>
                  <a:pt x="3389" y="1100"/>
                  <a:pt x="3391" y="1098"/>
                  <a:pt x="3393" y="1095"/>
                </a:cubicBezTo>
                <a:cubicBezTo>
                  <a:pt x="3476" y="1037"/>
                  <a:pt x="3483" y="1026"/>
                  <a:pt x="3491" y="1028"/>
                </a:cubicBezTo>
                <a:cubicBezTo>
                  <a:pt x="3531" y="1015"/>
                  <a:pt x="3534" y="1006"/>
                  <a:pt x="3538" y="1009"/>
                </a:cubicBezTo>
                <a:cubicBezTo>
                  <a:pt x="3595" y="988"/>
                  <a:pt x="3603" y="981"/>
                  <a:pt x="3611" y="980"/>
                </a:cubicBezTo>
                <a:cubicBezTo>
                  <a:pt x="3651" y="964"/>
                  <a:pt x="3655" y="958"/>
                  <a:pt x="3659" y="955"/>
                </a:cubicBezTo>
                <a:cubicBezTo>
                  <a:pt x="3690" y="953"/>
                  <a:pt x="3697" y="945"/>
                  <a:pt x="3706" y="947"/>
                </a:cubicBezTo>
                <a:cubicBezTo>
                  <a:pt x="3744" y="927"/>
                  <a:pt x="3750" y="943"/>
                  <a:pt x="3753" y="932"/>
                </a:cubicBezTo>
                <a:cubicBezTo>
                  <a:pt x="3783" y="923"/>
                  <a:pt x="3792" y="925"/>
                  <a:pt x="3799" y="919"/>
                </a:cubicBezTo>
                <a:cubicBezTo>
                  <a:pt x="3840" y="899"/>
                  <a:pt x="3840" y="899"/>
                  <a:pt x="3840" y="899"/>
                </a:cubicBezTo>
                <a:close/>
                <a:moveTo>
                  <a:pt x="18" y="991"/>
                </a:moveTo>
                <a:cubicBezTo>
                  <a:pt x="19" y="988"/>
                  <a:pt x="21" y="987"/>
                  <a:pt x="24" y="985"/>
                </a:cubicBezTo>
                <a:cubicBezTo>
                  <a:pt x="41" y="954"/>
                  <a:pt x="52" y="950"/>
                  <a:pt x="55" y="938"/>
                </a:cubicBezTo>
                <a:cubicBezTo>
                  <a:pt x="77" y="912"/>
                  <a:pt x="76" y="910"/>
                  <a:pt x="77" y="909"/>
                </a:cubicBezTo>
                <a:cubicBezTo>
                  <a:pt x="85" y="893"/>
                  <a:pt x="91" y="890"/>
                  <a:pt x="94" y="885"/>
                </a:cubicBezTo>
                <a:cubicBezTo>
                  <a:pt x="117" y="847"/>
                  <a:pt x="125" y="839"/>
                  <a:pt x="127" y="826"/>
                </a:cubicBezTo>
                <a:cubicBezTo>
                  <a:pt x="144" y="805"/>
                  <a:pt x="143" y="800"/>
                  <a:pt x="147" y="800"/>
                </a:cubicBezTo>
                <a:cubicBezTo>
                  <a:pt x="208" y="707"/>
                  <a:pt x="208" y="692"/>
                  <a:pt x="219" y="688"/>
                </a:cubicBezTo>
                <a:cubicBezTo>
                  <a:pt x="270" y="630"/>
                  <a:pt x="278" y="623"/>
                  <a:pt x="284" y="613"/>
                </a:cubicBezTo>
                <a:cubicBezTo>
                  <a:pt x="313" y="588"/>
                  <a:pt x="318" y="585"/>
                  <a:pt x="321" y="581"/>
                </a:cubicBezTo>
                <a:cubicBezTo>
                  <a:pt x="347" y="553"/>
                  <a:pt x="359" y="556"/>
                  <a:pt x="361" y="551"/>
                </a:cubicBezTo>
                <a:cubicBezTo>
                  <a:pt x="311" y="579"/>
                  <a:pt x="302" y="591"/>
                  <a:pt x="289" y="599"/>
                </a:cubicBezTo>
                <a:cubicBezTo>
                  <a:pt x="258" y="633"/>
                  <a:pt x="251" y="631"/>
                  <a:pt x="253" y="637"/>
                </a:cubicBezTo>
                <a:cubicBezTo>
                  <a:pt x="226" y="662"/>
                  <a:pt x="224" y="664"/>
                  <a:pt x="219" y="664"/>
                </a:cubicBezTo>
                <a:cubicBezTo>
                  <a:pt x="196" y="698"/>
                  <a:pt x="191" y="703"/>
                  <a:pt x="188" y="709"/>
                </a:cubicBezTo>
                <a:cubicBezTo>
                  <a:pt x="146" y="779"/>
                  <a:pt x="135" y="788"/>
                  <a:pt x="132" y="806"/>
                </a:cubicBezTo>
                <a:cubicBezTo>
                  <a:pt x="97" y="854"/>
                  <a:pt x="91" y="860"/>
                  <a:pt x="88" y="868"/>
                </a:cubicBezTo>
                <a:cubicBezTo>
                  <a:pt x="70" y="899"/>
                  <a:pt x="64" y="905"/>
                  <a:pt x="60" y="912"/>
                </a:cubicBezTo>
                <a:cubicBezTo>
                  <a:pt x="43" y="944"/>
                  <a:pt x="31" y="945"/>
                  <a:pt x="29" y="953"/>
                </a:cubicBezTo>
                <a:cubicBezTo>
                  <a:pt x="9" y="980"/>
                  <a:pt x="5" y="985"/>
                  <a:pt x="0" y="989"/>
                </a:cubicBezTo>
                <a:cubicBezTo>
                  <a:pt x="14" y="1002"/>
                  <a:pt x="13" y="994"/>
                  <a:pt x="18" y="991"/>
                </a:cubicBezTo>
                <a:close/>
                <a:moveTo>
                  <a:pt x="3610" y="40"/>
                </a:moveTo>
                <a:cubicBezTo>
                  <a:pt x="3615" y="31"/>
                  <a:pt x="3617" y="22"/>
                  <a:pt x="3618" y="15"/>
                </a:cubicBezTo>
                <a:cubicBezTo>
                  <a:pt x="3619" y="9"/>
                  <a:pt x="3616" y="6"/>
                  <a:pt x="3616" y="1"/>
                </a:cubicBezTo>
                <a:cubicBezTo>
                  <a:pt x="3612" y="1"/>
                  <a:pt x="3612" y="1"/>
                  <a:pt x="3612" y="1"/>
                </a:cubicBezTo>
                <a:cubicBezTo>
                  <a:pt x="3612" y="10"/>
                  <a:pt x="3612" y="19"/>
                  <a:pt x="3612" y="28"/>
                </a:cubicBezTo>
                <a:cubicBezTo>
                  <a:pt x="3611" y="32"/>
                  <a:pt x="3607" y="38"/>
                  <a:pt x="3610" y="40"/>
                </a:cubicBezTo>
                <a:close/>
                <a:moveTo>
                  <a:pt x="19" y="916"/>
                </a:moveTo>
                <a:cubicBezTo>
                  <a:pt x="19" y="903"/>
                  <a:pt x="26" y="898"/>
                  <a:pt x="30" y="890"/>
                </a:cubicBezTo>
                <a:cubicBezTo>
                  <a:pt x="76" y="798"/>
                  <a:pt x="87" y="794"/>
                  <a:pt x="88" y="781"/>
                </a:cubicBezTo>
                <a:cubicBezTo>
                  <a:pt x="108" y="743"/>
                  <a:pt x="114" y="734"/>
                  <a:pt x="122" y="728"/>
                </a:cubicBezTo>
                <a:cubicBezTo>
                  <a:pt x="159" y="672"/>
                  <a:pt x="164" y="670"/>
                  <a:pt x="166" y="666"/>
                </a:cubicBezTo>
                <a:cubicBezTo>
                  <a:pt x="223" y="605"/>
                  <a:pt x="228" y="603"/>
                  <a:pt x="232" y="600"/>
                </a:cubicBezTo>
                <a:cubicBezTo>
                  <a:pt x="247" y="569"/>
                  <a:pt x="246" y="586"/>
                  <a:pt x="228" y="589"/>
                </a:cubicBezTo>
                <a:cubicBezTo>
                  <a:pt x="207" y="610"/>
                  <a:pt x="209" y="617"/>
                  <a:pt x="203" y="615"/>
                </a:cubicBezTo>
                <a:cubicBezTo>
                  <a:pt x="173" y="649"/>
                  <a:pt x="165" y="650"/>
                  <a:pt x="163" y="657"/>
                </a:cubicBezTo>
                <a:cubicBezTo>
                  <a:pt x="144" y="680"/>
                  <a:pt x="141" y="682"/>
                  <a:pt x="138" y="684"/>
                </a:cubicBezTo>
                <a:cubicBezTo>
                  <a:pt x="99" y="747"/>
                  <a:pt x="91" y="751"/>
                  <a:pt x="91" y="760"/>
                </a:cubicBezTo>
                <a:cubicBezTo>
                  <a:pt x="66" y="804"/>
                  <a:pt x="62" y="805"/>
                  <a:pt x="63" y="810"/>
                </a:cubicBezTo>
                <a:cubicBezTo>
                  <a:pt x="19" y="878"/>
                  <a:pt x="9" y="898"/>
                  <a:pt x="0" y="918"/>
                </a:cubicBezTo>
                <a:cubicBezTo>
                  <a:pt x="9" y="931"/>
                  <a:pt x="10" y="920"/>
                  <a:pt x="19" y="916"/>
                </a:cubicBezTo>
                <a:close/>
                <a:moveTo>
                  <a:pt x="101" y="952"/>
                </a:moveTo>
                <a:cubicBezTo>
                  <a:pt x="107" y="933"/>
                  <a:pt x="124" y="926"/>
                  <a:pt x="129" y="907"/>
                </a:cubicBezTo>
                <a:cubicBezTo>
                  <a:pt x="153" y="887"/>
                  <a:pt x="154" y="883"/>
                  <a:pt x="155" y="878"/>
                </a:cubicBezTo>
                <a:cubicBezTo>
                  <a:pt x="186" y="849"/>
                  <a:pt x="185" y="838"/>
                  <a:pt x="197" y="839"/>
                </a:cubicBezTo>
                <a:cubicBezTo>
                  <a:pt x="226" y="799"/>
                  <a:pt x="231" y="800"/>
                  <a:pt x="234" y="797"/>
                </a:cubicBezTo>
                <a:cubicBezTo>
                  <a:pt x="261" y="768"/>
                  <a:pt x="267" y="763"/>
                  <a:pt x="273" y="759"/>
                </a:cubicBezTo>
                <a:cubicBezTo>
                  <a:pt x="334" y="706"/>
                  <a:pt x="348" y="698"/>
                  <a:pt x="358" y="687"/>
                </a:cubicBezTo>
                <a:cubicBezTo>
                  <a:pt x="387" y="672"/>
                  <a:pt x="392" y="667"/>
                  <a:pt x="398" y="663"/>
                </a:cubicBezTo>
                <a:cubicBezTo>
                  <a:pt x="445" y="635"/>
                  <a:pt x="453" y="633"/>
                  <a:pt x="458" y="629"/>
                </a:cubicBezTo>
                <a:cubicBezTo>
                  <a:pt x="471" y="618"/>
                  <a:pt x="463" y="619"/>
                  <a:pt x="458" y="623"/>
                </a:cubicBezTo>
                <a:cubicBezTo>
                  <a:pt x="388" y="656"/>
                  <a:pt x="381" y="668"/>
                  <a:pt x="367" y="672"/>
                </a:cubicBezTo>
                <a:cubicBezTo>
                  <a:pt x="297" y="725"/>
                  <a:pt x="290" y="728"/>
                  <a:pt x="284" y="732"/>
                </a:cubicBezTo>
                <a:cubicBezTo>
                  <a:pt x="256" y="751"/>
                  <a:pt x="251" y="765"/>
                  <a:pt x="239" y="771"/>
                </a:cubicBezTo>
                <a:cubicBezTo>
                  <a:pt x="216" y="797"/>
                  <a:pt x="214" y="800"/>
                  <a:pt x="211" y="801"/>
                </a:cubicBezTo>
                <a:cubicBezTo>
                  <a:pt x="180" y="835"/>
                  <a:pt x="174" y="839"/>
                  <a:pt x="168" y="843"/>
                </a:cubicBezTo>
                <a:cubicBezTo>
                  <a:pt x="151" y="871"/>
                  <a:pt x="144" y="869"/>
                  <a:pt x="146" y="875"/>
                </a:cubicBezTo>
                <a:cubicBezTo>
                  <a:pt x="128" y="897"/>
                  <a:pt x="124" y="895"/>
                  <a:pt x="123" y="896"/>
                </a:cubicBezTo>
                <a:cubicBezTo>
                  <a:pt x="104" y="928"/>
                  <a:pt x="98" y="932"/>
                  <a:pt x="92" y="934"/>
                </a:cubicBezTo>
                <a:cubicBezTo>
                  <a:pt x="62" y="972"/>
                  <a:pt x="61" y="980"/>
                  <a:pt x="53" y="982"/>
                </a:cubicBezTo>
                <a:cubicBezTo>
                  <a:pt x="19" y="1020"/>
                  <a:pt x="10" y="1027"/>
                  <a:pt x="0" y="1035"/>
                </a:cubicBezTo>
                <a:cubicBezTo>
                  <a:pt x="55" y="1004"/>
                  <a:pt x="76" y="975"/>
                  <a:pt x="101" y="952"/>
                </a:cubicBezTo>
                <a:close/>
                <a:moveTo>
                  <a:pt x="26" y="733"/>
                </a:moveTo>
                <a:cubicBezTo>
                  <a:pt x="36" y="726"/>
                  <a:pt x="41" y="714"/>
                  <a:pt x="46" y="701"/>
                </a:cubicBezTo>
                <a:cubicBezTo>
                  <a:pt x="50" y="697"/>
                  <a:pt x="53" y="691"/>
                  <a:pt x="54" y="683"/>
                </a:cubicBezTo>
                <a:cubicBezTo>
                  <a:pt x="60" y="679"/>
                  <a:pt x="63" y="673"/>
                  <a:pt x="65" y="665"/>
                </a:cubicBezTo>
                <a:cubicBezTo>
                  <a:pt x="74" y="657"/>
                  <a:pt x="79" y="645"/>
                  <a:pt x="87" y="636"/>
                </a:cubicBezTo>
                <a:cubicBezTo>
                  <a:pt x="87" y="632"/>
                  <a:pt x="92" y="633"/>
                  <a:pt x="93" y="630"/>
                </a:cubicBezTo>
                <a:cubicBezTo>
                  <a:pt x="93" y="625"/>
                  <a:pt x="95" y="622"/>
                  <a:pt x="99" y="621"/>
                </a:cubicBezTo>
                <a:cubicBezTo>
                  <a:pt x="99" y="617"/>
                  <a:pt x="103" y="616"/>
                  <a:pt x="104" y="612"/>
                </a:cubicBezTo>
                <a:cubicBezTo>
                  <a:pt x="104" y="608"/>
                  <a:pt x="112" y="610"/>
                  <a:pt x="110" y="603"/>
                </a:cubicBezTo>
                <a:cubicBezTo>
                  <a:pt x="118" y="594"/>
                  <a:pt x="125" y="584"/>
                  <a:pt x="135" y="577"/>
                </a:cubicBezTo>
                <a:cubicBezTo>
                  <a:pt x="137" y="570"/>
                  <a:pt x="145" y="569"/>
                  <a:pt x="146" y="562"/>
                </a:cubicBezTo>
                <a:cubicBezTo>
                  <a:pt x="155" y="560"/>
                  <a:pt x="153" y="549"/>
                  <a:pt x="161" y="547"/>
                </a:cubicBezTo>
                <a:cubicBezTo>
                  <a:pt x="169" y="543"/>
                  <a:pt x="171" y="533"/>
                  <a:pt x="183" y="532"/>
                </a:cubicBezTo>
                <a:cubicBezTo>
                  <a:pt x="185" y="528"/>
                  <a:pt x="188" y="525"/>
                  <a:pt x="192" y="523"/>
                </a:cubicBezTo>
                <a:cubicBezTo>
                  <a:pt x="191" y="519"/>
                  <a:pt x="203" y="514"/>
                  <a:pt x="194" y="511"/>
                </a:cubicBezTo>
                <a:cubicBezTo>
                  <a:pt x="194" y="517"/>
                  <a:pt x="185" y="513"/>
                  <a:pt x="183" y="517"/>
                </a:cubicBezTo>
                <a:cubicBezTo>
                  <a:pt x="180" y="521"/>
                  <a:pt x="175" y="523"/>
                  <a:pt x="175" y="529"/>
                </a:cubicBezTo>
                <a:cubicBezTo>
                  <a:pt x="164" y="532"/>
                  <a:pt x="160" y="541"/>
                  <a:pt x="149" y="544"/>
                </a:cubicBezTo>
                <a:cubicBezTo>
                  <a:pt x="150" y="555"/>
                  <a:pt x="139" y="554"/>
                  <a:pt x="138" y="562"/>
                </a:cubicBezTo>
                <a:cubicBezTo>
                  <a:pt x="131" y="565"/>
                  <a:pt x="129" y="572"/>
                  <a:pt x="124" y="577"/>
                </a:cubicBezTo>
                <a:cubicBezTo>
                  <a:pt x="117" y="590"/>
                  <a:pt x="102" y="594"/>
                  <a:pt x="98" y="609"/>
                </a:cubicBezTo>
                <a:cubicBezTo>
                  <a:pt x="78" y="628"/>
                  <a:pt x="64" y="652"/>
                  <a:pt x="48" y="675"/>
                </a:cubicBezTo>
                <a:cubicBezTo>
                  <a:pt x="45" y="681"/>
                  <a:pt x="38" y="684"/>
                  <a:pt x="40" y="695"/>
                </a:cubicBezTo>
                <a:cubicBezTo>
                  <a:pt x="33" y="698"/>
                  <a:pt x="29" y="704"/>
                  <a:pt x="28" y="713"/>
                </a:cubicBezTo>
                <a:cubicBezTo>
                  <a:pt x="19" y="723"/>
                  <a:pt x="15" y="737"/>
                  <a:pt x="6" y="748"/>
                </a:cubicBezTo>
                <a:cubicBezTo>
                  <a:pt x="4" y="751"/>
                  <a:pt x="2" y="753"/>
                  <a:pt x="0" y="756"/>
                </a:cubicBezTo>
                <a:cubicBezTo>
                  <a:pt x="0" y="781"/>
                  <a:pt x="0" y="781"/>
                  <a:pt x="0" y="781"/>
                </a:cubicBezTo>
                <a:cubicBezTo>
                  <a:pt x="3" y="777"/>
                  <a:pt x="7" y="775"/>
                  <a:pt x="7" y="768"/>
                </a:cubicBezTo>
                <a:cubicBezTo>
                  <a:pt x="12" y="756"/>
                  <a:pt x="23" y="748"/>
                  <a:pt x="26" y="733"/>
                </a:cubicBezTo>
                <a:close/>
                <a:moveTo>
                  <a:pt x="3187" y="40"/>
                </a:moveTo>
                <a:cubicBezTo>
                  <a:pt x="3188" y="27"/>
                  <a:pt x="3189" y="13"/>
                  <a:pt x="3189" y="1"/>
                </a:cubicBezTo>
                <a:cubicBezTo>
                  <a:pt x="3183" y="1"/>
                  <a:pt x="3183" y="1"/>
                  <a:pt x="3183" y="1"/>
                </a:cubicBezTo>
                <a:cubicBezTo>
                  <a:pt x="3183" y="5"/>
                  <a:pt x="3183" y="9"/>
                  <a:pt x="3183" y="13"/>
                </a:cubicBezTo>
                <a:cubicBezTo>
                  <a:pt x="3181" y="18"/>
                  <a:pt x="3181" y="23"/>
                  <a:pt x="3184" y="26"/>
                </a:cubicBezTo>
                <a:cubicBezTo>
                  <a:pt x="3183" y="31"/>
                  <a:pt x="3180" y="38"/>
                  <a:pt x="3187" y="40"/>
                </a:cubicBezTo>
                <a:close/>
                <a:moveTo>
                  <a:pt x="2732" y="114"/>
                </a:moveTo>
                <a:cubicBezTo>
                  <a:pt x="2734" y="119"/>
                  <a:pt x="2732" y="121"/>
                  <a:pt x="2728" y="123"/>
                </a:cubicBezTo>
                <a:cubicBezTo>
                  <a:pt x="2709" y="162"/>
                  <a:pt x="2703" y="166"/>
                  <a:pt x="2703" y="176"/>
                </a:cubicBezTo>
                <a:cubicBezTo>
                  <a:pt x="2684" y="207"/>
                  <a:pt x="2689" y="215"/>
                  <a:pt x="2685" y="218"/>
                </a:cubicBezTo>
                <a:cubicBezTo>
                  <a:pt x="2667" y="269"/>
                  <a:pt x="2658" y="272"/>
                  <a:pt x="2663" y="284"/>
                </a:cubicBezTo>
                <a:cubicBezTo>
                  <a:pt x="2644" y="335"/>
                  <a:pt x="2647" y="346"/>
                  <a:pt x="2641" y="351"/>
                </a:cubicBezTo>
                <a:cubicBezTo>
                  <a:pt x="2639" y="382"/>
                  <a:pt x="2639" y="386"/>
                  <a:pt x="2637" y="390"/>
                </a:cubicBezTo>
                <a:cubicBezTo>
                  <a:pt x="2637" y="425"/>
                  <a:pt x="2634" y="438"/>
                  <a:pt x="2641" y="437"/>
                </a:cubicBezTo>
                <a:cubicBezTo>
                  <a:pt x="2651" y="364"/>
                  <a:pt x="2648" y="354"/>
                  <a:pt x="2652" y="349"/>
                </a:cubicBezTo>
                <a:cubicBezTo>
                  <a:pt x="2709" y="187"/>
                  <a:pt x="2709" y="180"/>
                  <a:pt x="2715" y="176"/>
                </a:cubicBezTo>
                <a:cubicBezTo>
                  <a:pt x="2743" y="114"/>
                  <a:pt x="2749" y="110"/>
                  <a:pt x="2748" y="102"/>
                </a:cubicBezTo>
                <a:cubicBezTo>
                  <a:pt x="2765" y="72"/>
                  <a:pt x="2767" y="70"/>
                  <a:pt x="2770" y="68"/>
                </a:cubicBezTo>
                <a:cubicBezTo>
                  <a:pt x="2795" y="1"/>
                  <a:pt x="2795" y="1"/>
                  <a:pt x="2795" y="1"/>
                </a:cubicBezTo>
                <a:cubicBezTo>
                  <a:pt x="2777" y="34"/>
                  <a:pt x="2773" y="46"/>
                  <a:pt x="2761" y="52"/>
                </a:cubicBezTo>
                <a:close/>
                <a:moveTo>
                  <a:pt x="2792" y="99"/>
                </a:moveTo>
                <a:cubicBezTo>
                  <a:pt x="2784" y="104"/>
                  <a:pt x="2782" y="114"/>
                  <a:pt x="2778" y="122"/>
                </a:cubicBezTo>
                <a:cubicBezTo>
                  <a:pt x="2752" y="174"/>
                  <a:pt x="2748" y="177"/>
                  <a:pt x="2750" y="184"/>
                </a:cubicBezTo>
                <a:cubicBezTo>
                  <a:pt x="2728" y="230"/>
                  <a:pt x="2720" y="235"/>
                  <a:pt x="2721" y="246"/>
                </a:cubicBezTo>
                <a:cubicBezTo>
                  <a:pt x="2696" y="307"/>
                  <a:pt x="2692" y="315"/>
                  <a:pt x="2692" y="326"/>
                </a:cubicBezTo>
                <a:cubicBezTo>
                  <a:pt x="2671" y="365"/>
                  <a:pt x="2673" y="371"/>
                  <a:pt x="2673" y="377"/>
                </a:cubicBezTo>
                <a:cubicBezTo>
                  <a:pt x="2656" y="421"/>
                  <a:pt x="2658" y="428"/>
                  <a:pt x="2654" y="431"/>
                </a:cubicBezTo>
                <a:cubicBezTo>
                  <a:pt x="2647" y="531"/>
                  <a:pt x="2649" y="535"/>
                  <a:pt x="2652" y="538"/>
                </a:cubicBezTo>
                <a:cubicBezTo>
                  <a:pt x="2656" y="543"/>
                  <a:pt x="2655" y="540"/>
                  <a:pt x="2655" y="537"/>
                </a:cubicBezTo>
                <a:cubicBezTo>
                  <a:pt x="2666" y="437"/>
                  <a:pt x="2662" y="424"/>
                  <a:pt x="2670" y="419"/>
                </a:cubicBezTo>
                <a:cubicBezTo>
                  <a:pt x="2686" y="381"/>
                  <a:pt x="2681" y="373"/>
                  <a:pt x="2687" y="371"/>
                </a:cubicBezTo>
                <a:cubicBezTo>
                  <a:pt x="2709" y="315"/>
                  <a:pt x="2708" y="304"/>
                  <a:pt x="2713" y="298"/>
                </a:cubicBezTo>
                <a:cubicBezTo>
                  <a:pt x="2727" y="257"/>
                  <a:pt x="2726" y="250"/>
                  <a:pt x="2726" y="245"/>
                </a:cubicBezTo>
                <a:cubicBezTo>
                  <a:pt x="2745" y="221"/>
                  <a:pt x="2744" y="210"/>
                  <a:pt x="2751" y="205"/>
                </a:cubicBezTo>
                <a:cubicBezTo>
                  <a:pt x="2762" y="163"/>
                  <a:pt x="2778" y="168"/>
                  <a:pt x="2771" y="159"/>
                </a:cubicBezTo>
                <a:cubicBezTo>
                  <a:pt x="2784" y="131"/>
                  <a:pt x="2792" y="126"/>
                  <a:pt x="2792" y="117"/>
                </a:cubicBezTo>
                <a:cubicBezTo>
                  <a:pt x="2824" y="61"/>
                  <a:pt x="2826" y="58"/>
                  <a:pt x="2827" y="53"/>
                </a:cubicBezTo>
                <a:cubicBezTo>
                  <a:pt x="2852" y="7"/>
                  <a:pt x="2854" y="4"/>
                  <a:pt x="2855" y="1"/>
                </a:cubicBezTo>
                <a:cubicBezTo>
                  <a:pt x="2819" y="29"/>
                  <a:pt x="2828" y="46"/>
                  <a:pt x="2814" y="47"/>
                </a:cubicBezTo>
                <a:close/>
                <a:moveTo>
                  <a:pt x="3206" y="61"/>
                </a:moveTo>
                <a:cubicBezTo>
                  <a:pt x="3210" y="70"/>
                  <a:pt x="3206" y="82"/>
                  <a:pt x="3213" y="89"/>
                </a:cubicBezTo>
                <a:cubicBezTo>
                  <a:pt x="3220" y="70"/>
                  <a:pt x="3208" y="57"/>
                  <a:pt x="3213" y="38"/>
                </a:cubicBezTo>
                <a:cubicBezTo>
                  <a:pt x="3212" y="31"/>
                  <a:pt x="3212" y="23"/>
                  <a:pt x="3214" y="14"/>
                </a:cubicBezTo>
                <a:cubicBezTo>
                  <a:pt x="3218" y="8"/>
                  <a:pt x="3218" y="3"/>
                  <a:pt x="3213" y="1"/>
                </a:cubicBezTo>
                <a:cubicBezTo>
                  <a:pt x="3213" y="1"/>
                  <a:pt x="3214" y="1"/>
                  <a:pt x="3214" y="1"/>
                </a:cubicBezTo>
                <a:cubicBezTo>
                  <a:pt x="3208" y="1"/>
                  <a:pt x="3208" y="1"/>
                  <a:pt x="3208" y="1"/>
                </a:cubicBezTo>
                <a:cubicBezTo>
                  <a:pt x="3210" y="10"/>
                  <a:pt x="3205" y="21"/>
                  <a:pt x="3207" y="30"/>
                </a:cubicBezTo>
                <a:cubicBezTo>
                  <a:pt x="3203" y="42"/>
                  <a:pt x="3208" y="50"/>
                  <a:pt x="3206" y="61"/>
                </a:cubicBezTo>
                <a:close/>
                <a:moveTo>
                  <a:pt x="3548" y="95"/>
                </a:moveTo>
                <a:cubicBezTo>
                  <a:pt x="3562" y="84"/>
                  <a:pt x="3563" y="61"/>
                  <a:pt x="3570" y="45"/>
                </a:cubicBezTo>
                <a:cubicBezTo>
                  <a:pt x="3566" y="37"/>
                  <a:pt x="3574" y="24"/>
                  <a:pt x="3570" y="16"/>
                </a:cubicBezTo>
                <a:cubicBezTo>
                  <a:pt x="3571" y="11"/>
                  <a:pt x="3571" y="6"/>
                  <a:pt x="3571" y="1"/>
                </a:cubicBezTo>
                <a:cubicBezTo>
                  <a:pt x="3561" y="1"/>
                  <a:pt x="3561" y="1"/>
                  <a:pt x="3561" y="1"/>
                </a:cubicBezTo>
                <a:cubicBezTo>
                  <a:pt x="3561" y="3"/>
                  <a:pt x="3561" y="6"/>
                  <a:pt x="3561" y="9"/>
                </a:cubicBezTo>
                <a:cubicBezTo>
                  <a:pt x="3564" y="17"/>
                  <a:pt x="3561" y="28"/>
                  <a:pt x="3561" y="38"/>
                </a:cubicBezTo>
                <a:cubicBezTo>
                  <a:pt x="3562" y="42"/>
                  <a:pt x="3561" y="46"/>
                  <a:pt x="3558" y="52"/>
                </a:cubicBezTo>
                <a:cubicBezTo>
                  <a:pt x="3562" y="56"/>
                  <a:pt x="3552" y="65"/>
                  <a:pt x="3557" y="68"/>
                </a:cubicBezTo>
                <a:cubicBezTo>
                  <a:pt x="3557" y="72"/>
                  <a:pt x="3548" y="80"/>
                  <a:pt x="3554" y="82"/>
                </a:cubicBezTo>
                <a:cubicBezTo>
                  <a:pt x="3552" y="83"/>
                  <a:pt x="3543" y="92"/>
                  <a:pt x="3548" y="95"/>
                </a:cubicBezTo>
                <a:close/>
                <a:moveTo>
                  <a:pt x="76" y="1103"/>
                </a:moveTo>
                <a:cubicBezTo>
                  <a:pt x="81" y="1103"/>
                  <a:pt x="85" y="1103"/>
                  <a:pt x="88" y="1106"/>
                </a:cubicBezTo>
                <a:cubicBezTo>
                  <a:pt x="152" y="1133"/>
                  <a:pt x="158" y="1136"/>
                  <a:pt x="167" y="1136"/>
                </a:cubicBezTo>
                <a:cubicBezTo>
                  <a:pt x="227" y="1170"/>
                  <a:pt x="234" y="1172"/>
                  <a:pt x="240" y="1174"/>
                </a:cubicBezTo>
                <a:cubicBezTo>
                  <a:pt x="321" y="1207"/>
                  <a:pt x="340" y="1214"/>
                  <a:pt x="358" y="1223"/>
                </a:cubicBezTo>
                <a:cubicBezTo>
                  <a:pt x="404" y="1238"/>
                  <a:pt x="411" y="1238"/>
                  <a:pt x="413" y="1242"/>
                </a:cubicBezTo>
                <a:cubicBezTo>
                  <a:pt x="447" y="1249"/>
                  <a:pt x="457" y="1244"/>
                  <a:pt x="457" y="1250"/>
                </a:cubicBezTo>
                <a:cubicBezTo>
                  <a:pt x="517" y="1256"/>
                  <a:pt x="529" y="1259"/>
                  <a:pt x="535" y="1251"/>
                </a:cubicBezTo>
                <a:cubicBezTo>
                  <a:pt x="336" y="1206"/>
                  <a:pt x="322" y="1195"/>
                  <a:pt x="299" y="1193"/>
                </a:cubicBezTo>
                <a:cubicBezTo>
                  <a:pt x="271" y="1176"/>
                  <a:pt x="265" y="1177"/>
                  <a:pt x="266" y="1171"/>
                </a:cubicBezTo>
                <a:cubicBezTo>
                  <a:pt x="194" y="1139"/>
                  <a:pt x="185" y="1135"/>
                  <a:pt x="175" y="1130"/>
                </a:cubicBezTo>
                <a:cubicBezTo>
                  <a:pt x="105" y="1104"/>
                  <a:pt x="108" y="1094"/>
                  <a:pt x="99" y="1097"/>
                </a:cubicBezTo>
                <a:cubicBezTo>
                  <a:pt x="50" y="1083"/>
                  <a:pt x="46" y="1082"/>
                  <a:pt x="44" y="1078"/>
                </a:cubicBezTo>
                <a:cubicBezTo>
                  <a:pt x="93" y="1083"/>
                  <a:pt x="131" y="1095"/>
                  <a:pt x="166" y="1109"/>
                </a:cubicBezTo>
                <a:cubicBezTo>
                  <a:pt x="213" y="1124"/>
                  <a:pt x="213" y="1131"/>
                  <a:pt x="222" y="1128"/>
                </a:cubicBezTo>
                <a:cubicBezTo>
                  <a:pt x="338" y="1176"/>
                  <a:pt x="340" y="1187"/>
                  <a:pt x="354" y="1186"/>
                </a:cubicBezTo>
                <a:cubicBezTo>
                  <a:pt x="440" y="1224"/>
                  <a:pt x="457" y="1219"/>
                  <a:pt x="462" y="1227"/>
                </a:cubicBezTo>
                <a:cubicBezTo>
                  <a:pt x="557" y="1225"/>
                  <a:pt x="569" y="1230"/>
                  <a:pt x="569" y="1224"/>
                </a:cubicBezTo>
                <a:cubicBezTo>
                  <a:pt x="440" y="1206"/>
                  <a:pt x="429" y="1207"/>
                  <a:pt x="424" y="1201"/>
                </a:cubicBezTo>
                <a:cubicBezTo>
                  <a:pt x="366" y="1182"/>
                  <a:pt x="359" y="1178"/>
                  <a:pt x="351" y="1174"/>
                </a:cubicBezTo>
                <a:cubicBezTo>
                  <a:pt x="275" y="1141"/>
                  <a:pt x="269" y="1135"/>
                  <a:pt x="257" y="1136"/>
                </a:cubicBezTo>
                <a:cubicBezTo>
                  <a:pt x="219" y="1120"/>
                  <a:pt x="221" y="1112"/>
                  <a:pt x="213" y="1114"/>
                </a:cubicBezTo>
                <a:cubicBezTo>
                  <a:pt x="148" y="1090"/>
                  <a:pt x="134" y="1083"/>
                  <a:pt x="116" y="1079"/>
                </a:cubicBezTo>
                <a:cubicBezTo>
                  <a:pt x="82" y="1067"/>
                  <a:pt x="68" y="1070"/>
                  <a:pt x="64" y="1063"/>
                </a:cubicBezTo>
                <a:cubicBezTo>
                  <a:pt x="151" y="1077"/>
                  <a:pt x="159" y="1074"/>
                  <a:pt x="160" y="1078"/>
                </a:cubicBezTo>
                <a:cubicBezTo>
                  <a:pt x="189" y="1083"/>
                  <a:pt x="187" y="1091"/>
                  <a:pt x="195" y="1088"/>
                </a:cubicBezTo>
                <a:cubicBezTo>
                  <a:pt x="215" y="1101"/>
                  <a:pt x="223" y="1098"/>
                  <a:pt x="224" y="1102"/>
                </a:cubicBezTo>
                <a:cubicBezTo>
                  <a:pt x="288" y="1122"/>
                  <a:pt x="291" y="1129"/>
                  <a:pt x="297" y="1132"/>
                </a:cubicBezTo>
                <a:cubicBezTo>
                  <a:pt x="370" y="1168"/>
                  <a:pt x="383" y="1174"/>
                  <a:pt x="397" y="1179"/>
                </a:cubicBezTo>
                <a:cubicBezTo>
                  <a:pt x="433" y="1178"/>
                  <a:pt x="410" y="1183"/>
                  <a:pt x="403" y="1170"/>
                </a:cubicBezTo>
                <a:cubicBezTo>
                  <a:pt x="313" y="1125"/>
                  <a:pt x="296" y="1122"/>
                  <a:pt x="285" y="1112"/>
                </a:cubicBezTo>
                <a:cubicBezTo>
                  <a:pt x="252" y="1097"/>
                  <a:pt x="247" y="1098"/>
                  <a:pt x="244" y="1096"/>
                </a:cubicBezTo>
                <a:cubicBezTo>
                  <a:pt x="172" y="1070"/>
                  <a:pt x="166" y="1066"/>
                  <a:pt x="159" y="1063"/>
                </a:cubicBezTo>
                <a:cubicBezTo>
                  <a:pt x="136" y="1042"/>
                  <a:pt x="141" y="1046"/>
                  <a:pt x="165" y="1049"/>
                </a:cubicBezTo>
                <a:cubicBezTo>
                  <a:pt x="235" y="1074"/>
                  <a:pt x="239" y="1084"/>
                  <a:pt x="253" y="1084"/>
                </a:cubicBezTo>
                <a:cubicBezTo>
                  <a:pt x="281" y="1103"/>
                  <a:pt x="298" y="1092"/>
                  <a:pt x="297" y="1100"/>
                </a:cubicBezTo>
                <a:cubicBezTo>
                  <a:pt x="347" y="1120"/>
                  <a:pt x="357" y="1124"/>
                  <a:pt x="367" y="1127"/>
                </a:cubicBezTo>
                <a:cubicBezTo>
                  <a:pt x="445" y="1150"/>
                  <a:pt x="459" y="1156"/>
                  <a:pt x="472" y="1157"/>
                </a:cubicBezTo>
                <a:cubicBezTo>
                  <a:pt x="550" y="1146"/>
                  <a:pt x="566" y="1152"/>
                  <a:pt x="567" y="1146"/>
                </a:cubicBezTo>
                <a:cubicBezTo>
                  <a:pt x="601" y="1124"/>
                  <a:pt x="598" y="1131"/>
                  <a:pt x="593" y="1133"/>
                </a:cubicBezTo>
                <a:cubicBezTo>
                  <a:pt x="510" y="1147"/>
                  <a:pt x="491" y="1148"/>
                  <a:pt x="472" y="1148"/>
                </a:cubicBezTo>
                <a:cubicBezTo>
                  <a:pt x="441" y="1135"/>
                  <a:pt x="429" y="1141"/>
                  <a:pt x="428" y="1135"/>
                </a:cubicBezTo>
                <a:cubicBezTo>
                  <a:pt x="326" y="1104"/>
                  <a:pt x="324" y="1094"/>
                  <a:pt x="311" y="1094"/>
                </a:cubicBezTo>
                <a:cubicBezTo>
                  <a:pt x="246" y="1066"/>
                  <a:pt x="233" y="1065"/>
                  <a:pt x="223" y="1062"/>
                </a:cubicBezTo>
                <a:cubicBezTo>
                  <a:pt x="182" y="1047"/>
                  <a:pt x="179" y="1041"/>
                  <a:pt x="173" y="1040"/>
                </a:cubicBezTo>
                <a:cubicBezTo>
                  <a:pt x="231" y="1046"/>
                  <a:pt x="245" y="1047"/>
                  <a:pt x="255" y="1052"/>
                </a:cubicBezTo>
                <a:cubicBezTo>
                  <a:pt x="317" y="1068"/>
                  <a:pt x="319" y="1075"/>
                  <a:pt x="328" y="1073"/>
                </a:cubicBezTo>
                <a:cubicBezTo>
                  <a:pt x="367" y="1091"/>
                  <a:pt x="373" y="1092"/>
                  <a:pt x="380" y="1092"/>
                </a:cubicBezTo>
                <a:cubicBezTo>
                  <a:pt x="423" y="1104"/>
                  <a:pt x="431" y="1104"/>
                  <a:pt x="436" y="1108"/>
                </a:cubicBezTo>
                <a:cubicBezTo>
                  <a:pt x="614" y="1117"/>
                  <a:pt x="617" y="1115"/>
                  <a:pt x="619" y="1112"/>
                </a:cubicBezTo>
                <a:cubicBezTo>
                  <a:pt x="640" y="1096"/>
                  <a:pt x="638" y="1106"/>
                  <a:pt x="627" y="1106"/>
                </a:cubicBezTo>
                <a:cubicBezTo>
                  <a:pt x="519" y="1110"/>
                  <a:pt x="510" y="1108"/>
                  <a:pt x="500" y="1110"/>
                </a:cubicBezTo>
                <a:cubicBezTo>
                  <a:pt x="460" y="1102"/>
                  <a:pt x="454" y="1100"/>
                  <a:pt x="450" y="1096"/>
                </a:cubicBezTo>
                <a:cubicBezTo>
                  <a:pt x="384" y="1077"/>
                  <a:pt x="366" y="1080"/>
                  <a:pt x="357" y="1073"/>
                </a:cubicBezTo>
                <a:cubicBezTo>
                  <a:pt x="244" y="1029"/>
                  <a:pt x="222" y="1035"/>
                  <a:pt x="216" y="1024"/>
                </a:cubicBezTo>
                <a:cubicBezTo>
                  <a:pt x="238" y="1032"/>
                  <a:pt x="253" y="1026"/>
                  <a:pt x="257" y="1032"/>
                </a:cubicBezTo>
                <a:cubicBezTo>
                  <a:pt x="397" y="1064"/>
                  <a:pt x="404" y="1064"/>
                  <a:pt x="409" y="1066"/>
                </a:cubicBezTo>
                <a:cubicBezTo>
                  <a:pt x="549" y="1075"/>
                  <a:pt x="573" y="1082"/>
                  <a:pt x="621" y="1072"/>
                </a:cubicBezTo>
                <a:cubicBezTo>
                  <a:pt x="670" y="1061"/>
                  <a:pt x="671" y="1056"/>
                  <a:pt x="678" y="1056"/>
                </a:cubicBezTo>
                <a:cubicBezTo>
                  <a:pt x="721" y="1036"/>
                  <a:pt x="728" y="1036"/>
                  <a:pt x="727" y="1028"/>
                </a:cubicBezTo>
                <a:cubicBezTo>
                  <a:pt x="646" y="1060"/>
                  <a:pt x="641" y="1059"/>
                  <a:pt x="641" y="1060"/>
                </a:cubicBezTo>
                <a:cubicBezTo>
                  <a:pt x="623" y="1064"/>
                  <a:pt x="620" y="1064"/>
                  <a:pt x="618" y="1066"/>
                </a:cubicBezTo>
                <a:cubicBezTo>
                  <a:pt x="489" y="1066"/>
                  <a:pt x="464" y="1062"/>
                  <a:pt x="435" y="1062"/>
                </a:cubicBezTo>
                <a:cubicBezTo>
                  <a:pt x="410" y="1046"/>
                  <a:pt x="395" y="1056"/>
                  <a:pt x="397" y="1048"/>
                </a:cubicBezTo>
                <a:cubicBezTo>
                  <a:pt x="365" y="1040"/>
                  <a:pt x="354" y="1045"/>
                  <a:pt x="350" y="1044"/>
                </a:cubicBezTo>
                <a:cubicBezTo>
                  <a:pt x="390" y="1049"/>
                  <a:pt x="401" y="1044"/>
                  <a:pt x="405" y="1045"/>
                </a:cubicBezTo>
                <a:cubicBezTo>
                  <a:pt x="484" y="1055"/>
                  <a:pt x="513" y="1054"/>
                  <a:pt x="542" y="1053"/>
                </a:cubicBezTo>
                <a:cubicBezTo>
                  <a:pt x="672" y="1032"/>
                  <a:pt x="671" y="1025"/>
                  <a:pt x="680" y="1027"/>
                </a:cubicBezTo>
                <a:cubicBezTo>
                  <a:pt x="744" y="995"/>
                  <a:pt x="757" y="994"/>
                  <a:pt x="760" y="984"/>
                </a:cubicBezTo>
                <a:cubicBezTo>
                  <a:pt x="685" y="1014"/>
                  <a:pt x="681" y="1016"/>
                  <a:pt x="680" y="1021"/>
                </a:cubicBezTo>
                <a:cubicBezTo>
                  <a:pt x="616" y="1034"/>
                  <a:pt x="613" y="1029"/>
                  <a:pt x="611" y="1034"/>
                </a:cubicBezTo>
                <a:cubicBezTo>
                  <a:pt x="555" y="1041"/>
                  <a:pt x="545" y="1042"/>
                  <a:pt x="536" y="1042"/>
                </a:cubicBezTo>
                <a:cubicBezTo>
                  <a:pt x="438" y="1039"/>
                  <a:pt x="430" y="1043"/>
                  <a:pt x="417" y="1036"/>
                </a:cubicBezTo>
                <a:cubicBezTo>
                  <a:pt x="383" y="1031"/>
                  <a:pt x="377" y="1033"/>
                  <a:pt x="376" y="1029"/>
                </a:cubicBezTo>
                <a:cubicBezTo>
                  <a:pt x="301" y="1014"/>
                  <a:pt x="292" y="1013"/>
                  <a:pt x="288" y="1008"/>
                </a:cubicBezTo>
                <a:cubicBezTo>
                  <a:pt x="475" y="1026"/>
                  <a:pt x="514" y="1025"/>
                  <a:pt x="553" y="1024"/>
                </a:cubicBezTo>
                <a:cubicBezTo>
                  <a:pt x="587" y="1017"/>
                  <a:pt x="595" y="1016"/>
                  <a:pt x="596" y="1020"/>
                </a:cubicBezTo>
                <a:cubicBezTo>
                  <a:pt x="700" y="991"/>
                  <a:pt x="704" y="985"/>
                  <a:pt x="714" y="985"/>
                </a:cubicBezTo>
                <a:cubicBezTo>
                  <a:pt x="664" y="990"/>
                  <a:pt x="653" y="1000"/>
                  <a:pt x="633" y="1002"/>
                </a:cubicBezTo>
                <a:cubicBezTo>
                  <a:pt x="589" y="1013"/>
                  <a:pt x="578" y="1009"/>
                  <a:pt x="579" y="1015"/>
                </a:cubicBezTo>
                <a:cubicBezTo>
                  <a:pt x="444" y="1014"/>
                  <a:pt x="424" y="1017"/>
                  <a:pt x="413" y="1010"/>
                </a:cubicBezTo>
                <a:cubicBezTo>
                  <a:pt x="404" y="1004"/>
                  <a:pt x="431" y="1002"/>
                  <a:pt x="456" y="1003"/>
                </a:cubicBezTo>
                <a:cubicBezTo>
                  <a:pt x="488" y="1002"/>
                  <a:pt x="486" y="997"/>
                  <a:pt x="494" y="997"/>
                </a:cubicBezTo>
                <a:cubicBezTo>
                  <a:pt x="541" y="984"/>
                  <a:pt x="558" y="990"/>
                  <a:pt x="563" y="983"/>
                </a:cubicBezTo>
                <a:cubicBezTo>
                  <a:pt x="676" y="951"/>
                  <a:pt x="685" y="950"/>
                  <a:pt x="693" y="948"/>
                </a:cubicBezTo>
                <a:cubicBezTo>
                  <a:pt x="696" y="934"/>
                  <a:pt x="697" y="940"/>
                  <a:pt x="690" y="939"/>
                </a:cubicBezTo>
                <a:cubicBezTo>
                  <a:pt x="530" y="982"/>
                  <a:pt x="521" y="983"/>
                  <a:pt x="500" y="988"/>
                </a:cubicBezTo>
                <a:cubicBezTo>
                  <a:pt x="465" y="989"/>
                  <a:pt x="459" y="989"/>
                  <a:pt x="453" y="989"/>
                </a:cubicBezTo>
                <a:cubicBezTo>
                  <a:pt x="506" y="970"/>
                  <a:pt x="522" y="965"/>
                  <a:pt x="539" y="961"/>
                </a:cubicBezTo>
                <a:cubicBezTo>
                  <a:pt x="597" y="943"/>
                  <a:pt x="603" y="938"/>
                  <a:pt x="611" y="936"/>
                </a:cubicBezTo>
                <a:cubicBezTo>
                  <a:pt x="580" y="940"/>
                  <a:pt x="567" y="944"/>
                  <a:pt x="554" y="949"/>
                </a:cubicBezTo>
                <a:cubicBezTo>
                  <a:pt x="401" y="981"/>
                  <a:pt x="381" y="986"/>
                  <a:pt x="360" y="988"/>
                </a:cubicBezTo>
                <a:cubicBezTo>
                  <a:pt x="316" y="997"/>
                  <a:pt x="300" y="998"/>
                  <a:pt x="302" y="993"/>
                </a:cubicBezTo>
                <a:cubicBezTo>
                  <a:pt x="400" y="959"/>
                  <a:pt x="420" y="956"/>
                  <a:pt x="438" y="952"/>
                </a:cubicBezTo>
                <a:cubicBezTo>
                  <a:pt x="507" y="931"/>
                  <a:pt x="523" y="925"/>
                  <a:pt x="541" y="920"/>
                </a:cubicBezTo>
                <a:cubicBezTo>
                  <a:pt x="618" y="894"/>
                  <a:pt x="618" y="888"/>
                  <a:pt x="625" y="889"/>
                </a:cubicBezTo>
                <a:cubicBezTo>
                  <a:pt x="689" y="858"/>
                  <a:pt x="701" y="859"/>
                  <a:pt x="705" y="852"/>
                </a:cubicBezTo>
                <a:cubicBezTo>
                  <a:pt x="722" y="841"/>
                  <a:pt x="720" y="840"/>
                  <a:pt x="719" y="843"/>
                </a:cubicBezTo>
                <a:cubicBezTo>
                  <a:pt x="646" y="876"/>
                  <a:pt x="634" y="871"/>
                  <a:pt x="633" y="877"/>
                </a:cubicBezTo>
                <a:cubicBezTo>
                  <a:pt x="541" y="910"/>
                  <a:pt x="522" y="912"/>
                  <a:pt x="506" y="918"/>
                </a:cubicBezTo>
                <a:cubicBezTo>
                  <a:pt x="431" y="942"/>
                  <a:pt x="425" y="940"/>
                  <a:pt x="420" y="941"/>
                </a:cubicBezTo>
                <a:cubicBezTo>
                  <a:pt x="432" y="927"/>
                  <a:pt x="438" y="928"/>
                  <a:pt x="440" y="926"/>
                </a:cubicBezTo>
                <a:cubicBezTo>
                  <a:pt x="473" y="899"/>
                  <a:pt x="488" y="902"/>
                  <a:pt x="488" y="892"/>
                </a:cubicBezTo>
                <a:cubicBezTo>
                  <a:pt x="545" y="862"/>
                  <a:pt x="559" y="854"/>
                  <a:pt x="574" y="847"/>
                </a:cubicBezTo>
                <a:cubicBezTo>
                  <a:pt x="711" y="785"/>
                  <a:pt x="715" y="784"/>
                  <a:pt x="718" y="782"/>
                </a:cubicBezTo>
                <a:cubicBezTo>
                  <a:pt x="746" y="773"/>
                  <a:pt x="759" y="769"/>
                  <a:pt x="749" y="767"/>
                </a:cubicBezTo>
                <a:cubicBezTo>
                  <a:pt x="669" y="789"/>
                  <a:pt x="670" y="794"/>
                  <a:pt x="666" y="795"/>
                </a:cubicBezTo>
                <a:cubicBezTo>
                  <a:pt x="642" y="808"/>
                  <a:pt x="630" y="805"/>
                  <a:pt x="628" y="810"/>
                </a:cubicBezTo>
                <a:cubicBezTo>
                  <a:pt x="521" y="866"/>
                  <a:pt x="509" y="865"/>
                  <a:pt x="505" y="872"/>
                </a:cubicBezTo>
                <a:cubicBezTo>
                  <a:pt x="462" y="897"/>
                  <a:pt x="456" y="897"/>
                  <a:pt x="454" y="899"/>
                </a:cubicBezTo>
                <a:cubicBezTo>
                  <a:pt x="465" y="886"/>
                  <a:pt x="470" y="882"/>
                  <a:pt x="476" y="878"/>
                </a:cubicBezTo>
                <a:cubicBezTo>
                  <a:pt x="554" y="827"/>
                  <a:pt x="572" y="825"/>
                  <a:pt x="579" y="815"/>
                </a:cubicBezTo>
                <a:cubicBezTo>
                  <a:pt x="643" y="787"/>
                  <a:pt x="651" y="785"/>
                  <a:pt x="657" y="781"/>
                </a:cubicBezTo>
                <a:cubicBezTo>
                  <a:pt x="722" y="751"/>
                  <a:pt x="738" y="757"/>
                  <a:pt x="737" y="747"/>
                </a:cubicBezTo>
                <a:cubicBezTo>
                  <a:pt x="667" y="777"/>
                  <a:pt x="649" y="767"/>
                  <a:pt x="651" y="775"/>
                </a:cubicBezTo>
                <a:cubicBezTo>
                  <a:pt x="560" y="811"/>
                  <a:pt x="554" y="818"/>
                  <a:pt x="545" y="821"/>
                </a:cubicBezTo>
                <a:cubicBezTo>
                  <a:pt x="469" y="872"/>
                  <a:pt x="457" y="873"/>
                  <a:pt x="450" y="879"/>
                </a:cubicBezTo>
                <a:cubicBezTo>
                  <a:pt x="421" y="900"/>
                  <a:pt x="415" y="906"/>
                  <a:pt x="405" y="909"/>
                </a:cubicBezTo>
                <a:cubicBezTo>
                  <a:pt x="349" y="942"/>
                  <a:pt x="342" y="950"/>
                  <a:pt x="330" y="952"/>
                </a:cubicBezTo>
                <a:cubicBezTo>
                  <a:pt x="304" y="975"/>
                  <a:pt x="288" y="965"/>
                  <a:pt x="290" y="973"/>
                </a:cubicBezTo>
                <a:cubicBezTo>
                  <a:pt x="293" y="964"/>
                  <a:pt x="296" y="956"/>
                  <a:pt x="307" y="955"/>
                </a:cubicBezTo>
                <a:cubicBezTo>
                  <a:pt x="361" y="916"/>
                  <a:pt x="374" y="905"/>
                  <a:pt x="387" y="895"/>
                </a:cubicBezTo>
                <a:cubicBezTo>
                  <a:pt x="440" y="852"/>
                  <a:pt x="459" y="847"/>
                  <a:pt x="470" y="835"/>
                </a:cubicBezTo>
                <a:cubicBezTo>
                  <a:pt x="534" y="803"/>
                  <a:pt x="537" y="800"/>
                  <a:pt x="541" y="798"/>
                </a:cubicBezTo>
                <a:cubicBezTo>
                  <a:pt x="601" y="775"/>
                  <a:pt x="607" y="768"/>
                  <a:pt x="616" y="764"/>
                </a:cubicBezTo>
                <a:cubicBezTo>
                  <a:pt x="644" y="755"/>
                  <a:pt x="637" y="759"/>
                  <a:pt x="624" y="756"/>
                </a:cubicBezTo>
                <a:cubicBezTo>
                  <a:pt x="598" y="770"/>
                  <a:pt x="588" y="767"/>
                  <a:pt x="587" y="771"/>
                </a:cubicBezTo>
                <a:cubicBezTo>
                  <a:pt x="543" y="791"/>
                  <a:pt x="533" y="793"/>
                  <a:pt x="524" y="796"/>
                </a:cubicBezTo>
                <a:cubicBezTo>
                  <a:pt x="488" y="818"/>
                  <a:pt x="478" y="815"/>
                  <a:pt x="478" y="820"/>
                </a:cubicBezTo>
                <a:cubicBezTo>
                  <a:pt x="419" y="857"/>
                  <a:pt x="415" y="859"/>
                  <a:pt x="409" y="860"/>
                </a:cubicBezTo>
                <a:cubicBezTo>
                  <a:pt x="376" y="885"/>
                  <a:pt x="379" y="893"/>
                  <a:pt x="369" y="890"/>
                </a:cubicBezTo>
                <a:cubicBezTo>
                  <a:pt x="323" y="929"/>
                  <a:pt x="293" y="946"/>
                  <a:pt x="264" y="965"/>
                </a:cubicBezTo>
                <a:cubicBezTo>
                  <a:pt x="329" y="916"/>
                  <a:pt x="326" y="908"/>
                  <a:pt x="332" y="908"/>
                </a:cubicBezTo>
                <a:cubicBezTo>
                  <a:pt x="386" y="863"/>
                  <a:pt x="389" y="860"/>
                  <a:pt x="392" y="857"/>
                </a:cubicBezTo>
                <a:cubicBezTo>
                  <a:pt x="429" y="825"/>
                  <a:pt x="440" y="824"/>
                  <a:pt x="446" y="818"/>
                </a:cubicBezTo>
                <a:cubicBezTo>
                  <a:pt x="529" y="763"/>
                  <a:pt x="551" y="761"/>
                  <a:pt x="563" y="748"/>
                </a:cubicBezTo>
                <a:cubicBezTo>
                  <a:pt x="594" y="736"/>
                  <a:pt x="598" y="734"/>
                  <a:pt x="600" y="730"/>
                </a:cubicBezTo>
                <a:cubicBezTo>
                  <a:pt x="580" y="736"/>
                  <a:pt x="568" y="736"/>
                  <a:pt x="563" y="743"/>
                </a:cubicBezTo>
                <a:cubicBezTo>
                  <a:pt x="483" y="783"/>
                  <a:pt x="474" y="786"/>
                  <a:pt x="468" y="791"/>
                </a:cubicBezTo>
                <a:cubicBezTo>
                  <a:pt x="420" y="828"/>
                  <a:pt x="407" y="826"/>
                  <a:pt x="403" y="834"/>
                </a:cubicBezTo>
                <a:cubicBezTo>
                  <a:pt x="317" y="904"/>
                  <a:pt x="288" y="923"/>
                  <a:pt x="264" y="947"/>
                </a:cubicBezTo>
                <a:cubicBezTo>
                  <a:pt x="201" y="992"/>
                  <a:pt x="194" y="992"/>
                  <a:pt x="189" y="996"/>
                </a:cubicBezTo>
                <a:cubicBezTo>
                  <a:pt x="155" y="1017"/>
                  <a:pt x="150" y="1017"/>
                  <a:pt x="149" y="1020"/>
                </a:cubicBezTo>
                <a:cubicBezTo>
                  <a:pt x="158" y="1010"/>
                  <a:pt x="159" y="1005"/>
                  <a:pt x="166" y="1005"/>
                </a:cubicBezTo>
                <a:cubicBezTo>
                  <a:pt x="222" y="962"/>
                  <a:pt x="230" y="955"/>
                  <a:pt x="240" y="951"/>
                </a:cubicBezTo>
                <a:cubicBezTo>
                  <a:pt x="268" y="923"/>
                  <a:pt x="278" y="919"/>
                  <a:pt x="286" y="912"/>
                </a:cubicBezTo>
                <a:cubicBezTo>
                  <a:pt x="330" y="884"/>
                  <a:pt x="323" y="870"/>
                  <a:pt x="334" y="873"/>
                </a:cubicBezTo>
                <a:cubicBezTo>
                  <a:pt x="409" y="805"/>
                  <a:pt x="425" y="807"/>
                  <a:pt x="428" y="795"/>
                </a:cubicBezTo>
                <a:cubicBezTo>
                  <a:pt x="515" y="747"/>
                  <a:pt x="520" y="745"/>
                  <a:pt x="522" y="741"/>
                </a:cubicBezTo>
                <a:cubicBezTo>
                  <a:pt x="509" y="740"/>
                  <a:pt x="505" y="746"/>
                  <a:pt x="496" y="747"/>
                </a:cubicBezTo>
                <a:cubicBezTo>
                  <a:pt x="390" y="816"/>
                  <a:pt x="382" y="817"/>
                  <a:pt x="379" y="823"/>
                </a:cubicBezTo>
                <a:cubicBezTo>
                  <a:pt x="320" y="867"/>
                  <a:pt x="314" y="878"/>
                  <a:pt x="300" y="883"/>
                </a:cubicBezTo>
                <a:cubicBezTo>
                  <a:pt x="276" y="904"/>
                  <a:pt x="273" y="907"/>
                  <a:pt x="268" y="907"/>
                </a:cubicBezTo>
                <a:cubicBezTo>
                  <a:pt x="239" y="935"/>
                  <a:pt x="231" y="942"/>
                  <a:pt x="223" y="948"/>
                </a:cubicBezTo>
                <a:cubicBezTo>
                  <a:pt x="183" y="979"/>
                  <a:pt x="180" y="980"/>
                  <a:pt x="177" y="982"/>
                </a:cubicBezTo>
                <a:cubicBezTo>
                  <a:pt x="191" y="973"/>
                  <a:pt x="185" y="961"/>
                  <a:pt x="194" y="964"/>
                </a:cubicBezTo>
                <a:cubicBezTo>
                  <a:pt x="215" y="948"/>
                  <a:pt x="216" y="945"/>
                  <a:pt x="217" y="943"/>
                </a:cubicBezTo>
                <a:cubicBezTo>
                  <a:pt x="277" y="892"/>
                  <a:pt x="274" y="884"/>
                  <a:pt x="282" y="886"/>
                </a:cubicBezTo>
                <a:cubicBezTo>
                  <a:pt x="318" y="843"/>
                  <a:pt x="332" y="852"/>
                  <a:pt x="328" y="841"/>
                </a:cubicBezTo>
                <a:cubicBezTo>
                  <a:pt x="393" y="789"/>
                  <a:pt x="411" y="781"/>
                  <a:pt x="424" y="769"/>
                </a:cubicBezTo>
                <a:cubicBezTo>
                  <a:pt x="487" y="734"/>
                  <a:pt x="496" y="718"/>
                  <a:pt x="519" y="715"/>
                </a:cubicBezTo>
                <a:cubicBezTo>
                  <a:pt x="571" y="688"/>
                  <a:pt x="575" y="686"/>
                  <a:pt x="582" y="687"/>
                </a:cubicBezTo>
                <a:cubicBezTo>
                  <a:pt x="612" y="679"/>
                  <a:pt x="624" y="684"/>
                  <a:pt x="625" y="677"/>
                </a:cubicBezTo>
                <a:cubicBezTo>
                  <a:pt x="534" y="694"/>
                  <a:pt x="524" y="699"/>
                  <a:pt x="515" y="703"/>
                </a:cubicBezTo>
                <a:cubicBezTo>
                  <a:pt x="430" y="748"/>
                  <a:pt x="426" y="757"/>
                  <a:pt x="415" y="761"/>
                </a:cubicBezTo>
                <a:cubicBezTo>
                  <a:pt x="356" y="807"/>
                  <a:pt x="351" y="809"/>
                  <a:pt x="347" y="812"/>
                </a:cubicBezTo>
                <a:cubicBezTo>
                  <a:pt x="283" y="872"/>
                  <a:pt x="274" y="869"/>
                  <a:pt x="273" y="875"/>
                </a:cubicBezTo>
                <a:cubicBezTo>
                  <a:pt x="234" y="910"/>
                  <a:pt x="227" y="917"/>
                  <a:pt x="219" y="922"/>
                </a:cubicBezTo>
                <a:cubicBezTo>
                  <a:pt x="118" y="1004"/>
                  <a:pt x="104" y="1019"/>
                  <a:pt x="86" y="1030"/>
                </a:cubicBezTo>
                <a:cubicBezTo>
                  <a:pt x="56" y="1040"/>
                  <a:pt x="55" y="1048"/>
                  <a:pt x="43" y="1046"/>
                </a:cubicBezTo>
                <a:cubicBezTo>
                  <a:pt x="80" y="1008"/>
                  <a:pt x="90" y="1008"/>
                  <a:pt x="94" y="1001"/>
                </a:cubicBezTo>
                <a:cubicBezTo>
                  <a:pt x="146" y="953"/>
                  <a:pt x="150" y="948"/>
                  <a:pt x="156" y="944"/>
                </a:cubicBezTo>
                <a:cubicBezTo>
                  <a:pt x="185" y="910"/>
                  <a:pt x="188" y="909"/>
                  <a:pt x="190" y="906"/>
                </a:cubicBezTo>
                <a:cubicBezTo>
                  <a:pt x="234" y="866"/>
                  <a:pt x="235" y="857"/>
                  <a:pt x="244" y="855"/>
                </a:cubicBezTo>
                <a:cubicBezTo>
                  <a:pt x="280" y="816"/>
                  <a:pt x="288" y="813"/>
                  <a:pt x="292" y="805"/>
                </a:cubicBezTo>
                <a:cubicBezTo>
                  <a:pt x="343" y="766"/>
                  <a:pt x="354" y="756"/>
                  <a:pt x="369" y="748"/>
                </a:cubicBezTo>
                <a:cubicBezTo>
                  <a:pt x="419" y="708"/>
                  <a:pt x="435" y="702"/>
                  <a:pt x="448" y="693"/>
                </a:cubicBezTo>
                <a:cubicBezTo>
                  <a:pt x="507" y="662"/>
                  <a:pt x="522" y="655"/>
                  <a:pt x="537" y="648"/>
                </a:cubicBezTo>
                <a:cubicBezTo>
                  <a:pt x="514" y="649"/>
                  <a:pt x="514" y="658"/>
                  <a:pt x="503" y="657"/>
                </a:cubicBezTo>
                <a:cubicBezTo>
                  <a:pt x="453" y="679"/>
                  <a:pt x="447" y="683"/>
                  <a:pt x="443" y="688"/>
                </a:cubicBezTo>
                <a:cubicBezTo>
                  <a:pt x="399" y="716"/>
                  <a:pt x="388" y="716"/>
                  <a:pt x="385" y="724"/>
                </a:cubicBezTo>
                <a:cubicBezTo>
                  <a:pt x="335" y="755"/>
                  <a:pt x="328" y="768"/>
                  <a:pt x="311" y="772"/>
                </a:cubicBezTo>
                <a:cubicBezTo>
                  <a:pt x="262" y="818"/>
                  <a:pt x="258" y="819"/>
                  <a:pt x="258" y="823"/>
                </a:cubicBezTo>
                <a:cubicBezTo>
                  <a:pt x="224" y="847"/>
                  <a:pt x="222" y="855"/>
                  <a:pt x="218" y="862"/>
                </a:cubicBezTo>
                <a:cubicBezTo>
                  <a:pt x="189" y="882"/>
                  <a:pt x="192" y="891"/>
                  <a:pt x="187" y="891"/>
                </a:cubicBezTo>
                <a:cubicBezTo>
                  <a:pt x="139" y="944"/>
                  <a:pt x="136" y="952"/>
                  <a:pt x="127" y="954"/>
                </a:cubicBezTo>
                <a:cubicBezTo>
                  <a:pt x="24" y="1043"/>
                  <a:pt x="16" y="1045"/>
                  <a:pt x="11" y="1050"/>
                </a:cubicBezTo>
                <a:cubicBezTo>
                  <a:pt x="19" y="1089"/>
                  <a:pt x="35" y="1093"/>
                  <a:pt x="53" y="1095"/>
                </a:cubicBezTo>
                <a:close/>
                <a:moveTo>
                  <a:pt x="434" y="905"/>
                </a:moveTo>
                <a:cubicBezTo>
                  <a:pt x="436" y="905"/>
                  <a:pt x="437" y="905"/>
                  <a:pt x="439" y="905"/>
                </a:cubicBezTo>
                <a:cubicBezTo>
                  <a:pt x="441" y="911"/>
                  <a:pt x="435" y="911"/>
                  <a:pt x="431" y="911"/>
                </a:cubicBezTo>
                <a:cubicBezTo>
                  <a:pt x="431" y="909"/>
                  <a:pt x="434" y="908"/>
                  <a:pt x="434" y="905"/>
                </a:cubicBezTo>
                <a:close/>
                <a:moveTo>
                  <a:pt x="402" y="926"/>
                </a:moveTo>
                <a:cubicBezTo>
                  <a:pt x="410" y="929"/>
                  <a:pt x="396" y="933"/>
                  <a:pt x="397" y="938"/>
                </a:cubicBezTo>
                <a:cubicBezTo>
                  <a:pt x="393" y="938"/>
                  <a:pt x="389" y="938"/>
                  <a:pt x="388" y="941"/>
                </a:cubicBezTo>
                <a:cubicBezTo>
                  <a:pt x="379" y="935"/>
                  <a:pt x="402" y="934"/>
                  <a:pt x="402" y="926"/>
                </a:cubicBezTo>
                <a:close/>
                <a:moveTo>
                  <a:pt x="274" y="1011"/>
                </a:moveTo>
                <a:cubicBezTo>
                  <a:pt x="271" y="1015"/>
                  <a:pt x="271" y="1018"/>
                  <a:pt x="274" y="1023"/>
                </a:cubicBezTo>
                <a:cubicBezTo>
                  <a:pt x="289" y="1020"/>
                  <a:pt x="295" y="1026"/>
                  <a:pt x="306" y="1028"/>
                </a:cubicBezTo>
                <a:cubicBezTo>
                  <a:pt x="317" y="1028"/>
                  <a:pt x="298" y="1035"/>
                  <a:pt x="300" y="1028"/>
                </a:cubicBezTo>
                <a:cubicBezTo>
                  <a:pt x="278" y="1029"/>
                  <a:pt x="267" y="1019"/>
                  <a:pt x="248" y="1017"/>
                </a:cubicBezTo>
                <a:cubicBezTo>
                  <a:pt x="252" y="1011"/>
                  <a:pt x="268" y="1016"/>
                  <a:pt x="274" y="1011"/>
                </a:cubicBezTo>
                <a:close/>
                <a:moveTo>
                  <a:pt x="244" y="991"/>
                </a:moveTo>
                <a:cubicBezTo>
                  <a:pt x="243" y="997"/>
                  <a:pt x="237" y="999"/>
                  <a:pt x="230" y="1000"/>
                </a:cubicBezTo>
                <a:cubicBezTo>
                  <a:pt x="232" y="995"/>
                  <a:pt x="238" y="993"/>
                  <a:pt x="244" y="991"/>
                </a:cubicBezTo>
                <a:close/>
                <a:moveTo>
                  <a:pt x="9" y="1076"/>
                </a:moveTo>
                <a:cubicBezTo>
                  <a:pt x="11" y="1065"/>
                  <a:pt x="24" y="1072"/>
                  <a:pt x="29" y="1075"/>
                </a:cubicBezTo>
                <a:cubicBezTo>
                  <a:pt x="25" y="1084"/>
                  <a:pt x="18" y="1072"/>
                  <a:pt x="9" y="1076"/>
                </a:cubicBezTo>
                <a:close/>
                <a:moveTo>
                  <a:pt x="3234" y="70"/>
                </a:moveTo>
                <a:cubicBezTo>
                  <a:pt x="3242" y="49"/>
                  <a:pt x="3239" y="35"/>
                  <a:pt x="3240" y="19"/>
                </a:cubicBezTo>
                <a:cubicBezTo>
                  <a:pt x="3243" y="12"/>
                  <a:pt x="3244" y="6"/>
                  <a:pt x="3245" y="1"/>
                </a:cubicBezTo>
                <a:cubicBezTo>
                  <a:pt x="3237" y="1"/>
                  <a:pt x="3237" y="1"/>
                  <a:pt x="3237" y="1"/>
                </a:cubicBezTo>
                <a:cubicBezTo>
                  <a:pt x="3236" y="8"/>
                  <a:pt x="3236" y="16"/>
                  <a:pt x="3235" y="23"/>
                </a:cubicBezTo>
                <a:cubicBezTo>
                  <a:pt x="3232" y="32"/>
                  <a:pt x="3236" y="37"/>
                  <a:pt x="3232" y="47"/>
                </a:cubicBezTo>
                <a:cubicBezTo>
                  <a:pt x="3237" y="52"/>
                  <a:pt x="3228" y="64"/>
                  <a:pt x="3234" y="70"/>
                </a:cubicBezTo>
                <a:close/>
                <a:moveTo>
                  <a:pt x="3757" y="273"/>
                </a:moveTo>
                <a:cubicBezTo>
                  <a:pt x="3761" y="261"/>
                  <a:pt x="3767" y="248"/>
                  <a:pt x="3775" y="236"/>
                </a:cubicBezTo>
                <a:cubicBezTo>
                  <a:pt x="3836" y="136"/>
                  <a:pt x="3838" y="133"/>
                  <a:pt x="3840" y="131"/>
                </a:cubicBezTo>
                <a:cubicBezTo>
                  <a:pt x="3812" y="151"/>
                  <a:pt x="3794" y="184"/>
                  <a:pt x="3770" y="218"/>
                </a:cubicBezTo>
                <a:cubicBezTo>
                  <a:pt x="3714" y="341"/>
                  <a:pt x="3715" y="347"/>
                  <a:pt x="3711" y="354"/>
                </a:cubicBezTo>
                <a:cubicBezTo>
                  <a:pt x="3708" y="378"/>
                  <a:pt x="3704" y="383"/>
                  <a:pt x="3699" y="389"/>
                </a:cubicBezTo>
                <a:cubicBezTo>
                  <a:pt x="3679" y="449"/>
                  <a:pt x="3679" y="460"/>
                  <a:pt x="3673" y="471"/>
                </a:cubicBezTo>
                <a:cubicBezTo>
                  <a:pt x="3649" y="556"/>
                  <a:pt x="3641" y="564"/>
                  <a:pt x="3641" y="571"/>
                </a:cubicBezTo>
                <a:cubicBezTo>
                  <a:pt x="3629" y="606"/>
                  <a:pt x="3625" y="604"/>
                  <a:pt x="3628" y="608"/>
                </a:cubicBezTo>
                <a:cubicBezTo>
                  <a:pt x="3603" y="675"/>
                  <a:pt x="3595" y="687"/>
                  <a:pt x="3591" y="700"/>
                </a:cubicBezTo>
                <a:cubicBezTo>
                  <a:pt x="3566" y="761"/>
                  <a:pt x="3550" y="791"/>
                  <a:pt x="3542" y="808"/>
                </a:cubicBezTo>
                <a:cubicBezTo>
                  <a:pt x="3507" y="868"/>
                  <a:pt x="3500" y="883"/>
                  <a:pt x="3494" y="881"/>
                </a:cubicBezTo>
                <a:cubicBezTo>
                  <a:pt x="3504" y="842"/>
                  <a:pt x="3512" y="840"/>
                  <a:pt x="3519" y="827"/>
                </a:cubicBezTo>
                <a:cubicBezTo>
                  <a:pt x="3541" y="787"/>
                  <a:pt x="3551" y="772"/>
                  <a:pt x="3557" y="758"/>
                </a:cubicBezTo>
                <a:cubicBezTo>
                  <a:pt x="3572" y="724"/>
                  <a:pt x="3577" y="719"/>
                  <a:pt x="3574" y="716"/>
                </a:cubicBezTo>
                <a:cubicBezTo>
                  <a:pt x="3610" y="627"/>
                  <a:pt x="3611" y="620"/>
                  <a:pt x="3612" y="614"/>
                </a:cubicBezTo>
                <a:cubicBezTo>
                  <a:pt x="3626" y="578"/>
                  <a:pt x="3619" y="566"/>
                  <a:pt x="3626" y="552"/>
                </a:cubicBezTo>
                <a:cubicBezTo>
                  <a:pt x="3638" y="497"/>
                  <a:pt x="3641" y="483"/>
                  <a:pt x="3650" y="468"/>
                </a:cubicBezTo>
                <a:cubicBezTo>
                  <a:pt x="3660" y="391"/>
                  <a:pt x="3671" y="379"/>
                  <a:pt x="3671" y="368"/>
                </a:cubicBezTo>
                <a:cubicBezTo>
                  <a:pt x="3699" y="286"/>
                  <a:pt x="3697" y="275"/>
                  <a:pt x="3700" y="262"/>
                </a:cubicBezTo>
                <a:cubicBezTo>
                  <a:pt x="3760" y="136"/>
                  <a:pt x="3757" y="124"/>
                  <a:pt x="3767" y="117"/>
                </a:cubicBezTo>
                <a:cubicBezTo>
                  <a:pt x="3790" y="76"/>
                  <a:pt x="3794" y="72"/>
                  <a:pt x="3797" y="67"/>
                </a:cubicBezTo>
                <a:cubicBezTo>
                  <a:pt x="3835" y="16"/>
                  <a:pt x="3845" y="9"/>
                  <a:pt x="3838" y="3"/>
                </a:cubicBezTo>
                <a:cubicBezTo>
                  <a:pt x="3814" y="18"/>
                  <a:pt x="3804" y="31"/>
                  <a:pt x="3809" y="32"/>
                </a:cubicBezTo>
                <a:cubicBezTo>
                  <a:pt x="3769" y="96"/>
                  <a:pt x="3753" y="119"/>
                  <a:pt x="3737" y="141"/>
                </a:cubicBezTo>
                <a:cubicBezTo>
                  <a:pt x="3695" y="232"/>
                  <a:pt x="3701" y="237"/>
                  <a:pt x="3696" y="244"/>
                </a:cubicBezTo>
                <a:cubicBezTo>
                  <a:pt x="3684" y="292"/>
                  <a:pt x="3679" y="300"/>
                  <a:pt x="3681" y="306"/>
                </a:cubicBezTo>
                <a:cubicBezTo>
                  <a:pt x="3651" y="396"/>
                  <a:pt x="3653" y="396"/>
                  <a:pt x="3652" y="397"/>
                </a:cubicBezTo>
                <a:cubicBezTo>
                  <a:pt x="3638" y="444"/>
                  <a:pt x="3641" y="447"/>
                  <a:pt x="3637" y="451"/>
                </a:cubicBezTo>
                <a:cubicBezTo>
                  <a:pt x="3625" y="516"/>
                  <a:pt x="3623" y="519"/>
                  <a:pt x="3620" y="522"/>
                </a:cubicBezTo>
                <a:cubicBezTo>
                  <a:pt x="3616" y="556"/>
                  <a:pt x="3614" y="559"/>
                  <a:pt x="3611" y="562"/>
                </a:cubicBezTo>
                <a:cubicBezTo>
                  <a:pt x="3605" y="607"/>
                  <a:pt x="3603" y="621"/>
                  <a:pt x="3596" y="635"/>
                </a:cubicBezTo>
                <a:cubicBezTo>
                  <a:pt x="3579" y="690"/>
                  <a:pt x="3572" y="704"/>
                  <a:pt x="3566" y="718"/>
                </a:cubicBezTo>
                <a:cubicBezTo>
                  <a:pt x="3510" y="823"/>
                  <a:pt x="3512" y="836"/>
                  <a:pt x="3504" y="834"/>
                </a:cubicBezTo>
                <a:cubicBezTo>
                  <a:pt x="3516" y="767"/>
                  <a:pt x="3518" y="762"/>
                  <a:pt x="3518" y="757"/>
                </a:cubicBezTo>
                <a:cubicBezTo>
                  <a:pt x="3527" y="708"/>
                  <a:pt x="3526" y="690"/>
                  <a:pt x="3537" y="670"/>
                </a:cubicBezTo>
                <a:cubicBezTo>
                  <a:pt x="3551" y="615"/>
                  <a:pt x="3545" y="603"/>
                  <a:pt x="3551" y="589"/>
                </a:cubicBezTo>
                <a:cubicBezTo>
                  <a:pt x="3558" y="556"/>
                  <a:pt x="3560" y="550"/>
                  <a:pt x="3563" y="544"/>
                </a:cubicBezTo>
                <a:cubicBezTo>
                  <a:pt x="3571" y="525"/>
                  <a:pt x="3565" y="517"/>
                  <a:pt x="3571" y="510"/>
                </a:cubicBezTo>
                <a:cubicBezTo>
                  <a:pt x="3581" y="460"/>
                  <a:pt x="3589" y="452"/>
                  <a:pt x="3587" y="446"/>
                </a:cubicBezTo>
                <a:cubicBezTo>
                  <a:pt x="3607" y="374"/>
                  <a:pt x="3605" y="367"/>
                  <a:pt x="3604" y="361"/>
                </a:cubicBezTo>
                <a:cubicBezTo>
                  <a:pt x="3638" y="247"/>
                  <a:pt x="3639" y="241"/>
                  <a:pt x="3640" y="235"/>
                </a:cubicBezTo>
                <a:cubicBezTo>
                  <a:pt x="3662" y="190"/>
                  <a:pt x="3665" y="167"/>
                  <a:pt x="3679" y="141"/>
                </a:cubicBezTo>
                <a:cubicBezTo>
                  <a:pt x="3700" y="101"/>
                  <a:pt x="3700" y="97"/>
                  <a:pt x="3703" y="90"/>
                </a:cubicBezTo>
                <a:cubicBezTo>
                  <a:pt x="3708" y="82"/>
                  <a:pt x="3707" y="79"/>
                  <a:pt x="3711" y="75"/>
                </a:cubicBezTo>
                <a:cubicBezTo>
                  <a:pt x="3742" y="28"/>
                  <a:pt x="3747" y="23"/>
                  <a:pt x="3751" y="17"/>
                </a:cubicBezTo>
                <a:cubicBezTo>
                  <a:pt x="3748" y="5"/>
                  <a:pt x="3744" y="9"/>
                  <a:pt x="3740" y="13"/>
                </a:cubicBezTo>
                <a:cubicBezTo>
                  <a:pt x="3710" y="57"/>
                  <a:pt x="3706" y="62"/>
                  <a:pt x="3702" y="68"/>
                </a:cubicBezTo>
                <a:cubicBezTo>
                  <a:pt x="3646" y="191"/>
                  <a:pt x="3645" y="198"/>
                  <a:pt x="3641" y="206"/>
                </a:cubicBezTo>
                <a:cubicBezTo>
                  <a:pt x="3631" y="245"/>
                  <a:pt x="3622" y="250"/>
                  <a:pt x="3626" y="254"/>
                </a:cubicBezTo>
                <a:cubicBezTo>
                  <a:pt x="3570" y="459"/>
                  <a:pt x="3570" y="474"/>
                  <a:pt x="3564" y="490"/>
                </a:cubicBezTo>
                <a:cubicBezTo>
                  <a:pt x="3545" y="571"/>
                  <a:pt x="3545" y="578"/>
                  <a:pt x="3542" y="586"/>
                </a:cubicBezTo>
                <a:cubicBezTo>
                  <a:pt x="3534" y="624"/>
                  <a:pt x="3534" y="636"/>
                  <a:pt x="3530" y="632"/>
                </a:cubicBezTo>
                <a:cubicBezTo>
                  <a:pt x="3539" y="568"/>
                  <a:pt x="3537" y="559"/>
                  <a:pt x="3537" y="550"/>
                </a:cubicBezTo>
                <a:cubicBezTo>
                  <a:pt x="3543" y="396"/>
                  <a:pt x="3545" y="365"/>
                  <a:pt x="3548" y="333"/>
                </a:cubicBezTo>
                <a:cubicBezTo>
                  <a:pt x="3551" y="302"/>
                  <a:pt x="3551" y="295"/>
                  <a:pt x="3554" y="287"/>
                </a:cubicBezTo>
                <a:cubicBezTo>
                  <a:pt x="3554" y="256"/>
                  <a:pt x="3557" y="247"/>
                  <a:pt x="3558" y="239"/>
                </a:cubicBezTo>
                <a:cubicBezTo>
                  <a:pt x="3557" y="208"/>
                  <a:pt x="3563" y="200"/>
                  <a:pt x="3560" y="193"/>
                </a:cubicBezTo>
                <a:cubicBezTo>
                  <a:pt x="3554" y="154"/>
                  <a:pt x="3571" y="148"/>
                  <a:pt x="3564" y="145"/>
                </a:cubicBezTo>
                <a:cubicBezTo>
                  <a:pt x="3553" y="219"/>
                  <a:pt x="3551" y="231"/>
                  <a:pt x="3548" y="242"/>
                </a:cubicBezTo>
                <a:cubicBezTo>
                  <a:pt x="3545" y="287"/>
                  <a:pt x="3547" y="297"/>
                  <a:pt x="3541" y="309"/>
                </a:cubicBezTo>
                <a:cubicBezTo>
                  <a:pt x="3539" y="365"/>
                  <a:pt x="3537" y="370"/>
                  <a:pt x="3534" y="376"/>
                </a:cubicBezTo>
                <a:cubicBezTo>
                  <a:pt x="3538" y="422"/>
                  <a:pt x="3529" y="434"/>
                  <a:pt x="3533" y="445"/>
                </a:cubicBezTo>
                <a:cubicBezTo>
                  <a:pt x="3528" y="550"/>
                  <a:pt x="3524" y="556"/>
                  <a:pt x="3524" y="562"/>
                </a:cubicBezTo>
                <a:cubicBezTo>
                  <a:pt x="3521" y="635"/>
                  <a:pt x="3513" y="659"/>
                  <a:pt x="3518" y="681"/>
                </a:cubicBezTo>
                <a:cubicBezTo>
                  <a:pt x="3503" y="798"/>
                  <a:pt x="3495" y="807"/>
                  <a:pt x="3497" y="814"/>
                </a:cubicBezTo>
                <a:cubicBezTo>
                  <a:pt x="3480" y="874"/>
                  <a:pt x="3484" y="872"/>
                  <a:pt x="3483" y="876"/>
                </a:cubicBezTo>
                <a:cubicBezTo>
                  <a:pt x="3466" y="915"/>
                  <a:pt x="3476" y="919"/>
                  <a:pt x="3467" y="926"/>
                </a:cubicBezTo>
                <a:cubicBezTo>
                  <a:pt x="3467" y="904"/>
                  <a:pt x="3461" y="900"/>
                  <a:pt x="3469" y="894"/>
                </a:cubicBezTo>
                <a:cubicBezTo>
                  <a:pt x="3472" y="875"/>
                  <a:pt x="3471" y="874"/>
                  <a:pt x="3472" y="871"/>
                </a:cubicBezTo>
                <a:cubicBezTo>
                  <a:pt x="3477" y="825"/>
                  <a:pt x="3480" y="816"/>
                  <a:pt x="3484" y="808"/>
                </a:cubicBezTo>
                <a:cubicBezTo>
                  <a:pt x="3493" y="697"/>
                  <a:pt x="3492" y="684"/>
                  <a:pt x="3492" y="672"/>
                </a:cubicBezTo>
                <a:cubicBezTo>
                  <a:pt x="3488" y="611"/>
                  <a:pt x="3497" y="586"/>
                  <a:pt x="3491" y="562"/>
                </a:cubicBezTo>
                <a:cubicBezTo>
                  <a:pt x="3494" y="512"/>
                  <a:pt x="3491" y="500"/>
                  <a:pt x="3493" y="488"/>
                </a:cubicBezTo>
                <a:cubicBezTo>
                  <a:pt x="3491" y="465"/>
                  <a:pt x="3493" y="459"/>
                  <a:pt x="3495" y="452"/>
                </a:cubicBezTo>
                <a:cubicBezTo>
                  <a:pt x="3497" y="408"/>
                  <a:pt x="3501" y="402"/>
                  <a:pt x="3497" y="396"/>
                </a:cubicBezTo>
                <a:cubicBezTo>
                  <a:pt x="3508" y="327"/>
                  <a:pt x="3513" y="315"/>
                  <a:pt x="3513" y="303"/>
                </a:cubicBezTo>
                <a:cubicBezTo>
                  <a:pt x="3527" y="239"/>
                  <a:pt x="3533" y="232"/>
                  <a:pt x="3532" y="226"/>
                </a:cubicBezTo>
                <a:cubicBezTo>
                  <a:pt x="3535" y="205"/>
                  <a:pt x="3525" y="222"/>
                  <a:pt x="3521" y="240"/>
                </a:cubicBezTo>
                <a:cubicBezTo>
                  <a:pt x="3499" y="309"/>
                  <a:pt x="3506" y="324"/>
                  <a:pt x="3494" y="343"/>
                </a:cubicBezTo>
                <a:cubicBezTo>
                  <a:pt x="3487" y="407"/>
                  <a:pt x="3488" y="419"/>
                  <a:pt x="3485" y="431"/>
                </a:cubicBezTo>
                <a:cubicBezTo>
                  <a:pt x="3481" y="553"/>
                  <a:pt x="3480" y="565"/>
                  <a:pt x="3481" y="576"/>
                </a:cubicBezTo>
                <a:cubicBezTo>
                  <a:pt x="3482" y="601"/>
                  <a:pt x="3478" y="608"/>
                  <a:pt x="3482" y="613"/>
                </a:cubicBezTo>
                <a:cubicBezTo>
                  <a:pt x="3478" y="674"/>
                  <a:pt x="3481" y="680"/>
                  <a:pt x="3481" y="686"/>
                </a:cubicBezTo>
                <a:cubicBezTo>
                  <a:pt x="3479" y="770"/>
                  <a:pt x="3468" y="784"/>
                  <a:pt x="3475" y="794"/>
                </a:cubicBezTo>
                <a:cubicBezTo>
                  <a:pt x="3466" y="822"/>
                  <a:pt x="3473" y="824"/>
                  <a:pt x="3468" y="828"/>
                </a:cubicBezTo>
                <a:cubicBezTo>
                  <a:pt x="3458" y="890"/>
                  <a:pt x="3457" y="896"/>
                  <a:pt x="3451" y="903"/>
                </a:cubicBezTo>
                <a:cubicBezTo>
                  <a:pt x="3437" y="953"/>
                  <a:pt x="3444" y="965"/>
                  <a:pt x="3430" y="974"/>
                </a:cubicBezTo>
                <a:cubicBezTo>
                  <a:pt x="3429" y="995"/>
                  <a:pt x="3420" y="1011"/>
                  <a:pt x="3414" y="1010"/>
                </a:cubicBezTo>
                <a:cubicBezTo>
                  <a:pt x="3427" y="965"/>
                  <a:pt x="3432" y="959"/>
                  <a:pt x="3427" y="954"/>
                </a:cubicBezTo>
                <a:cubicBezTo>
                  <a:pt x="3428" y="918"/>
                  <a:pt x="3431" y="915"/>
                  <a:pt x="3434" y="912"/>
                </a:cubicBezTo>
                <a:cubicBezTo>
                  <a:pt x="3435" y="859"/>
                  <a:pt x="3434" y="848"/>
                  <a:pt x="3440" y="836"/>
                </a:cubicBezTo>
                <a:cubicBezTo>
                  <a:pt x="3434" y="731"/>
                  <a:pt x="3442" y="723"/>
                  <a:pt x="3440" y="716"/>
                </a:cubicBezTo>
                <a:cubicBezTo>
                  <a:pt x="3443" y="655"/>
                  <a:pt x="3432" y="651"/>
                  <a:pt x="3436" y="644"/>
                </a:cubicBezTo>
                <a:cubicBezTo>
                  <a:pt x="3432" y="604"/>
                  <a:pt x="3437" y="593"/>
                  <a:pt x="3432" y="583"/>
                </a:cubicBezTo>
                <a:cubicBezTo>
                  <a:pt x="3439" y="515"/>
                  <a:pt x="3429" y="512"/>
                  <a:pt x="3436" y="506"/>
                </a:cubicBezTo>
                <a:cubicBezTo>
                  <a:pt x="3438" y="453"/>
                  <a:pt x="3435" y="449"/>
                  <a:pt x="3435" y="444"/>
                </a:cubicBezTo>
                <a:cubicBezTo>
                  <a:pt x="3437" y="434"/>
                  <a:pt x="3433" y="437"/>
                  <a:pt x="3435" y="440"/>
                </a:cubicBezTo>
                <a:cubicBezTo>
                  <a:pt x="3435" y="480"/>
                  <a:pt x="3425" y="478"/>
                  <a:pt x="3425" y="487"/>
                </a:cubicBezTo>
                <a:cubicBezTo>
                  <a:pt x="3425" y="566"/>
                  <a:pt x="3424" y="577"/>
                  <a:pt x="3424" y="588"/>
                </a:cubicBezTo>
                <a:cubicBezTo>
                  <a:pt x="3422" y="629"/>
                  <a:pt x="3423" y="635"/>
                  <a:pt x="3425" y="640"/>
                </a:cubicBezTo>
                <a:cubicBezTo>
                  <a:pt x="3425" y="679"/>
                  <a:pt x="3432" y="684"/>
                  <a:pt x="3430" y="691"/>
                </a:cubicBezTo>
                <a:cubicBezTo>
                  <a:pt x="3428" y="723"/>
                  <a:pt x="3428" y="727"/>
                  <a:pt x="3425" y="731"/>
                </a:cubicBezTo>
                <a:cubicBezTo>
                  <a:pt x="3424" y="779"/>
                  <a:pt x="3432" y="785"/>
                  <a:pt x="3426" y="793"/>
                </a:cubicBezTo>
                <a:cubicBezTo>
                  <a:pt x="3421" y="842"/>
                  <a:pt x="3429" y="848"/>
                  <a:pt x="3422" y="855"/>
                </a:cubicBezTo>
                <a:cubicBezTo>
                  <a:pt x="3416" y="922"/>
                  <a:pt x="3423" y="924"/>
                  <a:pt x="3417" y="928"/>
                </a:cubicBezTo>
                <a:cubicBezTo>
                  <a:pt x="3419" y="963"/>
                  <a:pt x="3412" y="967"/>
                  <a:pt x="3415" y="970"/>
                </a:cubicBezTo>
                <a:cubicBezTo>
                  <a:pt x="3392" y="1031"/>
                  <a:pt x="3396" y="1036"/>
                  <a:pt x="3390" y="1042"/>
                </a:cubicBezTo>
                <a:cubicBezTo>
                  <a:pt x="3355" y="1102"/>
                  <a:pt x="3350" y="1107"/>
                  <a:pt x="3348" y="1116"/>
                </a:cubicBezTo>
                <a:cubicBezTo>
                  <a:pt x="3323" y="1149"/>
                  <a:pt x="3326" y="1150"/>
                  <a:pt x="3317" y="1162"/>
                </a:cubicBezTo>
                <a:cubicBezTo>
                  <a:pt x="3329" y="1121"/>
                  <a:pt x="3326" y="1108"/>
                  <a:pt x="3337" y="1093"/>
                </a:cubicBezTo>
                <a:cubicBezTo>
                  <a:pt x="3347" y="1036"/>
                  <a:pt x="3348" y="1022"/>
                  <a:pt x="3350" y="1008"/>
                </a:cubicBezTo>
                <a:cubicBezTo>
                  <a:pt x="3371" y="897"/>
                  <a:pt x="3369" y="890"/>
                  <a:pt x="3372" y="883"/>
                </a:cubicBezTo>
                <a:cubicBezTo>
                  <a:pt x="3379" y="854"/>
                  <a:pt x="3375" y="848"/>
                  <a:pt x="3374" y="841"/>
                </a:cubicBezTo>
                <a:cubicBezTo>
                  <a:pt x="3384" y="791"/>
                  <a:pt x="3379" y="786"/>
                  <a:pt x="3384" y="780"/>
                </a:cubicBezTo>
                <a:cubicBezTo>
                  <a:pt x="3383" y="731"/>
                  <a:pt x="3389" y="725"/>
                  <a:pt x="3382" y="720"/>
                </a:cubicBezTo>
                <a:cubicBezTo>
                  <a:pt x="3387" y="686"/>
                  <a:pt x="3385" y="681"/>
                  <a:pt x="3383" y="677"/>
                </a:cubicBezTo>
                <a:cubicBezTo>
                  <a:pt x="3387" y="640"/>
                  <a:pt x="3385" y="634"/>
                  <a:pt x="3386" y="629"/>
                </a:cubicBezTo>
                <a:cubicBezTo>
                  <a:pt x="3383" y="559"/>
                  <a:pt x="3387" y="548"/>
                  <a:pt x="3386" y="537"/>
                </a:cubicBezTo>
                <a:cubicBezTo>
                  <a:pt x="3386" y="466"/>
                  <a:pt x="3389" y="456"/>
                  <a:pt x="3390" y="446"/>
                </a:cubicBezTo>
                <a:cubicBezTo>
                  <a:pt x="3392" y="404"/>
                  <a:pt x="3390" y="394"/>
                  <a:pt x="3398" y="383"/>
                </a:cubicBezTo>
                <a:cubicBezTo>
                  <a:pt x="3404" y="361"/>
                  <a:pt x="3399" y="358"/>
                  <a:pt x="3400" y="356"/>
                </a:cubicBezTo>
                <a:cubicBezTo>
                  <a:pt x="3424" y="303"/>
                  <a:pt x="3423" y="300"/>
                  <a:pt x="3427" y="296"/>
                </a:cubicBezTo>
                <a:cubicBezTo>
                  <a:pt x="3405" y="329"/>
                  <a:pt x="3404" y="333"/>
                  <a:pt x="3404" y="336"/>
                </a:cubicBezTo>
                <a:cubicBezTo>
                  <a:pt x="3400" y="363"/>
                  <a:pt x="3389" y="367"/>
                  <a:pt x="3388" y="368"/>
                </a:cubicBezTo>
                <a:cubicBezTo>
                  <a:pt x="3386" y="410"/>
                  <a:pt x="3379" y="422"/>
                  <a:pt x="3378" y="433"/>
                </a:cubicBezTo>
                <a:cubicBezTo>
                  <a:pt x="3363" y="507"/>
                  <a:pt x="3358" y="513"/>
                  <a:pt x="3361" y="518"/>
                </a:cubicBezTo>
                <a:cubicBezTo>
                  <a:pt x="3358" y="546"/>
                  <a:pt x="3355" y="549"/>
                  <a:pt x="3357" y="552"/>
                </a:cubicBezTo>
                <a:cubicBezTo>
                  <a:pt x="3354" y="588"/>
                  <a:pt x="3355" y="591"/>
                  <a:pt x="3355" y="594"/>
                </a:cubicBezTo>
                <a:cubicBezTo>
                  <a:pt x="3353" y="641"/>
                  <a:pt x="3349" y="647"/>
                  <a:pt x="3350" y="652"/>
                </a:cubicBezTo>
                <a:cubicBezTo>
                  <a:pt x="3346" y="713"/>
                  <a:pt x="3338" y="726"/>
                  <a:pt x="3341" y="736"/>
                </a:cubicBezTo>
                <a:cubicBezTo>
                  <a:pt x="3334" y="759"/>
                  <a:pt x="3339" y="764"/>
                  <a:pt x="3334" y="770"/>
                </a:cubicBezTo>
                <a:cubicBezTo>
                  <a:pt x="3326" y="810"/>
                  <a:pt x="3328" y="815"/>
                  <a:pt x="3328" y="821"/>
                </a:cubicBezTo>
                <a:cubicBezTo>
                  <a:pt x="3320" y="874"/>
                  <a:pt x="3320" y="877"/>
                  <a:pt x="3320" y="880"/>
                </a:cubicBezTo>
                <a:cubicBezTo>
                  <a:pt x="3315" y="895"/>
                  <a:pt x="3318" y="899"/>
                  <a:pt x="3314" y="897"/>
                </a:cubicBezTo>
                <a:cubicBezTo>
                  <a:pt x="3313" y="842"/>
                  <a:pt x="3312" y="839"/>
                  <a:pt x="3313" y="835"/>
                </a:cubicBezTo>
                <a:cubicBezTo>
                  <a:pt x="3317" y="701"/>
                  <a:pt x="3313" y="673"/>
                  <a:pt x="3316" y="644"/>
                </a:cubicBezTo>
                <a:cubicBezTo>
                  <a:pt x="3315" y="579"/>
                  <a:pt x="3315" y="576"/>
                  <a:pt x="3312" y="573"/>
                </a:cubicBezTo>
                <a:cubicBezTo>
                  <a:pt x="3315" y="461"/>
                  <a:pt x="3320" y="447"/>
                  <a:pt x="3316" y="433"/>
                </a:cubicBezTo>
                <a:cubicBezTo>
                  <a:pt x="3321" y="398"/>
                  <a:pt x="3322" y="393"/>
                  <a:pt x="3320" y="389"/>
                </a:cubicBezTo>
                <a:cubicBezTo>
                  <a:pt x="3336" y="289"/>
                  <a:pt x="3333" y="285"/>
                  <a:pt x="3336" y="282"/>
                </a:cubicBezTo>
                <a:cubicBezTo>
                  <a:pt x="3345" y="231"/>
                  <a:pt x="3348" y="223"/>
                  <a:pt x="3346" y="216"/>
                </a:cubicBezTo>
                <a:cubicBezTo>
                  <a:pt x="3334" y="252"/>
                  <a:pt x="3336" y="255"/>
                  <a:pt x="3331" y="259"/>
                </a:cubicBezTo>
                <a:cubicBezTo>
                  <a:pt x="3318" y="359"/>
                  <a:pt x="3314" y="374"/>
                  <a:pt x="3314" y="388"/>
                </a:cubicBezTo>
                <a:cubicBezTo>
                  <a:pt x="3311" y="458"/>
                  <a:pt x="3307" y="465"/>
                  <a:pt x="3309" y="472"/>
                </a:cubicBezTo>
                <a:cubicBezTo>
                  <a:pt x="3306" y="525"/>
                  <a:pt x="3310" y="526"/>
                  <a:pt x="3310" y="527"/>
                </a:cubicBezTo>
                <a:cubicBezTo>
                  <a:pt x="3299" y="585"/>
                  <a:pt x="3304" y="612"/>
                  <a:pt x="3305" y="640"/>
                </a:cubicBezTo>
                <a:cubicBezTo>
                  <a:pt x="3305" y="685"/>
                  <a:pt x="3305" y="688"/>
                  <a:pt x="3302" y="692"/>
                </a:cubicBezTo>
                <a:cubicBezTo>
                  <a:pt x="3308" y="738"/>
                  <a:pt x="3305" y="752"/>
                  <a:pt x="3308" y="766"/>
                </a:cubicBezTo>
                <a:cubicBezTo>
                  <a:pt x="3302" y="837"/>
                  <a:pt x="3302" y="844"/>
                  <a:pt x="3305" y="851"/>
                </a:cubicBezTo>
                <a:cubicBezTo>
                  <a:pt x="3301" y="936"/>
                  <a:pt x="3297" y="942"/>
                  <a:pt x="3298" y="947"/>
                </a:cubicBezTo>
                <a:cubicBezTo>
                  <a:pt x="3292" y="995"/>
                  <a:pt x="3290" y="1000"/>
                  <a:pt x="3287" y="1004"/>
                </a:cubicBezTo>
                <a:cubicBezTo>
                  <a:pt x="3288" y="1046"/>
                  <a:pt x="3280" y="1051"/>
                  <a:pt x="3286" y="1054"/>
                </a:cubicBezTo>
                <a:cubicBezTo>
                  <a:pt x="3277" y="1058"/>
                  <a:pt x="3283" y="1050"/>
                  <a:pt x="3280" y="1043"/>
                </a:cubicBezTo>
                <a:cubicBezTo>
                  <a:pt x="3274" y="1006"/>
                  <a:pt x="3274" y="1002"/>
                  <a:pt x="3278" y="997"/>
                </a:cubicBezTo>
                <a:cubicBezTo>
                  <a:pt x="3276" y="977"/>
                  <a:pt x="3278" y="974"/>
                  <a:pt x="3280" y="970"/>
                </a:cubicBezTo>
                <a:cubicBezTo>
                  <a:pt x="3285" y="945"/>
                  <a:pt x="3275" y="942"/>
                  <a:pt x="3280" y="937"/>
                </a:cubicBezTo>
                <a:cubicBezTo>
                  <a:pt x="3273" y="897"/>
                  <a:pt x="3281" y="891"/>
                  <a:pt x="3277" y="888"/>
                </a:cubicBezTo>
                <a:cubicBezTo>
                  <a:pt x="3282" y="784"/>
                  <a:pt x="3267" y="781"/>
                  <a:pt x="3276" y="774"/>
                </a:cubicBezTo>
                <a:cubicBezTo>
                  <a:pt x="3273" y="731"/>
                  <a:pt x="3277" y="724"/>
                  <a:pt x="3275" y="718"/>
                </a:cubicBezTo>
                <a:cubicBezTo>
                  <a:pt x="3273" y="623"/>
                  <a:pt x="3277" y="617"/>
                  <a:pt x="3276" y="611"/>
                </a:cubicBezTo>
                <a:cubicBezTo>
                  <a:pt x="3283" y="561"/>
                  <a:pt x="3278" y="550"/>
                  <a:pt x="3285" y="537"/>
                </a:cubicBezTo>
                <a:cubicBezTo>
                  <a:pt x="3283" y="488"/>
                  <a:pt x="3291" y="475"/>
                  <a:pt x="3289" y="464"/>
                </a:cubicBezTo>
                <a:cubicBezTo>
                  <a:pt x="3292" y="404"/>
                  <a:pt x="3301" y="396"/>
                  <a:pt x="3298" y="390"/>
                </a:cubicBezTo>
                <a:cubicBezTo>
                  <a:pt x="3312" y="326"/>
                  <a:pt x="3300" y="322"/>
                  <a:pt x="3308" y="314"/>
                </a:cubicBezTo>
                <a:cubicBezTo>
                  <a:pt x="3307" y="284"/>
                  <a:pt x="3309" y="289"/>
                  <a:pt x="3307" y="296"/>
                </a:cubicBezTo>
                <a:cubicBezTo>
                  <a:pt x="3297" y="341"/>
                  <a:pt x="3295" y="347"/>
                  <a:pt x="3297" y="353"/>
                </a:cubicBezTo>
                <a:cubicBezTo>
                  <a:pt x="3287" y="398"/>
                  <a:pt x="3295" y="403"/>
                  <a:pt x="3286" y="411"/>
                </a:cubicBezTo>
                <a:cubicBezTo>
                  <a:pt x="3284" y="443"/>
                  <a:pt x="3284" y="447"/>
                  <a:pt x="3281" y="451"/>
                </a:cubicBezTo>
                <a:cubicBezTo>
                  <a:pt x="3276" y="487"/>
                  <a:pt x="3278" y="487"/>
                  <a:pt x="3278" y="488"/>
                </a:cubicBezTo>
                <a:cubicBezTo>
                  <a:pt x="3272" y="535"/>
                  <a:pt x="3275" y="540"/>
                  <a:pt x="3270" y="547"/>
                </a:cubicBezTo>
                <a:cubicBezTo>
                  <a:pt x="3268" y="637"/>
                  <a:pt x="3264" y="651"/>
                  <a:pt x="3265" y="664"/>
                </a:cubicBezTo>
                <a:cubicBezTo>
                  <a:pt x="3260" y="747"/>
                  <a:pt x="3264" y="753"/>
                  <a:pt x="3266" y="759"/>
                </a:cubicBezTo>
                <a:cubicBezTo>
                  <a:pt x="3266" y="803"/>
                  <a:pt x="3266" y="810"/>
                  <a:pt x="3265" y="817"/>
                </a:cubicBezTo>
                <a:cubicBezTo>
                  <a:pt x="3265" y="883"/>
                  <a:pt x="3262" y="873"/>
                  <a:pt x="3259" y="863"/>
                </a:cubicBezTo>
                <a:cubicBezTo>
                  <a:pt x="3249" y="798"/>
                  <a:pt x="3260" y="792"/>
                  <a:pt x="3251" y="788"/>
                </a:cubicBezTo>
                <a:cubicBezTo>
                  <a:pt x="3244" y="752"/>
                  <a:pt x="3249" y="746"/>
                  <a:pt x="3247" y="741"/>
                </a:cubicBezTo>
                <a:cubicBezTo>
                  <a:pt x="3244" y="700"/>
                  <a:pt x="3249" y="689"/>
                  <a:pt x="3246" y="679"/>
                </a:cubicBezTo>
                <a:cubicBezTo>
                  <a:pt x="3246" y="644"/>
                  <a:pt x="3245" y="640"/>
                  <a:pt x="3247" y="635"/>
                </a:cubicBezTo>
                <a:cubicBezTo>
                  <a:pt x="3249" y="583"/>
                  <a:pt x="3251" y="573"/>
                  <a:pt x="3249" y="565"/>
                </a:cubicBezTo>
                <a:cubicBezTo>
                  <a:pt x="3256" y="516"/>
                  <a:pt x="3250" y="498"/>
                  <a:pt x="3256" y="479"/>
                </a:cubicBezTo>
                <a:cubicBezTo>
                  <a:pt x="3259" y="432"/>
                  <a:pt x="3256" y="428"/>
                  <a:pt x="3255" y="423"/>
                </a:cubicBezTo>
                <a:cubicBezTo>
                  <a:pt x="3245" y="515"/>
                  <a:pt x="3239" y="525"/>
                  <a:pt x="3243" y="534"/>
                </a:cubicBezTo>
                <a:cubicBezTo>
                  <a:pt x="3242" y="556"/>
                  <a:pt x="3238" y="559"/>
                  <a:pt x="3241" y="562"/>
                </a:cubicBezTo>
                <a:cubicBezTo>
                  <a:pt x="3245" y="605"/>
                  <a:pt x="3233" y="612"/>
                  <a:pt x="3236" y="616"/>
                </a:cubicBezTo>
                <a:cubicBezTo>
                  <a:pt x="3227" y="664"/>
                  <a:pt x="3220" y="676"/>
                  <a:pt x="3223" y="686"/>
                </a:cubicBezTo>
                <a:cubicBezTo>
                  <a:pt x="3219" y="765"/>
                  <a:pt x="3223" y="776"/>
                  <a:pt x="3218" y="788"/>
                </a:cubicBezTo>
                <a:cubicBezTo>
                  <a:pt x="3228" y="850"/>
                  <a:pt x="3221" y="855"/>
                  <a:pt x="3228" y="857"/>
                </a:cubicBezTo>
                <a:cubicBezTo>
                  <a:pt x="3231" y="895"/>
                  <a:pt x="3228" y="902"/>
                  <a:pt x="3233" y="908"/>
                </a:cubicBezTo>
                <a:cubicBezTo>
                  <a:pt x="3229" y="943"/>
                  <a:pt x="3231" y="947"/>
                  <a:pt x="3226" y="951"/>
                </a:cubicBezTo>
                <a:cubicBezTo>
                  <a:pt x="3233" y="1019"/>
                  <a:pt x="3235" y="1036"/>
                  <a:pt x="3232" y="1053"/>
                </a:cubicBezTo>
                <a:cubicBezTo>
                  <a:pt x="3238" y="1095"/>
                  <a:pt x="3241" y="1099"/>
                  <a:pt x="3241" y="1104"/>
                </a:cubicBezTo>
                <a:cubicBezTo>
                  <a:pt x="3231" y="1164"/>
                  <a:pt x="3234" y="1172"/>
                  <a:pt x="3229" y="1182"/>
                </a:cubicBezTo>
                <a:cubicBezTo>
                  <a:pt x="3221" y="1258"/>
                  <a:pt x="3219" y="1277"/>
                  <a:pt x="3212" y="1296"/>
                </a:cubicBezTo>
                <a:cubicBezTo>
                  <a:pt x="3204" y="1329"/>
                  <a:pt x="3200" y="1334"/>
                  <a:pt x="3205" y="1339"/>
                </a:cubicBezTo>
                <a:cubicBezTo>
                  <a:pt x="3190" y="1328"/>
                  <a:pt x="3191" y="1324"/>
                  <a:pt x="3194" y="1319"/>
                </a:cubicBezTo>
                <a:cubicBezTo>
                  <a:pt x="3201" y="1214"/>
                  <a:pt x="3206" y="1182"/>
                  <a:pt x="3202" y="1151"/>
                </a:cubicBezTo>
                <a:cubicBezTo>
                  <a:pt x="3196" y="1100"/>
                  <a:pt x="3199" y="1097"/>
                  <a:pt x="3198" y="1093"/>
                </a:cubicBezTo>
                <a:cubicBezTo>
                  <a:pt x="3203" y="1064"/>
                  <a:pt x="3189" y="1061"/>
                  <a:pt x="3197" y="1056"/>
                </a:cubicBezTo>
                <a:cubicBezTo>
                  <a:pt x="3188" y="1026"/>
                  <a:pt x="3194" y="1017"/>
                  <a:pt x="3189" y="1010"/>
                </a:cubicBezTo>
                <a:cubicBezTo>
                  <a:pt x="3184" y="979"/>
                  <a:pt x="3183" y="971"/>
                  <a:pt x="3180" y="963"/>
                </a:cubicBezTo>
                <a:cubicBezTo>
                  <a:pt x="3174" y="915"/>
                  <a:pt x="3187" y="908"/>
                  <a:pt x="3178" y="904"/>
                </a:cubicBezTo>
                <a:cubicBezTo>
                  <a:pt x="3178" y="837"/>
                  <a:pt x="3182" y="831"/>
                  <a:pt x="3178" y="827"/>
                </a:cubicBezTo>
                <a:cubicBezTo>
                  <a:pt x="3175" y="761"/>
                  <a:pt x="3177" y="740"/>
                  <a:pt x="3180" y="719"/>
                </a:cubicBezTo>
                <a:cubicBezTo>
                  <a:pt x="3184" y="648"/>
                  <a:pt x="3190" y="637"/>
                  <a:pt x="3188" y="627"/>
                </a:cubicBezTo>
                <a:cubicBezTo>
                  <a:pt x="3206" y="529"/>
                  <a:pt x="3210" y="523"/>
                  <a:pt x="3212" y="518"/>
                </a:cubicBezTo>
                <a:cubicBezTo>
                  <a:pt x="3215" y="478"/>
                  <a:pt x="3213" y="486"/>
                  <a:pt x="3213" y="493"/>
                </a:cubicBezTo>
                <a:cubicBezTo>
                  <a:pt x="3197" y="549"/>
                  <a:pt x="3191" y="558"/>
                  <a:pt x="3194" y="566"/>
                </a:cubicBezTo>
                <a:cubicBezTo>
                  <a:pt x="3172" y="693"/>
                  <a:pt x="3170" y="700"/>
                  <a:pt x="3170" y="708"/>
                </a:cubicBezTo>
                <a:cubicBezTo>
                  <a:pt x="3163" y="788"/>
                  <a:pt x="3167" y="818"/>
                  <a:pt x="3168" y="849"/>
                </a:cubicBezTo>
                <a:cubicBezTo>
                  <a:pt x="3172" y="944"/>
                  <a:pt x="3169" y="952"/>
                  <a:pt x="3171" y="960"/>
                </a:cubicBezTo>
                <a:cubicBezTo>
                  <a:pt x="3187" y="1035"/>
                  <a:pt x="3173" y="1051"/>
                  <a:pt x="3185" y="1062"/>
                </a:cubicBezTo>
                <a:cubicBezTo>
                  <a:pt x="3190" y="1094"/>
                  <a:pt x="3188" y="1097"/>
                  <a:pt x="3189" y="1101"/>
                </a:cubicBezTo>
                <a:cubicBezTo>
                  <a:pt x="3192" y="1176"/>
                  <a:pt x="3190" y="1185"/>
                  <a:pt x="3195" y="1193"/>
                </a:cubicBezTo>
                <a:cubicBezTo>
                  <a:pt x="3189" y="1228"/>
                  <a:pt x="3192" y="1232"/>
                  <a:pt x="3187" y="1238"/>
                </a:cubicBezTo>
                <a:cubicBezTo>
                  <a:pt x="3185" y="1275"/>
                  <a:pt x="3189" y="1295"/>
                  <a:pt x="3181" y="1317"/>
                </a:cubicBezTo>
                <a:cubicBezTo>
                  <a:pt x="3187" y="1274"/>
                  <a:pt x="3177" y="1271"/>
                  <a:pt x="3184" y="1265"/>
                </a:cubicBezTo>
                <a:cubicBezTo>
                  <a:pt x="3181" y="1218"/>
                  <a:pt x="3177" y="1215"/>
                  <a:pt x="3177" y="1212"/>
                </a:cubicBezTo>
                <a:cubicBezTo>
                  <a:pt x="3168" y="1153"/>
                  <a:pt x="3163" y="1148"/>
                  <a:pt x="3165" y="1141"/>
                </a:cubicBezTo>
                <a:cubicBezTo>
                  <a:pt x="3150" y="1077"/>
                  <a:pt x="3148" y="1065"/>
                  <a:pt x="3145" y="1053"/>
                </a:cubicBezTo>
                <a:cubicBezTo>
                  <a:pt x="3135" y="1005"/>
                  <a:pt x="3126" y="994"/>
                  <a:pt x="3127" y="981"/>
                </a:cubicBezTo>
                <a:cubicBezTo>
                  <a:pt x="3115" y="941"/>
                  <a:pt x="3113" y="935"/>
                  <a:pt x="3111" y="929"/>
                </a:cubicBezTo>
                <a:cubicBezTo>
                  <a:pt x="3102" y="864"/>
                  <a:pt x="3107" y="851"/>
                  <a:pt x="3103" y="839"/>
                </a:cubicBezTo>
                <a:cubicBezTo>
                  <a:pt x="3109" y="779"/>
                  <a:pt x="3104" y="773"/>
                  <a:pt x="3107" y="766"/>
                </a:cubicBezTo>
                <a:cubicBezTo>
                  <a:pt x="3102" y="711"/>
                  <a:pt x="3107" y="729"/>
                  <a:pt x="3099" y="749"/>
                </a:cubicBezTo>
                <a:cubicBezTo>
                  <a:pt x="3097" y="814"/>
                  <a:pt x="3095" y="823"/>
                  <a:pt x="3094" y="832"/>
                </a:cubicBezTo>
                <a:cubicBezTo>
                  <a:pt x="3101" y="937"/>
                  <a:pt x="3107" y="955"/>
                  <a:pt x="3111" y="973"/>
                </a:cubicBezTo>
                <a:cubicBezTo>
                  <a:pt x="3117" y="1018"/>
                  <a:pt x="3130" y="1021"/>
                  <a:pt x="3125" y="1027"/>
                </a:cubicBezTo>
                <a:cubicBezTo>
                  <a:pt x="3132" y="1062"/>
                  <a:pt x="3142" y="1071"/>
                  <a:pt x="3138" y="1081"/>
                </a:cubicBezTo>
                <a:cubicBezTo>
                  <a:pt x="3150" y="1143"/>
                  <a:pt x="3157" y="1149"/>
                  <a:pt x="3155" y="1155"/>
                </a:cubicBezTo>
                <a:cubicBezTo>
                  <a:pt x="3169" y="1248"/>
                  <a:pt x="3163" y="1254"/>
                  <a:pt x="3171" y="1258"/>
                </a:cubicBezTo>
                <a:cubicBezTo>
                  <a:pt x="3169" y="1318"/>
                  <a:pt x="3169" y="1323"/>
                  <a:pt x="3168" y="1329"/>
                </a:cubicBezTo>
                <a:cubicBezTo>
                  <a:pt x="3165" y="1389"/>
                  <a:pt x="3157" y="1396"/>
                  <a:pt x="3158" y="1401"/>
                </a:cubicBezTo>
                <a:cubicBezTo>
                  <a:pt x="3146" y="1441"/>
                  <a:pt x="3147" y="1455"/>
                  <a:pt x="3140" y="1453"/>
                </a:cubicBezTo>
                <a:cubicBezTo>
                  <a:pt x="3150" y="1368"/>
                  <a:pt x="3151" y="1358"/>
                  <a:pt x="3146" y="1349"/>
                </a:cubicBezTo>
                <a:cubicBezTo>
                  <a:pt x="3139" y="1285"/>
                  <a:pt x="3151" y="1278"/>
                  <a:pt x="3144" y="1274"/>
                </a:cubicBezTo>
                <a:cubicBezTo>
                  <a:pt x="3144" y="1255"/>
                  <a:pt x="3149" y="1250"/>
                  <a:pt x="3145" y="1245"/>
                </a:cubicBezTo>
                <a:cubicBezTo>
                  <a:pt x="3130" y="1166"/>
                  <a:pt x="3132" y="1161"/>
                  <a:pt x="3132" y="1156"/>
                </a:cubicBezTo>
                <a:cubicBezTo>
                  <a:pt x="3122" y="1123"/>
                  <a:pt x="3127" y="1117"/>
                  <a:pt x="3122" y="1112"/>
                </a:cubicBezTo>
                <a:cubicBezTo>
                  <a:pt x="3108" y="1076"/>
                  <a:pt x="3112" y="1073"/>
                  <a:pt x="3110" y="1070"/>
                </a:cubicBezTo>
                <a:cubicBezTo>
                  <a:pt x="3090" y="992"/>
                  <a:pt x="3087" y="987"/>
                  <a:pt x="3085" y="983"/>
                </a:cubicBezTo>
                <a:cubicBezTo>
                  <a:pt x="3078" y="933"/>
                  <a:pt x="3076" y="927"/>
                  <a:pt x="3077" y="922"/>
                </a:cubicBezTo>
                <a:cubicBezTo>
                  <a:pt x="3079" y="845"/>
                  <a:pt x="3081" y="819"/>
                  <a:pt x="3084" y="792"/>
                </a:cubicBezTo>
                <a:cubicBezTo>
                  <a:pt x="3090" y="720"/>
                  <a:pt x="3087" y="729"/>
                  <a:pt x="3091" y="736"/>
                </a:cubicBezTo>
                <a:cubicBezTo>
                  <a:pt x="3078" y="779"/>
                  <a:pt x="3079" y="783"/>
                  <a:pt x="3077" y="787"/>
                </a:cubicBezTo>
                <a:cubicBezTo>
                  <a:pt x="3065" y="878"/>
                  <a:pt x="3069" y="894"/>
                  <a:pt x="3063" y="911"/>
                </a:cubicBezTo>
                <a:cubicBezTo>
                  <a:pt x="3069" y="952"/>
                  <a:pt x="3069" y="956"/>
                  <a:pt x="3070" y="960"/>
                </a:cubicBezTo>
                <a:cubicBezTo>
                  <a:pt x="3089" y="1043"/>
                  <a:pt x="3092" y="1051"/>
                  <a:pt x="3096" y="1060"/>
                </a:cubicBezTo>
                <a:cubicBezTo>
                  <a:pt x="3108" y="1126"/>
                  <a:pt x="3117" y="1129"/>
                  <a:pt x="3113" y="1134"/>
                </a:cubicBezTo>
                <a:cubicBezTo>
                  <a:pt x="3128" y="1175"/>
                  <a:pt x="3121" y="1180"/>
                  <a:pt x="3126" y="1184"/>
                </a:cubicBezTo>
                <a:cubicBezTo>
                  <a:pt x="3136" y="1226"/>
                  <a:pt x="3130" y="1231"/>
                  <a:pt x="3131" y="1235"/>
                </a:cubicBezTo>
                <a:cubicBezTo>
                  <a:pt x="3134" y="1290"/>
                  <a:pt x="3134" y="1294"/>
                  <a:pt x="3133" y="1299"/>
                </a:cubicBezTo>
                <a:cubicBezTo>
                  <a:pt x="3129" y="1306"/>
                  <a:pt x="3135" y="1302"/>
                  <a:pt x="3129" y="1299"/>
                </a:cubicBezTo>
                <a:cubicBezTo>
                  <a:pt x="3119" y="1252"/>
                  <a:pt x="3109" y="1239"/>
                  <a:pt x="3106" y="1224"/>
                </a:cubicBezTo>
                <a:cubicBezTo>
                  <a:pt x="3078" y="1167"/>
                  <a:pt x="3078" y="1152"/>
                  <a:pt x="3066" y="1138"/>
                </a:cubicBezTo>
                <a:cubicBezTo>
                  <a:pt x="3050" y="1074"/>
                  <a:pt x="3046" y="1057"/>
                  <a:pt x="3046" y="1040"/>
                </a:cubicBezTo>
                <a:cubicBezTo>
                  <a:pt x="3035" y="972"/>
                  <a:pt x="3034" y="955"/>
                  <a:pt x="3032" y="938"/>
                </a:cubicBezTo>
                <a:cubicBezTo>
                  <a:pt x="3026" y="930"/>
                  <a:pt x="3027" y="937"/>
                  <a:pt x="3022" y="946"/>
                </a:cubicBezTo>
                <a:cubicBezTo>
                  <a:pt x="3033" y="1023"/>
                  <a:pt x="3031" y="1031"/>
                  <a:pt x="3031" y="1040"/>
                </a:cubicBezTo>
                <a:cubicBezTo>
                  <a:pt x="3035" y="1078"/>
                  <a:pt x="3045" y="1081"/>
                  <a:pt x="3040" y="1086"/>
                </a:cubicBezTo>
                <a:cubicBezTo>
                  <a:pt x="3049" y="1118"/>
                  <a:pt x="3053" y="1126"/>
                  <a:pt x="3055" y="1134"/>
                </a:cubicBezTo>
                <a:cubicBezTo>
                  <a:pt x="3080" y="1186"/>
                  <a:pt x="3074" y="1195"/>
                  <a:pt x="3083" y="1202"/>
                </a:cubicBezTo>
                <a:cubicBezTo>
                  <a:pt x="3109" y="1254"/>
                  <a:pt x="3102" y="1264"/>
                  <a:pt x="3111" y="1271"/>
                </a:cubicBezTo>
                <a:cubicBezTo>
                  <a:pt x="3116" y="1309"/>
                  <a:pt x="3125" y="1319"/>
                  <a:pt x="3117" y="1316"/>
                </a:cubicBezTo>
                <a:cubicBezTo>
                  <a:pt x="3103" y="1276"/>
                  <a:pt x="3095" y="1267"/>
                  <a:pt x="3092" y="1257"/>
                </a:cubicBezTo>
                <a:cubicBezTo>
                  <a:pt x="3057" y="1179"/>
                  <a:pt x="3038" y="1161"/>
                  <a:pt x="3039" y="1140"/>
                </a:cubicBezTo>
                <a:cubicBezTo>
                  <a:pt x="3025" y="1089"/>
                  <a:pt x="3031" y="1082"/>
                  <a:pt x="3024" y="1078"/>
                </a:cubicBezTo>
                <a:cubicBezTo>
                  <a:pt x="3025" y="1131"/>
                  <a:pt x="3027" y="1138"/>
                  <a:pt x="3031" y="1145"/>
                </a:cubicBezTo>
                <a:cubicBezTo>
                  <a:pt x="3045" y="1237"/>
                  <a:pt x="3045" y="1259"/>
                  <a:pt x="3052" y="1281"/>
                </a:cubicBezTo>
                <a:cubicBezTo>
                  <a:pt x="3067" y="1333"/>
                  <a:pt x="3072" y="1336"/>
                  <a:pt x="3070" y="1338"/>
                </a:cubicBezTo>
                <a:cubicBezTo>
                  <a:pt x="3085" y="1370"/>
                  <a:pt x="3084" y="1376"/>
                  <a:pt x="3085" y="1382"/>
                </a:cubicBezTo>
                <a:cubicBezTo>
                  <a:pt x="3099" y="1427"/>
                  <a:pt x="3097" y="1439"/>
                  <a:pt x="3098" y="1451"/>
                </a:cubicBezTo>
                <a:cubicBezTo>
                  <a:pt x="3103" y="1502"/>
                  <a:pt x="3091" y="1509"/>
                  <a:pt x="3099" y="1513"/>
                </a:cubicBezTo>
                <a:cubicBezTo>
                  <a:pt x="3085" y="1572"/>
                  <a:pt x="3084" y="1577"/>
                  <a:pt x="3079" y="1581"/>
                </a:cubicBezTo>
                <a:cubicBezTo>
                  <a:pt x="3072" y="1591"/>
                  <a:pt x="3073" y="1589"/>
                  <a:pt x="3073" y="1587"/>
                </a:cubicBezTo>
                <a:cubicBezTo>
                  <a:pt x="3075" y="1545"/>
                  <a:pt x="3082" y="1541"/>
                  <a:pt x="3079" y="1538"/>
                </a:cubicBezTo>
                <a:cubicBezTo>
                  <a:pt x="3081" y="1487"/>
                  <a:pt x="3084" y="1472"/>
                  <a:pt x="3079" y="1457"/>
                </a:cubicBezTo>
                <a:cubicBezTo>
                  <a:pt x="3063" y="1375"/>
                  <a:pt x="3054" y="1366"/>
                  <a:pt x="3054" y="1355"/>
                </a:cubicBezTo>
                <a:cubicBezTo>
                  <a:pt x="3038" y="1309"/>
                  <a:pt x="3038" y="1296"/>
                  <a:pt x="3030" y="1301"/>
                </a:cubicBezTo>
                <a:cubicBezTo>
                  <a:pt x="3035" y="1339"/>
                  <a:pt x="3043" y="1347"/>
                  <a:pt x="3042" y="1357"/>
                </a:cubicBezTo>
                <a:cubicBezTo>
                  <a:pt x="3060" y="1423"/>
                  <a:pt x="3066" y="1432"/>
                  <a:pt x="3064" y="1443"/>
                </a:cubicBezTo>
                <a:cubicBezTo>
                  <a:pt x="3070" y="1512"/>
                  <a:pt x="3065" y="1522"/>
                  <a:pt x="3066" y="1532"/>
                </a:cubicBezTo>
                <a:cubicBezTo>
                  <a:pt x="3061" y="1570"/>
                  <a:pt x="3061" y="1578"/>
                  <a:pt x="3060" y="1587"/>
                </a:cubicBezTo>
                <a:cubicBezTo>
                  <a:pt x="3040" y="1632"/>
                  <a:pt x="3036" y="1627"/>
                  <a:pt x="3035" y="1621"/>
                </a:cubicBezTo>
                <a:cubicBezTo>
                  <a:pt x="3043" y="1586"/>
                  <a:pt x="3043" y="1584"/>
                  <a:pt x="3042" y="1582"/>
                </a:cubicBezTo>
                <a:cubicBezTo>
                  <a:pt x="3036" y="1582"/>
                  <a:pt x="3034" y="1584"/>
                  <a:pt x="3031" y="1587"/>
                </a:cubicBezTo>
                <a:cubicBezTo>
                  <a:pt x="3023" y="1596"/>
                  <a:pt x="3020" y="1592"/>
                  <a:pt x="3016" y="1587"/>
                </a:cubicBezTo>
                <a:cubicBezTo>
                  <a:pt x="2967" y="1552"/>
                  <a:pt x="2974" y="1564"/>
                  <a:pt x="2989" y="1575"/>
                </a:cubicBezTo>
                <a:cubicBezTo>
                  <a:pt x="2989" y="1588"/>
                  <a:pt x="2990" y="1589"/>
                  <a:pt x="2989" y="1590"/>
                </a:cubicBezTo>
                <a:cubicBezTo>
                  <a:pt x="3003" y="1622"/>
                  <a:pt x="3005" y="1626"/>
                  <a:pt x="3005" y="1631"/>
                </a:cubicBezTo>
                <a:cubicBezTo>
                  <a:pt x="2978" y="1732"/>
                  <a:pt x="2973" y="1741"/>
                  <a:pt x="2966" y="1750"/>
                </a:cubicBezTo>
                <a:cubicBezTo>
                  <a:pt x="2976" y="1791"/>
                  <a:pt x="2980" y="1771"/>
                  <a:pt x="2989" y="1782"/>
                </a:cubicBezTo>
                <a:cubicBezTo>
                  <a:pt x="3002" y="1755"/>
                  <a:pt x="3010" y="1760"/>
                  <a:pt x="3016" y="1756"/>
                </a:cubicBezTo>
                <a:cubicBezTo>
                  <a:pt x="3024" y="1731"/>
                  <a:pt x="3029" y="1727"/>
                  <a:pt x="3034" y="1723"/>
                </a:cubicBezTo>
                <a:cubicBezTo>
                  <a:pt x="3073" y="1687"/>
                  <a:pt x="3079" y="1674"/>
                  <a:pt x="3088" y="1675"/>
                </a:cubicBezTo>
                <a:cubicBezTo>
                  <a:pt x="3144" y="1654"/>
                  <a:pt x="3154" y="1661"/>
                  <a:pt x="3161" y="1651"/>
                </a:cubicBezTo>
                <a:cubicBezTo>
                  <a:pt x="3114" y="1654"/>
                  <a:pt x="3107" y="1650"/>
                  <a:pt x="3102" y="1657"/>
                </a:cubicBezTo>
                <a:cubicBezTo>
                  <a:pt x="3060" y="1671"/>
                  <a:pt x="3055" y="1686"/>
                  <a:pt x="3047" y="1681"/>
                </a:cubicBezTo>
                <a:cubicBezTo>
                  <a:pt x="3082" y="1640"/>
                  <a:pt x="3090" y="1637"/>
                  <a:pt x="3098" y="1629"/>
                </a:cubicBezTo>
                <a:cubicBezTo>
                  <a:pt x="3130" y="1613"/>
                  <a:pt x="3134" y="1608"/>
                  <a:pt x="3138" y="1604"/>
                </a:cubicBezTo>
                <a:cubicBezTo>
                  <a:pt x="3173" y="1585"/>
                  <a:pt x="3176" y="1583"/>
                  <a:pt x="3178" y="1580"/>
                </a:cubicBezTo>
                <a:cubicBezTo>
                  <a:pt x="3259" y="1554"/>
                  <a:pt x="3272" y="1554"/>
                  <a:pt x="3283" y="1547"/>
                </a:cubicBezTo>
                <a:cubicBezTo>
                  <a:pt x="3332" y="1540"/>
                  <a:pt x="3344" y="1534"/>
                  <a:pt x="3356" y="1533"/>
                </a:cubicBezTo>
                <a:cubicBezTo>
                  <a:pt x="3432" y="1521"/>
                  <a:pt x="3434" y="1516"/>
                  <a:pt x="3437" y="1518"/>
                </a:cubicBezTo>
                <a:cubicBezTo>
                  <a:pt x="3470" y="1511"/>
                  <a:pt x="3475" y="1508"/>
                  <a:pt x="3480" y="1503"/>
                </a:cubicBezTo>
                <a:cubicBezTo>
                  <a:pt x="3518" y="1495"/>
                  <a:pt x="3532" y="1496"/>
                  <a:pt x="3528" y="1489"/>
                </a:cubicBezTo>
                <a:cubicBezTo>
                  <a:pt x="3494" y="1499"/>
                  <a:pt x="3490" y="1500"/>
                  <a:pt x="3486" y="1500"/>
                </a:cubicBezTo>
                <a:cubicBezTo>
                  <a:pt x="3429" y="1509"/>
                  <a:pt x="3415" y="1514"/>
                  <a:pt x="3401" y="1516"/>
                </a:cubicBezTo>
                <a:cubicBezTo>
                  <a:pt x="3352" y="1523"/>
                  <a:pt x="3345" y="1522"/>
                  <a:pt x="3339" y="1527"/>
                </a:cubicBezTo>
                <a:cubicBezTo>
                  <a:pt x="3303" y="1531"/>
                  <a:pt x="3300" y="1536"/>
                  <a:pt x="3296" y="1531"/>
                </a:cubicBezTo>
                <a:cubicBezTo>
                  <a:pt x="3260" y="1542"/>
                  <a:pt x="3247" y="1550"/>
                  <a:pt x="3232" y="1552"/>
                </a:cubicBezTo>
                <a:cubicBezTo>
                  <a:pt x="3151" y="1588"/>
                  <a:pt x="3150" y="1589"/>
                  <a:pt x="3149" y="1591"/>
                </a:cubicBezTo>
                <a:cubicBezTo>
                  <a:pt x="3109" y="1607"/>
                  <a:pt x="3105" y="1612"/>
                  <a:pt x="3100" y="1612"/>
                </a:cubicBezTo>
                <a:cubicBezTo>
                  <a:pt x="3147" y="1576"/>
                  <a:pt x="3155" y="1565"/>
                  <a:pt x="3164" y="1566"/>
                </a:cubicBezTo>
                <a:cubicBezTo>
                  <a:pt x="3195" y="1548"/>
                  <a:pt x="3200" y="1549"/>
                  <a:pt x="3205" y="1546"/>
                </a:cubicBezTo>
                <a:cubicBezTo>
                  <a:pt x="3250" y="1525"/>
                  <a:pt x="3255" y="1530"/>
                  <a:pt x="3260" y="1526"/>
                </a:cubicBezTo>
                <a:cubicBezTo>
                  <a:pt x="3321" y="1512"/>
                  <a:pt x="3340" y="1513"/>
                  <a:pt x="3359" y="1510"/>
                </a:cubicBezTo>
                <a:cubicBezTo>
                  <a:pt x="3391" y="1511"/>
                  <a:pt x="3395" y="1505"/>
                  <a:pt x="3400" y="1508"/>
                </a:cubicBezTo>
                <a:cubicBezTo>
                  <a:pt x="3452" y="1499"/>
                  <a:pt x="3462" y="1502"/>
                  <a:pt x="3471" y="1496"/>
                </a:cubicBezTo>
                <a:cubicBezTo>
                  <a:pt x="3560" y="1477"/>
                  <a:pt x="3564" y="1474"/>
                  <a:pt x="3569" y="1472"/>
                </a:cubicBezTo>
                <a:cubicBezTo>
                  <a:pt x="3539" y="1473"/>
                  <a:pt x="3528" y="1480"/>
                  <a:pt x="3516" y="1480"/>
                </a:cubicBezTo>
                <a:cubicBezTo>
                  <a:pt x="3477" y="1491"/>
                  <a:pt x="3471" y="1485"/>
                  <a:pt x="3466" y="1493"/>
                </a:cubicBezTo>
                <a:cubicBezTo>
                  <a:pt x="3437" y="1497"/>
                  <a:pt x="3434" y="1496"/>
                  <a:pt x="3432" y="1496"/>
                </a:cubicBezTo>
                <a:cubicBezTo>
                  <a:pt x="3391" y="1502"/>
                  <a:pt x="3384" y="1498"/>
                  <a:pt x="3378" y="1499"/>
                </a:cubicBezTo>
                <a:cubicBezTo>
                  <a:pt x="3294" y="1503"/>
                  <a:pt x="3291" y="1512"/>
                  <a:pt x="3286" y="1509"/>
                </a:cubicBezTo>
                <a:cubicBezTo>
                  <a:pt x="3243" y="1517"/>
                  <a:pt x="3242" y="1522"/>
                  <a:pt x="3241" y="1522"/>
                </a:cubicBezTo>
                <a:cubicBezTo>
                  <a:pt x="3214" y="1534"/>
                  <a:pt x="3210" y="1532"/>
                  <a:pt x="3207" y="1533"/>
                </a:cubicBezTo>
                <a:cubicBezTo>
                  <a:pt x="3167" y="1545"/>
                  <a:pt x="3165" y="1562"/>
                  <a:pt x="3160" y="1552"/>
                </a:cubicBezTo>
                <a:cubicBezTo>
                  <a:pt x="3131" y="1565"/>
                  <a:pt x="3137" y="1559"/>
                  <a:pt x="3143" y="1550"/>
                </a:cubicBezTo>
                <a:cubicBezTo>
                  <a:pt x="3216" y="1516"/>
                  <a:pt x="3225" y="1507"/>
                  <a:pt x="3237" y="1508"/>
                </a:cubicBezTo>
                <a:cubicBezTo>
                  <a:pt x="3300" y="1485"/>
                  <a:pt x="3308" y="1484"/>
                  <a:pt x="3316" y="1485"/>
                </a:cubicBezTo>
                <a:cubicBezTo>
                  <a:pt x="3356" y="1472"/>
                  <a:pt x="3363" y="1480"/>
                  <a:pt x="3366" y="1472"/>
                </a:cubicBezTo>
                <a:cubicBezTo>
                  <a:pt x="3420" y="1459"/>
                  <a:pt x="3425" y="1466"/>
                  <a:pt x="3429" y="1465"/>
                </a:cubicBezTo>
                <a:cubicBezTo>
                  <a:pt x="3484" y="1456"/>
                  <a:pt x="3500" y="1455"/>
                  <a:pt x="3517" y="1455"/>
                </a:cubicBezTo>
                <a:cubicBezTo>
                  <a:pt x="3558" y="1449"/>
                  <a:pt x="3562" y="1443"/>
                  <a:pt x="3567" y="1446"/>
                </a:cubicBezTo>
                <a:cubicBezTo>
                  <a:pt x="3707" y="1409"/>
                  <a:pt x="3714" y="1413"/>
                  <a:pt x="3720" y="1412"/>
                </a:cubicBezTo>
                <a:cubicBezTo>
                  <a:pt x="3698" y="1402"/>
                  <a:pt x="3687" y="1414"/>
                  <a:pt x="3681" y="1401"/>
                </a:cubicBezTo>
                <a:cubicBezTo>
                  <a:pt x="3636" y="1406"/>
                  <a:pt x="3631" y="1409"/>
                  <a:pt x="3626" y="1407"/>
                </a:cubicBezTo>
                <a:cubicBezTo>
                  <a:pt x="3510" y="1407"/>
                  <a:pt x="3506" y="1412"/>
                  <a:pt x="3500" y="1410"/>
                </a:cubicBezTo>
                <a:cubicBezTo>
                  <a:pt x="3482" y="1414"/>
                  <a:pt x="3476" y="1409"/>
                  <a:pt x="3471" y="1409"/>
                </a:cubicBezTo>
                <a:cubicBezTo>
                  <a:pt x="3384" y="1419"/>
                  <a:pt x="3365" y="1422"/>
                  <a:pt x="3347" y="1424"/>
                </a:cubicBezTo>
                <a:cubicBezTo>
                  <a:pt x="3319" y="1429"/>
                  <a:pt x="3317" y="1430"/>
                  <a:pt x="3315" y="1433"/>
                </a:cubicBezTo>
                <a:cubicBezTo>
                  <a:pt x="3283" y="1437"/>
                  <a:pt x="3275" y="1444"/>
                  <a:pt x="3265" y="1446"/>
                </a:cubicBezTo>
                <a:cubicBezTo>
                  <a:pt x="3249" y="1446"/>
                  <a:pt x="3257" y="1444"/>
                  <a:pt x="3264" y="1438"/>
                </a:cubicBezTo>
                <a:cubicBezTo>
                  <a:pt x="3294" y="1429"/>
                  <a:pt x="3299" y="1423"/>
                  <a:pt x="3306" y="1426"/>
                </a:cubicBezTo>
                <a:cubicBezTo>
                  <a:pt x="3339" y="1418"/>
                  <a:pt x="3351" y="1414"/>
                  <a:pt x="3364" y="1412"/>
                </a:cubicBezTo>
                <a:cubicBezTo>
                  <a:pt x="3408" y="1402"/>
                  <a:pt x="3414" y="1401"/>
                  <a:pt x="3420" y="1400"/>
                </a:cubicBezTo>
                <a:cubicBezTo>
                  <a:pt x="3466" y="1399"/>
                  <a:pt x="3471" y="1383"/>
                  <a:pt x="3479" y="1390"/>
                </a:cubicBezTo>
                <a:cubicBezTo>
                  <a:pt x="3541" y="1372"/>
                  <a:pt x="3548" y="1369"/>
                  <a:pt x="3555" y="1371"/>
                </a:cubicBezTo>
                <a:cubicBezTo>
                  <a:pt x="3674" y="1330"/>
                  <a:pt x="3680" y="1333"/>
                  <a:pt x="3686" y="1328"/>
                </a:cubicBezTo>
                <a:cubicBezTo>
                  <a:pt x="3727" y="1315"/>
                  <a:pt x="3729" y="1307"/>
                  <a:pt x="3733" y="1309"/>
                </a:cubicBezTo>
                <a:cubicBezTo>
                  <a:pt x="3766" y="1289"/>
                  <a:pt x="3774" y="1295"/>
                  <a:pt x="3779" y="1286"/>
                </a:cubicBezTo>
                <a:cubicBezTo>
                  <a:pt x="3822" y="1268"/>
                  <a:pt x="3827" y="1256"/>
                  <a:pt x="3833" y="1258"/>
                </a:cubicBezTo>
                <a:cubicBezTo>
                  <a:pt x="3840" y="1236"/>
                  <a:pt x="3839" y="1236"/>
                  <a:pt x="3839" y="1237"/>
                </a:cubicBezTo>
                <a:cubicBezTo>
                  <a:pt x="3786" y="1263"/>
                  <a:pt x="3778" y="1262"/>
                  <a:pt x="3771" y="1269"/>
                </a:cubicBezTo>
                <a:cubicBezTo>
                  <a:pt x="3717" y="1285"/>
                  <a:pt x="3710" y="1294"/>
                  <a:pt x="3702" y="1293"/>
                </a:cubicBezTo>
                <a:cubicBezTo>
                  <a:pt x="3665" y="1312"/>
                  <a:pt x="3660" y="1304"/>
                  <a:pt x="3656" y="1309"/>
                </a:cubicBezTo>
                <a:cubicBezTo>
                  <a:pt x="3605" y="1328"/>
                  <a:pt x="3601" y="1331"/>
                  <a:pt x="3597" y="1330"/>
                </a:cubicBezTo>
                <a:cubicBezTo>
                  <a:pt x="3570" y="1332"/>
                  <a:pt x="3568" y="1342"/>
                  <a:pt x="3563" y="1337"/>
                </a:cubicBezTo>
                <a:cubicBezTo>
                  <a:pt x="3522" y="1343"/>
                  <a:pt x="3519" y="1351"/>
                  <a:pt x="3515" y="1348"/>
                </a:cubicBezTo>
                <a:cubicBezTo>
                  <a:pt x="3477" y="1360"/>
                  <a:pt x="3463" y="1361"/>
                  <a:pt x="3449" y="1367"/>
                </a:cubicBezTo>
                <a:cubicBezTo>
                  <a:pt x="3421" y="1369"/>
                  <a:pt x="3414" y="1377"/>
                  <a:pt x="3407" y="1375"/>
                </a:cubicBezTo>
                <a:cubicBezTo>
                  <a:pt x="3378" y="1374"/>
                  <a:pt x="3372" y="1388"/>
                  <a:pt x="3364" y="1383"/>
                </a:cubicBezTo>
                <a:cubicBezTo>
                  <a:pt x="3295" y="1401"/>
                  <a:pt x="3288" y="1407"/>
                  <a:pt x="3281" y="1411"/>
                </a:cubicBezTo>
                <a:cubicBezTo>
                  <a:pt x="3192" y="1448"/>
                  <a:pt x="3185" y="1451"/>
                  <a:pt x="3177" y="1452"/>
                </a:cubicBezTo>
                <a:cubicBezTo>
                  <a:pt x="3158" y="1444"/>
                  <a:pt x="3171" y="1453"/>
                  <a:pt x="3176" y="1444"/>
                </a:cubicBezTo>
                <a:cubicBezTo>
                  <a:pt x="3331" y="1367"/>
                  <a:pt x="3340" y="1360"/>
                  <a:pt x="3350" y="1358"/>
                </a:cubicBezTo>
                <a:cubicBezTo>
                  <a:pt x="3403" y="1338"/>
                  <a:pt x="3409" y="1345"/>
                  <a:pt x="3414" y="1337"/>
                </a:cubicBezTo>
                <a:cubicBezTo>
                  <a:pt x="3530" y="1316"/>
                  <a:pt x="3551" y="1310"/>
                  <a:pt x="3573" y="1304"/>
                </a:cubicBezTo>
                <a:cubicBezTo>
                  <a:pt x="3640" y="1286"/>
                  <a:pt x="3645" y="1281"/>
                  <a:pt x="3650" y="1279"/>
                </a:cubicBezTo>
                <a:cubicBezTo>
                  <a:pt x="3684" y="1263"/>
                  <a:pt x="3698" y="1270"/>
                  <a:pt x="3693" y="1261"/>
                </a:cubicBezTo>
                <a:cubicBezTo>
                  <a:pt x="3650" y="1274"/>
                  <a:pt x="3639" y="1279"/>
                  <a:pt x="3627" y="1280"/>
                </a:cubicBezTo>
                <a:cubicBezTo>
                  <a:pt x="3572" y="1302"/>
                  <a:pt x="3565" y="1293"/>
                  <a:pt x="3560" y="1302"/>
                </a:cubicBezTo>
                <a:cubicBezTo>
                  <a:pt x="3496" y="1309"/>
                  <a:pt x="3490" y="1312"/>
                  <a:pt x="3482" y="1309"/>
                </a:cubicBezTo>
                <a:cubicBezTo>
                  <a:pt x="3417" y="1323"/>
                  <a:pt x="3411" y="1330"/>
                  <a:pt x="3404" y="1326"/>
                </a:cubicBezTo>
                <a:cubicBezTo>
                  <a:pt x="3435" y="1314"/>
                  <a:pt x="3438" y="1313"/>
                  <a:pt x="3442" y="1314"/>
                </a:cubicBezTo>
                <a:cubicBezTo>
                  <a:pt x="3523" y="1286"/>
                  <a:pt x="3530" y="1288"/>
                  <a:pt x="3537" y="1284"/>
                </a:cubicBezTo>
                <a:cubicBezTo>
                  <a:pt x="3563" y="1277"/>
                  <a:pt x="3570" y="1281"/>
                  <a:pt x="3575" y="1277"/>
                </a:cubicBezTo>
                <a:cubicBezTo>
                  <a:pt x="3602" y="1268"/>
                  <a:pt x="3609" y="1275"/>
                  <a:pt x="3615" y="1267"/>
                </a:cubicBezTo>
                <a:cubicBezTo>
                  <a:pt x="3681" y="1258"/>
                  <a:pt x="3688" y="1257"/>
                  <a:pt x="3694" y="1254"/>
                </a:cubicBezTo>
                <a:cubicBezTo>
                  <a:pt x="3708" y="1255"/>
                  <a:pt x="3697" y="1259"/>
                  <a:pt x="3702" y="1264"/>
                </a:cubicBezTo>
                <a:cubicBezTo>
                  <a:pt x="3723" y="1250"/>
                  <a:pt x="3726" y="1252"/>
                  <a:pt x="3728" y="1248"/>
                </a:cubicBezTo>
                <a:cubicBezTo>
                  <a:pt x="3825" y="1221"/>
                  <a:pt x="3833" y="1221"/>
                  <a:pt x="3840" y="1218"/>
                </a:cubicBezTo>
                <a:cubicBezTo>
                  <a:pt x="3833" y="1218"/>
                  <a:pt x="3828" y="1214"/>
                  <a:pt x="3824" y="1218"/>
                </a:cubicBezTo>
                <a:cubicBezTo>
                  <a:pt x="3785" y="1224"/>
                  <a:pt x="3777" y="1236"/>
                  <a:pt x="3766" y="1232"/>
                </a:cubicBezTo>
                <a:cubicBezTo>
                  <a:pt x="3701" y="1249"/>
                  <a:pt x="3696" y="1247"/>
                  <a:pt x="3691" y="1249"/>
                </a:cubicBezTo>
                <a:cubicBezTo>
                  <a:pt x="3670" y="1248"/>
                  <a:pt x="3666" y="1254"/>
                  <a:pt x="3661" y="1251"/>
                </a:cubicBezTo>
                <a:cubicBezTo>
                  <a:pt x="3609" y="1256"/>
                  <a:pt x="3605" y="1262"/>
                  <a:pt x="3600" y="1263"/>
                </a:cubicBezTo>
                <a:cubicBezTo>
                  <a:pt x="3574" y="1268"/>
                  <a:pt x="3564" y="1271"/>
                  <a:pt x="3553" y="1268"/>
                </a:cubicBezTo>
                <a:cubicBezTo>
                  <a:pt x="3523" y="1281"/>
                  <a:pt x="3519" y="1278"/>
                  <a:pt x="3515" y="1279"/>
                </a:cubicBezTo>
                <a:cubicBezTo>
                  <a:pt x="3489" y="1284"/>
                  <a:pt x="3483" y="1291"/>
                  <a:pt x="3475" y="1285"/>
                </a:cubicBezTo>
                <a:cubicBezTo>
                  <a:pt x="3398" y="1315"/>
                  <a:pt x="3393" y="1319"/>
                  <a:pt x="3386" y="1316"/>
                </a:cubicBezTo>
                <a:cubicBezTo>
                  <a:pt x="3319" y="1338"/>
                  <a:pt x="3307" y="1346"/>
                  <a:pt x="3295" y="1349"/>
                </a:cubicBezTo>
                <a:cubicBezTo>
                  <a:pt x="3238" y="1382"/>
                  <a:pt x="3231" y="1378"/>
                  <a:pt x="3226" y="1387"/>
                </a:cubicBezTo>
                <a:cubicBezTo>
                  <a:pt x="3220" y="1395"/>
                  <a:pt x="3225" y="1397"/>
                  <a:pt x="3229" y="1393"/>
                </a:cubicBezTo>
                <a:cubicBezTo>
                  <a:pt x="3260" y="1385"/>
                  <a:pt x="3263" y="1372"/>
                  <a:pt x="3268" y="1375"/>
                </a:cubicBezTo>
                <a:cubicBezTo>
                  <a:pt x="3357" y="1337"/>
                  <a:pt x="3366" y="1334"/>
                  <a:pt x="3376" y="1334"/>
                </a:cubicBezTo>
                <a:cubicBezTo>
                  <a:pt x="3398" y="1329"/>
                  <a:pt x="3402" y="1326"/>
                  <a:pt x="3400" y="1330"/>
                </a:cubicBezTo>
                <a:cubicBezTo>
                  <a:pt x="3369" y="1340"/>
                  <a:pt x="3360" y="1340"/>
                  <a:pt x="3353" y="1345"/>
                </a:cubicBezTo>
                <a:cubicBezTo>
                  <a:pt x="3313" y="1357"/>
                  <a:pt x="3310" y="1367"/>
                  <a:pt x="3306" y="1364"/>
                </a:cubicBezTo>
                <a:cubicBezTo>
                  <a:pt x="3275" y="1379"/>
                  <a:pt x="3267" y="1381"/>
                  <a:pt x="3259" y="1387"/>
                </a:cubicBezTo>
                <a:cubicBezTo>
                  <a:pt x="3231" y="1393"/>
                  <a:pt x="3229" y="1409"/>
                  <a:pt x="3224" y="1404"/>
                </a:cubicBezTo>
                <a:cubicBezTo>
                  <a:pt x="3200" y="1417"/>
                  <a:pt x="3196" y="1425"/>
                  <a:pt x="3190" y="1425"/>
                </a:cubicBezTo>
                <a:cubicBezTo>
                  <a:pt x="3183" y="1406"/>
                  <a:pt x="3189" y="1400"/>
                  <a:pt x="3188" y="1395"/>
                </a:cubicBezTo>
                <a:cubicBezTo>
                  <a:pt x="3214" y="1373"/>
                  <a:pt x="3222" y="1372"/>
                  <a:pt x="3229" y="1364"/>
                </a:cubicBezTo>
                <a:cubicBezTo>
                  <a:pt x="3257" y="1339"/>
                  <a:pt x="3261" y="1337"/>
                  <a:pt x="3264" y="1332"/>
                </a:cubicBezTo>
                <a:cubicBezTo>
                  <a:pt x="3312" y="1304"/>
                  <a:pt x="3316" y="1301"/>
                  <a:pt x="3320" y="1302"/>
                </a:cubicBezTo>
                <a:cubicBezTo>
                  <a:pt x="3383" y="1267"/>
                  <a:pt x="3392" y="1272"/>
                  <a:pt x="3400" y="1264"/>
                </a:cubicBezTo>
                <a:cubicBezTo>
                  <a:pt x="3427" y="1255"/>
                  <a:pt x="3430" y="1253"/>
                  <a:pt x="3433" y="1253"/>
                </a:cubicBezTo>
                <a:cubicBezTo>
                  <a:pt x="3462" y="1248"/>
                  <a:pt x="3465" y="1240"/>
                  <a:pt x="3469" y="1240"/>
                </a:cubicBezTo>
                <a:cubicBezTo>
                  <a:pt x="3522" y="1227"/>
                  <a:pt x="3529" y="1226"/>
                  <a:pt x="3537" y="1222"/>
                </a:cubicBezTo>
                <a:cubicBezTo>
                  <a:pt x="3590" y="1218"/>
                  <a:pt x="3593" y="1210"/>
                  <a:pt x="3597" y="1210"/>
                </a:cubicBezTo>
                <a:cubicBezTo>
                  <a:pt x="3664" y="1205"/>
                  <a:pt x="3670" y="1195"/>
                  <a:pt x="3678" y="1199"/>
                </a:cubicBezTo>
                <a:cubicBezTo>
                  <a:pt x="3728" y="1185"/>
                  <a:pt x="3734" y="1198"/>
                  <a:pt x="3737" y="1189"/>
                </a:cubicBezTo>
                <a:cubicBezTo>
                  <a:pt x="3812" y="1175"/>
                  <a:pt x="3826" y="1174"/>
                  <a:pt x="3840" y="1169"/>
                </a:cubicBezTo>
                <a:cubicBezTo>
                  <a:pt x="3814" y="1164"/>
                  <a:pt x="3805" y="1170"/>
                  <a:pt x="3796" y="1168"/>
                </a:cubicBezTo>
                <a:cubicBezTo>
                  <a:pt x="3726" y="1182"/>
                  <a:pt x="3721" y="1182"/>
                  <a:pt x="3717" y="1181"/>
                </a:cubicBezTo>
                <a:cubicBezTo>
                  <a:pt x="3631" y="1189"/>
                  <a:pt x="3623" y="1202"/>
                  <a:pt x="3614" y="1197"/>
                </a:cubicBezTo>
                <a:cubicBezTo>
                  <a:pt x="3579" y="1204"/>
                  <a:pt x="3569" y="1199"/>
                  <a:pt x="3562" y="1209"/>
                </a:cubicBezTo>
                <a:cubicBezTo>
                  <a:pt x="3518" y="1219"/>
                  <a:pt x="3500" y="1218"/>
                  <a:pt x="3483" y="1226"/>
                </a:cubicBezTo>
                <a:cubicBezTo>
                  <a:pt x="3449" y="1235"/>
                  <a:pt x="3442" y="1240"/>
                  <a:pt x="3433" y="1239"/>
                </a:cubicBezTo>
                <a:cubicBezTo>
                  <a:pt x="3323" y="1285"/>
                  <a:pt x="3315" y="1292"/>
                  <a:pt x="3307" y="1296"/>
                </a:cubicBezTo>
                <a:cubicBezTo>
                  <a:pt x="3267" y="1328"/>
                  <a:pt x="3249" y="1324"/>
                  <a:pt x="3235" y="1343"/>
                </a:cubicBezTo>
                <a:cubicBezTo>
                  <a:pt x="3267" y="1301"/>
                  <a:pt x="3279" y="1299"/>
                  <a:pt x="3289" y="1286"/>
                </a:cubicBezTo>
                <a:cubicBezTo>
                  <a:pt x="3325" y="1269"/>
                  <a:pt x="3327" y="1260"/>
                  <a:pt x="3331" y="1263"/>
                </a:cubicBezTo>
                <a:cubicBezTo>
                  <a:pt x="3357" y="1248"/>
                  <a:pt x="3365" y="1247"/>
                  <a:pt x="3371" y="1239"/>
                </a:cubicBezTo>
                <a:cubicBezTo>
                  <a:pt x="3398" y="1229"/>
                  <a:pt x="3405" y="1230"/>
                  <a:pt x="3411" y="1225"/>
                </a:cubicBezTo>
                <a:cubicBezTo>
                  <a:pt x="3445" y="1217"/>
                  <a:pt x="3458" y="1210"/>
                  <a:pt x="3472" y="1206"/>
                </a:cubicBezTo>
                <a:cubicBezTo>
                  <a:pt x="3603" y="1184"/>
                  <a:pt x="3609" y="1175"/>
                  <a:pt x="3617" y="1178"/>
                </a:cubicBezTo>
                <a:cubicBezTo>
                  <a:pt x="3652" y="1176"/>
                  <a:pt x="3664" y="1167"/>
                  <a:pt x="3678" y="1170"/>
                </a:cubicBezTo>
                <a:cubicBezTo>
                  <a:pt x="3840" y="1137"/>
                  <a:pt x="3840" y="1137"/>
                  <a:pt x="3840" y="1137"/>
                </a:cubicBezTo>
                <a:cubicBezTo>
                  <a:pt x="3806" y="1141"/>
                  <a:pt x="3799" y="1138"/>
                  <a:pt x="3792" y="1140"/>
                </a:cubicBezTo>
                <a:cubicBezTo>
                  <a:pt x="3748" y="1151"/>
                  <a:pt x="3741" y="1141"/>
                  <a:pt x="3735" y="1147"/>
                </a:cubicBezTo>
                <a:cubicBezTo>
                  <a:pt x="3671" y="1162"/>
                  <a:pt x="3664" y="1158"/>
                  <a:pt x="3659" y="1162"/>
                </a:cubicBezTo>
                <a:cubicBezTo>
                  <a:pt x="3606" y="1165"/>
                  <a:pt x="3603" y="1170"/>
                  <a:pt x="3600" y="1168"/>
                </a:cubicBezTo>
                <a:cubicBezTo>
                  <a:pt x="3574" y="1176"/>
                  <a:pt x="3572" y="1172"/>
                  <a:pt x="3571" y="1172"/>
                </a:cubicBezTo>
                <a:cubicBezTo>
                  <a:pt x="3535" y="1174"/>
                  <a:pt x="3530" y="1185"/>
                  <a:pt x="3523" y="1183"/>
                </a:cubicBezTo>
                <a:cubicBezTo>
                  <a:pt x="3454" y="1197"/>
                  <a:pt x="3442" y="1210"/>
                  <a:pt x="3429" y="1206"/>
                </a:cubicBezTo>
                <a:cubicBezTo>
                  <a:pt x="3311" y="1258"/>
                  <a:pt x="3305" y="1267"/>
                  <a:pt x="3299" y="1268"/>
                </a:cubicBezTo>
                <a:cubicBezTo>
                  <a:pt x="3246" y="1300"/>
                  <a:pt x="3253" y="1294"/>
                  <a:pt x="3254" y="1288"/>
                </a:cubicBezTo>
                <a:cubicBezTo>
                  <a:pt x="3292" y="1257"/>
                  <a:pt x="3299" y="1247"/>
                  <a:pt x="3306" y="1248"/>
                </a:cubicBezTo>
                <a:cubicBezTo>
                  <a:pt x="3374" y="1215"/>
                  <a:pt x="3376" y="1196"/>
                  <a:pt x="3381" y="1203"/>
                </a:cubicBezTo>
                <a:cubicBezTo>
                  <a:pt x="3414" y="1176"/>
                  <a:pt x="3420" y="1190"/>
                  <a:pt x="3423" y="1180"/>
                </a:cubicBezTo>
                <a:cubicBezTo>
                  <a:pt x="3528" y="1153"/>
                  <a:pt x="3534" y="1139"/>
                  <a:pt x="3543" y="1147"/>
                </a:cubicBezTo>
                <a:cubicBezTo>
                  <a:pt x="3579" y="1136"/>
                  <a:pt x="3593" y="1134"/>
                  <a:pt x="3607" y="1134"/>
                </a:cubicBezTo>
                <a:cubicBezTo>
                  <a:pt x="3682" y="1127"/>
                  <a:pt x="3688" y="1116"/>
                  <a:pt x="3697" y="1122"/>
                </a:cubicBezTo>
                <a:cubicBezTo>
                  <a:pt x="3749" y="1118"/>
                  <a:pt x="3756" y="1112"/>
                  <a:pt x="3764" y="1119"/>
                </a:cubicBezTo>
                <a:cubicBezTo>
                  <a:pt x="3833" y="1113"/>
                  <a:pt x="3837" y="1112"/>
                  <a:pt x="3840" y="1112"/>
                </a:cubicBezTo>
                <a:cubicBezTo>
                  <a:pt x="3809" y="1104"/>
                  <a:pt x="3800" y="1105"/>
                  <a:pt x="3791" y="1102"/>
                </a:cubicBezTo>
                <a:cubicBezTo>
                  <a:pt x="3748" y="1107"/>
                  <a:pt x="3743" y="1106"/>
                  <a:pt x="3738" y="1106"/>
                </a:cubicBezTo>
                <a:cubicBezTo>
                  <a:pt x="3695" y="1118"/>
                  <a:pt x="3689" y="1106"/>
                  <a:pt x="3685" y="1113"/>
                </a:cubicBezTo>
                <a:cubicBezTo>
                  <a:pt x="3651" y="1111"/>
                  <a:pt x="3643" y="1116"/>
                  <a:pt x="3634" y="1118"/>
                </a:cubicBezTo>
                <a:cubicBezTo>
                  <a:pt x="3564" y="1128"/>
                  <a:pt x="3546" y="1132"/>
                  <a:pt x="3529" y="1137"/>
                </a:cubicBezTo>
                <a:cubicBezTo>
                  <a:pt x="3443" y="1162"/>
                  <a:pt x="3409" y="1170"/>
                  <a:pt x="3377" y="1193"/>
                </a:cubicBezTo>
                <a:cubicBezTo>
                  <a:pt x="3323" y="1217"/>
                  <a:pt x="3320" y="1227"/>
                  <a:pt x="3316" y="1226"/>
                </a:cubicBezTo>
                <a:cubicBezTo>
                  <a:pt x="3283" y="1240"/>
                  <a:pt x="3288" y="1235"/>
                  <a:pt x="3291" y="1229"/>
                </a:cubicBezTo>
                <a:cubicBezTo>
                  <a:pt x="3297" y="1221"/>
                  <a:pt x="3298" y="1219"/>
                  <a:pt x="3298" y="1216"/>
                </a:cubicBezTo>
                <a:cubicBezTo>
                  <a:pt x="3357" y="1173"/>
                  <a:pt x="3368" y="1179"/>
                  <a:pt x="3376" y="1166"/>
                </a:cubicBezTo>
                <a:cubicBezTo>
                  <a:pt x="3412" y="1149"/>
                  <a:pt x="3420" y="1140"/>
                  <a:pt x="3430" y="1142"/>
                </a:cubicBezTo>
                <a:cubicBezTo>
                  <a:pt x="3490" y="1121"/>
                  <a:pt x="3494" y="1111"/>
                  <a:pt x="3499" y="1114"/>
                </a:cubicBezTo>
                <a:cubicBezTo>
                  <a:pt x="3564" y="1099"/>
                  <a:pt x="3575" y="1089"/>
                  <a:pt x="3589" y="1095"/>
                </a:cubicBezTo>
                <a:cubicBezTo>
                  <a:pt x="3655" y="1083"/>
                  <a:pt x="3662" y="1086"/>
                  <a:pt x="3668" y="1082"/>
                </a:cubicBezTo>
                <a:cubicBezTo>
                  <a:pt x="3690" y="1086"/>
                  <a:pt x="3696" y="1077"/>
                  <a:pt x="3704" y="1083"/>
                </a:cubicBezTo>
                <a:cubicBezTo>
                  <a:pt x="3798" y="1082"/>
                  <a:pt x="3812" y="1084"/>
                  <a:pt x="3825" y="1081"/>
                </a:cubicBezTo>
                <a:cubicBezTo>
                  <a:pt x="3833" y="1071"/>
                  <a:pt x="3825" y="1070"/>
                  <a:pt x="3818" y="1072"/>
                </a:cubicBezTo>
                <a:cubicBezTo>
                  <a:pt x="3743" y="1070"/>
                  <a:pt x="3742" y="1073"/>
                  <a:pt x="3740" y="1074"/>
                </a:cubicBezTo>
                <a:cubicBezTo>
                  <a:pt x="3707" y="1068"/>
                  <a:pt x="3693" y="1074"/>
                  <a:pt x="3677" y="1071"/>
                </a:cubicBezTo>
                <a:cubicBezTo>
                  <a:pt x="3645" y="1072"/>
                  <a:pt x="3638" y="1077"/>
                  <a:pt x="3630" y="1075"/>
                </a:cubicBezTo>
                <a:cubicBezTo>
                  <a:pt x="3590" y="1081"/>
                  <a:pt x="3586" y="1078"/>
                  <a:pt x="3584" y="1083"/>
                </a:cubicBezTo>
                <a:cubicBezTo>
                  <a:pt x="3543" y="1087"/>
                  <a:pt x="3540" y="1088"/>
                  <a:pt x="3537" y="1092"/>
                </a:cubicBezTo>
                <a:cubicBezTo>
                  <a:pt x="3483" y="1106"/>
                  <a:pt x="3476" y="1110"/>
                  <a:pt x="3468" y="1112"/>
                </a:cubicBezTo>
                <a:cubicBezTo>
                  <a:pt x="3415" y="1133"/>
                  <a:pt x="3409" y="1139"/>
                  <a:pt x="3401" y="1142"/>
                </a:cubicBezTo>
                <a:cubicBezTo>
                  <a:pt x="3311" y="1188"/>
                  <a:pt x="3323" y="1181"/>
                  <a:pt x="3325" y="1175"/>
                </a:cubicBezTo>
                <a:cubicBezTo>
                  <a:pt x="3366" y="1149"/>
                  <a:pt x="3372" y="1131"/>
                  <a:pt x="3380" y="1136"/>
                </a:cubicBezTo>
                <a:cubicBezTo>
                  <a:pt x="3431" y="1109"/>
                  <a:pt x="3438" y="1112"/>
                  <a:pt x="3444" y="1105"/>
                </a:cubicBezTo>
                <a:cubicBezTo>
                  <a:pt x="3545" y="1081"/>
                  <a:pt x="3567" y="1072"/>
                  <a:pt x="3590" y="1070"/>
                </a:cubicBezTo>
                <a:cubicBezTo>
                  <a:pt x="3680" y="1060"/>
                  <a:pt x="3704" y="1058"/>
                  <a:pt x="3728" y="1062"/>
                </a:cubicBezTo>
                <a:cubicBezTo>
                  <a:pt x="3768" y="1062"/>
                  <a:pt x="3774" y="1061"/>
                  <a:pt x="3779" y="1061"/>
                </a:cubicBezTo>
                <a:cubicBezTo>
                  <a:pt x="3815" y="1062"/>
                  <a:pt x="3817" y="1057"/>
                  <a:pt x="3820" y="1059"/>
                </a:cubicBezTo>
                <a:cubicBezTo>
                  <a:pt x="3840" y="1048"/>
                  <a:pt x="3840" y="1048"/>
                  <a:pt x="3840" y="1048"/>
                </a:cubicBezTo>
                <a:cubicBezTo>
                  <a:pt x="3806" y="1050"/>
                  <a:pt x="3802" y="1053"/>
                  <a:pt x="3796" y="1048"/>
                </a:cubicBezTo>
                <a:cubicBezTo>
                  <a:pt x="3776" y="1051"/>
                  <a:pt x="3771" y="1052"/>
                  <a:pt x="3765" y="1050"/>
                </a:cubicBezTo>
                <a:cubicBezTo>
                  <a:pt x="3703" y="1050"/>
                  <a:pt x="3691" y="1049"/>
                  <a:pt x="3680" y="1047"/>
                </a:cubicBezTo>
                <a:cubicBezTo>
                  <a:pt x="3640" y="1050"/>
                  <a:pt x="3634" y="1051"/>
                  <a:pt x="3630" y="1056"/>
                </a:cubicBezTo>
                <a:cubicBezTo>
                  <a:pt x="3567" y="1060"/>
                  <a:pt x="3556" y="1066"/>
                  <a:pt x="3544" y="1064"/>
                </a:cubicBezTo>
                <a:cubicBezTo>
                  <a:pt x="3503" y="1076"/>
                  <a:pt x="3495" y="1078"/>
                  <a:pt x="3488" y="1080"/>
                </a:cubicBezTo>
                <a:cubicBezTo>
                  <a:pt x="3478" y="1080"/>
                  <a:pt x="3489" y="1078"/>
                  <a:pt x="3499" y="1070"/>
                </a:cubicBezTo>
                <a:cubicBezTo>
                  <a:pt x="3544" y="1058"/>
                  <a:pt x="3555" y="1047"/>
                  <a:pt x="3566" y="1045"/>
                </a:cubicBezTo>
                <a:cubicBezTo>
                  <a:pt x="3615" y="1034"/>
                  <a:pt x="3620" y="1038"/>
                  <a:pt x="3625" y="1038"/>
                </a:cubicBezTo>
                <a:cubicBezTo>
                  <a:pt x="3666" y="1032"/>
                  <a:pt x="3672" y="1032"/>
                  <a:pt x="3678" y="1031"/>
                </a:cubicBezTo>
                <a:cubicBezTo>
                  <a:pt x="3744" y="1028"/>
                  <a:pt x="3755" y="1020"/>
                  <a:pt x="3768" y="1027"/>
                </a:cubicBezTo>
                <a:cubicBezTo>
                  <a:pt x="3814" y="1016"/>
                  <a:pt x="3827" y="1016"/>
                  <a:pt x="3839" y="1015"/>
                </a:cubicBezTo>
                <a:cubicBezTo>
                  <a:pt x="3833" y="1005"/>
                  <a:pt x="3827" y="1007"/>
                  <a:pt x="3819" y="1003"/>
                </a:cubicBezTo>
                <a:cubicBezTo>
                  <a:pt x="3779" y="1013"/>
                  <a:pt x="3777" y="1012"/>
                  <a:pt x="3775" y="1014"/>
                </a:cubicBezTo>
                <a:cubicBezTo>
                  <a:pt x="3840" y="991"/>
                  <a:pt x="3840" y="991"/>
                  <a:pt x="3840" y="991"/>
                </a:cubicBezTo>
                <a:cubicBezTo>
                  <a:pt x="3800" y="999"/>
                  <a:pt x="3794" y="992"/>
                  <a:pt x="3789" y="999"/>
                </a:cubicBezTo>
                <a:cubicBezTo>
                  <a:pt x="3746" y="1003"/>
                  <a:pt x="3735" y="1004"/>
                  <a:pt x="3724" y="1004"/>
                </a:cubicBezTo>
                <a:cubicBezTo>
                  <a:pt x="3687" y="1015"/>
                  <a:pt x="3681" y="1004"/>
                  <a:pt x="3677" y="1013"/>
                </a:cubicBezTo>
                <a:cubicBezTo>
                  <a:pt x="3617" y="1018"/>
                  <a:pt x="3607" y="1022"/>
                  <a:pt x="3596" y="1024"/>
                </a:cubicBezTo>
                <a:cubicBezTo>
                  <a:pt x="3570" y="1029"/>
                  <a:pt x="3566" y="1032"/>
                  <a:pt x="3568" y="1028"/>
                </a:cubicBezTo>
                <a:cubicBezTo>
                  <a:pt x="3635" y="1006"/>
                  <a:pt x="3642" y="993"/>
                  <a:pt x="3651" y="1000"/>
                </a:cubicBezTo>
                <a:cubicBezTo>
                  <a:pt x="3697" y="983"/>
                  <a:pt x="3704" y="982"/>
                  <a:pt x="3711" y="983"/>
                </a:cubicBezTo>
                <a:cubicBezTo>
                  <a:pt x="3759" y="971"/>
                  <a:pt x="3765" y="966"/>
                  <a:pt x="3773" y="968"/>
                </a:cubicBezTo>
                <a:cubicBezTo>
                  <a:pt x="3828" y="957"/>
                  <a:pt x="3832" y="957"/>
                  <a:pt x="3835" y="958"/>
                </a:cubicBezTo>
                <a:cubicBezTo>
                  <a:pt x="3835" y="947"/>
                  <a:pt x="3829" y="948"/>
                  <a:pt x="3824" y="949"/>
                </a:cubicBezTo>
                <a:cubicBezTo>
                  <a:pt x="3787" y="949"/>
                  <a:pt x="3784" y="958"/>
                  <a:pt x="3779" y="955"/>
                </a:cubicBezTo>
                <a:cubicBezTo>
                  <a:pt x="3744" y="967"/>
                  <a:pt x="3739" y="961"/>
                  <a:pt x="3735" y="965"/>
                </a:cubicBezTo>
                <a:cubicBezTo>
                  <a:pt x="3676" y="976"/>
                  <a:pt x="3661" y="982"/>
                  <a:pt x="3647" y="986"/>
                </a:cubicBezTo>
                <a:cubicBezTo>
                  <a:pt x="3617" y="992"/>
                  <a:pt x="3610" y="997"/>
                  <a:pt x="3603" y="996"/>
                </a:cubicBezTo>
                <a:cubicBezTo>
                  <a:pt x="3556" y="1018"/>
                  <a:pt x="3549" y="1029"/>
                  <a:pt x="3540" y="1025"/>
                </a:cubicBezTo>
                <a:cubicBezTo>
                  <a:pt x="3476" y="1050"/>
                  <a:pt x="3474" y="1068"/>
                  <a:pt x="3469" y="1062"/>
                </a:cubicBezTo>
                <a:cubicBezTo>
                  <a:pt x="3441" y="1071"/>
                  <a:pt x="3438" y="1080"/>
                  <a:pt x="3434" y="1079"/>
                </a:cubicBezTo>
                <a:cubicBezTo>
                  <a:pt x="3392" y="1102"/>
                  <a:pt x="3387" y="1101"/>
                  <a:pt x="3382" y="1109"/>
                </a:cubicBezTo>
                <a:cubicBezTo>
                  <a:pt x="3373" y="1105"/>
                  <a:pt x="3370" y="1117"/>
                  <a:pt x="3364" y="1114"/>
                </a:cubicBezTo>
                <a:cubicBezTo>
                  <a:pt x="3454" y="1005"/>
                  <a:pt x="3460" y="995"/>
                  <a:pt x="3468" y="996"/>
                </a:cubicBezTo>
                <a:cubicBezTo>
                  <a:pt x="3541" y="937"/>
                  <a:pt x="3548" y="932"/>
                  <a:pt x="3556" y="928"/>
                </a:cubicBezTo>
                <a:cubicBezTo>
                  <a:pt x="3617" y="891"/>
                  <a:pt x="3633" y="889"/>
                  <a:pt x="3649" y="882"/>
                </a:cubicBezTo>
                <a:cubicBezTo>
                  <a:pt x="3704" y="860"/>
                  <a:pt x="3713" y="867"/>
                  <a:pt x="3720" y="856"/>
                </a:cubicBezTo>
                <a:cubicBezTo>
                  <a:pt x="3771" y="833"/>
                  <a:pt x="3776" y="840"/>
                  <a:pt x="3780" y="839"/>
                </a:cubicBezTo>
                <a:cubicBezTo>
                  <a:pt x="3807" y="829"/>
                  <a:pt x="3811" y="828"/>
                  <a:pt x="3815" y="826"/>
                </a:cubicBezTo>
                <a:cubicBezTo>
                  <a:pt x="3840" y="805"/>
                  <a:pt x="3840" y="805"/>
                  <a:pt x="3840" y="805"/>
                </a:cubicBezTo>
                <a:cubicBezTo>
                  <a:pt x="3796" y="818"/>
                  <a:pt x="3791" y="821"/>
                  <a:pt x="3786" y="826"/>
                </a:cubicBezTo>
                <a:cubicBezTo>
                  <a:pt x="3747" y="834"/>
                  <a:pt x="3742" y="840"/>
                  <a:pt x="3736" y="839"/>
                </a:cubicBezTo>
                <a:cubicBezTo>
                  <a:pt x="3692" y="855"/>
                  <a:pt x="3681" y="861"/>
                  <a:pt x="3669" y="865"/>
                </a:cubicBezTo>
                <a:cubicBezTo>
                  <a:pt x="3643" y="874"/>
                  <a:pt x="3638" y="875"/>
                  <a:pt x="3639" y="871"/>
                </a:cubicBezTo>
                <a:cubicBezTo>
                  <a:pt x="3741" y="826"/>
                  <a:pt x="3747" y="821"/>
                  <a:pt x="3754" y="820"/>
                </a:cubicBezTo>
                <a:cubicBezTo>
                  <a:pt x="3796" y="801"/>
                  <a:pt x="3799" y="793"/>
                  <a:pt x="3803" y="795"/>
                </a:cubicBezTo>
                <a:cubicBezTo>
                  <a:pt x="3835" y="780"/>
                  <a:pt x="3837" y="778"/>
                  <a:pt x="3840" y="777"/>
                </a:cubicBezTo>
                <a:cubicBezTo>
                  <a:pt x="3825" y="770"/>
                  <a:pt x="3814" y="777"/>
                  <a:pt x="3803" y="780"/>
                </a:cubicBezTo>
                <a:cubicBezTo>
                  <a:pt x="3726" y="822"/>
                  <a:pt x="3713" y="820"/>
                  <a:pt x="3702" y="831"/>
                </a:cubicBezTo>
                <a:cubicBezTo>
                  <a:pt x="3649" y="856"/>
                  <a:pt x="3643" y="857"/>
                  <a:pt x="3638" y="859"/>
                </a:cubicBezTo>
                <a:cubicBezTo>
                  <a:pt x="3603" y="881"/>
                  <a:pt x="3597" y="883"/>
                  <a:pt x="3592" y="890"/>
                </a:cubicBezTo>
                <a:cubicBezTo>
                  <a:pt x="3601" y="874"/>
                  <a:pt x="3608" y="869"/>
                  <a:pt x="3608" y="869"/>
                </a:cubicBezTo>
                <a:cubicBezTo>
                  <a:pt x="3642" y="851"/>
                  <a:pt x="3646" y="841"/>
                  <a:pt x="3652" y="840"/>
                </a:cubicBezTo>
                <a:cubicBezTo>
                  <a:pt x="3718" y="799"/>
                  <a:pt x="3723" y="800"/>
                  <a:pt x="3728" y="797"/>
                </a:cubicBezTo>
                <a:cubicBezTo>
                  <a:pt x="3812" y="749"/>
                  <a:pt x="3818" y="750"/>
                  <a:pt x="3823" y="748"/>
                </a:cubicBezTo>
                <a:cubicBezTo>
                  <a:pt x="3840" y="723"/>
                  <a:pt x="3840" y="723"/>
                  <a:pt x="3840" y="723"/>
                </a:cubicBezTo>
                <a:cubicBezTo>
                  <a:pt x="3762" y="765"/>
                  <a:pt x="3748" y="776"/>
                  <a:pt x="3732" y="782"/>
                </a:cubicBezTo>
                <a:cubicBezTo>
                  <a:pt x="3661" y="818"/>
                  <a:pt x="3654" y="828"/>
                  <a:pt x="3646" y="829"/>
                </a:cubicBezTo>
                <a:cubicBezTo>
                  <a:pt x="3520" y="927"/>
                  <a:pt x="3524" y="928"/>
                  <a:pt x="3517" y="931"/>
                </a:cubicBezTo>
                <a:cubicBezTo>
                  <a:pt x="3579" y="847"/>
                  <a:pt x="3586" y="855"/>
                  <a:pt x="3590" y="845"/>
                </a:cubicBezTo>
                <a:cubicBezTo>
                  <a:pt x="3644" y="795"/>
                  <a:pt x="3655" y="792"/>
                  <a:pt x="3664" y="781"/>
                </a:cubicBezTo>
                <a:cubicBezTo>
                  <a:pt x="3725" y="746"/>
                  <a:pt x="3737" y="740"/>
                  <a:pt x="3748" y="732"/>
                </a:cubicBezTo>
                <a:cubicBezTo>
                  <a:pt x="3825" y="689"/>
                  <a:pt x="3833" y="681"/>
                  <a:pt x="3840" y="676"/>
                </a:cubicBezTo>
                <a:cubicBezTo>
                  <a:pt x="3811" y="685"/>
                  <a:pt x="3787" y="691"/>
                  <a:pt x="3764" y="711"/>
                </a:cubicBezTo>
                <a:cubicBezTo>
                  <a:pt x="3739" y="722"/>
                  <a:pt x="3733" y="725"/>
                  <a:pt x="3727" y="730"/>
                </a:cubicBezTo>
                <a:cubicBezTo>
                  <a:pt x="3717" y="721"/>
                  <a:pt x="3725" y="722"/>
                  <a:pt x="3731" y="711"/>
                </a:cubicBezTo>
                <a:cubicBezTo>
                  <a:pt x="3767" y="690"/>
                  <a:pt x="3769" y="682"/>
                  <a:pt x="3773" y="685"/>
                </a:cubicBezTo>
                <a:cubicBezTo>
                  <a:pt x="3808" y="658"/>
                  <a:pt x="3810" y="652"/>
                  <a:pt x="3814" y="654"/>
                </a:cubicBezTo>
                <a:cubicBezTo>
                  <a:pt x="3839" y="610"/>
                  <a:pt x="3837" y="611"/>
                  <a:pt x="3835" y="612"/>
                </a:cubicBezTo>
                <a:cubicBezTo>
                  <a:pt x="3761" y="660"/>
                  <a:pt x="3754" y="666"/>
                  <a:pt x="3746" y="668"/>
                </a:cubicBezTo>
                <a:cubicBezTo>
                  <a:pt x="3711" y="697"/>
                  <a:pt x="3699" y="693"/>
                  <a:pt x="3704" y="698"/>
                </a:cubicBezTo>
                <a:cubicBezTo>
                  <a:pt x="3667" y="726"/>
                  <a:pt x="3664" y="738"/>
                  <a:pt x="3660" y="734"/>
                </a:cubicBezTo>
                <a:cubicBezTo>
                  <a:pt x="3704" y="688"/>
                  <a:pt x="3709" y="680"/>
                  <a:pt x="3714" y="681"/>
                </a:cubicBezTo>
                <a:cubicBezTo>
                  <a:pt x="3762" y="643"/>
                  <a:pt x="3766" y="631"/>
                  <a:pt x="3772" y="633"/>
                </a:cubicBezTo>
                <a:cubicBezTo>
                  <a:pt x="3840" y="553"/>
                  <a:pt x="3840" y="553"/>
                  <a:pt x="3840" y="553"/>
                </a:cubicBezTo>
                <a:cubicBezTo>
                  <a:pt x="3817" y="571"/>
                  <a:pt x="3821" y="564"/>
                  <a:pt x="3826" y="558"/>
                </a:cubicBezTo>
                <a:cubicBezTo>
                  <a:pt x="3838" y="522"/>
                  <a:pt x="3836" y="525"/>
                  <a:pt x="3834" y="527"/>
                </a:cubicBezTo>
                <a:cubicBezTo>
                  <a:pt x="3840" y="450"/>
                  <a:pt x="3840" y="450"/>
                  <a:pt x="3840" y="450"/>
                </a:cubicBezTo>
                <a:cubicBezTo>
                  <a:pt x="3777" y="574"/>
                  <a:pt x="3770" y="582"/>
                  <a:pt x="3764" y="591"/>
                </a:cubicBezTo>
                <a:cubicBezTo>
                  <a:pt x="3784" y="541"/>
                  <a:pt x="3797" y="511"/>
                  <a:pt x="3811" y="481"/>
                </a:cubicBezTo>
                <a:cubicBezTo>
                  <a:pt x="3840" y="357"/>
                  <a:pt x="3840" y="357"/>
                  <a:pt x="3840" y="357"/>
                </a:cubicBezTo>
                <a:cubicBezTo>
                  <a:pt x="3823" y="412"/>
                  <a:pt x="3823" y="421"/>
                  <a:pt x="3816" y="431"/>
                </a:cubicBezTo>
                <a:cubicBezTo>
                  <a:pt x="3810" y="463"/>
                  <a:pt x="3799" y="470"/>
                  <a:pt x="3802" y="474"/>
                </a:cubicBezTo>
                <a:cubicBezTo>
                  <a:pt x="3755" y="580"/>
                  <a:pt x="3748" y="582"/>
                  <a:pt x="3748" y="583"/>
                </a:cubicBezTo>
                <a:cubicBezTo>
                  <a:pt x="3754" y="565"/>
                  <a:pt x="3748" y="562"/>
                  <a:pt x="3753" y="557"/>
                </a:cubicBezTo>
                <a:cubicBezTo>
                  <a:pt x="3773" y="481"/>
                  <a:pt x="3785" y="471"/>
                  <a:pt x="3786" y="462"/>
                </a:cubicBezTo>
                <a:cubicBezTo>
                  <a:pt x="3813" y="376"/>
                  <a:pt x="3825" y="370"/>
                  <a:pt x="3822" y="366"/>
                </a:cubicBezTo>
                <a:cubicBezTo>
                  <a:pt x="3836" y="335"/>
                  <a:pt x="3830" y="331"/>
                  <a:pt x="3837" y="326"/>
                </a:cubicBezTo>
                <a:cubicBezTo>
                  <a:pt x="3839" y="288"/>
                  <a:pt x="3837" y="292"/>
                  <a:pt x="3835" y="296"/>
                </a:cubicBezTo>
                <a:cubicBezTo>
                  <a:pt x="3825" y="345"/>
                  <a:pt x="3814" y="354"/>
                  <a:pt x="3815" y="360"/>
                </a:cubicBezTo>
                <a:cubicBezTo>
                  <a:pt x="3772" y="484"/>
                  <a:pt x="3767" y="496"/>
                  <a:pt x="3761" y="509"/>
                </a:cubicBezTo>
                <a:cubicBezTo>
                  <a:pt x="3737" y="574"/>
                  <a:pt x="3726" y="600"/>
                  <a:pt x="3715" y="627"/>
                </a:cubicBezTo>
                <a:cubicBezTo>
                  <a:pt x="3653" y="712"/>
                  <a:pt x="3660" y="722"/>
                  <a:pt x="3653" y="718"/>
                </a:cubicBezTo>
                <a:cubicBezTo>
                  <a:pt x="3648" y="721"/>
                  <a:pt x="3648" y="711"/>
                  <a:pt x="3659" y="697"/>
                </a:cubicBezTo>
                <a:cubicBezTo>
                  <a:pt x="3699" y="632"/>
                  <a:pt x="3698" y="626"/>
                  <a:pt x="3702" y="620"/>
                </a:cubicBezTo>
                <a:cubicBezTo>
                  <a:pt x="3721" y="580"/>
                  <a:pt x="3729" y="573"/>
                  <a:pt x="3728" y="567"/>
                </a:cubicBezTo>
                <a:cubicBezTo>
                  <a:pt x="3737" y="541"/>
                  <a:pt x="3737" y="535"/>
                  <a:pt x="3739" y="528"/>
                </a:cubicBezTo>
                <a:cubicBezTo>
                  <a:pt x="3765" y="447"/>
                  <a:pt x="3760" y="442"/>
                  <a:pt x="3765" y="436"/>
                </a:cubicBezTo>
                <a:cubicBezTo>
                  <a:pt x="3787" y="371"/>
                  <a:pt x="3784" y="366"/>
                  <a:pt x="3786" y="360"/>
                </a:cubicBezTo>
                <a:cubicBezTo>
                  <a:pt x="3804" y="296"/>
                  <a:pt x="3805" y="291"/>
                  <a:pt x="3807" y="285"/>
                </a:cubicBezTo>
                <a:cubicBezTo>
                  <a:pt x="3824" y="215"/>
                  <a:pt x="3828" y="203"/>
                  <a:pt x="3835" y="190"/>
                </a:cubicBezTo>
                <a:cubicBezTo>
                  <a:pt x="3840" y="139"/>
                  <a:pt x="3840" y="139"/>
                  <a:pt x="3840" y="139"/>
                </a:cubicBezTo>
                <a:cubicBezTo>
                  <a:pt x="3822" y="187"/>
                  <a:pt x="3825" y="192"/>
                  <a:pt x="3818" y="199"/>
                </a:cubicBezTo>
                <a:cubicBezTo>
                  <a:pt x="3809" y="245"/>
                  <a:pt x="3800" y="251"/>
                  <a:pt x="3805" y="254"/>
                </a:cubicBezTo>
                <a:cubicBezTo>
                  <a:pt x="3785" y="327"/>
                  <a:pt x="3774" y="337"/>
                  <a:pt x="3780" y="345"/>
                </a:cubicBezTo>
                <a:cubicBezTo>
                  <a:pt x="3758" y="405"/>
                  <a:pt x="3763" y="412"/>
                  <a:pt x="3755" y="420"/>
                </a:cubicBezTo>
                <a:cubicBezTo>
                  <a:pt x="3731" y="521"/>
                  <a:pt x="3726" y="528"/>
                  <a:pt x="3727" y="534"/>
                </a:cubicBezTo>
                <a:cubicBezTo>
                  <a:pt x="3688" y="623"/>
                  <a:pt x="3695" y="625"/>
                  <a:pt x="3686" y="627"/>
                </a:cubicBezTo>
                <a:cubicBezTo>
                  <a:pt x="3651" y="685"/>
                  <a:pt x="3640" y="712"/>
                  <a:pt x="3623" y="739"/>
                </a:cubicBezTo>
                <a:cubicBezTo>
                  <a:pt x="3564" y="823"/>
                  <a:pt x="3560" y="825"/>
                  <a:pt x="3556" y="827"/>
                </a:cubicBezTo>
                <a:cubicBezTo>
                  <a:pt x="3530" y="872"/>
                  <a:pt x="3517" y="888"/>
                  <a:pt x="3505" y="904"/>
                </a:cubicBezTo>
                <a:cubicBezTo>
                  <a:pt x="3483" y="915"/>
                  <a:pt x="3485" y="903"/>
                  <a:pt x="3492" y="902"/>
                </a:cubicBezTo>
                <a:cubicBezTo>
                  <a:pt x="3559" y="799"/>
                  <a:pt x="3560" y="785"/>
                  <a:pt x="3575" y="768"/>
                </a:cubicBezTo>
                <a:cubicBezTo>
                  <a:pt x="3593" y="722"/>
                  <a:pt x="3597" y="715"/>
                  <a:pt x="3598" y="709"/>
                </a:cubicBezTo>
                <a:cubicBezTo>
                  <a:pt x="3627" y="643"/>
                  <a:pt x="3627" y="637"/>
                  <a:pt x="3629" y="630"/>
                </a:cubicBezTo>
                <a:cubicBezTo>
                  <a:pt x="3654" y="575"/>
                  <a:pt x="3651" y="570"/>
                  <a:pt x="3655" y="567"/>
                </a:cubicBezTo>
                <a:cubicBezTo>
                  <a:pt x="3661" y="537"/>
                  <a:pt x="3666" y="533"/>
                  <a:pt x="3669" y="530"/>
                </a:cubicBezTo>
                <a:cubicBezTo>
                  <a:pt x="3678" y="495"/>
                  <a:pt x="3683" y="488"/>
                  <a:pt x="3683" y="482"/>
                </a:cubicBezTo>
                <a:cubicBezTo>
                  <a:pt x="3719" y="376"/>
                  <a:pt x="3722" y="363"/>
                  <a:pt x="3725" y="350"/>
                </a:cubicBezTo>
                <a:cubicBezTo>
                  <a:pt x="3754" y="286"/>
                  <a:pt x="3753" y="280"/>
                  <a:pt x="3757" y="273"/>
                </a:cubicBezTo>
                <a:close/>
                <a:moveTo>
                  <a:pt x="3018" y="1695"/>
                </a:moveTo>
                <a:cubicBezTo>
                  <a:pt x="3014" y="1702"/>
                  <a:pt x="3009" y="1708"/>
                  <a:pt x="3004" y="1714"/>
                </a:cubicBezTo>
                <a:cubicBezTo>
                  <a:pt x="3001" y="1717"/>
                  <a:pt x="3003" y="1719"/>
                  <a:pt x="3001" y="1723"/>
                </a:cubicBezTo>
                <a:cubicBezTo>
                  <a:pt x="3001" y="1723"/>
                  <a:pt x="3001" y="1723"/>
                  <a:pt x="3001" y="1723"/>
                </a:cubicBezTo>
                <a:cubicBezTo>
                  <a:pt x="3000" y="1725"/>
                  <a:pt x="2998" y="1727"/>
                  <a:pt x="2996" y="1729"/>
                </a:cubicBezTo>
                <a:cubicBezTo>
                  <a:pt x="2994" y="1732"/>
                  <a:pt x="2993" y="1734"/>
                  <a:pt x="2991" y="1736"/>
                </a:cubicBezTo>
                <a:cubicBezTo>
                  <a:pt x="2988" y="1733"/>
                  <a:pt x="2993" y="1729"/>
                  <a:pt x="2996" y="1725"/>
                </a:cubicBezTo>
                <a:cubicBezTo>
                  <a:pt x="2996" y="1724"/>
                  <a:pt x="2996" y="1723"/>
                  <a:pt x="2997" y="1723"/>
                </a:cubicBezTo>
                <a:cubicBezTo>
                  <a:pt x="2999" y="1717"/>
                  <a:pt x="3000" y="1711"/>
                  <a:pt x="2999" y="1706"/>
                </a:cubicBezTo>
                <a:cubicBezTo>
                  <a:pt x="3006" y="1701"/>
                  <a:pt x="3003" y="1696"/>
                  <a:pt x="3007" y="1691"/>
                </a:cubicBezTo>
                <a:cubicBezTo>
                  <a:pt x="3009" y="1686"/>
                  <a:pt x="3013" y="1680"/>
                  <a:pt x="3011" y="1676"/>
                </a:cubicBezTo>
                <a:cubicBezTo>
                  <a:pt x="3016" y="1673"/>
                  <a:pt x="3016" y="1678"/>
                  <a:pt x="3018" y="1681"/>
                </a:cubicBezTo>
                <a:cubicBezTo>
                  <a:pt x="3018" y="1686"/>
                  <a:pt x="3017" y="1691"/>
                  <a:pt x="3018" y="1695"/>
                </a:cubicBezTo>
                <a:close/>
                <a:moveTo>
                  <a:pt x="3083" y="1624"/>
                </a:moveTo>
                <a:cubicBezTo>
                  <a:pt x="3078" y="1617"/>
                  <a:pt x="3091" y="1615"/>
                  <a:pt x="3094" y="1611"/>
                </a:cubicBezTo>
                <a:cubicBezTo>
                  <a:pt x="3104" y="1617"/>
                  <a:pt x="3086" y="1621"/>
                  <a:pt x="3083" y="1624"/>
                </a:cubicBezTo>
                <a:close/>
                <a:moveTo>
                  <a:pt x="3380" y="1391"/>
                </a:moveTo>
                <a:cubicBezTo>
                  <a:pt x="3385" y="1392"/>
                  <a:pt x="3391" y="1391"/>
                  <a:pt x="3396" y="1389"/>
                </a:cubicBezTo>
                <a:cubicBezTo>
                  <a:pt x="3423" y="1382"/>
                  <a:pt x="3434" y="1385"/>
                  <a:pt x="3444" y="1378"/>
                </a:cubicBezTo>
                <a:cubicBezTo>
                  <a:pt x="3550" y="1347"/>
                  <a:pt x="3562" y="1348"/>
                  <a:pt x="3573" y="1348"/>
                </a:cubicBezTo>
                <a:cubicBezTo>
                  <a:pt x="3646" y="1319"/>
                  <a:pt x="3657" y="1319"/>
                  <a:pt x="3667" y="1314"/>
                </a:cubicBezTo>
                <a:cubicBezTo>
                  <a:pt x="3709" y="1300"/>
                  <a:pt x="3720" y="1296"/>
                  <a:pt x="3730" y="1289"/>
                </a:cubicBezTo>
                <a:cubicBezTo>
                  <a:pt x="3798" y="1265"/>
                  <a:pt x="3803" y="1259"/>
                  <a:pt x="3808" y="1257"/>
                </a:cubicBezTo>
                <a:cubicBezTo>
                  <a:pt x="3822" y="1253"/>
                  <a:pt x="3821" y="1257"/>
                  <a:pt x="3819" y="1258"/>
                </a:cubicBezTo>
                <a:cubicBezTo>
                  <a:pt x="3769" y="1288"/>
                  <a:pt x="3753" y="1288"/>
                  <a:pt x="3737" y="1298"/>
                </a:cubicBezTo>
                <a:cubicBezTo>
                  <a:pt x="3704" y="1311"/>
                  <a:pt x="3696" y="1312"/>
                  <a:pt x="3689" y="1319"/>
                </a:cubicBezTo>
                <a:cubicBezTo>
                  <a:pt x="3627" y="1336"/>
                  <a:pt x="3613" y="1343"/>
                  <a:pt x="3600" y="1350"/>
                </a:cubicBezTo>
                <a:cubicBezTo>
                  <a:pt x="3516" y="1371"/>
                  <a:pt x="3513" y="1372"/>
                  <a:pt x="3509" y="1369"/>
                </a:cubicBezTo>
                <a:cubicBezTo>
                  <a:pt x="3486" y="1376"/>
                  <a:pt x="3483" y="1376"/>
                  <a:pt x="3479" y="1375"/>
                </a:cubicBezTo>
                <a:cubicBezTo>
                  <a:pt x="3410" y="1391"/>
                  <a:pt x="3403" y="1392"/>
                  <a:pt x="3397" y="1393"/>
                </a:cubicBezTo>
                <a:cubicBezTo>
                  <a:pt x="3329" y="1405"/>
                  <a:pt x="3324" y="1415"/>
                  <a:pt x="3316" y="1408"/>
                </a:cubicBezTo>
                <a:close/>
                <a:moveTo>
                  <a:pt x="3144" y="1481"/>
                </a:moveTo>
                <a:cubicBezTo>
                  <a:pt x="3149" y="1484"/>
                  <a:pt x="3147" y="1487"/>
                  <a:pt x="3145" y="1490"/>
                </a:cubicBezTo>
                <a:cubicBezTo>
                  <a:pt x="3143" y="1488"/>
                  <a:pt x="3142" y="1489"/>
                  <a:pt x="3141" y="1490"/>
                </a:cubicBezTo>
                <a:cubicBezTo>
                  <a:pt x="3139" y="1488"/>
                  <a:pt x="3142" y="1484"/>
                  <a:pt x="3144" y="1481"/>
                </a:cubicBezTo>
                <a:close/>
                <a:moveTo>
                  <a:pt x="3128" y="1513"/>
                </a:moveTo>
                <a:cubicBezTo>
                  <a:pt x="3137" y="1507"/>
                  <a:pt x="3129" y="1520"/>
                  <a:pt x="3126" y="1519"/>
                </a:cubicBezTo>
                <a:cubicBezTo>
                  <a:pt x="3125" y="1518"/>
                  <a:pt x="3126" y="1514"/>
                  <a:pt x="3128" y="1513"/>
                </a:cubicBezTo>
                <a:close/>
                <a:moveTo>
                  <a:pt x="3101" y="1380"/>
                </a:moveTo>
                <a:cubicBezTo>
                  <a:pt x="3097" y="1374"/>
                  <a:pt x="3093" y="1369"/>
                  <a:pt x="3096" y="1362"/>
                </a:cubicBezTo>
                <a:cubicBezTo>
                  <a:pt x="3087" y="1357"/>
                  <a:pt x="3089" y="1350"/>
                  <a:pt x="3088" y="1344"/>
                </a:cubicBezTo>
                <a:cubicBezTo>
                  <a:pt x="3080" y="1340"/>
                  <a:pt x="3086" y="1334"/>
                  <a:pt x="3082" y="1329"/>
                </a:cubicBezTo>
                <a:cubicBezTo>
                  <a:pt x="3083" y="1326"/>
                  <a:pt x="3080" y="1325"/>
                  <a:pt x="3079" y="1323"/>
                </a:cubicBezTo>
                <a:cubicBezTo>
                  <a:pt x="3077" y="1321"/>
                  <a:pt x="3079" y="1320"/>
                  <a:pt x="3078" y="1319"/>
                </a:cubicBezTo>
                <a:cubicBezTo>
                  <a:pt x="3077" y="1316"/>
                  <a:pt x="3076" y="1310"/>
                  <a:pt x="3072" y="1307"/>
                </a:cubicBezTo>
                <a:cubicBezTo>
                  <a:pt x="3070" y="1305"/>
                  <a:pt x="3067" y="1298"/>
                  <a:pt x="3068" y="1293"/>
                </a:cubicBezTo>
                <a:cubicBezTo>
                  <a:pt x="3061" y="1283"/>
                  <a:pt x="3059" y="1271"/>
                  <a:pt x="3057" y="1260"/>
                </a:cubicBezTo>
                <a:cubicBezTo>
                  <a:pt x="3051" y="1257"/>
                  <a:pt x="3058" y="1253"/>
                  <a:pt x="3054" y="1250"/>
                </a:cubicBezTo>
                <a:cubicBezTo>
                  <a:pt x="3053" y="1247"/>
                  <a:pt x="3051" y="1245"/>
                  <a:pt x="3053" y="1242"/>
                </a:cubicBezTo>
                <a:cubicBezTo>
                  <a:pt x="3052" y="1235"/>
                  <a:pt x="3046" y="1230"/>
                  <a:pt x="3048" y="1224"/>
                </a:cubicBezTo>
                <a:cubicBezTo>
                  <a:pt x="3044" y="1218"/>
                  <a:pt x="3048" y="1211"/>
                  <a:pt x="3044" y="1206"/>
                </a:cubicBezTo>
                <a:cubicBezTo>
                  <a:pt x="3045" y="1203"/>
                  <a:pt x="3040" y="1201"/>
                  <a:pt x="3043" y="1197"/>
                </a:cubicBezTo>
                <a:cubicBezTo>
                  <a:pt x="3043" y="1195"/>
                  <a:pt x="3044" y="1192"/>
                  <a:pt x="3042" y="1189"/>
                </a:cubicBezTo>
                <a:cubicBezTo>
                  <a:pt x="3049" y="1185"/>
                  <a:pt x="3048" y="1199"/>
                  <a:pt x="3050" y="1203"/>
                </a:cubicBezTo>
                <a:cubicBezTo>
                  <a:pt x="3052" y="1208"/>
                  <a:pt x="3062" y="1212"/>
                  <a:pt x="3056" y="1218"/>
                </a:cubicBezTo>
                <a:cubicBezTo>
                  <a:pt x="3065" y="1223"/>
                  <a:pt x="3064" y="1228"/>
                  <a:pt x="3066" y="1234"/>
                </a:cubicBezTo>
                <a:cubicBezTo>
                  <a:pt x="3074" y="1238"/>
                  <a:pt x="3069" y="1244"/>
                  <a:pt x="3077" y="1249"/>
                </a:cubicBezTo>
                <a:cubicBezTo>
                  <a:pt x="3076" y="1260"/>
                  <a:pt x="3086" y="1269"/>
                  <a:pt x="3089" y="1280"/>
                </a:cubicBezTo>
                <a:cubicBezTo>
                  <a:pt x="3097" y="1290"/>
                  <a:pt x="3096" y="1301"/>
                  <a:pt x="3106" y="1311"/>
                </a:cubicBezTo>
                <a:cubicBezTo>
                  <a:pt x="3106" y="1326"/>
                  <a:pt x="3112" y="1340"/>
                  <a:pt x="3116" y="1355"/>
                </a:cubicBezTo>
                <a:cubicBezTo>
                  <a:pt x="3115" y="1361"/>
                  <a:pt x="3116" y="1366"/>
                  <a:pt x="3118" y="1371"/>
                </a:cubicBezTo>
                <a:cubicBezTo>
                  <a:pt x="3109" y="1378"/>
                  <a:pt x="3124" y="1381"/>
                  <a:pt x="3117" y="1388"/>
                </a:cubicBezTo>
                <a:cubicBezTo>
                  <a:pt x="3122" y="1398"/>
                  <a:pt x="3122" y="1409"/>
                  <a:pt x="3125" y="1420"/>
                </a:cubicBezTo>
                <a:cubicBezTo>
                  <a:pt x="3118" y="1437"/>
                  <a:pt x="3123" y="1453"/>
                  <a:pt x="3116" y="1471"/>
                </a:cubicBezTo>
                <a:cubicBezTo>
                  <a:pt x="3113" y="1446"/>
                  <a:pt x="3108" y="1422"/>
                  <a:pt x="3106" y="1398"/>
                </a:cubicBezTo>
                <a:cubicBezTo>
                  <a:pt x="3103" y="1392"/>
                  <a:pt x="3099" y="1386"/>
                  <a:pt x="3101" y="1380"/>
                </a:cubicBezTo>
                <a:close/>
                <a:moveTo>
                  <a:pt x="3116" y="1485"/>
                </a:moveTo>
                <a:cubicBezTo>
                  <a:pt x="3110" y="1490"/>
                  <a:pt x="3113" y="1478"/>
                  <a:pt x="3116" y="1475"/>
                </a:cubicBezTo>
                <a:cubicBezTo>
                  <a:pt x="3117" y="1478"/>
                  <a:pt x="3117" y="1482"/>
                  <a:pt x="3116" y="1485"/>
                </a:cubicBezTo>
                <a:close/>
                <a:moveTo>
                  <a:pt x="3231" y="1453"/>
                </a:moveTo>
                <a:cubicBezTo>
                  <a:pt x="3241" y="1447"/>
                  <a:pt x="3232" y="1460"/>
                  <a:pt x="3230" y="1459"/>
                </a:cubicBezTo>
                <a:cubicBezTo>
                  <a:pt x="3228" y="1458"/>
                  <a:pt x="3229" y="1454"/>
                  <a:pt x="3231" y="1453"/>
                </a:cubicBezTo>
                <a:close/>
                <a:moveTo>
                  <a:pt x="3245" y="1463"/>
                </a:moveTo>
                <a:cubicBezTo>
                  <a:pt x="3256" y="1465"/>
                  <a:pt x="3264" y="1454"/>
                  <a:pt x="3275" y="1457"/>
                </a:cubicBezTo>
                <a:cubicBezTo>
                  <a:pt x="3333" y="1437"/>
                  <a:pt x="3340" y="1441"/>
                  <a:pt x="3347" y="1439"/>
                </a:cubicBezTo>
                <a:cubicBezTo>
                  <a:pt x="3375" y="1429"/>
                  <a:pt x="3383" y="1435"/>
                  <a:pt x="3389" y="1427"/>
                </a:cubicBezTo>
                <a:cubicBezTo>
                  <a:pt x="3447" y="1427"/>
                  <a:pt x="3460" y="1420"/>
                  <a:pt x="3475" y="1423"/>
                </a:cubicBezTo>
                <a:cubicBezTo>
                  <a:pt x="3577" y="1415"/>
                  <a:pt x="3580" y="1413"/>
                  <a:pt x="3584" y="1415"/>
                </a:cubicBezTo>
                <a:cubicBezTo>
                  <a:pt x="3653" y="1417"/>
                  <a:pt x="3640" y="1416"/>
                  <a:pt x="3638" y="1419"/>
                </a:cubicBezTo>
                <a:cubicBezTo>
                  <a:pt x="3606" y="1428"/>
                  <a:pt x="3602" y="1428"/>
                  <a:pt x="3598" y="1429"/>
                </a:cubicBezTo>
                <a:cubicBezTo>
                  <a:pt x="3554" y="1436"/>
                  <a:pt x="3551" y="1445"/>
                  <a:pt x="3546" y="1440"/>
                </a:cubicBezTo>
                <a:cubicBezTo>
                  <a:pt x="3512" y="1439"/>
                  <a:pt x="3509" y="1452"/>
                  <a:pt x="3503" y="1444"/>
                </a:cubicBezTo>
                <a:cubicBezTo>
                  <a:pt x="3472" y="1444"/>
                  <a:pt x="3469" y="1451"/>
                  <a:pt x="3464" y="1448"/>
                </a:cubicBezTo>
                <a:cubicBezTo>
                  <a:pt x="3408" y="1459"/>
                  <a:pt x="3400" y="1455"/>
                  <a:pt x="3393" y="1459"/>
                </a:cubicBezTo>
                <a:cubicBezTo>
                  <a:pt x="3357" y="1464"/>
                  <a:pt x="3354" y="1465"/>
                  <a:pt x="3350" y="1463"/>
                </a:cubicBezTo>
                <a:cubicBezTo>
                  <a:pt x="3304" y="1474"/>
                  <a:pt x="3300" y="1474"/>
                  <a:pt x="3296" y="1477"/>
                </a:cubicBezTo>
                <a:cubicBezTo>
                  <a:pt x="3261" y="1487"/>
                  <a:pt x="3255" y="1479"/>
                  <a:pt x="3251" y="1490"/>
                </a:cubicBezTo>
                <a:cubicBezTo>
                  <a:pt x="3185" y="1506"/>
                  <a:pt x="3167" y="1526"/>
                  <a:pt x="3147" y="1531"/>
                </a:cubicBezTo>
                <a:cubicBezTo>
                  <a:pt x="3114" y="1536"/>
                  <a:pt x="3119" y="1543"/>
                  <a:pt x="3123" y="1538"/>
                </a:cubicBezTo>
                <a:cubicBezTo>
                  <a:pt x="3171" y="1501"/>
                  <a:pt x="3177" y="1490"/>
                  <a:pt x="3184" y="1486"/>
                </a:cubicBezTo>
                <a:cubicBezTo>
                  <a:pt x="3226" y="1473"/>
                  <a:pt x="3235" y="1470"/>
                  <a:pt x="3245" y="1463"/>
                </a:cubicBezTo>
                <a:close/>
                <a:moveTo>
                  <a:pt x="3167" y="1470"/>
                </a:moveTo>
                <a:cubicBezTo>
                  <a:pt x="3172" y="1469"/>
                  <a:pt x="3176" y="1466"/>
                  <a:pt x="3181" y="1466"/>
                </a:cubicBezTo>
                <a:cubicBezTo>
                  <a:pt x="3189" y="1458"/>
                  <a:pt x="3198" y="1461"/>
                  <a:pt x="3206" y="1452"/>
                </a:cubicBezTo>
                <a:cubicBezTo>
                  <a:pt x="3211" y="1458"/>
                  <a:pt x="3198" y="1463"/>
                  <a:pt x="3195" y="1462"/>
                </a:cubicBezTo>
                <a:cubicBezTo>
                  <a:pt x="3191" y="1468"/>
                  <a:pt x="3186" y="1466"/>
                  <a:pt x="3182" y="1470"/>
                </a:cubicBezTo>
                <a:cubicBezTo>
                  <a:pt x="3180" y="1473"/>
                  <a:pt x="3176" y="1470"/>
                  <a:pt x="3174" y="1471"/>
                </a:cubicBezTo>
                <a:cubicBezTo>
                  <a:pt x="3172" y="1472"/>
                  <a:pt x="3171" y="1476"/>
                  <a:pt x="3170" y="1476"/>
                </a:cubicBezTo>
                <a:cubicBezTo>
                  <a:pt x="3170" y="1476"/>
                  <a:pt x="3168" y="1474"/>
                  <a:pt x="3168" y="1474"/>
                </a:cubicBezTo>
                <a:cubicBezTo>
                  <a:pt x="3164" y="1476"/>
                  <a:pt x="3159" y="1485"/>
                  <a:pt x="3154" y="1478"/>
                </a:cubicBezTo>
                <a:cubicBezTo>
                  <a:pt x="3157" y="1469"/>
                  <a:pt x="3163" y="1474"/>
                  <a:pt x="3167" y="1470"/>
                </a:cubicBezTo>
                <a:close/>
                <a:moveTo>
                  <a:pt x="3187" y="1376"/>
                </a:moveTo>
                <a:cubicBezTo>
                  <a:pt x="3185" y="1370"/>
                  <a:pt x="3185" y="1363"/>
                  <a:pt x="3189" y="1355"/>
                </a:cubicBezTo>
                <a:cubicBezTo>
                  <a:pt x="3191" y="1357"/>
                  <a:pt x="3193" y="1359"/>
                  <a:pt x="3196" y="1361"/>
                </a:cubicBezTo>
                <a:cubicBezTo>
                  <a:pt x="3196" y="1365"/>
                  <a:pt x="3192" y="1371"/>
                  <a:pt x="3187" y="1376"/>
                </a:cubicBezTo>
                <a:close/>
                <a:moveTo>
                  <a:pt x="3379" y="456"/>
                </a:moveTo>
                <a:cubicBezTo>
                  <a:pt x="3385" y="461"/>
                  <a:pt x="3376" y="469"/>
                  <a:pt x="3380" y="474"/>
                </a:cubicBezTo>
                <a:cubicBezTo>
                  <a:pt x="3373" y="477"/>
                  <a:pt x="3375" y="461"/>
                  <a:pt x="3379" y="456"/>
                </a:cubicBezTo>
                <a:close/>
                <a:moveTo>
                  <a:pt x="3309" y="952"/>
                </a:moveTo>
                <a:cubicBezTo>
                  <a:pt x="3303" y="947"/>
                  <a:pt x="3312" y="940"/>
                  <a:pt x="3307" y="935"/>
                </a:cubicBezTo>
                <a:cubicBezTo>
                  <a:pt x="3310" y="924"/>
                  <a:pt x="3311" y="913"/>
                  <a:pt x="3310" y="902"/>
                </a:cubicBezTo>
                <a:cubicBezTo>
                  <a:pt x="3315" y="899"/>
                  <a:pt x="3317" y="904"/>
                  <a:pt x="3313" y="908"/>
                </a:cubicBezTo>
                <a:cubicBezTo>
                  <a:pt x="3316" y="911"/>
                  <a:pt x="3314" y="914"/>
                  <a:pt x="3317" y="918"/>
                </a:cubicBezTo>
                <a:cubicBezTo>
                  <a:pt x="3310" y="934"/>
                  <a:pt x="3314" y="950"/>
                  <a:pt x="3309" y="966"/>
                </a:cubicBezTo>
                <a:cubicBezTo>
                  <a:pt x="3303" y="969"/>
                  <a:pt x="3309" y="963"/>
                  <a:pt x="3306" y="960"/>
                </a:cubicBezTo>
                <a:cubicBezTo>
                  <a:pt x="3306" y="958"/>
                  <a:pt x="3306" y="955"/>
                  <a:pt x="3309" y="952"/>
                </a:cubicBezTo>
                <a:close/>
                <a:moveTo>
                  <a:pt x="3303" y="988"/>
                </a:moveTo>
                <a:cubicBezTo>
                  <a:pt x="3306" y="996"/>
                  <a:pt x="3298" y="1006"/>
                  <a:pt x="3301" y="1015"/>
                </a:cubicBezTo>
                <a:cubicBezTo>
                  <a:pt x="3298" y="1024"/>
                  <a:pt x="3301" y="1032"/>
                  <a:pt x="3296" y="1040"/>
                </a:cubicBezTo>
                <a:cubicBezTo>
                  <a:pt x="3291" y="1032"/>
                  <a:pt x="3301" y="1022"/>
                  <a:pt x="3295" y="1014"/>
                </a:cubicBezTo>
                <a:cubicBezTo>
                  <a:pt x="3305" y="1004"/>
                  <a:pt x="3294" y="997"/>
                  <a:pt x="3303" y="988"/>
                </a:cubicBezTo>
                <a:close/>
                <a:moveTo>
                  <a:pt x="3280" y="1076"/>
                </a:moveTo>
                <a:cubicBezTo>
                  <a:pt x="3290" y="1068"/>
                  <a:pt x="3289" y="1064"/>
                  <a:pt x="3294" y="1053"/>
                </a:cubicBezTo>
                <a:cubicBezTo>
                  <a:pt x="3299" y="1066"/>
                  <a:pt x="3282" y="1081"/>
                  <a:pt x="3289" y="1093"/>
                </a:cubicBezTo>
                <a:cubicBezTo>
                  <a:pt x="3281" y="1100"/>
                  <a:pt x="3287" y="1106"/>
                  <a:pt x="3281" y="1113"/>
                </a:cubicBezTo>
                <a:cubicBezTo>
                  <a:pt x="3278" y="1101"/>
                  <a:pt x="3282" y="1088"/>
                  <a:pt x="3280" y="1076"/>
                </a:cubicBezTo>
                <a:close/>
                <a:moveTo>
                  <a:pt x="3233" y="654"/>
                </a:moveTo>
                <a:cubicBezTo>
                  <a:pt x="3234" y="660"/>
                  <a:pt x="3238" y="666"/>
                  <a:pt x="3233" y="672"/>
                </a:cubicBezTo>
                <a:cubicBezTo>
                  <a:pt x="3231" y="666"/>
                  <a:pt x="3228" y="661"/>
                  <a:pt x="3233" y="654"/>
                </a:cubicBezTo>
                <a:close/>
                <a:moveTo>
                  <a:pt x="3235" y="689"/>
                </a:moveTo>
                <a:cubicBezTo>
                  <a:pt x="3234" y="694"/>
                  <a:pt x="3235" y="700"/>
                  <a:pt x="3238" y="705"/>
                </a:cubicBezTo>
                <a:cubicBezTo>
                  <a:pt x="3231" y="710"/>
                  <a:pt x="3231" y="697"/>
                  <a:pt x="3232" y="693"/>
                </a:cubicBezTo>
                <a:cubicBezTo>
                  <a:pt x="3229" y="688"/>
                  <a:pt x="3234" y="682"/>
                  <a:pt x="3230" y="677"/>
                </a:cubicBezTo>
                <a:cubicBezTo>
                  <a:pt x="3236" y="672"/>
                  <a:pt x="3231" y="686"/>
                  <a:pt x="3235" y="689"/>
                </a:cubicBezTo>
                <a:close/>
                <a:moveTo>
                  <a:pt x="3209" y="1367"/>
                </a:moveTo>
                <a:cubicBezTo>
                  <a:pt x="3206" y="1355"/>
                  <a:pt x="3218" y="1354"/>
                  <a:pt x="3220" y="1343"/>
                </a:cubicBezTo>
                <a:cubicBezTo>
                  <a:pt x="3222" y="1345"/>
                  <a:pt x="3225" y="1345"/>
                  <a:pt x="3226" y="1344"/>
                </a:cubicBezTo>
                <a:cubicBezTo>
                  <a:pt x="3229" y="1352"/>
                  <a:pt x="3214" y="1363"/>
                  <a:pt x="3209" y="1367"/>
                </a:cubicBezTo>
                <a:close/>
                <a:moveTo>
                  <a:pt x="3267" y="1160"/>
                </a:moveTo>
                <a:cubicBezTo>
                  <a:pt x="3268" y="1172"/>
                  <a:pt x="3262" y="1184"/>
                  <a:pt x="3266" y="1196"/>
                </a:cubicBezTo>
                <a:cubicBezTo>
                  <a:pt x="3248" y="1255"/>
                  <a:pt x="3254" y="1259"/>
                  <a:pt x="3246" y="1265"/>
                </a:cubicBezTo>
                <a:cubicBezTo>
                  <a:pt x="3223" y="1297"/>
                  <a:pt x="3227" y="1284"/>
                  <a:pt x="3231" y="1271"/>
                </a:cubicBezTo>
                <a:cubicBezTo>
                  <a:pt x="3240" y="1191"/>
                  <a:pt x="3240" y="1181"/>
                  <a:pt x="3246" y="1169"/>
                </a:cubicBezTo>
                <a:cubicBezTo>
                  <a:pt x="3253" y="1104"/>
                  <a:pt x="3245" y="1099"/>
                  <a:pt x="3254" y="1092"/>
                </a:cubicBezTo>
                <a:cubicBezTo>
                  <a:pt x="3247" y="1024"/>
                  <a:pt x="3244" y="1019"/>
                  <a:pt x="3247" y="1014"/>
                </a:cubicBezTo>
                <a:cubicBezTo>
                  <a:pt x="3240" y="967"/>
                  <a:pt x="3246" y="958"/>
                  <a:pt x="3240" y="951"/>
                </a:cubicBezTo>
                <a:cubicBezTo>
                  <a:pt x="3238" y="891"/>
                  <a:pt x="3244" y="882"/>
                  <a:pt x="3240" y="874"/>
                </a:cubicBezTo>
                <a:cubicBezTo>
                  <a:pt x="3236" y="775"/>
                  <a:pt x="3228" y="769"/>
                  <a:pt x="3235" y="761"/>
                </a:cubicBezTo>
                <a:cubicBezTo>
                  <a:pt x="3237" y="746"/>
                  <a:pt x="3235" y="749"/>
                  <a:pt x="3238" y="753"/>
                </a:cubicBezTo>
                <a:cubicBezTo>
                  <a:pt x="3240" y="819"/>
                  <a:pt x="3250" y="825"/>
                  <a:pt x="3247" y="832"/>
                </a:cubicBezTo>
                <a:cubicBezTo>
                  <a:pt x="3256" y="904"/>
                  <a:pt x="3258" y="918"/>
                  <a:pt x="3259" y="932"/>
                </a:cubicBezTo>
                <a:cubicBezTo>
                  <a:pt x="3261" y="958"/>
                  <a:pt x="3261" y="964"/>
                  <a:pt x="3262" y="971"/>
                </a:cubicBezTo>
                <a:cubicBezTo>
                  <a:pt x="3270" y="1022"/>
                  <a:pt x="3268" y="1035"/>
                  <a:pt x="3272" y="1048"/>
                </a:cubicBezTo>
                <a:cubicBezTo>
                  <a:pt x="3265" y="1137"/>
                  <a:pt x="3271" y="1148"/>
                  <a:pt x="3267" y="1160"/>
                </a:cubicBezTo>
                <a:close/>
                <a:moveTo>
                  <a:pt x="3287" y="1211"/>
                </a:moveTo>
                <a:cubicBezTo>
                  <a:pt x="3282" y="1214"/>
                  <a:pt x="3285" y="1208"/>
                  <a:pt x="3288" y="1205"/>
                </a:cubicBezTo>
                <a:cubicBezTo>
                  <a:pt x="3293" y="1202"/>
                  <a:pt x="3289" y="1208"/>
                  <a:pt x="3287" y="1211"/>
                </a:cubicBezTo>
                <a:close/>
                <a:moveTo>
                  <a:pt x="3275" y="1203"/>
                </a:moveTo>
                <a:cubicBezTo>
                  <a:pt x="3271" y="1198"/>
                  <a:pt x="3280" y="1192"/>
                  <a:pt x="3275" y="1188"/>
                </a:cubicBezTo>
                <a:cubicBezTo>
                  <a:pt x="3286" y="1153"/>
                  <a:pt x="3288" y="1149"/>
                  <a:pt x="3286" y="1145"/>
                </a:cubicBezTo>
                <a:cubicBezTo>
                  <a:pt x="3298" y="1108"/>
                  <a:pt x="3292" y="1100"/>
                  <a:pt x="3299" y="1090"/>
                </a:cubicBezTo>
                <a:cubicBezTo>
                  <a:pt x="3325" y="914"/>
                  <a:pt x="3327" y="904"/>
                  <a:pt x="3330" y="895"/>
                </a:cubicBezTo>
                <a:cubicBezTo>
                  <a:pt x="3339" y="831"/>
                  <a:pt x="3337" y="822"/>
                  <a:pt x="3337" y="813"/>
                </a:cubicBezTo>
                <a:cubicBezTo>
                  <a:pt x="3352" y="746"/>
                  <a:pt x="3355" y="735"/>
                  <a:pt x="3354" y="724"/>
                </a:cubicBezTo>
                <a:cubicBezTo>
                  <a:pt x="3362" y="646"/>
                  <a:pt x="3363" y="634"/>
                  <a:pt x="3365" y="623"/>
                </a:cubicBezTo>
                <a:cubicBezTo>
                  <a:pt x="3371" y="567"/>
                  <a:pt x="3358" y="563"/>
                  <a:pt x="3368" y="557"/>
                </a:cubicBezTo>
                <a:cubicBezTo>
                  <a:pt x="3370" y="518"/>
                  <a:pt x="3369" y="512"/>
                  <a:pt x="3370" y="507"/>
                </a:cubicBezTo>
                <a:cubicBezTo>
                  <a:pt x="3377" y="482"/>
                  <a:pt x="3378" y="484"/>
                  <a:pt x="3381" y="486"/>
                </a:cubicBezTo>
                <a:cubicBezTo>
                  <a:pt x="3379" y="562"/>
                  <a:pt x="3370" y="570"/>
                  <a:pt x="3375" y="576"/>
                </a:cubicBezTo>
                <a:cubicBezTo>
                  <a:pt x="3375" y="667"/>
                  <a:pt x="3369" y="672"/>
                  <a:pt x="3376" y="675"/>
                </a:cubicBezTo>
                <a:cubicBezTo>
                  <a:pt x="3373" y="724"/>
                  <a:pt x="3374" y="738"/>
                  <a:pt x="3372" y="753"/>
                </a:cubicBezTo>
                <a:cubicBezTo>
                  <a:pt x="3360" y="869"/>
                  <a:pt x="3367" y="875"/>
                  <a:pt x="3361" y="882"/>
                </a:cubicBezTo>
                <a:cubicBezTo>
                  <a:pt x="3346" y="951"/>
                  <a:pt x="3348" y="958"/>
                  <a:pt x="3346" y="965"/>
                </a:cubicBezTo>
                <a:cubicBezTo>
                  <a:pt x="3339" y="1047"/>
                  <a:pt x="3329" y="1059"/>
                  <a:pt x="3333" y="1068"/>
                </a:cubicBezTo>
                <a:cubicBezTo>
                  <a:pt x="3314" y="1133"/>
                  <a:pt x="3303" y="1141"/>
                  <a:pt x="3307" y="1147"/>
                </a:cubicBezTo>
                <a:close/>
                <a:moveTo>
                  <a:pt x="3519" y="1049"/>
                </a:moveTo>
                <a:cubicBezTo>
                  <a:pt x="3522" y="1041"/>
                  <a:pt x="3527" y="1048"/>
                  <a:pt x="3531" y="1043"/>
                </a:cubicBezTo>
                <a:cubicBezTo>
                  <a:pt x="3539" y="1038"/>
                  <a:pt x="3548" y="1037"/>
                  <a:pt x="3556" y="1033"/>
                </a:cubicBezTo>
                <a:cubicBezTo>
                  <a:pt x="3559" y="1037"/>
                  <a:pt x="3553" y="1038"/>
                  <a:pt x="3550" y="1036"/>
                </a:cubicBezTo>
                <a:cubicBezTo>
                  <a:pt x="3537" y="1048"/>
                  <a:pt x="3523" y="1047"/>
                  <a:pt x="3510" y="1056"/>
                </a:cubicBezTo>
                <a:cubicBezTo>
                  <a:pt x="3505" y="1052"/>
                  <a:pt x="3516" y="1048"/>
                  <a:pt x="3519" y="1049"/>
                </a:cubicBezTo>
                <a:close/>
                <a:moveTo>
                  <a:pt x="3453" y="973"/>
                </a:moveTo>
                <a:cubicBezTo>
                  <a:pt x="3450" y="976"/>
                  <a:pt x="3448" y="979"/>
                  <a:pt x="3446" y="982"/>
                </a:cubicBezTo>
                <a:cubicBezTo>
                  <a:pt x="3442" y="985"/>
                  <a:pt x="3443" y="981"/>
                  <a:pt x="3445" y="978"/>
                </a:cubicBezTo>
                <a:cubicBezTo>
                  <a:pt x="3447" y="975"/>
                  <a:pt x="3450" y="972"/>
                  <a:pt x="3452" y="969"/>
                </a:cubicBezTo>
                <a:cubicBezTo>
                  <a:pt x="3456" y="967"/>
                  <a:pt x="3455" y="971"/>
                  <a:pt x="3453" y="973"/>
                </a:cubicBezTo>
                <a:close/>
                <a:moveTo>
                  <a:pt x="3458" y="966"/>
                </a:moveTo>
                <a:cubicBezTo>
                  <a:pt x="3454" y="960"/>
                  <a:pt x="3466" y="951"/>
                  <a:pt x="3463" y="945"/>
                </a:cubicBezTo>
                <a:cubicBezTo>
                  <a:pt x="3476" y="942"/>
                  <a:pt x="3465" y="960"/>
                  <a:pt x="3458" y="966"/>
                </a:cubicBezTo>
                <a:close/>
                <a:moveTo>
                  <a:pt x="3710" y="706"/>
                </a:moveTo>
                <a:cubicBezTo>
                  <a:pt x="3717" y="705"/>
                  <a:pt x="3723" y="694"/>
                  <a:pt x="3731" y="693"/>
                </a:cubicBezTo>
                <a:cubicBezTo>
                  <a:pt x="3737" y="691"/>
                  <a:pt x="3743" y="685"/>
                  <a:pt x="3750" y="682"/>
                </a:cubicBezTo>
                <a:cubicBezTo>
                  <a:pt x="3763" y="672"/>
                  <a:pt x="3776" y="663"/>
                  <a:pt x="3789" y="654"/>
                </a:cubicBezTo>
                <a:cubicBezTo>
                  <a:pt x="3792" y="657"/>
                  <a:pt x="3786" y="656"/>
                  <a:pt x="3784" y="661"/>
                </a:cubicBezTo>
                <a:cubicBezTo>
                  <a:pt x="3782" y="664"/>
                  <a:pt x="3779" y="667"/>
                  <a:pt x="3777" y="670"/>
                </a:cubicBezTo>
                <a:cubicBezTo>
                  <a:pt x="3769" y="670"/>
                  <a:pt x="3763" y="676"/>
                  <a:pt x="3756" y="683"/>
                </a:cubicBezTo>
                <a:cubicBezTo>
                  <a:pt x="3749" y="685"/>
                  <a:pt x="3742" y="693"/>
                  <a:pt x="3735" y="696"/>
                </a:cubicBezTo>
                <a:cubicBezTo>
                  <a:pt x="3723" y="711"/>
                  <a:pt x="3708" y="711"/>
                  <a:pt x="3696" y="729"/>
                </a:cubicBezTo>
                <a:cubicBezTo>
                  <a:pt x="3689" y="721"/>
                  <a:pt x="3705" y="718"/>
                  <a:pt x="3710" y="706"/>
                </a:cubicBezTo>
                <a:close/>
                <a:moveTo>
                  <a:pt x="3778" y="601"/>
                </a:moveTo>
                <a:cubicBezTo>
                  <a:pt x="3783" y="595"/>
                  <a:pt x="3788" y="585"/>
                  <a:pt x="3794" y="585"/>
                </a:cubicBezTo>
                <a:cubicBezTo>
                  <a:pt x="3799" y="592"/>
                  <a:pt x="3786" y="589"/>
                  <a:pt x="3784" y="599"/>
                </a:cubicBezTo>
                <a:cubicBezTo>
                  <a:pt x="3782" y="603"/>
                  <a:pt x="3779" y="601"/>
                  <a:pt x="3776" y="604"/>
                </a:cubicBezTo>
                <a:cubicBezTo>
                  <a:pt x="3774" y="607"/>
                  <a:pt x="3771" y="610"/>
                  <a:pt x="3769" y="613"/>
                </a:cubicBezTo>
                <a:cubicBezTo>
                  <a:pt x="3761" y="620"/>
                  <a:pt x="3774" y="596"/>
                  <a:pt x="3778" y="601"/>
                </a:cubicBezTo>
                <a:close/>
                <a:moveTo>
                  <a:pt x="3680" y="760"/>
                </a:moveTo>
                <a:cubicBezTo>
                  <a:pt x="3677" y="755"/>
                  <a:pt x="3683" y="755"/>
                  <a:pt x="3685" y="753"/>
                </a:cubicBezTo>
                <a:cubicBezTo>
                  <a:pt x="3694" y="750"/>
                  <a:pt x="3682" y="757"/>
                  <a:pt x="3680" y="760"/>
                </a:cubicBezTo>
                <a:close/>
                <a:moveTo>
                  <a:pt x="3577" y="828"/>
                </a:moveTo>
                <a:cubicBezTo>
                  <a:pt x="3581" y="819"/>
                  <a:pt x="3586" y="824"/>
                  <a:pt x="3590" y="816"/>
                </a:cubicBezTo>
                <a:cubicBezTo>
                  <a:pt x="3597" y="807"/>
                  <a:pt x="3603" y="799"/>
                  <a:pt x="3609" y="790"/>
                </a:cubicBezTo>
                <a:cubicBezTo>
                  <a:pt x="3636" y="767"/>
                  <a:pt x="3663" y="749"/>
                  <a:pt x="3690" y="727"/>
                </a:cubicBezTo>
                <a:cubicBezTo>
                  <a:pt x="3692" y="729"/>
                  <a:pt x="3689" y="732"/>
                  <a:pt x="3689" y="734"/>
                </a:cubicBezTo>
                <a:cubicBezTo>
                  <a:pt x="3671" y="752"/>
                  <a:pt x="3653" y="764"/>
                  <a:pt x="3636" y="789"/>
                </a:cubicBezTo>
                <a:cubicBezTo>
                  <a:pt x="3629" y="796"/>
                  <a:pt x="3621" y="798"/>
                  <a:pt x="3614" y="808"/>
                </a:cubicBezTo>
                <a:cubicBezTo>
                  <a:pt x="3613" y="816"/>
                  <a:pt x="3599" y="806"/>
                  <a:pt x="3605" y="816"/>
                </a:cubicBezTo>
                <a:cubicBezTo>
                  <a:pt x="3600" y="817"/>
                  <a:pt x="3596" y="823"/>
                  <a:pt x="3591" y="824"/>
                </a:cubicBezTo>
                <a:cubicBezTo>
                  <a:pt x="3587" y="827"/>
                  <a:pt x="3584" y="839"/>
                  <a:pt x="3578" y="836"/>
                </a:cubicBezTo>
                <a:cubicBezTo>
                  <a:pt x="3575" y="840"/>
                  <a:pt x="3572" y="849"/>
                  <a:pt x="3567" y="842"/>
                </a:cubicBezTo>
                <a:cubicBezTo>
                  <a:pt x="3574" y="841"/>
                  <a:pt x="3569" y="834"/>
                  <a:pt x="3577" y="828"/>
                </a:cubicBezTo>
                <a:close/>
                <a:moveTo>
                  <a:pt x="3541" y="876"/>
                </a:moveTo>
                <a:cubicBezTo>
                  <a:pt x="3543" y="873"/>
                  <a:pt x="3545" y="870"/>
                  <a:pt x="3548" y="867"/>
                </a:cubicBezTo>
                <a:cubicBezTo>
                  <a:pt x="3552" y="864"/>
                  <a:pt x="3550" y="869"/>
                  <a:pt x="3548" y="871"/>
                </a:cubicBezTo>
                <a:cubicBezTo>
                  <a:pt x="3546" y="874"/>
                  <a:pt x="3543" y="877"/>
                  <a:pt x="3541" y="880"/>
                </a:cubicBezTo>
                <a:cubicBezTo>
                  <a:pt x="3537" y="883"/>
                  <a:pt x="3539" y="879"/>
                  <a:pt x="3541" y="876"/>
                </a:cubicBezTo>
                <a:close/>
                <a:moveTo>
                  <a:pt x="2581" y="1492"/>
                </a:moveTo>
                <a:cubicBezTo>
                  <a:pt x="2570" y="1501"/>
                  <a:pt x="2566" y="1513"/>
                  <a:pt x="2557" y="1523"/>
                </a:cubicBezTo>
                <a:cubicBezTo>
                  <a:pt x="2536" y="1560"/>
                  <a:pt x="2537" y="1566"/>
                  <a:pt x="2530" y="1570"/>
                </a:cubicBezTo>
                <a:cubicBezTo>
                  <a:pt x="2522" y="1593"/>
                  <a:pt x="2529" y="1602"/>
                  <a:pt x="2522" y="1607"/>
                </a:cubicBezTo>
                <a:cubicBezTo>
                  <a:pt x="2494" y="1556"/>
                  <a:pt x="2500" y="1555"/>
                  <a:pt x="2496" y="1551"/>
                </a:cubicBezTo>
                <a:cubicBezTo>
                  <a:pt x="2482" y="1508"/>
                  <a:pt x="2492" y="1506"/>
                  <a:pt x="2486" y="1500"/>
                </a:cubicBezTo>
                <a:cubicBezTo>
                  <a:pt x="2483" y="1469"/>
                  <a:pt x="2482" y="1464"/>
                  <a:pt x="2484" y="1460"/>
                </a:cubicBezTo>
                <a:cubicBezTo>
                  <a:pt x="2486" y="1375"/>
                  <a:pt x="2486" y="1366"/>
                  <a:pt x="2489" y="1358"/>
                </a:cubicBezTo>
                <a:cubicBezTo>
                  <a:pt x="2494" y="1296"/>
                  <a:pt x="2502" y="1293"/>
                  <a:pt x="2500" y="1287"/>
                </a:cubicBezTo>
                <a:cubicBezTo>
                  <a:pt x="2505" y="1234"/>
                  <a:pt x="2502" y="1228"/>
                  <a:pt x="2503" y="1224"/>
                </a:cubicBezTo>
                <a:cubicBezTo>
                  <a:pt x="2510" y="1178"/>
                  <a:pt x="2507" y="1169"/>
                  <a:pt x="2509" y="1161"/>
                </a:cubicBezTo>
                <a:cubicBezTo>
                  <a:pt x="2496" y="1098"/>
                  <a:pt x="2490" y="1085"/>
                  <a:pt x="2486" y="1071"/>
                </a:cubicBezTo>
                <a:cubicBezTo>
                  <a:pt x="2484" y="1075"/>
                  <a:pt x="2486" y="1097"/>
                  <a:pt x="2496" y="1122"/>
                </a:cubicBezTo>
                <a:cubicBezTo>
                  <a:pt x="2494" y="1149"/>
                  <a:pt x="2501" y="1155"/>
                  <a:pt x="2499" y="1158"/>
                </a:cubicBezTo>
                <a:cubicBezTo>
                  <a:pt x="2498" y="1254"/>
                  <a:pt x="2485" y="1289"/>
                  <a:pt x="2484" y="1328"/>
                </a:cubicBezTo>
                <a:cubicBezTo>
                  <a:pt x="2478" y="1349"/>
                  <a:pt x="2476" y="1352"/>
                  <a:pt x="2475" y="1354"/>
                </a:cubicBezTo>
                <a:cubicBezTo>
                  <a:pt x="2474" y="1443"/>
                  <a:pt x="2471" y="1446"/>
                  <a:pt x="2470" y="1450"/>
                </a:cubicBezTo>
                <a:cubicBezTo>
                  <a:pt x="2480" y="1512"/>
                  <a:pt x="2475" y="1527"/>
                  <a:pt x="2481" y="1544"/>
                </a:cubicBezTo>
                <a:cubicBezTo>
                  <a:pt x="2491" y="1583"/>
                  <a:pt x="2492" y="1585"/>
                  <a:pt x="2493" y="1587"/>
                </a:cubicBezTo>
                <a:cubicBezTo>
                  <a:pt x="2493" y="1591"/>
                  <a:pt x="2491" y="1590"/>
                  <a:pt x="2488" y="1587"/>
                </a:cubicBezTo>
                <a:cubicBezTo>
                  <a:pt x="2479" y="1573"/>
                  <a:pt x="2477" y="1569"/>
                  <a:pt x="2475" y="1565"/>
                </a:cubicBezTo>
                <a:cubicBezTo>
                  <a:pt x="2459" y="1482"/>
                  <a:pt x="2462" y="1478"/>
                  <a:pt x="2460" y="1474"/>
                </a:cubicBezTo>
                <a:cubicBezTo>
                  <a:pt x="2458" y="1403"/>
                  <a:pt x="2461" y="1399"/>
                  <a:pt x="2463" y="1396"/>
                </a:cubicBezTo>
                <a:cubicBezTo>
                  <a:pt x="2467" y="1361"/>
                  <a:pt x="2464" y="1356"/>
                  <a:pt x="2464" y="1351"/>
                </a:cubicBezTo>
                <a:cubicBezTo>
                  <a:pt x="2467" y="1307"/>
                  <a:pt x="2471" y="1306"/>
                  <a:pt x="2470" y="1303"/>
                </a:cubicBezTo>
                <a:cubicBezTo>
                  <a:pt x="2473" y="1281"/>
                  <a:pt x="2473" y="1278"/>
                  <a:pt x="2473" y="1276"/>
                </a:cubicBezTo>
                <a:cubicBezTo>
                  <a:pt x="2474" y="1251"/>
                  <a:pt x="2473" y="1248"/>
                  <a:pt x="2477" y="1247"/>
                </a:cubicBezTo>
                <a:cubicBezTo>
                  <a:pt x="2471" y="1176"/>
                  <a:pt x="2480" y="1174"/>
                  <a:pt x="2475" y="1169"/>
                </a:cubicBezTo>
                <a:cubicBezTo>
                  <a:pt x="2466" y="1111"/>
                  <a:pt x="2466" y="1102"/>
                  <a:pt x="2465" y="1092"/>
                </a:cubicBezTo>
                <a:cubicBezTo>
                  <a:pt x="2454" y="1039"/>
                  <a:pt x="2450" y="1025"/>
                  <a:pt x="2440" y="1000"/>
                </a:cubicBezTo>
                <a:cubicBezTo>
                  <a:pt x="2407" y="919"/>
                  <a:pt x="2402" y="913"/>
                  <a:pt x="2404" y="908"/>
                </a:cubicBezTo>
                <a:cubicBezTo>
                  <a:pt x="2376" y="864"/>
                  <a:pt x="2379" y="860"/>
                  <a:pt x="2374" y="854"/>
                </a:cubicBezTo>
                <a:cubicBezTo>
                  <a:pt x="2393" y="923"/>
                  <a:pt x="2396" y="928"/>
                  <a:pt x="2397" y="933"/>
                </a:cubicBezTo>
                <a:cubicBezTo>
                  <a:pt x="2403" y="984"/>
                  <a:pt x="2413" y="997"/>
                  <a:pt x="2408" y="1006"/>
                </a:cubicBezTo>
                <a:cubicBezTo>
                  <a:pt x="2408" y="1056"/>
                  <a:pt x="2407" y="1061"/>
                  <a:pt x="2406" y="1066"/>
                </a:cubicBezTo>
                <a:cubicBezTo>
                  <a:pt x="2400" y="1099"/>
                  <a:pt x="2410" y="1107"/>
                  <a:pt x="2401" y="1110"/>
                </a:cubicBezTo>
                <a:cubicBezTo>
                  <a:pt x="2397" y="1141"/>
                  <a:pt x="2395" y="1143"/>
                  <a:pt x="2398" y="1147"/>
                </a:cubicBezTo>
                <a:cubicBezTo>
                  <a:pt x="2390" y="1224"/>
                  <a:pt x="2383" y="1232"/>
                  <a:pt x="2387" y="1244"/>
                </a:cubicBezTo>
                <a:cubicBezTo>
                  <a:pt x="2385" y="1287"/>
                  <a:pt x="2379" y="1290"/>
                  <a:pt x="2380" y="1295"/>
                </a:cubicBezTo>
                <a:cubicBezTo>
                  <a:pt x="2374" y="1328"/>
                  <a:pt x="2378" y="1338"/>
                  <a:pt x="2373" y="1345"/>
                </a:cubicBezTo>
                <a:cubicBezTo>
                  <a:pt x="2373" y="1403"/>
                  <a:pt x="2370" y="1406"/>
                  <a:pt x="2372" y="1411"/>
                </a:cubicBezTo>
                <a:cubicBezTo>
                  <a:pt x="2377" y="1460"/>
                  <a:pt x="2373" y="1464"/>
                  <a:pt x="2379" y="1472"/>
                </a:cubicBezTo>
                <a:cubicBezTo>
                  <a:pt x="2386" y="1514"/>
                  <a:pt x="2390" y="1520"/>
                  <a:pt x="2388" y="1525"/>
                </a:cubicBezTo>
                <a:cubicBezTo>
                  <a:pt x="2352" y="1492"/>
                  <a:pt x="2352" y="1482"/>
                  <a:pt x="2345" y="1470"/>
                </a:cubicBezTo>
                <a:cubicBezTo>
                  <a:pt x="2343" y="1417"/>
                  <a:pt x="2340" y="1409"/>
                  <a:pt x="2340" y="1402"/>
                </a:cubicBezTo>
                <a:cubicBezTo>
                  <a:pt x="2338" y="1356"/>
                  <a:pt x="2345" y="1354"/>
                  <a:pt x="2340" y="1349"/>
                </a:cubicBezTo>
                <a:cubicBezTo>
                  <a:pt x="2356" y="1248"/>
                  <a:pt x="2354" y="1238"/>
                  <a:pt x="2359" y="1230"/>
                </a:cubicBezTo>
                <a:cubicBezTo>
                  <a:pt x="2370" y="1167"/>
                  <a:pt x="2367" y="1157"/>
                  <a:pt x="2373" y="1149"/>
                </a:cubicBezTo>
                <a:cubicBezTo>
                  <a:pt x="2376" y="1126"/>
                  <a:pt x="2377" y="1124"/>
                  <a:pt x="2379" y="1122"/>
                </a:cubicBezTo>
                <a:cubicBezTo>
                  <a:pt x="2379" y="1104"/>
                  <a:pt x="2380" y="1099"/>
                  <a:pt x="2384" y="1095"/>
                </a:cubicBezTo>
                <a:cubicBezTo>
                  <a:pt x="2388" y="1033"/>
                  <a:pt x="2385" y="1028"/>
                  <a:pt x="2389" y="1025"/>
                </a:cubicBezTo>
                <a:cubicBezTo>
                  <a:pt x="2390" y="972"/>
                  <a:pt x="2390" y="963"/>
                  <a:pt x="2387" y="953"/>
                </a:cubicBezTo>
                <a:cubicBezTo>
                  <a:pt x="2380" y="910"/>
                  <a:pt x="2379" y="911"/>
                  <a:pt x="2376" y="900"/>
                </a:cubicBezTo>
                <a:cubicBezTo>
                  <a:pt x="2373" y="891"/>
                  <a:pt x="2372" y="904"/>
                  <a:pt x="2377" y="918"/>
                </a:cubicBezTo>
                <a:cubicBezTo>
                  <a:pt x="2384" y="965"/>
                  <a:pt x="2380" y="971"/>
                  <a:pt x="2380" y="977"/>
                </a:cubicBezTo>
                <a:cubicBezTo>
                  <a:pt x="2377" y="1048"/>
                  <a:pt x="2377" y="1060"/>
                  <a:pt x="2374" y="1072"/>
                </a:cubicBezTo>
                <a:cubicBezTo>
                  <a:pt x="2374" y="1098"/>
                  <a:pt x="2366" y="1102"/>
                  <a:pt x="2369" y="1110"/>
                </a:cubicBezTo>
                <a:cubicBezTo>
                  <a:pt x="2354" y="1196"/>
                  <a:pt x="2351" y="1207"/>
                  <a:pt x="2347" y="1219"/>
                </a:cubicBezTo>
                <a:cubicBezTo>
                  <a:pt x="2338" y="1268"/>
                  <a:pt x="2343" y="1273"/>
                  <a:pt x="2340" y="1276"/>
                </a:cubicBezTo>
                <a:cubicBezTo>
                  <a:pt x="2333" y="1318"/>
                  <a:pt x="2333" y="1325"/>
                  <a:pt x="2334" y="1332"/>
                </a:cubicBezTo>
                <a:cubicBezTo>
                  <a:pt x="2330" y="1356"/>
                  <a:pt x="2325" y="1361"/>
                  <a:pt x="2331" y="1369"/>
                </a:cubicBezTo>
                <a:cubicBezTo>
                  <a:pt x="2335" y="1423"/>
                  <a:pt x="2330" y="1435"/>
                  <a:pt x="2334" y="1450"/>
                </a:cubicBezTo>
                <a:cubicBezTo>
                  <a:pt x="2336" y="1491"/>
                  <a:pt x="2334" y="1482"/>
                  <a:pt x="2330" y="1484"/>
                </a:cubicBezTo>
                <a:cubicBezTo>
                  <a:pt x="2322" y="1459"/>
                  <a:pt x="2317" y="1464"/>
                  <a:pt x="2315" y="1457"/>
                </a:cubicBezTo>
                <a:cubicBezTo>
                  <a:pt x="2316" y="1410"/>
                  <a:pt x="2312" y="1397"/>
                  <a:pt x="2317" y="1386"/>
                </a:cubicBezTo>
                <a:cubicBezTo>
                  <a:pt x="2318" y="1357"/>
                  <a:pt x="2316" y="1353"/>
                  <a:pt x="2317" y="1350"/>
                </a:cubicBezTo>
                <a:cubicBezTo>
                  <a:pt x="2323" y="1291"/>
                  <a:pt x="2324" y="1285"/>
                  <a:pt x="2324" y="1279"/>
                </a:cubicBezTo>
                <a:cubicBezTo>
                  <a:pt x="2334" y="1256"/>
                  <a:pt x="2329" y="1248"/>
                  <a:pt x="2331" y="1243"/>
                </a:cubicBezTo>
                <a:cubicBezTo>
                  <a:pt x="2347" y="1171"/>
                  <a:pt x="2347" y="1169"/>
                  <a:pt x="2347" y="1166"/>
                </a:cubicBezTo>
                <a:cubicBezTo>
                  <a:pt x="2356" y="1134"/>
                  <a:pt x="2348" y="1127"/>
                  <a:pt x="2356" y="1123"/>
                </a:cubicBezTo>
                <a:cubicBezTo>
                  <a:pt x="2358" y="1085"/>
                  <a:pt x="2358" y="1082"/>
                  <a:pt x="2361" y="1079"/>
                </a:cubicBezTo>
                <a:cubicBezTo>
                  <a:pt x="2369" y="1010"/>
                  <a:pt x="2369" y="985"/>
                  <a:pt x="2368" y="960"/>
                </a:cubicBezTo>
                <a:cubicBezTo>
                  <a:pt x="2366" y="918"/>
                  <a:pt x="2364" y="911"/>
                  <a:pt x="2363" y="904"/>
                </a:cubicBezTo>
                <a:cubicBezTo>
                  <a:pt x="2363" y="901"/>
                  <a:pt x="2355" y="911"/>
                  <a:pt x="2363" y="925"/>
                </a:cubicBezTo>
                <a:cubicBezTo>
                  <a:pt x="2359" y="1008"/>
                  <a:pt x="2358" y="1021"/>
                  <a:pt x="2359" y="1033"/>
                </a:cubicBezTo>
                <a:cubicBezTo>
                  <a:pt x="2350" y="1061"/>
                  <a:pt x="2352" y="1064"/>
                  <a:pt x="2351" y="1067"/>
                </a:cubicBezTo>
                <a:cubicBezTo>
                  <a:pt x="2342" y="1114"/>
                  <a:pt x="2344" y="1127"/>
                  <a:pt x="2340" y="1138"/>
                </a:cubicBezTo>
                <a:cubicBezTo>
                  <a:pt x="2335" y="1176"/>
                  <a:pt x="2332" y="1178"/>
                  <a:pt x="2335" y="1182"/>
                </a:cubicBezTo>
                <a:cubicBezTo>
                  <a:pt x="2330" y="1210"/>
                  <a:pt x="2326" y="1215"/>
                  <a:pt x="2324" y="1220"/>
                </a:cubicBezTo>
                <a:cubicBezTo>
                  <a:pt x="2321" y="1257"/>
                  <a:pt x="2317" y="1261"/>
                  <a:pt x="2315" y="1266"/>
                </a:cubicBezTo>
                <a:cubicBezTo>
                  <a:pt x="2307" y="1319"/>
                  <a:pt x="2313" y="1326"/>
                  <a:pt x="2306" y="1330"/>
                </a:cubicBezTo>
                <a:cubicBezTo>
                  <a:pt x="2305" y="1369"/>
                  <a:pt x="2301" y="1374"/>
                  <a:pt x="2305" y="1381"/>
                </a:cubicBezTo>
                <a:cubicBezTo>
                  <a:pt x="2304" y="1417"/>
                  <a:pt x="2305" y="1420"/>
                  <a:pt x="2301" y="1421"/>
                </a:cubicBezTo>
                <a:cubicBezTo>
                  <a:pt x="2305" y="1449"/>
                  <a:pt x="2305" y="1452"/>
                  <a:pt x="2305" y="1454"/>
                </a:cubicBezTo>
                <a:cubicBezTo>
                  <a:pt x="2287" y="1410"/>
                  <a:pt x="2277" y="1389"/>
                  <a:pt x="2283" y="1372"/>
                </a:cubicBezTo>
                <a:cubicBezTo>
                  <a:pt x="2281" y="1339"/>
                  <a:pt x="2284" y="1336"/>
                  <a:pt x="2287" y="1332"/>
                </a:cubicBezTo>
                <a:cubicBezTo>
                  <a:pt x="2288" y="1280"/>
                  <a:pt x="2291" y="1271"/>
                  <a:pt x="2292" y="1262"/>
                </a:cubicBezTo>
                <a:cubicBezTo>
                  <a:pt x="2298" y="1231"/>
                  <a:pt x="2295" y="1225"/>
                  <a:pt x="2299" y="1222"/>
                </a:cubicBezTo>
                <a:cubicBezTo>
                  <a:pt x="2310" y="1185"/>
                  <a:pt x="2309" y="1179"/>
                  <a:pt x="2313" y="1173"/>
                </a:cubicBezTo>
                <a:cubicBezTo>
                  <a:pt x="2326" y="1124"/>
                  <a:pt x="2321" y="1119"/>
                  <a:pt x="2322" y="1115"/>
                </a:cubicBezTo>
                <a:cubicBezTo>
                  <a:pt x="2335" y="1090"/>
                  <a:pt x="2326" y="1083"/>
                  <a:pt x="2332" y="1080"/>
                </a:cubicBezTo>
                <a:cubicBezTo>
                  <a:pt x="2340" y="1050"/>
                  <a:pt x="2340" y="1042"/>
                  <a:pt x="2341" y="1034"/>
                </a:cubicBezTo>
                <a:cubicBezTo>
                  <a:pt x="2350" y="953"/>
                  <a:pt x="2351" y="945"/>
                  <a:pt x="2349" y="936"/>
                </a:cubicBezTo>
                <a:cubicBezTo>
                  <a:pt x="2349" y="903"/>
                  <a:pt x="2344" y="892"/>
                  <a:pt x="2346" y="884"/>
                </a:cubicBezTo>
                <a:cubicBezTo>
                  <a:pt x="2332" y="814"/>
                  <a:pt x="2327" y="796"/>
                  <a:pt x="2322" y="777"/>
                </a:cubicBezTo>
                <a:cubicBezTo>
                  <a:pt x="2326" y="816"/>
                  <a:pt x="2334" y="824"/>
                  <a:pt x="2330" y="829"/>
                </a:cubicBezTo>
                <a:cubicBezTo>
                  <a:pt x="2336" y="885"/>
                  <a:pt x="2345" y="894"/>
                  <a:pt x="2339" y="897"/>
                </a:cubicBezTo>
                <a:cubicBezTo>
                  <a:pt x="2342" y="953"/>
                  <a:pt x="2337" y="957"/>
                  <a:pt x="2341" y="964"/>
                </a:cubicBezTo>
                <a:cubicBezTo>
                  <a:pt x="2335" y="1025"/>
                  <a:pt x="2327" y="1034"/>
                  <a:pt x="2330" y="1046"/>
                </a:cubicBezTo>
                <a:cubicBezTo>
                  <a:pt x="2317" y="1076"/>
                  <a:pt x="2324" y="1082"/>
                  <a:pt x="2319" y="1084"/>
                </a:cubicBezTo>
                <a:cubicBezTo>
                  <a:pt x="2310" y="1111"/>
                  <a:pt x="2314" y="1116"/>
                  <a:pt x="2309" y="1119"/>
                </a:cubicBezTo>
                <a:cubicBezTo>
                  <a:pt x="2309" y="1152"/>
                  <a:pt x="2300" y="1158"/>
                  <a:pt x="2303" y="1167"/>
                </a:cubicBezTo>
                <a:cubicBezTo>
                  <a:pt x="2288" y="1215"/>
                  <a:pt x="2287" y="1219"/>
                  <a:pt x="2288" y="1223"/>
                </a:cubicBezTo>
                <a:cubicBezTo>
                  <a:pt x="2279" y="1266"/>
                  <a:pt x="2282" y="1275"/>
                  <a:pt x="2276" y="1282"/>
                </a:cubicBezTo>
                <a:cubicBezTo>
                  <a:pt x="2274" y="1338"/>
                  <a:pt x="2275" y="1347"/>
                  <a:pt x="2269" y="1353"/>
                </a:cubicBezTo>
                <a:cubicBezTo>
                  <a:pt x="2267" y="1410"/>
                  <a:pt x="2278" y="1422"/>
                  <a:pt x="2269" y="1427"/>
                </a:cubicBezTo>
                <a:cubicBezTo>
                  <a:pt x="2263" y="1376"/>
                  <a:pt x="2254" y="1371"/>
                  <a:pt x="2262" y="1366"/>
                </a:cubicBezTo>
                <a:cubicBezTo>
                  <a:pt x="2255" y="1293"/>
                  <a:pt x="2268" y="1293"/>
                  <a:pt x="2262" y="1287"/>
                </a:cubicBezTo>
                <a:cubicBezTo>
                  <a:pt x="2269" y="1238"/>
                  <a:pt x="2275" y="1224"/>
                  <a:pt x="2280" y="1209"/>
                </a:cubicBezTo>
                <a:cubicBezTo>
                  <a:pt x="2281" y="1181"/>
                  <a:pt x="2290" y="1180"/>
                  <a:pt x="2288" y="1176"/>
                </a:cubicBezTo>
                <a:cubicBezTo>
                  <a:pt x="2295" y="1137"/>
                  <a:pt x="2297" y="1130"/>
                  <a:pt x="2297" y="1123"/>
                </a:cubicBezTo>
                <a:cubicBezTo>
                  <a:pt x="2311" y="1079"/>
                  <a:pt x="2310" y="1072"/>
                  <a:pt x="2312" y="1065"/>
                </a:cubicBezTo>
                <a:cubicBezTo>
                  <a:pt x="2319" y="1019"/>
                  <a:pt x="2324" y="1013"/>
                  <a:pt x="2323" y="1006"/>
                </a:cubicBezTo>
                <a:cubicBezTo>
                  <a:pt x="2326" y="958"/>
                  <a:pt x="2328" y="952"/>
                  <a:pt x="2331" y="946"/>
                </a:cubicBezTo>
                <a:cubicBezTo>
                  <a:pt x="2327" y="896"/>
                  <a:pt x="2335" y="892"/>
                  <a:pt x="2328" y="883"/>
                </a:cubicBezTo>
                <a:cubicBezTo>
                  <a:pt x="2320" y="847"/>
                  <a:pt x="2327" y="838"/>
                  <a:pt x="2319" y="841"/>
                </a:cubicBezTo>
                <a:cubicBezTo>
                  <a:pt x="2327" y="881"/>
                  <a:pt x="2320" y="882"/>
                  <a:pt x="2325" y="888"/>
                </a:cubicBezTo>
                <a:cubicBezTo>
                  <a:pt x="2316" y="985"/>
                  <a:pt x="2317" y="991"/>
                  <a:pt x="2316" y="998"/>
                </a:cubicBezTo>
                <a:cubicBezTo>
                  <a:pt x="2304" y="1051"/>
                  <a:pt x="2303" y="1058"/>
                  <a:pt x="2304" y="1067"/>
                </a:cubicBezTo>
                <a:cubicBezTo>
                  <a:pt x="2282" y="1142"/>
                  <a:pt x="2285" y="1152"/>
                  <a:pt x="2278" y="1158"/>
                </a:cubicBezTo>
                <a:cubicBezTo>
                  <a:pt x="2279" y="1191"/>
                  <a:pt x="2266" y="1195"/>
                  <a:pt x="2268" y="1204"/>
                </a:cubicBezTo>
                <a:cubicBezTo>
                  <a:pt x="2263" y="1233"/>
                  <a:pt x="2257" y="1240"/>
                  <a:pt x="2258" y="1248"/>
                </a:cubicBezTo>
                <a:cubicBezTo>
                  <a:pt x="2244" y="1309"/>
                  <a:pt x="2254" y="1316"/>
                  <a:pt x="2247" y="1319"/>
                </a:cubicBezTo>
                <a:cubicBezTo>
                  <a:pt x="2244" y="1371"/>
                  <a:pt x="2251" y="1377"/>
                  <a:pt x="2248" y="1380"/>
                </a:cubicBezTo>
                <a:cubicBezTo>
                  <a:pt x="2235" y="1373"/>
                  <a:pt x="2239" y="1362"/>
                  <a:pt x="2234" y="1349"/>
                </a:cubicBezTo>
                <a:cubicBezTo>
                  <a:pt x="2233" y="1261"/>
                  <a:pt x="2237" y="1249"/>
                  <a:pt x="2236" y="1236"/>
                </a:cubicBezTo>
                <a:cubicBezTo>
                  <a:pt x="2239" y="1214"/>
                  <a:pt x="2240" y="1208"/>
                  <a:pt x="2241" y="1202"/>
                </a:cubicBezTo>
                <a:cubicBezTo>
                  <a:pt x="2249" y="1179"/>
                  <a:pt x="2246" y="1176"/>
                  <a:pt x="2246" y="1175"/>
                </a:cubicBezTo>
                <a:cubicBezTo>
                  <a:pt x="2263" y="1120"/>
                  <a:pt x="2265" y="1108"/>
                  <a:pt x="2271" y="1097"/>
                </a:cubicBezTo>
                <a:cubicBezTo>
                  <a:pt x="2285" y="1059"/>
                  <a:pt x="2281" y="1051"/>
                  <a:pt x="2283" y="1046"/>
                </a:cubicBezTo>
                <a:cubicBezTo>
                  <a:pt x="2296" y="980"/>
                  <a:pt x="2297" y="968"/>
                  <a:pt x="2301" y="956"/>
                </a:cubicBezTo>
                <a:cubicBezTo>
                  <a:pt x="2298" y="924"/>
                  <a:pt x="2305" y="923"/>
                  <a:pt x="2301" y="919"/>
                </a:cubicBezTo>
                <a:cubicBezTo>
                  <a:pt x="2304" y="878"/>
                  <a:pt x="2298" y="874"/>
                  <a:pt x="2301" y="871"/>
                </a:cubicBezTo>
                <a:cubicBezTo>
                  <a:pt x="2300" y="837"/>
                  <a:pt x="2297" y="829"/>
                  <a:pt x="2294" y="822"/>
                </a:cubicBezTo>
                <a:cubicBezTo>
                  <a:pt x="2291" y="796"/>
                  <a:pt x="2287" y="802"/>
                  <a:pt x="2291" y="812"/>
                </a:cubicBezTo>
                <a:cubicBezTo>
                  <a:pt x="2296" y="848"/>
                  <a:pt x="2293" y="855"/>
                  <a:pt x="2294" y="864"/>
                </a:cubicBezTo>
                <a:cubicBezTo>
                  <a:pt x="2294" y="898"/>
                  <a:pt x="2294" y="907"/>
                  <a:pt x="2292" y="914"/>
                </a:cubicBezTo>
                <a:cubicBezTo>
                  <a:pt x="2284" y="943"/>
                  <a:pt x="2293" y="950"/>
                  <a:pt x="2291" y="953"/>
                </a:cubicBezTo>
                <a:cubicBezTo>
                  <a:pt x="2283" y="982"/>
                  <a:pt x="2286" y="987"/>
                  <a:pt x="2282" y="991"/>
                </a:cubicBezTo>
                <a:cubicBezTo>
                  <a:pt x="2270" y="1054"/>
                  <a:pt x="2267" y="1058"/>
                  <a:pt x="2266" y="1062"/>
                </a:cubicBezTo>
                <a:cubicBezTo>
                  <a:pt x="2255" y="1101"/>
                  <a:pt x="2258" y="1106"/>
                  <a:pt x="2254" y="1109"/>
                </a:cubicBezTo>
                <a:cubicBezTo>
                  <a:pt x="2245" y="1142"/>
                  <a:pt x="2249" y="1152"/>
                  <a:pt x="2240" y="1158"/>
                </a:cubicBezTo>
                <a:cubicBezTo>
                  <a:pt x="2234" y="1192"/>
                  <a:pt x="2232" y="1200"/>
                  <a:pt x="2233" y="1209"/>
                </a:cubicBezTo>
                <a:cubicBezTo>
                  <a:pt x="2227" y="1241"/>
                  <a:pt x="2224" y="1245"/>
                  <a:pt x="2223" y="1250"/>
                </a:cubicBezTo>
                <a:cubicBezTo>
                  <a:pt x="2220" y="1284"/>
                  <a:pt x="2225" y="1290"/>
                  <a:pt x="2218" y="1294"/>
                </a:cubicBezTo>
                <a:cubicBezTo>
                  <a:pt x="2223" y="1346"/>
                  <a:pt x="2223" y="1354"/>
                  <a:pt x="2223" y="1361"/>
                </a:cubicBezTo>
                <a:cubicBezTo>
                  <a:pt x="2210" y="1331"/>
                  <a:pt x="2206" y="1316"/>
                  <a:pt x="2206" y="1303"/>
                </a:cubicBezTo>
                <a:cubicBezTo>
                  <a:pt x="2207" y="1238"/>
                  <a:pt x="2205" y="1231"/>
                  <a:pt x="2202" y="1223"/>
                </a:cubicBezTo>
                <a:cubicBezTo>
                  <a:pt x="2212" y="1182"/>
                  <a:pt x="2209" y="1176"/>
                  <a:pt x="2213" y="1173"/>
                </a:cubicBezTo>
                <a:cubicBezTo>
                  <a:pt x="2218" y="1139"/>
                  <a:pt x="2216" y="1130"/>
                  <a:pt x="2223" y="1123"/>
                </a:cubicBezTo>
                <a:cubicBezTo>
                  <a:pt x="2228" y="1103"/>
                  <a:pt x="2225" y="1100"/>
                  <a:pt x="2227" y="1098"/>
                </a:cubicBezTo>
                <a:cubicBezTo>
                  <a:pt x="2232" y="1068"/>
                  <a:pt x="2237" y="1065"/>
                  <a:pt x="2236" y="1061"/>
                </a:cubicBezTo>
                <a:cubicBezTo>
                  <a:pt x="2242" y="1016"/>
                  <a:pt x="2251" y="1014"/>
                  <a:pt x="2245" y="1008"/>
                </a:cubicBezTo>
                <a:cubicBezTo>
                  <a:pt x="2252" y="962"/>
                  <a:pt x="2252" y="953"/>
                  <a:pt x="2254" y="945"/>
                </a:cubicBezTo>
                <a:cubicBezTo>
                  <a:pt x="2251" y="913"/>
                  <a:pt x="2263" y="912"/>
                  <a:pt x="2255" y="906"/>
                </a:cubicBezTo>
                <a:cubicBezTo>
                  <a:pt x="2260" y="876"/>
                  <a:pt x="2253" y="870"/>
                  <a:pt x="2257" y="866"/>
                </a:cubicBezTo>
                <a:cubicBezTo>
                  <a:pt x="2250" y="834"/>
                  <a:pt x="2254" y="830"/>
                  <a:pt x="2248" y="824"/>
                </a:cubicBezTo>
                <a:cubicBezTo>
                  <a:pt x="2249" y="882"/>
                  <a:pt x="2252" y="888"/>
                  <a:pt x="2251" y="893"/>
                </a:cubicBezTo>
                <a:cubicBezTo>
                  <a:pt x="2252" y="921"/>
                  <a:pt x="2245" y="922"/>
                  <a:pt x="2249" y="927"/>
                </a:cubicBezTo>
                <a:cubicBezTo>
                  <a:pt x="2239" y="983"/>
                  <a:pt x="2235" y="993"/>
                  <a:pt x="2237" y="1004"/>
                </a:cubicBezTo>
                <a:cubicBezTo>
                  <a:pt x="2224" y="1087"/>
                  <a:pt x="2213" y="1090"/>
                  <a:pt x="2218" y="1097"/>
                </a:cubicBezTo>
                <a:cubicBezTo>
                  <a:pt x="2213" y="1122"/>
                  <a:pt x="2207" y="1123"/>
                  <a:pt x="2211" y="1127"/>
                </a:cubicBezTo>
                <a:cubicBezTo>
                  <a:pt x="2190" y="1230"/>
                  <a:pt x="2197" y="1243"/>
                  <a:pt x="2192" y="1252"/>
                </a:cubicBezTo>
                <a:cubicBezTo>
                  <a:pt x="2195" y="1291"/>
                  <a:pt x="2195" y="1296"/>
                  <a:pt x="2193" y="1302"/>
                </a:cubicBezTo>
                <a:cubicBezTo>
                  <a:pt x="2204" y="1364"/>
                  <a:pt x="2218" y="1379"/>
                  <a:pt x="2212" y="1388"/>
                </a:cubicBezTo>
                <a:cubicBezTo>
                  <a:pt x="2199" y="1369"/>
                  <a:pt x="2195" y="1370"/>
                  <a:pt x="2197" y="1367"/>
                </a:cubicBezTo>
                <a:cubicBezTo>
                  <a:pt x="2178" y="1295"/>
                  <a:pt x="2180" y="1289"/>
                  <a:pt x="2175" y="1279"/>
                </a:cubicBezTo>
                <a:cubicBezTo>
                  <a:pt x="2172" y="1240"/>
                  <a:pt x="2175" y="1237"/>
                  <a:pt x="2172" y="1231"/>
                </a:cubicBezTo>
                <a:cubicBezTo>
                  <a:pt x="2178" y="1155"/>
                  <a:pt x="2170" y="1144"/>
                  <a:pt x="2176" y="1138"/>
                </a:cubicBezTo>
                <a:cubicBezTo>
                  <a:pt x="2175" y="1107"/>
                  <a:pt x="2181" y="1100"/>
                  <a:pt x="2176" y="1091"/>
                </a:cubicBezTo>
                <a:cubicBezTo>
                  <a:pt x="2181" y="1061"/>
                  <a:pt x="2183" y="1054"/>
                  <a:pt x="2187" y="1047"/>
                </a:cubicBezTo>
                <a:cubicBezTo>
                  <a:pt x="2187" y="1014"/>
                  <a:pt x="2195" y="1008"/>
                  <a:pt x="2193" y="999"/>
                </a:cubicBezTo>
                <a:cubicBezTo>
                  <a:pt x="2214" y="901"/>
                  <a:pt x="2209" y="892"/>
                  <a:pt x="2215" y="887"/>
                </a:cubicBezTo>
                <a:cubicBezTo>
                  <a:pt x="2221" y="831"/>
                  <a:pt x="2226" y="824"/>
                  <a:pt x="2223" y="815"/>
                </a:cubicBezTo>
                <a:cubicBezTo>
                  <a:pt x="2227" y="765"/>
                  <a:pt x="2220" y="759"/>
                  <a:pt x="2222" y="756"/>
                </a:cubicBezTo>
                <a:cubicBezTo>
                  <a:pt x="2216" y="728"/>
                  <a:pt x="2221" y="718"/>
                  <a:pt x="2214" y="720"/>
                </a:cubicBezTo>
                <a:cubicBezTo>
                  <a:pt x="2214" y="767"/>
                  <a:pt x="2221" y="775"/>
                  <a:pt x="2219" y="782"/>
                </a:cubicBezTo>
                <a:cubicBezTo>
                  <a:pt x="2212" y="847"/>
                  <a:pt x="2214" y="855"/>
                  <a:pt x="2210" y="860"/>
                </a:cubicBezTo>
                <a:cubicBezTo>
                  <a:pt x="2197" y="924"/>
                  <a:pt x="2199" y="932"/>
                  <a:pt x="2197" y="938"/>
                </a:cubicBezTo>
                <a:cubicBezTo>
                  <a:pt x="2180" y="1008"/>
                  <a:pt x="2184" y="1023"/>
                  <a:pt x="2177" y="1034"/>
                </a:cubicBezTo>
                <a:cubicBezTo>
                  <a:pt x="2173" y="1065"/>
                  <a:pt x="2174" y="1069"/>
                  <a:pt x="2172" y="1073"/>
                </a:cubicBezTo>
                <a:cubicBezTo>
                  <a:pt x="2167" y="1166"/>
                  <a:pt x="2159" y="1178"/>
                  <a:pt x="2165" y="1194"/>
                </a:cubicBezTo>
                <a:cubicBezTo>
                  <a:pt x="2167" y="1241"/>
                  <a:pt x="2158" y="1245"/>
                  <a:pt x="2164" y="1253"/>
                </a:cubicBezTo>
                <a:cubicBezTo>
                  <a:pt x="2165" y="1282"/>
                  <a:pt x="2165" y="1288"/>
                  <a:pt x="2167" y="1296"/>
                </a:cubicBezTo>
                <a:cubicBezTo>
                  <a:pt x="2182" y="1349"/>
                  <a:pt x="2181" y="1356"/>
                  <a:pt x="2180" y="1362"/>
                </a:cubicBezTo>
                <a:cubicBezTo>
                  <a:pt x="2170" y="1343"/>
                  <a:pt x="2171" y="1346"/>
                  <a:pt x="2173" y="1345"/>
                </a:cubicBezTo>
                <a:cubicBezTo>
                  <a:pt x="2149" y="1263"/>
                  <a:pt x="2145" y="1252"/>
                  <a:pt x="2149" y="1244"/>
                </a:cubicBezTo>
                <a:cubicBezTo>
                  <a:pt x="2145" y="1176"/>
                  <a:pt x="2147" y="1168"/>
                  <a:pt x="2146" y="1158"/>
                </a:cubicBezTo>
                <a:cubicBezTo>
                  <a:pt x="2161" y="1068"/>
                  <a:pt x="2156" y="1057"/>
                  <a:pt x="2165" y="1050"/>
                </a:cubicBezTo>
                <a:cubicBezTo>
                  <a:pt x="2172" y="989"/>
                  <a:pt x="2177" y="985"/>
                  <a:pt x="2176" y="979"/>
                </a:cubicBezTo>
                <a:cubicBezTo>
                  <a:pt x="2184" y="942"/>
                  <a:pt x="2183" y="936"/>
                  <a:pt x="2187" y="932"/>
                </a:cubicBezTo>
                <a:cubicBezTo>
                  <a:pt x="2192" y="874"/>
                  <a:pt x="2202" y="853"/>
                  <a:pt x="2201" y="830"/>
                </a:cubicBezTo>
                <a:cubicBezTo>
                  <a:pt x="2209" y="786"/>
                  <a:pt x="2205" y="773"/>
                  <a:pt x="2208" y="762"/>
                </a:cubicBezTo>
                <a:cubicBezTo>
                  <a:pt x="2198" y="812"/>
                  <a:pt x="2196" y="824"/>
                  <a:pt x="2194" y="837"/>
                </a:cubicBezTo>
                <a:cubicBezTo>
                  <a:pt x="2179" y="917"/>
                  <a:pt x="2178" y="920"/>
                  <a:pt x="2180" y="924"/>
                </a:cubicBezTo>
                <a:cubicBezTo>
                  <a:pt x="2177" y="959"/>
                  <a:pt x="2164" y="962"/>
                  <a:pt x="2171" y="970"/>
                </a:cubicBezTo>
                <a:cubicBezTo>
                  <a:pt x="2157" y="1013"/>
                  <a:pt x="2159" y="1021"/>
                  <a:pt x="2155" y="1026"/>
                </a:cubicBezTo>
                <a:cubicBezTo>
                  <a:pt x="2147" y="1070"/>
                  <a:pt x="2142" y="1073"/>
                  <a:pt x="2145" y="1078"/>
                </a:cubicBezTo>
                <a:cubicBezTo>
                  <a:pt x="2138" y="1143"/>
                  <a:pt x="2135" y="1146"/>
                  <a:pt x="2136" y="1151"/>
                </a:cubicBezTo>
                <a:cubicBezTo>
                  <a:pt x="2133" y="1201"/>
                  <a:pt x="2132" y="1209"/>
                  <a:pt x="2136" y="1219"/>
                </a:cubicBezTo>
                <a:cubicBezTo>
                  <a:pt x="2141" y="1230"/>
                  <a:pt x="2130" y="1239"/>
                  <a:pt x="2138" y="1244"/>
                </a:cubicBezTo>
                <a:cubicBezTo>
                  <a:pt x="2137" y="1286"/>
                  <a:pt x="2140" y="1291"/>
                  <a:pt x="2144" y="1297"/>
                </a:cubicBezTo>
                <a:cubicBezTo>
                  <a:pt x="2134" y="1293"/>
                  <a:pt x="2127" y="1283"/>
                  <a:pt x="2122" y="1274"/>
                </a:cubicBezTo>
                <a:cubicBezTo>
                  <a:pt x="2107" y="1176"/>
                  <a:pt x="2105" y="1170"/>
                  <a:pt x="2102" y="1164"/>
                </a:cubicBezTo>
                <a:cubicBezTo>
                  <a:pt x="2105" y="1127"/>
                  <a:pt x="2102" y="1121"/>
                  <a:pt x="2105" y="1116"/>
                </a:cubicBezTo>
                <a:cubicBezTo>
                  <a:pt x="2100" y="1072"/>
                  <a:pt x="2106" y="1063"/>
                  <a:pt x="2104" y="1051"/>
                </a:cubicBezTo>
                <a:cubicBezTo>
                  <a:pt x="2110" y="1035"/>
                  <a:pt x="2110" y="1033"/>
                  <a:pt x="2110" y="1030"/>
                </a:cubicBezTo>
                <a:cubicBezTo>
                  <a:pt x="2118" y="1002"/>
                  <a:pt x="2110" y="994"/>
                  <a:pt x="2118" y="991"/>
                </a:cubicBezTo>
                <a:cubicBezTo>
                  <a:pt x="2130" y="927"/>
                  <a:pt x="2136" y="924"/>
                  <a:pt x="2136" y="919"/>
                </a:cubicBezTo>
                <a:cubicBezTo>
                  <a:pt x="2164" y="835"/>
                  <a:pt x="2170" y="826"/>
                  <a:pt x="2173" y="816"/>
                </a:cubicBezTo>
                <a:cubicBezTo>
                  <a:pt x="2182" y="781"/>
                  <a:pt x="2184" y="777"/>
                  <a:pt x="2184" y="772"/>
                </a:cubicBezTo>
                <a:cubicBezTo>
                  <a:pt x="2193" y="740"/>
                  <a:pt x="2193" y="737"/>
                  <a:pt x="2193" y="735"/>
                </a:cubicBezTo>
                <a:cubicBezTo>
                  <a:pt x="2187" y="749"/>
                  <a:pt x="2183" y="752"/>
                  <a:pt x="2183" y="755"/>
                </a:cubicBezTo>
                <a:cubicBezTo>
                  <a:pt x="2178" y="790"/>
                  <a:pt x="2168" y="794"/>
                  <a:pt x="2171" y="802"/>
                </a:cubicBezTo>
                <a:cubicBezTo>
                  <a:pt x="2135" y="886"/>
                  <a:pt x="2135" y="900"/>
                  <a:pt x="2129" y="911"/>
                </a:cubicBezTo>
                <a:cubicBezTo>
                  <a:pt x="2109" y="988"/>
                  <a:pt x="2105" y="990"/>
                  <a:pt x="2104" y="993"/>
                </a:cubicBezTo>
                <a:cubicBezTo>
                  <a:pt x="2102" y="1035"/>
                  <a:pt x="2096" y="1044"/>
                  <a:pt x="2097" y="1055"/>
                </a:cubicBezTo>
                <a:cubicBezTo>
                  <a:pt x="2095" y="1124"/>
                  <a:pt x="2089" y="1128"/>
                  <a:pt x="2092" y="1135"/>
                </a:cubicBezTo>
                <a:cubicBezTo>
                  <a:pt x="2100" y="1225"/>
                  <a:pt x="2106" y="1232"/>
                  <a:pt x="2104" y="1237"/>
                </a:cubicBezTo>
                <a:cubicBezTo>
                  <a:pt x="2112" y="1278"/>
                  <a:pt x="2121" y="1287"/>
                  <a:pt x="2113" y="1290"/>
                </a:cubicBezTo>
                <a:cubicBezTo>
                  <a:pt x="2090" y="1218"/>
                  <a:pt x="2093" y="1208"/>
                  <a:pt x="2087" y="1205"/>
                </a:cubicBezTo>
                <a:cubicBezTo>
                  <a:pt x="2081" y="1159"/>
                  <a:pt x="2082" y="1156"/>
                  <a:pt x="2084" y="1153"/>
                </a:cubicBezTo>
                <a:cubicBezTo>
                  <a:pt x="2086" y="1127"/>
                  <a:pt x="2079" y="1122"/>
                  <a:pt x="2083" y="1119"/>
                </a:cubicBezTo>
                <a:cubicBezTo>
                  <a:pt x="2083" y="1085"/>
                  <a:pt x="2084" y="1082"/>
                  <a:pt x="2087" y="1079"/>
                </a:cubicBezTo>
                <a:cubicBezTo>
                  <a:pt x="2100" y="1026"/>
                  <a:pt x="2087" y="1018"/>
                  <a:pt x="2093" y="1016"/>
                </a:cubicBezTo>
                <a:cubicBezTo>
                  <a:pt x="2106" y="953"/>
                  <a:pt x="2103" y="950"/>
                  <a:pt x="2105" y="948"/>
                </a:cubicBezTo>
                <a:cubicBezTo>
                  <a:pt x="2111" y="914"/>
                  <a:pt x="2118" y="905"/>
                  <a:pt x="2120" y="895"/>
                </a:cubicBezTo>
                <a:cubicBezTo>
                  <a:pt x="2153" y="804"/>
                  <a:pt x="2150" y="800"/>
                  <a:pt x="2152" y="799"/>
                </a:cubicBezTo>
                <a:cubicBezTo>
                  <a:pt x="2160" y="766"/>
                  <a:pt x="2166" y="757"/>
                  <a:pt x="2167" y="746"/>
                </a:cubicBezTo>
                <a:cubicBezTo>
                  <a:pt x="2166" y="717"/>
                  <a:pt x="2167" y="723"/>
                  <a:pt x="2166" y="729"/>
                </a:cubicBezTo>
                <a:cubicBezTo>
                  <a:pt x="2155" y="768"/>
                  <a:pt x="2153" y="774"/>
                  <a:pt x="2153" y="780"/>
                </a:cubicBezTo>
                <a:cubicBezTo>
                  <a:pt x="2144" y="801"/>
                  <a:pt x="2142" y="807"/>
                  <a:pt x="2142" y="813"/>
                </a:cubicBezTo>
                <a:cubicBezTo>
                  <a:pt x="2128" y="832"/>
                  <a:pt x="2133" y="840"/>
                  <a:pt x="2127" y="844"/>
                </a:cubicBezTo>
                <a:cubicBezTo>
                  <a:pt x="2088" y="1003"/>
                  <a:pt x="2079" y="1024"/>
                  <a:pt x="2079" y="1048"/>
                </a:cubicBezTo>
                <a:cubicBezTo>
                  <a:pt x="2070" y="1105"/>
                  <a:pt x="2072" y="1112"/>
                  <a:pt x="2070" y="1117"/>
                </a:cubicBezTo>
                <a:cubicBezTo>
                  <a:pt x="2073" y="1148"/>
                  <a:pt x="2070" y="1150"/>
                  <a:pt x="2073" y="1154"/>
                </a:cubicBezTo>
                <a:cubicBezTo>
                  <a:pt x="2078" y="1203"/>
                  <a:pt x="2075" y="1214"/>
                  <a:pt x="2082" y="1228"/>
                </a:cubicBezTo>
                <a:cubicBezTo>
                  <a:pt x="2083" y="1265"/>
                  <a:pt x="2079" y="1258"/>
                  <a:pt x="2073" y="1254"/>
                </a:cubicBezTo>
                <a:cubicBezTo>
                  <a:pt x="2059" y="1202"/>
                  <a:pt x="2068" y="1180"/>
                  <a:pt x="2053" y="1150"/>
                </a:cubicBezTo>
                <a:cubicBezTo>
                  <a:pt x="2055" y="1085"/>
                  <a:pt x="2054" y="1069"/>
                  <a:pt x="2055" y="1052"/>
                </a:cubicBezTo>
                <a:cubicBezTo>
                  <a:pt x="2066" y="991"/>
                  <a:pt x="2063" y="986"/>
                  <a:pt x="2062" y="981"/>
                </a:cubicBezTo>
                <a:cubicBezTo>
                  <a:pt x="2076" y="929"/>
                  <a:pt x="2079" y="926"/>
                  <a:pt x="2075" y="920"/>
                </a:cubicBezTo>
                <a:cubicBezTo>
                  <a:pt x="2101" y="853"/>
                  <a:pt x="2106" y="845"/>
                  <a:pt x="2108" y="837"/>
                </a:cubicBezTo>
                <a:cubicBezTo>
                  <a:pt x="2130" y="786"/>
                  <a:pt x="2129" y="781"/>
                  <a:pt x="2135" y="779"/>
                </a:cubicBezTo>
                <a:cubicBezTo>
                  <a:pt x="2126" y="782"/>
                  <a:pt x="2125" y="785"/>
                  <a:pt x="2122" y="788"/>
                </a:cubicBezTo>
                <a:cubicBezTo>
                  <a:pt x="2114" y="826"/>
                  <a:pt x="2102" y="827"/>
                  <a:pt x="2106" y="833"/>
                </a:cubicBezTo>
                <a:cubicBezTo>
                  <a:pt x="2073" y="903"/>
                  <a:pt x="2073" y="912"/>
                  <a:pt x="2072" y="919"/>
                </a:cubicBezTo>
                <a:cubicBezTo>
                  <a:pt x="2053" y="974"/>
                  <a:pt x="2057" y="980"/>
                  <a:pt x="2055" y="984"/>
                </a:cubicBezTo>
                <a:cubicBezTo>
                  <a:pt x="2045" y="1034"/>
                  <a:pt x="2049" y="1040"/>
                  <a:pt x="2044" y="1044"/>
                </a:cubicBezTo>
                <a:cubicBezTo>
                  <a:pt x="2043" y="1086"/>
                  <a:pt x="2045" y="1094"/>
                  <a:pt x="2043" y="1100"/>
                </a:cubicBezTo>
                <a:cubicBezTo>
                  <a:pt x="2050" y="1191"/>
                  <a:pt x="2057" y="1196"/>
                  <a:pt x="2054" y="1200"/>
                </a:cubicBezTo>
                <a:cubicBezTo>
                  <a:pt x="2058" y="1224"/>
                  <a:pt x="2065" y="1228"/>
                  <a:pt x="2057" y="1231"/>
                </a:cubicBezTo>
                <a:cubicBezTo>
                  <a:pt x="2032" y="1165"/>
                  <a:pt x="2039" y="1163"/>
                  <a:pt x="2034" y="1158"/>
                </a:cubicBezTo>
                <a:cubicBezTo>
                  <a:pt x="2023" y="1088"/>
                  <a:pt x="2014" y="1081"/>
                  <a:pt x="2022" y="1079"/>
                </a:cubicBezTo>
                <a:cubicBezTo>
                  <a:pt x="2025" y="985"/>
                  <a:pt x="2026" y="967"/>
                  <a:pt x="2027" y="950"/>
                </a:cubicBezTo>
                <a:cubicBezTo>
                  <a:pt x="2039" y="917"/>
                  <a:pt x="2041" y="915"/>
                  <a:pt x="2038" y="912"/>
                </a:cubicBezTo>
                <a:cubicBezTo>
                  <a:pt x="2046" y="898"/>
                  <a:pt x="2043" y="895"/>
                  <a:pt x="2043" y="894"/>
                </a:cubicBezTo>
                <a:cubicBezTo>
                  <a:pt x="2075" y="811"/>
                  <a:pt x="2065" y="797"/>
                  <a:pt x="2075" y="788"/>
                </a:cubicBezTo>
                <a:cubicBezTo>
                  <a:pt x="2075" y="729"/>
                  <a:pt x="2082" y="724"/>
                  <a:pt x="2077" y="717"/>
                </a:cubicBezTo>
                <a:cubicBezTo>
                  <a:pt x="2075" y="687"/>
                  <a:pt x="2077" y="683"/>
                  <a:pt x="2073" y="684"/>
                </a:cubicBezTo>
                <a:cubicBezTo>
                  <a:pt x="2073" y="750"/>
                  <a:pt x="2067" y="765"/>
                  <a:pt x="2069" y="783"/>
                </a:cubicBezTo>
                <a:cubicBezTo>
                  <a:pt x="2044" y="864"/>
                  <a:pt x="2041" y="875"/>
                  <a:pt x="2036" y="886"/>
                </a:cubicBezTo>
                <a:cubicBezTo>
                  <a:pt x="2025" y="915"/>
                  <a:pt x="2027" y="919"/>
                  <a:pt x="2026" y="921"/>
                </a:cubicBezTo>
                <a:cubicBezTo>
                  <a:pt x="2009" y="998"/>
                  <a:pt x="2009" y="1005"/>
                  <a:pt x="2011" y="1012"/>
                </a:cubicBezTo>
                <a:cubicBezTo>
                  <a:pt x="2003" y="1072"/>
                  <a:pt x="2013" y="1079"/>
                  <a:pt x="2010" y="1083"/>
                </a:cubicBezTo>
                <a:cubicBezTo>
                  <a:pt x="2014" y="1116"/>
                  <a:pt x="2016" y="1121"/>
                  <a:pt x="2013" y="1125"/>
                </a:cubicBezTo>
                <a:cubicBezTo>
                  <a:pt x="2016" y="1175"/>
                  <a:pt x="2024" y="1171"/>
                  <a:pt x="2015" y="1166"/>
                </a:cubicBezTo>
                <a:cubicBezTo>
                  <a:pt x="2007" y="1137"/>
                  <a:pt x="2007" y="1134"/>
                  <a:pt x="2008" y="1131"/>
                </a:cubicBezTo>
                <a:cubicBezTo>
                  <a:pt x="1999" y="1087"/>
                  <a:pt x="1999" y="1067"/>
                  <a:pt x="1996" y="1047"/>
                </a:cubicBezTo>
                <a:cubicBezTo>
                  <a:pt x="1997" y="1033"/>
                  <a:pt x="1995" y="1031"/>
                  <a:pt x="1995" y="1030"/>
                </a:cubicBezTo>
                <a:cubicBezTo>
                  <a:pt x="1998" y="980"/>
                  <a:pt x="1993" y="969"/>
                  <a:pt x="1998" y="961"/>
                </a:cubicBezTo>
                <a:cubicBezTo>
                  <a:pt x="2001" y="927"/>
                  <a:pt x="2000" y="922"/>
                  <a:pt x="2000" y="918"/>
                </a:cubicBezTo>
                <a:cubicBezTo>
                  <a:pt x="2006" y="884"/>
                  <a:pt x="2008" y="880"/>
                  <a:pt x="2005" y="874"/>
                </a:cubicBezTo>
                <a:cubicBezTo>
                  <a:pt x="2020" y="830"/>
                  <a:pt x="2016" y="824"/>
                  <a:pt x="2019" y="819"/>
                </a:cubicBezTo>
                <a:cubicBezTo>
                  <a:pt x="2023" y="772"/>
                  <a:pt x="2031" y="769"/>
                  <a:pt x="2026" y="763"/>
                </a:cubicBezTo>
                <a:cubicBezTo>
                  <a:pt x="2029" y="715"/>
                  <a:pt x="2021" y="708"/>
                  <a:pt x="2026" y="704"/>
                </a:cubicBezTo>
                <a:cubicBezTo>
                  <a:pt x="2001" y="648"/>
                  <a:pt x="2005" y="634"/>
                  <a:pt x="1994" y="636"/>
                </a:cubicBezTo>
                <a:cubicBezTo>
                  <a:pt x="2020" y="727"/>
                  <a:pt x="2018" y="738"/>
                  <a:pt x="2022" y="750"/>
                </a:cubicBezTo>
                <a:cubicBezTo>
                  <a:pt x="2015" y="792"/>
                  <a:pt x="2018" y="797"/>
                  <a:pt x="2011" y="800"/>
                </a:cubicBezTo>
                <a:cubicBezTo>
                  <a:pt x="2001" y="868"/>
                  <a:pt x="1998" y="871"/>
                  <a:pt x="1997" y="875"/>
                </a:cubicBezTo>
                <a:cubicBezTo>
                  <a:pt x="1989" y="930"/>
                  <a:pt x="1989" y="935"/>
                  <a:pt x="1989" y="939"/>
                </a:cubicBezTo>
                <a:cubicBezTo>
                  <a:pt x="1982" y="941"/>
                  <a:pt x="1987" y="937"/>
                  <a:pt x="1984" y="930"/>
                </a:cubicBezTo>
                <a:cubicBezTo>
                  <a:pt x="1989" y="906"/>
                  <a:pt x="1990" y="900"/>
                  <a:pt x="1987" y="893"/>
                </a:cubicBezTo>
                <a:cubicBezTo>
                  <a:pt x="1990" y="852"/>
                  <a:pt x="1991" y="846"/>
                  <a:pt x="1989" y="839"/>
                </a:cubicBezTo>
                <a:cubicBezTo>
                  <a:pt x="1993" y="754"/>
                  <a:pt x="1993" y="741"/>
                  <a:pt x="1989" y="727"/>
                </a:cubicBezTo>
                <a:cubicBezTo>
                  <a:pt x="1956" y="632"/>
                  <a:pt x="1946" y="614"/>
                  <a:pt x="1939" y="602"/>
                </a:cubicBezTo>
                <a:cubicBezTo>
                  <a:pt x="1947" y="627"/>
                  <a:pt x="1954" y="638"/>
                  <a:pt x="1960" y="649"/>
                </a:cubicBezTo>
                <a:cubicBezTo>
                  <a:pt x="1979" y="729"/>
                  <a:pt x="1986" y="739"/>
                  <a:pt x="1985" y="747"/>
                </a:cubicBezTo>
                <a:cubicBezTo>
                  <a:pt x="1986" y="776"/>
                  <a:pt x="1986" y="780"/>
                  <a:pt x="1984" y="783"/>
                </a:cubicBezTo>
                <a:cubicBezTo>
                  <a:pt x="1981" y="852"/>
                  <a:pt x="1983" y="861"/>
                  <a:pt x="1979" y="868"/>
                </a:cubicBezTo>
                <a:cubicBezTo>
                  <a:pt x="1974" y="922"/>
                  <a:pt x="1979" y="932"/>
                  <a:pt x="1974" y="939"/>
                </a:cubicBezTo>
                <a:cubicBezTo>
                  <a:pt x="1971" y="1003"/>
                  <a:pt x="1974" y="1020"/>
                  <a:pt x="1972" y="1036"/>
                </a:cubicBezTo>
                <a:cubicBezTo>
                  <a:pt x="1972" y="1069"/>
                  <a:pt x="1979" y="1079"/>
                  <a:pt x="1973" y="1086"/>
                </a:cubicBezTo>
                <a:cubicBezTo>
                  <a:pt x="1984" y="1144"/>
                  <a:pt x="1993" y="1150"/>
                  <a:pt x="1994" y="1154"/>
                </a:cubicBezTo>
                <a:cubicBezTo>
                  <a:pt x="1987" y="1173"/>
                  <a:pt x="1993" y="1161"/>
                  <a:pt x="1987" y="1152"/>
                </a:cubicBezTo>
                <a:cubicBezTo>
                  <a:pt x="1963" y="1079"/>
                  <a:pt x="1956" y="1073"/>
                  <a:pt x="1959" y="1070"/>
                </a:cubicBezTo>
                <a:cubicBezTo>
                  <a:pt x="1953" y="1019"/>
                  <a:pt x="1949" y="1003"/>
                  <a:pt x="1952" y="989"/>
                </a:cubicBezTo>
                <a:cubicBezTo>
                  <a:pt x="1953" y="939"/>
                  <a:pt x="1949" y="934"/>
                  <a:pt x="1948" y="929"/>
                </a:cubicBezTo>
                <a:cubicBezTo>
                  <a:pt x="1952" y="875"/>
                  <a:pt x="1952" y="865"/>
                  <a:pt x="1951" y="854"/>
                </a:cubicBezTo>
                <a:cubicBezTo>
                  <a:pt x="1956" y="816"/>
                  <a:pt x="1952" y="804"/>
                  <a:pt x="1953" y="795"/>
                </a:cubicBezTo>
                <a:cubicBezTo>
                  <a:pt x="1950" y="743"/>
                  <a:pt x="1950" y="738"/>
                  <a:pt x="1947" y="733"/>
                </a:cubicBezTo>
                <a:cubicBezTo>
                  <a:pt x="1937" y="689"/>
                  <a:pt x="1936" y="678"/>
                  <a:pt x="1931" y="666"/>
                </a:cubicBezTo>
                <a:cubicBezTo>
                  <a:pt x="1905" y="625"/>
                  <a:pt x="1903" y="616"/>
                  <a:pt x="1898" y="622"/>
                </a:cubicBezTo>
                <a:cubicBezTo>
                  <a:pt x="1943" y="730"/>
                  <a:pt x="1937" y="735"/>
                  <a:pt x="1941" y="742"/>
                </a:cubicBezTo>
                <a:cubicBezTo>
                  <a:pt x="1944" y="784"/>
                  <a:pt x="1942" y="787"/>
                  <a:pt x="1944" y="790"/>
                </a:cubicBezTo>
                <a:cubicBezTo>
                  <a:pt x="1947" y="833"/>
                  <a:pt x="1940" y="844"/>
                  <a:pt x="1944" y="858"/>
                </a:cubicBezTo>
                <a:cubicBezTo>
                  <a:pt x="1937" y="946"/>
                  <a:pt x="1939" y="960"/>
                  <a:pt x="1940" y="972"/>
                </a:cubicBezTo>
                <a:cubicBezTo>
                  <a:pt x="1934" y="984"/>
                  <a:pt x="1932" y="957"/>
                  <a:pt x="1931" y="930"/>
                </a:cubicBezTo>
                <a:cubicBezTo>
                  <a:pt x="1930" y="884"/>
                  <a:pt x="1927" y="877"/>
                  <a:pt x="1927" y="870"/>
                </a:cubicBezTo>
                <a:cubicBezTo>
                  <a:pt x="1928" y="824"/>
                  <a:pt x="1922" y="815"/>
                  <a:pt x="1926" y="810"/>
                </a:cubicBezTo>
                <a:cubicBezTo>
                  <a:pt x="1915" y="741"/>
                  <a:pt x="1916" y="734"/>
                  <a:pt x="1912" y="726"/>
                </a:cubicBezTo>
                <a:cubicBezTo>
                  <a:pt x="1880" y="639"/>
                  <a:pt x="1869" y="630"/>
                  <a:pt x="1873" y="624"/>
                </a:cubicBezTo>
                <a:cubicBezTo>
                  <a:pt x="1833" y="579"/>
                  <a:pt x="1834" y="560"/>
                  <a:pt x="1827" y="564"/>
                </a:cubicBezTo>
                <a:cubicBezTo>
                  <a:pt x="1858" y="614"/>
                  <a:pt x="1865" y="627"/>
                  <a:pt x="1872" y="639"/>
                </a:cubicBezTo>
                <a:cubicBezTo>
                  <a:pt x="1896" y="714"/>
                  <a:pt x="1904" y="720"/>
                  <a:pt x="1905" y="724"/>
                </a:cubicBezTo>
                <a:cubicBezTo>
                  <a:pt x="1907" y="751"/>
                  <a:pt x="1914" y="757"/>
                  <a:pt x="1910" y="760"/>
                </a:cubicBezTo>
                <a:cubicBezTo>
                  <a:pt x="1919" y="840"/>
                  <a:pt x="1916" y="846"/>
                  <a:pt x="1918" y="855"/>
                </a:cubicBezTo>
                <a:cubicBezTo>
                  <a:pt x="1914" y="907"/>
                  <a:pt x="1924" y="918"/>
                  <a:pt x="1919" y="925"/>
                </a:cubicBezTo>
                <a:cubicBezTo>
                  <a:pt x="1918" y="962"/>
                  <a:pt x="1925" y="968"/>
                  <a:pt x="1921" y="971"/>
                </a:cubicBezTo>
                <a:cubicBezTo>
                  <a:pt x="1931" y="1064"/>
                  <a:pt x="1939" y="1077"/>
                  <a:pt x="1935" y="1086"/>
                </a:cubicBezTo>
                <a:cubicBezTo>
                  <a:pt x="1942" y="1110"/>
                  <a:pt x="1931" y="1109"/>
                  <a:pt x="1934" y="1099"/>
                </a:cubicBezTo>
                <a:cubicBezTo>
                  <a:pt x="1905" y="1020"/>
                  <a:pt x="1902" y="1012"/>
                  <a:pt x="1902" y="1005"/>
                </a:cubicBezTo>
                <a:cubicBezTo>
                  <a:pt x="1893" y="967"/>
                  <a:pt x="1902" y="955"/>
                  <a:pt x="1891" y="938"/>
                </a:cubicBezTo>
                <a:cubicBezTo>
                  <a:pt x="1893" y="890"/>
                  <a:pt x="1891" y="877"/>
                  <a:pt x="1891" y="864"/>
                </a:cubicBezTo>
                <a:cubicBezTo>
                  <a:pt x="1889" y="815"/>
                  <a:pt x="1889" y="802"/>
                  <a:pt x="1891" y="790"/>
                </a:cubicBezTo>
                <a:cubicBezTo>
                  <a:pt x="1872" y="709"/>
                  <a:pt x="1877" y="700"/>
                  <a:pt x="1875" y="697"/>
                </a:cubicBezTo>
                <a:cubicBezTo>
                  <a:pt x="1868" y="667"/>
                  <a:pt x="1860" y="660"/>
                  <a:pt x="1865" y="658"/>
                </a:cubicBezTo>
                <a:cubicBezTo>
                  <a:pt x="1849" y="621"/>
                  <a:pt x="1852" y="615"/>
                  <a:pt x="1844" y="605"/>
                </a:cubicBezTo>
                <a:cubicBezTo>
                  <a:pt x="1869" y="708"/>
                  <a:pt x="1873" y="725"/>
                  <a:pt x="1873" y="742"/>
                </a:cubicBezTo>
                <a:cubicBezTo>
                  <a:pt x="1880" y="813"/>
                  <a:pt x="1883" y="817"/>
                  <a:pt x="1878" y="819"/>
                </a:cubicBezTo>
                <a:cubicBezTo>
                  <a:pt x="1878" y="867"/>
                  <a:pt x="1884" y="878"/>
                  <a:pt x="1881" y="887"/>
                </a:cubicBezTo>
                <a:cubicBezTo>
                  <a:pt x="1885" y="957"/>
                  <a:pt x="1886" y="966"/>
                  <a:pt x="1886" y="976"/>
                </a:cubicBezTo>
                <a:cubicBezTo>
                  <a:pt x="1894" y="1014"/>
                  <a:pt x="1894" y="1022"/>
                  <a:pt x="1895" y="1029"/>
                </a:cubicBezTo>
                <a:cubicBezTo>
                  <a:pt x="1892" y="1044"/>
                  <a:pt x="1896" y="1037"/>
                  <a:pt x="1889" y="1035"/>
                </a:cubicBezTo>
                <a:cubicBezTo>
                  <a:pt x="1864" y="902"/>
                  <a:pt x="1869" y="899"/>
                  <a:pt x="1864" y="894"/>
                </a:cubicBezTo>
                <a:cubicBezTo>
                  <a:pt x="1863" y="813"/>
                  <a:pt x="1855" y="794"/>
                  <a:pt x="1859" y="779"/>
                </a:cubicBezTo>
                <a:cubicBezTo>
                  <a:pt x="1845" y="710"/>
                  <a:pt x="1848" y="694"/>
                  <a:pt x="1843" y="676"/>
                </a:cubicBezTo>
                <a:cubicBezTo>
                  <a:pt x="1822" y="607"/>
                  <a:pt x="1813" y="592"/>
                  <a:pt x="1805" y="577"/>
                </a:cubicBezTo>
                <a:cubicBezTo>
                  <a:pt x="1830" y="642"/>
                  <a:pt x="1828" y="655"/>
                  <a:pt x="1837" y="671"/>
                </a:cubicBezTo>
                <a:cubicBezTo>
                  <a:pt x="1839" y="722"/>
                  <a:pt x="1845" y="730"/>
                  <a:pt x="1841" y="736"/>
                </a:cubicBezTo>
                <a:cubicBezTo>
                  <a:pt x="1852" y="813"/>
                  <a:pt x="1848" y="818"/>
                  <a:pt x="1853" y="827"/>
                </a:cubicBezTo>
                <a:cubicBezTo>
                  <a:pt x="1849" y="873"/>
                  <a:pt x="1856" y="879"/>
                  <a:pt x="1854" y="882"/>
                </a:cubicBezTo>
                <a:cubicBezTo>
                  <a:pt x="1856" y="922"/>
                  <a:pt x="1862" y="931"/>
                  <a:pt x="1859" y="938"/>
                </a:cubicBezTo>
                <a:cubicBezTo>
                  <a:pt x="1871" y="1000"/>
                  <a:pt x="1866" y="1002"/>
                  <a:pt x="1871" y="1007"/>
                </a:cubicBezTo>
                <a:cubicBezTo>
                  <a:pt x="1854" y="986"/>
                  <a:pt x="1855" y="974"/>
                  <a:pt x="1847" y="959"/>
                </a:cubicBezTo>
                <a:cubicBezTo>
                  <a:pt x="1848" y="937"/>
                  <a:pt x="1844" y="933"/>
                  <a:pt x="1842" y="929"/>
                </a:cubicBezTo>
                <a:cubicBezTo>
                  <a:pt x="1840" y="905"/>
                  <a:pt x="1842" y="902"/>
                  <a:pt x="1840" y="898"/>
                </a:cubicBezTo>
                <a:cubicBezTo>
                  <a:pt x="1839" y="866"/>
                  <a:pt x="1833" y="851"/>
                  <a:pt x="1836" y="839"/>
                </a:cubicBezTo>
                <a:cubicBezTo>
                  <a:pt x="1833" y="787"/>
                  <a:pt x="1835" y="774"/>
                  <a:pt x="1834" y="761"/>
                </a:cubicBezTo>
                <a:cubicBezTo>
                  <a:pt x="1823" y="696"/>
                  <a:pt x="1825" y="683"/>
                  <a:pt x="1816" y="682"/>
                </a:cubicBezTo>
                <a:cubicBezTo>
                  <a:pt x="1823" y="772"/>
                  <a:pt x="1826" y="786"/>
                  <a:pt x="1825" y="798"/>
                </a:cubicBezTo>
                <a:cubicBezTo>
                  <a:pt x="1822" y="859"/>
                  <a:pt x="1826" y="863"/>
                  <a:pt x="1828" y="867"/>
                </a:cubicBezTo>
                <a:cubicBezTo>
                  <a:pt x="1832" y="923"/>
                  <a:pt x="1835" y="931"/>
                  <a:pt x="1831" y="936"/>
                </a:cubicBezTo>
                <a:cubicBezTo>
                  <a:pt x="1840" y="983"/>
                  <a:pt x="1851" y="993"/>
                  <a:pt x="1842" y="997"/>
                </a:cubicBezTo>
                <a:cubicBezTo>
                  <a:pt x="1822" y="919"/>
                  <a:pt x="1815" y="909"/>
                  <a:pt x="1818" y="902"/>
                </a:cubicBezTo>
                <a:cubicBezTo>
                  <a:pt x="1811" y="856"/>
                  <a:pt x="1814" y="852"/>
                  <a:pt x="1811" y="847"/>
                </a:cubicBezTo>
                <a:cubicBezTo>
                  <a:pt x="1804" y="810"/>
                  <a:pt x="1808" y="803"/>
                  <a:pt x="1802" y="793"/>
                </a:cubicBezTo>
                <a:cubicBezTo>
                  <a:pt x="1794" y="729"/>
                  <a:pt x="1792" y="720"/>
                  <a:pt x="1795" y="712"/>
                </a:cubicBezTo>
                <a:cubicBezTo>
                  <a:pt x="1755" y="627"/>
                  <a:pt x="1750" y="623"/>
                  <a:pt x="1747" y="615"/>
                </a:cubicBezTo>
                <a:cubicBezTo>
                  <a:pt x="1715" y="587"/>
                  <a:pt x="1713" y="571"/>
                  <a:pt x="1705" y="577"/>
                </a:cubicBezTo>
                <a:cubicBezTo>
                  <a:pt x="1734" y="610"/>
                  <a:pt x="1742" y="621"/>
                  <a:pt x="1750" y="631"/>
                </a:cubicBezTo>
                <a:cubicBezTo>
                  <a:pt x="1776" y="693"/>
                  <a:pt x="1783" y="699"/>
                  <a:pt x="1781" y="702"/>
                </a:cubicBezTo>
                <a:cubicBezTo>
                  <a:pt x="1786" y="761"/>
                  <a:pt x="1800" y="783"/>
                  <a:pt x="1793" y="798"/>
                </a:cubicBezTo>
                <a:cubicBezTo>
                  <a:pt x="1801" y="860"/>
                  <a:pt x="1803" y="870"/>
                  <a:pt x="1806" y="879"/>
                </a:cubicBezTo>
                <a:cubicBezTo>
                  <a:pt x="1807" y="927"/>
                  <a:pt x="1811" y="934"/>
                  <a:pt x="1809" y="939"/>
                </a:cubicBezTo>
                <a:cubicBezTo>
                  <a:pt x="1799" y="952"/>
                  <a:pt x="1801" y="936"/>
                  <a:pt x="1791" y="917"/>
                </a:cubicBezTo>
                <a:cubicBezTo>
                  <a:pt x="1785" y="848"/>
                  <a:pt x="1777" y="840"/>
                  <a:pt x="1782" y="837"/>
                </a:cubicBezTo>
                <a:cubicBezTo>
                  <a:pt x="1773" y="798"/>
                  <a:pt x="1777" y="794"/>
                  <a:pt x="1772" y="786"/>
                </a:cubicBezTo>
                <a:cubicBezTo>
                  <a:pt x="1768" y="750"/>
                  <a:pt x="1763" y="744"/>
                  <a:pt x="1763" y="739"/>
                </a:cubicBezTo>
                <a:cubicBezTo>
                  <a:pt x="1716" y="617"/>
                  <a:pt x="1713" y="606"/>
                  <a:pt x="1695" y="579"/>
                </a:cubicBezTo>
                <a:cubicBezTo>
                  <a:pt x="1673" y="558"/>
                  <a:pt x="1668" y="552"/>
                  <a:pt x="1660" y="554"/>
                </a:cubicBezTo>
                <a:cubicBezTo>
                  <a:pt x="1708" y="621"/>
                  <a:pt x="1717" y="635"/>
                  <a:pt x="1724" y="648"/>
                </a:cubicBezTo>
                <a:cubicBezTo>
                  <a:pt x="1735" y="694"/>
                  <a:pt x="1743" y="692"/>
                  <a:pt x="1740" y="698"/>
                </a:cubicBezTo>
                <a:cubicBezTo>
                  <a:pt x="1756" y="743"/>
                  <a:pt x="1754" y="752"/>
                  <a:pt x="1759" y="764"/>
                </a:cubicBezTo>
                <a:cubicBezTo>
                  <a:pt x="1775" y="873"/>
                  <a:pt x="1775" y="883"/>
                  <a:pt x="1779" y="894"/>
                </a:cubicBezTo>
                <a:cubicBezTo>
                  <a:pt x="1780" y="915"/>
                  <a:pt x="1774" y="916"/>
                  <a:pt x="1777" y="913"/>
                </a:cubicBezTo>
                <a:cubicBezTo>
                  <a:pt x="1754" y="827"/>
                  <a:pt x="1755" y="802"/>
                  <a:pt x="1738" y="773"/>
                </a:cubicBezTo>
                <a:cubicBezTo>
                  <a:pt x="1723" y="724"/>
                  <a:pt x="1718" y="706"/>
                  <a:pt x="1711" y="688"/>
                </a:cubicBezTo>
                <a:cubicBezTo>
                  <a:pt x="1635" y="563"/>
                  <a:pt x="1630" y="568"/>
                  <a:pt x="1627" y="564"/>
                </a:cubicBezTo>
                <a:cubicBezTo>
                  <a:pt x="1595" y="532"/>
                  <a:pt x="1592" y="530"/>
                  <a:pt x="1588" y="530"/>
                </a:cubicBezTo>
                <a:cubicBezTo>
                  <a:pt x="1618" y="563"/>
                  <a:pt x="1628" y="574"/>
                  <a:pt x="1634" y="575"/>
                </a:cubicBezTo>
                <a:cubicBezTo>
                  <a:pt x="1643" y="585"/>
                  <a:pt x="1644" y="589"/>
                  <a:pt x="1645" y="590"/>
                </a:cubicBezTo>
                <a:cubicBezTo>
                  <a:pt x="1676" y="640"/>
                  <a:pt x="1685" y="658"/>
                  <a:pt x="1694" y="674"/>
                </a:cubicBezTo>
                <a:cubicBezTo>
                  <a:pt x="1722" y="755"/>
                  <a:pt x="1723" y="759"/>
                  <a:pt x="1727" y="764"/>
                </a:cubicBezTo>
                <a:cubicBezTo>
                  <a:pt x="1730" y="792"/>
                  <a:pt x="1738" y="798"/>
                  <a:pt x="1739" y="802"/>
                </a:cubicBezTo>
                <a:cubicBezTo>
                  <a:pt x="1736" y="820"/>
                  <a:pt x="1736" y="803"/>
                  <a:pt x="1725" y="783"/>
                </a:cubicBezTo>
                <a:cubicBezTo>
                  <a:pt x="1716" y="747"/>
                  <a:pt x="1713" y="737"/>
                  <a:pt x="1709" y="727"/>
                </a:cubicBezTo>
                <a:cubicBezTo>
                  <a:pt x="1609" y="583"/>
                  <a:pt x="1607" y="574"/>
                  <a:pt x="1604" y="574"/>
                </a:cubicBezTo>
                <a:cubicBezTo>
                  <a:pt x="1566" y="535"/>
                  <a:pt x="1558" y="534"/>
                  <a:pt x="1551" y="527"/>
                </a:cubicBezTo>
                <a:cubicBezTo>
                  <a:pt x="1569" y="548"/>
                  <a:pt x="1575" y="552"/>
                  <a:pt x="1580" y="558"/>
                </a:cubicBezTo>
                <a:cubicBezTo>
                  <a:pt x="1605" y="590"/>
                  <a:pt x="1615" y="597"/>
                  <a:pt x="1625" y="607"/>
                </a:cubicBezTo>
                <a:cubicBezTo>
                  <a:pt x="1641" y="634"/>
                  <a:pt x="1647" y="639"/>
                  <a:pt x="1653" y="647"/>
                </a:cubicBezTo>
                <a:cubicBezTo>
                  <a:pt x="1682" y="699"/>
                  <a:pt x="1690" y="715"/>
                  <a:pt x="1700" y="732"/>
                </a:cubicBezTo>
                <a:cubicBezTo>
                  <a:pt x="1717" y="784"/>
                  <a:pt x="1718" y="787"/>
                  <a:pt x="1718" y="790"/>
                </a:cubicBezTo>
                <a:cubicBezTo>
                  <a:pt x="1738" y="847"/>
                  <a:pt x="1737" y="852"/>
                  <a:pt x="1738" y="858"/>
                </a:cubicBezTo>
                <a:cubicBezTo>
                  <a:pt x="1709" y="796"/>
                  <a:pt x="1702" y="775"/>
                  <a:pt x="1694" y="753"/>
                </a:cubicBezTo>
                <a:cubicBezTo>
                  <a:pt x="1626" y="645"/>
                  <a:pt x="1630" y="641"/>
                  <a:pt x="1627" y="638"/>
                </a:cubicBezTo>
                <a:cubicBezTo>
                  <a:pt x="1583" y="588"/>
                  <a:pt x="1573" y="577"/>
                  <a:pt x="1562" y="568"/>
                </a:cubicBezTo>
                <a:cubicBezTo>
                  <a:pt x="1540" y="558"/>
                  <a:pt x="1552" y="564"/>
                  <a:pt x="1562" y="574"/>
                </a:cubicBezTo>
                <a:cubicBezTo>
                  <a:pt x="1612" y="632"/>
                  <a:pt x="1614" y="635"/>
                  <a:pt x="1618" y="637"/>
                </a:cubicBezTo>
                <a:cubicBezTo>
                  <a:pt x="1660" y="706"/>
                  <a:pt x="1670" y="726"/>
                  <a:pt x="1679" y="741"/>
                </a:cubicBezTo>
                <a:cubicBezTo>
                  <a:pt x="1694" y="803"/>
                  <a:pt x="1711" y="814"/>
                  <a:pt x="1700" y="817"/>
                </a:cubicBezTo>
                <a:cubicBezTo>
                  <a:pt x="1657" y="737"/>
                  <a:pt x="1656" y="726"/>
                  <a:pt x="1652" y="730"/>
                </a:cubicBezTo>
                <a:cubicBezTo>
                  <a:pt x="1637" y="702"/>
                  <a:pt x="1630" y="700"/>
                  <a:pt x="1626" y="688"/>
                </a:cubicBezTo>
                <a:cubicBezTo>
                  <a:pt x="1561" y="618"/>
                  <a:pt x="1551" y="613"/>
                  <a:pt x="1542" y="596"/>
                </a:cubicBezTo>
                <a:cubicBezTo>
                  <a:pt x="1505" y="580"/>
                  <a:pt x="1510" y="581"/>
                  <a:pt x="1513" y="580"/>
                </a:cubicBezTo>
                <a:cubicBezTo>
                  <a:pt x="1561" y="628"/>
                  <a:pt x="1583" y="655"/>
                  <a:pt x="1607" y="681"/>
                </a:cubicBezTo>
                <a:cubicBezTo>
                  <a:pt x="1645" y="733"/>
                  <a:pt x="1648" y="738"/>
                  <a:pt x="1650" y="742"/>
                </a:cubicBezTo>
                <a:cubicBezTo>
                  <a:pt x="1653" y="756"/>
                  <a:pt x="1642" y="747"/>
                  <a:pt x="1631" y="735"/>
                </a:cubicBezTo>
                <a:cubicBezTo>
                  <a:pt x="1578" y="677"/>
                  <a:pt x="1572" y="674"/>
                  <a:pt x="1567" y="668"/>
                </a:cubicBezTo>
                <a:cubicBezTo>
                  <a:pt x="1540" y="654"/>
                  <a:pt x="1550" y="658"/>
                  <a:pt x="1558" y="667"/>
                </a:cubicBezTo>
                <a:cubicBezTo>
                  <a:pt x="1646" y="768"/>
                  <a:pt x="1658" y="779"/>
                  <a:pt x="1671" y="790"/>
                </a:cubicBezTo>
                <a:cubicBezTo>
                  <a:pt x="1712" y="855"/>
                  <a:pt x="1715" y="859"/>
                  <a:pt x="1717" y="864"/>
                </a:cubicBezTo>
                <a:cubicBezTo>
                  <a:pt x="1689" y="842"/>
                  <a:pt x="1679" y="827"/>
                  <a:pt x="1668" y="817"/>
                </a:cubicBezTo>
                <a:cubicBezTo>
                  <a:pt x="1614" y="758"/>
                  <a:pt x="1606" y="757"/>
                  <a:pt x="1601" y="749"/>
                </a:cubicBezTo>
                <a:cubicBezTo>
                  <a:pt x="1528" y="684"/>
                  <a:pt x="1524" y="671"/>
                  <a:pt x="1517" y="672"/>
                </a:cubicBezTo>
                <a:cubicBezTo>
                  <a:pt x="1488" y="643"/>
                  <a:pt x="1475" y="638"/>
                  <a:pt x="1464" y="625"/>
                </a:cubicBezTo>
                <a:cubicBezTo>
                  <a:pt x="1436" y="606"/>
                  <a:pt x="1435" y="603"/>
                  <a:pt x="1432" y="605"/>
                </a:cubicBezTo>
                <a:cubicBezTo>
                  <a:pt x="1476" y="651"/>
                  <a:pt x="1482" y="648"/>
                  <a:pt x="1485" y="652"/>
                </a:cubicBezTo>
                <a:cubicBezTo>
                  <a:pt x="1526" y="693"/>
                  <a:pt x="1538" y="697"/>
                  <a:pt x="1547" y="711"/>
                </a:cubicBezTo>
                <a:cubicBezTo>
                  <a:pt x="1615" y="783"/>
                  <a:pt x="1621" y="786"/>
                  <a:pt x="1626" y="794"/>
                </a:cubicBezTo>
                <a:cubicBezTo>
                  <a:pt x="1633" y="805"/>
                  <a:pt x="1627" y="802"/>
                  <a:pt x="1621" y="796"/>
                </a:cubicBezTo>
                <a:cubicBezTo>
                  <a:pt x="1597" y="786"/>
                  <a:pt x="1591" y="781"/>
                  <a:pt x="1586" y="775"/>
                </a:cubicBezTo>
                <a:cubicBezTo>
                  <a:pt x="1545" y="749"/>
                  <a:pt x="1539" y="746"/>
                  <a:pt x="1533" y="743"/>
                </a:cubicBezTo>
                <a:cubicBezTo>
                  <a:pt x="1416" y="660"/>
                  <a:pt x="1405" y="649"/>
                  <a:pt x="1394" y="641"/>
                </a:cubicBezTo>
                <a:cubicBezTo>
                  <a:pt x="1375" y="622"/>
                  <a:pt x="1372" y="618"/>
                  <a:pt x="1370" y="613"/>
                </a:cubicBezTo>
                <a:cubicBezTo>
                  <a:pt x="1392" y="651"/>
                  <a:pt x="1401" y="653"/>
                  <a:pt x="1408" y="662"/>
                </a:cubicBezTo>
                <a:cubicBezTo>
                  <a:pt x="1424" y="676"/>
                  <a:pt x="1430" y="678"/>
                  <a:pt x="1432" y="684"/>
                </a:cubicBezTo>
                <a:cubicBezTo>
                  <a:pt x="1480" y="726"/>
                  <a:pt x="1504" y="734"/>
                  <a:pt x="1526" y="752"/>
                </a:cubicBezTo>
                <a:cubicBezTo>
                  <a:pt x="1567" y="780"/>
                  <a:pt x="1573" y="782"/>
                  <a:pt x="1578" y="788"/>
                </a:cubicBezTo>
                <a:cubicBezTo>
                  <a:pt x="1586" y="800"/>
                  <a:pt x="1582" y="796"/>
                  <a:pt x="1577" y="791"/>
                </a:cubicBezTo>
                <a:cubicBezTo>
                  <a:pt x="1521" y="755"/>
                  <a:pt x="1509" y="756"/>
                  <a:pt x="1500" y="747"/>
                </a:cubicBezTo>
                <a:cubicBezTo>
                  <a:pt x="1435" y="702"/>
                  <a:pt x="1431" y="695"/>
                  <a:pt x="1426" y="693"/>
                </a:cubicBezTo>
                <a:cubicBezTo>
                  <a:pt x="1376" y="654"/>
                  <a:pt x="1373" y="643"/>
                  <a:pt x="1366" y="644"/>
                </a:cubicBezTo>
                <a:cubicBezTo>
                  <a:pt x="1393" y="671"/>
                  <a:pt x="1394" y="680"/>
                  <a:pt x="1398" y="680"/>
                </a:cubicBezTo>
                <a:cubicBezTo>
                  <a:pt x="1442" y="716"/>
                  <a:pt x="1455" y="727"/>
                  <a:pt x="1468" y="738"/>
                </a:cubicBezTo>
                <a:cubicBezTo>
                  <a:pt x="1522" y="777"/>
                  <a:pt x="1538" y="781"/>
                  <a:pt x="1551" y="791"/>
                </a:cubicBezTo>
                <a:cubicBezTo>
                  <a:pt x="1586" y="810"/>
                  <a:pt x="1591" y="809"/>
                  <a:pt x="1593" y="815"/>
                </a:cubicBezTo>
                <a:cubicBezTo>
                  <a:pt x="1643" y="841"/>
                  <a:pt x="1650" y="846"/>
                  <a:pt x="1657" y="850"/>
                </a:cubicBezTo>
                <a:cubicBezTo>
                  <a:pt x="1696" y="880"/>
                  <a:pt x="1701" y="876"/>
                  <a:pt x="1702" y="884"/>
                </a:cubicBezTo>
                <a:cubicBezTo>
                  <a:pt x="1722" y="907"/>
                  <a:pt x="1717" y="899"/>
                  <a:pt x="1710" y="897"/>
                </a:cubicBezTo>
                <a:cubicBezTo>
                  <a:pt x="1665" y="870"/>
                  <a:pt x="1658" y="868"/>
                  <a:pt x="1651" y="865"/>
                </a:cubicBezTo>
                <a:cubicBezTo>
                  <a:pt x="1584" y="834"/>
                  <a:pt x="1576" y="832"/>
                  <a:pt x="1570" y="825"/>
                </a:cubicBezTo>
                <a:cubicBezTo>
                  <a:pt x="1486" y="780"/>
                  <a:pt x="1485" y="771"/>
                  <a:pt x="1481" y="772"/>
                </a:cubicBezTo>
                <a:cubicBezTo>
                  <a:pt x="1446" y="749"/>
                  <a:pt x="1442" y="737"/>
                  <a:pt x="1435" y="736"/>
                </a:cubicBezTo>
                <a:cubicBezTo>
                  <a:pt x="1397" y="703"/>
                  <a:pt x="1395" y="690"/>
                  <a:pt x="1388" y="694"/>
                </a:cubicBezTo>
                <a:cubicBezTo>
                  <a:pt x="1416" y="730"/>
                  <a:pt x="1420" y="727"/>
                  <a:pt x="1422" y="734"/>
                </a:cubicBezTo>
                <a:cubicBezTo>
                  <a:pt x="1447" y="751"/>
                  <a:pt x="1451" y="764"/>
                  <a:pt x="1459" y="763"/>
                </a:cubicBezTo>
                <a:cubicBezTo>
                  <a:pt x="1498" y="800"/>
                  <a:pt x="1503" y="795"/>
                  <a:pt x="1505" y="799"/>
                </a:cubicBezTo>
                <a:cubicBezTo>
                  <a:pt x="1559" y="828"/>
                  <a:pt x="1561" y="837"/>
                  <a:pt x="1564" y="837"/>
                </a:cubicBezTo>
                <a:cubicBezTo>
                  <a:pt x="1598" y="852"/>
                  <a:pt x="1601" y="853"/>
                  <a:pt x="1604" y="856"/>
                </a:cubicBezTo>
                <a:cubicBezTo>
                  <a:pt x="1628" y="870"/>
                  <a:pt x="1633" y="866"/>
                  <a:pt x="1636" y="871"/>
                </a:cubicBezTo>
                <a:cubicBezTo>
                  <a:pt x="1667" y="896"/>
                  <a:pt x="1661" y="889"/>
                  <a:pt x="1653" y="891"/>
                </a:cubicBezTo>
                <a:cubicBezTo>
                  <a:pt x="1617" y="876"/>
                  <a:pt x="1604" y="867"/>
                  <a:pt x="1590" y="861"/>
                </a:cubicBezTo>
                <a:cubicBezTo>
                  <a:pt x="1561" y="845"/>
                  <a:pt x="1552" y="849"/>
                  <a:pt x="1546" y="841"/>
                </a:cubicBezTo>
                <a:cubicBezTo>
                  <a:pt x="1491" y="812"/>
                  <a:pt x="1477" y="804"/>
                  <a:pt x="1464" y="793"/>
                </a:cubicBezTo>
                <a:cubicBezTo>
                  <a:pt x="1411" y="759"/>
                  <a:pt x="1408" y="753"/>
                  <a:pt x="1403" y="753"/>
                </a:cubicBezTo>
                <a:cubicBezTo>
                  <a:pt x="1387" y="749"/>
                  <a:pt x="1395" y="748"/>
                  <a:pt x="1400" y="758"/>
                </a:cubicBezTo>
                <a:cubicBezTo>
                  <a:pt x="1465" y="803"/>
                  <a:pt x="1470" y="811"/>
                  <a:pt x="1477" y="812"/>
                </a:cubicBezTo>
                <a:cubicBezTo>
                  <a:pt x="1523" y="839"/>
                  <a:pt x="1530" y="844"/>
                  <a:pt x="1536" y="850"/>
                </a:cubicBezTo>
                <a:cubicBezTo>
                  <a:pt x="1591" y="873"/>
                  <a:pt x="1604" y="882"/>
                  <a:pt x="1618" y="886"/>
                </a:cubicBezTo>
                <a:cubicBezTo>
                  <a:pt x="1740" y="942"/>
                  <a:pt x="1750" y="945"/>
                  <a:pt x="1758" y="953"/>
                </a:cubicBezTo>
                <a:cubicBezTo>
                  <a:pt x="1791" y="969"/>
                  <a:pt x="1794" y="979"/>
                  <a:pt x="1801" y="976"/>
                </a:cubicBezTo>
                <a:cubicBezTo>
                  <a:pt x="1805" y="990"/>
                  <a:pt x="1804" y="981"/>
                  <a:pt x="1799" y="983"/>
                </a:cubicBezTo>
                <a:cubicBezTo>
                  <a:pt x="1754" y="961"/>
                  <a:pt x="1748" y="953"/>
                  <a:pt x="1740" y="951"/>
                </a:cubicBezTo>
                <a:cubicBezTo>
                  <a:pt x="1699" y="931"/>
                  <a:pt x="1695" y="932"/>
                  <a:pt x="1692" y="928"/>
                </a:cubicBezTo>
                <a:cubicBezTo>
                  <a:pt x="1636" y="908"/>
                  <a:pt x="1633" y="902"/>
                  <a:pt x="1628" y="904"/>
                </a:cubicBezTo>
                <a:cubicBezTo>
                  <a:pt x="1558" y="873"/>
                  <a:pt x="1549" y="872"/>
                  <a:pt x="1542" y="864"/>
                </a:cubicBezTo>
                <a:cubicBezTo>
                  <a:pt x="1461" y="823"/>
                  <a:pt x="1454" y="813"/>
                  <a:pt x="1445" y="812"/>
                </a:cubicBezTo>
                <a:cubicBezTo>
                  <a:pt x="1425" y="803"/>
                  <a:pt x="1430" y="806"/>
                  <a:pt x="1435" y="806"/>
                </a:cubicBezTo>
                <a:cubicBezTo>
                  <a:pt x="1500" y="857"/>
                  <a:pt x="1521" y="865"/>
                  <a:pt x="1542" y="876"/>
                </a:cubicBezTo>
                <a:cubicBezTo>
                  <a:pt x="1583" y="901"/>
                  <a:pt x="1595" y="899"/>
                  <a:pt x="1605" y="905"/>
                </a:cubicBezTo>
                <a:cubicBezTo>
                  <a:pt x="1656" y="924"/>
                  <a:pt x="1659" y="926"/>
                  <a:pt x="1661" y="930"/>
                </a:cubicBezTo>
                <a:cubicBezTo>
                  <a:pt x="1685" y="942"/>
                  <a:pt x="1691" y="937"/>
                  <a:pt x="1695" y="944"/>
                </a:cubicBezTo>
                <a:cubicBezTo>
                  <a:pt x="1750" y="965"/>
                  <a:pt x="1754" y="969"/>
                  <a:pt x="1758" y="973"/>
                </a:cubicBezTo>
                <a:cubicBezTo>
                  <a:pt x="1763" y="979"/>
                  <a:pt x="1760" y="976"/>
                  <a:pt x="1756" y="975"/>
                </a:cubicBezTo>
                <a:cubicBezTo>
                  <a:pt x="1731" y="961"/>
                  <a:pt x="1727" y="964"/>
                  <a:pt x="1725" y="962"/>
                </a:cubicBezTo>
                <a:cubicBezTo>
                  <a:pt x="1664" y="939"/>
                  <a:pt x="1660" y="938"/>
                  <a:pt x="1657" y="935"/>
                </a:cubicBezTo>
                <a:cubicBezTo>
                  <a:pt x="1618" y="921"/>
                  <a:pt x="1610" y="922"/>
                  <a:pt x="1604" y="918"/>
                </a:cubicBezTo>
                <a:cubicBezTo>
                  <a:pt x="1568" y="903"/>
                  <a:pt x="1554" y="896"/>
                  <a:pt x="1540" y="889"/>
                </a:cubicBezTo>
                <a:cubicBezTo>
                  <a:pt x="1470" y="854"/>
                  <a:pt x="1464" y="848"/>
                  <a:pt x="1456" y="847"/>
                </a:cubicBezTo>
                <a:cubicBezTo>
                  <a:pt x="1389" y="802"/>
                  <a:pt x="1383" y="794"/>
                  <a:pt x="1376" y="789"/>
                </a:cubicBezTo>
                <a:cubicBezTo>
                  <a:pt x="1354" y="768"/>
                  <a:pt x="1353" y="757"/>
                  <a:pt x="1348" y="760"/>
                </a:cubicBezTo>
                <a:cubicBezTo>
                  <a:pt x="1374" y="793"/>
                  <a:pt x="1378" y="805"/>
                  <a:pt x="1386" y="807"/>
                </a:cubicBezTo>
                <a:cubicBezTo>
                  <a:pt x="1457" y="858"/>
                  <a:pt x="1465" y="860"/>
                  <a:pt x="1471" y="865"/>
                </a:cubicBezTo>
                <a:cubicBezTo>
                  <a:pt x="1545" y="898"/>
                  <a:pt x="1546" y="907"/>
                  <a:pt x="1550" y="907"/>
                </a:cubicBezTo>
                <a:cubicBezTo>
                  <a:pt x="1600" y="930"/>
                  <a:pt x="1616" y="933"/>
                  <a:pt x="1631" y="941"/>
                </a:cubicBezTo>
                <a:cubicBezTo>
                  <a:pt x="1662" y="949"/>
                  <a:pt x="1669" y="954"/>
                  <a:pt x="1678" y="956"/>
                </a:cubicBezTo>
                <a:cubicBezTo>
                  <a:pt x="1747" y="985"/>
                  <a:pt x="1769" y="994"/>
                  <a:pt x="1791" y="1002"/>
                </a:cubicBezTo>
                <a:cubicBezTo>
                  <a:pt x="1851" y="1035"/>
                  <a:pt x="1853" y="1040"/>
                  <a:pt x="1856" y="1039"/>
                </a:cubicBezTo>
                <a:cubicBezTo>
                  <a:pt x="1846" y="1046"/>
                  <a:pt x="1839" y="1044"/>
                  <a:pt x="1833" y="1040"/>
                </a:cubicBezTo>
                <a:cubicBezTo>
                  <a:pt x="1785" y="1020"/>
                  <a:pt x="1773" y="1017"/>
                  <a:pt x="1762" y="1012"/>
                </a:cubicBezTo>
                <a:cubicBezTo>
                  <a:pt x="1719" y="1007"/>
                  <a:pt x="1717" y="994"/>
                  <a:pt x="1709" y="1001"/>
                </a:cubicBezTo>
                <a:cubicBezTo>
                  <a:pt x="1680" y="991"/>
                  <a:pt x="1668" y="988"/>
                  <a:pt x="1656" y="986"/>
                </a:cubicBezTo>
                <a:cubicBezTo>
                  <a:pt x="1612" y="968"/>
                  <a:pt x="1604" y="966"/>
                  <a:pt x="1600" y="964"/>
                </a:cubicBezTo>
                <a:cubicBezTo>
                  <a:pt x="1554" y="947"/>
                  <a:pt x="1548" y="942"/>
                  <a:pt x="1541" y="938"/>
                </a:cubicBezTo>
                <a:cubicBezTo>
                  <a:pt x="1478" y="908"/>
                  <a:pt x="1471" y="908"/>
                  <a:pt x="1465" y="901"/>
                </a:cubicBezTo>
                <a:cubicBezTo>
                  <a:pt x="1404" y="863"/>
                  <a:pt x="1396" y="865"/>
                  <a:pt x="1391" y="857"/>
                </a:cubicBezTo>
                <a:cubicBezTo>
                  <a:pt x="1351" y="831"/>
                  <a:pt x="1356" y="837"/>
                  <a:pt x="1361" y="841"/>
                </a:cubicBezTo>
                <a:cubicBezTo>
                  <a:pt x="1397" y="871"/>
                  <a:pt x="1403" y="876"/>
                  <a:pt x="1410" y="876"/>
                </a:cubicBezTo>
                <a:cubicBezTo>
                  <a:pt x="1447" y="906"/>
                  <a:pt x="1455" y="902"/>
                  <a:pt x="1458" y="911"/>
                </a:cubicBezTo>
                <a:cubicBezTo>
                  <a:pt x="1499" y="931"/>
                  <a:pt x="1505" y="935"/>
                  <a:pt x="1511" y="937"/>
                </a:cubicBezTo>
                <a:cubicBezTo>
                  <a:pt x="1587" y="972"/>
                  <a:pt x="1593" y="972"/>
                  <a:pt x="1598" y="977"/>
                </a:cubicBezTo>
                <a:cubicBezTo>
                  <a:pt x="1623" y="984"/>
                  <a:pt x="1629" y="985"/>
                  <a:pt x="1635" y="986"/>
                </a:cubicBezTo>
                <a:cubicBezTo>
                  <a:pt x="1674" y="1000"/>
                  <a:pt x="1676" y="1003"/>
                  <a:pt x="1680" y="1002"/>
                </a:cubicBezTo>
                <a:cubicBezTo>
                  <a:pt x="1732" y="1019"/>
                  <a:pt x="1740" y="1013"/>
                  <a:pt x="1745" y="1019"/>
                </a:cubicBezTo>
                <a:cubicBezTo>
                  <a:pt x="1847" y="1059"/>
                  <a:pt x="1859" y="1062"/>
                  <a:pt x="1870" y="1070"/>
                </a:cubicBezTo>
                <a:cubicBezTo>
                  <a:pt x="1889" y="1087"/>
                  <a:pt x="1876" y="1080"/>
                  <a:pt x="1862" y="1071"/>
                </a:cubicBezTo>
                <a:cubicBezTo>
                  <a:pt x="1724" y="1039"/>
                  <a:pt x="1721" y="1038"/>
                  <a:pt x="1716" y="1041"/>
                </a:cubicBezTo>
                <a:cubicBezTo>
                  <a:pt x="1689" y="1034"/>
                  <a:pt x="1685" y="1031"/>
                  <a:pt x="1680" y="1034"/>
                </a:cubicBezTo>
                <a:cubicBezTo>
                  <a:pt x="1636" y="1025"/>
                  <a:pt x="1633" y="1013"/>
                  <a:pt x="1624" y="1018"/>
                </a:cubicBezTo>
                <a:cubicBezTo>
                  <a:pt x="1593" y="1009"/>
                  <a:pt x="1591" y="1008"/>
                  <a:pt x="1588" y="1006"/>
                </a:cubicBezTo>
                <a:cubicBezTo>
                  <a:pt x="1544" y="990"/>
                  <a:pt x="1538" y="988"/>
                  <a:pt x="1532" y="984"/>
                </a:cubicBezTo>
                <a:cubicBezTo>
                  <a:pt x="1457" y="950"/>
                  <a:pt x="1454" y="949"/>
                  <a:pt x="1451" y="950"/>
                </a:cubicBezTo>
                <a:cubicBezTo>
                  <a:pt x="1419" y="925"/>
                  <a:pt x="1411" y="929"/>
                  <a:pt x="1406" y="922"/>
                </a:cubicBezTo>
                <a:cubicBezTo>
                  <a:pt x="1371" y="895"/>
                  <a:pt x="1368" y="895"/>
                  <a:pt x="1365" y="895"/>
                </a:cubicBezTo>
                <a:cubicBezTo>
                  <a:pt x="1374" y="905"/>
                  <a:pt x="1378" y="913"/>
                  <a:pt x="1384" y="914"/>
                </a:cubicBezTo>
                <a:cubicBezTo>
                  <a:pt x="1456" y="958"/>
                  <a:pt x="1466" y="966"/>
                  <a:pt x="1477" y="971"/>
                </a:cubicBezTo>
                <a:cubicBezTo>
                  <a:pt x="1528" y="997"/>
                  <a:pt x="1532" y="992"/>
                  <a:pt x="1534" y="998"/>
                </a:cubicBezTo>
                <a:cubicBezTo>
                  <a:pt x="1581" y="1012"/>
                  <a:pt x="1586" y="1017"/>
                  <a:pt x="1592" y="1019"/>
                </a:cubicBezTo>
                <a:cubicBezTo>
                  <a:pt x="1615" y="1024"/>
                  <a:pt x="1621" y="1023"/>
                  <a:pt x="1625" y="1030"/>
                </a:cubicBezTo>
                <a:cubicBezTo>
                  <a:pt x="1667" y="1035"/>
                  <a:pt x="1671" y="1043"/>
                  <a:pt x="1678" y="1041"/>
                </a:cubicBezTo>
                <a:cubicBezTo>
                  <a:pt x="1699" y="1049"/>
                  <a:pt x="1705" y="1050"/>
                  <a:pt x="1712" y="1049"/>
                </a:cubicBezTo>
                <a:cubicBezTo>
                  <a:pt x="1723" y="1054"/>
                  <a:pt x="1726" y="1053"/>
                  <a:pt x="1729" y="1054"/>
                </a:cubicBezTo>
                <a:cubicBezTo>
                  <a:pt x="1771" y="1057"/>
                  <a:pt x="1775" y="1065"/>
                  <a:pt x="1781" y="1063"/>
                </a:cubicBezTo>
                <a:cubicBezTo>
                  <a:pt x="1822" y="1073"/>
                  <a:pt x="1828" y="1072"/>
                  <a:pt x="1833" y="1076"/>
                </a:cubicBezTo>
                <a:cubicBezTo>
                  <a:pt x="1893" y="1097"/>
                  <a:pt x="1899" y="1107"/>
                  <a:pt x="1909" y="1107"/>
                </a:cubicBezTo>
                <a:cubicBezTo>
                  <a:pt x="1912" y="1114"/>
                  <a:pt x="1904" y="1118"/>
                  <a:pt x="1899" y="1116"/>
                </a:cubicBezTo>
                <a:cubicBezTo>
                  <a:pt x="1862" y="1102"/>
                  <a:pt x="1857" y="1100"/>
                  <a:pt x="1852" y="1100"/>
                </a:cubicBezTo>
                <a:cubicBezTo>
                  <a:pt x="1829" y="1091"/>
                  <a:pt x="1826" y="1094"/>
                  <a:pt x="1824" y="1092"/>
                </a:cubicBezTo>
                <a:cubicBezTo>
                  <a:pt x="1778" y="1083"/>
                  <a:pt x="1772" y="1088"/>
                  <a:pt x="1767" y="1086"/>
                </a:cubicBezTo>
                <a:cubicBezTo>
                  <a:pt x="1748" y="1084"/>
                  <a:pt x="1746" y="1083"/>
                  <a:pt x="1745" y="1083"/>
                </a:cubicBezTo>
                <a:cubicBezTo>
                  <a:pt x="1718" y="1080"/>
                  <a:pt x="1714" y="1081"/>
                  <a:pt x="1709" y="1080"/>
                </a:cubicBezTo>
                <a:cubicBezTo>
                  <a:pt x="1660" y="1074"/>
                  <a:pt x="1654" y="1078"/>
                  <a:pt x="1650" y="1075"/>
                </a:cubicBezTo>
                <a:cubicBezTo>
                  <a:pt x="1615" y="1074"/>
                  <a:pt x="1595" y="1073"/>
                  <a:pt x="1575" y="1072"/>
                </a:cubicBezTo>
                <a:cubicBezTo>
                  <a:pt x="1506" y="1067"/>
                  <a:pt x="1498" y="1058"/>
                  <a:pt x="1488" y="1059"/>
                </a:cubicBezTo>
                <a:cubicBezTo>
                  <a:pt x="1428" y="1039"/>
                  <a:pt x="1423" y="1038"/>
                  <a:pt x="1419" y="1035"/>
                </a:cubicBezTo>
                <a:cubicBezTo>
                  <a:pt x="1387" y="1022"/>
                  <a:pt x="1381" y="1028"/>
                  <a:pt x="1378" y="1020"/>
                </a:cubicBezTo>
                <a:cubicBezTo>
                  <a:pt x="1355" y="1018"/>
                  <a:pt x="1360" y="1022"/>
                  <a:pt x="1367" y="1020"/>
                </a:cubicBezTo>
                <a:cubicBezTo>
                  <a:pt x="1424" y="1046"/>
                  <a:pt x="1429" y="1051"/>
                  <a:pt x="1436" y="1050"/>
                </a:cubicBezTo>
                <a:cubicBezTo>
                  <a:pt x="1466" y="1061"/>
                  <a:pt x="1469" y="1062"/>
                  <a:pt x="1472" y="1062"/>
                </a:cubicBezTo>
                <a:cubicBezTo>
                  <a:pt x="1503" y="1071"/>
                  <a:pt x="1506" y="1070"/>
                  <a:pt x="1509" y="1070"/>
                </a:cubicBezTo>
                <a:cubicBezTo>
                  <a:pt x="1554" y="1076"/>
                  <a:pt x="1559" y="1083"/>
                  <a:pt x="1567" y="1079"/>
                </a:cubicBezTo>
                <a:cubicBezTo>
                  <a:pt x="1651" y="1091"/>
                  <a:pt x="1661" y="1081"/>
                  <a:pt x="1666" y="1089"/>
                </a:cubicBezTo>
                <a:cubicBezTo>
                  <a:pt x="1717" y="1092"/>
                  <a:pt x="1720" y="1093"/>
                  <a:pt x="1724" y="1092"/>
                </a:cubicBezTo>
                <a:cubicBezTo>
                  <a:pt x="1764" y="1093"/>
                  <a:pt x="1765" y="1101"/>
                  <a:pt x="1769" y="1099"/>
                </a:cubicBezTo>
                <a:cubicBezTo>
                  <a:pt x="1807" y="1105"/>
                  <a:pt x="1813" y="1100"/>
                  <a:pt x="1814" y="1107"/>
                </a:cubicBezTo>
                <a:cubicBezTo>
                  <a:pt x="1874" y="1119"/>
                  <a:pt x="1880" y="1122"/>
                  <a:pt x="1887" y="1122"/>
                </a:cubicBezTo>
                <a:cubicBezTo>
                  <a:pt x="1910" y="1137"/>
                  <a:pt x="1917" y="1125"/>
                  <a:pt x="1918" y="1134"/>
                </a:cubicBezTo>
                <a:cubicBezTo>
                  <a:pt x="1941" y="1150"/>
                  <a:pt x="1936" y="1147"/>
                  <a:pt x="1929" y="1149"/>
                </a:cubicBezTo>
                <a:cubicBezTo>
                  <a:pt x="1917" y="1147"/>
                  <a:pt x="1914" y="1145"/>
                  <a:pt x="1911" y="1144"/>
                </a:cubicBezTo>
                <a:cubicBezTo>
                  <a:pt x="1841" y="1136"/>
                  <a:pt x="1833" y="1136"/>
                  <a:pt x="1826" y="1133"/>
                </a:cubicBezTo>
                <a:cubicBezTo>
                  <a:pt x="1794" y="1128"/>
                  <a:pt x="1785" y="1132"/>
                  <a:pt x="1778" y="1127"/>
                </a:cubicBezTo>
                <a:cubicBezTo>
                  <a:pt x="1708" y="1130"/>
                  <a:pt x="1691" y="1126"/>
                  <a:pt x="1673" y="1127"/>
                </a:cubicBezTo>
                <a:cubicBezTo>
                  <a:pt x="1625" y="1129"/>
                  <a:pt x="1621" y="1126"/>
                  <a:pt x="1616" y="1126"/>
                </a:cubicBezTo>
                <a:cubicBezTo>
                  <a:pt x="1552" y="1119"/>
                  <a:pt x="1542" y="1121"/>
                  <a:pt x="1534" y="1115"/>
                </a:cubicBezTo>
                <a:cubicBezTo>
                  <a:pt x="1490" y="1104"/>
                  <a:pt x="1471" y="1103"/>
                  <a:pt x="1455" y="1095"/>
                </a:cubicBezTo>
                <a:cubicBezTo>
                  <a:pt x="1420" y="1086"/>
                  <a:pt x="1414" y="1074"/>
                  <a:pt x="1404" y="1076"/>
                </a:cubicBezTo>
                <a:cubicBezTo>
                  <a:pt x="1455" y="1098"/>
                  <a:pt x="1456" y="1102"/>
                  <a:pt x="1459" y="1101"/>
                </a:cubicBezTo>
                <a:cubicBezTo>
                  <a:pt x="1489" y="1110"/>
                  <a:pt x="1494" y="1116"/>
                  <a:pt x="1500" y="1117"/>
                </a:cubicBezTo>
                <a:cubicBezTo>
                  <a:pt x="1534" y="1125"/>
                  <a:pt x="1537" y="1124"/>
                  <a:pt x="1538" y="1128"/>
                </a:cubicBezTo>
                <a:cubicBezTo>
                  <a:pt x="1580" y="1128"/>
                  <a:pt x="1593" y="1133"/>
                  <a:pt x="1606" y="1134"/>
                </a:cubicBezTo>
                <a:cubicBezTo>
                  <a:pt x="1654" y="1136"/>
                  <a:pt x="1662" y="1134"/>
                  <a:pt x="1667" y="1138"/>
                </a:cubicBezTo>
                <a:cubicBezTo>
                  <a:pt x="1702" y="1140"/>
                  <a:pt x="1716" y="1138"/>
                  <a:pt x="1731" y="1136"/>
                </a:cubicBezTo>
                <a:cubicBezTo>
                  <a:pt x="1837" y="1142"/>
                  <a:pt x="1847" y="1149"/>
                  <a:pt x="1860" y="1146"/>
                </a:cubicBezTo>
                <a:cubicBezTo>
                  <a:pt x="1888" y="1152"/>
                  <a:pt x="1891" y="1152"/>
                  <a:pt x="1894" y="1150"/>
                </a:cubicBezTo>
                <a:cubicBezTo>
                  <a:pt x="1970" y="1172"/>
                  <a:pt x="1976" y="1175"/>
                  <a:pt x="1982" y="1181"/>
                </a:cubicBezTo>
                <a:cubicBezTo>
                  <a:pt x="1935" y="1169"/>
                  <a:pt x="1929" y="1167"/>
                  <a:pt x="1924" y="1166"/>
                </a:cubicBezTo>
                <a:cubicBezTo>
                  <a:pt x="1884" y="1157"/>
                  <a:pt x="1872" y="1159"/>
                  <a:pt x="1863" y="1156"/>
                </a:cubicBezTo>
                <a:cubicBezTo>
                  <a:pt x="1791" y="1150"/>
                  <a:pt x="1780" y="1152"/>
                  <a:pt x="1770" y="1149"/>
                </a:cubicBezTo>
                <a:cubicBezTo>
                  <a:pt x="1717" y="1153"/>
                  <a:pt x="1710" y="1152"/>
                  <a:pt x="1703" y="1154"/>
                </a:cubicBezTo>
                <a:cubicBezTo>
                  <a:pt x="1666" y="1159"/>
                  <a:pt x="1651" y="1159"/>
                  <a:pt x="1636" y="1162"/>
                </a:cubicBezTo>
                <a:cubicBezTo>
                  <a:pt x="1580" y="1163"/>
                  <a:pt x="1565" y="1164"/>
                  <a:pt x="1551" y="1162"/>
                </a:cubicBezTo>
                <a:cubicBezTo>
                  <a:pt x="1499" y="1154"/>
                  <a:pt x="1493" y="1159"/>
                  <a:pt x="1490" y="1158"/>
                </a:cubicBezTo>
                <a:cubicBezTo>
                  <a:pt x="1462" y="1153"/>
                  <a:pt x="1457" y="1147"/>
                  <a:pt x="1449" y="1148"/>
                </a:cubicBezTo>
                <a:cubicBezTo>
                  <a:pt x="1404" y="1136"/>
                  <a:pt x="1399" y="1127"/>
                  <a:pt x="1390" y="1131"/>
                </a:cubicBezTo>
                <a:cubicBezTo>
                  <a:pt x="1480" y="1168"/>
                  <a:pt x="1493" y="1159"/>
                  <a:pt x="1500" y="1170"/>
                </a:cubicBezTo>
                <a:cubicBezTo>
                  <a:pt x="1526" y="1170"/>
                  <a:pt x="1530" y="1170"/>
                  <a:pt x="1533" y="1172"/>
                </a:cubicBezTo>
                <a:cubicBezTo>
                  <a:pt x="1584" y="1176"/>
                  <a:pt x="1595" y="1171"/>
                  <a:pt x="1605" y="1173"/>
                </a:cubicBezTo>
                <a:cubicBezTo>
                  <a:pt x="1679" y="1165"/>
                  <a:pt x="1689" y="1167"/>
                  <a:pt x="1700" y="1164"/>
                </a:cubicBezTo>
                <a:cubicBezTo>
                  <a:pt x="1800" y="1167"/>
                  <a:pt x="1809" y="1160"/>
                  <a:pt x="1816" y="1162"/>
                </a:cubicBezTo>
                <a:cubicBezTo>
                  <a:pt x="1851" y="1165"/>
                  <a:pt x="1855" y="1168"/>
                  <a:pt x="1859" y="1170"/>
                </a:cubicBezTo>
                <a:cubicBezTo>
                  <a:pt x="1914" y="1174"/>
                  <a:pt x="1919" y="1176"/>
                  <a:pt x="1924" y="1178"/>
                </a:cubicBezTo>
                <a:cubicBezTo>
                  <a:pt x="1976" y="1194"/>
                  <a:pt x="1983" y="1192"/>
                  <a:pt x="1987" y="1196"/>
                </a:cubicBezTo>
                <a:cubicBezTo>
                  <a:pt x="2014" y="1207"/>
                  <a:pt x="2016" y="1209"/>
                  <a:pt x="2018" y="1214"/>
                </a:cubicBezTo>
                <a:cubicBezTo>
                  <a:pt x="1988" y="1203"/>
                  <a:pt x="1985" y="1206"/>
                  <a:pt x="1983" y="1204"/>
                </a:cubicBezTo>
                <a:cubicBezTo>
                  <a:pt x="1917" y="1194"/>
                  <a:pt x="1913" y="1194"/>
                  <a:pt x="1909" y="1192"/>
                </a:cubicBezTo>
                <a:cubicBezTo>
                  <a:pt x="1864" y="1187"/>
                  <a:pt x="1857" y="1197"/>
                  <a:pt x="1855" y="1190"/>
                </a:cubicBezTo>
                <a:cubicBezTo>
                  <a:pt x="1803" y="1195"/>
                  <a:pt x="1795" y="1191"/>
                  <a:pt x="1786" y="1193"/>
                </a:cubicBezTo>
                <a:cubicBezTo>
                  <a:pt x="1697" y="1195"/>
                  <a:pt x="1691" y="1196"/>
                  <a:pt x="1685" y="1196"/>
                </a:cubicBezTo>
                <a:cubicBezTo>
                  <a:pt x="1622" y="1192"/>
                  <a:pt x="1610" y="1192"/>
                  <a:pt x="1599" y="1194"/>
                </a:cubicBezTo>
                <a:cubicBezTo>
                  <a:pt x="1553" y="1190"/>
                  <a:pt x="1541" y="1191"/>
                  <a:pt x="1530" y="1188"/>
                </a:cubicBezTo>
                <a:cubicBezTo>
                  <a:pt x="1511" y="1187"/>
                  <a:pt x="1508" y="1184"/>
                  <a:pt x="1505" y="1185"/>
                </a:cubicBezTo>
                <a:cubicBezTo>
                  <a:pt x="1458" y="1176"/>
                  <a:pt x="1454" y="1171"/>
                  <a:pt x="1448" y="1172"/>
                </a:cubicBezTo>
                <a:cubicBezTo>
                  <a:pt x="1405" y="1156"/>
                  <a:pt x="1402" y="1155"/>
                  <a:pt x="1399" y="1152"/>
                </a:cubicBezTo>
                <a:cubicBezTo>
                  <a:pt x="1402" y="1162"/>
                  <a:pt x="1406" y="1165"/>
                  <a:pt x="1411" y="1163"/>
                </a:cubicBezTo>
                <a:cubicBezTo>
                  <a:pt x="1457" y="1183"/>
                  <a:pt x="1464" y="1182"/>
                  <a:pt x="1469" y="1184"/>
                </a:cubicBezTo>
                <a:cubicBezTo>
                  <a:pt x="1584" y="1203"/>
                  <a:pt x="1589" y="1207"/>
                  <a:pt x="1597" y="1201"/>
                </a:cubicBezTo>
                <a:cubicBezTo>
                  <a:pt x="1664" y="1208"/>
                  <a:pt x="1677" y="1205"/>
                  <a:pt x="1689" y="1209"/>
                </a:cubicBezTo>
                <a:cubicBezTo>
                  <a:pt x="1772" y="1206"/>
                  <a:pt x="1778" y="1206"/>
                  <a:pt x="1785" y="1202"/>
                </a:cubicBezTo>
                <a:cubicBezTo>
                  <a:pt x="1854" y="1204"/>
                  <a:pt x="1867" y="1203"/>
                  <a:pt x="1880" y="1203"/>
                </a:cubicBezTo>
                <a:cubicBezTo>
                  <a:pt x="1926" y="1209"/>
                  <a:pt x="1939" y="1207"/>
                  <a:pt x="1951" y="1210"/>
                </a:cubicBezTo>
                <a:cubicBezTo>
                  <a:pt x="1980" y="1220"/>
                  <a:pt x="1983" y="1218"/>
                  <a:pt x="1986" y="1220"/>
                </a:cubicBezTo>
                <a:cubicBezTo>
                  <a:pt x="2015" y="1228"/>
                  <a:pt x="2019" y="1230"/>
                  <a:pt x="2017" y="1232"/>
                </a:cubicBezTo>
                <a:cubicBezTo>
                  <a:pt x="1985" y="1227"/>
                  <a:pt x="1975" y="1229"/>
                  <a:pt x="1968" y="1224"/>
                </a:cubicBezTo>
                <a:cubicBezTo>
                  <a:pt x="1928" y="1217"/>
                  <a:pt x="1921" y="1224"/>
                  <a:pt x="1918" y="1219"/>
                </a:cubicBezTo>
                <a:cubicBezTo>
                  <a:pt x="1859" y="1219"/>
                  <a:pt x="1851" y="1220"/>
                  <a:pt x="1843" y="1217"/>
                </a:cubicBezTo>
                <a:cubicBezTo>
                  <a:pt x="1760" y="1230"/>
                  <a:pt x="1753" y="1228"/>
                  <a:pt x="1745" y="1230"/>
                </a:cubicBezTo>
                <a:cubicBezTo>
                  <a:pt x="1659" y="1241"/>
                  <a:pt x="1644" y="1240"/>
                  <a:pt x="1627" y="1246"/>
                </a:cubicBezTo>
                <a:cubicBezTo>
                  <a:pt x="1592" y="1242"/>
                  <a:pt x="1588" y="1243"/>
                  <a:pt x="1584" y="1247"/>
                </a:cubicBezTo>
                <a:cubicBezTo>
                  <a:pt x="1513" y="1242"/>
                  <a:pt x="1505" y="1243"/>
                  <a:pt x="1498" y="1241"/>
                </a:cubicBezTo>
                <a:cubicBezTo>
                  <a:pt x="1460" y="1241"/>
                  <a:pt x="1459" y="1233"/>
                  <a:pt x="1454" y="1236"/>
                </a:cubicBezTo>
                <a:cubicBezTo>
                  <a:pt x="1504" y="1255"/>
                  <a:pt x="1520" y="1250"/>
                  <a:pt x="1532" y="1255"/>
                </a:cubicBezTo>
                <a:cubicBezTo>
                  <a:pt x="1588" y="1251"/>
                  <a:pt x="1601" y="1257"/>
                  <a:pt x="1616" y="1252"/>
                </a:cubicBezTo>
                <a:cubicBezTo>
                  <a:pt x="1643" y="1255"/>
                  <a:pt x="1651" y="1252"/>
                  <a:pt x="1658" y="1249"/>
                </a:cubicBezTo>
                <a:cubicBezTo>
                  <a:pt x="1718" y="1247"/>
                  <a:pt x="1729" y="1239"/>
                  <a:pt x="1736" y="1241"/>
                </a:cubicBezTo>
                <a:cubicBezTo>
                  <a:pt x="1794" y="1236"/>
                  <a:pt x="1808" y="1230"/>
                  <a:pt x="1819" y="1236"/>
                </a:cubicBezTo>
                <a:cubicBezTo>
                  <a:pt x="1901" y="1230"/>
                  <a:pt x="1920" y="1235"/>
                  <a:pt x="1942" y="1230"/>
                </a:cubicBezTo>
                <a:cubicBezTo>
                  <a:pt x="1972" y="1240"/>
                  <a:pt x="1977" y="1237"/>
                  <a:pt x="1981" y="1237"/>
                </a:cubicBezTo>
                <a:cubicBezTo>
                  <a:pt x="2006" y="1237"/>
                  <a:pt x="2013" y="1246"/>
                  <a:pt x="2023" y="1244"/>
                </a:cubicBezTo>
                <a:cubicBezTo>
                  <a:pt x="2029" y="1250"/>
                  <a:pt x="2022" y="1254"/>
                  <a:pt x="2017" y="1249"/>
                </a:cubicBezTo>
                <a:cubicBezTo>
                  <a:pt x="1993" y="1245"/>
                  <a:pt x="1990" y="1244"/>
                  <a:pt x="1986" y="1246"/>
                </a:cubicBezTo>
                <a:cubicBezTo>
                  <a:pt x="1944" y="1241"/>
                  <a:pt x="1934" y="1238"/>
                  <a:pt x="1921" y="1241"/>
                </a:cubicBezTo>
                <a:cubicBezTo>
                  <a:pt x="1878" y="1240"/>
                  <a:pt x="1868" y="1235"/>
                  <a:pt x="1856" y="1239"/>
                </a:cubicBezTo>
                <a:cubicBezTo>
                  <a:pt x="1818" y="1241"/>
                  <a:pt x="1811" y="1245"/>
                  <a:pt x="1806" y="1240"/>
                </a:cubicBezTo>
                <a:cubicBezTo>
                  <a:pt x="1741" y="1257"/>
                  <a:pt x="1731" y="1253"/>
                  <a:pt x="1719" y="1257"/>
                </a:cubicBezTo>
                <a:cubicBezTo>
                  <a:pt x="1677" y="1265"/>
                  <a:pt x="1664" y="1269"/>
                  <a:pt x="1652" y="1270"/>
                </a:cubicBezTo>
                <a:cubicBezTo>
                  <a:pt x="1597" y="1273"/>
                  <a:pt x="1591" y="1273"/>
                  <a:pt x="1585" y="1275"/>
                </a:cubicBezTo>
                <a:cubicBezTo>
                  <a:pt x="1535" y="1271"/>
                  <a:pt x="1532" y="1271"/>
                  <a:pt x="1529" y="1271"/>
                </a:cubicBezTo>
                <a:cubicBezTo>
                  <a:pt x="1555" y="1283"/>
                  <a:pt x="1565" y="1278"/>
                  <a:pt x="1571" y="1283"/>
                </a:cubicBezTo>
                <a:cubicBezTo>
                  <a:pt x="1624" y="1284"/>
                  <a:pt x="1628" y="1283"/>
                  <a:pt x="1632" y="1281"/>
                </a:cubicBezTo>
                <a:cubicBezTo>
                  <a:pt x="1686" y="1275"/>
                  <a:pt x="1703" y="1274"/>
                  <a:pt x="1722" y="1264"/>
                </a:cubicBezTo>
                <a:cubicBezTo>
                  <a:pt x="1770" y="1259"/>
                  <a:pt x="1778" y="1261"/>
                  <a:pt x="1779" y="1255"/>
                </a:cubicBezTo>
                <a:cubicBezTo>
                  <a:pt x="1878" y="1249"/>
                  <a:pt x="1892" y="1250"/>
                  <a:pt x="1906" y="1250"/>
                </a:cubicBezTo>
                <a:cubicBezTo>
                  <a:pt x="1992" y="1255"/>
                  <a:pt x="1995" y="1258"/>
                  <a:pt x="1998" y="1257"/>
                </a:cubicBezTo>
                <a:cubicBezTo>
                  <a:pt x="2034" y="1268"/>
                  <a:pt x="2041" y="1268"/>
                  <a:pt x="2048" y="1268"/>
                </a:cubicBezTo>
                <a:cubicBezTo>
                  <a:pt x="2089" y="1282"/>
                  <a:pt x="2090" y="1287"/>
                  <a:pt x="2094" y="1286"/>
                </a:cubicBezTo>
                <a:cubicBezTo>
                  <a:pt x="2076" y="1291"/>
                  <a:pt x="2074" y="1288"/>
                  <a:pt x="2071" y="1287"/>
                </a:cubicBezTo>
                <a:cubicBezTo>
                  <a:pt x="2047" y="1285"/>
                  <a:pt x="2045" y="1278"/>
                  <a:pt x="2040" y="1281"/>
                </a:cubicBezTo>
                <a:cubicBezTo>
                  <a:pt x="2009" y="1274"/>
                  <a:pt x="2005" y="1277"/>
                  <a:pt x="2003" y="1272"/>
                </a:cubicBezTo>
                <a:cubicBezTo>
                  <a:pt x="1955" y="1271"/>
                  <a:pt x="1949" y="1267"/>
                  <a:pt x="1942" y="1268"/>
                </a:cubicBezTo>
                <a:cubicBezTo>
                  <a:pt x="1883" y="1271"/>
                  <a:pt x="1871" y="1262"/>
                  <a:pt x="1855" y="1269"/>
                </a:cubicBezTo>
                <a:cubicBezTo>
                  <a:pt x="1800" y="1273"/>
                  <a:pt x="1787" y="1281"/>
                  <a:pt x="1777" y="1277"/>
                </a:cubicBezTo>
                <a:cubicBezTo>
                  <a:pt x="1677" y="1314"/>
                  <a:pt x="1680" y="1320"/>
                  <a:pt x="1687" y="1316"/>
                </a:cubicBezTo>
                <a:cubicBezTo>
                  <a:pt x="1788" y="1312"/>
                  <a:pt x="1811" y="1321"/>
                  <a:pt x="1840" y="1307"/>
                </a:cubicBezTo>
                <a:cubicBezTo>
                  <a:pt x="1926" y="1306"/>
                  <a:pt x="1934" y="1300"/>
                  <a:pt x="1939" y="1305"/>
                </a:cubicBezTo>
                <a:cubicBezTo>
                  <a:pt x="2015" y="1306"/>
                  <a:pt x="2028" y="1306"/>
                  <a:pt x="2040" y="1311"/>
                </a:cubicBezTo>
                <a:cubicBezTo>
                  <a:pt x="2063" y="1313"/>
                  <a:pt x="2067" y="1310"/>
                  <a:pt x="2068" y="1315"/>
                </a:cubicBezTo>
                <a:cubicBezTo>
                  <a:pt x="2100" y="1322"/>
                  <a:pt x="2103" y="1321"/>
                  <a:pt x="2106" y="1324"/>
                </a:cubicBezTo>
                <a:cubicBezTo>
                  <a:pt x="2129" y="1328"/>
                  <a:pt x="2130" y="1336"/>
                  <a:pt x="2135" y="1334"/>
                </a:cubicBezTo>
                <a:cubicBezTo>
                  <a:pt x="2087" y="1333"/>
                  <a:pt x="2072" y="1324"/>
                  <a:pt x="2056" y="1319"/>
                </a:cubicBezTo>
                <a:cubicBezTo>
                  <a:pt x="2012" y="1312"/>
                  <a:pt x="2005" y="1315"/>
                  <a:pt x="1999" y="1312"/>
                </a:cubicBezTo>
                <a:cubicBezTo>
                  <a:pt x="1924" y="1315"/>
                  <a:pt x="1909" y="1320"/>
                  <a:pt x="1897" y="1313"/>
                </a:cubicBezTo>
                <a:cubicBezTo>
                  <a:pt x="1835" y="1319"/>
                  <a:pt x="1829" y="1326"/>
                  <a:pt x="1826" y="1323"/>
                </a:cubicBezTo>
                <a:cubicBezTo>
                  <a:pt x="1761" y="1328"/>
                  <a:pt x="1753" y="1329"/>
                  <a:pt x="1746" y="1327"/>
                </a:cubicBezTo>
                <a:cubicBezTo>
                  <a:pt x="1691" y="1334"/>
                  <a:pt x="1684" y="1331"/>
                  <a:pt x="1676" y="1333"/>
                </a:cubicBezTo>
                <a:cubicBezTo>
                  <a:pt x="1631" y="1324"/>
                  <a:pt x="1626" y="1329"/>
                  <a:pt x="1623" y="1328"/>
                </a:cubicBezTo>
                <a:cubicBezTo>
                  <a:pt x="1576" y="1318"/>
                  <a:pt x="1564" y="1310"/>
                  <a:pt x="1549" y="1307"/>
                </a:cubicBezTo>
                <a:cubicBezTo>
                  <a:pt x="1517" y="1289"/>
                  <a:pt x="1514" y="1286"/>
                  <a:pt x="1509" y="1288"/>
                </a:cubicBezTo>
                <a:cubicBezTo>
                  <a:pt x="1552" y="1315"/>
                  <a:pt x="1555" y="1314"/>
                  <a:pt x="1558" y="1317"/>
                </a:cubicBezTo>
                <a:cubicBezTo>
                  <a:pt x="1589" y="1323"/>
                  <a:pt x="1592" y="1333"/>
                  <a:pt x="1600" y="1329"/>
                </a:cubicBezTo>
                <a:cubicBezTo>
                  <a:pt x="1645" y="1337"/>
                  <a:pt x="1654" y="1344"/>
                  <a:pt x="1666" y="1342"/>
                </a:cubicBezTo>
                <a:cubicBezTo>
                  <a:pt x="1714" y="1342"/>
                  <a:pt x="1726" y="1340"/>
                  <a:pt x="1738" y="1340"/>
                </a:cubicBezTo>
                <a:cubicBezTo>
                  <a:pt x="1784" y="1335"/>
                  <a:pt x="1793" y="1338"/>
                  <a:pt x="1802" y="1334"/>
                </a:cubicBezTo>
                <a:cubicBezTo>
                  <a:pt x="1869" y="1332"/>
                  <a:pt x="1878" y="1333"/>
                  <a:pt x="1890" y="1326"/>
                </a:cubicBezTo>
                <a:cubicBezTo>
                  <a:pt x="1944" y="1324"/>
                  <a:pt x="1948" y="1329"/>
                  <a:pt x="1955" y="1322"/>
                </a:cubicBezTo>
                <a:cubicBezTo>
                  <a:pt x="2024" y="1329"/>
                  <a:pt x="2026" y="1328"/>
                  <a:pt x="2029" y="1328"/>
                </a:cubicBezTo>
                <a:cubicBezTo>
                  <a:pt x="2060" y="1333"/>
                  <a:pt x="2065" y="1334"/>
                  <a:pt x="2070" y="1335"/>
                </a:cubicBezTo>
                <a:cubicBezTo>
                  <a:pt x="2067" y="1340"/>
                  <a:pt x="2049" y="1343"/>
                  <a:pt x="2034" y="1337"/>
                </a:cubicBezTo>
                <a:cubicBezTo>
                  <a:pt x="1987" y="1347"/>
                  <a:pt x="1986" y="1335"/>
                  <a:pt x="1980" y="1341"/>
                </a:cubicBezTo>
                <a:cubicBezTo>
                  <a:pt x="1931" y="1348"/>
                  <a:pt x="1929" y="1345"/>
                  <a:pt x="1926" y="1344"/>
                </a:cubicBezTo>
                <a:cubicBezTo>
                  <a:pt x="1888" y="1354"/>
                  <a:pt x="1885" y="1352"/>
                  <a:pt x="1882" y="1354"/>
                </a:cubicBezTo>
                <a:cubicBezTo>
                  <a:pt x="1849" y="1355"/>
                  <a:pt x="1840" y="1364"/>
                  <a:pt x="1836" y="1356"/>
                </a:cubicBezTo>
                <a:cubicBezTo>
                  <a:pt x="1755" y="1371"/>
                  <a:pt x="1745" y="1377"/>
                  <a:pt x="1738" y="1376"/>
                </a:cubicBezTo>
                <a:cubicBezTo>
                  <a:pt x="1713" y="1371"/>
                  <a:pt x="1705" y="1384"/>
                  <a:pt x="1704" y="1374"/>
                </a:cubicBezTo>
                <a:cubicBezTo>
                  <a:pt x="1651" y="1382"/>
                  <a:pt x="1661" y="1378"/>
                  <a:pt x="1670" y="1381"/>
                </a:cubicBezTo>
                <a:cubicBezTo>
                  <a:pt x="1692" y="1384"/>
                  <a:pt x="1695" y="1385"/>
                  <a:pt x="1697" y="1387"/>
                </a:cubicBezTo>
                <a:cubicBezTo>
                  <a:pt x="1752" y="1383"/>
                  <a:pt x="1760" y="1384"/>
                  <a:pt x="1768" y="1382"/>
                </a:cubicBezTo>
                <a:cubicBezTo>
                  <a:pt x="1821" y="1375"/>
                  <a:pt x="1827" y="1366"/>
                  <a:pt x="1829" y="1372"/>
                </a:cubicBezTo>
                <a:cubicBezTo>
                  <a:pt x="1901" y="1365"/>
                  <a:pt x="1911" y="1359"/>
                  <a:pt x="1919" y="1357"/>
                </a:cubicBezTo>
                <a:cubicBezTo>
                  <a:pt x="1977" y="1352"/>
                  <a:pt x="1986" y="1351"/>
                  <a:pt x="1993" y="1354"/>
                </a:cubicBezTo>
                <a:cubicBezTo>
                  <a:pt x="2056" y="1355"/>
                  <a:pt x="2061" y="1351"/>
                  <a:pt x="2065" y="1352"/>
                </a:cubicBezTo>
                <a:cubicBezTo>
                  <a:pt x="2151" y="1373"/>
                  <a:pt x="2158" y="1368"/>
                  <a:pt x="2161" y="1375"/>
                </a:cubicBezTo>
                <a:cubicBezTo>
                  <a:pt x="2192" y="1388"/>
                  <a:pt x="2194" y="1390"/>
                  <a:pt x="2196" y="1391"/>
                </a:cubicBezTo>
                <a:cubicBezTo>
                  <a:pt x="2185" y="1387"/>
                  <a:pt x="2178" y="1392"/>
                  <a:pt x="2175" y="1385"/>
                </a:cubicBezTo>
                <a:cubicBezTo>
                  <a:pt x="2136" y="1380"/>
                  <a:pt x="2127" y="1377"/>
                  <a:pt x="2118" y="1373"/>
                </a:cubicBezTo>
                <a:cubicBezTo>
                  <a:pt x="2050" y="1364"/>
                  <a:pt x="2038" y="1370"/>
                  <a:pt x="2029" y="1366"/>
                </a:cubicBezTo>
                <a:cubicBezTo>
                  <a:pt x="1954" y="1370"/>
                  <a:pt x="1940" y="1371"/>
                  <a:pt x="1926" y="1371"/>
                </a:cubicBezTo>
                <a:cubicBezTo>
                  <a:pt x="1882" y="1372"/>
                  <a:pt x="1882" y="1377"/>
                  <a:pt x="1878" y="1374"/>
                </a:cubicBezTo>
                <a:cubicBezTo>
                  <a:pt x="1837" y="1381"/>
                  <a:pt x="1830" y="1381"/>
                  <a:pt x="1823" y="1381"/>
                </a:cubicBezTo>
                <a:cubicBezTo>
                  <a:pt x="1733" y="1394"/>
                  <a:pt x="1718" y="1389"/>
                  <a:pt x="1700" y="1393"/>
                </a:cubicBezTo>
                <a:cubicBezTo>
                  <a:pt x="1624" y="1391"/>
                  <a:pt x="1620" y="1390"/>
                  <a:pt x="1616" y="1390"/>
                </a:cubicBezTo>
                <a:cubicBezTo>
                  <a:pt x="1649" y="1402"/>
                  <a:pt x="1656" y="1395"/>
                  <a:pt x="1660" y="1401"/>
                </a:cubicBezTo>
                <a:cubicBezTo>
                  <a:pt x="1729" y="1398"/>
                  <a:pt x="1740" y="1401"/>
                  <a:pt x="1754" y="1399"/>
                </a:cubicBezTo>
                <a:cubicBezTo>
                  <a:pt x="1840" y="1389"/>
                  <a:pt x="1852" y="1391"/>
                  <a:pt x="1865" y="1387"/>
                </a:cubicBezTo>
                <a:cubicBezTo>
                  <a:pt x="1929" y="1382"/>
                  <a:pt x="1937" y="1378"/>
                  <a:pt x="1941" y="1383"/>
                </a:cubicBezTo>
                <a:cubicBezTo>
                  <a:pt x="1995" y="1381"/>
                  <a:pt x="2009" y="1377"/>
                  <a:pt x="2022" y="1379"/>
                </a:cubicBezTo>
                <a:cubicBezTo>
                  <a:pt x="2113" y="1389"/>
                  <a:pt x="2122" y="1385"/>
                  <a:pt x="2128" y="1391"/>
                </a:cubicBezTo>
                <a:cubicBezTo>
                  <a:pt x="2166" y="1397"/>
                  <a:pt x="2169" y="1398"/>
                  <a:pt x="2173" y="1398"/>
                </a:cubicBezTo>
                <a:cubicBezTo>
                  <a:pt x="2219" y="1421"/>
                  <a:pt x="2225" y="1416"/>
                  <a:pt x="2227" y="1421"/>
                </a:cubicBezTo>
                <a:cubicBezTo>
                  <a:pt x="2227" y="1432"/>
                  <a:pt x="2224" y="1420"/>
                  <a:pt x="2216" y="1427"/>
                </a:cubicBezTo>
                <a:cubicBezTo>
                  <a:pt x="2159" y="1409"/>
                  <a:pt x="2150" y="1413"/>
                  <a:pt x="2144" y="1408"/>
                </a:cubicBezTo>
                <a:cubicBezTo>
                  <a:pt x="2085" y="1402"/>
                  <a:pt x="2069" y="1405"/>
                  <a:pt x="2056" y="1398"/>
                </a:cubicBezTo>
                <a:cubicBezTo>
                  <a:pt x="1982" y="1398"/>
                  <a:pt x="1979" y="1401"/>
                  <a:pt x="1978" y="1401"/>
                </a:cubicBezTo>
                <a:cubicBezTo>
                  <a:pt x="1965" y="1405"/>
                  <a:pt x="1963" y="1403"/>
                  <a:pt x="1960" y="1405"/>
                </a:cubicBezTo>
                <a:cubicBezTo>
                  <a:pt x="1885" y="1410"/>
                  <a:pt x="1867" y="1408"/>
                  <a:pt x="1848" y="1411"/>
                </a:cubicBezTo>
                <a:cubicBezTo>
                  <a:pt x="1762" y="1408"/>
                  <a:pt x="1758" y="1405"/>
                  <a:pt x="1753" y="1408"/>
                </a:cubicBezTo>
                <a:cubicBezTo>
                  <a:pt x="1753" y="1413"/>
                  <a:pt x="1763" y="1414"/>
                  <a:pt x="1772" y="1416"/>
                </a:cubicBezTo>
                <a:cubicBezTo>
                  <a:pt x="1793" y="1430"/>
                  <a:pt x="1778" y="1423"/>
                  <a:pt x="1784" y="1432"/>
                </a:cubicBezTo>
                <a:cubicBezTo>
                  <a:pt x="1808" y="1437"/>
                  <a:pt x="1813" y="1439"/>
                  <a:pt x="1820" y="1439"/>
                </a:cubicBezTo>
                <a:cubicBezTo>
                  <a:pt x="1884" y="1468"/>
                  <a:pt x="1901" y="1474"/>
                  <a:pt x="1919" y="1475"/>
                </a:cubicBezTo>
                <a:cubicBezTo>
                  <a:pt x="1990" y="1507"/>
                  <a:pt x="2008" y="1516"/>
                  <a:pt x="2027" y="1521"/>
                </a:cubicBezTo>
                <a:cubicBezTo>
                  <a:pt x="2058" y="1533"/>
                  <a:pt x="2065" y="1530"/>
                  <a:pt x="2069" y="1532"/>
                </a:cubicBezTo>
                <a:cubicBezTo>
                  <a:pt x="2100" y="1539"/>
                  <a:pt x="2102" y="1539"/>
                  <a:pt x="2105" y="1539"/>
                </a:cubicBezTo>
                <a:cubicBezTo>
                  <a:pt x="2130" y="1547"/>
                  <a:pt x="2136" y="1542"/>
                  <a:pt x="2140" y="1549"/>
                </a:cubicBezTo>
                <a:cubicBezTo>
                  <a:pt x="2185" y="1552"/>
                  <a:pt x="2197" y="1552"/>
                  <a:pt x="2209" y="1552"/>
                </a:cubicBezTo>
                <a:cubicBezTo>
                  <a:pt x="2227" y="1560"/>
                  <a:pt x="2235" y="1553"/>
                  <a:pt x="2239" y="1558"/>
                </a:cubicBezTo>
                <a:cubicBezTo>
                  <a:pt x="2277" y="1561"/>
                  <a:pt x="2282" y="1563"/>
                  <a:pt x="2289" y="1563"/>
                </a:cubicBezTo>
                <a:cubicBezTo>
                  <a:pt x="2318" y="1566"/>
                  <a:pt x="2327" y="1569"/>
                  <a:pt x="2337" y="1566"/>
                </a:cubicBezTo>
                <a:cubicBezTo>
                  <a:pt x="2370" y="1578"/>
                  <a:pt x="2372" y="1574"/>
                  <a:pt x="2374" y="1574"/>
                </a:cubicBezTo>
                <a:cubicBezTo>
                  <a:pt x="2407" y="1580"/>
                  <a:pt x="2410" y="1580"/>
                  <a:pt x="2414" y="1582"/>
                </a:cubicBezTo>
                <a:cubicBezTo>
                  <a:pt x="2412" y="1589"/>
                  <a:pt x="2400" y="1588"/>
                  <a:pt x="2386" y="1591"/>
                </a:cubicBezTo>
                <a:cubicBezTo>
                  <a:pt x="2358" y="1603"/>
                  <a:pt x="2356" y="1606"/>
                  <a:pt x="2352" y="1607"/>
                </a:cubicBezTo>
                <a:cubicBezTo>
                  <a:pt x="2410" y="1596"/>
                  <a:pt x="2415" y="1602"/>
                  <a:pt x="2425" y="1596"/>
                </a:cubicBezTo>
                <a:cubicBezTo>
                  <a:pt x="2426" y="1620"/>
                  <a:pt x="2437" y="1609"/>
                  <a:pt x="2445" y="1611"/>
                </a:cubicBezTo>
                <a:cubicBezTo>
                  <a:pt x="2464" y="1615"/>
                  <a:pt x="2459" y="1610"/>
                  <a:pt x="2451" y="1617"/>
                </a:cubicBezTo>
                <a:cubicBezTo>
                  <a:pt x="2437" y="1632"/>
                  <a:pt x="2429" y="1630"/>
                  <a:pt x="2429" y="1635"/>
                </a:cubicBezTo>
                <a:cubicBezTo>
                  <a:pt x="2487" y="1626"/>
                  <a:pt x="2492" y="1629"/>
                  <a:pt x="2499" y="1625"/>
                </a:cubicBezTo>
                <a:cubicBezTo>
                  <a:pt x="2534" y="1629"/>
                  <a:pt x="2534" y="1644"/>
                  <a:pt x="2541" y="1637"/>
                </a:cubicBezTo>
                <a:cubicBezTo>
                  <a:pt x="2577" y="1643"/>
                  <a:pt x="2573" y="1640"/>
                  <a:pt x="2579" y="1637"/>
                </a:cubicBezTo>
                <a:cubicBezTo>
                  <a:pt x="2546" y="1587"/>
                  <a:pt x="2545" y="1586"/>
                  <a:pt x="2545" y="1585"/>
                </a:cubicBezTo>
                <a:cubicBezTo>
                  <a:pt x="2552" y="1554"/>
                  <a:pt x="2562" y="1548"/>
                  <a:pt x="2560" y="1539"/>
                </a:cubicBezTo>
                <a:close/>
                <a:moveTo>
                  <a:pt x="1982" y="969"/>
                </a:moveTo>
                <a:cubicBezTo>
                  <a:pt x="1984" y="965"/>
                  <a:pt x="1983" y="961"/>
                  <a:pt x="1984" y="957"/>
                </a:cubicBezTo>
                <a:cubicBezTo>
                  <a:pt x="1993" y="956"/>
                  <a:pt x="1982" y="965"/>
                  <a:pt x="1988" y="969"/>
                </a:cubicBezTo>
                <a:cubicBezTo>
                  <a:pt x="1986" y="973"/>
                  <a:pt x="1987" y="978"/>
                  <a:pt x="1986" y="982"/>
                </a:cubicBezTo>
                <a:cubicBezTo>
                  <a:pt x="1977" y="983"/>
                  <a:pt x="1988" y="974"/>
                  <a:pt x="1982" y="969"/>
                </a:cubicBezTo>
                <a:close/>
                <a:moveTo>
                  <a:pt x="1984" y="1004"/>
                </a:moveTo>
                <a:cubicBezTo>
                  <a:pt x="1983" y="998"/>
                  <a:pt x="1983" y="992"/>
                  <a:pt x="1983" y="986"/>
                </a:cubicBezTo>
                <a:cubicBezTo>
                  <a:pt x="1989" y="986"/>
                  <a:pt x="1981" y="996"/>
                  <a:pt x="1988" y="1001"/>
                </a:cubicBezTo>
                <a:cubicBezTo>
                  <a:pt x="1985" y="1007"/>
                  <a:pt x="1985" y="1013"/>
                  <a:pt x="1987" y="1020"/>
                </a:cubicBezTo>
                <a:cubicBezTo>
                  <a:pt x="1980" y="1020"/>
                  <a:pt x="1983" y="1007"/>
                  <a:pt x="1984" y="1004"/>
                </a:cubicBezTo>
                <a:close/>
                <a:moveTo>
                  <a:pt x="1985" y="1053"/>
                </a:moveTo>
                <a:cubicBezTo>
                  <a:pt x="1986" y="1045"/>
                  <a:pt x="1987" y="1057"/>
                  <a:pt x="1988" y="1060"/>
                </a:cubicBezTo>
                <a:cubicBezTo>
                  <a:pt x="1983" y="1060"/>
                  <a:pt x="1986" y="1056"/>
                  <a:pt x="1985" y="1053"/>
                </a:cubicBezTo>
                <a:close/>
                <a:moveTo>
                  <a:pt x="1936" y="1018"/>
                </a:moveTo>
                <a:cubicBezTo>
                  <a:pt x="1942" y="1016"/>
                  <a:pt x="1941" y="1026"/>
                  <a:pt x="1941" y="1027"/>
                </a:cubicBezTo>
                <a:cubicBezTo>
                  <a:pt x="1933" y="1030"/>
                  <a:pt x="1940" y="1021"/>
                  <a:pt x="1936" y="1018"/>
                </a:cubicBezTo>
                <a:close/>
                <a:moveTo>
                  <a:pt x="1943" y="1058"/>
                </a:moveTo>
                <a:cubicBezTo>
                  <a:pt x="1944" y="1050"/>
                  <a:pt x="1946" y="1062"/>
                  <a:pt x="1947" y="1065"/>
                </a:cubicBezTo>
                <a:cubicBezTo>
                  <a:pt x="1942" y="1066"/>
                  <a:pt x="1945" y="1061"/>
                  <a:pt x="1943" y="1058"/>
                </a:cubicBezTo>
                <a:close/>
                <a:moveTo>
                  <a:pt x="1600" y="805"/>
                </a:moveTo>
                <a:cubicBezTo>
                  <a:pt x="1599" y="804"/>
                  <a:pt x="1598" y="802"/>
                  <a:pt x="1597" y="801"/>
                </a:cubicBezTo>
                <a:cubicBezTo>
                  <a:pt x="1602" y="797"/>
                  <a:pt x="1603" y="802"/>
                  <a:pt x="1606" y="805"/>
                </a:cubicBezTo>
                <a:cubicBezTo>
                  <a:pt x="1604" y="806"/>
                  <a:pt x="1602" y="804"/>
                  <a:pt x="1600" y="805"/>
                </a:cubicBezTo>
                <a:close/>
                <a:moveTo>
                  <a:pt x="1629" y="821"/>
                </a:moveTo>
                <a:cubicBezTo>
                  <a:pt x="1628" y="814"/>
                  <a:pt x="1637" y="824"/>
                  <a:pt x="1641" y="821"/>
                </a:cubicBezTo>
                <a:cubicBezTo>
                  <a:pt x="1642" y="824"/>
                  <a:pt x="1644" y="827"/>
                  <a:pt x="1647" y="826"/>
                </a:cubicBezTo>
                <a:cubicBezTo>
                  <a:pt x="1645" y="836"/>
                  <a:pt x="1635" y="819"/>
                  <a:pt x="1629" y="821"/>
                </a:cubicBezTo>
                <a:close/>
                <a:moveTo>
                  <a:pt x="1745" y="919"/>
                </a:moveTo>
                <a:cubicBezTo>
                  <a:pt x="1750" y="918"/>
                  <a:pt x="1754" y="921"/>
                  <a:pt x="1758" y="926"/>
                </a:cubicBezTo>
                <a:cubicBezTo>
                  <a:pt x="1753" y="927"/>
                  <a:pt x="1749" y="924"/>
                  <a:pt x="1745" y="919"/>
                </a:cubicBezTo>
                <a:close/>
                <a:moveTo>
                  <a:pt x="1748" y="887"/>
                </a:moveTo>
                <a:cubicBezTo>
                  <a:pt x="1753" y="888"/>
                  <a:pt x="1756" y="887"/>
                  <a:pt x="1757" y="883"/>
                </a:cubicBezTo>
                <a:cubicBezTo>
                  <a:pt x="1749" y="872"/>
                  <a:pt x="1751" y="864"/>
                  <a:pt x="1748" y="855"/>
                </a:cubicBezTo>
                <a:cubicBezTo>
                  <a:pt x="1744" y="847"/>
                  <a:pt x="1757" y="859"/>
                  <a:pt x="1751" y="860"/>
                </a:cubicBezTo>
                <a:cubicBezTo>
                  <a:pt x="1761" y="877"/>
                  <a:pt x="1757" y="889"/>
                  <a:pt x="1764" y="905"/>
                </a:cubicBezTo>
                <a:cubicBezTo>
                  <a:pt x="1757" y="904"/>
                  <a:pt x="1755" y="890"/>
                  <a:pt x="1748" y="887"/>
                </a:cubicBezTo>
                <a:close/>
                <a:moveTo>
                  <a:pt x="1899" y="1053"/>
                </a:moveTo>
                <a:cubicBezTo>
                  <a:pt x="1908" y="1053"/>
                  <a:pt x="1901" y="1064"/>
                  <a:pt x="1908" y="1069"/>
                </a:cubicBezTo>
                <a:cubicBezTo>
                  <a:pt x="1899" y="1072"/>
                  <a:pt x="1899" y="1059"/>
                  <a:pt x="1899" y="1053"/>
                </a:cubicBezTo>
                <a:close/>
                <a:moveTo>
                  <a:pt x="2053" y="1297"/>
                </a:moveTo>
                <a:cubicBezTo>
                  <a:pt x="2049" y="1301"/>
                  <a:pt x="2046" y="1299"/>
                  <a:pt x="2043" y="1300"/>
                </a:cubicBezTo>
                <a:cubicBezTo>
                  <a:pt x="2037" y="1297"/>
                  <a:pt x="2031" y="1295"/>
                  <a:pt x="2025" y="1295"/>
                </a:cubicBezTo>
                <a:cubicBezTo>
                  <a:pt x="2018" y="1297"/>
                  <a:pt x="2013" y="1293"/>
                  <a:pt x="2007" y="1294"/>
                </a:cubicBezTo>
                <a:cubicBezTo>
                  <a:pt x="2001" y="1292"/>
                  <a:pt x="1994" y="1294"/>
                  <a:pt x="1988" y="1292"/>
                </a:cubicBezTo>
                <a:cubicBezTo>
                  <a:pt x="1975" y="1293"/>
                  <a:pt x="1964" y="1288"/>
                  <a:pt x="1950" y="1293"/>
                </a:cubicBezTo>
                <a:cubicBezTo>
                  <a:pt x="1939" y="1289"/>
                  <a:pt x="1924" y="1295"/>
                  <a:pt x="1913" y="1290"/>
                </a:cubicBezTo>
                <a:cubicBezTo>
                  <a:pt x="1886" y="1298"/>
                  <a:pt x="1861" y="1300"/>
                  <a:pt x="1838" y="1296"/>
                </a:cubicBezTo>
                <a:cubicBezTo>
                  <a:pt x="1825" y="1302"/>
                  <a:pt x="1814" y="1301"/>
                  <a:pt x="1801" y="1305"/>
                </a:cubicBezTo>
                <a:cubicBezTo>
                  <a:pt x="1791" y="1302"/>
                  <a:pt x="1779" y="1309"/>
                  <a:pt x="1769" y="1305"/>
                </a:cubicBezTo>
                <a:cubicBezTo>
                  <a:pt x="1757" y="1309"/>
                  <a:pt x="1746" y="1307"/>
                  <a:pt x="1734" y="1310"/>
                </a:cubicBezTo>
                <a:cubicBezTo>
                  <a:pt x="1722" y="1312"/>
                  <a:pt x="1713" y="1308"/>
                  <a:pt x="1700" y="1314"/>
                </a:cubicBezTo>
                <a:cubicBezTo>
                  <a:pt x="1704" y="1301"/>
                  <a:pt x="1717" y="1312"/>
                  <a:pt x="1726" y="1302"/>
                </a:cubicBezTo>
                <a:cubicBezTo>
                  <a:pt x="1736" y="1301"/>
                  <a:pt x="1745" y="1298"/>
                  <a:pt x="1756" y="1292"/>
                </a:cubicBezTo>
                <a:cubicBezTo>
                  <a:pt x="1761" y="1295"/>
                  <a:pt x="1769" y="1289"/>
                  <a:pt x="1775" y="1290"/>
                </a:cubicBezTo>
                <a:cubicBezTo>
                  <a:pt x="1782" y="1288"/>
                  <a:pt x="1787" y="1287"/>
                  <a:pt x="1792" y="1289"/>
                </a:cubicBezTo>
                <a:cubicBezTo>
                  <a:pt x="1805" y="1283"/>
                  <a:pt x="1816" y="1288"/>
                  <a:pt x="1829" y="1281"/>
                </a:cubicBezTo>
                <a:cubicBezTo>
                  <a:pt x="1840" y="1283"/>
                  <a:pt x="1854" y="1277"/>
                  <a:pt x="1866" y="1278"/>
                </a:cubicBezTo>
                <a:cubicBezTo>
                  <a:pt x="1877" y="1279"/>
                  <a:pt x="1888" y="1279"/>
                  <a:pt x="1900" y="1276"/>
                </a:cubicBezTo>
                <a:cubicBezTo>
                  <a:pt x="1906" y="1279"/>
                  <a:pt x="1913" y="1276"/>
                  <a:pt x="1918" y="1278"/>
                </a:cubicBezTo>
                <a:cubicBezTo>
                  <a:pt x="1921" y="1279"/>
                  <a:pt x="1925" y="1278"/>
                  <a:pt x="1929" y="1275"/>
                </a:cubicBezTo>
                <a:cubicBezTo>
                  <a:pt x="1930" y="1280"/>
                  <a:pt x="1933" y="1278"/>
                  <a:pt x="1936" y="1277"/>
                </a:cubicBezTo>
                <a:cubicBezTo>
                  <a:pt x="1946" y="1280"/>
                  <a:pt x="1958" y="1277"/>
                  <a:pt x="1968" y="1283"/>
                </a:cubicBezTo>
                <a:cubicBezTo>
                  <a:pt x="1975" y="1279"/>
                  <a:pt x="1979" y="1283"/>
                  <a:pt x="1984" y="1285"/>
                </a:cubicBezTo>
                <a:cubicBezTo>
                  <a:pt x="1988" y="1283"/>
                  <a:pt x="1991" y="1286"/>
                  <a:pt x="1995" y="1283"/>
                </a:cubicBezTo>
                <a:cubicBezTo>
                  <a:pt x="1996" y="1287"/>
                  <a:pt x="1999" y="1286"/>
                  <a:pt x="2002" y="1285"/>
                </a:cubicBezTo>
                <a:cubicBezTo>
                  <a:pt x="2006" y="1290"/>
                  <a:pt x="2013" y="1283"/>
                  <a:pt x="2018" y="1287"/>
                </a:cubicBezTo>
                <a:cubicBezTo>
                  <a:pt x="2024" y="1285"/>
                  <a:pt x="2028" y="1290"/>
                  <a:pt x="2035" y="1287"/>
                </a:cubicBezTo>
                <a:cubicBezTo>
                  <a:pt x="2043" y="1293"/>
                  <a:pt x="2052" y="1295"/>
                  <a:pt x="2061" y="1296"/>
                </a:cubicBezTo>
                <a:cubicBezTo>
                  <a:pt x="2064" y="1302"/>
                  <a:pt x="2054" y="1301"/>
                  <a:pt x="2053" y="1297"/>
                </a:cubicBezTo>
                <a:close/>
                <a:moveTo>
                  <a:pt x="2404" y="1549"/>
                </a:moveTo>
                <a:cubicBezTo>
                  <a:pt x="2399" y="1554"/>
                  <a:pt x="2397" y="1547"/>
                  <a:pt x="2394" y="1546"/>
                </a:cubicBezTo>
                <a:cubicBezTo>
                  <a:pt x="2391" y="1541"/>
                  <a:pt x="2386" y="1546"/>
                  <a:pt x="2384" y="1539"/>
                </a:cubicBezTo>
                <a:cubicBezTo>
                  <a:pt x="2391" y="1542"/>
                  <a:pt x="2399" y="1540"/>
                  <a:pt x="2404" y="1549"/>
                </a:cubicBezTo>
                <a:close/>
                <a:moveTo>
                  <a:pt x="2229" y="1440"/>
                </a:moveTo>
                <a:cubicBezTo>
                  <a:pt x="2232" y="1446"/>
                  <a:pt x="2222" y="1445"/>
                  <a:pt x="2221" y="1442"/>
                </a:cubicBezTo>
                <a:cubicBezTo>
                  <a:pt x="2218" y="1438"/>
                  <a:pt x="2212" y="1445"/>
                  <a:pt x="2209" y="1437"/>
                </a:cubicBezTo>
                <a:cubicBezTo>
                  <a:pt x="2217" y="1433"/>
                  <a:pt x="2222" y="1443"/>
                  <a:pt x="2229" y="1440"/>
                </a:cubicBezTo>
                <a:close/>
                <a:moveTo>
                  <a:pt x="2218" y="1452"/>
                </a:moveTo>
                <a:cubicBezTo>
                  <a:pt x="2223" y="1455"/>
                  <a:pt x="2228" y="1459"/>
                  <a:pt x="2234" y="1455"/>
                </a:cubicBezTo>
                <a:cubicBezTo>
                  <a:pt x="2288" y="1475"/>
                  <a:pt x="2293" y="1480"/>
                  <a:pt x="2299" y="1481"/>
                </a:cubicBezTo>
                <a:cubicBezTo>
                  <a:pt x="2317" y="1498"/>
                  <a:pt x="2308" y="1490"/>
                  <a:pt x="2305" y="1492"/>
                </a:cubicBezTo>
                <a:cubicBezTo>
                  <a:pt x="2286" y="1487"/>
                  <a:pt x="2286" y="1482"/>
                  <a:pt x="2283" y="1484"/>
                </a:cubicBezTo>
                <a:cubicBezTo>
                  <a:pt x="2258" y="1470"/>
                  <a:pt x="2253" y="1477"/>
                  <a:pt x="2250" y="1473"/>
                </a:cubicBezTo>
                <a:cubicBezTo>
                  <a:pt x="2187" y="1460"/>
                  <a:pt x="2179" y="1466"/>
                  <a:pt x="2175" y="1459"/>
                </a:cubicBezTo>
                <a:cubicBezTo>
                  <a:pt x="2134" y="1457"/>
                  <a:pt x="2129" y="1454"/>
                  <a:pt x="2123" y="1455"/>
                </a:cubicBezTo>
                <a:cubicBezTo>
                  <a:pt x="2073" y="1454"/>
                  <a:pt x="2058" y="1457"/>
                  <a:pt x="2045" y="1452"/>
                </a:cubicBezTo>
                <a:cubicBezTo>
                  <a:pt x="2019" y="1457"/>
                  <a:pt x="2017" y="1450"/>
                  <a:pt x="2012" y="1452"/>
                </a:cubicBezTo>
                <a:cubicBezTo>
                  <a:pt x="1949" y="1446"/>
                  <a:pt x="1935" y="1448"/>
                  <a:pt x="1922" y="1443"/>
                </a:cubicBezTo>
                <a:cubicBezTo>
                  <a:pt x="1936" y="1440"/>
                  <a:pt x="1941" y="1439"/>
                  <a:pt x="1945" y="1442"/>
                </a:cubicBezTo>
                <a:cubicBezTo>
                  <a:pt x="1986" y="1440"/>
                  <a:pt x="1997" y="1437"/>
                  <a:pt x="2007" y="1437"/>
                </a:cubicBezTo>
                <a:cubicBezTo>
                  <a:pt x="2068" y="1434"/>
                  <a:pt x="2076" y="1433"/>
                  <a:pt x="2083" y="1436"/>
                </a:cubicBezTo>
                <a:cubicBezTo>
                  <a:pt x="2113" y="1436"/>
                  <a:pt x="2118" y="1440"/>
                  <a:pt x="2125" y="1443"/>
                </a:cubicBezTo>
                <a:cubicBezTo>
                  <a:pt x="2145" y="1442"/>
                  <a:pt x="2147" y="1440"/>
                  <a:pt x="2150" y="1440"/>
                </a:cubicBezTo>
                <a:cubicBezTo>
                  <a:pt x="2168" y="1441"/>
                  <a:pt x="2177" y="1445"/>
                  <a:pt x="2188" y="1446"/>
                </a:cubicBezTo>
                <a:close/>
                <a:moveTo>
                  <a:pt x="1837" y="1432"/>
                </a:moveTo>
                <a:cubicBezTo>
                  <a:pt x="1833" y="1428"/>
                  <a:pt x="1827" y="1435"/>
                  <a:pt x="1824" y="1430"/>
                </a:cubicBezTo>
                <a:cubicBezTo>
                  <a:pt x="1800" y="1417"/>
                  <a:pt x="1814" y="1418"/>
                  <a:pt x="1828" y="1416"/>
                </a:cubicBezTo>
                <a:cubicBezTo>
                  <a:pt x="1855" y="1417"/>
                  <a:pt x="1860" y="1420"/>
                  <a:pt x="1867" y="1418"/>
                </a:cubicBezTo>
                <a:cubicBezTo>
                  <a:pt x="1989" y="1414"/>
                  <a:pt x="1996" y="1407"/>
                  <a:pt x="2000" y="1409"/>
                </a:cubicBezTo>
                <a:cubicBezTo>
                  <a:pt x="2046" y="1406"/>
                  <a:pt x="2049" y="1413"/>
                  <a:pt x="2054" y="1411"/>
                </a:cubicBezTo>
                <a:cubicBezTo>
                  <a:pt x="2096" y="1413"/>
                  <a:pt x="2098" y="1416"/>
                  <a:pt x="2099" y="1418"/>
                </a:cubicBezTo>
                <a:cubicBezTo>
                  <a:pt x="2128" y="1421"/>
                  <a:pt x="2138" y="1416"/>
                  <a:pt x="2146" y="1422"/>
                </a:cubicBezTo>
                <a:cubicBezTo>
                  <a:pt x="2180" y="1427"/>
                  <a:pt x="2194" y="1425"/>
                  <a:pt x="2193" y="1434"/>
                </a:cubicBezTo>
                <a:cubicBezTo>
                  <a:pt x="2164" y="1426"/>
                  <a:pt x="2158" y="1431"/>
                  <a:pt x="2153" y="1430"/>
                </a:cubicBezTo>
                <a:cubicBezTo>
                  <a:pt x="2116" y="1430"/>
                  <a:pt x="2112" y="1427"/>
                  <a:pt x="2107" y="1426"/>
                </a:cubicBezTo>
                <a:cubicBezTo>
                  <a:pt x="2042" y="1426"/>
                  <a:pt x="2035" y="1425"/>
                  <a:pt x="2027" y="1426"/>
                </a:cubicBezTo>
                <a:cubicBezTo>
                  <a:pt x="1999" y="1427"/>
                  <a:pt x="1993" y="1427"/>
                  <a:pt x="1985" y="1429"/>
                </a:cubicBezTo>
                <a:cubicBezTo>
                  <a:pt x="1950" y="1425"/>
                  <a:pt x="1944" y="1432"/>
                  <a:pt x="1941" y="1430"/>
                </a:cubicBezTo>
                <a:cubicBezTo>
                  <a:pt x="1872" y="1429"/>
                  <a:pt x="1865" y="1431"/>
                  <a:pt x="1858" y="1429"/>
                </a:cubicBezTo>
                <a:cubicBezTo>
                  <a:pt x="1849" y="1435"/>
                  <a:pt x="1839" y="1430"/>
                  <a:pt x="1837" y="1432"/>
                </a:cubicBezTo>
                <a:close/>
                <a:moveTo>
                  <a:pt x="1939" y="1469"/>
                </a:moveTo>
                <a:cubicBezTo>
                  <a:pt x="1935" y="1466"/>
                  <a:pt x="1928" y="1469"/>
                  <a:pt x="1923" y="1466"/>
                </a:cubicBezTo>
                <a:cubicBezTo>
                  <a:pt x="1884" y="1451"/>
                  <a:pt x="1888" y="1455"/>
                  <a:pt x="1890" y="1459"/>
                </a:cubicBezTo>
                <a:cubicBezTo>
                  <a:pt x="1858" y="1437"/>
                  <a:pt x="1867" y="1444"/>
                  <a:pt x="1880" y="1441"/>
                </a:cubicBezTo>
                <a:cubicBezTo>
                  <a:pt x="1933" y="1451"/>
                  <a:pt x="1937" y="1458"/>
                  <a:pt x="1943" y="1455"/>
                </a:cubicBezTo>
                <a:cubicBezTo>
                  <a:pt x="1998" y="1461"/>
                  <a:pt x="2004" y="1461"/>
                  <a:pt x="2009" y="1463"/>
                </a:cubicBezTo>
                <a:cubicBezTo>
                  <a:pt x="2047" y="1466"/>
                  <a:pt x="2052" y="1460"/>
                  <a:pt x="2054" y="1464"/>
                </a:cubicBezTo>
                <a:cubicBezTo>
                  <a:pt x="2083" y="1468"/>
                  <a:pt x="2090" y="1465"/>
                  <a:pt x="2095" y="1468"/>
                </a:cubicBezTo>
                <a:cubicBezTo>
                  <a:pt x="2148" y="1472"/>
                  <a:pt x="2152" y="1466"/>
                  <a:pt x="2155" y="1470"/>
                </a:cubicBezTo>
                <a:cubicBezTo>
                  <a:pt x="2187" y="1471"/>
                  <a:pt x="2188" y="1478"/>
                  <a:pt x="2193" y="1475"/>
                </a:cubicBezTo>
                <a:cubicBezTo>
                  <a:pt x="2225" y="1478"/>
                  <a:pt x="2227" y="1479"/>
                  <a:pt x="2230" y="1478"/>
                </a:cubicBezTo>
                <a:cubicBezTo>
                  <a:pt x="2258" y="1485"/>
                  <a:pt x="2266" y="1491"/>
                  <a:pt x="2275" y="1491"/>
                </a:cubicBezTo>
                <a:cubicBezTo>
                  <a:pt x="2322" y="1512"/>
                  <a:pt x="2324" y="1513"/>
                  <a:pt x="2328" y="1512"/>
                </a:cubicBezTo>
                <a:cubicBezTo>
                  <a:pt x="2340" y="1531"/>
                  <a:pt x="2336" y="1519"/>
                  <a:pt x="2329" y="1520"/>
                </a:cubicBezTo>
                <a:cubicBezTo>
                  <a:pt x="2275" y="1502"/>
                  <a:pt x="2270" y="1508"/>
                  <a:pt x="2268" y="1504"/>
                </a:cubicBezTo>
                <a:cubicBezTo>
                  <a:pt x="2228" y="1501"/>
                  <a:pt x="2217" y="1494"/>
                  <a:pt x="2203" y="1499"/>
                </a:cubicBezTo>
                <a:cubicBezTo>
                  <a:pt x="2123" y="1486"/>
                  <a:pt x="2112" y="1488"/>
                  <a:pt x="2103" y="1484"/>
                </a:cubicBezTo>
                <a:cubicBezTo>
                  <a:pt x="2039" y="1476"/>
                  <a:pt x="2032" y="1479"/>
                  <a:pt x="2026" y="1477"/>
                </a:cubicBezTo>
                <a:cubicBezTo>
                  <a:pt x="1998" y="1472"/>
                  <a:pt x="1994" y="1475"/>
                  <a:pt x="1991" y="1473"/>
                </a:cubicBezTo>
                <a:cubicBezTo>
                  <a:pt x="1951" y="1468"/>
                  <a:pt x="1945" y="1469"/>
                  <a:pt x="1939" y="1469"/>
                </a:cubicBezTo>
                <a:close/>
                <a:moveTo>
                  <a:pt x="2404" y="1570"/>
                </a:moveTo>
                <a:cubicBezTo>
                  <a:pt x="2402" y="1568"/>
                  <a:pt x="2400" y="1567"/>
                  <a:pt x="2397" y="1568"/>
                </a:cubicBezTo>
                <a:cubicBezTo>
                  <a:pt x="2367" y="1566"/>
                  <a:pt x="2365" y="1556"/>
                  <a:pt x="2359" y="1562"/>
                </a:cubicBezTo>
                <a:cubicBezTo>
                  <a:pt x="2288" y="1556"/>
                  <a:pt x="2272" y="1547"/>
                  <a:pt x="2253" y="1547"/>
                </a:cubicBezTo>
                <a:cubicBezTo>
                  <a:pt x="2218" y="1542"/>
                  <a:pt x="2209" y="1543"/>
                  <a:pt x="2201" y="1538"/>
                </a:cubicBezTo>
                <a:cubicBezTo>
                  <a:pt x="2100" y="1527"/>
                  <a:pt x="2096" y="1523"/>
                  <a:pt x="2089" y="1527"/>
                </a:cubicBezTo>
                <a:cubicBezTo>
                  <a:pt x="2042" y="1515"/>
                  <a:pt x="2039" y="1515"/>
                  <a:pt x="2036" y="1516"/>
                </a:cubicBezTo>
                <a:cubicBezTo>
                  <a:pt x="2006" y="1503"/>
                  <a:pt x="1996" y="1501"/>
                  <a:pt x="1986" y="1499"/>
                </a:cubicBezTo>
                <a:cubicBezTo>
                  <a:pt x="1955" y="1480"/>
                  <a:pt x="1965" y="1481"/>
                  <a:pt x="1965" y="1484"/>
                </a:cubicBezTo>
                <a:cubicBezTo>
                  <a:pt x="2005" y="1491"/>
                  <a:pt x="2015" y="1484"/>
                  <a:pt x="2021" y="1489"/>
                </a:cubicBezTo>
                <a:cubicBezTo>
                  <a:pt x="2072" y="1496"/>
                  <a:pt x="2081" y="1490"/>
                  <a:pt x="2087" y="1496"/>
                </a:cubicBezTo>
                <a:cubicBezTo>
                  <a:pt x="2181" y="1502"/>
                  <a:pt x="2186" y="1511"/>
                  <a:pt x="2195" y="1506"/>
                </a:cubicBezTo>
                <a:cubicBezTo>
                  <a:pt x="2222" y="1510"/>
                  <a:pt x="2230" y="1509"/>
                  <a:pt x="2237" y="1512"/>
                </a:cubicBezTo>
                <a:cubicBezTo>
                  <a:pt x="2266" y="1517"/>
                  <a:pt x="2272" y="1522"/>
                  <a:pt x="2281" y="1517"/>
                </a:cubicBezTo>
                <a:cubicBezTo>
                  <a:pt x="2305" y="1528"/>
                  <a:pt x="2313" y="1523"/>
                  <a:pt x="2317" y="1530"/>
                </a:cubicBezTo>
                <a:cubicBezTo>
                  <a:pt x="2373" y="1547"/>
                  <a:pt x="2379" y="1556"/>
                  <a:pt x="2387" y="1555"/>
                </a:cubicBezTo>
                <a:close/>
                <a:moveTo>
                  <a:pt x="2415" y="1543"/>
                </a:moveTo>
                <a:cubicBezTo>
                  <a:pt x="2404" y="1540"/>
                  <a:pt x="2406" y="1521"/>
                  <a:pt x="2397" y="1515"/>
                </a:cubicBezTo>
                <a:cubicBezTo>
                  <a:pt x="2387" y="1473"/>
                  <a:pt x="2389" y="1470"/>
                  <a:pt x="2388" y="1467"/>
                </a:cubicBezTo>
                <a:cubicBezTo>
                  <a:pt x="2377" y="1431"/>
                  <a:pt x="2383" y="1426"/>
                  <a:pt x="2382" y="1420"/>
                </a:cubicBezTo>
                <a:cubicBezTo>
                  <a:pt x="2380" y="1349"/>
                  <a:pt x="2390" y="1332"/>
                  <a:pt x="2387" y="1312"/>
                </a:cubicBezTo>
                <a:cubicBezTo>
                  <a:pt x="2396" y="1258"/>
                  <a:pt x="2399" y="1241"/>
                  <a:pt x="2396" y="1221"/>
                </a:cubicBezTo>
                <a:cubicBezTo>
                  <a:pt x="2405" y="1198"/>
                  <a:pt x="2400" y="1192"/>
                  <a:pt x="2401" y="1189"/>
                </a:cubicBezTo>
                <a:cubicBezTo>
                  <a:pt x="2410" y="1152"/>
                  <a:pt x="2405" y="1144"/>
                  <a:pt x="2412" y="1139"/>
                </a:cubicBezTo>
                <a:cubicBezTo>
                  <a:pt x="2410" y="1091"/>
                  <a:pt x="2419" y="1081"/>
                  <a:pt x="2416" y="1069"/>
                </a:cubicBezTo>
                <a:cubicBezTo>
                  <a:pt x="2425" y="1097"/>
                  <a:pt x="2421" y="1103"/>
                  <a:pt x="2425" y="1111"/>
                </a:cubicBezTo>
                <a:cubicBezTo>
                  <a:pt x="2419" y="1179"/>
                  <a:pt x="2424" y="1184"/>
                  <a:pt x="2417" y="1186"/>
                </a:cubicBezTo>
                <a:cubicBezTo>
                  <a:pt x="2408" y="1244"/>
                  <a:pt x="2414" y="1253"/>
                  <a:pt x="2408" y="1259"/>
                </a:cubicBezTo>
                <a:cubicBezTo>
                  <a:pt x="2410" y="1288"/>
                  <a:pt x="2405" y="1294"/>
                  <a:pt x="2405" y="1302"/>
                </a:cubicBezTo>
                <a:cubicBezTo>
                  <a:pt x="2396" y="1349"/>
                  <a:pt x="2402" y="1358"/>
                  <a:pt x="2395" y="1363"/>
                </a:cubicBezTo>
                <a:cubicBezTo>
                  <a:pt x="2400" y="1461"/>
                  <a:pt x="2401" y="1466"/>
                  <a:pt x="2398" y="1470"/>
                </a:cubicBezTo>
                <a:cubicBezTo>
                  <a:pt x="2403" y="1489"/>
                  <a:pt x="2406" y="1498"/>
                  <a:pt x="2403" y="1505"/>
                </a:cubicBezTo>
                <a:cubicBezTo>
                  <a:pt x="2419" y="1544"/>
                  <a:pt x="2416" y="1544"/>
                  <a:pt x="2415" y="1543"/>
                </a:cubicBezTo>
                <a:close/>
                <a:moveTo>
                  <a:pt x="2425" y="1528"/>
                </a:moveTo>
                <a:cubicBezTo>
                  <a:pt x="2428" y="1526"/>
                  <a:pt x="2421" y="1525"/>
                  <a:pt x="2425" y="1523"/>
                </a:cubicBezTo>
                <a:cubicBezTo>
                  <a:pt x="2417" y="1479"/>
                  <a:pt x="2413" y="1475"/>
                  <a:pt x="2411" y="1471"/>
                </a:cubicBezTo>
                <a:cubicBezTo>
                  <a:pt x="2408" y="1434"/>
                  <a:pt x="2409" y="1428"/>
                  <a:pt x="2410" y="1422"/>
                </a:cubicBezTo>
                <a:cubicBezTo>
                  <a:pt x="2410" y="1357"/>
                  <a:pt x="2411" y="1351"/>
                  <a:pt x="2408" y="1344"/>
                </a:cubicBezTo>
                <a:cubicBezTo>
                  <a:pt x="2417" y="1287"/>
                  <a:pt x="2417" y="1284"/>
                  <a:pt x="2417" y="1280"/>
                </a:cubicBezTo>
                <a:cubicBezTo>
                  <a:pt x="2426" y="1222"/>
                  <a:pt x="2428" y="1210"/>
                  <a:pt x="2429" y="1197"/>
                </a:cubicBezTo>
                <a:cubicBezTo>
                  <a:pt x="2430" y="1175"/>
                  <a:pt x="2432" y="1173"/>
                  <a:pt x="2431" y="1169"/>
                </a:cubicBezTo>
                <a:cubicBezTo>
                  <a:pt x="2433" y="1135"/>
                  <a:pt x="2430" y="1128"/>
                  <a:pt x="2431" y="1122"/>
                </a:cubicBezTo>
                <a:cubicBezTo>
                  <a:pt x="2429" y="1077"/>
                  <a:pt x="2426" y="1069"/>
                  <a:pt x="2424" y="1061"/>
                </a:cubicBezTo>
                <a:cubicBezTo>
                  <a:pt x="2415" y="977"/>
                  <a:pt x="2410" y="950"/>
                  <a:pt x="2400" y="922"/>
                </a:cubicBezTo>
                <a:cubicBezTo>
                  <a:pt x="2412" y="962"/>
                  <a:pt x="2421" y="970"/>
                  <a:pt x="2417" y="974"/>
                </a:cubicBezTo>
                <a:cubicBezTo>
                  <a:pt x="2428" y="1034"/>
                  <a:pt x="2433" y="1041"/>
                  <a:pt x="2430" y="1046"/>
                </a:cubicBezTo>
                <a:cubicBezTo>
                  <a:pt x="2445" y="1113"/>
                  <a:pt x="2443" y="1123"/>
                  <a:pt x="2445" y="1135"/>
                </a:cubicBezTo>
                <a:cubicBezTo>
                  <a:pt x="2445" y="1210"/>
                  <a:pt x="2447" y="1217"/>
                  <a:pt x="2443" y="1222"/>
                </a:cubicBezTo>
                <a:cubicBezTo>
                  <a:pt x="2443" y="1247"/>
                  <a:pt x="2445" y="1254"/>
                  <a:pt x="2443" y="1260"/>
                </a:cubicBezTo>
                <a:cubicBezTo>
                  <a:pt x="2436" y="1287"/>
                  <a:pt x="2437" y="1290"/>
                  <a:pt x="2439" y="1294"/>
                </a:cubicBezTo>
                <a:cubicBezTo>
                  <a:pt x="2433" y="1322"/>
                  <a:pt x="2433" y="1325"/>
                  <a:pt x="2435" y="1329"/>
                </a:cubicBezTo>
                <a:cubicBezTo>
                  <a:pt x="2427" y="1392"/>
                  <a:pt x="2423" y="1402"/>
                  <a:pt x="2424" y="1415"/>
                </a:cubicBezTo>
                <a:cubicBezTo>
                  <a:pt x="2421" y="1474"/>
                  <a:pt x="2428" y="1482"/>
                  <a:pt x="2422" y="1486"/>
                </a:cubicBezTo>
                <a:cubicBezTo>
                  <a:pt x="2428" y="1532"/>
                  <a:pt x="2437" y="1539"/>
                  <a:pt x="2429" y="1541"/>
                </a:cubicBezTo>
                <a:close/>
                <a:moveTo>
                  <a:pt x="2431" y="1549"/>
                </a:moveTo>
                <a:cubicBezTo>
                  <a:pt x="2434" y="1548"/>
                  <a:pt x="2436" y="1553"/>
                  <a:pt x="2438" y="1557"/>
                </a:cubicBezTo>
                <a:cubicBezTo>
                  <a:pt x="2432" y="1559"/>
                  <a:pt x="2429" y="1553"/>
                  <a:pt x="2431" y="1549"/>
                </a:cubicBezTo>
                <a:close/>
                <a:moveTo>
                  <a:pt x="2445" y="1544"/>
                </a:moveTo>
                <a:cubicBezTo>
                  <a:pt x="2441" y="1537"/>
                  <a:pt x="2445" y="1533"/>
                  <a:pt x="2446" y="1529"/>
                </a:cubicBezTo>
                <a:cubicBezTo>
                  <a:pt x="2434" y="1477"/>
                  <a:pt x="2436" y="1470"/>
                  <a:pt x="2435" y="1461"/>
                </a:cubicBezTo>
                <a:cubicBezTo>
                  <a:pt x="2431" y="1382"/>
                  <a:pt x="2442" y="1381"/>
                  <a:pt x="2437" y="1375"/>
                </a:cubicBezTo>
                <a:cubicBezTo>
                  <a:pt x="2442" y="1336"/>
                  <a:pt x="2445" y="1332"/>
                  <a:pt x="2443" y="1327"/>
                </a:cubicBezTo>
                <a:cubicBezTo>
                  <a:pt x="2449" y="1291"/>
                  <a:pt x="2446" y="1287"/>
                  <a:pt x="2449" y="1286"/>
                </a:cubicBezTo>
                <a:cubicBezTo>
                  <a:pt x="2452" y="1261"/>
                  <a:pt x="2454" y="1254"/>
                  <a:pt x="2453" y="1245"/>
                </a:cubicBezTo>
                <a:cubicBezTo>
                  <a:pt x="2459" y="1214"/>
                  <a:pt x="2452" y="1204"/>
                  <a:pt x="2455" y="1197"/>
                </a:cubicBezTo>
                <a:cubicBezTo>
                  <a:pt x="2453" y="1139"/>
                  <a:pt x="2455" y="1131"/>
                  <a:pt x="2456" y="1123"/>
                </a:cubicBezTo>
                <a:cubicBezTo>
                  <a:pt x="2439" y="1038"/>
                  <a:pt x="2437" y="1032"/>
                  <a:pt x="2434" y="1027"/>
                </a:cubicBezTo>
                <a:cubicBezTo>
                  <a:pt x="2439" y="997"/>
                  <a:pt x="2433" y="1009"/>
                  <a:pt x="2439" y="1015"/>
                </a:cubicBezTo>
                <a:cubicBezTo>
                  <a:pt x="2455" y="1079"/>
                  <a:pt x="2455" y="1085"/>
                  <a:pt x="2459" y="1092"/>
                </a:cubicBezTo>
                <a:cubicBezTo>
                  <a:pt x="2464" y="1151"/>
                  <a:pt x="2466" y="1158"/>
                  <a:pt x="2467" y="1164"/>
                </a:cubicBezTo>
                <a:cubicBezTo>
                  <a:pt x="2464" y="1223"/>
                  <a:pt x="2467" y="1230"/>
                  <a:pt x="2465" y="1236"/>
                </a:cubicBezTo>
                <a:cubicBezTo>
                  <a:pt x="2459" y="1291"/>
                  <a:pt x="2461" y="1298"/>
                  <a:pt x="2459" y="1304"/>
                </a:cubicBezTo>
                <a:cubicBezTo>
                  <a:pt x="2458" y="1333"/>
                  <a:pt x="2457" y="1336"/>
                  <a:pt x="2455" y="1338"/>
                </a:cubicBezTo>
                <a:cubicBezTo>
                  <a:pt x="2451" y="1379"/>
                  <a:pt x="2453" y="1385"/>
                  <a:pt x="2451" y="1390"/>
                </a:cubicBezTo>
                <a:cubicBezTo>
                  <a:pt x="2444" y="1465"/>
                  <a:pt x="2448" y="1472"/>
                  <a:pt x="2451" y="1479"/>
                </a:cubicBezTo>
                <a:cubicBezTo>
                  <a:pt x="2454" y="1522"/>
                  <a:pt x="2452" y="1527"/>
                  <a:pt x="2458" y="1534"/>
                </a:cubicBezTo>
                <a:cubicBezTo>
                  <a:pt x="2453" y="1572"/>
                  <a:pt x="2452" y="1555"/>
                  <a:pt x="2445" y="1544"/>
                </a:cubicBezTo>
                <a:close/>
                <a:moveTo>
                  <a:pt x="805" y="966"/>
                </a:moveTo>
                <a:cubicBezTo>
                  <a:pt x="811" y="972"/>
                  <a:pt x="817" y="979"/>
                  <a:pt x="829" y="983"/>
                </a:cubicBezTo>
                <a:cubicBezTo>
                  <a:pt x="856" y="1017"/>
                  <a:pt x="846" y="1012"/>
                  <a:pt x="841" y="1005"/>
                </a:cubicBezTo>
                <a:cubicBezTo>
                  <a:pt x="838" y="1014"/>
                  <a:pt x="839" y="1022"/>
                  <a:pt x="851" y="1025"/>
                </a:cubicBezTo>
                <a:cubicBezTo>
                  <a:pt x="876" y="1071"/>
                  <a:pt x="879" y="1077"/>
                  <a:pt x="878" y="1085"/>
                </a:cubicBezTo>
                <a:cubicBezTo>
                  <a:pt x="898" y="1121"/>
                  <a:pt x="888" y="1131"/>
                  <a:pt x="894" y="1134"/>
                </a:cubicBezTo>
                <a:cubicBezTo>
                  <a:pt x="910" y="1179"/>
                  <a:pt x="896" y="1188"/>
                  <a:pt x="907" y="1188"/>
                </a:cubicBezTo>
                <a:cubicBezTo>
                  <a:pt x="911" y="1155"/>
                  <a:pt x="911" y="1151"/>
                  <a:pt x="910" y="1148"/>
                </a:cubicBezTo>
                <a:cubicBezTo>
                  <a:pt x="917" y="1093"/>
                  <a:pt x="920" y="1093"/>
                  <a:pt x="922" y="1087"/>
                </a:cubicBezTo>
                <a:cubicBezTo>
                  <a:pt x="933" y="1041"/>
                  <a:pt x="940" y="1046"/>
                  <a:pt x="941" y="1038"/>
                </a:cubicBezTo>
                <a:cubicBezTo>
                  <a:pt x="985" y="998"/>
                  <a:pt x="994" y="988"/>
                  <a:pt x="1007" y="985"/>
                </a:cubicBezTo>
                <a:cubicBezTo>
                  <a:pt x="1059" y="966"/>
                  <a:pt x="1070" y="982"/>
                  <a:pt x="1071" y="970"/>
                </a:cubicBezTo>
                <a:cubicBezTo>
                  <a:pt x="1012" y="970"/>
                  <a:pt x="1008" y="971"/>
                  <a:pt x="1003" y="971"/>
                </a:cubicBezTo>
                <a:cubicBezTo>
                  <a:pt x="1007" y="965"/>
                  <a:pt x="1008" y="962"/>
                  <a:pt x="1007" y="956"/>
                </a:cubicBezTo>
                <a:cubicBezTo>
                  <a:pt x="1102" y="882"/>
                  <a:pt x="1115" y="872"/>
                  <a:pt x="1128" y="859"/>
                </a:cubicBezTo>
                <a:cubicBezTo>
                  <a:pt x="1161" y="831"/>
                  <a:pt x="1162" y="821"/>
                  <a:pt x="1167" y="823"/>
                </a:cubicBezTo>
                <a:cubicBezTo>
                  <a:pt x="1212" y="742"/>
                  <a:pt x="1213" y="732"/>
                  <a:pt x="1218" y="718"/>
                </a:cubicBezTo>
                <a:cubicBezTo>
                  <a:pt x="1250" y="668"/>
                  <a:pt x="1255" y="668"/>
                  <a:pt x="1259" y="664"/>
                </a:cubicBezTo>
                <a:cubicBezTo>
                  <a:pt x="1308" y="616"/>
                  <a:pt x="1311" y="613"/>
                  <a:pt x="1314" y="606"/>
                </a:cubicBezTo>
                <a:cubicBezTo>
                  <a:pt x="1275" y="632"/>
                  <a:pt x="1267" y="650"/>
                  <a:pt x="1253" y="655"/>
                </a:cubicBezTo>
                <a:cubicBezTo>
                  <a:pt x="1261" y="629"/>
                  <a:pt x="1258" y="633"/>
                  <a:pt x="1259" y="629"/>
                </a:cubicBezTo>
                <a:cubicBezTo>
                  <a:pt x="1298" y="597"/>
                  <a:pt x="1304" y="598"/>
                  <a:pt x="1308" y="597"/>
                </a:cubicBezTo>
                <a:cubicBezTo>
                  <a:pt x="1370" y="544"/>
                  <a:pt x="1387" y="533"/>
                  <a:pt x="1402" y="519"/>
                </a:cubicBezTo>
                <a:cubicBezTo>
                  <a:pt x="1432" y="471"/>
                  <a:pt x="1446" y="471"/>
                  <a:pt x="1439" y="466"/>
                </a:cubicBezTo>
                <a:cubicBezTo>
                  <a:pt x="1386" y="521"/>
                  <a:pt x="1379" y="524"/>
                  <a:pt x="1375" y="535"/>
                </a:cubicBezTo>
                <a:cubicBezTo>
                  <a:pt x="1279" y="601"/>
                  <a:pt x="1275" y="608"/>
                  <a:pt x="1269" y="608"/>
                </a:cubicBezTo>
                <a:cubicBezTo>
                  <a:pt x="1183" y="673"/>
                  <a:pt x="1173" y="679"/>
                  <a:pt x="1164" y="690"/>
                </a:cubicBezTo>
                <a:cubicBezTo>
                  <a:pt x="1129" y="719"/>
                  <a:pt x="1125" y="724"/>
                  <a:pt x="1122" y="732"/>
                </a:cubicBezTo>
                <a:cubicBezTo>
                  <a:pt x="1089" y="767"/>
                  <a:pt x="1082" y="764"/>
                  <a:pt x="1078" y="772"/>
                </a:cubicBezTo>
                <a:cubicBezTo>
                  <a:pt x="1033" y="821"/>
                  <a:pt x="1027" y="821"/>
                  <a:pt x="1023" y="830"/>
                </a:cubicBezTo>
                <a:cubicBezTo>
                  <a:pt x="986" y="864"/>
                  <a:pt x="977" y="877"/>
                  <a:pt x="968" y="888"/>
                </a:cubicBezTo>
                <a:cubicBezTo>
                  <a:pt x="927" y="943"/>
                  <a:pt x="925" y="947"/>
                  <a:pt x="922" y="946"/>
                </a:cubicBezTo>
                <a:cubicBezTo>
                  <a:pt x="956" y="891"/>
                  <a:pt x="964" y="876"/>
                  <a:pt x="980" y="848"/>
                </a:cubicBezTo>
                <a:cubicBezTo>
                  <a:pt x="1015" y="810"/>
                  <a:pt x="1016" y="802"/>
                  <a:pt x="1020" y="803"/>
                </a:cubicBezTo>
                <a:cubicBezTo>
                  <a:pt x="1059" y="757"/>
                  <a:pt x="1072" y="744"/>
                  <a:pt x="1085" y="731"/>
                </a:cubicBezTo>
                <a:cubicBezTo>
                  <a:pt x="1145" y="676"/>
                  <a:pt x="1148" y="673"/>
                  <a:pt x="1153" y="673"/>
                </a:cubicBezTo>
                <a:cubicBezTo>
                  <a:pt x="1207" y="625"/>
                  <a:pt x="1214" y="619"/>
                  <a:pt x="1222" y="618"/>
                </a:cubicBezTo>
                <a:cubicBezTo>
                  <a:pt x="1256" y="592"/>
                  <a:pt x="1268" y="581"/>
                  <a:pt x="1282" y="572"/>
                </a:cubicBezTo>
                <a:cubicBezTo>
                  <a:pt x="1311" y="532"/>
                  <a:pt x="1310" y="551"/>
                  <a:pt x="1302" y="549"/>
                </a:cubicBezTo>
                <a:cubicBezTo>
                  <a:pt x="1276" y="571"/>
                  <a:pt x="1268" y="574"/>
                  <a:pt x="1261" y="575"/>
                </a:cubicBezTo>
                <a:cubicBezTo>
                  <a:pt x="1227" y="601"/>
                  <a:pt x="1214" y="611"/>
                  <a:pt x="1202" y="622"/>
                </a:cubicBezTo>
                <a:cubicBezTo>
                  <a:pt x="1179" y="642"/>
                  <a:pt x="1172" y="637"/>
                  <a:pt x="1170" y="642"/>
                </a:cubicBezTo>
                <a:cubicBezTo>
                  <a:pt x="1179" y="629"/>
                  <a:pt x="1185" y="625"/>
                  <a:pt x="1188" y="616"/>
                </a:cubicBezTo>
                <a:cubicBezTo>
                  <a:pt x="1228" y="585"/>
                  <a:pt x="1233" y="582"/>
                  <a:pt x="1238" y="577"/>
                </a:cubicBezTo>
                <a:cubicBezTo>
                  <a:pt x="1277" y="547"/>
                  <a:pt x="1283" y="543"/>
                  <a:pt x="1290" y="541"/>
                </a:cubicBezTo>
                <a:cubicBezTo>
                  <a:pt x="1327" y="509"/>
                  <a:pt x="1332" y="505"/>
                  <a:pt x="1340" y="507"/>
                </a:cubicBezTo>
                <a:cubicBezTo>
                  <a:pt x="1394" y="460"/>
                  <a:pt x="1402" y="463"/>
                  <a:pt x="1406" y="454"/>
                </a:cubicBezTo>
                <a:cubicBezTo>
                  <a:pt x="1450" y="424"/>
                  <a:pt x="1446" y="420"/>
                  <a:pt x="1455" y="416"/>
                </a:cubicBezTo>
                <a:cubicBezTo>
                  <a:pt x="1506" y="363"/>
                  <a:pt x="1521" y="363"/>
                  <a:pt x="1515" y="354"/>
                </a:cubicBezTo>
                <a:cubicBezTo>
                  <a:pt x="1458" y="403"/>
                  <a:pt x="1455" y="404"/>
                  <a:pt x="1451" y="404"/>
                </a:cubicBezTo>
                <a:cubicBezTo>
                  <a:pt x="1396" y="438"/>
                  <a:pt x="1392" y="445"/>
                  <a:pt x="1385" y="444"/>
                </a:cubicBezTo>
                <a:cubicBezTo>
                  <a:pt x="1365" y="457"/>
                  <a:pt x="1366" y="454"/>
                  <a:pt x="1361" y="462"/>
                </a:cubicBezTo>
                <a:cubicBezTo>
                  <a:pt x="1344" y="457"/>
                  <a:pt x="1339" y="462"/>
                  <a:pt x="1334" y="465"/>
                </a:cubicBezTo>
                <a:cubicBezTo>
                  <a:pt x="1274" y="493"/>
                  <a:pt x="1268" y="499"/>
                  <a:pt x="1260" y="501"/>
                </a:cubicBezTo>
                <a:cubicBezTo>
                  <a:pt x="1232" y="514"/>
                  <a:pt x="1226" y="523"/>
                  <a:pt x="1219" y="528"/>
                </a:cubicBezTo>
                <a:cubicBezTo>
                  <a:pt x="1164" y="559"/>
                  <a:pt x="1151" y="570"/>
                  <a:pt x="1138" y="580"/>
                </a:cubicBezTo>
                <a:cubicBezTo>
                  <a:pt x="1086" y="621"/>
                  <a:pt x="1071" y="625"/>
                  <a:pt x="1060" y="639"/>
                </a:cubicBezTo>
                <a:cubicBezTo>
                  <a:pt x="1015" y="677"/>
                  <a:pt x="1009" y="682"/>
                  <a:pt x="1003" y="687"/>
                </a:cubicBezTo>
                <a:cubicBezTo>
                  <a:pt x="975" y="714"/>
                  <a:pt x="968" y="727"/>
                  <a:pt x="958" y="730"/>
                </a:cubicBezTo>
                <a:cubicBezTo>
                  <a:pt x="981" y="689"/>
                  <a:pt x="982" y="675"/>
                  <a:pt x="988" y="677"/>
                </a:cubicBezTo>
                <a:cubicBezTo>
                  <a:pt x="1041" y="611"/>
                  <a:pt x="1063" y="600"/>
                  <a:pt x="1079" y="575"/>
                </a:cubicBezTo>
                <a:cubicBezTo>
                  <a:pt x="1138" y="534"/>
                  <a:pt x="1146" y="530"/>
                  <a:pt x="1154" y="523"/>
                </a:cubicBezTo>
                <a:cubicBezTo>
                  <a:pt x="1241" y="472"/>
                  <a:pt x="1249" y="465"/>
                  <a:pt x="1258" y="463"/>
                </a:cubicBezTo>
                <a:cubicBezTo>
                  <a:pt x="1321" y="431"/>
                  <a:pt x="1332" y="431"/>
                  <a:pt x="1340" y="424"/>
                </a:cubicBezTo>
                <a:cubicBezTo>
                  <a:pt x="1375" y="406"/>
                  <a:pt x="1385" y="403"/>
                  <a:pt x="1395" y="401"/>
                </a:cubicBezTo>
                <a:cubicBezTo>
                  <a:pt x="1477" y="350"/>
                  <a:pt x="1483" y="350"/>
                  <a:pt x="1485" y="343"/>
                </a:cubicBezTo>
                <a:cubicBezTo>
                  <a:pt x="1473" y="345"/>
                  <a:pt x="1467" y="349"/>
                  <a:pt x="1461" y="354"/>
                </a:cubicBezTo>
                <a:cubicBezTo>
                  <a:pt x="1400" y="392"/>
                  <a:pt x="1390" y="385"/>
                  <a:pt x="1386" y="393"/>
                </a:cubicBezTo>
                <a:cubicBezTo>
                  <a:pt x="1344" y="417"/>
                  <a:pt x="1333" y="407"/>
                  <a:pt x="1330" y="419"/>
                </a:cubicBezTo>
                <a:cubicBezTo>
                  <a:pt x="1297" y="430"/>
                  <a:pt x="1284" y="437"/>
                  <a:pt x="1271" y="443"/>
                </a:cubicBezTo>
                <a:cubicBezTo>
                  <a:pt x="1209" y="472"/>
                  <a:pt x="1205" y="480"/>
                  <a:pt x="1198" y="483"/>
                </a:cubicBezTo>
                <a:cubicBezTo>
                  <a:pt x="1157" y="509"/>
                  <a:pt x="1151" y="512"/>
                  <a:pt x="1145" y="516"/>
                </a:cubicBezTo>
                <a:cubicBezTo>
                  <a:pt x="1121" y="528"/>
                  <a:pt x="1121" y="536"/>
                  <a:pt x="1117" y="535"/>
                </a:cubicBezTo>
                <a:cubicBezTo>
                  <a:pt x="1067" y="575"/>
                  <a:pt x="1064" y="578"/>
                  <a:pt x="1061" y="580"/>
                </a:cubicBezTo>
                <a:cubicBezTo>
                  <a:pt x="1038" y="600"/>
                  <a:pt x="1038" y="610"/>
                  <a:pt x="1032" y="608"/>
                </a:cubicBezTo>
                <a:cubicBezTo>
                  <a:pt x="973" y="664"/>
                  <a:pt x="975" y="683"/>
                  <a:pt x="969" y="678"/>
                </a:cubicBezTo>
                <a:cubicBezTo>
                  <a:pt x="969" y="656"/>
                  <a:pt x="973" y="647"/>
                  <a:pt x="981" y="645"/>
                </a:cubicBezTo>
                <a:cubicBezTo>
                  <a:pt x="1004" y="602"/>
                  <a:pt x="1011" y="602"/>
                  <a:pt x="1014" y="593"/>
                </a:cubicBezTo>
                <a:cubicBezTo>
                  <a:pt x="1083" y="533"/>
                  <a:pt x="1094" y="526"/>
                  <a:pt x="1103" y="516"/>
                </a:cubicBezTo>
                <a:cubicBezTo>
                  <a:pt x="1140" y="492"/>
                  <a:pt x="1145" y="487"/>
                  <a:pt x="1149" y="479"/>
                </a:cubicBezTo>
                <a:cubicBezTo>
                  <a:pt x="1250" y="423"/>
                  <a:pt x="1267" y="412"/>
                  <a:pt x="1286" y="408"/>
                </a:cubicBezTo>
                <a:cubicBezTo>
                  <a:pt x="1358" y="375"/>
                  <a:pt x="1378" y="371"/>
                  <a:pt x="1396" y="363"/>
                </a:cubicBezTo>
                <a:cubicBezTo>
                  <a:pt x="1444" y="352"/>
                  <a:pt x="1447" y="343"/>
                  <a:pt x="1454" y="348"/>
                </a:cubicBezTo>
                <a:cubicBezTo>
                  <a:pt x="1482" y="335"/>
                  <a:pt x="1487" y="328"/>
                  <a:pt x="1494" y="325"/>
                </a:cubicBezTo>
                <a:cubicBezTo>
                  <a:pt x="1523" y="318"/>
                  <a:pt x="1527" y="307"/>
                  <a:pt x="1536" y="309"/>
                </a:cubicBezTo>
                <a:cubicBezTo>
                  <a:pt x="1566" y="281"/>
                  <a:pt x="1572" y="284"/>
                  <a:pt x="1574" y="275"/>
                </a:cubicBezTo>
                <a:cubicBezTo>
                  <a:pt x="1535" y="290"/>
                  <a:pt x="1529" y="300"/>
                  <a:pt x="1520" y="302"/>
                </a:cubicBezTo>
                <a:cubicBezTo>
                  <a:pt x="1441" y="337"/>
                  <a:pt x="1437" y="341"/>
                  <a:pt x="1431" y="337"/>
                </a:cubicBezTo>
                <a:cubicBezTo>
                  <a:pt x="1384" y="362"/>
                  <a:pt x="1371" y="355"/>
                  <a:pt x="1364" y="364"/>
                </a:cubicBezTo>
                <a:cubicBezTo>
                  <a:pt x="1221" y="426"/>
                  <a:pt x="1214" y="424"/>
                  <a:pt x="1209" y="431"/>
                </a:cubicBezTo>
                <a:cubicBezTo>
                  <a:pt x="1155" y="462"/>
                  <a:pt x="1149" y="462"/>
                  <a:pt x="1146" y="472"/>
                </a:cubicBezTo>
                <a:cubicBezTo>
                  <a:pt x="1120" y="492"/>
                  <a:pt x="1108" y="498"/>
                  <a:pt x="1098" y="507"/>
                </a:cubicBezTo>
                <a:cubicBezTo>
                  <a:pt x="1031" y="555"/>
                  <a:pt x="1029" y="568"/>
                  <a:pt x="1022" y="568"/>
                </a:cubicBezTo>
                <a:cubicBezTo>
                  <a:pt x="987" y="600"/>
                  <a:pt x="987" y="618"/>
                  <a:pt x="977" y="611"/>
                </a:cubicBezTo>
                <a:cubicBezTo>
                  <a:pt x="1000" y="581"/>
                  <a:pt x="1007" y="572"/>
                  <a:pt x="1014" y="564"/>
                </a:cubicBezTo>
                <a:cubicBezTo>
                  <a:pt x="1065" y="510"/>
                  <a:pt x="1076" y="510"/>
                  <a:pt x="1081" y="496"/>
                </a:cubicBezTo>
                <a:cubicBezTo>
                  <a:pt x="1130" y="452"/>
                  <a:pt x="1139" y="462"/>
                  <a:pt x="1140" y="450"/>
                </a:cubicBezTo>
                <a:cubicBezTo>
                  <a:pt x="1209" y="412"/>
                  <a:pt x="1220" y="395"/>
                  <a:pt x="1237" y="392"/>
                </a:cubicBezTo>
                <a:cubicBezTo>
                  <a:pt x="1294" y="358"/>
                  <a:pt x="1301" y="365"/>
                  <a:pt x="1303" y="359"/>
                </a:cubicBezTo>
                <a:cubicBezTo>
                  <a:pt x="1342" y="346"/>
                  <a:pt x="1342" y="336"/>
                  <a:pt x="1348" y="338"/>
                </a:cubicBezTo>
                <a:cubicBezTo>
                  <a:pt x="1387" y="325"/>
                  <a:pt x="1391" y="324"/>
                  <a:pt x="1395" y="324"/>
                </a:cubicBezTo>
                <a:cubicBezTo>
                  <a:pt x="1425" y="323"/>
                  <a:pt x="1424" y="308"/>
                  <a:pt x="1431" y="315"/>
                </a:cubicBezTo>
                <a:cubicBezTo>
                  <a:pt x="1469" y="299"/>
                  <a:pt x="1473" y="298"/>
                  <a:pt x="1477" y="298"/>
                </a:cubicBezTo>
                <a:cubicBezTo>
                  <a:pt x="1500" y="284"/>
                  <a:pt x="1510" y="279"/>
                  <a:pt x="1504" y="275"/>
                </a:cubicBezTo>
                <a:cubicBezTo>
                  <a:pt x="1449" y="298"/>
                  <a:pt x="1443" y="300"/>
                  <a:pt x="1437" y="302"/>
                </a:cubicBezTo>
                <a:cubicBezTo>
                  <a:pt x="1355" y="326"/>
                  <a:pt x="1342" y="326"/>
                  <a:pt x="1333" y="334"/>
                </a:cubicBezTo>
                <a:cubicBezTo>
                  <a:pt x="1257" y="359"/>
                  <a:pt x="1255" y="370"/>
                  <a:pt x="1249" y="372"/>
                </a:cubicBezTo>
                <a:cubicBezTo>
                  <a:pt x="1190" y="403"/>
                  <a:pt x="1180" y="412"/>
                  <a:pt x="1170" y="419"/>
                </a:cubicBezTo>
                <a:cubicBezTo>
                  <a:pt x="1117" y="453"/>
                  <a:pt x="1112" y="458"/>
                  <a:pt x="1108" y="464"/>
                </a:cubicBezTo>
                <a:cubicBezTo>
                  <a:pt x="1028" y="525"/>
                  <a:pt x="1027" y="539"/>
                  <a:pt x="1021" y="542"/>
                </a:cubicBezTo>
                <a:cubicBezTo>
                  <a:pt x="1005" y="554"/>
                  <a:pt x="1006" y="540"/>
                  <a:pt x="1012" y="541"/>
                </a:cubicBezTo>
                <a:cubicBezTo>
                  <a:pt x="1047" y="492"/>
                  <a:pt x="1052" y="493"/>
                  <a:pt x="1054" y="484"/>
                </a:cubicBezTo>
                <a:cubicBezTo>
                  <a:pt x="1076" y="477"/>
                  <a:pt x="1077" y="462"/>
                  <a:pt x="1083" y="462"/>
                </a:cubicBezTo>
                <a:cubicBezTo>
                  <a:pt x="1109" y="445"/>
                  <a:pt x="1110" y="437"/>
                  <a:pt x="1114" y="438"/>
                </a:cubicBezTo>
                <a:cubicBezTo>
                  <a:pt x="1153" y="403"/>
                  <a:pt x="1166" y="403"/>
                  <a:pt x="1176" y="393"/>
                </a:cubicBezTo>
                <a:cubicBezTo>
                  <a:pt x="1195" y="373"/>
                  <a:pt x="1203" y="378"/>
                  <a:pt x="1207" y="372"/>
                </a:cubicBezTo>
                <a:cubicBezTo>
                  <a:pt x="1277" y="331"/>
                  <a:pt x="1282" y="326"/>
                  <a:pt x="1289" y="327"/>
                </a:cubicBezTo>
                <a:cubicBezTo>
                  <a:pt x="1316" y="309"/>
                  <a:pt x="1322" y="314"/>
                  <a:pt x="1323" y="307"/>
                </a:cubicBezTo>
                <a:cubicBezTo>
                  <a:pt x="1368" y="284"/>
                  <a:pt x="1379" y="291"/>
                  <a:pt x="1383" y="281"/>
                </a:cubicBezTo>
                <a:cubicBezTo>
                  <a:pt x="1431" y="265"/>
                  <a:pt x="1440" y="267"/>
                  <a:pt x="1446" y="262"/>
                </a:cubicBezTo>
                <a:cubicBezTo>
                  <a:pt x="1483" y="254"/>
                  <a:pt x="1497" y="251"/>
                  <a:pt x="1510" y="246"/>
                </a:cubicBezTo>
                <a:cubicBezTo>
                  <a:pt x="1564" y="220"/>
                  <a:pt x="1577" y="214"/>
                  <a:pt x="1590" y="206"/>
                </a:cubicBezTo>
                <a:cubicBezTo>
                  <a:pt x="1614" y="198"/>
                  <a:pt x="1615" y="190"/>
                  <a:pt x="1619" y="191"/>
                </a:cubicBezTo>
                <a:cubicBezTo>
                  <a:pt x="1599" y="186"/>
                  <a:pt x="1596" y="203"/>
                  <a:pt x="1585" y="201"/>
                </a:cubicBezTo>
                <a:cubicBezTo>
                  <a:pt x="1528" y="227"/>
                  <a:pt x="1520" y="234"/>
                  <a:pt x="1510" y="233"/>
                </a:cubicBezTo>
                <a:cubicBezTo>
                  <a:pt x="1386" y="267"/>
                  <a:pt x="1383" y="273"/>
                  <a:pt x="1378" y="272"/>
                </a:cubicBezTo>
                <a:cubicBezTo>
                  <a:pt x="1344" y="288"/>
                  <a:pt x="1334" y="288"/>
                  <a:pt x="1328" y="297"/>
                </a:cubicBezTo>
                <a:cubicBezTo>
                  <a:pt x="1310" y="302"/>
                  <a:pt x="1306" y="306"/>
                  <a:pt x="1301" y="307"/>
                </a:cubicBezTo>
                <a:cubicBezTo>
                  <a:pt x="1245" y="341"/>
                  <a:pt x="1236" y="341"/>
                  <a:pt x="1229" y="347"/>
                </a:cubicBezTo>
                <a:cubicBezTo>
                  <a:pt x="1182" y="370"/>
                  <a:pt x="1180" y="381"/>
                  <a:pt x="1173" y="379"/>
                </a:cubicBezTo>
                <a:cubicBezTo>
                  <a:pt x="1140" y="403"/>
                  <a:pt x="1137" y="406"/>
                  <a:pt x="1132" y="405"/>
                </a:cubicBezTo>
                <a:cubicBezTo>
                  <a:pt x="1107" y="426"/>
                  <a:pt x="1105" y="427"/>
                  <a:pt x="1104" y="430"/>
                </a:cubicBezTo>
                <a:cubicBezTo>
                  <a:pt x="1058" y="469"/>
                  <a:pt x="1049" y="481"/>
                  <a:pt x="1037" y="486"/>
                </a:cubicBezTo>
                <a:cubicBezTo>
                  <a:pt x="1017" y="510"/>
                  <a:pt x="1013" y="518"/>
                  <a:pt x="1006" y="519"/>
                </a:cubicBezTo>
                <a:cubicBezTo>
                  <a:pt x="1061" y="441"/>
                  <a:pt x="1074" y="433"/>
                  <a:pt x="1086" y="422"/>
                </a:cubicBezTo>
                <a:cubicBezTo>
                  <a:pt x="1109" y="407"/>
                  <a:pt x="1109" y="391"/>
                  <a:pt x="1117" y="395"/>
                </a:cubicBezTo>
                <a:cubicBezTo>
                  <a:pt x="1178" y="351"/>
                  <a:pt x="1188" y="340"/>
                  <a:pt x="1200" y="334"/>
                </a:cubicBezTo>
                <a:cubicBezTo>
                  <a:pt x="1237" y="306"/>
                  <a:pt x="1242" y="301"/>
                  <a:pt x="1249" y="302"/>
                </a:cubicBezTo>
                <a:cubicBezTo>
                  <a:pt x="1286" y="279"/>
                  <a:pt x="1290" y="280"/>
                  <a:pt x="1292" y="277"/>
                </a:cubicBezTo>
                <a:cubicBezTo>
                  <a:pt x="1342" y="253"/>
                  <a:pt x="1350" y="257"/>
                  <a:pt x="1355" y="252"/>
                </a:cubicBezTo>
                <a:cubicBezTo>
                  <a:pt x="1378" y="240"/>
                  <a:pt x="1386" y="245"/>
                  <a:pt x="1390" y="239"/>
                </a:cubicBezTo>
                <a:cubicBezTo>
                  <a:pt x="1427" y="222"/>
                  <a:pt x="1436" y="229"/>
                  <a:pt x="1441" y="224"/>
                </a:cubicBezTo>
                <a:cubicBezTo>
                  <a:pt x="1495" y="205"/>
                  <a:pt x="1504" y="212"/>
                  <a:pt x="1509" y="208"/>
                </a:cubicBezTo>
                <a:cubicBezTo>
                  <a:pt x="1545" y="188"/>
                  <a:pt x="1553" y="194"/>
                  <a:pt x="1556" y="188"/>
                </a:cubicBezTo>
                <a:cubicBezTo>
                  <a:pt x="1592" y="175"/>
                  <a:pt x="1595" y="175"/>
                  <a:pt x="1598" y="175"/>
                </a:cubicBezTo>
                <a:cubicBezTo>
                  <a:pt x="1628" y="165"/>
                  <a:pt x="1638" y="150"/>
                  <a:pt x="1633" y="146"/>
                </a:cubicBezTo>
                <a:cubicBezTo>
                  <a:pt x="1552" y="184"/>
                  <a:pt x="1547" y="183"/>
                  <a:pt x="1543" y="188"/>
                </a:cubicBezTo>
                <a:cubicBezTo>
                  <a:pt x="1524" y="192"/>
                  <a:pt x="1519" y="191"/>
                  <a:pt x="1517" y="198"/>
                </a:cubicBezTo>
                <a:cubicBezTo>
                  <a:pt x="1482" y="201"/>
                  <a:pt x="1478" y="205"/>
                  <a:pt x="1474" y="207"/>
                </a:cubicBezTo>
                <a:cubicBezTo>
                  <a:pt x="1437" y="214"/>
                  <a:pt x="1434" y="216"/>
                  <a:pt x="1432" y="217"/>
                </a:cubicBezTo>
                <a:cubicBezTo>
                  <a:pt x="1336" y="248"/>
                  <a:pt x="1324" y="252"/>
                  <a:pt x="1312" y="255"/>
                </a:cubicBezTo>
                <a:cubicBezTo>
                  <a:pt x="1256" y="279"/>
                  <a:pt x="1253" y="290"/>
                  <a:pt x="1246" y="288"/>
                </a:cubicBezTo>
                <a:cubicBezTo>
                  <a:pt x="1209" y="313"/>
                  <a:pt x="1203" y="313"/>
                  <a:pt x="1199" y="321"/>
                </a:cubicBezTo>
                <a:cubicBezTo>
                  <a:pt x="1128" y="382"/>
                  <a:pt x="1094" y="381"/>
                  <a:pt x="1074" y="420"/>
                </a:cubicBezTo>
                <a:cubicBezTo>
                  <a:pt x="1039" y="431"/>
                  <a:pt x="1041" y="426"/>
                  <a:pt x="1044" y="416"/>
                </a:cubicBezTo>
                <a:cubicBezTo>
                  <a:pt x="1066" y="399"/>
                  <a:pt x="1067" y="394"/>
                  <a:pt x="1070" y="393"/>
                </a:cubicBezTo>
                <a:cubicBezTo>
                  <a:pt x="1113" y="364"/>
                  <a:pt x="1123" y="347"/>
                  <a:pt x="1138" y="344"/>
                </a:cubicBezTo>
                <a:cubicBezTo>
                  <a:pt x="1179" y="317"/>
                  <a:pt x="1183" y="317"/>
                  <a:pt x="1184" y="311"/>
                </a:cubicBezTo>
                <a:cubicBezTo>
                  <a:pt x="1228" y="278"/>
                  <a:pt x="1246" y="277"/>
                  <a:pt x="1259" y="265"/>
                </a:cubicBezTo>
                <a:cubicBezTo>
                  <a:pt x="1359" y="217"/>
                  <a:pt x="1367" y="214"/>
                  <a:pt x="1374" y="210"/>
                </a:cubicBezTo>
                <a:cubicBezTo>
                  <a:pt x="1415" y="193"/>
                  <a:pt x="1429" y="181"/>
                  <a:pt x="1446" y="179"/>
                </a:cubicBezTo>
                <a:cubicBezTo>
                  <a:pt x="1484" y="161"/>
                  <a:pt x="1490" y="164"/>
                  <a:pt x="1493" y="159"/>
                </a:cubicBezTo>
                <a:cubicBezTo>
                  <a:pt x="1548" y="148"/>
                  <a:pt x="1550" y="140"/>
                  <a:pt x="1553" y="139"/>
                </a:cubicBezTo>
                <a:cubicBezTo>
                  <a:pt x="1579" y="130"/>
                  <a:pt x="1591" y="128"/>
                  <a:pt x="1585" y="124"/>
                </a:cubicBezTo>
                <a:cubicBezTo>
                  <a:pt x="1522" y="141"/>
                  <a:pt x="1520" y="144"/>
                  <a:pt x="1516" y="144"/>
                </a:cubicBezTo>
                <a:cubicBezTo>
                  <a:pt x="1479" y="160"/>
                  <a:pt x="1471" y="159"/>
                  <a:pt x="1463" y="161"/>
                </a:cubicBezTo>
                <a:cubicBezTo>
                  <a:pt x="1388" y="186"/>
                  <a:pt x="1382" y="198"/>
                  <a:pt x="1373" y="199"/>
                </a:cubicBezTo>
                <a:cubicBezTo>
                  <a:pt x="1353" y="207"/>
                  <a:pt x="1351" y="210"/>
                  <a:pt x="1347" y="207"/>
                </a:cubicBezTo>
                <a:cubicBezTo>
                  <a:pt x="1330" y="216"/>
                  <a:pt x="1326" y="220"/>
                  <a:pt x="1321" y="220"/>
                </a:cubicBezTo>
                <a:cubicBezTo>
                  <a:pt x="1288" y="236"/>
                  <a:pt x="1281" y="244"/>
                  <a:pt x="1272" y="246"/>
                </a:cubicBezTo>
                <a:cubicBezTo>
                  <a:pt x="1217" y="280"/>
                  <a:pt x="1210" y="280"/>
                  <a:pt x="1204" y="288"/>
                </a:cubicBezTo>
                <a:cubicBezTo>
                  <a:pt x="1135" y="337"/>
                  <a:pt x="1124" y="332"/>
                  <a:pt x="1119" y="342"/>
                </a:cubicBezTo>
                <a:cubicBezTo>
                  <a:pt x="1092" y="361"/>
                  <a:pt x="1085" y="367"/>
                  <a:pt x="1079" y="374"/>
                </a:cubicBezTo>
                <a:cubicBezTo>
                  <a:pt x="1062" y="384"/>
                  <a:pt x="1059" y="384"/>
                  <a:pt x="1060" y="381"/>
                </a:cubicBezTo>
                <a:cubicBezTo>
                  <a:pt x="1107" y="325"/>
                  <a:pt x="1114" y="316"/>
                  <a:pt x="1124" y="312"/>
                </a:cubicBezTo>
                <a:cubicBezTo>
                  <a:pt x="1151" y="285"/>
                  <a:pt x="1157" y="285"/>
                  <a:pt x="1160" y="280"/>
                </a:cubicBezTo>
                <a:cubicBezTo>
                  <a:pt x="1190" y="258"/>
                  <a:pt x="1192" y="255"/>
                  <a:pt x="1196" y="259"/>
                </a:cubicBezTo>
                <a:cubicBezTo>
                  <a:pt x="1217" y="250"/>
                  <a:pt x="1215" y="234"/>
                  <a:pt x="1222" y="242"/>
                </a:cubicBezTo>
                <a:cubicBezTo>
                  <a:pt x="1295" y="204"/>
                  <a:pt x="1299" y="194"/>
                  <a:pt x="1308" y="195"/>
                </a:cubicBezTo>
                <a:cubicBezTo>
                  <a:pt x="1334" y="185"/>
                  <a:pt x="1335" y="175"/>
                  <a:pt x="1341" y="178"/>
                </a:cubicBezTo>
                <a:cubicBezTo>
                  <a:pt x="1378" y="161"/>
                  <a:pt x="1383" y="163"/>
                  <a:pt x="1387" y="161"/>
                </a:cubicBezTo>
                <a:cubicBezTo>
                  <a:pt x="1413" y="148"/>
                  <a:pt x="1419" y="155"/>
                  <a:pt x="1421" y="148"/>
                </a:cubicBezTo>
                <a:cubicBezTo>
                  <a:pt x="1453" y="136"/>
                  <a:pt x="1459" y="129"/>
                  <a:pt x="1469" y="128"/>
                </a:cubicBezTo>
                <a:cubicBezTo>
                  <a:pt x="1496" y="118"/>
                  <a:pt x="1499" y="117"/>
                  <a:pt x="1503" y="116"/>
                </a:cubicBezTo>
                <a:cubicBezTo>
                  <a:pt x="1533" y="107"/>
                  <a:pt x="1534" y="99"/>
                  <a:pt x="1541" y="104"/>
                </a:cubicBezTo>
                <a:cubicBezTo>
                  <a:pt x="1595" y="80"/>
                  <a:pt x="1599" y="66"/>
                  <a:pt x="1608" y="68"/>
                </a:cubicBezTo>
                <a:cubicBezTo>
                  <a:pt x="1643" y="43"/>
                  <a:pt x="1650" y="46"/>
                  <a:pt x="1651" y="37"/>
                </a:cubicBezTo>
                <a:cubicBezTo>
                  <a:pt x="1698" y="3"/>
                  <a:pt x="1706" y="15"/>
                  <a:pt x="1707" y="5"/>
                </a:cubicBezTo>
                <a:cubicBezTo>
                  <a:pt x="1706" y="1"/>
                  <a:pt x="1706" y="1"/>
                  <a:pt x="1706" y="1"/>
                </a:cubicBezTo>
                <a:cubicBezTo>
                  <a:pt x="1636" y="42"/>
                  <a:pt x="1630" y="44"/>
                  <a:pt x="1624" y="47"/>
                </a:cubicBezTo>
                <a:cubicBezTo>
                  <a:pt x="1588" y="67"/>
                  <a:pt x="1582" y="69"/>
                  <a:pt x="1577" y="73"/>
                </a:cubicBezTo>
                <a:cubicBezTo>
                  <a:pt x="1502" y="101"/>
                  <a:pt x="1498" y="108"/>
                  <a:pt x="1491" y="107"/>
                </a:cubicBezTo>
                <a:cubicBezTo>
                  <a:pt x="1414" y="138"/>
                  <a:pt x="1405" y="141"/>
                  <a:pt x="1395" y="143"/>
                </a:cubicBezTo>
                <a:cubicBezTo>
                  <a:pt x="1361" y="160"/>
                  <a:pt x="1352" y="160"/>
                  <a:pt x="1344" y="164"/>
                </a:cubicBezTo>
                <a:cubicBezTo>
                  <a:pt x="1300" y="183"/>
                  <a:pt x="1295" y="183"/>
                  <a:pt x="1292" y="188"/>
                </a:cubicBezTo>
                <a:cubicBezTo>
                  <a:pt x="1234" y="218"/>
                  <a:pt x="1227" y="226"/>
                  <a:pt x="1217" y="227"/>
                </a:cubicBezTo>
                <a:cubicBezTo>
                  <a:pt x="1160" y="266"/>
                  <a:pt x="1151" y="270"/>
                  <a:pt x="1144" y="280"/>
                </a:cubicBezTo>
                <a:cubicBezTo>
                  <a:pt x="1104" y="309"/>
                  <a:pt x="1100" y="312"/>
                  <a:pt x="1098" y="319"/>
                </a:cubicBezTo>
                <a:cubicBezTo>
                  <a:pt x="1093" y="303"/>
                  <a:pt x="1098" y="293"/>
                  <a:pt x="1106" y="288"/>
                </a:cubicBezTo>
                <a:cubicBezTo>
                  <a:pt x="1138" y="265"/>
                  <a:pt x="1147" y="260"/>
                  <a:pt x="1154" y="252"/>
                </a:cubicBezTo>
                <a:cubicBezTo>
                  <a:pt x="1210" y="216"/>
                  <a:pt x="1217" y="209"/>
                  <a:pt x="1225" y="202"/>
                </a:cubicBezTo>
                <a:cubicBezTo>
                  <a:pt x="1296" y="160"/>
                  <a:pt x="1300" y="161"/>
                  <a:pt x="1302" y="158"/>
                </a:cubicBezTo>
                <a:cubicBezTo>
                  <a:pt x="1362" y="135"/>
                  <a:pt x="1366" y="125"/>
                  <a:pt x="1374" y="127"/>
                </a:cubicBezTo>
                <a:cubicBezTo>
                  <a:pt x="1409" y="117"/>
                  <a:pt x="1410" y="109"/>
                  <a:pt x="1415" y="113"/>
                </a:cubicBezTo>
                <a:cubicBezTo>
                  <a:pt x="1463" y="94"/>
                  <a:pt x="1489" y="83"/>
                  <a:pt x="1516" y="74"/>
                </a:cubicBezTo>
                <a:cubicBezTo>
                  <a:pt x="1562" y="54"/>
                  <a:pt x="1570" y="55"/>
                  <a:pt x="1575" y="50"/>
                </a:cubicBezTo>
                <a:cubicBezTo>
                  <a:pt x="1640" y="15"/>
                  <a:pt x="1645" y="7"/>
                  <a:pt x="1651" y="2"/>
                </a:cubicBezTo>
                <a:cubicBezTo>
                  <a:pt x="1637" y="3"/>
                  <a:pt x="1635" y="6"/>
                  <a:pt x="1631" y="5"/>
                </a:cubicBezTo>
                <a:cubicBezTo>
                  <a:pt x="1547" y="51"/>
                  <a:pt x="1539" y="51"/>
                  <a:pt x="1532" y="52"/>
                </a:cubicBezTo>
                <a:cubicBezTo>
                  <a:pt x="1490" y="73"/>
                  <a:pt x="1486" y="70"/>
                  <a:pt x="1482" y="71"/>
                </a:cubicBezTo>
                <a:cubicBezTo>
                  <a:pt x="1448" y="94"/>
                  <a:pt x="1437" y="85"/>
                  <a:pt x="1431" y="92"/>
                </a:cubicBezTo>
                <a:cubicBezTo>
                  <a:pt x="1324" y="130"/>
                  <a:pt x="1318" y="136"/>
                  <a:pt x="1311" y="139"/>
                </a:cubicBezTo>
                <a:cubicBezTo>
                  <a:pt x="1284" y="152"/>
                  <a:pt x="1278" y="159"/>
                  <a:pt x="1270" y="159"/>
                </a:cubicBezTo>
                <a:cubicBezTo>
                  <a:pt x="1250" y="180"/>
                  <a:pt x="1243" y="175"/>
                  <a:pt x="1241" y="180"/>
                </a:cubicBezTo>
                <a:cubicBezTo>
                  <a:pt x="1204" y="206"/>
                  <a:pt x="1195" y="205"/>
                  <a:pt x="1190" y="215"/>
                </a:cubicBezTo>
                <a:cubicBezTo>
                  <a:pt x="1121" y="258"/>
                  <a:pt x="1117" y="271"/>
                  <a:pt x="1108" y="269"/>
                </a:cubicBezTo>
                <a:cubicBezTo>
                  <a:pt x="1159" y="220"/>
                  <a:pt x="1165" y="199"/>
                  <a:pt x="1178" y="199"/>
                </a:cubicBezTo>
                <a:cubicBezTo>
                  <a:pt x="1195" y="184"/>
                  <a:pt x="1197" y="181"/>
                  <a:pt x="1201" y="184"/>
                </a:cubicBezTo>
                <a:cubicBezTo>
                  <a:pt x="1248" y="157"/>
                  <a:pt x="1250" y="146"/>
                  <a:pt x="1257" y="146"/>
                </a:cubicBezTo>
                <a:cubicBezTo>
                  <a:pt x="1310" y="112"/>
                  <a:pt x="1319" y="120"/>
                  <a:pt x="1323" y="113"/>
                </a:cubicBezTo>
                <a:cubicBezTo>
                  <a:pt x="1362" y="95"/>
                  <a:pt x="1370" y="97"/>
                  <a:pt x="1374" y="92"/>
                </a:cubicBezTo>
                <a:cubicBezTo>
                  <a:pt x="1437" y="78"/>
                  <a:pt x="1438" y="64"/>
                  <a:pt x="1446" y="67"/>
                </a:cubicBezTo>
                <a:cubicBezTo>
                  <a:pt x="1469" y="58"/>
                  <a:pt x="1476" y="59"/>
                  <a:pt x="1480" y="54"/>
                </a:cubicBezTo>
                <a:cubicBezTo>
                  <a:pt x="1500" y="47"/>
                  <a:pt x="1503" y="47"/>
                  <a:pt x="1506" y="47"/>
                </a:cubicBezTo>
                <a:cubicBezTo>
                  <a:pt x="1557" y="24"/>
                  <a:pt x="1564" y="27"/>
                  <a:pt x="1569" y="21"/>
                </a:cubicBezTo>
                <a:cubicBezTo>
                  <a:pt x="1592" y="12"/>
                  <a:pt x="1598" y="12"/>
                  <a:pt x="1602" y="5"/>
                </a:cubicBezTo>
                <a:cubicBezTo>
                  <a:pt x="1588" y="2"/>
                  <a:pt x="1585" y="4"/>
                  <a:pt x="1583" y="5"/>
                </a:cubicBezTo>
                <a:cubicBezTo>
                  <a:pt x="1544" y="17"/>
                  <a:pt x="1531" y="27"/>
                  <a:pt x="1516" y="32"/>
                </a:cubicBezTo>
                <a:cubicBezTo>
                  <a:pt x="1456" y="43"/>
                  <a:pt x="1456" y="57"/>
                  <a:pt x="1449" y="53"/>
                </a:cubicBezTo>
                <a:cubicBezTo>
                  <a:pt x="1418" y="65"/>
                  <a:pt x="1413" y="65"/>
                  <a:pt x="1408" y="66"/>
                </a:cubicBezTo>
                <a:cubicBezTo>
                  <a:pt x="1363" y="81"/>
                  <a:pt x="1360" y="87"/>
                  <a:pt x="1354" y="86"/>
                </a:cubicBezTo>
                <a:cubicBezTo>
                  <a:pt x="1319" y="101"/>
                  <a:pt x="1310" y="104"/>
                  <a:pt x="1301" y="106"/>
                </a:cubicBezTo>
                <a:cubicBezTo>
                  <a:pt x="1255" y="133"/>
                  <a:pt x="1253" y="133"/>
                  <a:pt x="1250" y="133"/>
                </a:cubicBezTo>
                <a:cubicBezTo>
                  <a:pt x="1260" y="123"/>
                  <a:pt x="1264" y="116"/>
                  <a:pt x="1268" y="113"/>
                </a:cubicBezTo>
                <a:cubicBezTo>
                  <a:pt x="1316" y="90"/>
                  <a:pt x="1319" y="83"/>
                  <a:pt x="1324" y="82"/>
                </a:cubicBezTo>
                <a:cubicBezTo>
                  <a:pt x="1391" y="43"/>
                  <a:pt x="1431" y="28"/>
                  <a:pt x="1473" y="15"/>
                </a:cubicBezTo>
                <a:cubicBezTo>
                  <a:pt x="1471" y="3"/>
                  <a:pt x="1468" y="3"/>
                  <a:pt x="1466" y="3"/>
                </a:cubicBezTo>
                <a:cubicBezTo>
                  <a:pt x="1425" y="21"/>
                  <a:pt x="1412" y="24"/>
                  <a:pt x="1399" y="30"/>
                </a:cubicBezTo>
                <a:cubicBezTo>
                  <a:pt x="1372" y="34"/>
                  <a:pt x="1370" y="48"/>
                  <a:pt x="1362" y="48"/>
                </a:cubicBezTo>
                <a:cubicBezTo>
                  <a:pt x="1312" y="80"/>
                  <a:pt x="1306" y="72"/>
                  <a:pt x="1305" y="69"/>
                </a:cubicBezTo>
                <a:cubicBezTo>
                  <a:pt x="1261" y="106"/>
                  <a:pt x="1249" y="115"/>
                  <a:pt x="1236" y="121"/>
                </a:cubicBezTo>
                <a:cubicBezTo>
                  <a:pt x="1204" y="145"/>
                  <a:pt x="1199" y="157"/>
                  <a:pt x="1190" y="160"/>
                </a:cubicBezTo>
                <a:cubicBezTo>
                  <a:pt x="1146" y="195"/>
                  <a:pt x="1150" y="184"/>
                  <a:pt x="1155" y="179"/>
                </a:cubicBezTo>
                <a:cubicBezTo>
                  <a:pt x="1204" y="118"/>
                  <a:pt x="1215" y="114"/>
                  <a:pt x="1223" y="102"/>
                </a:cubicBezTo>
                <a:cubicBezTo>
                  <a:pt x="1257" y="77"/>
                  <a:pt x="1264" y="77"/>
                  <a:pt x="1267" y="68"/>
                </a:cubicBezTo>
                <a:cubicBezTo>
                  <a:pt x="1303" y="49"/>
                  <a:pt x="1304" y="42"/>
                  <a:pt x="1309" y="46"/>
                </a:cubicBezTo>
                <a:cubicBezTo>
                  <a:pt x="1354" y="18"/>
                  <a:pt x="1356" y="14"/>
                  <a:pt x="1357" y="10"/>
                </a:cubicBezTo>
                <a:cubicBezTo>
                  <a:pt x="1353" y="1"/>
                  <a:pt x="1353" y="1"/>
                  <a:pt x="1353" y="1"/>
                </a:cubicBezTo>
                <a:cubicBezTo>
                  <a:pt x="1328" y="15"/>
                  <a:pt x="1325" y="18"/>
                  <a:pt x="1322" y="23"/>
                </a:cubicBezTo>
                <a:cubicBezTo>
                  <a:pt x="1262" y="54"/>
                  <a:pt x="1258" y="67"/>
                  <a:pt x="1249" y="66"/>
                </a:cubicBezTo>
                <a:cubicBezTo>
                  <a:pt x="1234" y="69"/>
                  <a:pt x="1241" y="69"/>
                  <a:pt x="1246" y="65"/>
                </a:cubicBezTo>
                <a:cubicBezTo>
                  <a:pt x="1284" y="42"/>
                  <a:pt x="1287" y="30"/>
                  <a:pt x="1293" y="26"/>
                </a:cubicBezTo>
                <a:cubicBezTo>
                  <a:pt x="1311" y="1"/>
                  <a:pt x="1311" y="1"/>
                  <a:pt x="1311" y="1"/>
                </a:cubicBezTo>
                <a:cubicBezTo>
                  <a:pt x="1291" y="14"/>
                  <a:pt x="1290" y="19"/>
                  <a:pt x="1285" y="15"/>
                </a:cubicBezTo>
                <a:cubicBezTo>
                  <a:pt x="1255" y="38"/>
                  <a:pt x="1251" y="46"/>
                  <a:pt x="1244" y="48"/>
                </a:cubicBezTo>
                <a:cubicBezTo>
                  <a:pt x="1221" y="68"/>
                  <a:pt x="1218" y="53"/>
                  <a:pt x="1221" y="44"/>
                </a:cubicBezTo>
                <a:cubicBezTo>
                  <a:pt x="1261" y="6"/>
                  <a:pt x="1264" y="2"/>
                  <a:pt x="1267" y="1"/>
                </a:cubicBezTo>
                <a:cubicBezTo>
                  <a:pt x="1217" y="9"/>
                  <a:pt x="1218" y="5"/>
                  <a:pt x="1219" y="1"/>
                </a:cubicBezTo>
                <a:cubicBezTo>
                  <a:pt x="1198" y="35"/>
                  <a:pt x="1200" y="50"/>
                  <a:pt x="1194" y="67"/>
                </a:cubicBezTo>
                <a:cubicBezTo>
                  <a:pt x="1185" y="32"/>
                  <a:pt x="1190" y="23"/>
                  <a:pt x="1189" y="16"/>
                </a:cubicBezTo>
                <a:cubicBezTo>
                  <a:pt x="1179" y="3"/>
                  <a:pt x="1179" y="6"/>
                  <a:pt x="1179" y="9"/>
                </a:cubicBezTo>
                <a:cubicBezTo>
                  <a:pt x="1160" y="104"/>
                  <a:pt x="1151" y="130"/>
                  <a:pt x="1144" y="155"/>
                </a:cubicBezTo>
                <a:cubicBezTo>
                  <a:pt x="1135" y="148"/>
                  <a:pt x="1143" y="111"/>
                  <a:pt x="1149" y="75"/>
                </a:cubicBezTo>
                <a:cubicBezTo>
                  <a:pt x="1157" y="39"/>
                  <a:pt x="1150" y="33"/>
                  <a:pt x="1158" y="21"/>
                </a:cubicBezTo>
                <a:cubicBezTo>
                  <a:pt x="1145" y="12"/>
                  <a:pt x="1146" y="23"/>
                  <a:pt x="1141" y="36"/>
                </a:cubicBezTo>
                <a:cubicBezTo>
                  <a:pt x="1132" y="93"/>
                  <a:pt x="1134" y="96"/>
                  <a:pt x="1131" y="101"/>
                </a:cubicBezTo>
                <a:cubicBezTo>
                  <a:pt x="1125" y="60"/>
                  <a:pt x="1132" y="53"/>
                  <a:pt x="1129" y="49"/>
                </a:cubicBezTo>
                <a:cubicBezTo>
                  <a:pt x="1127" y="4"/>
                  <a:pt x="1128" y="2"/>
                  <a:pt x="1129" y="1"/>
                </a:cubicBezTo>
                <a:cubicBezTo>
                  <a:pt x="1119" y="61"/>
                  <a:pt x="1115" y="79"/>
                  <a:pt x="1117" y="95"/>
                </a:cubicBezTo>
                <a:cubicBezTo>
                  <a:pt x="1108" y="149"/>
                  <a:pt x="1116" y="159"/>
                  <a:pt x="1109" y="168"/>
                </a:cubicBezTo>
                <a:cubicBezTo>
                  <a:pt x="1108" y="199"/>
                  <a:pt x="1107" y="202"/>
                  <a:pt x="1108" y="206"/>
                </a:cubicBezTo>
                <a:cubicBezTo>
                  <a:pt x="1094" y="237"/>
                  <a:pt x="1103" y="246"/>
                  <a:pt x="1094" y="244"/>
                </a:cubicBezTo>
                <a:cubicBezTo>
                  <a:pt x="1096" y="113"/>
                  <a:pt x="1092" y="95"/>
                  <a:pt x="1091" y="77"/>
                </a:cubicBezTo>
                <a:cubicBezTo>
                  <a:pt x="1072" y="1"/>
                  <a:pt x="1072" y="1"/>
                  <a:pt x="1072" y="1"/>
                </a:cubicBezTo>
                <a:cubicBezTo>
                  <a:pt x="1077" y="42"/>
                  <a:pt x="1075" y="50"/>
                  <a:pt x="1077" y="58"/>
                </a:cubicBezTo>
                <a:cubicBezTo>
                  <a:pt x="1083" y="126"/>
                  <a:pt x="1084" y="129"/>
                  <a:pt x="1084" y="134"/>
                </a:cubicBezTo>
                <a:cubicBezTo>
                  <a:pt x="1091" y="193"/>
                  <a:pt x="1080" y="196"/>
                  <a:pt x="1087" y="203"/>
                </a:cubicBezTo>
                <a:cubicBezTo>
                  <a:pt x="1085" y="247"/>
                  <a:pt x="1078" y="253"/>
                  <a:pt x="1083" y="255"/>
                </a:cubicBezTo>
                <a:cubicBezTo>
                  <a:pt x="1066" y="299"/>
                  <a:pt x="1069" y="290"/>
                  <a:pt x="1071" y="281"/>
                </a:cubicBezTo>
                <a:cubicBezTo>
                  <a:pt x="1070" y="245"/>
                  <a:pt x="1066" y="232"/>
                  <a:pt x="1068" y="216"/>
                </a:cubicBezTo>
                <a:cubicBezTo>
                  <a:pt x="1057" y="159"/>
                  <a:pt x="1060" y="143"/>
                  <a:pt x="1054" y="130"/>
                </a:cubicBezTo>
                <a:cubicBezTo>
                  <a:pt x="1052" y="97"/>
                  <a:pt x="1049" y="93"/>
                  <a:pt x="1052" y="84"/>
                </a:cubicBezTo>
                <a:cubicBezTo>
                  <a:pt x="1050" y="28"/>
                  <a:pt x="1050" y="14"/>
                  <a:pt x="1050" y="1"/>
                </a:cubicBezTo>
                <a:cubicBezTo>
                  <a:pt x="1045" y="114"/>
                  <a:pt x="1043" y="124"/>
                  <a:pt x="1046" y="133"/>
                </a:cubicBezTo>
                <a:cubicBezTo>
                  <a:pt x="1050" y="182"/>
                  <a:pt x="1054" y="186"/>
                  <a:pt x="1051" y="192"/>
                </a:cubicBezTo>
                <a:cubicBezTo>
                  <a:pt x="1053" y="258"/>
                  <a:pt x="1060" y="260"/>
                  <a:pt x="1058" y="266"/>
                </a:cubicBezTo>
                <a:cubicBezTo>
                  <a:pt x="1049" y="350"/>
                  <a:pt x="1055" y="352"/>
                  <a:pt x="1051" y="358"/>
                </a:cubicBezTo>
                <a:cubicBezTo>
                  <a:pt x="1041" y="306"/>
                  <a:pt x="1042" y="289"/>
                  <a:pt x="1039" y="273"/>
                </a:cubicBezTo>
                <a:cubicBezTo>
                  <a:pt x="1028" y="212"/>
                  <a:pt x="1035" y="205"/>
                  <a:pt x="1030" y="202"/>
                </a:cubicBezTo>
                <a:cubicBezTo>
                  <a:pt x="1020" y="147"/>
                  <a:pt x="1023" y="137"/>
                  <a:pt x="1019" y="130"/>
                </a:cubicBezTo>
                <a:cubicBezTo>
                  <a:pt x="1007" y="92"/>
                  <a:pt x="1014" y="85"/>
                  <a:pt x="1008" y="83"/>
                </a:cubicBezTo>
                <a:cubicBezTo>
                  <a:pt x="1000" y="53"/>
                  <a:pt x="1004" y="43"/>
                  <a:pt x="997" y="37"/>
                </a:cubicBezTo>
                <a:cubicBezTo>
                  <a:pt x="988" y="4"/>
                  <a:pt x="991" y="7"/>
                  <a:pt x="990" y="11"/>
                </a:cubicBezTo>
                <a:cubicBezTo>
                  <a:pt x="1005" y="88"/>
                  <a:pt x="1003" y="97"/>
                  <a:pt x="1009" y="103"/>
                </a:cubicBezTo>
                <a:cubicBezTo>
                  <a:pt x="1021" y="191"/>
                  <a:pt x="1018" y="209"/>
                  <a:pt x="1023" y="224"/>
                </a:cubicBezTo>
                <a:cubicBezTo>
                  <a:pt x="1030" y="280"/>
                  <a:pt x="1033" y="287"/>
                  <a:pt x="1028" y="297"/>
                </a:cubicBezTo>
                <a:cubicBezTo>
                  <a:pt x="1028" y="383"/>
                  <a:pt x="1028" y="394"/>
                  <a:pt x="1027" y="404"/>
                </a:cubicBezTo>
                <a:cubicBezTo>
                  <a:pt x="1021" y="424"/>
                  <a:pt x="1020" y="416"/>
                  <a:pt x="1023" y="406"/>
                </a:cubicBezTo>
                <a:cubicBezTo>
                  <a:pt x="1017" y="364"/>
                  <a:pt x="1024" y="357"/>
                  <a:pt x="1021" y="354"/>
                </a:cubicBezTo>
                <a:cubicBezTo>
                  <a:pt x="1014" y="266"/>
                  <a:pt x="1013" y="257"/>
                  <a:pt x="1012" y="248"/>
                </a:cubicBezTo>
                <a:cubicBezTo>
                  <a:pt x="1012" y="215"/>
                  <a:pt x="1011" y="211"/>
                  <a:pt x="1005" y="209"/>
                </a:cubicBezTo>
                <a:cubicBezTo>
                  <a:pt x="998" y="149"/>
                  <a:pt x="993" y="132"/>
                  <a:pt x="991" y="114"/>
                </a:cubicBezTo>
                <a:cubicBezTo>
                  <a:pt x="976" y="25"/>
                  <a:pt x="981" y="13"/>
                  <a:pt x="977" y="5"/>
                </a:cubicBezTo>
                <a:cubicBezTo>
                  <a:pt x="970" y="2"/>
                  <a:pt x="971" y="2"/>
                  <a:pt x="972" y="3"/>
                </a:cubicBezTo>
                <a:cubicBezTo>
                  <a:pt x="968" y="36"/>
                  <a:pt x="962" y="42"/>
                  <a:pt x="965" y="45"/>
                </a:cubicBezTo>
                <a:cubicBezTo>
                  <a:pt x="962" y="82"/>
                  <a:pt x="958" y="87"/>
                  <a:pt x="956" y="92"/>
                </a:cubicBezTo>
                <a:cubicBezTo>
                  <a:pt x="952" y="138"/>
                  <a:pt x="951" y="149"/>
                  <a:pt x="951" y="159"/>
                </a:cubicBezTo>
                <a:cubicBezTo>
                  <a:pt x="953" y="189"/>
                  <a:pt x="953" y="192"/>
                  <a:pt x="953" y="195"/>
                </a:cubicBezTo>
                <a:cubicBezTo>
                  <a:pt x="956" y="244"/>
                  <a:pt x="959" y="250"/>
                  <a:pt x="957" y="258"/>
                </a:cubicBezTo>
                <a:cubicBezTo>
                  <a:pt x="960" y="326"/>
                  <a:pt x="963" y="328"/>
                  <a:pt x="961" y="333"/>
                </a:cubicBezTo>
                <a:cubicBezTo>
                  <a:pt x="975" y="399"/>
                  <a:pt x="969" y="416"/>
                  <a:pt x="974" y="428"/>
                </a:cubicBezTo>
                <a:cubicBezTo>
                  <a:pt x="974" y="476"/>
                  <a:pt x="978" y="478"/>
                  <a:pt x="979" y="481"/>
                </a:cubicBezTo>
                <a:cubicBezTo>
                  <a:pt x="978" y="522"/>
                  <a:pt x="980" y="528"/>
                  <a:pt x="976" y="537"/>
                </a:cubicBezTo>
                <a:cubicBezTo>
                  <a:pt x="979" y="567"/>
                  <a:pt x="970" y="578"/>
                  <a:pt x="973" y="584"/>
                </a:cubicBezTo>
                <a:cubicBezTo>
                  <a:pt x="964" y="592"/>
                  <a:pt x="960" y="578"/>
                  <a:pt x="965" y="561"/>
                </a:cubicBezTo>
                <a:cubicBezTo>
                  <a:pt x="959" y="485"/>
                  <a:pt x="960" y="477"/>
                  <a:pt x="955" y="470"/>
                </a:cubicBezTo>
                <a:cubicBezTo>
                  <a:pt x="943" y="402"/>
                  <a:pt x="946" y="396"/>
                  <a:pt x="947" y="390"/>
                </a:cubicBezTo>
                <a:cubicBezTo>
                  <a:pt x="938" y="357"/>
                  <a:pt x="938" y="351"/>
                  <a:pt x="935" y="347"/>
                </a:cubicBezTo>
                <a:cubicBezTo>
                  <a:pt x="930" y="262"/>
                  <a:pt x="921" y="244"/>
                  <a:pt x="930" y="220"/>
                </a:cubicBezTo>
                <a:cubicBezTo>
                  <a:pt x="926" y="177"/>
                  <a:pt x="933" y="164"/>
                  <a:pt x="927" y="155"/>
                </a:cubicBezTo>
                <a:cubicBezTo>
                  <a:pt x="934" y="117"/>
                  <a:pt x="934" y="109"/>
                  <a:pt x="929" y="102"/>
                </a:cubicBezTo>
                <a:cubicBezTo>
                  <a:pt x="924" y="125"/>
                  <a:pt x="928" y="129"/>
                  <a:pt x="927" y="135"/>
                </a:cubicBezTo>
                <a:cubicBezTo>
                  <a:pt x="923" y="169"/>
                  <a:pt x="922" y="175"/>
                  <a:pt x="918" y="182"/>
                </a:cubicBezTo>
                <a:cubicBezTo>
                  <a:pt x="917" y="267"/>
                  <a:pt x="909" y="281"/>
                  <a:pt x="909" y="293"/>
                </a:cubicBezTo>
                <a:cubicBezTo>
                  <a:pt x="911" y="335"/>
                  <a:pt x="910" y="342"/>
                  <a:pt x="906" y="349"/>
                </a:cubicBezTo>
                <a:cubicBezTo>
                  <a:pt x="911" y="413"/>
                  <a:pt x="909" y="425"/>
                  <a:pt x="914" y="436"/>
                </a:cubicBezTo>
                <a:cubicBezTo>
                  <a:pt x="910" y="462"/>
                  <a:pt x="917" y="462"/>
                  <a:pt x="912" y="467"/>
                </a:cubicBezTo>
                <a:cubicBezTo>
                  <a:pt x="920" y="515"/>
                  <a:pt x="920" y="520"/>
                  <a:pt x="921" y="525"/>
                </a:cubicBezTo>
                <a:cubicBezTo>
                  <a:pt x="926" y="581"/>
                  <a:pt x="933" y="587"/>
                  <a:pt x="928" y="598"/>
                </a:cubicBezTo>
                <a:cubicBezTo>
                  <a:pt x="939" y="632"/>
                  <a:pt x="938" y="639"/>
                  <a:pt x="943" y="643"/>
                </a:cubicBezTo>
                <a:cubicBezTo>
                  <a:pt x="944" y="687"/>
                  <a:pt x="945" y="688"/>
                  <a:pt x="941" y="690"/>
                </a:cubicBezTo>
                <a:cubicBezTo>
                  <a:pt x="926" y="723"/>
                  <a:pt x="928" y="702"/>
                  <a:pt x="917" y="686"/>
                </a:cubicBezTo>
                <a:cubicBezTo>
                  <a:pt x="905" y="649"/>
                  <a:pt x="911" y="636"/>
                  <a:pt x="902" y="628"/>
                </a:cubicBezTo>
                <a:cubicBezTo>
                  <a:pt x="887" y="592"/>
                  <a:pt x="896" y="578"/>
                  <a:pt x="887" y="570"/>
                </a:cubicBezTo>
                <a:cubicBezTo>
                  <a:pt x="877" y="532"/>
                  <a:pt x="881" y="520"/>
                  <a:pt x="876" y="511"/>
                </a:cubicBezTo>
                <a:cubicBezTo>
                  <a:pt x="876" y="490"/>
                  <a:pt x="873" y="487"/>
                  <a:pt x="874" y="481"/>
                </a:cubicBezTo>
                <a:cubicBezTo>
                  <a:pt x="872" y="413"/>
                  <a:pt x="865" y="410"/>
                  <a:pt x="871" y="403"/>
                </a:cubicBezTo>
                <a:cubicBezTo>
                  <a:pt x="872" y="350"/>
                  <a:pt x="866" y="347"/>
                  <a:pt x="871" y="340"/>
                </a:cubicBezTo>
                <a:cubicBezTo>
                  <a:pt x="876" y="285"/>
                  <a:pt x="879" y="279"/>
                  <a:pt x="876" y="275"/>
                </a:cubicBezTo>
                <a:cubicBezTo>
                  <a:pt x="859" y="374"/>
                  <a:pt x="860" y="389"/>
                  <a:pt x="857" y="406"/>
                </a:cubicBezTo>
                <a:cubicBezTo>
                  <a:pt x="858" y="462"/>
                  <a:pt x="864" y="468"/>
                  <a:pt x="863" y="476"/>
                </a:cubicBezTo>
                <a:cubicBezTo>
                  <a:pt x="867" y="507"/>
                  <a:pt x="868" y="515"/>
                  <a:pt x="867" y="523"/>
                </a:cubicBezTo>
                <a:cubicBezTo>
                  <a:pt x="874" y="552"/>
                  <a:pt x="873" y="561"/>
                  <a:pt x="875" y="568"/>
                </a:cubicBezTo>
                <a:cubicBezTo>
                  <a:pt x="886" y="596"/>
                  <a:pt x="879" y="607"/>
                  <a:pt x="887" y="612"/>
                </a:cubicBezTo>
                <a:cubicBezTo>
                  <a:pt x="911" y="714"/>
                  <a:pt x="915" y="719"/>
                  <a:pt x="918" y="725"/>
                </a:cubicBezTo>
                <a:cubicBezTo>
                  <a:pt x="922" y="770"/>
                  <a:pt x="923" y="777"/>
                  <a:pt x="919" y="786"/>
                </a:cubicBezTo>
                <a:cubicBezTo>
                  <a:pt x="907" y="750"/>
                  <a:pt x="906" y="740"/>
                  <a:pt x="903" y="730"/>
                </a:cubicBezTo>
                <a:cubicBezTo>
                  <a:pt x="895" y="713"/>
                  <a:pt x="898" y="707"/>
                  <a:pt x="893" y="704"/>
                </a:cubicBezTo>
                <a:cubicBezTo>
                  <a:pt x="875" y="659"/>
                  <a:pt x="878" y="653"/>
                  <a:pt x="873" y="650"/>
                </a:cubicBezTo>
                <a:cubicBezTo>
                  <a:pt x="854" y="568"/>
                  <a:pt x="851" y="563"/>
                  <a:pt x="851" y="560"/>
                </a:cubicBezTo>
                <a:cubicBezTo>
                  <a:pt x="846" y="508"/>
                  <a:pt x="844" y="499"/>
                  <a:pt x="840" y="491"/>
                </a:cubicBezTo>
                <a:cubicBezTo>
                  <a:pt x="838" y="467"/>
                  <a:pt x="841" y="463"/>
                  <a:pt x="838" y="462"/>
                </a:cubicBezTo>
                <a:cubicBezTo>
                  <a:pt x="833" y="519"/>
                  <a:pt x="832" y="526"/>
                  <a:pt x="835" y="530"/>
                </a:cubicBezTo>
                <a:cubicBezTo>
                  <a:pt x="841" y="584"/>
                  <a:pt x="836" y="592"/>
                  <a:pt x="832" y="599"/>
                </a:cubicBezTo>
                <a:cubicBezTo>
                  <a:pt x="842" y="643"/>
                  <a:pt x="838" y="650"/>
                  <a:pt x="834" y="658"/>
                </a:cubicBezTo>
                <a:cubicBezTo>
                  <a:pt x="839" y="718"/>
                  <a:pt x="830" y="735"/>
                  <a:pt x="835" y="747"/>
                </a:cubicBezTo>
                <a:cubicBezTo>
                  <a:pt x="842" y="815"/>
                  <a:pt x="843" y="822"/>
                  <a:pt x="845" y="828"/>
                </a:cubicBezTo>
                <a:cubicBezTo>
                  <a:pt x="862" y="915"/>
                  <a:pt x="867" y="920"/>
                  <a:pt x="867" y="928"/>
                </a:cubicBezTo>
                <a:cubicBezTo>
                  <a:pt x="880" y="974"/>
                  <a:pt x="878" y="982"/>
                  <a:pt x="881" y="988"/>
                </a:cubicBezTo>
                <a:cubicBezTo>
                  <a:pt x="886" y="1022"/>
                  <a:pt x="890" y="1026"/>
                  <a:pt x="886" y="1025"/>
                </a:cubicBezTo>
                <a:cubicBezTo>
                  <a:pt x="812" y="959"/>
                  <a:pt x="809" y="956"/>
                  <a:pt x="804" y="953"/>
                </a:cubicBezTo>
                <a:close/>
                <a:moveTo>
                  <a:pt x="1225" y="84"/>
                </a:moveTo>
                <a:cubicBezTo>
                  <a:pt x="1229" y="79"/>
                  <a:pt x="1227" y="88"/>
                  <a:pt x="1223" y="86"/>
                </a:cubicBezTo>
                <a:cubicBezTo>
                  <a:pt x="1222" y="91"/>
                  <a:pt x="1218" y="90"/>
                  <a:pt x="1216" y="96"/>
                </a:cubicBezTo>
                <a:cubicBezTo>
                  <a:pt x="1207" y="99"/>
                  <a:pt x="1221" y="85"/>
                  <a:pt x="1225" y="84"/>
                </a:cubicBezTo>
                <a:close/>
                <a:moveTo>
                  <a:pt x="1196" y="90"/>
                </a:moveTo>
                <a:cubicBezTo>
                  <a:pt x="1202" y="98"/>
                  <a:pt x="1186" y="97"/>
                  <a:pt x="1185" y="107"/>
                </a:cubicBezTo>
                <a:cubicBezTo>
                  <a:pt x="1180" y="100"/>
                  <a:pt x="1192" y="91"/>
                  <a:pt x="1196" y="90"/>
                </a:cubicBezTo>
                <a:close/>
                <a:moveTo>
                  <a:pt x="971" y="53"/>
                </a:moveTo>
                <a:cubicBezTo>
                  <a:pt x="972" y="57"/>
                  <a:pt x="972" y="60"/>
                  <a:pt x="972" y="64"/>
                </a:cubicBezTo>
                <a:cubicBezTo>
                  <a:pt x="968" y="70"/>
                  <a:pt x="969" y="57"/>
                  <a:pt x="971" y="53"/>
                </a:cubicBezTo>
                <a:close/>
                <a:moveTo>
                  <a:pt x="977" y="366"/>
                </a:moveTo>
                <a:cubicBezTo>
                  <a:pt x="973" y="363"/>
                  <a:pt x="974" y="359"/>
                  <a:pt x="977" y="353"/>
                </a:cubicBezTo>
                <a:cubicBezTo>
                  <a:pt x="967" y="295"/>
                  <a:pt x="976" y="286"/>
                  <a:pt x="967" y="285"/>
                </a:cubicBezTo>
                <a:cubicBezTo>
                  <a:pt x="969" y="249"/>
                  <a:pt x="968" y="245"/>
                  <a:pt x="968" y="240"/>
                </a:cubicBezTo>
                <a:cubicBezTo>
                  <a:pt x="960" y="149"/>
                  <a:pt x="963" y="138"/>
                  <a:pt x="962" y="129"/>
                </a:cubicBezTo>
                <a:cubicBezTo>
                  <a:pt x="976" y="85"/>
                  <a:pt x="972" y="89"/>
                  <a:pt x="976" y="91"/>
                </a:cubicBezTo>
                <a:cubicBezTo>
                  <a:pt x="979" y="116"/>
                  <a:pt x="980" y="120"/>
                  <a:pt x="983" y="123"/>
                </a:cubicBezTo>
                <a:cubicBezTo>
                  <a:pt x="986" y="158"/>
                  <a:pt x="990" y="166"/>
                  <a:pt x="992" y="175"/>
                </a:cubicBezTo>
                <a:cubicBezTo>
                  <a:pt x="1005" y="234"/>
                  <a:pt x="995" y="243"/>
                  <a:pt x="1001" y="246"/>
                </a:cubicBezTo>
                <a:cubicBezTo>
                  <a:pt x="999" y="298"/>
                  <a:pt x="1011" y="304"/>
                  <a:pt x="1007" y="316"/>
                </a:cubicBezTo>
                <a:cubicBezTo>
                  <a:pt x="1013" y="362"/>
                  <a:pt x="1005" y="369"/>
                  <a:pt x="1010" y="371"/>
                </a:cubicBezTo>
                <a:cubicBezTo>
                  <a:pt x="1005" y="412"/>
                  <a:pt x="1008" y="421"/>
                  <a:pt x="1004" y="432"/>
                </a:cubicBezTo>
                <a:cubicBezTo>
                  <a:pt x="996" y="502"/>
                  <a:pt x="992" y="513"/>
                  <a:pt x="992" y="522"/>
                </a:cubicBezTo>
                <a:cubicBezTo>
                  <a:pt x="996" y="479"/>
                  <a:pt x="984" y="473"/>
                  <a:pt x="987" y="463"/>
                </a:cubicBezTo>
                <a:cubicBezTo>
                  <a:pt x="986" y="425"/>
                  <a:pt x="982" y="418"/>
                  <a:pt x="984" y="407"/>
                </a:cubicBezTo>
                <a:close/>
                <a:moveTo>
                  <a:pt x="1053" y="745"/>
                </a:moveTo>
                <a:cubicBezTo>
                  <a:pt x="1050" y="750"/>
                  <a:pt x="1048" y="755"/>
                  <a:pt x="1046" y="761"/>
                </a:cubicBezTo>
                <a:cubicBezTo>
                  <a:pt x="1038" y="760"/>
                  <a:pt x="1035" y="773"/>
                  <a:pt x="1029" y="775"/>
                </a:cubicBezTo>
                <a:cubicBezTo>
                  <a:pt x="1022" y="776"/>
                  <a:pt x="1018" y="784"/>
                  <a:pt x="1013" y="790"/>
                </a:cubicBezTo>
                <a:cubicBezTo>
                  <a:pt x="1007" y="795"/>
                  <a:pt x="1004" y="805"/>
                  <a:pt x="998" y="809"/>
                </a:cubicBezTo>
                <a:cubicBezTo>
                  <a:pt x="996" y="815"/>
                  <a:pt x="993" y="815"/>
                  <a:pt x="990" y="818"/>
                </a:cubicBezTo>
                <a:cubicBezTo>
                  <a:pt x="989" y="822"/>
                  <a:pt x="987" y="826"/>
                  <a:pt x="984" y="825"/>
                </a:cubicBezTo>
                <a:cubicBezTo>
                  <a:pt x="978" y="838"/>
                  <a:pt x="961" y="849"/>
                  <a:pt x="961" y="862"/>
                </a:cubicBezTo>
                <a:cubicBezTo>
                  <a:pt x="957" y="861"/>
                  <a:pt x="956" y="868"/>
                  <a:pt x="953" y="871"/>
                </a:cubicBezTo>
                <a:cubicBezTo>
                  <a:pt x="952" y="876"/>
                  <a:pt x="948" y="875"/>
                  <a:pt x="946" y="881"/>
                </a:cubicBezTo>
                <a:cubicBezTo>
                  <a:pt x="940" y="884"/>
                  <a:pt x="939" y="898"/>
                  <a:pt x="931" y="893"/>
                </a:cubicBezTo>
                <a:cubicBezTo>
                  <a:pt x="947" y="851"/>
                  <a:pt x="973" y="834"/>
                  <a:pt x="992" y="800"/>
                </a:cubicBezTo>
                <a:cubicBezTo>
                  <a:pt x="999" y="797"/>
                  <a:pt x="1005" y="794"/>
                  <a:pt x="1009" y="785"/>
                </a:cubicBezTo>
                <a:cubicBezTo>
                  <a:pt x="1015" y="785"/>
                  <a:pt x="1018" y="775"/>
                  <a:pt x="1024" y="773"/>
                </a:cubicBezTo>
                <a:cubicBezTo>
                  <a:pt x="1029" y="769"/>
                  <a:pt x="1033" y="762"/>
                  <a:pt x="1038" y="757"/>
                </a:cubicBezTo>
                <a:cubicBezTo>
                  <a:pt x="1044" y="756"/>
                  <a:pt x="1047" y="746"/>
                  <a:pt x="1053" y="745"/>
                </a:cubicBezTo>
                <a:cubicBezTo>
                  <a:pt x="1055" y="733"/>
                  <a:pt x="1061" y="748"/>
                  <a:pt x="1053" y="745"/>
                </a:cubicBezTo>
                <a:close/>
                <a:moveTo>
                  <a:pt x="1135" y="671"/>
                </a:moveTo>
                <a:cubicBezTo>
                  <a:pt x="1134" y="674"/>
                  <a:pt x="1132" y="675"/>
                  <a:pt x="1129" y="675"/>
                </a:cubicBezTo>
                <a:cubicBezTo>
                  <a:pt x="1128" y="681"/>
                  <a:pt x="1122" y="678"/>
                  <a:pt x="1121" y="687"/>
                </a:cubicBezTo>
                <a:cubicBezTo>
                  <a:pt x="1113" y="684"/>
                  <a:pt x="1111" y="696"/>
                  <a:pt x="1104" y="695"/>
                </a:cubicBezTo>
                <a:cubicBezTo>
                  <a:pt x="1108" y="689"/>
                  <a:pt x="1112" y="685"/>
                  <a:pt x="1118" y="685"/>
                </a:cubicBezTo>
                <a:cubicBezTo>
                  <a:pt x="1123" y="675"/>
                  <a:pt x="1130" y="671"/>
                  <a:pt x="1137" y="665"/>
                </a:cubicBezTo>
                <a:cubicBezTo>
                  <a:pt x="1140" y="668"/>
                  <a:pt x="1136" y="667"/>
                  <a:pt x="1135" y="671"/>
                </a:cubicBezTo>
                <a:close/>
                <a:moveTo>
                  <a:pt x="1147" y="657"/>
                </a:moveTo>
                <a:cubicBezTo>
                  <a:pt x="1148" y="653"/>
                  <a:pt x="1150" y="655"/>
                  <a:pt x="1152" y="653"/>
                </a:cubicBezTo>
                <a:cubicBezTo>
                  <a:pt x="1160" y="646"/>
                  <a:pt x="1145" y="669"/>
                  <a:pt x="1147" y="657"/>
                </a:cubicBezTo>
                <a:close/>
                <a:moveTo>
                  <a:pt x="1221" y="538"/>
                </a:moveTo>
                <a:cubicBezTo>
                  <a:pt x="1226" y="543"/>
                  <a:pt x="1217" y="540"/>
                  <a:pt x="1215" y="545"/>
                </a:cubicBezTo>
                <a:cubicBezTo>
                  <a:pt x="1211" y="552"/>
                  <a:pt x="1210" y="540"/>
                  <a:pt x="1221" y="538"/>
                </a:cubicBezTo>
                <a:close/>
                <a:moveTo>
                  <a:pt x="968" y="741"/>
                </a:moveTo>
                <a:cubicBezTo>
                  <a:pt x="974" y="738"/>
                  <a:pt x="978" y="727"/>
                  <a:pt x="983" y="722"/>
                </a:cubicBezTo>
                <a:cubicBezTo>
                  <a:pt x="990" y="720"/>
                  <a:pt x="993" y="710"/>
                  <a:pt x="1000" y="708"/>
                </a:cubicBezTo>
                <a:cubicBezTo>
                  <a:pt x="1002" y="703"/>
                  <a:pt x="1005" y="702"/>
                  <a:pt x="1008" y="702"/>
                </a:cubicBezTo>
                <a:cubicBezTo>
                  <a:pt x="1007" y="697"/>
                  <a:pt x="1009" y="698"/>
                  <a:pt x="1012" y="694"/>
                </a:cubicBezTo>
                <a:cubicBezTo>
                  <a:pt x="1022" y="681"/>
                  <a:pt x="1035" y="674"/>
                  <a:pt x="1046" y="662"/>
                </a:cubicBezTo>
                <a:cubicBezTo>
                  <a:pt x="1052" y="659"/>
                  <a:pt x="1057" y="653"/>
                  <a:pt x="1064" y="651"/>
                </a:cubicBezTo>
                <a:cubicBezTo>
                  <a:pt x="1068" y="642"/>
                  <a:pt x="1075" y="643"/>
                  <a:pt x="1082" y="640"/>
                </a:cubicBezTo>
                <a:cubicBezTo>
                  <a:pt x="1099" y="620"/>
                  <a:pt x="1119" y="606"/>
                  <a:pt x="1138" y="593"/>
                </a:cubicBezTo>
                <a:cubicBezTo>
                  <a:pt x="1149" y="589"/>
                  <a:pt x="1157" y="577"/>
                  <a:pt x="1169" y="575"/>
                </a:cubicBezTo>
                <a:cubicBezTo>
                  <a:pt x="1176" y="561"/>
                  <a:pt x="1189" y="563"/>
                  <a:pt x="1198" y="553"/>
                </a:cubicBezTo>
                <a:cubicBezTo>
                  <a:pt x="1204" y="557"/>
                  <a:pt x="1192" y="559"/>
                  <a:pt x="1190" y="562"/>
                </a:cubicBezTo>
                <a:cubicBezTo>
                  <a:pt x="1186" y="565"/>
                  <a:pt x="1183" y="568"/>
                  <a:pt x="1178" y="569"/>
                </a:cubicBezTo>
                <a:cubicBezTo>
                  <a:pt x="1171" y="576"/>
                  <a:pt x="1164" y="583"/>
                  <a:pt x="1155" y="584"/>
                </a:cubicBezTo>
                <a:cubicBezTo>
                  <a:pt x="1148" y="593"/>
                  <a:pt x="1140" y="599"/>
                  <a:pt x="1132" y="606"/>
                </a:cubicBezTo>
                <a:cubicBezTo>
                  <a:pt x="1127" y="606"/>
                  <a:pt x="1125" y="613"/>
                  <a:pt x="1121" y="617"/>
                </a:cubicBezTo>
                <a:cubicBezTo>
                  <a:pt x="1115" y="613"/>
                  <a:pt x="1115" y="623"/>
                  <a:pt x="1109" y="621"/>
                </a:cubicBezTo>
                <a:cubicBezTo>
                  <a:pt x="1104" y="630"/>
                  <a:pt x="1098" y="638"/>
                  <a:pt x="1091" y="641"/>
                </a:cubicBezTo>
                <a:cubicBezTo>
                  <a:pt x="1088" y="644"/>
                  <a:pt x="1084" y="646"/>
                  <a:pt x="1081" y="649"/>
                </a:cubicBezTo>
                <a:cubicBezTo>
                  <a:pt x="1076" y="649"/>
                  <a:pt x="1076" y="659"/>
                  <a:pt x="1071" y="657"/>
                </a:cubicBezTo>
                <a:cubicBezTo>
                  <a:pt x="1058" y="669"/>
                  <a:pt x="1044" y="677"/>
                  <a:pt x="1033" y="691"/>
                </a:cubicBezTo>
                <a:cubicBezTo>
                  <a:pt x="1005" y="708"/>
                  <a:pt x="985" y="747"/>
                  <a:pt x="957" y="765"/>
                </a:cubicBezTo>
                <a:cubicBezTo>
                  <a:pt x="953" y="758"/>
                  <a:pt x="965" y="746"/>
                  <a:pt x="968" y="741"/>
                </a:cubicBezTo>
                <a:close/>
                <a:moveTo>
                  <a:pt x="945" y="603"/>
                </a:moveTo>
                <a:cubicBezTo>
                  <a:pt x="944" y="597"/>
                  <a:pt x="942" y="591"/>
                  <a:pt x="941" y="585"/>
                </a:cubicBezTo>
                <a:cubicBezTo>
                  <a:pt x="942" y="572"/>
                  <a:pt x="936" y="562"/>
                  <a:pt x="938" y="549"/>
                </a:cubicBezTo>
                <a:cubicBezTo>
                  <a:pt x="936" y="543"/>
                  <a:pt x="935" y="537"/>
                  <a:pt x="934" y="531"/>
                </a:cubicBezTo>
                <a:cubicBezTo>
                  <a:pt x="933" y="525"/>
                  <a:pt x="935" y="519"/>
                  <a:pt x="932" y="514"/>
                </a:cubicBezTo>
                <a:cubicBezTo>
                  <a:pt x="928" y="503"/>
                  <a:pt x="928" y="491"/>
                  <a:pt x="926" y="479"/>
                </a:cubicBezTo>
                <a:cubicBezTo>
                  <a:pt x="925" y="455"/>
                  <a:pt x="917" y="433"/>
                  <a:pt x="921" y="407"/>
                </a:cubicBezTo>
                <a:cubicBezTo>
                  <a:pt x="919" y="401"/>
                  <a:pt x="915" y="396"/>
                  <a:pt x="920" y="387"/>
                </a:cubicBezTo>
                <a:cubicBezTo>
                  <a:pt x="911" y="385"/>
                  <a:pt x="923" y="374"/>
                  <a:pt x="918" y="371"/>
                </a:cubicBezTo>
                <a:cubicBezTo>
                  <a:pt x="917" y="358"/>
                  <a:pt x="919" y="345"/>
                  <a:pt x="915" y="334"/>
                </a:cubicBezTo>
                <a:cubicBezTo>
                  <a:pt x="918" y="327"/>
                  <a:pt x="920" y="321"/>
                  <a:pt x="917" y="316"/>
                </a:cubicBezTo>
                <a:cubicBezTo>
                  <a:pt x="920" y="313"/>
                  <a:pt x="920" y="317"/>
                  <a:pt x="923" y="319"/>
                </a:cubicBezTo>
                <a:cubicBezTo>
                  <a:pt x="923" y="321"/>
                  <a:pt x="923" y="324"/>
                  <a:pt x="922" y="328"/>
                </a:cubicBezTo>
                <a:cubicBezTo>
                  <a:pt x="931" y="330"/>
                  <a:pt x="917" y="341"/>
                  <a:pt x="927" y="343"/>
                </a:cubicBezTo>
                <a:cubicBezTo>
                  <a:pt x="923" y="356"/>
                  <a:pt x="932" y="363"/>
                  <a:pt x="929" y="375"/>
                </a:cubicBezTo>
                <a:cubicBezTo>
                  <a:pt x="928" y="379"/>
                  <a:pt x="933" y="380"/>
                  <a:pt x="931" y="383"/>
                </a:cubicBezTo>
                <a:cubicBezTo>
                  <a:pt x="928" y="387"/>
                  <a:pt x="931" y="389"/>
                  <a:pt x="934" y="391"/>
                </a:cubicBezTo>
                <a:cubicBezTo>
                  <a:pt x="929" y="398"/>
                  <a:pt x="939" y="399"/>
                  <a:pt x="933" y="406"/>
                </a:cubicBezTo>
                <a:cubicBezTo>
                  <a:pt x="939" y="415"/>
                  <a:pt x="938" y="427"/>
                  <a:pt x="938" y="437"/>
                </a:cubicBezTo>
                <a:cubicBezTo>
                  <a:pt x="944" y="447"/>
                  <a:pt x="942" y="459"/>
                  <a:pt x="942" y="471"/>
                </a:cubicBezTo>
                <a:cubicBezTo>
                  <a:pt x="948" y="480"/>
                  <a:pt x="947" y="491"/>
                  <a:pt x="947" y="502"/>
                </a:cubicBezTo>
                <a:cubicBezTo>
                  <a:pt x="949" y="507"/>
                  <a:pt x="947" y="514"/>
                  <a:pt x="949" y="519"/>
                </a:cubicBezTo>
                <a:cubicBezTo>
                  <a:pt x="948" y="524"/>
                  <a:pt x="954" y="527"/>
                  <a:pt x="948" y="534"/>
                </a:cubicBezTo>
                <a:cubicBezTo>
                  <a:pt x="952" y="544"/>
                  <a:pt x="948" y="556"/>
                  <a:pt x="953" y="565"/>
                </a:cubicBezTo>
                <a:cubicBezTo>
                  <a:pt x="952" y="568"/>
                  <a:pt x="951" y="570"/>
                  <a:pt x="950" y="573"/>
                </a:cubicBezTo>
                <a:cubicBezTo>
                  <a:pt x="950" y="580"/>
                  <a:pt x="950" y="587"/>
                  <a:pt x="953" y="594"/>
                </a:cubicBezTo>
                <a:cubicBezTo>
                  <a:pt x="952" y="601"/>
                  <a:pt x="949" y="610"/>
                  <a:pt x="952" y="616"/>
                </a:cubicBezTo>
                <a:cubicBezTo>
                  <a:pt x="943" y="623"/>
                  <a:pt x="950" y="605"/>
                  <a:pt x="945" y="603"/>
                </a:cubicBezTo>
                <a:close/>
                <a:moveTo>
                  <a:pt x="949" y="770"/>
                </a:moveTo>
                <a:cubicBezTo>
                  <a:pt x="954" y="777"/>
                  <a:pt x="942" y="784"/>
                  <a:pt x="940" y="789"/>
                </a:cubicBezTo>
                <a:cubicBezTo>
                  <a:pt x="934" y="782"/>
                  <a:pt x="946" y="775"/>
                  <a:pt x="949" y="770"/>
                </a:cubicBezTo>
                <a:close/>
                <a:moveTo>
                  <a:pt x="930" y="838"/>
                </a:moveTo>
                <a:cubicBezTo>
                  <a:pt x="935" y="828"/>
                  <a:pt x="940" y="817"/>
                  <a:pt x="945" y="807"/>
                </a:cubicBezTo>
                <a:cubicBezTo>
                  <a:pt x="975" y="766"/>
                  <a:pt x="981" y="766"/>
                  <a:pt x="983" y="757"/>
                </a:cubicBezTo>
                <a:cubicBezTo>
                  <a:pt x="1040" y="706"/>
                  <a:pt x="1041" y="694"/>
                  <a:pt x="1047" y="694"/>
                </a:cubicBezTo>
                <a:cubicBezTo>
                  <a:pt x="1085" y="656"/>
                  <a:pt x="1090" y="660"/>
                  <a:pt x="1094" y="655"/>
                </a:cubicBezTo>
                <a:cubicBezTo>
                  <a:pt x="1106" y="645"/>
                  <a:pt x="1106" y="641"/>
                  <a:pt x="1109" y="643"/>
                </a:cubicBezTo>
                <a:cubicBezTo>
                  <a:pt x="1168" y="590"/>
                  <a:pt x="1177" y="585"/>
                  <a:pt x="1186" y="579"/>
                </a:cubicBezTo>
                <a:cubicBezTo>
                  <a:pt x="1283" y="511"/>
                  <a:pt x="1302" y="503"/>
                  <a:pt x="1320" y="494"/>
                </a:cubicBezTo>
                <a:cubicBezTo>
                  <a:pt x="1367" y="464"/>
                  <a:pt x="1375" y="471"/>
                  <a:pt x="1376" y="462"/>
                </a:cubicBezTo>
                <a:cubicBezTo>
                  <a:pt x="1365" y="474"/>
                  <a:pt x="1364" y="479"/>
                  <a:pt x="1360" y="477"/>
                </a:cubicBezTo>
                <a:cubicBezTo>
                  <a:pt x="1346" y="488"/>
                  <a:pt x="1343" y="488"/>
                  <a:pt x="1341" y="491"/>
                </a:cubicBezTo>
                <a:cubicBezTo>
                  <a:pt x="1310" y="510"/>
                  <a:pt x="1306" y="517"/>
                  <a:pt x="1301" y="517"/>
                </a:cubicBezTo>
                <a:cubicBezTo>
                  <a:pt x="1241" y="562"/>
                  <a:pt x="1232" y="569"/>
                  <a:pt x="1223" y="574"/>
                </a:cubicBezTo>
                <a:cubicBezTo>
                  <a:pt x="1180" y="611"/>
                  <a:pt x="1173" y="608"/>
                  <a:pt x="1172" y="617"/>
                </a:cubicBezTo>
                <a:cubicBezTo>
                  <a:pt x="1130" y="655"/>
                  <a:pt x="1127" y="661"/>
                  <a:pt x="1123" y="662"/>
                </a:cubicBezTo>
                <a:cubicBezTo>
                  <a:pt x="1038" y="734"/>
                  <a:pt x="1033" y="752"/>
                  <a:pt x="1023" y="754"/>
                </a:cubicBezTo>
                <a:cubicBezTo>
                  <a:pt x="979" y="789"/>
                  <a:pt x="981" y="809"/>
                  <a:pt x="974" y="804"/>
                </a:cubicBezTo>
                <a:close/>
                <a:moveTo>
                  <a:pt x="932" y="1015"/>
                </a:moveTo>
                <a:cubicBezTo>
                  <a:pt x="927" y="1006"/>
                  <a:pt x="942" y="1003"/>
                  <a:pt x="945" y="995"/>
                </a:cubicBezTo>
                <a:cubicBezTo>
                  <a:pt x="949" y="1002"/>
                  <a:pt x="936" y="1010"/>
                  <a:pt x="932" y="1015"/>
                </a:cubicBezTo>
                <a:close/>
                <a:moveTo>
                  <a:pt x="1194" y="765"/>
                </a:moveTo>
                <a:cubicBezTo>
                  <a:pt x="1197" y="767"/>
                  <a:pt x="1192" y="767"/>
                  <a:pt x="1191" y="770"/>
                </a:cubicBezTo>
                <a:cubicBezTo>
                  <a:pt x="1190" y="772"/>
                  <a:pt x="1189" y="775"/>
                  <a:pt x="1188" y="778"/>
                </a:cubicBezTo>
                <a:cubicBezTo>
                  <a:pt x="1182" y="782"/>
                  <a:pt x="1179" y="793"/>
                  <a:pt x="1173" y="796"/>
                </a:cubicBezTo>
                <a:cubicBezTo>
                  <a:pt x="1167" y="800"/>
                  <a:pt x="1165" y="812"/>
                  <a:pt x="1159" y="812"/>
                </a:cubicBezTo>
                <a:cubicBezTo>
                  <a:pt x="1155" y="820"/>
                  <a:pt x="1149" y="821"/>
                  <a:pt x="1145" y="828"/>
                </a:cubicBezTo>
                <a:cubicBezTo>
                  <a:pt x="1143" y="840"/>
                  <a:pt x="1134" y="833"/>
                  <a:pt x="1131" y="845"/>
                </a:cubicBezTo>
                <a:cubicBezTo>
                  <a:pt x="1127" y="843"/>
                  <a:pt x="1127" y="852"/>
                  <a:pt x="1123" y="850"/>
                </a:cubicBezTo>
                <a:cubicBezTo>
                  <a:pt x="1120" y="851"/>
                  <a:pt x="1118" y="853"/>
                  <a:pt x="1116" y="857"/>
                </a:cubicBezTo>
                <a:cubicBezTo>
                  <a:pt x="1110" y="858"/>
                  <a:pt x="1107" y="867"/>
                  <a:pt x="1101" y="869"/>
                </a:cubicBezTo>
                <a:cubicBezTo>
                  <a:pt x="1091" y="878"/>
                  <a:pt x="1081" y="885"/>
                  <a:pt x="1072" y="897"/>
                </a:cubicBezTo>
                <a:cubicBezTo>
                  <a:pt x="1048" y="909"/>
                  <a:pt x="1028" y="932"/>
                  <a:pt x="1004" y="942"/>
                </a:cubicBezTo>
                <a:cubicBezTo>
                  <a:pt x="997" y="954"/>
                  <a:pt x="987" y="959"/>
                  <a:pt x="979" y="969"/>
                </a:cubicBezTo>
                <a:cubicBezTo>
                  <a:pt x="970" y="977"/>
                  <a:pt x="963" y="988"/>
                  <a:pt x="952" y="992"/>
                </a:cubicBezTo>
                <a:cubicBezTo>
                  <a:pt x="947" y="985"/>
                  <a:pt x="960" y="979"/>
                  <a:pt x="963" y="975"/>
                </a:cubicBezTo>
                <a:cubicBezTo>
                  <a:pt x="969" y="971"/>
                  <a:pt x="974" y="965"/>
                  <a:pt x="980" y="960"/>
                </a:cubicBezTo>
                <a:cubicBezTo>
                  <a:pt x="982" y="946"/>
                  <a:pt x="992" y="953"/>
                  <a:pt x="995" y="941"/>
                </a:cubicBezTo>
                <a:cubicBezTo>
                  <a:pt x="1001" y="938"/>
                  <a:pt x="1005" y="929"/>
                  <a:pt x="1012" y="930"/>
                </a:cubicBezTo>
                <a:cubicBezTo>
                  <a:pt x="1011" y="925"/>
                  <a:pt x="1013" y="926"/>
                  <a:pt x="1016" y="922"/>
                </a:cubicBezTo>
                <a:cubicBezTo>
                  <a:pt x="1021" y="923"/>
                  <a:pt x="1016" y="917"/>
                  <a:pt x="1021" y="918"/>
                </a:cubicBezTo>
                <a:cubicBezTo>
                  <a:pt x="1027" y="914"/>
                  <a:pt x="1032" y="907"/>
                  <a:pt x="1037" y="904"/>
                </a:cubicBezTo>
                <a:cubicBezTo>
                  <a:pt x="1042" y="897"/>
                  <a:pt x="1049" y="895"/>
                  <a:pt x="1054" y="889"/>
                </a:cubicBezTo>
                <a:cubicBezTo>
                  <a:pt x="1058" y="882"/>
                  <a:pt x="1067" y="885"/>
                  <a:pt x="1070" y="874"/>
                </a:cubicBezTo>
                <a:cubicBezTo>
                  <a:pt x="1078" y="876"/>
                  <a:pt x="1081" y="863"/>
                  <a:pt x="1087" y="859"/>
                </a:cubicBezTo>
                <a:cubicBezTo>
                  <a:pt x="1092" y="855"/>
                  <a:pt x="1097" y="849"/>
                  <a:pt x="1103" y="844"/>
                </a:cubicBezTo>
                <a:cubicBezTo>
                  <a:pt x="1115" y="837"/>
                  <a:pt x="1124" y="823"/>
                  <a:pt x="1137" y="818"/>
                </a:cubicBezTo>
                <a:cubicBezTo>
                  <a:pt x="1158" y="797"/>
                  <a:pt x="1180" y="777"/>
                  <a:pt x="1198" y="747"/>
                </a:cubicBezTo>
                <a:cubicBezTo>
                  <a:pt x="1204" y="751"/>
                  <a:pt x="1194" y="759"/>
                  <a:pt x="1194" y="765"/>
                </a:cubicBezTo>
                <a:close/>
                <a:moveTo>
                  <a:pt x="1017" y="850"/>
                </a:moveTo>
                <a:cubicBezTo>
                  <a:pt x="1022" y="849"/>
                  <a:pt x="1025" y="843"/>
                  <a:pt x="1029" y="839"/>
                </a:cubicBezTo>
                <a:cubicBezTo>
                  <a:pt x="1035" y="830"/>
                  <a:pt x="1044" y="828"/>
                  <a:pt x="1049" y="816"/>
                </a:cubicBezTo>
                <a:cubicBezTo>
                  <a:pt x="1054" y="816"/>
                  <a:pt x="1056" y="809"/>
                  <a:pt x="1060" y="805"/>
                </a:cubicBezTo>
                <a:cubicBezTo>
                  <a:pt x="1064" y="803"/>
                  <a:pt x="1067" y="797"/>
                  <a:pt x="1071" y="795"/>
                </a:cubicBezTo>
                <a:cubicBezTo>
                  <a:pt x="1073" y="786"/>
                  <a:pt x="1081" y="793"/>
                  <a:pt x="1083" y="784"/>
                </a:cubicBezTo>
                <a:cubicBezTo>
                  <a:pt x="1087" y="784"/>
                  <a:pt x="1088" y="774"/>
                  <a:pt x="1093" y="776"/>
                </a:cubicBezTo>
                <a:cubicBezTo>
                  <a:pt x="1092" y="768"/>
                  <a:pt x="1107" y="772"/>
                  <a:pt x="1100" y="766"/>
                </a:cubicBezTo>
                <a:cubicBezTo>
                  <a:pt x="1104" y="762"/>
                  <a:pt x="1110" y="765"/>
                  <a:pt x="1112" y="756"/>
                </a:cubicBezTo>
                <a:cubicBezTo>
                  <a:pt x="1119" y="749"/>
                  <a:pt x="1124" y="737"/>
                  <a:pt x="1133" y="737"/>
                </a:cubicBezTo>
                <a:cubicBezTo>
                  <a:pt x="1145" y="716"/>
                  <a:pt x="1164" y="714"/>
                  <a:pt x="1175" y="693"/>
                </a:cubicBezTo>
                <a:cubicBezTo>
                  <a:pt x="1183" y="689"/>
                  <a:pt x="1191" y="687"/>
                  <a:pt x="1196" y="676"/>
                </a:cubicBezTo>
                <a:cubicBezTo>
                  <a:pt x="1204" y="678"/>
                  <a:pt x="1208" y="667"/>
                  <a:pt x="1215" y="663"/>
                </a:cubicBezTo>
                <a:cubicBezTo>
                  <a:pt x="1224" y="665"/>
                  <a:pt x="1227" y="648"/>
                  <a:pt x="1236" y="650"/>
                </a:cubicBezTo>
                <a:cubicBezTo>
                  <a:pt x="1241" y="641"/>
                  <a:pt x="1249" y="642"/>
                  <a:pt x="1254" y="633"/>
                </a:cubicBezTo>
                <a:cubicBezTo>
                  <a:pt x="1259" y="637"/>
                  <a:pt x="1249" y="646"/>
                  <a:pt x="1248" y="652"/>
                </a:cubicBezTo>
                <a:cubicBezTo>
                  <a:pt x="1242" y="657"/>
                  <a:pt x="1239" y="670"/>
                  <a:pt x="1232" y="674"/>
                </a:cubicBezTo>
                <a:cubicBezTo>
                  <a:pt x="1224" y="684"/>
                  <a:pt x="1213" y="689"/>
                  <a:pt x="1204" y="699"/>
                </a:cubicBezTo>
                <a:cubicBezTo>
                  <a:pt x="1198" y="701"/>
                  <a:pt x="1193" y="705"/>
                  <a:pt x="1189" y="711"/>
                </a:cubicBezTo>
                <a:cubicBezTo>
                  <a:pt x="1183" y="710"/>
                  <a:pt x="1181" y="722"/>
                  <a:pt x="1175" y="721"/>
                </a:cubicBezTo>
                <a:cubicBezTo>
                  <a:pt x="1166" y="731"/>
                  <a:pt x="1156" y="736"/>
                  <a:pt x="1148" y="747"/>
                </a:cubicBezTo>
                <a:cubicBezTo>
                  <a:pt x="1141" y="746"/>
                  <a:pt x="1140" y="758"/>
                  <a:pt x="1134" y="756"/>
                </a:cubicBezTo>
                <a:cubicBezTo>
                  <a:pt x="1130" y="762"/>
                  <a:pt x="1125" y="764"/>
                  <a:pt x="1123" y="773"/>
                </a:cubicBezTo>
                <a:cubicBezTo>
                  <a:pt x="1114" y="769"/>
                  <a:pt x="1111" y="778"/>
                  <a:pt x="1107" y="786"/>
                </a:cubicBezTo>
                <a:cubicBezTo>
                  <a:pt x="1100" y="781"/>
                  <a:pt x="1098" y="792"/>
                  <a:pt x="1093" y="795"/>
                </a:cubicBezTo>
                <a:cubicBezTo>
                  <a:pt x="1081" y="794"/>
                  <a:pt x="1077" y="815"/>
                  <a:pt x="1066" y="814"/>
                </a:cubicBezTo>
                <a:cubicBezTo>
                  <a:pt x="1064" y="827"/>
                  <a:pt x="1055" y="822"/>
                  <a:pt x="1052" y="830"/>
                </a:cubicBezTo>
                <a:cubicBezTo>
                  <a:pt x="1048" y="835"/>
                  <a:pt x="1042" y="836"/>
                  <a:pt x="1038" y="840"/>
                </a:cubicBezTo>
                <a:cubicBezTo>
                  <a:pt x="1029" y="847"/>
                  <a:pt x="1020" y="854"/>
                  <a:pt x="1011" y="863"/>
                </a:cubicBezTo>
                <a:cubicBezTo>
                  <a:pt x="1005" y="857"/>
                  <a:pt x="1017" y="855"/>
                  <a:pt x="1017" y="850"/>
                </a:cubicBezTo>
                <a:close/>
                <a:moveTo>
                  <a:pt x="964" y="911"/>
                </a:moveTo>
                <a:cubicBezTo>
                  <a:pt x="967" y="905"/>
                  <a:pt x="972" y="903"/>
                  <a:pt x="975" y="894"/>
                </a:cubicBezTo>
                <a:cubicBezTo>
                  <a:pt x="982" y="896"/>
                  <a:pt x="983" y="882"/>
                  <a:pt x="990" y="882"/>
                </a:cubicBezTo>
                <a:cubicBezTo>
                  <a:pt x="992" y="872"/>
                  <a:pt x="999" y="873"/>
                  <a:pt x="1001" y="865"/>
                </a:cubicBezTo>
                <a:cubicBezTo>
                  <a:pt x="1013" y="869"/>
                  <a:pt x="996" y="876"/>
                  <a:pt x="994" y="880"/>
                </a:cubicBezTo>
                <a:cubicBezTo>
                  <a:pt x="991" y="889"/>
                  <a:pt x="984" y="889"/>
                  <a:pt x="982" y="900"/>
                </a:cubicBezTo>
                <a:cubicBezTo>
                  <a:pt x="970" y="902"/>
                  <a:pt x="966" y="920"/>
                  <a:pt x="957" y="927"/>
                </a:cubicBezTo>
                <a:cubicBezTo>
                  <a:pt x="950" y="921"/>
                  <a:pt x="962" y="916"/>
                  <a:pt x="964" y="911"/>
                </a:cubicBezTo>
                <a:close/>
                <a:moveTo>
                  <a:pt x="937" y="976"/>
                </a:moveTo>
                <a:cubicBezTo>
                  <a:pt x="942" y="962"/>
                  <a:pt x="950" y="959"/>
                  <a:pt x="955" y="945"/>
                </a:cubicBezTo>
                <a:cubicBezTo>
                  <a:pt x="986" y="914"/>
                  <a:pt x="990" y="909"/>
                  <a:pt x="993" y="902"/>
                </a:cubicBezTo>
                <a:cubicBezTo>
                  <a:pt x="1021" y="867"/>
                  <a:pt x="1029" y="873"/>
                  <a:pt x="1031" y="862"/>
                </a:cubicBezTo>
                <a:cubicBezTo>
                  <a:pt x="1090" y="817"/>
                  <a:pt x="1091" y="805"/>
                  <a:pt x="1098" y="807"/>
                </a:cubicBezTo>
                <a:cubicBezTo>
                  <a:pt x="1145" y="768"/>
                  <a:pt x="1151" y="756"/>
                  <a:pt x="1161" y="753"/>
                </a:cubicBezTo>
                <a:cubicBezTo>
                  <a:pt x="1216" y="716"/>
                  <a:pt x="1201" y="720"/>
                  <a:pt x="1199" y="732"/>
                </a:cubicBezTo>
                <a:cubicBezTo>
                  <a:pt x="1172" y="765"/>
                  <a:pt x="1160" y="775"/>
                  <a:pt x="1150" y="789"/>
                </a:cubicBezTo>
                <a:cubicBezTo>
                  <a:pt x="1106" y="828"/>
                  <a:pt x="1092" y="833"/>
                  <a:pt x="1082" y="847"/>
                </a:cubicBezTo>
                <a:cubicBezTo>
                  <a:pt x="1035" y="879"/>
                  <a:pt x="1028" y="902"/>
                  <a:pt x="1014" y="906"/>
                </a:cubicBezTo>
                <a:cubicBezTo>
                  <a:pt x="978" y="947"/>
                  <a:pt x="968" y="943"/>
                  <a:pt x="965" y="957"/>
                </a:cubicBezTo>
                <a:cubicBezTo>
                  <a:pt x="937" y="979"/>
                  <a:pt x="927" y="997"/>
                  <a:pt x="922" y="1003"/>
                </a:cubicBezTo>
                <a:close/>
                <a:moveTo>
                  <a:pt x="919" y="961"/>
                </a:moveTo>
                <a:cubicBezTo>
                  <a:pt x="921" y="962"/>
                  <a:pt x="924" y="963"/>
                  <a:pt x="927" y="964"/>
                </a:cubicBezTo>
                <a:cubicBezTo>
                  <a:pt x="925" y="968"/>
                  <a:pt x="923" y="971"/>
                  <a:pt x="922" y="975"/>
                </a:cubicBezTo>
                <a:cubicBezTo>
                  <a:pt x="915" y="973"/>
                  <a:pt x="918" y="966"/>
                  <a:pt x="919" y="961"/>
                </a:cubicBezTo>
                <a:close/>
                <a:moveTo>
                  <a:pt x="841" y="587"/>
                </a:moveTo>
                <a:cubicBezTo>
                  <a:pt x="846" y="580"/>
                  <a:pt x="843" y="593"/>
                  <a:pt x="848" y="593"/>
                </a:cubicBezTo>
                <a:cubicBezTo>
                  <a:pt x="847" y="597"/>
                  <a:pt x="851" y="600"/>
                  <a:pt x="849" y="604"/>
                </a:cubicBezTo>
                <a:cubicBezTo>
                  <a:pt x="849" y="612"/>
                  <a:pt x="856" y="617"/>
                  <a:pt x="852" y="627"/>
                </a:cubicBezTo>
                <a:cubicBezTo>
                  <a:pt x="858" y="639"/>
                  <a:pt x="862" y="651"/>
                  <a:pt x="867" y="663"/>
                </a:cubicBezTo>
                <a:cubicBezTo>
                  <a:pt x="868" y="670"/>
                  <a:pt x="870" y="676"/>
                  <a:pt x="874" y="682"/>
                </a:cubicBezTo>
                <a:cubicBezTo>
                  <a:pt x="873" y="689"/>
                  <a:pt x="877" y="694"/>
                  <a:pt x="879" y="700"/>
                </a:cubicBezTo>
                <a:cubicBezTo>
                  <a:pt x="884" y="705"/>
                  <a:pt x="883" y="713"/>
                  <a:pt x="886" y="719"/>
                </a:cubicBezTo>
                <a:cubicBezTo>
                  <a:pt x="888" y="725"/>
                  <a:pt x="890" y="731"/>
                  <a:pt x="890" y="737"/>
                </a:cubicBezTo>
                <a:cubicBezTo>
                  <a:pt x="896" y="749"/>
                  <a:pt x="896" y="762"/>
                  <a:pt x="903" y="772"/>
                </a:cubicBezTo>
                <a:cubicBezTo>
                  <a:pt x="901" y="790"/>
                  <a:pt x="910" y="804"/>
                  <a:pt x="909" y="822"/>
                </a:cubicBezTo>
                <a:cubicBezTo>
                  <a:pt x="912" y="826"/>
                  <a:pt x="913" y="829"/>
                  <a:pt x="913" y="834"/>
                </a:cubicBezTo>
                <a:cubicBezTo>
                  <a:pt x="906" y="841"/>
                  <a:pt x="921" y="840"/>
                  <a:pt x="914" y="847"/>
                </a:cubicBezTo>
                <a:cubicBezTo>
                  <a:pt x="921" y="852"/>
                  <a:pt x="911" y="864"/>
                  <a:pt x="920" y="869"/>
                </a:cubicBezTo>
                <a:cubicBezTo>
                  <a:pt x="918" y="872"/>
                  <a:pt x="916" y="876"/>
                  <a:pt x="919" y="878"/>
                </a:cubicBezTo>
                <a:cubicBezTo>
                  <a:pt x="916" y="879"/>
                  <a:pt x="913" y="881"/>
                  <a:pt x="916" y="883"/>
                </a:cubicBezTo>
                <a:cubicBezTo>
                  <a:pt x="918" y="888"/>
                  <a:pt x="915" y="894"/>
                  <a:pt x="912" y="900"/>
                </a:cubicBezTo>
                <a:cubicBezTo>
                  <a:pt x="904" y="894"/>
                  <a:pt x="909" y="884"/>
                  <a:pt x="903" y="877"/>
                </a:cubicBezTo>
                <a:cubicBezTo>
                  <a:pt x="905" y="867"/>
                  <a:pt x="899" y="861"/>
                  <a:pt x="902" y="851"/>
                </a:cubicBezTo>
                <a:cubicBezTo>
                  <a:pt x="900" y="845"/>
                  <a:pt x="896" y="840"/>
                  <a:pt x="898" y="833"/>
                </a:cubicBezTo>
                <a:cubicBezTo>
                  <a:pt x="895" y="828"/>
                  <a:pt x="893" y="823"/>
                  <a:pt x="892" y="818"/>
                </a:cubicBezTo>
                <a:cubicBezTo>
                  <a:pt x="887" y="808"/>
                  <a:pt x="887" y="796"/>
                  <a:pt x="884" y="786"/>
                </a:cubicBezTo>
                <a:cubicBezTo>
                  <a:pt x="880" y="775"/>
                  <a:pt x="877" y="763"/>
                  <a:pt x="874" y="752"/>
                </a:cubicBezTo>
                <a:cubicBezTo>
                  <a:pt x="870" y="742"/>
                  <a:pt x="867" y="732"/>
                  <a:pt x="866" y="720"/>
                </a:cubicBezTo>
                <a:cubicBezTo>
                  <a:pt x="866" y="717"/>
                  <a:pt x="862" y="714"/>
                  <a:pt x="865" y="710"/>
                </a:cubicBezTo>
                <a:cubicBezTo>
                  <a:pt x="862" y="708"/>
                  <a:pt x="865" y="704"/>
                  <a:pt x="862" y="702"/>
                </a:cubicBezTo>
                <a:cubicBezTo>
                  <a:pt x="864" y="695"/>
                  <a:pt x="855" y="693"/>
                  <a:pt x="860" y="685"/>
                </a:cubicBezTo>
                <a:cubicBezTo>
                  <a:pt x="855" y="675"/>
                  <a:pt x="855" y="664"/>
                  <a:pt x="852" y="653"/>
                </a:cubicBezTo>
                <a:cubicBezTo>
                  <a:pt x="853" y="641"/>
                  <a:pt x="847" y="632"/>
                  <a:pt x="849" y="619"/>
                </a:cubicBezTo>
                <a:cubicBezTo>
                  <a:pt x="842" y="610"/>
                  <a:pt x="848" y="596"/>
                  <a:pt x="841" y="587"/>
                </a:cubicBezTo>
                <a:close/>
                <a:moveTo>
                  <a:pt x="881" y="931"/>
                </a:moveTo>
                <a:cubicBezTo>
                  <a:pt x="877" y="917"/>
                  <a:pt x="876" y="902"/>
                  <a:pt x="868" y="890"/>
                </a:cubicBezTo>
                <a:cubicBezTo>
                  <a:pt x="874" y="880"/>
                  <a:pt x="861" y="877"/>
                  <a:pt x="866" y="867"/>
                </a:cubicBezTo>
                <a:cubicBezTo>
                  <a:pt x="859" y="862"/>
                  <a:pt x="865" y="852"/>
                  <a:pt x="859" y="847"/>
                </a:cubicBezTo>
                <a:cubicBezTo>
                  <a:pt x="862" y="830"/>
                  <a:pt x="851" y="818"/>
                  <a:pt x="851" y="802"/>
                </a:cubicBezTo>
                <a:cubicBezTo>
                  <a:pt x="853" y="793"/>
                  <a:pt x="844" y="789"/>
                  <a:pt x="849" y="779"/>
                </a:cubicBezTo>
                <a:cubicBezTo>
                  <a:pt x="845" y="773"/>
                  <a:pt x="844" y="766"/>
                  <a:pt x="846" y="758"/>
                </a:cubicBezTo>
                <a:cubicBezTo>
                  <a:pt x="842" y="745"/>
                  <a:pt x="841" y="729"/>
                  <a:pt x="840" y="714"/>
                </a:cubicBezTo>
                <a:cubicBezTo>
                  <a:pt x="846" y="704"/>
                  <a:pt x="835" y="700"/>
                  <a:pt x="842" y="690"/>
                </a:cubicBezTo>
                <a:cubicBezTo>
                  <a:pt x="837" y="684"/>
                  <a:pt x="843" y="675"/>
                  <a:pt x="839" y="669"/>
                </a:cubicBezTo>
                <a:cubicBezTo>
                  <a:pt x="840" y="666"/>
                  <a:pt x="841" y="664"/>
                  <a:pt x="842" y="661"/>
                </a:cubicBezTo>
                <a:cubicBezTo>
                  <a:pt x="848" y="673"/>
                  <a:pt x="848" y="687"/>
                  <a:pt x="850" y="700"/>
                </a:cubicBezTo>
                <a:cubicBezTo>
                  <a:pt x="852" y="713"/>
                  <a:pt x="855" y="726"/>
                  <a:pt x="858" y="738"/>
                </a:cubicBezTo>
                <a:cubicBezTo>
                  <a:pt x="856" y="746"/>
                  <a:pt x="861" y="752"/>
                  <a:pt x="861" y="759"/>
                </a:cubicBezTo>
                <a:cubicBezTo>
                  <a:pt x="864" y="762"/>
                  <a:pt x="865" y="765"/>
                  <a:pt x="863" y="769"/>
                </a:cubicBezTo>
                <a:cubicBezTo>
                  <a:pt x="868" y="770"/>
                  <a:pt x="867" y="774"/>
                  <a:pt x="866" y="777"/>
                </a:cubicBezTo>
                <a:cubicBezTo>
                  <a:pt x="875" y="780"/>
                  <a:pt x="867" y="790"/>
                  <a:pt x="874" y="794"/>
                </a:cubicBezTo>
                <a:cubicBezTo>
                  <a:pt x="870" y="799"/>
                  <a:pt x="877" y="800"/>
                  <a:pt x="876" y="804"/>
                </a:cubicBezTo>
                <a:cubicBezTo>
                  <a:pt x="876" y="807"/>
                  <a:pt x="877" y="810"/>
                  <a:pt x="875" y="813"/>
                </a:cubicBezTo>
                <a:cubicBezTo>
                  <a:pt x="877" y="820"/>
                  <a:pt x="883" y="825"/>
                  <a:pt x="882" y="832"/>
                </a:cubicBezTo>
                <a:cubicBezTo>
                  <a:pt x="886" y="837"/>
                  <a:pt x="881" y="846"/>
                  <a:pt x="890" y="849"/>
                </a:cubicBezTo>
                <a:cubicBezTo>
                  <a:pt x="886" y="865"/>
                  <a:pt x="893" y="877"/>
                  <a:pt x="893" y="892"/>
                </a:cubicBezTo>
                <a:cubicBezTo>
                  <a:pt x="900" y="903"/>
                  <a:pt x="895" y="918"/>
                  <a:pt x="901" y="930"/>
                </a:cubicBezTo>
                <a:cubicBezTo>
                  <a:pt x="897" y="946"/>
                  <a:pt x="907" y="956"/>
                  <a:pt x="905" y="970"/>
                </a:cubicBezTo>
                <a:cubicBezTo>
                  <a:pt x="904" y="985"/>
                  <a:pt x="901" y="999"/>
                  <a:pt x="905" y="1012"/>
                </a:cubicBezTo>
                <a:cubicBezTo>
                  <a:pt x="902" y="1018"/>
                  <a:pt x="896" y="1008"/>
                  <a:pt x="898" y="1006"/>
                </a:cubicBezTo>
                <a:cubicBezTo>
                  <a:pt x="896" y="1003"/>
                  <a:pt x="894" y="1000"/>
                  <a:pt x="897" y="995"/>
                </a:cubicBezTo>
                <a:cubicBezTo>
                  <a:pt x="892" y="989"/>
                  <a:pt x="893" y="981"/>
                  <a:pt x="891" y="973"/>
                </a:cubicBezTo>
                <a:cubicBezTo>
                  <a:pt x="890" y="958"/>
                  <a:pt x="882" y="946"/>
                  <a:pt x="881" y="931"/>
                </a:cubicBezTo>
                <a:close/>
                <a:moveTo>
                  <a:pt x="3511" y="22"/>
                </a:moveTo>
                <a:cubicBezTo>
                  <a:pt x="3510" y="27"/>
                  <a:pt x="3507" y="34"/>
                  <a:pt x="3510" y="38"/>
                </a:cubicBezTo>
                <a:cubicBezTo>
                  <a:pt x="3508" y="43"/>
                  <a:pt x="3508" y="47"/>
                  <a:pt x="3511" y="51"/>
                </a:cubicBezTo>
                <a:cubicBezTo>
                  <a:pt x="3510" y="56"/>
                  <a:pt x="3508" y="62"/>
                  <a:pt x="3510" y="66"/>
                </a:cubicBezTo>
                <a:cubicBezTo>
                  <a:pt x="3517" y="55"/>
                  <a:pt x="3511" y="48"/>
                  <a:pt x="3517" y="37"/>
                </a:cubicBezTo>
                <a:cubicBezTo>
                  <a:pt x="3513" y="30"/>
                  <a:pt x="3519" y="19"/>
                  <a:pt x="3515" y="11"/>
                </a:cubicBezTo>
                <a:cubicBezTo>
                  <a:pt x="3517" y="8"/>
                  <a:pt x="3517" y="4"/>
                  <a:pt x="3517" y="1"/>
                </a:cubicBezTo>
                <a:cubicBezTo>
                  <a:pt x="3508" y="1"/>
                  <a:pt x="3508" y="1"/>
                  <a:pt x="3508" y="1"/>
                </a:cubicBezTo>
                <a:cubicBezTo>
                  <a:pt x="3508" y="4"/>
                  <a:pt x="3509" y="6"/>
                  <a:pt x="3510" y="9"/>
                </a:cubicBezTo>
                <a:cubicBezTo>
                  <a:pt x="3508" y="14"/>
                  <a:pt x="3508" y="19"/>
                  <a:pt x="3511" y="22"/>
                </a:cubicBezTo>
                <a:close/>
                <a:moveTo>
                  <a:pt x="3281" y="65"/>
                </a:moveTo>
                <a:cubicBezTo>
                  <a:pt x="3285" y="66"/>
                  <a:pt x="3283" y="60"/>
                  <a:pt x="3280" y="58"/>
                </a:cubicBezTo>
                <a:cubicBezTo>
                  <a:pt x="3286" y="52"/>
                  <a:pt x="3279" y="50"/>
                  <a:pt x="3283" y="44"/>
                </a:cubicBezTo>
                <a:cubicBezTo>
                  <a:pt x="3279" y="37"/>
                  <a:pt x="3284" y="26"/>
                  <a:pt x="3282" y="18"/>
                </a:cubicBezTo>
                <a:cubicBezTo>
                  <a:pt x="3283" y="12"/>
                  <a:pt x="3285" y="6"/>
                  <a:pt x="3286" y="1"/>
                </a:cubicBezTo>
                <a:cubicBezTo>
                  <a:pt x="3281" y="1"/>
                  <a:pt x="3281" y="1"/>
                  <a:pt x="3281" y="1"/>
                </a:cubicBezTo>
                <a:cubicBezTo>
                  <a:pt x="3279" y="7"/>
                  <a:pt x="3278" y="13"/>
                  <a:pt x="3274" y="21"/>
                </a:cubicBezTo>
                <a:cubicBezTo>
                  <a:pt x="3278" y="27"/>
                  <a:pt x="3275" y="35"/>
                  <a:pt x="3274" y="43"/>
                </a:cubicBezTo>
                <a:cubicBezTo>
                  <a:pt x="3281" y="48"/>
                  <a:pt x="3268" y="61"/>
                  <a:pt x="3281" y="65"/>
                </a:cubicBezTo>
                <a:close/>
                <a:moveTo>
                  <a:pt x="3468" y="92"/>
                </a:moveTo>
                <a:cubicBezTo>
                  <a:pt x="3470" y="79"/>
                  <a:pt x="3469" y="72"/>
                  <a:pt x="3478" y="62"/>
                </a:cubicBezTo>
                <a:cubicBezTo>
                  <a:pt x="3473" y="59"/>
                  <a:pt x="3480" y="52"/>
                  <a:pt x="3477" y="49"/>
                </a:cubicBezTo>
                <a:cubicBezTo>
                  <a:pt x="3481" y="43"/>
                  <a:pt x="3475" y="41"/>
                  <a:pt x="3480" y="34"/>
                </a:cubicBezTo>
                <a:cubicBezTo>
                  <a:pt x="3475" y="32"/>
                  <a:pt x="3482" y="24"/>
                  <a:pt x="3479" y="21"/>
                </a:cubicBezTo>
                <a:cubicBezTo>
                  <a:pt x="3483" y="15"/>
                  <a:pt x="3477" y="13"/>
                  <a:pt x="3483" y="7"/>
                </a:cubicBezTo>
                <a:cubicBezTo>
                  <a:pt x="3482" y="5"/>
                  <a:pt x="3481" y="3"/>
                  <a:pt x="3481" y="1"/>
                </a:cubicBezTo>
                <a:cubicBezTo>
                  <a:pt x="3473" y="1"/>
                  <a:pt x="3473" y="1"/>
                  <a:pt x="3473" y="1"/>
                </a:cubicBezTo>
                <a:cubicBezTo>
                  <a:pt x="3474" y="7"/>
                  <a:pt x="3470" y="16"/>
                  <a:pt x="3473" y="22"/>
                </a:cubicBezTo>
                <a:cubicBezTo>
                  <a:pt x="3470" y="32"/>
                  <a:pt x="3474" y="40"/>
                  <a:pt x="3473" y="50"/>
                </a:cubicBezTo>
                <a:cubicBezTo>
                  <a:pt x="3469" y="58"/>
                  <a:pt x="3473" y="63"/>
                  <a:pt x="3467" y="73"/>
                </a:cubicBezTo>
                <a:cubicBezTo>
                  <a:pt x="3470" y="78"/>
                  <a:pt x="3460" y="89"/>
                  <a:pt x="3468" y="92"/>
                </a:cubicBezTo>
                <a:close/>
                <a:moveTo>
                  <a:pt x="3356" y="94"/>
                </a:moveTo>
                <a:cubicBezTo>
                  <a:pt x="3354" y="99"/>
                  <a:pt x="3354" y="104"/>
                  <a:pt x="3357" y="107"/>
                </a:cubicBezTo>
                <a:cubicBezTo>
                  <a:pt x="3357" y="109"/>
                  <a:pt x="3355" y="112"/>
                  <a:pt x="3357" y="114"/>
                </a:cubicBezTo>
                <a:cubicBezTo>
                  <a:pt x="3359" y="114"/>
                  <a:pt x="3361" y="113"/>
                  <a:pt x="3358" y="111"/>
                </a:cubicBezTo>
                <a:cubicBezTo>
                  <a:pt x="3362" y="90"/>
                  <a:pt x="3362" y="70"/>
                  <a:pt x="3363" y="50"/>
                </a:cubicBezTo>
                <a:cubicBezTo>
                  <a:pt x="3369" y="42"/>
                  <a:pt x="3362" y="40"/>
                  <a:pt x="3363" y="34"/>
                </a:cubicBezTo>
                <a:cubicBezTo>
                  <a:pt x="3359" y="31"/>
                  <a:pt x="3369" y="22"/>
                  <a:pt x="3364" y="19"/>
                </a:cubicBezTo>
                <a:cubicBezTo>
                  <a:pt x="3365" y="12"/>
                  <a:pt x="3366" y="6"/>
                  <a:pt x="3365" y="1"/>
                </a:cubicBezTo>
                <a:cubicBezTo>
                  <a:pt x="3358" y="1"/>
                  <a:pt x="3358" y="1"/>
                  <a:pt x="3358" y="1"/>
                </a:cubicBezTo>
                <a:cubicBezTo>
                  <a:pt x="3358" y="2"/>
                  <a:pt x="3358" y="4"/>
                  <a:pt x="3357" y="6"/>
                </a:cubicBezTo>
                <a:cubicBezTo>
                  <a:pt x="3360" y="9"/>
                  <a:pt x="3353" y="16"/>
                  <a:pt x="3357" y="19"/>
                </a:cubicBezTo>
                <a:cubicBezTo>
                  <a:pt x="3353" y="37"/>
                  <a:pt x="3358" y="53"/>
                  <a:pt x="3354" y="71"/>
                </a:cubicBezTo>
                <a:cubicBezTo>
                  <a:pt x="3357" y="78"/>
                  <a:pt x="3352" y="88"/>
                  <a:pt x="3356" y="94"/>
                </a:cubicBezTo>
                <a:close/>
                <a:moveTo>
                  <a:pt x="3438" y="168"/>
                </a:moveTo>
                <a:cubicBezTo>
                  <a:pt x="3445" y="146"/>
                  <a:pt x="3445" y="127"/>
                  <a:pt x="3449" y="106"/>
                </a:cubicBezTo>
                <a:cubicBezTo>
                  <a:pt x="3444" y="103"/>
                  <a:pt x="3451" y="96"/>
                  <a:pt x="3448" y="93"/>
                </a:cubicBezTo>
                <a:cubicBezTo>
                  <a:pt x="3440" y="91"/>
                  <a:pt x="3457" y="79"/>
                  <a:pt x="3449" y="77"/>
                </a:cubicBezTo>
                <a:cubicBezTo>
                  <a:pt x="3451" y="67"/>
                  <a:pt x="3449" y="58"/>
                  <a:pt x="3452" y="47"/>
                </a:cubicBezTo>
                <a:cubicBezTo>
                  <a:pt x="3451" y="32"/>
                  <a:pt x="3451" y="17"/>
                  <a:pt x="3451" y="1"/>
                </a:cubicBezTo>
                <a:cubicBezTo>
                  <a:pt x="3442" y="1"/>
                  <a:pt x="3442" y="1"/>
                  <a:pt x="3442" y="1"/>
                </a:cubicBezTo>
                <a:cubicBezTo>
                  <a:pt x="3440" y="14"/>
                  <a:pt x="3446" y="24"/>
                  <a:pt x="3440" y="39"/>
                </a:cubicBezTo>
                <a:cubicBezTo>
                  <a:pt x="3443" y="44"/>
                  <a:pt x="3439" y="53"/>
                  <a:pt x="3441" y="58"/>
                </a:cubicBezTo>
                <a:cubicBezTo>
                  <a:pt x="3442" y="66"/>
                  <a:pt x="3440" y="74"/>
                  <a:pt x="3441" y="80"/>
                </a:cubicBezTo>
                <a:cubicBezTo>
                  <a:pt x="3440" y="95"/>
                  <a:pt x="3439" y="109"/>
                  <a:pt x="3438" y="123"/>
                </a:cubicBezTo>
                <a:cubicBezTo>
                  <a:pt x="3441" y="130"/>
                  <a:pt x="3433" y="140"/>
                  <a:pt x="3438" y="146"/>
                </a:cubicBezTo>
                <a:cubicBezTo>
                  <a:pt x="3441" y="152"/>
                  <a:pt x="3428" y="164"/>
                  <a:pt x="3438" y="168"/>
                </a:cubicBezTo>
                <a:close/>
                <a:moveTo>
                  <a:pt x="3415" y="170"/>
                </a:moveTo>
                <a:cubicBezTo>
                  <a:pt x="3410" y="160"/>
                  <a:pt x="3425" y="143"/>
                  <a:pt x="3418" y="134"/>
                </a:cubicBezTo>
                <a:cubicBezTo>
                  <a:pt x="3427" y="119"/>
                  <a:pt x="3423" y="108"/>
                  <a:pt x="3425" y="96"/>
                </a:cubicBezTo>
                <a:cubicBezTo>
                  <a:pt x="3429" y="88"/>
                  <a:pt x="3424" y="87"/>
                  <a:pt x="3424" y="83"/>
                </a:cubicBezTo>
                <a:cubicBezTo>
                  <a:pt x="3425" y="81"/>
                  <a:pt x="3427" y="79"/>
                  <a:pt x="3427" y="77"/>
                </a:cubicBezTo>
                <a:cubicBezTo>
                  <a:pt x="3427" y="72"/>
                  <a:pt x="3424" y="65"/>
                  <a:pt x="3428" y="59"/>
                </a:cubicBezTo>
                <a:cubicBezTo>
                  <a:pt x="3422" y="56"/>
                  <a:pt x="3431" y="46"/>
                  <a:pt x="3426" y="42"/>
                </a:cubicBezTo>
                <a:cubicBezTo>
                  <a:pt x="3426" y="36"/>
                  <a:pt x="3425" y="29"/>
                  <a:pt x="3425" y="23"/>
                </a:cubicBezTo>
                <a:cubicBezTo>
                  <a:pt x="3427" y="15"/>
                  <a:pt x="3428" y="8"/>
                  <a:pt x="3428" y="1"/>
                </a:cubicBezTo>
                <a:cubicBezTo>
                  <a:pt x="3418" y="1"/>
                  <a:pt x="3418" y="1"/>
                  <a:pt x="3418" y="1"/>
                </a:cubicBezTo>
                <a:cubicBezTo>
                  <a:pt x="3419" y="25"/>
                  <a:pt x="3418" y="50"/>
                  <a:pt x="3419" y="74"/>
                </a:cubicBezTo>
                <a:cubicBezTo>
                  <a:pt x="3418" y="90"/>
                  <a:pt x="3415" y="108"/>
                  <a:pt x="3416" y="123"/>
                </a:cubicBezTo>
                <a:cubicBezTo>
                  <a:pt x="3414" y="128"/>
                  <a:pt x="3413" y="132"/>
                  <a:pt x="3414" y="135"/>
                </a:cubicBezTo>
                <a:cubicBezTo>
                  <a:pt x="3422" y="136"/>
                  <a:pt x="3407" y="147"/>
                  <a:pt x="3415" y="148"/>
                </a:cubicBezTo>
                <a:cubicBezTo>
                  <a:pt x="3413" y="153"/>
                  <a:pt x="3410" y="159"/>
                  <a:pt x="3408" y="164"/>
                </a:cubicBezTo>
                <a:cubicBezTo>
                  <a:pt x="3411" y="165"/>
                  <a:pt x="3409" y="178"/>
                  <a:pt x="3415" y="170"/>
                </a:cubicBezTo>
                <a:close/>
                <a:moveTo>
                  <a:pt x="31" y="1478"/>
                </a:moveTo>
                <a:cubicBezTo>
                  <a:pt x="37" y="1485"/>
                  <a:pt x="49" y="1485"/>
                  <a:pt x="51" y="1495"/>
                </a:cubicBezTo>
                <a:cubicBezTo>
                  <a:pt x="63" y="1496"/>
                  <a:pt x="64" y="1508"/>
                  <a:pt x="75" y="1509"/>
                </a:cubicBezTo>
                <a:cubicBezTo>
                  <a:pt x="83" y="1513"/>
                  <a:pt x="88" y="1522"/>
                  <a:pt x="99" y="1523"/>
                </a:cubicBezTo>
                <a:cubicBezTo>
                  <a:pt x="105" y="1528"/>
                  <a:pt x="113" y="1531"/>
                  <a:pt x="119" y="1537"/>
                </a:cubicBezTo>
                <a:cubicBezTo>
                  <a:pt x="130" y="1539"/>
                  <a:pt x="134" y="1547"/>
                  <a:pt x="146" y="1548"/>
                </a:cubicBezTo>
                <a:cubicBezTo>
                  <a:pt x="146" y="1553"/>
                  <a:pt x="155" y="1549"/>
                  <a:pt x="157" y="1553"/>
                </a:cubicBezTo>
                <a:cubicBezTo>
                  <a:pt x="161" y="1556"/>
                  <a:pt x="168" y="1556"/>
                  <a:pt x="172" y="1559"/>
                </a:cubicBezTo>
                <a:cubicBezTo>
                  <a:pt x="174" y="1563"/>
                  <a:pt x="183" y="1559"/>
                  <a:pt x="184" y="1564"/>
                </a:cubicBezTo>
                <a:cubicBezTo>
                  <a:pt x="189" y="1562"/>
                  <a:pt x="196" y="1572"/>
                  <a:pt x="198" y="1564"/>
                </a:cubicBezTo>
                <a:cubicBezTo>
                  <a:pt x="190" y="1563"/>
                  <a:pt x="186" y="1557"/>
                  <a:pt x="178" y="1556"/>
                </a:cubicBezTo>
                <a:cubicBezTo>
                  <a:pt x="169" y="1553"/>
                  <a:pt x="166" y="1547"/>
                  <a:pt x="154" y="1548"/>
                </a:cubicBezTo>
                <a:cubicBezTo>
                  <a:pt x="152" y="1540"/>
                  <a:pt x="139" y="1542"/>
                  <a:pt x="134" y="1537"/>
                </a:cubicBezTo>
                <a:cubicBezTo>
                  <a:pt x="124" y="1535"/>
                  <a:pt x="123" y="1526"/>
                  <a:pt x="113" y="1525"/>
                </a:cubicBezTo>
                <a:cubicBezTo>
                  <a:pt x="102" y="1516"/>
                  <a:pt x="88" y="1510"/>
                  <a:pt x="78" y="1500"/>
                </a:cubicBezTo>
                <a:cubicBezTo>
                  <a:pt x="72" y="1496"/>
                  <a:pt x="63" y="1494"/>
                  <a:pt x="60" y="1486"/>
                </a:cubicBezTo>
                <a:cubicBezTo>
                  <a:pt x="54" y="1481"/>
                  <a:pt x="46" y="1479"/>
                  <a:pt x="42" y="1472"/>
                </a:cubicBezTo>
                <a:cubicBezTo>
                  <a:pt x="28" y="1467"/>
                  <a:pt x="20" y="1454"/>
                  <a:pt x="7" y="1447"/>
                </a:cubicBezTo>
                <a:cubicBezTo>
                  <a:pt x="5" y="1444"/>
                  <a:pt x="3" y="1443"/>
                  <a:pt x="0" y="1441"/>
                </a:cubicBezTo>
                <a:cubicBezTo>
                  <a:pt x="0" y="1453"/>
                  <a:pt x="0" y="1453"/>
                  <a:pt x="0" y="1453"/>
                </a:cubicBezTo>
                <a:cubicBezTo>
                  <a:pt x="4" y="1456"/>
                  <a:pt x="8" y="1459"/>
                  <a:pt x="13" y="1461"/>
                </a:cubicBezTo>
                <a:cubicBezTo>
                  <a:pt x="17" y="1469"/>
                  <a:pt x="28" y="1469"/>
                  <a:pt x="31" y="1478"/>
                </a:cubicBezTo>
                <a:close/>
                <a:moveTo>
                  <a:pt x="3820" y="1776"/>
                </a:moveTo>
                <a:cubicBezTo>
                  <a:pt x="3815" y="1776"/>
                  <a:pt x="3808" y="1779"/>
                  <a:pt x="3803" y="1776"/>
                </a:cubicBezTo>
                <a:cubicBezTo>
                  <a:pt x="3783" y="1778"/>
                  <a:pt x="3779" y="1779"/>
                  <a:pt x="3776" y="1776"/>
                </a:cubicBezTo>
                <a:cubicBezTo>
                  <a:pt x="3722" y="1774"/>
                  <a:pt x="3706" y="1769"/>
                  <a:pt x="3689" y="1769"/>
                </a:cubicBezTo>
                <a:cubicBezTo>
                  <a:pt x="3650" y="1765"/>
                  <a:pt x="3646" y="1766"/>
                  <a:pt x="3642" y="1764"/>
                </a:cubicBezTo>
                <a:cubicBezTo>
                  <a:pt x="3610" y="1757"/>
                  <a:pt x="3602" y="1755"/>
                  <a:pt x="3595" y="1749"/>
                </a:cubicBezTo>
                <a:cubicBezTo>
                  <a:pt x="3566" y="1746"/>
                  <a:pt x="3562" y="1745"/>
                  <a:pt x="3558" y="1744"/>
                </a:cubicBezTo>
                <a:cubicBezTo>
                  <a:pt x="3530" y="1738"/>
                  <a:pt x="3526" y="1737"/>
                  <a:pt x="3522" y="1736"/>
                </a:cubicBezTo>
                <a:cubicBezTo>
                  <a:pt x="3481" y="1724"/>
                  <a:pt x="3475" y="1732"/>
                  <a:pt x="3472" y="1726"/>
                </a:cubicBezTo>
                <a:cubicBezTo>
                  <a:pt x="3453" y="1721"/>
                  <a:pt x="3450" y="1717"/>
                  <a:pt x="3446" y="1722"/>
                </a:cubicBezTo>
                <a:cubicBezTo>
                  <a:pt x="3412" y="1719"/>
                  <a:pt x="3406" y="1706"/>
                  <a:pt x="3395" y="1712"/>
                </a:cubicBezTo>
                <a:cubicBezTo>
                  <a:pt x="3337" y="1710"/>
                  <a:pt x="3330" y="1702"/>
                  <a:pt x="3321" y="1707"/>
                </a:cubicBezTo>
                <a:cubicBezTo>
                  <a:pt x="3287" y="1700"/>
                  <a:pt x="3277" y="1705"/>
                  <a:pt x="3269" y="1702"/>
                </a:cubicBezTo>
                <a:cubicBezTo>
                  <a:pt x="3226" y="1697"/>
                  <a:pt x="3220" y="1704"/>
                  <a:pt x="3217" y="1700"/>
                </a:cubicBezTo>
                <a:cubicBezTo>
                  <a:pt x="3198" y="1707"/>
                  <a:pt x="3203" y="1711"/>
                  <a:pt x="3210" y="1705"/>
                </a:cubicBezTo>
                <a:cubicBezTo>
                  <a:pt x="3279" y="1706"/>
                  <a:pt x="3289" y="1715"/>
                  <a:pt x="3303" y="1712"/>
                </a:cubicBezTo>
                <a:cubicBezTo>
                  <a:pt x="3345" y="1716"/>
                  <a:pt x="3350" y="1718"/>
                  <a:pt x="3357" y="1716"/>
                </a:cubicBezTo>
                <a:cubicBezTo>
                  <a:pt x="3407" y="1723"/>
                  <a:pt x="3409" y="1724"/>
                  <a:pt x="3411" y="1726"/>
                </a:cubicBezTo>
                <a:cubicBezTo>
                  <a:pt x="3473" y="1732"/>
                  <a:pt x="3477" y="1742"/>
                  <a:pt x="3483" y="1743"/>
                </a:cubicBezTo>
                <a:cubicBezTo>
                  <a:pt x="3570" y="1758"/>
                  <a:pt x="3575" y="1761"/>
                  <a:pt x="3579" y="1762"/>
                </a:cubicBezTo>
                <a:cubicBezTo>
                  <a:pt x="3628" y="1778"/>
                  <a:pt x="3639" y="1772"/>
                  <a:pt x="3647" y="1778"/>
                </a:cubicBezTo>
                <a:cubicBezTo>
                  <a:pt x="3686" y="1782"/>
                  <a:pt x="3696" y="1779"/>
                  <a:pt x="3705" y="1783"/>
                </a:cubicBezTo>
                <a:cubicBezTo>
                  <a:pt x="3771" y="1786"/>
                  <a:pt x="3780" y="1792"/>
                  <a:pt x="3790" y="1788"/>
                </a:cubicBezTo>
                <a:cubicBezTo>
                  <a:pt x="3840" y="1775"/>
                  <a:pt x="3840" y="1775"/>
                  <a:pt x="3840" y="1775"/>
                </a:cubicBezTo>
                <a:close/>
                <a:moveTo>
                  <a:pt x="3822" y="1734"/>
                </a:moveTo>
                <a:cubicBezTo>
                  <a:pt x="3814" y="1733"/>
                  <a:pt x="3806" y="1736"/>
                  <a:pt x="3799" y="1731"/>
                </a:cubicBezTo>
                <a:cubicBezTo>
                  <a:pt x="3682" y="1727"/>
                  <a:pt x="3670" y="1726"/>
                  <a:pt x="3658" y="1723"/>
                </a:cubicBezTo>
                <a:cubicBezTo>
                  <a:pt x="3616" y="1715"/>
                  <a:pt x="3612" y="1714"/>
                  <a:pt x="3608" y="1714"/>
                </a:cubicBezTo>
                <a:cubicBezTo>
                  <a:pt x="3534" y="1702"/>
                  <a:pt x="3526" y="1701"/>
                  <a:pt x="3519" y="1697"/>
                </a:cubicBezTo>
                <a:cubicBezTo>
                  <a:pt x="3485" y="1689"/>
                  <a:pt x="3477" y="1688"/>
                  <a:pt x="3468" y="1687"/>
                </a:cubicBezTo>
                <a:cubicBezTo>
                  <a:pt x="3428" y="1671"/>
                  <a:pt x="3424" y="1670"/>
                  <a:pt x="3419" y="1674"/>
                </a:cubicBezTo>
                <a:cubicBezTo>
                  <a:pt x="3410" y="1675"/>
                  <a:pt x="3423" y="1676"/>
                  <a:pt x="3436" y="1684"/>
                </a:cubicBezTo>
                <a:cubicBezTo>
                  <a:pt x="3468" y="1697"/>
                  <a:pt x="3474" y="1690"/>
                  <a:pt x="3477" y="1696"/>
                </a:cubicBezTo>
                <a:cubicBezTo>
                  <a:pt x="3533" y="1709"/>
                  <a:pt x="3546" y="1716"/>
                  <a:pt x="3560" y="1719"/>
                </a:cubicBezTo>
                <a:cubicBezTo>
                  <a:pt x="3598" y="1727"/>
                  <a:pt x="3608" y="1723"/>
                  <a:pt x="3615" y="1726"/>
                </a:cubicBezTo>
                <a:cubicBezTo>
                  <a:pt x="3636" y="1731"/>
                  <a:pt x="3639" y="1729"/>
                  <a:pt x="3641" y="1734"/>
                </a:cubicBezTo>
                <a:cubicBezTo>
                  <a:pt x="3660" y="1736"/>
                  <a:pt x="3665" y="1735"/>
                  <a:pt x="3670" y="1737"/>
                </a:cubicBezTo>
                <a:cubicBezTo>
                  <a:pt x="3705" y="1742"/>
                  <a:pt x="3716" y="1739"/>
                  <a:pt x="3725" y="1743"/>
                </a:cubicBezTo>
                <a:cubicBezTo>
                  <a:pt x="3789" y="1745"/>
                  <a:pt x="3796" y="1749"/>
                  <a:pt x="3804" y="1745"/>
                </a:cubicBezTo>
                <a:cubicBezTo>
                  <a:pt x="3840" y="1734"/>
                  <a:pt x="3840" y="1734"/>
                  <a:pt x="3840" y="1734"/>
                </a:cubicBezTo>
                <a:close/>
                <a:moveTo>
                  <a:pt x="3814" y="1712"/>
                </a:moveTo>
                <a:cubicBezTo>
                  <a:pt x="3808" y="1709"/>
                  <a:pt x="3800" y="1712"/>
                  <a:pt x="3794" y="1711"/>
                </a:cubicBezTo>
                <a:cubicBezTo>
                  <a:pt x="3747" y="1710"/>
                  <a:pt x="3742" y="1707"/>
                  <a:pt x="3736" y="1706"/>
                </a:cubicBezTo>
                <a:cubicBezTo>
                  <a:pt x="3703" y="1697"/>
                  <a:pt x="3688" y="1705"/>
                  <a:pt x="3677" y="1694"/>
                </a:cubicBezTo>
                <a:cubicBezTo>
                  <a:pt x="3646" y="1689"/>
                  <a:pt x="3642" y="1688"/>
                  <a:pt x="3640" y="1683"/>
                </a:cubicBezTo>
                <a:cubicBezTo>
                  <a:pt x="3599" y="1682"/>
                  <a:pt x="3595" y="1674"/>
                  <a:pt x="3590" y="1674"/>
                </a:cubicBezTo>
                <a:cubicBezTo>
                  <a:pt x="3534" y="1653"/>
                  <a:pt x="3529" y="1653"/>
                  <a:pt x="3524" y="1650"/>
                </a:cubicBezTo>
                <a:cubicBezTo>
                  <a:pt x="3485" y="1636"/>
                  <a:pt x="3477" y="1643"/>
                  <a:pt x="3473" y="1634"/>
                </a:cubicBezTo>
                <a:cubicBezTo>
                  <a:pt x="3432" y="1630"/>
                  <a:pt x="3428" y="1622"/>
                  <a:pt x="3421" y="1628"/>
                </a:cubicBezTo>
                <a:cubicBezTo>
                  <a:pt x="3398" y="1621"/>
                  <a:pt x="3392" y="1619"/>
                  <a:pt x="3385" y="1619"/>
                </a:cubicBezTo>
                <a:cubicBezTo>
                  <a:pt x="3434" y="1633"/>
                  <a:pt x="3443" y="1635"/>
                  <a:pt x="3452" y="1639"/>
                </a:cubicBezTo>
                <a:cubicBezTo>
                  <a:pt x="3476" y="1642"/>
                  <a:pt x="3477" y="1647"/>
                  <a:pt x="3480" y="1646"/>
                </a:cubicBezTo>
                <a:cubicBezTo>
                  <a:pt x="3512" y="1657"/>
                  <a:pt x="3517" y="1656"/>
                  <a:pt x="3522" y="1658"/>
                </a:cubicBezTo>
                <a:cubicBezTo>
                  <a:pt x="3563" y="1677"/>
                  <a:pt x="3566" y="1676"/>
                  <a:pt x="3568" y="1677"/>
                </a:cubicBezTo>
                <a:cubicBezTo>
                  <a:pt x="3613" y="1692"/>
                  <a:pt x="3637" y="1698"/>
                  <a:pt x="3660" y="1705"/>
                </a:cubicBezTo>
                <a:cubicBezTo>
                  <a:pt x="3739" y="1721"/>
                  <a:pt x="3746" y="1717"/>
                  <a:pt x="3751" y="1720"/>
                </a:cubicBezTo>
                <a:cubicBezTo>
                  <a:pt x="3784" y="1723"/>
                  <a:pt x="3784" y="1723"/>
                  <a:pt x="3785" y="1723"/>
                </a:cubicBezTo>
                <a:cubicBezTo>
                  <a:pt x="3801" y="1723"/>
                  <a:pt x="3804" y="1724"/>
                  <a:pt x="3808" y="1723"/>
                </a:cubicBezTo>
                <a:cubicBezTo>
                  <a:pt x="3815" y="1723"/>
                  <a:pt x="3819" y="1724"/>
                  <a:pt x="3824" y="1723"/>
                </a:cubicBezTo>
                <a:cubicBezTo>
                  <a:pt x="3840" y="1710"/>
                  <a:pt x="3840" y="1710"/>
                  <a:pt x="3840" y="1710"/>
                </a:cubicBezTo>
                <a:close/>
                <a:moveTo>
                  <a:pt x="3797" y="1804"/>
                </a:moveTo>
                <a:cubicBezTo>
                  <a:pt x="3789" y="1801"/>
                  <a:pt x="3778" y="1806"/>
                  <a:pt x="3770" y="1804"/>
                </a:cubicBezTo>
                <a:cubicBezTo>
                  <a:pt x="3676" y="1798"/>
                  <a:pt x="3668" y="1802"/>
                  <a:pt x="3661" y="1800"/>
                </a:cubicBezTo>
                <a:cubicBezTo>
                  <a:pt x="3623" y="1797"/>
                  <a:pt x="3609" y="1793"/>
                  <a:pt x="3593" y="1794"/>
                </a:cubicBezTo>
                <a:cubicBezTo>
                  <a:pt x="3548" y="1781"/>
                  <a:pt x="3545" y="1781"/>
                  <a:pt x="3542" y="1778"/>
                </a:cubicBezTo>
                <a:cubicBezTo>
                  <a:pt x="3517" y="1776"/>
                  <a:pt x="3515" y="1766"/>
                  <a:pt x="3510" y="1771"/>
                </a:cubicBezTo>
                <a:cubicBezTo>
                  <a:pt x="3398" y="1749"/>
                  <a:pt x="3391" y="1744"/>
                  <a:pt x="3384" y="1743"/>
                </a:cubicBezTo>
                <a:cubicBezTo>
                  <a:pt x="3327" y="1734"/>
                  <a:pt x="3313" y="1732"/>
                  <a:pt x="3297" y="1736"/>
                </a:cubicBezTo>
                <a:cubicBezTo>
                  <a:pt x="3259" y="1736"/>
                  <a:pt x="3255" y="1737"/>
                  <a:pt x="3249" y="1741"/>
                </a:cubicBezTo>
                <a:cubicBezTo>
                  <a:pt x="3277" y="1748"/>
                  <a:pt x="3287" y="1739"/>
                  <a:pt x="3293" y="1745"/>
                </a:cubicBezTo>
                <a:cubicBezTo>
                  <a:pt x="3389" y="1753"/>
                  <a:pt x="3395" y="1757"/>
                  <a:pt x="3401" y="1760"/>
                </a:cubicBezTo>
                <a:cubicBezTo>
                  <a:pt x="3447" y="1766"/>
                  <a:pt x="3449" y="1771"/>
                  <a:pt x="3453" y="1772"/>
                </a:cubicBezTo>
                <a:cubicBezTo>
                  <a:pt x="3494" y="1772"/>
                  <a:pt x="3499" y="1785"/>
                  <a:pt x="3507" y="1783"/>
                </a:cubicBezTo>
                <a:cubicBezTo>
                  <a:pt x="3618" y="1811"/>
                  <a:pt x="3626" y="1809"/>
                  <a:pt x="3633" y="1810"/>
                </a:cubicBezTo>
                <a:cubicBezTo>
                  <a:pt x="3663" y="1815"/>
                  <a:pt x="3672" y="1812"/>
                  <a:pt x="3678" y="1817"/>
                </a:cubicBezTo>
                <a:cubicBezTo>
                  <a:pt x="3707" y="1810"/>
                  <a:pt x="3710" y="1818"/>
                  <a:pt x="3714" y="1815"/>
                </a:cubicBezTo>
                <a:cubicBezTo>
                  <a:pt x="3759" y="1814"/>
                  <a:pt x="3766" y="1819"/>
                  <a:pt x="3776" y="1814"/>
                </a:cubicBezTo>
                <a:cubicBezTo>
                  <a:pt x="3840" y="1801"/>
                  <a:pt x="3840" y="1801"/>
                  <a:pt x="3840" y="1801"/>
                </a:cubicBezTo>
                <a:close/>
                <a:moveTo>
                  <a:pt x="3777" y="1834"/>
                </a:moveTo>
                <a:cubicBezTo>
                  <a:pt x="3774" y="1835"/>
                  <a:pt x="3771" y="1838"/>
                  <a:pt x="3768" y="1836"/>
                </a:cubicBezTo>
                <a:cubicBezTo>
                  <a:pt x="3746" y="1836"/>
                  <a:pt x="3742" y="1838"/>
                  <a:pt x="3739" y="1837"/>
                </a:cubicBezTo>
                <a:cubicBezTo>
                  <a:pt x="3676" y="1836"/>
                  <a:pt x="3670" y="1833"/>
                  <a:pt x="3664" y="1832"/>
                </a:cubicBezTo>
                <a:cubicBezTo>
                  <a:pt x="3603" y="1821"/>
                  <a:pt x="3596" y="1825"/>
                  <a:pt x="3590" y="1823"/>
                </a:cubicBezTo>
                <a:cubicBezTo>
                  <a:pt x="3543" y="1807"/>
                  <a:pt x="3529" y="1811"/>
                  <a:pt x="3517" y="1804"/>
                </a:cubicBezTo>
                <a:cubicBezTo>
                  <a:pt x="3478" y="1798"/>
                  <a:pt x="3476" y="1793"/>
                  <a:pt x="3473" y="1794"/>
                </a:cubicBezTo>
                <a:cubicBezTo>
                  <a:pt x="3443" y="1784"/>
                  <a:pt x="3441" y="1782"/>
                  <a:pt x="3438" y="1781"/>
                </a:cubicBezTo>
                <a:cubicBezTo>
                  <a:pt x="3417" y="1775"/>
                  <a:pt x="3412" y="1781"/>
                  <a:pt x="3410" y="1775"/>
                </a:cubicBezTo>
                <a:cubicBezTo>
                  <a:pt x="3351" y="1763"/>
                  <a:pt x="3348" y="1763"/>
                  <a:pt x="3345" y="1764"/>
                </a:cubicBezTo>
                <a:cubicBezTo>
                  <a:pt x="3311" y="1759"/>
                  <a:pt x="3305" y="1755"/>
                  <a:pt x="3298" y="1759"/>
                </a:cubicBezTo>
                <a:cubicBezTo>
                  <a:pt x="3214" y="1763"/>
                  <a:pt x="3208" y="1757"/>
                  <a:pt x="3206" y="1765"/>
                </a:cubicBezTo>
                <a:cubicBezTo>
                  <a:pt x="3169" y="1768"/>
                  <a:pt x="3164" y="1769"/>
                  <a:pt x="3159" y="1766"/>
                </a:cubicBezTo>
                <a:cubicBezTo>
                  <a:pt x="3204" y="1775"/>
                  <a:pt x="3217" y="1759"/>
                  <a:pt x="3224" y="1767"/>
                </a:cubicBezTo>
                <a:cubicBezTo>
                  <a:pt x="3264" y="1762"/>
                  <a:pt x="3273" y="1765"/>
                  <a:pt x="3282" y="1766"/>
                </a:cubicBezTo>
                <a:cubicBezTo>
                  <a:pt x="3317" y="1772"/>
                  <a:pt x="3325" y="1770"/>
                  <a:pt x="3333" y="1771"/>
                </a:cubicBezTo>
                <a:cubicBezTo>
                  <a:pt x="3372" y="1783"/>
                  <a:pt x="3388" y="1782"/>
                  <a:pt x="3403" y="1786"/>
                </a:cubicBezTo>
                <a:cubicBezTo>
                  <a:pt x="3459" y="1810"/>
                  <a:pt x="3467" y="1799"/>
                  <a:pt x="3470" y="1806"/>
                </a:cubicBezTo>
                <a:cubicBezTo>
                  <a:pt x="3503" y="1813"/>
                  <a:pt x="3507" y="1816"/>
                  <a:pt x="3512" y="1817"/>
                </a:cubicBezTo>
                <a:cubicBezTo>
                  <a:pt x="3558" y="1830"/>
                  <a:pt x="3564" y="1826"/>
                  <a:pt x="3568" y="1831"/>
                </a:cubicBezTo>
                <a:cubicBezTo>
                  <a:pt x="3605" y="1838"/>
                  <a:pt x="3614" y="1840"/>
                  <a:pt x="3623" y="1844"/>
                </a:cubicBezTo>
                <a:cubicBezTo>
                  <a:pt x="3676" y="1846"/>
                  <a:pt x="3679" y="1847"/>
                  <a:pt x="3681" y="1849"/>
                </a:cubicBezTo>
                <a:cubicBezTo>
                  <a:pt x="3682" y="1850"/>
                  <a:pt x="3677" y="1854"/>
                  <a:pt x="3671" y="1855"/>
                </a:cubicBezTo>
                <a:cubicBezTo>
                  <a:pt x="3615" y="1858"/>
                  <a:pt x="3613" y="1848"/>
                  <a:pt x="3606" y="1854"/>
                </a:cubicBezTo>
                <a:cubicBezTo>
                  <a:pt x="3572" y="1850"/>
                  <a:pt x="3571" y="1850"/>
                  <a:pt x="3571" y="1850"/>
                </a:cubicBezTo>
                <a:cubicBezTo>
                  <a:pt x="3418" y="1830"/>
                  <a:pt x="3411" y="1817"/>
                  <a:pt x="3398" y="1827"/>
                </a:cubicBezTo>
                <a:cubicBezTo>
                  <a:pt x="3363" y="1813"/>
                  <a:pt x="3357" y="1814"/>
                  <a:pt x="3352" y="1814"/>
                </a:cubicBezTo>
                <a:cubicBezTo>
                  <a:pt x="3304" y="1809"/>
                  <a:pt x="3301" y="1810"/>
                  <a:pt x="3300" y="1806"/>
                </a:cubicBezTo>
                <a:cubicBezTo>
                  <a:pt x="3273" y="1808"/>
                  <a:pt x="3261" y="1802"/>
                  <a:pt x="3262" y="1812"/>
                </a:cubicBezTo>
                <a:cubicBezTo>
                  <a:pt x="3315" y="1816"/>
                  <a:pt x="3329" y="1819"/>
                  <a:pt x="3343" y="1820"/>
                </a:cubicBezTo>
                <a:cubicBezTo>
                  <a:pt x="3406" y="1838"/>
                  <a:pt x="3415" y="1831"/>
                  <a:pt x="3421" y="1836"/>
                </a:cubicBezTo>
                <a:cubicBezTo>
                  <a:pt x="3447" y="1837"/>
                  <a:pt x="3452" y="1846"/>
                  <a:pt x="3459" y="1843"/>
                </a:cubicBezTo>
                <a:cubicBezTo>
                  <a:pt x="3502" y="1856"/>
                  <a:pt x="3506" y="1852"/>
                  <a:pt x="3510" y="1853"/>
                </a:cubicBezTo>
                <a:cubicBezTo>
                  <a:pt x="3555" y="1854"/>
                  <a:pt x="3567" y="1865"/>
                  <a:pt x="3582" y="1859"/>
                </a:cubicBezTo>
                <a:cubicBezTo>
                  <a:pt x="3605" y="1865"/>
                  <a:pt x="3611" y="1863"/>
                  <a:pt x="3618" y="1868"/>
                </a:cubicBezTo>
                <a:cubicBezTo>
                  <a:pt x="3691" y="1865"/>
                  <a:pt x="3696" y="1862"/>
                  <a:pt x="3701" y="1864"/>
                </a:cubicBezTo>
                <a:cubicBezTo>
                  <a:pt x="3757" y="1855"/>
                  <a:pt x="3766" y="1857"/>
                  <a:pt x="3777" y="1854"/>
                </a:cubicBezTo>
                <a:cubicBezTo>
                  <a:pt x="3779" y="1859"/>
                  <a:pt x="3769" y="1870"/>
                  <a:pt x="3763" y="1866"/>
                </a:cubicBezTo>
                <a:cubicBezTo>
                  <a:pt x="3682" y="1885"/>
                  <a:pt x="3674" y="1896"/>
                  <a:pt x="3670" y="1886"/>
                </a:cubicBezTo>
                <a:cubicBezTo>
                  <a:pt x="3625" y="1889"/>
                  <a:pt x="3618" y="1894"/>
                  <a:pt x="3611" y="1896"/>
                </a:cubicBezTo>
                <a:cubicBezTo>
                  <a:pt x="3579" y="1892"/>
                  <a:pt x="3575" y="1893"/>
                  <a:pt x="3572" y="1893"/>
                </a:cubicBezTo>
                <a:cubicBezTo>
                  <a:pt x="3521" y="1889"/>
                  <a:pt x="3517" y="1889"/>
                  <a:pt x="3513" y="1892"/>
                </a:cubicBezTo>
                <a:cubicBezTo>
                  <a:pt x="3467" y="1889"/>
                  <a:pt x="3461" y="1885"/>
                  <a:pt x="3454" y="1884"/>
                </a:cubicBezTo>
                <a:cubicBezTo>
                  <a:pt x="3391" y="1870"/>
                  <a:pt x="3382" y="1878"/>
                  <a:pt x="3377" y="1870"/>
                </a:cubicBezTo>
                <a:cubicBezTo>
                  <a:pt x="3311" y="1862"/>
                  <a:pt x="3305" y="1858"/>
                  <a:pt x="3297" y="1862"/>
                </a:cubicBezTo>
                <a:cubicBezTo>
                  <a:pt x="3269" y="1849"/>
                  <a:pt x="3269" y="1849"/>
                  <a:pt x="3268" y="1849"/>
                </a:cubicBezTo>
                <a:cubicBezTo>
                  <a:pt x="3214" y="1834"/>
                  <a:pt x="3210" y="1834"/>
                  <a:pt x="3206" y="1836"/>
                </a:cubicBezTo>
                <a:cubicBezTo>
                  <a:pt x="3163" y="1822"/>
                  <a:pt x="3146" y="1830"/>
                  <a:pt x="3134" y="1819"/>
                </a:cubicBezTo>
                <a:cubicBezTo>
                  <a:pt x="3074" y="1822"/>
                  <a:pt x="3070" y="1826"/>
                  <a:pt x="3068" y="1823"/>
                </a:cubicBezTo>
                <a:cubicBezTo>
                  <a:pt x="3109" y="1827"/>
                  <a:pt x="3119" y="1834"/>
                  <a:pt x="3132" y="1827"/>
                </a:cubicBezTo>
                <a:cubicBezTo>
                  <a:pt x="3173" y="1837"/>
                  <a:pt x="3176" y="1835"/>
                  <a:pt x="3178" y="1840"/>
                </a:cubicBezTo>
                <a:cubicBezTo>
                  <a:pt x="3214" y="1844"/>
                  <a:pt x="3218" y="1847"/>
                  <a:pt x="3223" y="1850"/>
                </a:cubicBezTo>
                <a:cubicBezTo>
                  <a:pt x="3251" y="1861"/>
                  <a:pt x="3259" y="1855"/>
                  <a:pt x="3264" y="1858"/>
                </a:cubicBezTo>
                <a:cubicBezTo>
                  <a:pt x="3309" y="1875"/>
                  <a:pt x="3315" y="1867"/>
                  <a:pt x="3318" y="1873"/>
                </a:cubicBezTo>
                <a:cubicBezTo>
                  <a:pt x="3345" y="1880"/>
                  <a:pt x="3349" y="1881"/>
                  <a:pt x="3354" y="1877"/>
                </a:cubicBezTo>
                <a:cubicBezTo>
                  <a:pt x="3385" y="1888"/>
                  <a:pt x="3393" y="1885"/>
                  <a:pt x="3400" y="1890"/>
                </a:cubicBezTo>
                <a:cubicBezTo>
                  <a:pt x="3481" y="1900"/>
                  <a:pt x="3490" y="1895"/>
                  <a:pt x="3496" y="1902"/>
                </a:cubicBezTo>
                <a:cubicBezTo>
                  <a:pt x="3537" y="1907"/>
                  <a:pt x="3543" y="1899"/>
                  <a:pt x="3547" y="1902"/>
                </a:cubicBezTo>
                <a:cubicBezTo>
                  <a:pt x="3588" y="1902"/>
                  <a:pt x="3603" y="1908"/>
                  <a:pt x="3620" y="1904"/>
                </a:cubicBezTo>
                <a:cubicBezTo>
                  <a:pt x="3661" y="1900"/>
                  <a:pt x="3671" y="1903"/>
                  <a:pt x="3666" y="1906"/>
                </a:cubicBezTo>
                <a:cubicBezTo>
                  <a:pt x="3619" y="1914"/>
                  <a:pt x="3615" y="1909"/>
                  <a:pt x="3607" y="1912"/>
                </a:cubicBezTo>
                <a:cubicBezTo>
                  <a:pt x="3539" y="1916"/>
                  <a:pt x="3531" y="1916"/>
                  <a:pt x="3523" y="1913"/>
                </a:cubicBezTo>
                <a:cubicBezTo>
                  <a:pt x="3432" y="1907"/>
                  <a:pt x="3415" y="1906"/>
                  <a:pt x="3399" y="1901"/>
                </a:cubicBezTo>
                <a:cubicBezTo>
                  <a:pt x="3370" y="1900"/>
                  <a:pt x="3366" y="1899"/>
                  <a:pt x="3363" y="1896"/>
                </a:cubicBezTo>
                <a:cubicBezTo>
                  <a:pt x="3326" y="1890"/>
                  <a:pt x="3322" y="1889"/>
                  <a:pt x="3318" y="1890"/>
                </a:cubicBezTo>
                <a:cubicBezTo>
                  <a:pt x="3289" y="1881"/>
                  <a:pt x="3284" y="1879"/>
                  <a:pt x="3278" y="1881"/>
                </a:cubicBezTo>
                <a:cubicBezTo>
                  <a:pt x="3240" y="1870"/>
                  <a:pt x="3234" y="1870"/>
                  <a:pt x="3229" y="1863"/>
                </a:cubicBezTo>
                <a:cubicBezTo>
                  <a:pt x="3194" y="1859"/>
                  <a:pt x="3191" y="1859"/>
                  <a:pt x="3189" y="1857"/>
                </a:cubicBezTo>
                <a:cubicBezTo>
                  <a:pt x="3145" y="1851"/>
                  <a:pt x="3142" y="1850"/>
                  <a:pt x="3139" y="1850"/>
                </a:cubicBezTo>
                <a:cubicBezTo>
                  <a:pt x="3116" y="1852"/>
                  <a:pt x="3119" y="1853"/>
                  <a:pt x="3122" y="1854"/>
                </a:cubicBezTo>
                <a:cubicBezTo>
                  <a:pt x="3165" y="1862"/>
                  <a:pt x="3177" y="1866"/>
                  <a:pt x="3192" y="1862"/>
                </a:cubicBezTo>
                <a:cubicBezTo>
                  <a:pt x="3224" y="1876"/>
                  <a:pt x="3230" y="1870"/>
                  <a:pt x="3232" y="1878"/>
                </a:cubicBezTo>
                <a:cubicBezTo>
                  <a:pt x="3267" y="1891"/>
                  <a:pt x="3273" y="1885"/>
                  <a:pt x="3276" y="1889"/>
                </a:cubicBezTo>
                <a:cubicBezTo>
                  <a:pt x="3375" y="1909"/>
                  <a:pt x="3387" y="1916"/>
                  <a:pt x="3401" y="1914"/>
                </a:cubicBezTo>
                <a:cubicBezTo>
                  <a:pt x="3492" y="1924"/>
                  <a:pt x="3504" y="1930"/>
                  <a:pt x="3518" y="1926"/>
                </a:cubicBezTo>
                <a:cubicBezTo>
                  <a:pt x="3580" y="1925"/>
                  <a:pt x="3585" y="1922"/>
                  <a:pt x="3587" y="1928"/>
                </a:cubicBezTo>
                <a:cubicBezTo>
                  <a:pt x="3624" y="1926"/>
                  <a:pt x="3632" y="1921"/>
                  <a:pt x="3638" y="1923"/>
                </a:cubicBezTo>
                <a:cubicBezTo>
                  <a:pt x="3669" y="1919"/>
                  <a:pt x="3663" y="1933"/>
                  <a:pt x="3656" y="1940"/>
                </a:cubicBezTo>
                <a:cubicBezTo>
                  <a:pt x="3600" y="1948"/>
                  <a:pt x="3593" y="1952"/>
                  <a:pt x="3589" y="1947"/>
                </a:cubicBezTo>
                <a:cubicBezTo>
                  <a:pt x="3561" y="1952"/>
                  <a:pt x="3558" y="1948"/>
                  <a:pt x="3555" y="1948"/>
                </a:cubicBezTo>
                <a:cubicBezTo>
                  <a:pt x="3519" y="1946"/>
                  <a:pt x="3513" y="1950"/>
                  <a:pt x="3508" y="1949"/>
                </a:cubicBezTo>
                <a:cubicBezTo>
                  <a:pt x="3414" y="1942"/>
                  <a:pt x="3406" y="1939"/>
                  <a:pt x="3397" y="1940"/>
                </a:cubicBezTo>
                <a:cubicBezTo>
                  <a:pt x="3378" y="1937"/>
                  <a:pt x="3373" y="1934"/>
                  <a:pt x="3369" y="1933"/>
                </a:cubicBezTo>
                <a:cubicBezTo>
                  <a:pt x="3338" y="1925"/>
                  <a:pt x="3333" y="1927"/>
                  <a:pt x="3330" y="1920"/>
                </a:cubicBezTo>
                <a:cubicBezTo>
                  <a:pt x="3276" y="1908"/>
                  <a:pt x="3263" y="1906"/>
                  <a:pt x="3250" y="1901"/>
                </a:cubicBezTo>
                <a:cubicBezTo>
                  <a:pt x="3202" y="1898"/>
                  <a:pt x="3197" y="1889"/>
                  <a:pt x="3189" y="1891"/>
                </a:cubicBezTo>
                <a:cubicBezTo>
                  <a:pt x="3142" y="1884"/>
                  <a:pt x="3137" y="1875"/>
                  <a:pt x="3129" y="1877"/>
                </a:cubicBezTo>
                <a:cubicBezTo>
                  <a:pt x="3033" y="1869"/>
                  <a:pt x="3021" y="1860"/>
                  <a:pt x="3006" y="1865"/>
                </a:cubicBezTo>
                <a:cubicBezTo>
                  <a:pt x="2982" y="1860"/>
                  <a:pt x="2977" y="1867"/>
                  <a:pt x="2974" y="1864"/>
                </a:cubicBezTo>
                <a:cubicBezTo>
                  <a:pt x="2935" y="1862"/>
                  <a:pt x="2925" y="1868"/>
                  <a:pt x="2917" y="1865"/>
                </a:cubicBezTo>
                <a:cubicBezTo>
                  <a:pt x="2859" y="1863"/>
                  <a:pt x="2849" y="1868"/>
                  <a:pt x="2841" y="1869"/>
                </a:cubicBezTo>
                <a:cubicBezTo>
                  <a:pt x="2783" y="1881"/>
                  <a:pt x="2778" y="1882"/>
                  <a:pt x="2773" y="1886"/>
                </a:cubicBezTo>
                <a:cubicBezTo>
                  <a:pt x="2804" y="1880"/>
                  <a:pt x="2812" y="1884"/>
                  <a:pt x="2824" y="1875"/>
                </a:cubicBezTo>
                <a:cubicBezTo>
                  <a:pt x="2897" y="1876"/>
                  <a:pt x="2917" y="1869"/>
                  <a:pt x="2934" y="1876"/>
                </a:cubicBezTo>
                <a:cubicBezTo>
                  <a:pt x="2981" y="1882"/>
                  <a:pt x="2985" y="1877"/>
                  <a:pt x="2987" y="1884"/>
                </a:cubicBezTo>
                <a:cubicBezTo>
                  <a:pt x="3022" y="1890"/>
                  <a:pt x="3030" y="1892"/>
                  <a:pt x="3038" y="1896"/>
                </a:cubicBezTo>
                <a:cubicBezTo>
                  <a:pt x="3080" y="1909"/>
                  <a:pt x="3085" y="1912"/>
                  <a:pt x="3089" y="1912"/>
                </a:cubicBezTo>
                <a:cubicBezTo>
                  <a:pt x="3173" y="1944"/>
                  <a:pt x="3183" y="1943"/>
                  <a:pt x="3190" y="1948"/>
                </a:cubicBezTo>
                <a:cubicBezTo>
                  <a:pt x="3234" y="1962"/>
                  <a:pt x="3240" y="1959"/>
                  <a:pt x="3244" y="1963"/>
                </a:cubicBezTo>
                <a:cubicBezTo>
                  <a:pt x="3322" y="1975"/>
                  <a:pt x="3327" y="1977"/>
                  <a:pt x="3333" y="1976"/>
                </a:cubicBezTo>
                <a:cubicBezTo>
                  <a:pt x="3358" y="1982"/>
                  <a:pt x="3360" y="1984"/>
                  <a:pt x="3364" y="1981"/>
                </a:cubicBezTo>
                <a:cubicBezTo>
                  <a:pt x="3414" y="1987"/>
                  <a:pt x="3420" y="1989"/>
                  <a:pt x="3426" y="1987"/>
                </a:cubicBezTo>
                <a:cubicBezTo>
                  <a:pt x="3461" y="1992"/>
                  <a:pt x="3466" y="1991"/>
                  <a:pt x="3470" y="1993"/>
                </a:cubicBezTo>
                <a:cubicBezTo>
                  <a:pt x="3422" y="1998"/>
                  <a:pt x="3407" y="1992"/>
                  <a:pt x="3389" y="1999"/>
                </a:cubicBezTo>
                <a:cubicBezTo>
                  <a:pt x="3326" y="1988"/>
                  <a:pt x="3316" y="1990"/>
                  <a:pt x="3307" y="1989"/>
                </a:cubicBezTo>
                <a:cubicBezTo>
                  <a:pt x="3261" y="1980"/>
                  <a:pt x="3244" y="1971"/>
                  <a:pt x="3226" y="1967"/>
                </a:cubicBezTo>
                <a:cubicBezTo>
                  <a:pt x="3195" y="1962"/>
                  <a:pt x="3191" y="1956"/>
                  <a:pt x="3186" y="1958"/>
                </a:cubicBezTo>
                <a:cubicBezTo>
                  <a:pt x="3137" y="1944"/>
                  <a:pt x="3127" y="1946"/>
                  <a:pt x="3119" y="1938"/>
                </a:cubicBezTo>
                <a:cubicBezTo>
                  <a:pt x="3088" y="1932"/>
                  <a:pt x="3084" y="1929"/>
                  <a:pt x="3079" y="1929"/>
                </a:cubicBezTo>
                <a:cubicBezTo>
                  <a:pt x="3050" y="1915"/>
                  <a:pt x="3043" y="1923"/>
                  <a:pt x="3039" y="1919"/>
                </a:cubicBezTo>
                <a:cubicBezTo>
                  <a:pt x="3002" y="1914"/>
                  <a:pt x="2992" y="1916"/>
                  <a:pt x="2984" y="1913"/>
                </a:cubicBezTo>
                <a:cubicBezTo>
                  <a:pt x="2904" y="1913"/>
                  <a:pt x="2889" y="1922"/>
                  <a:pt x="2877" y="1921"/>
                </a:cubicBezTo>
                <a:cubicBezTo>
                  <a:pt x="2813" y="1933"/>
                  <a:pt x="2798" y="1939"/>
                  <a:pt x="2799" y="1945"/>
                </a:cubicBezTo>
                <a:cubicBezTo>
                  <a:pt x="2861" y="1933"/>
                  <a:pt x="2866" y="1932"/>
                  <a:pt x="2871" y="1928"/>
                </a:cubicBezTo>
                <a:cubicBezTo>
                  <a:pt x="2906" y="1927"/>
                  <a:pt x="2917" y="1927"/>
                  <a:pt x="2929" y="1923"/>
                </a:cubicBezTo>
                <a:cubicBezTo>
                  <a:pt x="3007" y="1927"/>
                  <a:pt x="3019" y="1928"/>
                  <a:pt x="3029" y="1925"/>
                </a:cubicBezTo>
                <a:cubicBezTo>
                  <a:pt x="3074" y="1944"/>
                  <a:pt x="3079" y="1943"/>
                  <a:pt x="3084" y="1943"/>
                </a:cubicBezTo>
                <a:cubicBezTo>
                  <a:pt x="3150" y="1958"/>
                  <a:pt x="3158" y="1964"/>
                  <a:pt x="3167" y="1966"/>
                </a:cubicBezTo>
                <a:cubicBezTo>
                  <a:pt x="3267" y="1993"/>
                  <a:pt x="3284" y="1995"/>
                  <a:pt x="3300" y="2000"/>
                </a:cubicBezTo>
                <a:cubicBezTo>
                  <a:pt x="3328" y="2007"/>
                  <a:pt x="3334" y="2000"/>
                  <a:pt x="3337" y="2004"/>
                </a:cubicBezTo>
                <a:cubicBezTo>
                  <a:pt x="3386" y="2006"/>
                  <a:pt x="3394" y="2011"/>
                  <a:pt x="3404" y="2007"/>
                </a:cubicBezTo>
                <a:cubicBezTo>
                  <a:pt x="3444" y="2009"/>
                  <a:pt x="3446" y="2009"/>
                  <a:pt x="3448" y="2007"/>
                </a:cubicBezTo>
                <a:cubicBezTo>
                  <a:pt x="3414" y="2017"/>
                  <a:pt x="3408" y="2018"/>
                  <a:pt x="3404" y="2017"/>
                </a:cubicBezTo>
                <a:cubicBezTo>
                  <a:pt x="3325" y="2018"/>
                  <a:pt x="3323" y="2015"/>
                  <a:pt x="3319" y="2019"/>
                </a:cubicBezTo>
                <a:cubicBezTo>
                  <a:pt x="3285" y="2011"/>
                  <a:pt x="3279" y="2010"/>
                  <a:pt x="3273" y="2010"/>
                </a:cubicBezTo>
                <a:cubicBezTo>
                  <a:pt x="3230" y="2005"/>
                  <a:pt x="3227" y="1991"/>
                  <a:pt x="3219" y="1995"/>
                </a:cubicBezTo>
                <a:cubicBezTo>
                  <a:pt x="3181" y="1985"/>
                  <a:pt x="3178" y="1985"/>
                  <a:pt x="3175" y="1985"/>
                </a:cubicBezTo>
                <a:cubicBezTo>
                  <a:pt x="3136" y="1972"/>
                  <a:pt x="3122" y="1977"/>
                  <a:pt x="3112" y="1970"/>
                </a:cubicBezTo>
                <a:cubicBezTo>
                  <a:pt x="3087" y="1967"/>
                  <a:pt x="3081" y="1966"/>
                  <a:pt x="3075" y="1966"/>
                </a:cubicBezTo>
                <a:cubicBezTo>
                  <a:pt x="3010" y="1963"/>
                  <a:pt x="3006" y="1951"/>
                  <a:pt x="2999" y="1958"/>
                </a:cubicBezTo>
                <a:cubicBezTo>
                  <a:pt x="2936" y="1954"/>
                  <a:pt x="2929" y="1958"/>
                  <a:pt x="2924" y="1953"/>
                </a:cubicBezTo>
                <a:cubicBezTo>
                  <a:pt x="2869" y="1964"/>
                  <a:pt x="2857" y="1961"/>
                  <a:pt x="2843" y="1966"/>
                </a:cubicBezTo>
                <a:cubicBezTo>
                  <a:pt x="2776" y="1979"/>
                  <a:pt x="2775" y="1993"/>
                  <a:pt x="2767" y="1986"/>
                </a:cubicBezTo>
                <a:cubicBezTo>
                  <a:pt x="2731" y="2002"/>
                  <a:pt x="2724" y="2004"/>
                  <a:pt x="2726" y="2008"/>
                </a:cubicBezTo>
                <a:cubicBezTo>
                  <a:pt x="2806" y="1985"/>
                  <a:pt x="2815" y="1981"/>
                  <a:pt x="2823" y="1978"/>
                </a:cubicBezTo>
                <a:cubicBezTo>
                  <a:pt x="2864" y="1968"/>
                  <a:pt x="2866" y="1976"/>
                  <a:pt x="2871" y="1972"/>
                </a:cubicBezTo>
                <a:cubicBezTo>
                  <a:pt x="2952" y="1967"/>
                  <a:pt x="2960" y="1969"/>
                  <a:pt x="2969" y="1966"/>
                </a:cubicBezTo>
                <a:cubicBezTo>
                  <a:pt x="3050" y="1973"/>
                  <a:pt x="3054" y="1974"/>
                  <a:pt x="3057" y="1976"/>
                </a:cubicBezTo>
                <a:cubicBezTo>
                  <a:pt x="3089" y="1977"/>
                  <a:pt x="3091" y="1985"/>
                  <a:pt x="3097" y="1979"/>
                </a:cubicBezTo>
                <a:cubicBezTo>
                  <a:pt x="3157" y="1989"/>
                  <a:pt x="3190" y="2000"/>
                  <a:pt x="3222" y="2011"/>
                </a:cubicBezTo>
                <a:cubicBezTo>
                  <a:pt x="3288" y="2028"/>
                  <a:pt x="3294" y="2020"/>
                  <a:pt x="3296" y="2026"/>
                </a:cubicBezTo>
                <a:cubicBezTo>
                  <a:pt x="3316" y="2031"/>
                  <a:pt x="3321" y="2030"/>
                  <a:pt x="3318" y="2033"/>
                </a:cubicBezTo>
                <a:cubicBezTo>
                  <a:pt x="3157" y="2009"/>
                  <a:pt x="3149" y="2018"/>
                  <a:pt x="3144" y="2011"/>
                </a:cubicBezTo>
                <a:cubicBezTo>
                  <a:pt x="3117" y="2008"/>
                  <a:pt x="3112" y="2004"/>
                  <a:pt x="3105" y="2008"/>
                </a:cubicBezTo>
                <a:cubicBezTo>
                  <a:pt x="3059" y="2004"/>
                  <a:pt x="3054" y="1996"/>
                  <a:pt x="3045" y="2001"/>
                </a:cubicBezTo>
                <a:cubicBezTo>
                  <a:pt x="3011" y="1997"/>
                  <a:pt x="3008" y="1994"/>
                  <a:pt x="3005" y="1995"/>
                </a:cubicBezTo>
                <a:cubicBezTo>
                  <a:pt x="2952" y="1993"/>
                  <a:pt x="2938" y="1996"/>
                  <a:pt x="2924" y="1998"/>
                </a:cubicBezTo>
                <a:cubicBezTo>
                  <a:pt x="2835" y="2008"/>
                  <a:pt x="2827" y="2018"/>
                  <a:pt x="2821" y="2013"/>
                </a:cubicBezTo>
                <a:cubicBezTo>
                  <a:pt x="2738" y="2050"/>
                  <a:pt x="2725" y="2050"/>
                  <a:pt x="2709" y="2063"/>
                </a:cubicBezTo>
                <a:cubicBezTo>
                  <a:pt x="2697" y="2076"/>
                  <a:pt x="2731" y="2058"/>
                  <a:pt x="2764" y="2042"/>
                </a:cubicBezTo>
                <a:cubicBezTo>
                  <a:pt x="2789" y="2039"/>
                  <a:pt x="2799" y="2030"/>
                  <a:pt x="2807" y="2029"/>
                </a:cubicBezTo>
                <a:cubicBezTo>
                  <a:pt x="2891" y="2016"/>
                  <a:pt x="2897" y="2013"/>
                  <a:pt x="2902" y="2011"/>
                </a:cubicBezTo>
                <a:cubicBezTo>
                  <a:pt x="2990" y="2008"/>
                  <a:pt x="3000" y="2007"/>
                  <a:pt x="3010" y="2009"/>
                </a:cubicBezTo>
                <a:cubicBezTo>
                  <a:pt x="3050" y="2016"/>
                  <a:pt x="3063" y="2009"/>
                  <a:pt x="3071" y="2015"/>
                </a:cubicBezTo>
                <a:cubicBezTo>
                  <a:pt x="3111" y="2023"/>
                  <a:pt x="3123" y="2016"/>
                  <a:pt x="3131" y="2023"/>
                </a:cubicBezTo>
                <a:cubicBezTo>
                  <a:pt x="3181" y="2029"/>
                  <a:pt x="3185" y="2037"/>
                  <a:pt x="3192" y="2033"/>
                </a:cubicBezTo>
                <a:cubicBezTo>
                  <a:pt x="3231" y="2040"/>
                  <a:pt x="3241" y="2039"/>
                  <a:pt x="3251" y="2041"/>
                </a:cubicBezTo>
                <a:cubicBezTo>
                  <a:pt x="3301" y="2049"/>
                  <a:pt x="3307" y="2045"/>
                  <a:pt x="3313" y="2047"/>
                </a:cubicBezTo>
                <a:cubicBezTo>
                  <a:pt x="3337" y="2049"/>
                  <a:pt x="3342" y="2047"/>
                  <a:pt x="3339" y="2051"/>
                </a:cubicBezTo>
                <a:cubicBezTo>
                  <a:pt x="3224" y="2064"/>
                  <a:pt x="3212" y="2066"/>
                  <a:pt x="3201" y="2065"/>
                </a:cubicBezTo>
                <a:cubicBezTo>
                  <a:pt x="3146" y="2060"/>
                  <a:pt x="3142" y="2052"/>
                  <a:pt x="3135" y="2058"/>
                </a:cubicBezTo>
                <a:cubicBezTo>
                  <a:pt x="3084" y="2048"/>
                  <a:pt x="3081" y="2048"/>
                  <a:pt x="3078" y="2049"/>
                </a:cubicBezTo>
                <a:cubicBezTo>
                  <a:pt x="3030" y="2044"/>
                  <a:pt x="3024" y="2043"/>
                  <a:pt x="3020" y="2037"/>
                </a:cubicBezTo>
                <a:cubicBezTo>
                  <a:pt x="2992" y="2038"/>
                  <a:pt x="2989" y="2038"/>
                  <a:pt x="2986" y="2037"/>
                </a:cubicBezTo>
                <a:cubicBezTo>
                  <a:pt x="2925" y="2028"/>
                  <a:pt x="2913" y="2031"/>
                  <a:pt x="2902" y="2028"/>
                </a:cubicBezTo>
                <a:cubicBezTo>
                  <a:pt x="2798" y="2049"/>
                  <a:pt x="2802" y="2050"/>
                  <a:pt x="2807" y="2046"/>
                </a:cubicBezTo>
                <a:cubicBezTo>
                  <a:pt x="2860" y="2039"/>
                  <a:pt x="2870" y="2037"/>
                  <a:pt x="2878" y="2040"/>
                </a:cubicBezTo>
                <a:cubicBezTo>
                  <a:pt x="2928" y="2042"/>
                  <a:pt x="2933" y="2044"/>
                  <a:pt x="2939" y="2043"/>
                </a:cubicBezTo>
                <a:cubicBezTo>
                  <a:pt x="2982" y="2048"/>
                  <a:pt x="2993" y="2050"/>
                  <a:pt x="3004" y="2050"/>
                </a:cubicBezTo>
                <a:cubicBezTo>
                  <a:pt x="3042" y="2054"/>
                  <a:pt x="3044" y="2059"/>
                  <a:pt x="3047" y="2058"/>
                </a:cubicBezTo>
                <a:cubicBezTo>
                  <a:pt x="3083" y="2063"/>
                  <a:pt x="3094" y="2064"/>
                  <a:pt x="3106" y="2066"/>
                </a:cubicBezTo>
                <a:cubicBezTo>
                  <a:pt x="3158" y="2071"/>
                  <a:pt x="3161" y="2070"/>
                  <a:pt x="3163" y="2075"/>
                </a:cubicBezTo>
                <a:cubicBezTo>
                  <a:pt x="3119" y="2078"/>
                  <a:pt x="3112" y="2073"/>
                  <a:pt x="3103" y="2078"/>
                </a:cubicBezTo>
                <a:cubicBezTo>
                  <a:pt x="3054" y="2076"/>
                  <a:pt x="3050" y="2076"/>
                  <a:pt x="3047" y="2075"/>
                </a:cubicBezTo>
                <a:cubicBezTo>
                  <a:pt x="2983" y="2071"/>
                  <a:pt x="2977" y="2067"/>
                  <a:pt x="2970" y="2072"/>
                </a:cubicBezTo>
                <a:cubicBezTo>
                  <a:pt x="2906" y="2067"/>
                  <a:pt x="2901" y="2061"/>
                  <a:pt x="2894" y="2064"/>
                </a:cubicBezTo>
                <a:cubicBezTo>
                  <a:pt x="2812" y="2073"/>
                  <a:pt x="2794" y="2067"/>
                  <a:pt x="2773" y="2078"/>
                </a:cubicBezTo>
                <a:cubicBezTo>
                  <a:pt x="2738" y="2088"/>
                  <a:pt x="2734" y="2082"/>
                  <a:pt x="2728" y="2088"/>
                </a:cubicBezTo>
                <a:cubicBezTo>
                  <a:pt x="2644" y="2121"/>
                  <a:pt x="2641" y="2125"/>
                  <a:pt x="2641" y="2129"/>
                </a:cubicBezTo>
                <a:cubicBezTo>
                  <a:pt x="2738" y="2095"/>
                  <a:pt x="2746" y="2088"/>
                  <a:pt x="2753" y="2090"/>
                </a:cubicBezTo>
                <a:cubicBezTo>
                  <a:pt x="2828" y="2078"/>
                  <a:pt x="2836" y="2075"/>
                  <a:pt x="2843" y="2075"/>
                </a:cubicBezTo>
                <a:cubicBezTo>
                  <a:pt x="2891" y="2082"/>
                  <a:pt x="2901" y="2072"/>
                  <a:pt x="2908" y="2076"/>
                </a:cubicBezTo>
                <a:cubicBezTo>
                  <a:pt x="2964" y="2078"/>
                  <a:pt x="2978" y="2082"/>
                  <a:pt x="2992" y="2085"/>
                </a:cubicBezTo>
                <a:cubicBezTo>
                  <a:pt x="3031" y="2079"/>
                  <a:pt x="3033" y="2094"/>
                  <a:pt x="3040" y="2086"/>
                </a:cubicBezTo>
                <a:cubicBezTo>
                  <a:pt x="3099" y="2090"/>
                  <a:pt x="3111" y="2085"/>
                  <a:pt x="3121" y="2090"/>
                </a:cubicBezTo>
                <a:cubicBezTo>
                  <a:pt x="3199" y="2084"/>
                  <a:pt x="3207" y="2095"/>
                  <a:pt x="3219" y="2088"/>
                </a:cubicBezTo>
                <a:cubicBezTo>
                  <a:pt x="3208" y="2099"/>
                  <a:pt x="3205" y="2091"/>
                  <a:pt x="3198" y="2094"/>
                </a:cubicBezTo>
                <a:cubicBezTo>
                  <a:pt x="3131" y="2096"/>
                  <a:pt x="3117" y="2104"/>
                  <a:pt x="3107" y="2099"/>
                </a:cubicBezTo>
                <a:cubicBezTo>
                  <a:pt x="3021" y="2106"/>
                  <a:pt x="3010" y="2106"/>
                  <a:pt x="2998" y="2105"/>
                </a:cubicBezTo>
                <a:cubicBezTo>
                  <a:pt x="2922" y="2100"/>
                  <a:pt x="2915" y="2104"/>
                  <a:pt x="2910" y="2102"/>
                </a:cubicBezTo>
                <a:cubicBezTo>
                  <a:pt x="2882" y="2098"/>
                  <a:pt x="2881" y="2093"/>
                  <a:pt x="2875" y="2100"/>
                </a:cubicBezTo>
                <a:cubicBezTo>
                  <a:pt x="2833" y="2097"/>
                  <a:pt x="2826" y="2102"/>
                  <a:pt x="2820" y="2100"/>
                </a:cubicBezTo>
                <a:cubicBezTo>
                  <a:pt x="2721" y="2120"/>
                  <a:pt x="2713" y="2124"/>
                  <a:pt x="2707" y="2126"/>
                </a:cubicBezTo>
                <a:cubicBezTo>
                  <a:pt x="2639" y="2161"/>
                  <a:pt x="2639" y="2161"/>
                  <a:pt x="2639" y="2161"/>
                </a:cubicBezTo>
                <a:cubicBezTo>
                  <a:pt x="2644" y="2161"/>
                  <a:pt x="2644" y="2161"/>
                  <a:pt x="2644" y="2161"/>
                </a:cubicBezTo>
                <a:cubicBezTo>
                  <a:pt x="2702" y="2132"/>
                  <a:pt x="2725" y="2130"/>
                  <a:pt x="2750" y="2119"/>
                </a:cubicBezTo>
                <a:cubicBezTo>
                  <a:pt x="2807" y="2116"/>
                  <a:pt x="2815" y="2106"/>
                  <a:pt x="2820" y="2110"/>
                </a:cubicBezTo>
                <a:cubicBezTo>
                  <a:pt x="2867" y="2103"/>
                  <a:pt x="2877" y="2112"/>
                  <a:pt x="2890" y="2107"/>
                </a:cubicBezTo>
                <a:cubicBezTo>
                  <a:pt x="2945" y="2111"/>
                  <a:pt x="2950" y="2114"/>
                  <a:pt x="2956" y="2114"/>
                </a:cubicBezTo>
                <a:cubicBezTo>
                  <a:pt x="2999" y="2119"/>
                  <a:pt x="3003" y="2115"/>
                  <a:pt x="3005" y="2118"/>
                </a:cubicBezTo>
                <a:cubicBezTo>
                  <a:pt x="3070" y="2116"/>
                  <a:pt x="3082" y="2110"/>
                  <a:pt x="3092" y="2115"/>
                </a:cubicBezTo>
                <a:cubicBezTo>
                  <a:pt x="3156" y="2115"/>
                  <a:pt x="3150" y="2116"/>
                  <a:pt x="3145" y="2117"/>
                </a:cubicBezTo>
                <a:cubicBezTo>
                  <a:pt x="3107" y="2127"/>
                  <a:pt x="3095" y="2127"/>
                  <a:pt x="3086" y="2132"/>
                </a:cubicBezTo>
                <a:cubicBezTo>
                  <a:pt x="3022" y="2127"/>
                  <a:pt x="3005" y="2129"/>
                  <a:pt x="2989" y="2124"/>
                </a:cubicBezTo>
                <a:cubicBezTo>
                  <a:pt x="2932" y="2127"/>
                  <a:pt x="2924" y="2123"/>
                  <a:pt x="2915" y="2126"/>
                </a:cubicBezTo>
                <a:cubicBezTo>
                  <a:pt x="2887" y="2124"/>
                  <a:pt x="2881" y="2131"/>
                  <a:pt x="2879" y="2128"/>
                </a:cubicBezTo>
                <a:cubicBezTo>
                  <a:pt x="2832" y="2130"/>
                  <a:pt x="2823" y="2132"/>
                  <a:pt x="2814" y="2134"/>
                </a:cubicBezTo>
                <a:cubicBezTo>
                  <a:pt x="2764" y="2142"/>
                  <a:pt x="2740" y="2150"/>
                  <a:pt x="2715" y="2161"/>
                </a:cubicBezTo>
                <a:cubicBezTo>
                  <a:pt x="2798" y="2148"/>
                  <a:pt x="2821" y="2139"/>
                  <a:pt x="2841" y="2144"/>
                </a:cubicBezTo>
                <a:cubicBezTo>
                  <a:pt x="2885" y="2138"/>
                  <a:pt x="2894" y="2142"/>
                  <a:pt x="2907" y="2135"/>
                </a:cubicBezTo>
                <a:cubicBezTo>
                  <a:pt x="2985" y="2142"/>
                  <a:pt x="2994" y="2139"/>
                  <a:pt x="3002" y="2140"/>
                </a:cubicBezTo>
                <a:cubicBezTo>
                  <a:pt x="3023" y="2141"/>
                  <a:pt x="3028" y="2140"/>
                  <a:pt x="3025" y="2143"/>
                </a:cubicBezTo>
                <a:cubicBezTo>
                  <a:pt x="2910" y="2157"/>
                  <a:pt x="2897" y="2156"/>
                  <a:pt x="2893" y="2157"/>
                </a:cubicBezTo>
                <a:cubicBezTo>
                  <a:pt x="2869" y="2158"/>
                  <a:pt x="2865" y="2160"/>
                  <a:pt x="2861" y="2160"/>
                </a:cubicBezTo>
                <a:cubicBezTo>
                  <a:pt x="3013" y="2159"/>
                  <a:pt x="3020" y="2158"/>
                  <a:pt x="3026" y="2156"/>
                </a:cubicBezTo>
                <a:cubicBezTo>
                  <a:pt x="3054" y="2153"/>
                  <a:pt x="3064" y="2146"/>
                  <a:pt x="3072" y="2148"/>
                </a:cubicBezTo>
                <a:cubicBezTo>
                  <a:pt x="3075" y="2159"/>
                  <a:pt x="3078" y="2159"/>
                  <a:pt x="3080" y="2160"/>
                </a:cubicBezTo>
                <a:cubicBezTo>
                  <a:pt x="3107" y="2157"/>
                  <a:pt x="3112" y="2154"/>
                  <a:pt x="3118" y="2150"/>
                </a:cubicBezTo>
                <a:cubicBezTo>
                  <a:pt x="3153" y="2132"/>
                  <a:pt x="3155" y="2134"/>
                  <a:pt x="3155" y="2134"/>
                </a:cubicBezTo>
                <a:cubicBezTo>
                  <a:pt x="3178" y="2119"/>
                  <a:pt x="3190" y="2116"/>
                  <a:pt x="3201" y="2119"/>
                </a:cubicBezTo>
                <a:cubicBezTo>
                  <a:pt x="3131" y="2159"/>
                  <a:pt x="3130" y="2160"/>
                  <a:pt x="3128" y="2161"/>
                </a:cubicBezTo>
                <a:cubicBezTo>
                  <a:pt x="3164" y="2159"/>
                  <a:pt x="3161" y="2147"/>
                  <a:pt x="3167" y="2154"/>
                </a:cubicBezTo>
                <a:cubicBezTo>
                  <a:pt x="3189" y="2155"/>
                  <a:pt x="3197" y="2150"/>
                  <a:pt x="3206" y="2144"/>
                </a:cubicBezTo>
                <a:cubicBezTo>
                  <a:pt x="3263" y="2107"/>
                  <a:pt x="3265" y="2100"/>
                  <a:pt x="3271" y="2106"/>
                </a:cubicBezTo>
                <a:cubicBezTo>
                  <a:pt x="3223" y="2161"/>
                  <a:pt x="3223" y="2160"/>
                  <a:pt x="3223" y="2160"/>
                </a:cubicBezTo>
                <a:cubicBezTo>
                  <a:pt x="3308" y="2091"/>
                  <a:pt x="3321" y="2086"/>
                  <a:pt x="3342" y="2073"/>
                </a:cubicBezTo>
                <a:cubicBezTo>
                  <a:pt x="3359" y="2075"/>
                  <a:pt x="3359" y="2079"/>
                  <a:pt x="3343" y="2089"/>
                </a:cubicBezTo>
                <a:cubicBezTo>
                  <a:pt x="3313" y="2119"/>
                  <a:pt x="3317" y="2125"/>
                  <a:pt x="3308" y="2128"/>
                </a:cubicBezTo>
                <a:cubicBezTo>
                  <a:pt x="3292" y="2161"/>
                  <a:pt x="3292" y="2161"/>
                  <a:pt x="3292" y="2161"/>
                </a:cubicBezTo>
                <a:cubicBezTo>
                  <a:pt x="3363" y="2091"/>
                  <a:pt x="3369" y="2086"/>
                  <a:pt x="3374" y="2080"/>
                </a:cubicBezTo>
                <a:cubicBezTo>
                  <a:pt x="3370" y="2099"/>
                  <a:pt x="3334" y="2127"/>
                  <a:pt x="3314" y="2158"/>
                </a:cubicBezTo>
                <a:cubicBezTo>
                  <a:pt x="3342" y="2158"/>
                  <a:pt x="3349" y="2156"/>
                  <a:pt x="3347" y="2152"/>
                </a:cubicBezTo>
                <a:cubicBezTo>
                  <a:pt x="3389" y="2103"/>
                  <a:pt x="3396" y="2101"/>
                  <a:pt x="3399" y="2099"/>
                </a:cubicBezTo>
                <a:cubicBezTo>
                  <a:pt x="3445" y="2059"/>
                  <a:pt x="3445" y="2052"/>
                  <a:pt x="3456" y="2047"/>
                </a:cubicBezTo>
                <a:cubicBezTo>
                  <a:pt x="3484" y="2041"/>
                  <a:pt x="3467" y="2043"/>
                  <a:pt x="3468" y="2049"/>
                </a:cubicBezTo>
                <a:cubicBezTo>
                  <a:pt x="3440" y="2076"/>
                  <a:pt x="3442" y="2080"/>
                  <a:pt x="3437" y="2082"/>
                </a:cubicBezTo>
                <a:cubicBezTo>
                  <a:pt x="3392" y="2144"/>
                  <a:pt x="3380" y="2148"/>
                  <a:pt x="3384" y="2156"/>
                </a:cubicBezTo>
                <a:cubicBezTo>
                  <a:pt x="3400" y="2149"/>
                  <a:pt x="3407" y="2137"/>
                  <a:pt x="3416" y="2126"/>
                </a:cubicBezTo>
                <a:cubicBezTo>
                  <a:pt x="3467" y="2065"/>
                  <a:pt x="3466" y="2060"/>
                  <a:pt x="3472" y="2057"/>
                </a:cubicBezTo>
                <a:cubicBezTo>
                  <a:pt x="3556" y="1996"/>
                  <a:pt x="3560" y="1991"/>
                  <a:pt x="3563" y="1994"/>
                </a:cubicBezTo>
                <a:cubicBezTo>
                  <a:pt x="3529" y="2023"/>
                  <a:pt x="3523" y="2031"/>
                  <a:pt x="3512" y="2039"/>
                </a:cubicBezTo>
                <a:cubicBezTo>
                  <a:pt x="3475" y="2085"/>
                  <a:pt x="3460" y="2091"/>
                  <a:pt x="3458" y="2100"/>
                </a:cubicBezTo>
                <a:cubicBezTo>
                  <a:pt x="3420" y="2150"/>
                  <a:pt x="3417" y="2155"/>
                  <a:pt x="3414" y="2161"/>
                </a:cubicBezTo>
                <a:cubicBezTo>
                  <a:pt x="3433" y="2148"/>
                  <a:pt x="3442" y="2142"/>
                  <a:pt x="3446" y="2135"/>
                </a:cubicBezTo>
                <a:cubicBezTo>
                  <a:pt x="3477" y="2100"/>
                  <a:pt x="3473" y="2095"/>
                  <a:pt x="3481" y="2092"/>
                </a:cubicBezTo>
                <a:cubicBezTo>
                  <a:pt x="3555" y="2021"/>
                  <a:pt x="3565" y="2014"/>
                  <a:pt x="3571" y="2006"/>
                </a:cubicBezTo>
                <a:cubicBezTo>
                  <a:pt x="3592" y="1991"/>
                  <a:pt x="3593" y="1996"/>
                  <a:pt x="3587" y="1999"/>
                </a:cubicBezTo>
                <a:cubicBezTo>
                  <a:pt x="3577" y="2018"/>
                  <a:pt x="3561" y="2024"/>
                  <a:pt x="3560" y="2033"/>
                </a:cubicBezTo>
                <a:cubicBezTo>
                  <a:pt x="3502" y="2098"/>
                  <a:pt x="3496" y="2102"/>
                  <a:pt x="3496" y="2107"/>
                </a:cubicBezTo>
                <a:cubicBezTo>
                  <a:pt x="3460" y="2160"/>
                  <a:pt x="3460" y="2160"/>
                  <a:pt x="3459" y="2161"/>
                </a:cubicBezTo>
                <a:cubicBezTo>
                  <a:pt x="3491" y="2139"/>
                  <a:pt x="3491" y="2131"/>
                  <a:pt x="3497" y="2124"/>
                </a:cubicBezTo>
                <a:cubicBezTo>
                  <a:pt x="3587" y="2014"/>
                  <a:pt x="3595" y="2008"/>
                  <a:pt x="3601" y="2001"/>
                </a:cubicBezTo>
                <a:cubicBezTo>
                  <a:pt x="3627" y="1981"/>
                  <a:pt x="3620" y="1995"/>
                  <a:pt x="3602" y="2007"/>
                </a:cubicBezTo>
                <a:cubicBezTo>
                  <a:pt x="3551" y="2082"/>
                  <a:pt x="3543" y="2089"/>
                  <a:pt x="3535" y="2097"/>
                </a:cubicBezTo>
                <a:cubicBezTo>
                  <a:pt x="3507" y="2161"/>
                  <a:pt x="3507" y="2161"/>
                  <a:pt x="3507" y="2161"/>
                </a:cubicBezTo>
                <a:cubicBezTo>
                  <a:pt x="3522" y="2133"/>
                  <a:pt x="3528" y="2130"/>
                  <a:pt x="3528" y="2125"/>
                </a:cubicBezTo>
                <a:cubicBezTo>
                  <a:pt x="3595" y="2039"/>
                  <a:pt x="3610" y="2024"/>
                  <a:pt x="3619" y="2007"/>
                </a:cubicBezTo>
                <a:cubicBezTo>
                  <a:pt x="3670" y="1959"/>
                  <a:pt x="3677" y="1946"/>
                  <a:pt x="3690" y="1935"/>
                </a:cubicBezTo>
                <a:cubicBezTo>
                  <a:pt x="3679" y="1969"/>
                  <a:pt x="3669" y="1974"/>
                  <a:pt x="3667" y="1980"/>
                </a:cubicBezTo>
                <a:cubicBezTo>
                  <a:pt x="3643" y="2009"/>
                  <a:pt x="3642" y="2014"/>
                  <a:pt x="3639" y="2012"/>
                </a:cubicBezTo>
                <a:cubicBezTo>
                  <a:pt x="3593" y="2071"/>
                  <a:pt x="3588" y="2083"/>
                  <a:pt x="3577" y="2094"/>
                </a:cubicBezTo>
                <a:cubicBezTo>
                  <a:pt x="3549" y="2141"/>
                  <a:pt x="3544" y="2151"/>
                  <a:pt x="3537" y="2160"/>
                </a:cubicBezTo>
                <a:cubicBezTo>
                  <a:pt x="3556" y="2153"/>
                  <a:pt x="3557" y="2144"/>
                  <a:pt x="3567" y="2138"/>
                </a:cubicBezTo>
                <a:cubicBezTo>
                  <a:pt x="3621" y="2056"/>
                  <a:pt x="3625" y="2048"/>
                  <a:pt x="3632" y="2039"/>
                </a:cubicBezTo>
                <a:cubicBezTo>
                  <a:pt x="3710" y="1959"/>
                  <a:pt x="3713" y="1949"/>
                  <a:pt x="3721" y="1940"/>
                </a:cubicBezTo>
                <a:cubicBezTo>
                  <a:pt x="3805" y="1881"/>
                  <a:pt x="3805" y="1868"/>
                  <a:pt x="3812" y="1873"/>
                </a:cubicBezTo>
                <a:cubicBezTo>
                  <a:pt x="3725" y="1967"/>
                  <a:pt x="3714" y="1968"/>
                  <a:pt x="3717" y="1973"/>
                </a:cubicBezTo>
                <a:cubicBezTo>
                  <a:pt x="3670" y="2021"/>
                  <a:pt x="3669" y="2029"/>
                  <a:pt x="3657" y="2035"/>
                </a:cubicBezTo>
                <a:cubicBezTo>
                  <a:pt x="3623" y="2092"/>
                  <a:pt x="3606" y="2105"/>
                  <a:pt x="3601" y="2120"/>
                </a:cubicBezTo>
                <a:cubicBezTo>
                  <a:pt x="3575" y="2154"/>
                  <a:pt x="3578" y="2158"/>
                  <a:pt x="3575" y="2161"/>
                </a:cubicBezTo>
                <a:cubicBezTo>
                  <a:pt x="3591" y="2154"/>
                  <a:pt x="3592" y="2148"/>
                  <a:pt x="3601" y="2144"/>
                </a:cubicBezTo>
                <a:cubicBezTo>
                  <a:pt x="3659" y="2050"/>
                  <a:pt x="3668" y="2046"/>
                  <a:pt x="3670" y="2040"/>
                </a:cubicBezTo>
                <a:cubicBezTo>
                  <a:pt x="3726" y="1979"/>
                  <a:pt x="3738" y="1968"/>
                  <a:pt x="3748" y="1957"/>
                </a:cubicBezTo>
                <a:cubicBezTo>
                  <a:pt x="3766" y="1938"/>
                  <a:pt x="3770" y="1924"/>
                  <a:pt x="3778" y="1928"/>
                </a:cubicBezTo>
                <a:cubicBezTo>
                  <a:pt x="3738" y="1991"/>
                  <a:pt x="3728" y="1994"/>
                  <a:pt x="3730" y="1999"/>
                </a:cubicBezTo>
                <a:cubicBezTo>
                  <a:pt x="3701" y="2037"/>
                  <a:pt x="3698" y="2042"/>
                  <a:pt x="3698" y="2046"/>
                </a:cubicBezTo>
                <a:cubicBezTo>
                  <a:pt x="3667" y="2104"/>
                  <a:pt x="3655" y="2111"/>
                  <a:pt x="3655" y="2121"/>
                </a:cubicBezTo>
                <a:cubicBezTo>
                  <a:pt x="3638" y="2161"/>
                  <a:pt x="3638" y="2161"/>
                  <a:pt x="3638" y="2161"/>
                </a:cubicBezTo>
                <a:cubicBezTo>
                  <a:pt x="3648" y="2148"/>
                  <a:pt x="3647" y="2147"/>
                  <a:pt x="3647" y="2146"/>
                </a:cubicBezTo>
                <a:cubicBezTo>
                  <a:pt x="3676" y="2105"/>
                  <a:pt x="3675" y="2098"/>
                  <a:pt x="3683" y="2093"/>
                </a:cubicBezTo>
                <a:cubicBezTo>
                  <a:pt x="3715" y="2048"/>
                  <a:pt x="3713" y="2042"/>
                  <a:pt x="3715" y="2036"/>
                </a:cubicBezTo>
                <a:cubicBezTo>
                  <a:pt x="3779" y="1948"/>
                  <a:pt x="3777" y="1940"/>
                  <a:pt x="3785" y="1934"/>
                </a:cubicBezTo>
                <a:cubicBezTo>
                  <a:pt x="3815" y="1893"/>
                  <a:pt x="3825" y="1891"/>
                  <a:pt x="3824" y="1887"/>
                </a:cubicBezTo>
                <a:cubicBezTo>
                  <a:pt x="3839" y="1867"/>
                  <a:pt x="3840" y="1866"/>
                  <a:pt x="3840" y="1866"/>
                </a:cubicBezTo>
                <a:cubicBezTo>
                  <a:pt x="3804" y="1827"/>
                  <a:pt x="3788" y="1841"/>
                  <a:pt x="3777" y="1834"/>
                </a:cubicBezTo>
                <a:close/>
                <a:moveTo>
                  <a:pt x="3212" y="2126"/>
                </a:moveTo>
                <a:cubicBezTo>
                  <a:pt x="3206" y="2127"/>
                  <a:pt x="3212" y="2123"/>
                  <a:pt x="3215" y="2121"/>
                </a:cubicBezTo>
                <a:cubicBezTo>
                  <a:pt x="3221" y="2120"/>
                  <a:pt x="3215" y="2124"/>
                  <a:pt x="3212" y="2126"/>
                </a:cubicBezTo>
                <a:close/>
                <a:moveTo>
                  <a:pt x="3347" y="2036"/>
                </a:moveTo>
                <a:cubicBezTo>
                  <a:pt x="3340" y="2034"/>
                  <a:pt x="3333" y="2034"/>
                  <a:pt x="3326" y="2035"/>
                </a:cubicBezTo>
                <a:cubicBezTo>
                  <a:pt x="3326" y="2026"/>
                  <a:pt x="3338" y="2035"/>
                  <a:pt x="3344" y="2031"/>
                </a:cubicBezTo>
                <a:cubicBezTo>
                  <a:pt x="3350" y="2033"/>
                  <a:pt x="3358" y="2030"/>
                  <a:pt x="3365" y="2031"/>
                </a:cubicBezTo>
                <a:cubicBezTo>
                  <a:pt x="3365" y="2041"/>
                  <a:pt x="3352" y="2032"/>
                  <a:pt x="3347" y="2036"/>
                </a:cubicBezTo>
                <a:close/>
                <a:moveTo>
                  <a:pt x="3440" y="2043"/>
                </a:moveTo>
                <a:cubicBezTo>
                  <a:pt x="3436" y="2032"/>
                  <a:pt x="3448" y="2037"/>
                  <a:pt x="3456" y="2030"/>
                </a:cubicBezTo>
                <a:cubicBezTo>
                  <a:pt x="3458" y="2036"/>
                  <a:pt x="3444" y="2038"/>
                  <a:pt x="3440" y="2043"/>
                </a:cubicBezTo>
                <a:close/>
                <a:moveTo>
                  <a:pt x="3474" y="2015"/>
                </a:moveTo>
                <a:cubicBezTo>
                  <a:pt x="3476" y="2005"/>
                  <a:pt x="3495" y="2004"/>
                  <a:pt x="3502" y="2001"/>
                </a:cubicBezTo>
                <a:cubicBezTo>
                  <a:pt x="3500" y="2010"/>
                  <a:pt x="3483" y="2005"/>
                  <a:pt x="3474" y="2015"/>
                </a:cubicBezTo>
                <a:close/>
                <a:moveTo>
                  <a:pt x="3519" y="1994"/>
                </a:moveTo>
                <a:cubicBezTo>
                  <a:pt x="3516" y="1980"/>
                  <a:pt x="3533" y="1992"/>
                  <a:pt x="3542" y="1983"/>
                </a:cubicBezTo>
                <a:cubicBezTo>
                  <a:pt x="3540" y="1996"/>
                  <a:pt x="3527" y="1984"/>
                  <a:pt x="3519" y="1994"/>
                </a:cubicBezTo>
                <a:close/>
                <a:moveTo>
                  <a:pt x="3577" y="1968"/>
                </a:moveTo>
                <a:cubicBezTo>
                  <a:pt x="3572" y="1971"/>
                  <a:pt x="3566" y="1975"/>
                  <a:pt x="3560" y="1978"/>
                </a:cubicBezTo>
                <a:cubicBezTo>
                  <a:pt x="3486" y="1983"/>
                  <a:pt x="3475" y="1973"/>
                  <a:pt x="3460" y="1982"/>
                </a:cubicBezTo>
                <a:cubicBezTo>
                  <a:pt x="3419" y="1978"/>
                  <a:pt x="3410" y="1973"/>
                  <a:pt x="3399" y="1976"/>
                </a:cubicBezTo>
                <a:cubicBezTo>
                  <a:pt x="3349" y="1970"/>
                  <a:pt x="3344" y="1971"/>
                  <a:pt x="3339" y="1969"/>
                </a:cubicBezTo>
                <a:cubicBezTo>
                  <a:pt x="3269" y="1953"/>
                  <a:pt x="3258" y="1955"/>
                  <a:pt x="3249" y="1950"/>
                </a:cubicBezTo>
                <a:cubicBezTo>
                  <a:pt x="3200" y="1942"/>
                  <a:pt x="3196" y="1936"/>
                  <a:pt x="3192" y="1934"/>
                </a:cubicBezTo>
                <a:cubicBezTo>
                  <a:pt x="3172" y="1926"/>
                  <a:pt x="3166" y="1930"/>
                  <a:pt x="3162" y="1925"/>
                </a:cubicBezTo>
                <a:cubicBezTo>
                  <a:pt x="3043" y="1886"/>
                  <a:pt x="3038" y="1885"/>
                  <a:pt x="3033" y="1882"/>
                </a:cubicBezTo>
                <a:cubicBezTo>
                  <a:pt x="2999" y="1883"/>
                  <a:pt x="2997" y="1870"/>
                  <a:pt x="2991" y="1874"/>
                </a:cubicBezTo>
                <a:cubicBezTo>
                  <a:pt x="2983" y="1877"/>
                  <a:pt x="2990" y="1866"/>
                  <a:pt x="2994" y="1869"/>
                </a:cubicBezTo>
                <a:cubicBezTo>
                  <a:pt x="3041" y="1869"/>
                  <a:pt x="3043" y="1872"/>
                  <a:pt x="3046" y="1874"/>
                </a:cubicBezTo>
                <a:cubicBezTo>
                  <a:pt x="3077" y="1871"/>
                  <a:pt x="3084" y="1882"/>
                  <a:pt x="3095" y="1878"/>
                </a:cubicBezTo>
                <a:cubicBezTo>
                  <a:pt x="3133" y="1884"/>
                  <a:pt x="3141" y="1893"/>
                  <a:pt x="3151" y="1891"/>
                </a:cubicBezTo>
                <a:cubicBezTo>
                  <a:pt x="3208" y="1913"/>
                  <a:pt x="3215" y="1902"/>
                  <a:pt x="3218" y="1911"/>
                </a:cubicBezTo>
                <a:cubicBezTo>
                  <a:pt x="3273" y="1921"/>
                  <a:pt x="3277" y="1922"/>
                  <a:pt x="3280" y="1923"/>
                </a:cubicBezTo>
                <a:cubicBezTo>
                  <a:pt x="3334" y="1938"/>
                  <a:pt x="3340" y="1937"/>
                  <a:pt x="3344" y="1938"/>
                </a:cubicBezTo>
                <a:cubicBezTo>
                  <a:pt x="3395" y="1952"/>
                  <a:pt x="3404" y="1950"/>
                  <a:pt x="3411" y="1958"/>
                </a:cubicBezTo>
                <a:cubicBezTo>
                  <a:pt x="3494" y="1959"/>
                  <a:pt x="3503" y="1964"/>
                  <a:pt x="3514" y="1959"/>
                </a:cubicBezTo>
                <a:close/>
                <a:moveTo>
                  <a:pt x="3675" y="1904"/>
                </a:moveTo>
                <a:cubicBezTo>
                  <a:pt x="3669" y="1905"/>
                  <a:pt x="3675" y="1899"/>
                  <a:pt x="3677" y="1903"/>
                </a:cubicBezTo>
                <a:cubicBezTo>
                  <a:pt x="3681" y="1900"/>
                  <a:pt x="3684" y="1902"/>
                  <a:pt x="3688" y="1899"/>
                </a:cubicBezTo>
                <a:cubicBezTo>
                  <a:pt x="3697" y="1901"/>
                  <a:pt x="3678" y="1905"/>
                  <a:pt x="3675" y="1904"/>
                </a:cubicBezTo>
                <a:close/>
                <a:moveTo>
                  <a:pt x="3702" y="1915"/>
                </a:moveTo>
                <a:cubicBezTo>
                  <a:pt x="3701" y="1905"/>
                  <a:pt x="3714" y="1915"/>
                  <a:pt x="3720" y="1906"/>
                </a:cubicBezTo>
                <a:cubicBezTo>
                  <a:pt x="3721" y="1916"/>
                  <a:pt x="3706" y="1916"/>
                  <a:pt x="3702" y="1915"/>
                </a:cubicBezTo>
                <a:close/>
                <a:moveTo>
                  <a:pt x="2540" y="2037"/>
                </a:moveTo>
                <a:cubicBezTo>
                  <a:pt x="2539" y="2031"/>
                  <a:pt x="2538" y="2024"/>
                  <a:pt x="2540" y="2018"/>
                </a:cubicBezTo>
                <a:cubicBezTo>
                  <a:pt x="2542" y="2012"/>
                  <a:pt x="2540" y="2004"/>
                  <a:pt x="2543" y="1997"/>
                </a:cubicBezTo>
                <a:cubicBezTo>
                  <a:pt x="2543" y="1984"/>
                  <a:pt x="2543" y="1970"/>
                  <a:pt x="2542" y="1956"/>
                </a:cubicBezTo>
                <a:cubicBezTo>
                  <a:pt x="2537" y="1948"/>
                  <a:pt x="2544" y="1944"/>
                  <a:pt x="2538" y="1935"/>
                </a:cubicBezTo>
                <a:cubicBezTo>
                  <a:pt x="2542" y="1933"/>
                  <a:pt x="2536" y="1927"/>
                  <a:pt x="2539" y="1925"/>
                </a:cubicBezTo>
                <a:cubicBezTo>
                  <a:pt x="2537" y="1921"/>
                  <a:pt x="2535" y="1915"/>
                  <a:pt x="2532" y="1916"/>
                </a:cubicBezTo>
                <a:cubicBezTo>
                  <a:pt x="2533" y="1928"/>
                  <a:pt x="2536" y="1942"/>
                  <a:pt x="2534" y="1953"/>
                </a:cubicBezTo>
                <a:cubicBezTo>
                  <a:pt x="2536" y="1960"/>
                  <a:pt x="2536" y="1967"/>
                  <a:pt x="2534" y="1973"/>
                </a:cubicBezTo>
                <a:cubicBezTo>
                  <a:pt x="2536" y="1980"/>
                  <a:pt x="2536" y="1986"/>
                  <a:pt x="2534" y="1992"/>
                </a:cubicBezTo>
                <a:cubicBezTo>
                  <a:pt x="2535" y="2005"/>
                  <a:pt x="2533" y="2017"/>
                  <a:pt x="2532" y="2028"/>
                </a:cubicBezTo>
                <a:cubicBezTo>
                  <a:pt x="2525" y="2033"/>
                  <a:pt x="2533" y="2042"/>
                  <a:pt x="2528" y="2046"/>
                </a:cubicBezTo>
                <a:cubicBezTo>
                  <a:pt x="2525" y="2048"/>
                  <a:pt x="2525" y="2051"/>
                  <a:pt x="2525" y="2054"/>
                </a:cubicBezTo>
                <a:cubicBezTo>
                  <a:pt x="2529" y="2059"/>
                  <a:pt x="2524" y="2061"/>
                  <a:pt x="2524" y="2065"/>
                </a:cubicBezTo>
                <a:cubicBezTo>
                  <a:pt x="2517" y="2068"/>
                  <a:pt x="2525" y="2077"/>
                  <a:pt x="2519" y="2080"/>
                </a:cubicBezTo>
                <a:cubicBezTo>
                  <a:pt x="2521" y="2084"/>
                  <a:pt x="2520" y="2086"/>
                  <a:pt x="2520" y="2089"/>
                </a:cubicBezTo>
                <a:cubicBezTo>
                  <a:pt x="2514" y="2091"/>
                  <a:pt x="2516" y="2095"/>
                  <a:pt x="2515" y="2098"/>
                </a:cubicBezTo>
                <a:cubicBezTo>
                  <a:pt x="2513" y="2104"/>
                  <a:pt x="2515" y="2111"/>
                  <a:pt x="2511" y="2116"/>
                </a:cubicBezTo>
                <a:cubicBezTo>
                  <a:pt x="2509" y="2122"/>
                  <a:pt x="2507" y="2128"/>
                  <a:pt x="2507" y="2134"/>
                </a:cubicBezTo>
                <a:cubicBezTo>
                  <a:pt x="2503" y="2143"/>
                  <a:pt x="2499" y="2152"/>
                  <a:pt x="2495" y="2161"/>
                </a:cubicBezTo>
                <a:cubicBezTo>
                  <a:pt x="2519" y="2161"/>
                  <a:pt x="2519" y="2161"/>
                  <a:pt x="2519" y="2161"/>
                </a:cubicBezTo>
                <a:cubicBezTo>
                  <a:pt x="2519" y="2158"/>
                  <a:pt x="2519" y="2156"/>
                  <a:pt x="2519" y="2154"/>
                </a:cubicBezTo>
                <a:cubicBezTo>
                  <a:pt x="2528" y="2143"/>
                  <a:pt x="2529" y="2130"/>
                  <a:pt x="2530" y="2116"/>
                </a:cubicBezTo>
                <a:cubicBezTo>
                  <a:pt x="2538" y="2105"/>
                  <a:pt x="2532" y="2088"/>
                  <a:pt x="2539" y="2076"/>
                </a:cubicBezTo>
                <a:cubicBezTo>
                  <a:pt x="2537" y="2063"/>
                  <a:pt x="2534" y="2049"/>
                  <a:pt x="2540" y="2037"/>
                </a:cubicBezTo>
                <a:close/>
                <a:moveTo>
                  <a:pt x="2496" y="1981"/>
                </a:moveTo>
                <a:cubicBezTo>
                  <a:pt x="2498" y="1968"/>
                  <a:pt x="2500" y="1955"/>
                  <a:pt x="2499" y="1941"/>
                </a:cubicBezTo>
                <a:cubicBezTo>
                  <a:pt x="2497" y="1926"/>
                  <a:pt x="2503" y="1914"/>
                  <a:pt x="2497" y="1897"/>
                </a:cubicBezTo>
                <a:cubicBezTo>
                  <a:pt x="2499" y="1884"/>
                  <a:pt x="2492" y="1868"/>
                  <a:pt x="2492" y="1854"/>
                </a:cubicBezTo>
                <a:cubicBezTo>
                  <a:pt x="2491" y="1853"/>
                  <a:pt x="2491" y="1851"/>
                  <a:pt x="2490" y="1850"/>
                </a:cubicBezTo>
                <a:cubicBezTo>
                  <a:pt x="2490" y="1844"/>
                  <a:pt x="2493" y="1839"/>
                  <a:pt x="2487" y="1831"/>
                </a:cubicBezTo>
                <a:cubicBezTo>
                  <a:pt x="2490" y="1829"/>
                  <a:pt x="2486" y="1823"/>
                  <a:pt x="2484" y="1819"/>
                </a:cubicBezTo>
                <a:cubicBezTo>
                  <a:pt x="2488" y="1818"/>
                  <a:pt x="2484" y="1810"/>
                  <a:pt x="2480" y="1811"/>
                </a:cubicBezTo>
                <a:cubicBezTo>
                  <a:pt x="2483" y="1824"/>
                  <a:pt x="2485" y="1837"/>
                  <a:pt x="2487" y="1850"/>
                </a:cubicBezTo>
                <a:cubicBezTo>
                  <a:pt x="2488" y="1854"/>
                  <a:pt x="2488" y="1858"/>
                  <a:pt x="2489" y="1862"/>
                </a:cubicBezTo>
                <a:cubicBezTo>
                  <a:pt x="2483" y="1876"/>
                  <a:pt x="2497" y="1897"/>
                  <a:pt x="2490" y="1910"/>
                </a:cubicBezTo>
                <a:cubicBezTo>
                  <a:pt x="2494" y="1919"/>
                  <a:pt x="2488" y="1925"/>
                  <a:pt x="2493" y="1935"/>
                </a:cubicBezTo>
                <a:cubicBezTo>
                  <a:pt x="2491" y="1942"/>
                  <a:pt x="2489" y="1949"/>
                  <a:pt x="2491" y="1958"/>
                </a:cubicBezTo>
                <a:cubicBezTo>
                  <a:pt x="2493" y="1962"/>
                  <a:pt x="2485" y="1963"/>
                  <a:pt x="2490" y="1968"/>
                </a:cubicBezTo>
                <a:cubicBezTo>
                  <a:pt x="2485" y="1971"/>
                  <a:pt x="2492" y="1978"/>
                  <a:pt x="2486" y="1980"/>
                </a:cubicBezTo>
                <a:cubicBezTo>
                  <a:pt x="2490" y="1989"/>
                  <a:pt x="2481" y="1994"/>
                  <a:pt x="2488" y="2005"/>
                </a:cubicBezTo>
                <a:cubicBezTo>
                  <a:pt x="2479" y="2010"/>
                  <a:pt x="2481" y="2019"/>
                  <a:pt x="2480" y="2028"/>
                </a:cubicBezTo>
                <a:cubicBezTo>
                  <a:pt x="2480" y="2037"/>
                  <a:pt x="2473" y="2044"/>
                  <a:pt x="2474" y="2054"/>
                </a:cubicBezTo>
                <a:cubicBezTo>
                  <a:pt x="2474" y="2064"/>
                  <a:pt x="2468" y="2071"/>
                  <a:pt x="2471" y="2081"/>
                </a:cubicBezTo>
                <a:cubicBezTo>
                  <a:pt x="2462" y="2087"/>
                  <a:pt x="2465" y="2098"/>
                  <a:pt x="2460" y="2106"/>
                </a:cubicBezTo>
                <a:cubicBezTo>
                  <a:pt x="2458" y="2123"/>
                  <a:pt x="2448" y="2138"/>
                  <a:pt x="2442" y="2153"/>
                </a:cubicBezTo>
                <a:cubicBezTo>
                  <a:pt x="2440" y="2156"/>
                  <a:pt x="2439" y="2158"/>
                  <a:pt x="2438" y="2161"/>
                </a:cubicBezTo>
                <a:cubicBezTo>
                  <a:pt x="2450" y="2161"/>
                  <a:pt x="2450" y="2161"/>
                  <a:pt x="2450" y="2161"/>
                </a:cubicBezTo>
                <a:cubicBezTo>
                  <a:pt x="2454" y="2152"/>
                  <a:pt x="2458" y="2144"/>
                  <a:pt x="2463" y="2137"/>
                </a:cubicBezTo>
                <a:cubicBezTo>
                  <a:pt x="2470" y="2112"/>
                  <a:pt x="2475" y="2086"/>
                  <a:pt x="2484" y="2062"/>
                </a:cubicBezTo>
                <a:cubicBezTo>
                  <a:pt x="2488" y="2050"/>
                  <a:pt x="2484" y="2034"/>
                  <a:pt x="2491" y="2023"/>
                </a:cubicBezTo>
                <a:cubicBezTo>
                  <a:pt x="2491" y="2016"/>
                  <a:pt x="2493" y="2009"/>
                  <a:pt x="2493" y="2002"/>
                </a:cubicBezTo>
                <a:cubicBezTo>
                  <a:pt x="2497" y="1996"/>
                  <a:pt x="2494" y="1988"/>
                  <a:pt x="2496" y="1981"/>
                </a:cubicBezTo>
                <a:close/>
                <a:moveTo>
                  <a:pt x="1238" y="2076"/>
                </a:moveTo>
                <a:cubicBezTo>
                  <a:pt x="1236" y="2069"/>
                  <a:pt x="1240" y="2059"/>
                  <a:pt x="1239" y="2052"/>
                </a:cubicBezTo>
                <a:cubicBezTo>
                  <a:pt x="1239" y="2043"/>
                  <a:pt x="1243" y="2032"/>
                  <a:pt x="1236" y="2027"/>
                </a:cubicBezTo>
                <a:cubicBezTo>
                  <a:pt x="1230" y="2047"/>
                  <a:pt x="1232" y="2063"/>
                  <a:pt x="1231" y="2080"/>
                </a:cubicBezTo>
                <a:cubicBezTo>
                  <a:pt x="1228" y="2098"/>
                  <a:pt x="1224" y="2117"/>
                  <a:pt x="1223" y="2134"/>
                </a:cubicBezTo>
                <a:cubicBezTo>
                  <a:pt x="1220" y="2143"/>
                  <a:pt x="1218" y="2152"/>
                  <a:pt x="1216" y="2161"/>
                </a:cubicBezTo>
                <a:cubicBezTo>
                  <a:pt x="1224" y="2161"/>
                  <a:pt x="1224" y="2161"/>
                  <a:pt x="1224" y="2161"/>
                </a:cubicBezTo>
                <a:cubicBezTo>
                  <a:pt x="1225" y="2159"/>
                  <a:pt x="1225" y="2158"/>
                  <a:pt x="1226" y="2156"/>
                </a:cubicBezTo>
                <a:cubicBezTo>
                  <a:pt x="1228" y="2147"/>
                  <a:pt x="1231" y="2138"/>
                  <a:pt x="1233" y="2128"/>
                </a:cubicBezTo>
                <a:cubicBezTo>
                  <a:pt x="1233" y="2112"/>
                  <a:pt x="1241" y="2091"/>
                  <a:pt x="1238" y="2076"/>
                </a:cubicBezTo>
                <a:close/>
                <a:moveTo>
                  <a:pt x="1297" y="2091"/>
                </a:moveTo>
                <a:cubicBezTo>
                  <a:pt x="1292" y="2104"/>
                  <a:pt x="1292" y="2105"/>
                  <a:pt x="1290" y="2119"/>
                </a:cubicBezTo>
                <a:cubicBezTo>
                  <a:pt x="1292" y="2132"/>
                  <a:pt x="1282" y="2136"/>
                  <a:pt x="1285" y="2148"/>
                </a:cubicBezTo>
                <a:cubicBezTo>
                  <a:pt x="1284" y="2153"/>
                  <a:pt x="1283" y="2157"/>
                  <a:pt x="1282" y="2161"/>
                </a:cubicBezTo>
                <a:cubicBezTo>
                  <a:pt x="1290" y="2161"/>
                  <a:pt x="1290" y="2161"/>
                  <a:pt x="1290" y="2161"/>
                </a:cubicBezTo>
                <a:cubicBezTo>
                  <a:pt x="1290" y="2156"/>
                  <a:pt x="1288" y="2153"/>
                  <a:pt x="1292" y="2147"/>
                </a:cubicBezTo>
                <a:cubicBezTo>
                  <a:pt x="1291" y="2141"/>
                  <a:pt x="1299" y="2131"/>
                  <a:pt x="1293" y="2129"/>
                </a:cubicBezTo>
                <a:cubicBezTo>
                  <a:pt x="1293" y="2124"/>
                  <a:pt x="1301" y="2114"/>
                  <a:pt x="1295" y="2112"/>
                </a:cubicBezTo>
                <a:cubicBezTo>
                  <a:pt x="1295" y="2105"/>
                  <a:pt x="1303" y="2094"/>
                  <a:pt x="1297" y="2091"/>
                </a:cubicBezTo>
                <a:close/>
                <a:moveTo>
                  <a:pt x="1255" y="2092"/>
                </a:moveTo>
                <a:cubicBezTo>
                  <a:pt x="1259" y="2083"/>
                  <a:pt x="1257" y="2078"/>
                  <a:pt x="1257" y="2072"/>
                </a:cubicBezTo>
                <a:cubicBezTo>
                  <a:pt x="1259" y="2064"/>
                  <a:pt x="1259" y="2058"/>
                  <a:pt x="1256" y="2053"/>
                </a:cubicBezTo>
                <a:cubicBezTo>
                  <a:pt x="1250" y="2058"/>
                  <a:pt x="1256" y="2057"/>
                  <a:pt x="1253" y="2065"/>
                </a:cubicBezTo>
                <a:cubicBezTo>
                  <a:pt x="1250" y="2069"/>
                  <a:pt x="1258" y="2078"/>
                  <a:pt x="1250" y="2079"/>
                </a:cubicBezTo>
                <a:cubicBezTo>
                  <a:pt x="1250" y="2089"/>
                  <a:pt x="1247" y="2102"/>
                  <a:pt x="1246" y="2114"/>
                </a:cubicBezTo>
                <a:cubicBezTo>
                  <a:pt x="1241" y="2124"/>
                  <a:pt x="1243" y="2123"/>
                  <a:pt x="1240" y="2136"/>
                </a:cubicBezTo>
                <a:cubicBezTo>
                  <a:pt x="1239" y="2144"/>
                  <a:pt x="1234" y="2154"/>
                  <a:pt x="1236" y="2161"/>
                </a:cubicBezTo>
                <a:cubicBezTo>
                  <a:pt x="1243" y="2161"/>
                  <a:pt x="1243" y="2161"/>
                  <a:pt x="1243" y="2161"/>
                </a:cubicBezTo>
                <a:cubicBezTo>
                  <a:pt x="1245" y="2148"/>
                  <a:pt x="1247" y="2137"/>
                  <a:pt x="1251" y="2130"/>
                </a:cubicBezTo>
                <a:cubicBezTo>
                  <a:pt x="1249" y="2119"/>
                  <a:pt x="1254" y="2104"/>
                  <a:pt x="1255" y="2092"/>
                </a:cubicBezTo>
                <a:close/>
                <a:moveTo>
                  <a:pt x="3811" y="1673"/>
                </a:moveTo>
                <a:cubicBezTo>
                  <a:pt x="3800" y="1665"/>
                  <a:pt x="3786" y="1673"/>
                  <a:pt x="3774" y="1668"/>
                </a:cubicBezTo>
                <a:cubicBezTo>
                  <a:pt x="3734" y="1662"/>
                  <a:pt x="3730" y="1667"/>
                  <a:pt x="3727" y="1664"/>
                </a:cubicBezTo>
                <a:cubicBezTo>
                  <a:pt x="3689" y="1651"/>
                  <a:pt x="3680" y="1657"/>
                  <a:pt x="3675" y="1652"/>
                </a:cubicBezTo>
                <a:cubicBezTo>
                  <a:pt x="3626" y="1640"/>
                  <a:pt x="3617" y="1642"/>
                  <a:pt x="3610" y="1641"/>
                </a:cubicBezTo>
                <a:cubicBezTo>
                  <a:pt x="3574" y="1632"/>
                  <a:pt x="3572" y="1622"/>
                  <a:pt x="3568" y="1622"/>
                </a:cubicBezTo>
                <a:cubicBezTo>
                  <a:pt x="3496" y="1608"/>
                  <a:pt x="3489" y="1606"/>
                  <a:pt x="3482" y="1604"/>
                </a:cubicBezTo>
                <a:cubicBezTo>
                  <a:pt x="3424" y="1599"/>
                  <a:pt x="3420" y="1598"/>
                  <a:pt x="3416" y="1597"/>
                </a:cubicBezTo>
                <a:cubicBezTo>
                  <a:pt x="3398" y="1606"/>
                  <a:pt x="3405" y="1603"/>
                  <a:pt x="3413" y="1599"/>
                </a:cubicBezTo>
                <a:cubicBezTo>
                  <a:pt x="3475" y="1610"/>
                  <a:pt x="3482" y="1616"/>
                  <a:pt x="3492" y="1615"/>
                </a:cubicBezTo>
                <a:cubicBezTo>
                  <a:pt x="3630" y="1652"/>
                  <a:pt x="3632" y="1662"/>
                  <a:pt x="3638" y="1658"/>
                </a:cubicBezTo>
                <a:cubicBezTo>
                  <a:pt x="3670" y="1664"/>
                  <a:pt x="3675" y="1668"/>
                  <a:pt x="3680" y="1665"/>
                </a:cubicBezTo>
                <a:cubicBezTo>
                  <a:pt x="3714" y="1674"/>
                  <a:pt x="3718" y="1674"/>
                  <a:pt x="3720" y="1675"/>
                </a:cubicBezTo>
                <a:cubicBezTo>
                  <a:pt x="3770" y="1683"/>
                  <a:pt x="3781" y="1678"/>
                  <a:pt x="3790" y="1683"/>
                </a:cubicBezTo>
                <a:cubicBezTo>
                  <a:pt x="3840" y="1674"/>
                  <a:pt x="3840" y="1674"/>
                  <a:pt x="3840" y="1674"/>
                </a:cubicBezTo>
                <a:close/>
                <a:moveTo>
                  <a:pt x="1317" y="2096"/>
                </a:moveTo>
                <a:cubicBezTo>
                  <a:pt x="1315" y="2124"/>
                  <a:pt x="1312" y="2142"/>
                  <a:pt x="1308" y="2161"/>
                </a:cubicBezTo>
                <a:cubicBezTo>
                  <a:pt x="1314" y="2161"/>
                  <a:pt x="1314" y="2161"/>
                  <a:pt x="1314" y="2161"/>
                </a:cubicBezTo>
                <a:cubicBezTo>
                  <a:pt x="1315" y="2152"/>
                  <a:pt x="1316" y="2145"/>
                  <a:pt x="1320" y="2139"/>
                </a:cubicBezTo>
                <a:cubicBezTo>
                  <a:pt x="1317" y="2134"/>
                  <a:pt x="1319" y="2126"/>
                  <a:pt x="1320" y="2118"/>
                </a:cubicBezTo>
                <a:cubicBezTo>
                  <a:pt x="1321" y="2110"/>
                  <a:pt x="1323" y="2101"/>
                  <a:pt x="1317" y="2096"/>
                </a:cubicBezTo>
                <a:close/>
                <a:moveTo>
                  <a:pt x="3785" y="1637"/>
                </a:moveTo>
                <a:cubicBezTo>
                  <a:pt x="3782" y="1635"/>
                  <a:pt x="3778" y="1634"/>
                  <a:pt x="3774" y="1635"/>
                </a:cubicBezTo>
                <a:cubicBezTo>
                  <a:pt x="3732" y="1632"/>
                  <a:pt x="3730" y="1624"/>
                  <a:pt x="3725" y="1627"/>
                </a:cubicBezTo>
                <a:cubicBezTo>
                  <a:pt x="3687" y="1609"/>
                  <a:pt x="3680" y="1622"/>
                  <a:pt x="3678" y="1612"/>
                </a:cubicBezTo>
                <a:cubicBezTo>
                  <a:pt x="3648" y="1611"/>
                  <a:pt x="3648" y="1594"/>
                  <a:pt x="3642" y="1604"/>
                </a:cubicBezTo>
                <a:cubicBezTo>
                  <a:pt x="3610" y="1594"/>
                  <a:pt x="3602" y="1592"/>
                  <a:pt x="3595" y="1589"/>
                </a:cubicBezTo>
                <a:cubicBezTo>
                  <a:pt x="3579" y="1585"/>
                  <a:pt x="3573" y="1591"/>
                  <a:pt x="3571" y="1583"/>
                </a:cubicBezTo>
                <a:cubicBezTo>
                  <a:pt x="3547" y="1588"/>
                  <a:pt x="3547" y="1589"/>
                  <a:pt x="3548" y="1590"/>
                </a:cubicBezTo>
                <a:cubicBezTo>
                  <a:pt x="3606" y="1602"/>
                  <a:pt x="3612" y="1603"/>
                  <a:pt x="3618" y="1605"/>
                </a:cubicBezTo>
                <a:cubicBezTo>
                  <a:pt x="3700" y="1631"/>
                  <a:pt x="3710" y="1637"/>
                  <a:pt x="3723" y="1635"/>
                </a:cubicBezTo>
                <a:cubicBezTo>
                  <a:pt x="3800" y="1657"/>
                  <a:pt x="3808" y="1649"/>
                  <a:pt x="3814" y="1650"/>
                </a:cubicBezTo>
                <a:cubicBezTo>
                  <a:pt x="3840" y="1642"/>
                  <a:pt x="3840" y="1642"/>
                  <a:pt x="3840" y="1642"/>
                </a:cubicBezTo>
                <a:close/>
                <a:moveTo>
                  <a:pt x="1282" y="2060"/>
                </a:moveTo>
                <a:cubicBezTo>
                  <a:pt x="1277" y="2057"/>
                  <a:pt x="1286" y="2045"/>
                  <a:pt x="1280" y="2042"/>
                </a:cubicBezTo>
                <a:cubicBezTo>
                  <a:pt x="1281" y="2034"/>
                  <a:pt x="1285" y="2025"/>
                  <a:pt x="1276" y="2023"/>
                </a:cubicBezTo>
                <a:cubicBezTo>
                  <a:pt x="1273" y="2040"/>
                  <a:pt x="1276" y="2055"/>
                  <a:pt x="1276" y="2070"/>
                </a:cubicBezTo>
                <a:cubicBezTo>
                  <a:pt x="1271" y="2081"/>
                  <a:pt x="1274" y="2087"/>
                  <a:pt x="1272" y="2096"/>
                </a:cubicBezTo>
                <a:cubicBezTo>
                  <a:pt x="1268" y="2112"/>
                  <a:pt x="1263" y="2128"/>
                  <a:pt x="1259" y="2144"/>
                </a:cubicBezTo>
                <a:cubicBezTo>
                  <a:pt x="1262" y="2146"/>
                  <a:pt x="1260" y="2148"/>
                  <a:pt x="1258" y="2150"/>
                </a:cubicBezTo>
                <a:cubicBezTo>
                  <a:pt x="1257" y="2153"/>
                  <a:pt x="1256" y="2157"/>
                  <a:pt x="1255" y="2161"/>
                </a:cubicBezTo>
                <a:cubicBezTo>
                  <a:pt x="1264" y="2161"/>
                  <a:pt x="1264" y="2161"/>
                  <a:pt x="1264" y="2161"/>
                </a:cubicBezTo>
                <a:cubicBezTo>
                  <a:pt x="1266" y="2152"/>
                  <a:pt x="1268" y="2144"/>
                  <a:pt x="1271" y="2135"/>
                </a:cubicBezTo>
                <a:cubicBezTo>
                  <a:pt x="1274" y="2121"/>
                  <a:pt x="1276" y="2107"/>
                  <a:pt x="1280" y="2099"/>
                </a:cubicBezTo>
                <a:cubicBezTo>
                  <a:pt x="1277" y="2088"/>
                  <a:pt x="1282" y="2072"/>
                  <a:pt x="1282" y="2060"/>
                </a:cubicBezTo>
                <a:close/>
                <a:moveTo>
                  <a:pt x="2202" y="1935"/>
                </a:moveTo>
                <a:cubicBezTo>
                  <a:pt x="2206" y="1928"/>
                  <a:pt x="2197" y="1916"/>
                  <a:pt x="2202" y="1909"/>
                </a:cubicBezTo>
                <a:cubicBezTo>
                  <a:pt x="2195" y="1871"/>
                  <a:pt x="2195" y="1860"/>
                  <a:pt x="2193" y="1850"/>
                </a:cubicBezTo>
                <a:cubicBezTo>
                  <a:pt x="2181" y="1801"/>
                  <a:pt x="2181" y="1795"/>
                  <a:pt x="2179" y="1788"/>
                </a:cubicBezTo>
                <a:cubicBezTo>
                  <a:pt x="2152" y="1704"/>
                  <a:pt x="2146" y="1685"/>
                  <a:pt x="2142" y="1668"/>
                </a:cubicBezTo>
                <a:cubicBezTo>
                  <a:pt x="2114" y="1649"/>
                  <a:pt x="2121" y="1655"/>
                  <a:pt x="2117" y="1657"/>
                </a:cubicBezTo>
                <a:cubicBezTo>
                  <a:pt x="2124" y="1681"/>
                  <a:pt x="2136" y="1679"/>
                  <a:pt x="2135" y="1687"/>
                </a:cubicBezTo>
                <a:cubicBezTo>
                  <a:pt x="2151" y="1739"/>
                  <a:pt x="2161" y="1757"/>
                  <a:pt x="2164" y="1773"/>
                </a:cubicBezTo>
                <a:cubicBezTo>
                  <a:pt x="2178" y="1830"/>
                  <a:pt x="2179" y="1840"/>
                  <a:pt x="2181" y="1850"/>
                </a:cubicBezTo>
                <a:cubicBezTo>
                  <a:pt x="2187" y="1918"/>
                  <a:pt x="2197" y="1928"/>
                  <a:pt x="2192" y="1934"/>
                </a:cubicBezTo>
                <a:cubicBezTo>
                  <a:pt x="2196" y="1971"/>
                  <a:pt x="2194" y="1974"/>
                  <a:pt x="2198" y="1979"/>
                </a:cubicBezTo>
                <a:cubicBezTo>
                  <a:pt x="2197" y="2029"/>
                  <a:pt x="2191" y="2035"/>
                  <a:pt x="2197" y="2044"/>
                </a:cubicBezTo>
                <a:cubicBezTo>
                  <a:pt x="2190" y="2092"/>
                  <a:pt x="2194" y="2101"/>
                  <a:pt x="2193" y="2108"/>
                </a:cubicBezTo>
                <a:cubicBezTo>
                  <a:pt x="2188" y="2152"/>
                  <a:pt x="2191" y="2157"/>
                  <a:pt x="2193" y="2161"/>
                </a:cubicBezTo>
                <a:cubicBezTo>
                  <a:pt x="2202" y="2126"/>
                  <a:pt x="2206" y="2110"/>
                  <a:pt x="2205" y="2092"/>
                </a:cubicBezTo>
                <a:cubicBezTo>
                  <a:pt x="2208" y="2024"/>
                  <a:pt x="2207" y="2019"/>
                  <a:pt x="2205" y="2014"/>
                </a:cubicBezTo>
                <a:close/>
                <a:moveTo>
                  <a:pt x="3768" y="1444"/>
                </a:moveTo>
                <a:cubicBezTo>
                  <a:pt x="3757" y="1449"/>
                  <a:pt x="3747" y="1450"/>
                  <a:pt x="3736" y="1453"/>
                </a:cubicBezTo>
                <a:cubicBezTo>
                  <a:pt x="3730" y="1460"/>
                  <a:pt x="3726" y="1456"/>
                  <a:pt x="3720" y="1460"/>
                </a:cubicBezTo>
                <a:cubicBezTo>
                  <a:pt x="3716" y="1467"/>
                  <a:pt x="3705" y="1459"/>
                  <a:pt x="3707" y="1468"/>
                </a:cubicBezTo>
                <a:cubicBezTo>
                  <a:pt x="3722" y="1464"/>
                  <a:pt x="3737" y="1461"/>
                  <a:pt x="3752" y="1457"/>
                </a:cubicBezTo>
                <a:cubicBezTo>
                  <a:pt x="3759" y="1455"/>
                  <a:pt x="3766" y="1456"/>
                  <a:pt x="3775" y="1450"/>
                </a:cubicBezTo>
                <a:cubicBezTo>
                  <a:pt x="3782" y="1451"/>
                  <a:pt x="3790" y="1452"/>
                  <a:pt x="3799" y="1445"/>
                </a:cubicBezTo>
                <a:cubicBezTo>
                  <a:pt x="3812" y="1447"/>
                  <a:pt x="3826" y="1444"/>
                  <a:pt x="3840" y="1443"/>
                </a:cubicBezTo>
                <a:cubicBezTo>
                  <a:pt x="3840" y="1434"/>
                  <a:pt x="3840" y="1434"/>
                  <a:pt x="3840" y="1434"/>
                </a:cubicBezTo>
                <a:cubicBezTo>
                  <a:pt x="3837" y="1434"/>
                  <a:pt x="3833" y="1434"/>
                  <a:pt x="3829" y="1433"/>
                </a:cubicBezTo>
                <a:cubicBezTo>
                  <a:pt x="3808" y="1440"/>
                  <a:pt x="3788" y="1440"/>
                  <a:pt x="3768" y="1444"/>
                </a:cubicBezTo>
                <a:close/>
                <a:moveTo>
                  <a:pt x="2354" y="1890"/>
                </a:moveTo>
                <a:cubicBezTo>
                  <a:pt x="2362" y="1882"/>
                  <a:pt x="2352" y="1869"/>
                  <a:pt x="2360" y="1861"/>
                </a:cubicBezTo>
                <a:cubicBezTo>
                  <a:pt x="2363" y="1829"/>
                  <a:pt x="2356" y="1822"/>
                  <a:pt x="2361" y="1818"/>
                </a:cubicBezTo>
                <a:cubicBezTo>
                  <a:pt x="2362" y="1794"/>
                  <a:pt x="2359" y="1796"/>
                  <a:pt x="2357" y="1791"/>
                </a:cubicBezTo>
                <a:cubicBezTo>
                  <a:pt x="2337" y="1749"/>
                  <a:pt x="2341" y="1757"/>
                  <a:pt x="2345" y="1765"/>
                </a:cubicBezTo>
                <a:cubicBezTo>
                  <a:pt x="2354" y="1820"/>
                  <a:pt x="2344" y="1824"/>
                  <a:pt x="2349" y="1834"/>
                </a:cubicBezTo>
                <a:cubicBezTo>
                  <a:pt x="2344" y="1887"/>
                  <a:pt x="2342" y="1895"/>
                  <a:pt x="2342" y="1905"/>
                </a:cubicBezTo>
                <a:cubicBezTo>
                  <a:pt x="2331" y="1968"/>
                  <a:pt x="2332" y="1978"/>
                  <a:pt x="2331" y="1988"/>
                </a:cubicBezTo>
                <a:cubicBezTo>
                  <a:pt x="2314" y="2077"/>
                  <a:pt x="2313" y="2086"/>
                  <a:pt x="2310" y="2095"/>
                </a:cubicBezTo>
                <a:cubicBezTo>
                  <a:pt x="2307" y="2161"/>
                  <a:pt x="2307" y="2161"/>
                  <a:pt x="2307" y="2161"/>
                </a:cubicBezTo>
                <a:cubicBezTo>
                  <a:pt x="2322" y="2084"/>
                  <a:pt x="2324" y="2081"/>
                  <a:pt x="2327" y="2077"/>
                </a:cubicBezTo>
                <a:cubicBezTo>
                  <a:pt x="2336" y="2036"/>
                  <a:pt x="2332" y="2026"/>
                  <a:pt x="2338" y="2020"/>
                </a:cubicBezTo>
                <a:cubicBezTo>
                  <a:pt x="2352" y="1937"/>
                  <a:pt x="2348" y="1926"/>
                  <a:pt x="2351" y="1917"/>
                </a:cubicBezTo>
                <a:close/>
                <a:moveTo>
                  <a:pt x="2292" y="1940"/>
                </a:moveTo>
                <a:cubicBezTo>
                  <a:pt x="2296" y="1926"/>
                  <a:pt x="2292" y="1909"/>
                  <a:pt x="2296" y="1896"/>
                </a:cubicBezTo>
                <a:cubicBezTo>
                  <a:pt x="2295" y="1835"/>
                  <a:pt x="2294" y="1820"/>
                  <a:pt x="2294" y="1806"/>
                </a:cubicBezTo>
                <a:cubicBezTo>
                  <a:pt x="2286" y="1744"/>
                  <a:pt x="2282" y="1739"/>
                  <a:pt x="2285" y="1736"/>
                </a:cubicBezTo>
                <a:cubicBezTo>
                  <a:pt x="2273" y="1705"/>
                  <a:pt x="2269" y="1697"/>
                  <a:pt x="2265" y="1688"/>
                </a:cubicBezTo>
                <a:cubicBezTo>
                  <a:pt x="2246" y="1682"/>
                  <a:pt x="2248" y="1684"/>
                  <a:pt x="2251" y="1685"/>
                </a:cubicBezTo>
                <a:cubicBezTo>
                  <a:pt x="2265" y="1715"/>
                  <a:pt x="2266" y="1719"/>
                  <a:pt x="2267" y="1723"/>
                </a:cubicBezTo>
                <a:cubicBezTo>
                  <a:pt x="2283" y="1791"/>
                  <a:pt x="2281" y="1800"/>
                  <a:pt x="2283" y="1811"/>
                </a:cubicBezTo>
                <a:cubicBezTo>
                  <a:pt x="2285" y="1853"/>
                  <a:pt x="2286" y="1857"/>
                  <a:pt x="2284" y="1859"/>
                </a:cubicBezTo>
                <a:cubicBezTo>
                  <a:pt x="2288" y="1887"/>
                  <a:pt x="2277" y="1894"/>
                  <a:pt x="2285" y="1907"/>
                </a:cubicBezTo>
                <a:cubicBezTo>
                  <a:pt x="2275" y="1945"/>
                  <a:pt x="2288" y="1960"/>
                  <a:pt x="2280" y="1968"/>
                </a:cubicBezTo>
                <a:cubicBezTo>
                  <a:pt x="2273" y="2039"/>
                  <a:pt x="2271" y="2048"/>
                  <a:pt x="2269" y="2058"/>
                </a:cubicBezTo>
                <a:cubicBezTo>
                  <a:pt x="2263" y="2109"/>
                  <a:pt x="2258" y="2128"/>
                  <a:pt x="2255" y="2148"/>
                </a:cubicBezTo>
                <a:cubicBezTo>
                  <a:pt x="2263" y="2156"/>
                  <a:pt x="2264" y="2152"/>
                  <a:pt x="2264" y="2147"/>
                </a:cubicBezTo>
                <a:cubicBezTo>
                  <a:pt x="2269" y="2120"/>
                  <a:pt x="2273" y="2114"/>
                  <a:pt x="2273" y="2107"/>
                </a:cubicBezTo>
                <a:cubicBezTo>
                  <a:pt x="2282" y="2054"/>
                  <a:pt x="2283" y="2051"/>
                  <a:pt x="2283" y="2047"/>
                </a:cubicBezTo>
                <a:cubicBezTo>
                  <a:pt x="2288" y="1999"/>
                  <a:pt x="2289" y="1991"/>
                  <a:pt x="2291" y="1985"/>
                </a:cubicBezTo>
                <a:close/>
                <a:moveTo>
                  <a:pt x="2066" y="2125"/>
                </a:moveTo>
                <a:cubicBezTo>
                  <a:pt x="2067" y="2112"/>
                  <a:pt x="2061" y="2096"/>
                  <a:pt x="2065" y="2083"/>
                </a:cubicBezTo>
                <a:cubicBezTo>
                  <a:pt x="2063" y="2017"/>
                  <a:pt x="2065" y="2010"/>
                  <a:pt x="2060" y="2002"/>
                </a:cubicBezTo>
                <a:cubicBezTo>
                  <a:pt x="2062" y="1950"/>
                  <a:pt x="2061" y="1937"/>
                  <a:pt x="2061" y="1924"/>
                </a:cubicBezTo>
                <a:cubicBezTo>
                  <a:pt x="2054" y="1828"/>
                  <a:pt x="2052" y="1815"/>
                  <a:pt x="2049" y="1800"/>
                </a:cubicBezTo>
                <a:cubicBezTo>
                  <a:pt x="2040" y="1746"/>
                  <a:pt x="2037" y="1734"/>
                  <a:pt x="2035" y="1723"/>
                </a:cubicBezTo>
                <a:cubicBezTo>
                  <a:pt x="1977" y="1582"/>
                  <a:pt x="1975" y="1577"/>
                  <a:pt x="1971" y="1570"/>
                </a:cubicBezTo>
                <a:cubicBezTo>
                  <a:pt x="1942" y="1538"/>
                  <a:pt x="1936" y="1536"/>
                  <a:pt x="1934" y="1534"/>
                </a:cubicBezTo>
                <a:cubicBezTo>
                  <a:pt x="1956" y="1585"/>
                  <a:pt x="1956" y="1586"/>
                  <a:pt x="1956" y="1587"/>
                </a:cubicBezTo>
                <a:cubicBezTo>
                  <a:pt x="1974" y="1656"/>
                  <a:pt x="1989" y="1669"/>
                  <a:pt x="1984" y="1674"/>
                </a:cubicBezTo>
                <a:cubicBezTo>
                  <a:pt x="1993" y="1720"/>
                  <a:pt x="1994" y="1721"/>
                  <a:pt x="1995" y="1723"/>
                </a:cubicBezTo>
                <a:cubicBezTo>
                  <a:pt x="2007" y="1777"/>
                  <a:pt x="2004" y="1790"/>
                  <a:pt x="2009" y="1804"/>
                </a:cubicBezTo>
                <a:cubicBezTo>
                  <a:pt x="2007" y="1861"/>
                  <a:pt x="2013" y="1876"/>
                  <a:pt x="2011" y="1887"/>
                </a:cubicBezTo>
                <a:cubicBezTo>
                  <a:pt x="2002" y="1905"/>
                  <a:pt x="2002" y="1885"/>
                  <a:pt x="1995" y="1862"/>
                </a:cubicBezTo>
                <a:cubicBezTo>
                  <a:pt x="1973" y="1773"/>
                  <a:pt x="1964" y="1747"/>
                  <a:pt x="1955" y="1723"/>
                </a:cubicBezTo>
                <a:cubicBezTo>
                  <a:pt x="1915" y="1628"/>
                  <a:pt x="1914" y="1618"/>
                  <a:pt x="1906" y="1615"/>
                </a:cubicBezTo>
                <a:cubicBezTo>
                  <a:pt x="1965" y="1783"/>
                  <a:pt x="1975" y="1808"/>
                  <a:pt x="1980" y="1831"/>
                </a:cubicBezTo>
                <a:cubicBezTo>
                  <a:pt x="1992" y="1906"/>
                  <a:pt x="1998" y="1912"/>
                  <a:pt x="1995" y="1914"/>
                </a:cubicBezTo>
                <a:cubicBezTo>
                  <a:pt x="1998" y="1956"/>
                  <a:pt x="2004" y="1966"/>
                  <a:pt x="2001" y="1973"/>
                </a:cubicBezTo>
                <a:cubicBezTo>
                  <a:pt x="1996" y="2032"/>
                  <a:pt x="2010" y="2045"/>
                  <a:pt x="2004" y="2052"/>
                </a:cubicBezTo>
                <a:cubicBezTo>
                  <a:pt x="2012" y="2122"/>
                  <a:pt x="2008" y="2137"/>
                  <a:pt x="2010" y="2155"/>
                </a:cubicBezTo>
                <a:cubicBezTo>
                  <a:pt x="2034" y="2155"/>
                  <a:pt x="2033" y="2149"/>
                  <a:pt x="2033" y="2144"/>
                </a:cubicBezTo>
                <a:cubicBezTo>
                  <a:pt x="2030" y="2037"/>
                  <a:pt x="2024" y="2028"/>
                  <a:pt x="2028" y="2021"/>
                </a:cubicBezTo>
                <a:cubicBezTo>
                  <a:pt x="2023" y="1979"/>
                  <a:pt x="2026" y="1976"/>
                  <a:pt x="2023" y="1971"/>
                </a:cubicBezTo>
                <a:cubicBezTo>
                  <a:pt x="2019" y="1912"/>
                  <a:pt x="2024" y="1906"/>
                  <a:pt x="2018" y="1896"/>
                </a:cubicBezTo>
                <a:cubicBezTo>
                  <a:pt x="2018" y="1833"/>
                  <a:pt x="2019" y="1817"/>
                  <a:pt x="2016" y="1800"/>
                </a:cubicBezTo>
                <a:cubicBezTo>
                  <a:pt x="2016" y="1764"/>
                  <a:pt x="2012" y="1759"/>
                  <a:pt x="2010" y="1755"/>
                </a:cubicBezTo>
                <a:cubicBezTo>
                  <a:pt x="2001" y="1715"/>
                  <a:pt x="2003" y="1709"/>
                  <a:pt x="2000" y="1702"/>
                </a:cubicBezTo>
                <a:cubicBezTo>
                  <a:pt x="1963" y="1593"/>
                  <a:pt x="1962" y="1591"/>
                  <a:pt x="1961" y="1587"/>
                </a:cubicBezTo>
                <a:cubicBezTo>
                  <a:pt x="1950" y="1549"/>
                  <a:pt x="1953" y="1558"/>
                  <a:pt x="1957" y="1561"/>
                </a:cubicBezTo>
                <a:cubicBezTo>
                  <a:pt x="1975" y="1592"/>
                  <a:pt x="1977" y="1596"/>
                  <a:pt x="1983" y="1607"/>
                </a:cubicBezTo>
                <a:cubicBezTo>
                  <a:pt x="2027" y="1723"/>
                  <a:pt x="2027" y="1723"/>
                  <a:pt x="2027" y="1724"/>
                </a:cubicBezTo>
                <a:cubicBezTo>
                  <a:pt x="2038" y="1782"/>
                  <a:pt x="2041" y="1797"/>
                  <a:pt x="2041" y="1811"/>
                </a:cubicBezTo>
                <a:cubicBezTo>
                  <a:pt x="2045" y="1850"/>
                  <a:pt x="2045" y="1851"/>
                  <a:pt x="2045" y="1851"/>
                </a:cubicBezTo>
                <a:cubicBezTo>
                  <a:pt x="2052" y="1964"/>
                  <a:pt x="2047" y="1969"/>
                  <a:pt x="2051" y="1977"/>
                </a:cubicBezTo>
                <a:cubicBezTo>
                  <a:pt x="2053" y="2065"/>
                  <a:pt x="2050" y="2071"/>
                  <a:pt x="2053" y="2079"/>
                </a:cubicBezTo>
                <a:cubicBezTo>
                  <a:pt x="2054" y="2146"/>
                  <a:pt x="2059" y="2155"/>
                  <a:pt x="2058" y="2161"/>
                </a:cubicBezTo>
                <a:close/>
                <a:moveTo>
                  <a:pt x="1981" y="2083"/>
                </a:moveTo>
                <a:cubicBezTo>
                  <a:pt x="1978" y="2071"/>
                  <a:pt x="1983" y="2062"/>
                  <a:pt x="1977" y="2049"/>
                </a:cubicBezTo>
                <a:cubicBezTo>
                  <a:pt x="1971" y="1991"/>
                  <a:pt x="1971" y="1985"/>
                  <a:pt x="1968" y="1979"/>
                </a:cubicBezTo>
                <a:cubicBezTo>
                  <a:pt x="1943" y="1845"/>
                  <a:pt x="1942" y="1841"/>
                  <a:pt x="1941" y="1837"/>
                </a:cubicBezTo>
                <a:cubicBezTo>
                  <a:pt x="1879" y="1673"/>
                  <a:pt x="1870" y="1654"/>
                  <a:pt x="1861" y="1634"/>
                </a:cubicBezTo>
                <a:cubicBezTo>
                  <a:pt x="1840" y="1594"/>
                  <a:pt x="1839" y="1590"/>
                  <a:pt x="1838" y="1587"/>
                </a:cubicBezTo>
                <a:cubicBezTo>
                  <a:pt x="1832" y="1590"/>
                  <a:pt x="1834" y="1594"/>
                  <a:pt x="1836" y="1598"/>
                </a:cubicBezTo>
                <a:cubicBezTo>
                  <a:pt x="1858" y="1649"/>
                  <a:pt x="1872" y="1666"/>
                  <a:pt x="1877" y="1681"/>
                </a:cubicBezTo>
                <a:cubicBezTo>
                  <a:pt x="1893" y="1720"/>
                  <a:pt x="1893" y="1721"/>
                  <a:pt x="1893" y="1723"/>
                </a:cubicBezTo>
                <a:cubicBezTo>
                  <a:pt x="1914" y="1772"/>
                  <a:pt x="1910" y="1777"/>
                  <a:pt x="1914" y="1776"/>
                </a:cubicBezTo>
                <a:cubicBezTo>
                  <a:pt x="1940" y="1863"/>
                  <a:pt x="1942" y="1876"/>
                  <a:pt x="1943" y="1888"/>
                </a:cubicBezTo>
                <a:cubicBezTo>
                  <a:pt x="1950" y="1961"/>
                  <a:pt x="1952" y="1953"/>
                  <a:pt x="1943" y="1946"/>
                </a:cubicBezTo>
                <a:cubicBezTo>
                  <a:pt x="1932" y="1893"/>
                  <a:pt x="1921" y="1884"/>
                  <a:pt x="1926" y="1880"/>
                </a:cubicBezTo>
                <a:cubicBezTo>
                  <a:pt x="1861" y="1762"/>
                  <a:pt x="1850" y="1741"/>
                  <a:pt x="1840" y="1723"/>
                </a:cubicBezTo>
                <a:cubicBezTo>
                  <a:pt x="1783" y="1658"/>
                  <a:pt x="1776" y="1648"/>
                  <a:pt x="1767" y="1642"/>
                </a:cubicBezTo>
                <a:cubicBezTo>
                  <a:pt x="1733" y="1605"/>
                  <a:pt x="1723" y="1596"/>
                  <a:pt x="1714" y="1587"/>
                </a:cubicBezTo>
                <a:cubicBezTo>
                  <a:pt x="1665" y="1530"/>
                  <a:pt x="1658" y="1533"/>
                  <a:pt x="1655" y="1525"/>
                </a:cubicBezTo>
                <a:cubicBezTo>
                  <a:pt x="1699" y="1583"/>
                  <a:pt x="1701" y="1585"/>
                  <a:pt x="1703" y="1587"/>
                </a:cubicBezTo>
                <a:cubicBezTo>
                  <a:pt x="1735" y="1624"/>
                  <a:pt x="1746" y="1632"/>
                  <a:pt x="1756" y="1644"/>
                </a:cubicBezTo>
                <a:cubicBezTo>
                  <a:pt x="1773" y="1658"/>
                  <a:pt x="1775" y="1669"/>
                  <a:pt x="1781" y="1670"/>
                </a:cubicBezTo>
                <a:cubicBezTo>
                  <a:pt x="1838" y="1741"/>
                  <a:pt x="1850" y="1762"/>
                  <a:pt x="1862" y="1782"/>
                </a:cubicBezTo>
                <a:cubicBezTo>
                  <a:pt x="1903" y="1864"/>
                  <a:pt x="1910" y="1875"/>
                  <a:pt x="1915" y="1889"/>
                </a:cubicBezTo>
                <a:cubicBezTo>
                  <a:pt x="1940" y="1992"/>
                  <a:pt x="1931" y="1956"/>
                  <a:pt x="1920" y="1919"/>
                </a:cubicBezTo>
                <a:cubicBezTo>
                  <a:pt x="1884" y="1833"/>
                  <a:pt x="1878" y="1820"/>
                  <a:pt x="1871" y="1807"/>
                </a:cubicBezTo>
                <a:cubicBezTo>
                  <a:pt x="1795" y="1699"/>
                  <a:pt x="1793" y="1694"/>
                  <a:pt x="1790" y="1688"/>
                </a:cubicBezTo>
                <a:cubicBezTo>
                  <a:pt x="1762" y="1661"/>
                  <a:pt x="1758" y="1657"/>
                  <a:pt x="1756" y="1651"/>
                </a:cubicBezTo>
                <a:cubicBezTo>
                  <a:pt x="1802" y="1718"/>
                  <a:pt x="1804" y="1720"/>
                  <a:pt x="1805" y="1723"/>
                </a:cubicBezTo>
                <a:cubicBezTo>
                  <a:pt x="1863" y="1816"/>
                  <a:pt x="1871" y="1833"/>
                  <a:pt x="1879" y="1850"/>
                </a:cubicBezTo>
                <a:cubicBezTo>
                  <a:pt x="1922" y="1963"/>
                  <a:pt x="1922" y="1972"/>
                  <a:pt x="1928" y="1982"/>
                </a:cubicBezTo>
                <a:cubicBezTo>
                  <a:pt x="1956" y="2093"/>
                  <a:pt x="1951" y="2097"/>
                  <a:pt x="1956" y="2104"/>
                </a:cubicBezTo>
                <a:cubicBezTo>
                  <a:pt x="1959" y="2146"/>
                  <a:pt x="1972" y="2156"/>
                  <a:pt x="1963" y="2159"/>
                </a:cubicBezTo>
                <a:cubicBezTo>
                  <a:pt x="1945" y="2106"/>
                  <a:pt x="1944" y="2093"/>
                  <a:pt x="1940" y="2080"/>
                </a:cubicBezTo>
                <a:cubicBezTo>
                  <a:pt x="1931" y="2035"/>
                  <a:pt x="1915" y="2025"/>
                  <a:pt x="1923" y="2024"/>
                </a:cubicBezTo>
                <a:cubicBezTo>
                  <a:pt x="1841" y="1871"/>
                  <a:pt x="1834" y="1860"/>
                  <a:pt x="1828" y="1850"/>
                </a:cubicBezTo>
                <a:cubicBezTo>
                  <a:pt x="1791" y="1799"/>
                  <a:pt x="1791" y="1788"/>
                  <a:pt x="1786" y="1791"/>
                </a:cubicBezTo>
                <a:cubicBezTo>
                  <a:pt x="1814" y="1843"/>
                  <a:pt x="1816" y="1847"/>
                  <a:pt x="1818" y="1850"/>
                </a:cubicBezTo>
                <a:cubicBezTo>
                  <a:pt x="1833" y="1875"/>
                  <a:pt x="1836" y="1877"/>
                  <a:pt x="1838" y="1878"/>
                </a:cubicBezTo>
                <a:cubicBezTo>
                  <a:pt x="1879" y="1962"/>
                  <a:pt x="1889" y="1981"/>
                  <a:pt x="1898" y="2000"/>
                </a:cubicBezTo>
                <a:cubicBezTo>
                  <a:pt x="1875" y="1980"/>
                  <a:pt x="1850" y="1939"/>
                  <a:pt x="1819" y="1884"/>
                </a:cubicBezTo>
                <a:cubicBezTo>
                  <a:pt x="1732" y="1761"/>
                  <a:pt x="1720" y="1742"/>
                  <a:pt x="1709" y="1723"/>
                </a:cubicBezTo>
                <a:cubicBezTo>
                  <a:pt x="1646" y="1625"/>
                  <a:pt x="1649" y="1632"/>
                  <a:pt x="1653" y="1639"/>
                </a:cubicBezTo>
                <a:cubicBezTo>
                  <a:pt x="1671" y="1685"/>
                  <a:pt x="1682" y="1695"/>
                  <a:pt x="1684" y="1702"/>
                </a:cubicBezTo>
                <a:cubicBezTo>
                  <a:pt x="1745" y="1796"/>
                  <a:pt x="1761" y="1824"/>
                  <a:pt x="1778" y="1850"/>
                </a:cubicBezTo>
                <a:cubicBezTo>
                  <a:pt x="1867" y="1990"/>
                  <a:pt x="1875" y="2006"/>
                  <a:pt x="1885" y="2020"/>
                </a:cubicBezTo>
                <a:cubicBezTo>
                  <a:pt x="1926" y="2120"/>
                  <a:pt x="1942" y="2130"/>
                  <a:pt x="1934" y="2132"/>
                </a:cubicBezTo>
                <a:cubicBezTo>
                  <a:pt x="1832" y="1990"/>
                  <a:pt x="1806" y="1954"/>
                  <a:pt x="1783" y="1911"/>
                </a:cubicBezTo>
                <a:cubicBezTo>
                  <a:pt x="1741" y="1843"/>
                  <a:pt x="1740" y="1837"/>
                  <a:pt x="1735" y="1832"/>
                </a:cubicBezTo>
                <a:cubicBezTo>
                  <a:pt x="1658" y="1663"/>
                  <a:pt x="1649" y="1652"/>
                  <a:pt x="1645" y="1643"/>
                </a:cubicBezTo>
                <a:cubicBezTo>
                  <a:pt x="1632" y="1607"/>
                  <a:pt x="1632" y="1599"/>
                  <a:pt x="1633" y="1591"/>
                </a:cubicBezTo>
                <a:cubicBezTo>
                  <a:pt x="1626" y="1559"/>
                  <a:pt x="1619" y="1553"/>
                  <a:pt x="1623" y="1551"/>
                </a:cubicBezTo>
                <a:cubicBezTo>
                  <a:pt x="1620" y="1528"/>
                  <a:pt x="1613" y="1519"/>
                  <a:pt x="1611" y="1521"/>
                </a:cubicBezTo>
                <a:cubicBezTo>
                  <a:pt x="1628" y="1623"/>
                  <a:pt x="1636" y="1640"/>
                  <a:pt x="1645" y="1669"/>
                </a:cubicBezTo>
                <a:cubicBezTo>
                  <a:pt x="1725" y="1833"/>
                  <a:pt x="1729" y="1842"/>
                  <a:pt x="1734" y="1850"/>
                </a:cubicBezTo>
                <a:cubicBezTo>
                  <a:pt x="1761" y="1906"/>
                  <a:pt x="1774" y="1910"/>
                  <a:pt x="1772" y="1920"/>
                </a:cubicBezTo>
                <a:cubicBezTo>
                  <a:pt x="1831" y="2001"/>
                  <a:pt x="1831" y="2018"/>
                  <a:pt x="1838" y="2017"/>
                </a:cubicBezTo>
                <a:cubicBezTo>
                  <a:pt x="1762" y="1943"/>
                  <a:pt x="1741" y="1916"/>
                  <a:pt x="1719" y="1891"/>
                </a:cubicBezTo>
                <a:cubicBezTo>
                  <a:pt x="1634" y="1795"/>
                  <a:pt x="1617" y="1761"/>
                  <a:pt x="1594" y="1736"/>
                </a:cubicBezTo>
                <a:cubicBezTo>
                  <a:pt x="1579" y="1717"/>
                  <a:pt x="1587" y="1703"/>
                  <a:pt x="1576" y="1706"/>
                </a:cubicBezTo>
                <a:cubicBezTo>
                  <a:pt x="1636" y="1799"/>
                  <a:pt x="1637" y="1818"/>
                  <a:pt x="1644" y="1818"/>
                </a:cubicBezTo>
                <a:cubicBezTo>
                  <a:pt x="1676" y="1860"/>
                  <a:pt x="1684" y="1869"/>
                  <a:pt x="1693" y="1878"/>
                </a:cubicBezTo>
                <a:cubicBezTo>
                  <a:pt x="1712" y="1895"/>
                  <a:pt x="1714" y="1902"/>
                  <a:pt x="1716" y="1906"/>
                </a:cubicBezTo>
                <a:cubicBezTo>
                  <a:pt x="1737" y="1925"/>
                  <a:pt x="1738" y="1932"/>
                  <a:pt x="1741" y="1936"/>
                </a:cubicBezTo>
                <a:cubicBezTo>
                  <a:pt x="1802" y="2004"/>
                  <a:pt x="1813" y="2015"/>
                  <a:pt x="1823" y="2031"/>
                </a:cubicBezTo>
                <a:cubicBezTo>
                  <a:pt x="1847" y="2045"/>
                  <a:pt x="1849" y="2059"/>
                  <a:pt x="1856" y="2060"/>
                </a:cubicBezTo>
                <a:cubicBezTo>
                  <a:pt x="1990" y="2161"/>
                  <a:pt x="1990" y="2161"/>
                  <a:pt x="1990" y="2161"/>
                </a:cubicBezTo>
                <a:close/>
                <a:moveTo>
                  <a:pt x="1854" y="2041"/>
                </a:moveTo>
                <a:cubicBezTo>
                  <a:pt x="1854" y="2036"/>
                  <a:pt x="1857" y="2042"/>
                  <a:pt x="1859" y="2045"/>
                </a:cubicBezTo>
                <a:cubicBezTo>
                  <a:pt x="1859" y="2051"/>
                  <a:pt x="1855" y="2045"/>
                  <a:pt x="1854" y="2041"/>
                </a:cubicBezTo>
                <a:close/>
                <a:moveTo>
                  <a:pt x="1959" y="2032"/>
                </a:moveTo>
                <a:cubicBezTo>
                  <a:pt x="1963" y="2021"/>
                  <a:pt x="1956" y="2006"/>
                  <a:pt x="1957" y="1994"/>
                </a:cubicBezTo>
                <a:cubicBezTo>
                  <a:pt x="1965" y="1992"/>
                  <a:pt x="1957" y="2001"/>
                  <a:pt x="1962" y="2005"/>
                </a:cubicBezTo>
                <a:cubicBezTo>
                  <a:pt x="1961" y="2009"/>
                  <a:pt x="1962" y="2013"/>
                  <a:pt x="1966" y="2019"/>
                </a:cubicBezTo>
                <a:cubicBezTo>
                  <a:pt x="1961" y="2027"/>
                  <a:pt x="1964" y="2037"/>
                  <a:pt x="1967" y="2048"/>
                </a:cubicBezTo>
                <a:cubicBezTo>
                  <a:pt x="1957" y="2048"/>
                  <a:pt x="1965" y="2037"/>
                  <a:pt x="1959" y="2032"/>
                </a:cubicBezTo>
                <a:close/>
                <a:moveTo>
                  <a:pt x="1963" y="2066"/>
                </a:moveTo>
                <a:cubicBezTo>
                  <a:pt x="1972" y="2059"/>
                  <a:pt x="1967" y="2075"/>
                  <a:pt x="1969" y="2079"/>
                </a:cubicBezTo>
                <a:cubicBezTo>
                  <a:pt x="1960" y="2080"/>
                  <a:pt x="1969" y="2070"/>
                  <a:pt x="1963" y="2066"/>
                </a:cubicBezTo>
                <a:close/>
                <a:moveTo>
                  <a:pt x="1970" y="2107"/>
                </a:moveTo>
                <a:cubicBezTo>
                  <a:pt x="1972" y="2098"/>
                  <a:pt x="1972" y="2111"/>
                  <a:pt x="1974" y="2115"/>
                </a:cubicBezTo>
                <a:cubicBezTo>
                  <a:pt x="1968" y="2115"/>
                  <a:pt x="1971" y="2110"/>
                  <a:pt x="1970" y="2107"/>
                </a:cubicBezTo>
                <a:close/>
                <a:moveTo>
                  <a:pt x="1579" y="2154"/>
                </a:moveTo>
                <a:cubicBezTo>
                  <a:pt x="1577" y="2150"/>
                  <a:pt x="1576" y="2144"/>
                  <a:pt x="1572" y="2144"/>
                </a:cubicBezTo>
                <a:cubicBezTo>
                  <a:pt x="1555" y="2121"/>
                  <a:pt x="1535" y="2107"/>
                  <a:pt x="1519" y="2083"/>
                </a:cubicBezTo>
                <a:cubicBezTo>
                  <a:pt x="1510" y="2077"/>
                  <a:pt x="1503" y="2057"/>
                  <a:pt x="1496" y="2056"/>
                </a:cubicBezTo>
                <a:cubicBezTo>
                  <a:pt x="1494" y="2055"/>
                  <a:pt x="1497" y="2051"/>
                  <a:pt x="1497" y="2052"/>
                </a:cubicBezTo>
                <a:cubicBezTo>
                  <a:pt x="1493" y="2046"/>
                  <a:pt x="1489" y="2044"/>
                  <a:pt x="1484" y="2039"/>
                </a:cubicBezTo>
                <a:cubicBezTo>
                  <a:pt x="1485" y="2039"/>
                  <a:pt x="1487" y="2037"/>
                  <a:pt x="1486" y="2035"/>
                </a:cubicBezTo>
                <a:cubicBezTo>
                  <a:pt x="1486" y="2035"/>
                  <a:pt x="1483" y="2035"/>
                  <a:pt x="1482" y="2034"/>
                </a:cubicBezTo>
                <a:cubicBezTo>
                  <a:pt x="1479" y="2031"/>
                  <a:pt x="1476" y="2030"/>
                  <a:pt x="1474" y="2024"/>
                </a:cubicBezTo>
                <a:cubicBezTo>
                  <a:pt x="1470" y="2014"/>
                  <a:pt x="1459" y="2001"/>
                  <a:pt x="1461" y="1992"/>
                </a:cubicBezTo>
                <a:cubicBezTo>
                  <a:pt x="1455" y="1994"/>
                  <a:pt x="1455" y="1981"/>
                  <a:pt x="1451" y="1978"/>
                </a:cubicBezTo>
                <a:cubicBezTo>
                  <a:pt x="1447" y="1976"/>
                  <a:pt x="1444" y="1970"/>
                  <a:pt x="1441" y="1963"/>
                </a:cubicBezTo>
                <a:cubicBezTo>
                  <a:pt x="1436" y="1947"/>
                  <a:pt x="1427" y="1928"/>
                  <a:pt x="1418" y="1910"/>
                </a:cubicBezTo>
                <a:cubicBezTo>
                  <a:pt x="1415" y="1905"/>
                  <a:pt x="1418" y="1903"/>
                  <a:pt x="1415" y="1898"/>
                </a:cubicBezTo>
                <a:cubicBezTo>
                  <a:pt x="1414" y="1894"/>
                  <a:pt x="1410" y="1889"/>
                  <a:pt x="1413" y="1887"/>
                </a:cubicBezTo>
                <a:cubicBezTo>
                  <a:pt x="1408" y="1879"/>
                  <a:pt x="1406" y="1865"/>
                  <a:pt x="1397" y="1868"/>
                </a:cubicBezTo>
                <a:cubicBezTo>
                  <a:pt x="1396" y="1879"/>
                  <a:pt x="1399" y="1892"/>
                  <a:pt x="1402" y="1905"/>
                </a:cubicBezTo>
                <a:cubicBezTo>
                  <a:pt x="1416" y="1931"/>
                  <a:pt x="1425" y="1952"/>
                  <a:pt x="1432" y="1971"/>
                </a:cubicBezTo>
                <a:cubicBezTo>
                  <a:pt x="1438" y="1980"/>
                  <a:pt x="1445" y="1988"/>
                  <a:pt x="1450" y="2001"/>
                </a:cubicBezTo>
                <a:cubicBezTo>
                  <a:pt x="1456" y="2004"/>
                  <a:pt x="1451" y="2004"/>
                  <a:pt x="1455" y="2011"/>
                </a:cubicBezTo>
                <a:cubicBezTo>
                  <a:pt x="1458" y="2017"/>
                  <a:pt x="1461" y="2023"/>
                  <a:pt x="1464" y="2030"/>
                </a:cubicBezTo>
                <a:cubicBezTo>
                  <a:pt x="1485" y="2056"/>
                  <a:pt x="1502" y="2079"/>
                  <a:pt x="1525" y="2109"/>
                </a:cubicBezTo>
                <a:cubicBezTo>
                  <a:pt x="1533" y="2110"/>
                  <a:pt x="1536" y="2125"/>
                  <a:pt x="1543" y="2126"/>
                </a:cubicBezTo>
                <a:cubicBezTo>
                  <a:pt x="1548" y="2135"/>
                  <a:pt x="1555" y="2139"/>
                  <a:pt x="1560" y="2147"/>
                </a:cubicBezTo>
                <a:cubicBezTo>
                  <a:pt x="1565" y="2150"/>
                  <a:pt x="1569" y="2157"/>
                  <a:pt x="1573" y="2161"/>
                </a:cubicBezTo>
                <a:cubicBezTo>
                  <a:pt x="1586" y="2161"/>
                  <a:pt x="1586" y="2161"/>
                  <a:pt x="1586" y="2161"/>
                </a:cubicBezTo>
                <a:cubicBezTo>
                  <a:pt x="1586" y="2160"/>
                  <a:pt x="1586" y="2160"/>
                  <a:pt x="1586" y="2160"/>
                </a:cubicBezTo>
                <a:cubicBezTo>
                  <a:pt x="1584" y="2157"/>
                  <a:pt x="1583" y="2153"/>
                  <a:pt x="1579" y="2154"/>
                </a:cubicBezTo>
                <a:close/>
                <a:moveTo>
                  <a:pt x="1413" y="1586"/>
                </a:moveTo>
                <a:cubicBezTo>
                  <a:pt x="1417" y="1587"/>
                  <a:pt x="1434" y="1580"/>
                  <a:pt x="1432" y="1573"/>
                </a:cubicBezTo>
                <a:cubicBezTo>
                  <a:pt x="1332" y="1617"/>
                  <a:pt x="1332" y="1625"/>
                  <a:pt x="1329" y="1622"/>
                </a:cubicBezTo>
                <a:cubicBezTo>
                  <a:pt x="1276" y="1644"/>
                  <a:pt x="1261" y="1642"/>
                  <a:pt x="1244" y="1651"/>
                </a:cubicBezTo>
                <a:cubicBezTo>
                  <a:pt x="1194" y="1654"/>
                  <a:pt x="1187" y="1658"/>
                  <a:pt x="1182" y="1658"/>
                </a:cubicBezTo>
                <a:cubicBezTo>
                  <a:pt x="1086" y="1663"/>
                  <a:pt x="1081" y="1667"/>
                  <a:pt x="1077" y="1662"/>
                </a:cubicBezTo>
                <a:cubicBezTo>
                  <a:pt x="1023" y="1667"/>
                  <a:pt x="1020" y="1654"/>
                  <a:pt x="1015" y="1659"/>
                </a:cubicBezTo>
                <a:cubicBezTo>
                  <a:pt x="959" y="1657"/>
                  <a:pt x="950" y="1649"/>
                  <a:pt x="939" y="1650"/>
                </a:cubicBezTo>
                <a:cubicBezTo>
                  <a:pt x="905" y="1637"/>
                  <a:pt x="898" y="1648"/>
                  <a:pt x="895" y="1642"/>
                </a:cubicBezTo>
                <a:cubicBezTo>
                  <a:pt x="839" y="1639"/>
                  <a:pt x="829" y="1638"/>
                  <a:pt x="818" y="1637"/>
                </a:cubicBezTo>
                <a:cubicBezTo>
                  <a:pt x="782" y="1637"/>
                  <a:pt x="776" y="1641"/>
                  <a:pt x="772" y="1636"/>
                </a:cubicBezTo>
                <a:cubicBezTo>
                  <a:pt x="785" y="1624"/>
                  <a:pt x="806" y="1627"/>
                  <a:pt x="830" y="1623"/>
                </a:cubicBezTo>
                <a:cubicBezTo>
                  <a:pt x="909" y="1615"/>
                  <a:pt x="920" y="1617"/>
                  <a:pt x="931" y="1617"/>
                </a:cubicBezTo>
                <a:cubicBezTo>
                  <a:pt x="973" y="1628"/>
                  <a:pt x="986" y="1618"/>
                  <a:pt x="996" y="1626"/>
                </a:cubicBezTo>
                <a:cubicBezTo>
                  <a:pt x="1025" y="1624"/>
                  <a:pt x="1027" y="1631"/>
                  <a:pt x="1031" y="1626"/>
                </a:cubicBezTo>
                <a:cubicBezTo>
                  <a:pt x="1086" y="1630"/>
                  <a:pt x="1090" y="1638"/>
                  <a:pt x="1097" y="1635"/>
                </a:cubicBezTo>
                <a:cubicBezTo>
                  <a:pt x="1118" y="1639"/>
                  <a:pt x="1124" y="1635"/>
                  <a:pt x="1130" y="1637"/>
                </a:cubicBezTo>
                <a:cubicBezTo>
                  <a:pt x="1209" y="1638"/>
                  <a:pt x="1221" y="1635"/>
                  <a:pt x="1232" y="1639"/>
                </a:cubicBezTo>
                <a:cubicBezTo>
                  <a:pt x="1286" y="1626"/>
                  <a:pt x="1283" y="1615"/>
                  <a:pt x="1277" y="1622"/>
                </a:cubicBezTo>
                <a:cubicBezTo>
                  <a:pt x="1211" y="1632"/>
                  <a:pt x="1203" y="1628"/>
                  <a:pt x="1193" y="1633"/>
                </a:cubicBezTo>
                <a:cubicBezTo>
                  <a:pt x="1154" y="1633"/>
                  <a:pt x="1150" y="1625"/>
                  <a:pt x="1144" y="1628"/>
                </a:cubicBezTo>
                <a:cubicBezTo>
                  <a:pt x="1089" y="1622"/>
                  <a:pt x="1084" y="1619"/>
                  <a:pt x="1078" y="1623"/>
                </a:cubicBezTo>
                <a:cubicBezTo>
                  <a:pt x="1049" y="1618"/>
                  <a:pt x="1046" y="1618"/>
                  <a:pt x="1043" y="1618"/>
                </a:cubicBezTo>
                <a:cubicBezTo>
                  <a:pt x="981" y="1612"/>
                  <a:pt x="971" y="1608"/>
                  <a:pt x="960" y="1608"/>
                </a:cubicBezTo>
                <a:cubicBezTo>
                  <a:pt x="932" y="1604"/>
                  <a:pt x="928" y="1605"/>
                  <a:pt x="925" y="1604"/>
                </a:cubicBezTo>
                <a:cubicBezTo>
                  <a:pt x="1001" y="1605"/>
                  <a:pt x="1011" y="1594"/>
                  <a:pt x="1018" y="1601"/>
                </a:cubicBezTo>
                <a:cubicBezTo>
                  <a:pt x="1055" y="1603"/>
                  <a:pt x="1060" y="1595"/>
                  <a:pt x="1063" y="1601"/>
                </a:cubicBezTo>
                <a:cubicBezTo>
                  <a:pt x="1134" y="1604"/>
                  <a:pt x="1140" y="1606"/>
                  <a:pt x="1147" y="1601"/>
                </a:cubicBezTo>
                <a:cubicBezTo>
                  <a:pt x="1212" y="1605"/>
                  <a:pt x="1220" y="1601"/>
                  <a:pt x="1226" y="1604"/>
                </a:cubicBezTo>
                <a:cubicBezTo>
                  <a:pt x="1324" y="1587"/>
                  <a:pt x="1325" y="1586"/>
                  <a:pt x="1325" y="1586"/>
                </a:cubicBezTo>
                <a:cubicBezTo>
                  <a:pt x="1333" y="1585"/>
                  <a:pt x="1337" y="1579"/>
                  <a:pt x="1338" y="1584"/>
                </a:cubicBezTo>
                <a:cubicBezTo>
                  <a:pt x="1374" y="1577"/>
                  <a:pt x="1381" y="1566"/>
                  <a:pt x="1385" y="1570"/>
                </a:cubicBezTo>
                <a:cubicBezTo>
                  <a:pt x="1483" y="1523"/>
                  <a:pt x="1487" y="1526"/>
                  <a:pt x="1492" y="1522"/>
                </a:cubicBezTo>
                <a:cubicBezTo>
                  <a:pt x="1471" y="1527"/>
                  <a:pt x="1463" y="1531"/>
                  <a:pt x="1456" y="1530"/>
                </a:cubicBezTo>
                <a:cubicBezTo>
                  <a:pt x="1360" y="1567"/>
                  <a:pt x="1351" y="1575"/>
                  <a:pt x="1345" y="1573"/>
                </a:cubicBezTo>
                <a:cubicBezTo>
                  <a:pt x="1284" y="1587"/>
                  <a:pt x="1281" y="1588"/>
                  <a:pt x="1279" y="1587"/>
                </a:cubicBezTo>
                <a:cubicBezTo>
                  <a:pt x="1269" y="1588"/>
                  <a:pt x="1262" y="1591"/>
                  <a:pt x="1256" y="1591"/>
                </a:cubicBezTo>
                <a:cubicBezTo>
                  <a:pt x="1207" y="1586"/>
                  <a:pt x="1197" y="1597"/>
                  <a:pt x="1190" y="1593"/>
                </a:cubicBezTo>
                <a:cubicBezTo>
                  <a:pt x="1135" y="1593"/>
                  <a:pt x="1121" y="1590"/>
                  <a:pt x="1108" y="1587"/>
                </a:cubicBezTo>
                <a:cubicBezTo>
                  <a:pt x="1099" y="1588"/>
                  <a:pt x="1096" y="1589"/>
                  <a:pt x="1093" y="1587"/>
                </a:cubicBezTo>
                <a:cubicBezTo>
                  <a:pt x="1086" y="1592"/>
                  <a:pt x="1083" y="1589"/>
                  <a:pt x="1080" y="1587"/>
                </a:cubicBezTo>
                <a:cubicBezTo>
                  <a:pt x="1071" y="1590"/>
                  <a:pt x="1069" y="1589"/>
                  <a:pt x="1067" y="1587"/>
                </a:cubicBezTo>
                <a:cubicBezTo>
                  <a:pt x="1058" y="1588"/>
                  <a:pt x="1057" y="1587"/>
                  <a:pt x="1057" y="1587"/>
                </a:cubicBezTo>
                <a:cubicBezTo>
                  <a:pt x="1015" y="1587"/>
                  <a:pt x="1012" y="1588"/>
                  <a:pt x="1010" y="1589"/>
                </a:cubicBezTo>
                <a:cubicBezTo>
                  <a:pt x="975" y="1587"/>
                  <a:pt x="974" y="1587"/>
                  <a:pt x="972" y="1587"/>
                </a:cubicBezTo>
                <a:cubicBezTo>
                  <a:pt x="942" y="1586"/>
                  <a:pt x="939" y="1587"/>
                  <a:pt x="936" y="1587"/>
                </a:cubicBezTo>
                <a:cubicBezTo>
                  <a:pt x="869" y="1590"/>
                  <a:pt x="856" y="1597"/>
                  <a:pt x="846" y="1594"/>
                </a:cubicBezTo>
                <a:cubicBezTo>
                  <a:pt x="889" y="1581"/>
                  <a:pt x="893" y="1589"/>
                  <a:pt x="899" y="1586"/>
                </a:cubicBezTo>
                <a:cubicBezTo>
                  <a:pt x="966" y="1581"/>
                  <a:pt x="980" y="1573"/>
                  <a:pt x="991" y="1577"/>
                </a:cubicBezTo>
                <a:cubicBezTo>
                  <a:pt x="1076" y="1567"/>
                  <a:pt x="1088" y="1567"/>
                  <a:pt x="1099" y="1567"/>
                </a:cubicBezTo>
                <a:cubicBezTo>
                  <a:pt x="1176" y="1570"/>
                  <a:pt x="1182" y="1566"/>
                  <a:pt x="1187" y="1567"/>
                </a:cubicBezTo>
                <a:cubicBezTo>
                  <a:pt x="1215" y="1569"/>
                  <a:pt x="1217" y="1575"/>
                  <a:pt x="1222" y="1568"/>
                </a:cubicBezTo>
                <a:cubicBezTo>
                  <a:pt x="1264" y="1569"/>
                  <a:pt x="1271" y="1564"/>
                  <a:pt x="1277" y="1566"/>
                </a:cubicBezTo>
                <a:cubicBezTo>
                  <a:pt x="1376" y="1542"/>
                  <a:pt x="1383" y="1538"/>
                  <a:pt x="1390" y="1536"/>
                </a:cubicBezTo>
                <a:cubicBezTo>
                  <a:pt x="1484" y="1474"/>
                  <a:pt x="1476" y="1487"/>
                  <a:pt x="1470" y="1489"/>
                </a:cubicBezTo>
                <a:cubicBezTo>
                  <a:pt x="1430" y="1514"/>
                  <a:pt x="1425" y="1513"/>
                  <a:pt x="1418" y="1516"/>
                </a:cubicBezTo>
                <a:cubicBezTo>
                  <a:pt x="1306" y="1548"/>
                  <a:pt x="1299" y="1556"/>
                  <a:pt x="1294" y="1555"/>
                </a:cubicBezTo>
                <a:cubicBezTo>
                  <a:pt x="1254" y="1558"/>
                  <a:pt x="1248" y="1562"/>
                  <a:pt x="1243" y="1557"/>
                </a:cubicBezTo>
                <a:cubicBezTo>
                  <a:pt x="1168" y="1561"/>
                  <a:pt x="1163" y="1558"/>
                  <a:pt x="1158" y="1555"/>
                </a:cubicBezTo>
                <a:cubicBezTo>
                  <a:pt x="1105" y="1555"/>
                  <a:pt x="1102" y="1559"/>
                  <a:pt x="1099" y="1556"/>
                </a:cubicBezTo>
                <a:cubicBezTo>
                  <a:pt x="1061" y="1556"/>
                  <a:pt x="1050" y="1557"/>
                  <a:pt x="1038" y="1559"/>
                </a:cubicBezTo>
                <a:cubicBezTo>
                  <a:pt x="960" y="1559"/>
                  <a:pt x="946" y="1569"/>
                  <a:pt x="935" y="1566"/>
                </a:cubicBezTo>
                <a:cubicBezTo>
                  <a:pt x="971" y="1558"/>
                  <a:pt x="975" y="1554"/>
                  <a:pt x="981" y="1552"/>
                </a:cubicBezTo>
                <a:cubicBezTo>
                  <a:pt x="1042" y="1542"/>
                  <a:pt x="1049" y="1547"/>
                  <a:pt x="1058" y="1546"/>
                </a:cubicBezTo>
                <a:cubicBezTo>
                  <a:pt x="1138" y="1549"/>
                  <a:pt x="1148" y="1543"/>
                  <a:pt x="1156" y="1546"/>
                </a:cubicBezTo>
                <a:cubicBezTo>
                  <a:pt x="1198" y="1546"/>
                  <a:pt x="1203" y="1537"/>
                  <a:pt x="1207" y="1540"/>
                </a:cubicBezTo>
                <a:cubicBezTo>
                  <a:pt x="1239" y="1535"/>
                  <a:pt x="1247" y="1539"/>
                  <a:pt x="1256" y="1535"/>
                </a:cubicBezTo>
                <a:cubicBezTo>
                  <a:pt x="1298" y="1532"/>
                  <a:pt x="1304" y="1524"/>
                  <a:pt x="1308" y="1528"/>
                </a:cubicBezTo>
                <a:cubicBezTo>
                  <a:pt x="1438" y="1466"/>
                  <a:pt x="1451" y="1464"/>
                  <a:pt x="1449" y="1458"/>
                </a:cubicBezTo>
                <a:cubicBezTo>
                  <a:pt x="1297" y="1517"/>
                  <a:pt x="1274" y="1527"/>
                  <a:pt x="1254" y="1522"/>
                </a:cubicBezTo>
                <a:cubicBezTo>
                  <a:pt x="1211" y="1530"/>
                  <a:pt x="1201" y="1527"/>
                  <a:pt x="1189" y="1534"/>
                </a:cubicBezTo>
                <a:cubicBezTo>
                  <a:pt x="1111" y="1530"/>
                  <a:pt x="1102" y="1533"/>
                  <a:pt x="1094" y="1532"/>
                </a:cubicBezTo>
                <a:cubicBezTo>
                  <a:pt x="1073" y="1532"/>
                  <a:pt x="1068" y="1533"/>
                  <a:pt x="1071" y="1530"/>
                </a:cubicBezTo>
                <a:cubicBezTo>
                  <a:pt x="1185" y="1512"/>
                  <a:pt x="1199" y="1512"/>
                  <a:pt x="1202" y="1512"/>
                </a:cubicBezTo>
                <a:cubicBezTo>
                  <a:pt x="1226" y="1510"/>
                  <a:pt x="1231" y="1508"/>
                  <a:pt x="1234" y="1507"/>
                </a:cubicBezTo>
                <a:cubicBezTo>
                  <a:pt x="1346" y="1469"/>
                  <a:pt x="1340" y="1473"/>
                  <a:pt x="1335" y="1475"/>
                </a:cubicBezTo>
                <a:cubicBezTo>
                  <a:pt x="1261" y="1495"/>
                  <a:pt x="1240" y="1492"/>
                  <a:pt x="1217" y="1502"/>
                </a:cubicBezTo>
                <a:cubicBezTo>
                  <a:pt x="1152" y="1505"/>
                  <a:pt x="1137" y="1500"/>
                  <a:pt x="1119" y="1508"/>
                </a:cubicBezTo>
                <a:cubicBezTo>
                  <a:pt x="1066" y="1518"/>
                  <a:pt x="1063" y="1517"/>
                  <a:pt x="1058" y="1521"/>
                </a:cubicBezTo>
                <a:cubicBezTo>
                  <a:pt x="1034" y="1520"/>
                  <a:pt x="1045" y="1513"/>
                  <a:pt x="1055" y="1506"/>
                </a:cubicBezTo>
                <a:cubicBezTo>
                  <a:pt x="1348" y="1377"/>
                  <a:pt x="1364" y="1376"/>
                  <a:pt x="1383" y="1365"/>
                </a:cubicBezTo>
                <a:cubicBezTo>
                  <a:pt x="1426" y="1354"/>
                  <a:pt x="1438" y="1354"/>
                  <a:pt x="1435" y="1348"/>
                </a:cubicBezTo>
                <a:cubicBezTo>
                  <a:pt x="1198" y="1438"/>
                  <a:pt x="1172" y="1442"/>
                  <a:pt x="1140" y="1466"/>
                </a:cubicBezTo>
                <a:cubicBezTo>
                  <a:pt x="1106" y="1481"/>
                  <a:pt x="1104" y="1474"/>
                  <a:pt x="1100" y="1479"/>
                </a:cubicBezTo>
                <a:cubicBezTo>
                  <a:pt x="1051" y="1496"/>
                  <a:pt x="1042" y="1508"/>
                  <a:pt x="1037" y="1504"/>
                </a:cubicBezTo>
                <a:cubicBezTo>
                  <a:pt x="1031" y="1500"/>
                  <a:pt x="1041" y="1507"/>
                  <a:pt x="1037" y="1500"/>
                </a:cubicBezTo>
                <a:cubicBezTo>
                  <a:pt x="1073" y="1477"/>
                  <a:pt x="1094" y="1467"/>
                  <a:pt x="1109" y="1456"/>
                </a:cubicBezTo>
                <a:cubicBezTo>
                  <a:pt x="1275" y="1369"/>
                  <a:pt x="1284" y="1366"/>
                  <a:pt x="1295" y="1358"/>
                </a:cubicBezTo>
                <a:cubicBezTo>
                  <a:pt x="1347" y="1339"/>
                  <a:pt x="1366" y="1334"/>
                  <a:pt x="1388" y="1320"/>
                </a:cubicBezTo>
                <a:cubicBezTo>
                  <a:pt x="1431" y="1304"/>
                  <a:pt x="1442" y="1312"/>
                  <a:pt x="1439" y="1303"/>
                </a:cubicBezTo>
                <a:cubicBezTo>
                  <a:pt x="1354" y="1326"/>
                  <a:pt x="1347" y="1332"/>
                  <a:pt x="1342" y="1330"/>
                </a:cubicBezTo>
                <a:cubicBezTo>
                  <a:pt x="1287" y="1357"/>
                  <a:pt x="1267" y="1361"/>
                  <a:pt x="1247" y="1370"/>
                </a:cubicBezTo>
                <a:cubicBezTo>
                  <a:pt x="1154" y="1420"/>
                  <a:pt x="1135" y="1414"/>
                  <a:pt x="1141" y="1420"/>
                </a:cubicBezTo>
                <a:cubicBezTo>
                  <a:pt x="1005" y="1508"/>
                  <a:pt x="992" y="1517"/>
                  <a:pt x="978" y="1526"/>
                </a:cubicBezTo>
                <a:cubicBezTo>
                  <a:pt x="943" y="1546"/>
                  <a:pt x="941" y="1544"/>
                  <a:pt x="941" y="1544"/>
                </a:cubicBezTo>
                <a:cubicBezTo>
                  <a:pt x="918" y="1560"/>
                  <a:pt x="907" y="1563"/>
                  <a:pt x="896" y="1560"/>
                </a:cubicBezTo>
                <a:cubicBezTo>
                  <a:pt x="985" y="1506"/>
                  <a:pt x="1003" y="1486"/>
                  <a:pt x="1022" y="1472"/>
                </a:cubicBezTo>
                <a:cubicBezTo>
                  <a:pt x="1060" y="1446"/>
                  <a:pt x="1065" y="1443"/>
                  <a:pt x="1070" y="1440"/>
                </a:cubicBezTo>
                <a:cubicBezTo>
                  <a:pt x="1171" y="1370"/>
                  <a:pt x="1174" y="1376"/>
                  <a:pt x="1180" y="1369"/>
                </a:cubicBezTo>
                <a:cubicBezTo>
                  <a:pt x="1282" y="1309"/>
                  <a:pt x="1299" y="1314"/>
                  <a:pt x="1302" y="1301"/>
                </a:cubicBezTo>
                <a:cubicBezTo>
                  <a:pt x="1226" y="1335"/>
                  <a:pt x="1222" y="1338"/>
                  <a:pt x="1217" y="1341"/>
                </a:cubicBezTo>
                <a:cubicBezTo>
                  <a:pt x="1168" y="1365"/>
                  <a:pt x="1150" y="1376"/>
                  <a:pt x="1132" y="1387"/>
                </a:cubicBezTo>
                <a:cubicBezTo>
                  <a:pt x="1049" y="1445"/>
                  <a:pt x="1033" y="1453"/>
                  <a:pt x="1017" y="1465"/>
                </a:cubicBezTo>
                <a:cubicBezTo>
                  <a:pt x="992" y="1485"/>
                  <a:pt x="992" y="1482"/>
                  <a:pt x="981" y="1489"/>
                </a:cubicBezTo>
                <a:cubicBezTo>
                  <a:pt x="953" y="1511"/>
                  <a:pt x="948" y="1509"/>
                  <a:pt x="949" y="1514"/>
                </a:cubicBezTo>
                <a:cubicBezTo>
                  <a:pt x="929" y="1519"/>
                  <a:pt x="936" y="1514"/>
                  <a:pt x="942" y="1509"/>
                </a:cubicBezTo>
                <a:cubicBezTo>
                  <a:pt x="1076" y="1403"/>
                  <a:pt x="1090" y="1390"/>
                  <a:pt x="1112" y="1377"/>
                </a:cubicBezTo>
                <a:cubicBezTo>
                  <a:pt x="1178" y="1329"/>
                  <a:pt x="1193" y="1318"/>
                  <a:pt x="1209" y="1308"/>
                </a:cubicBezTo>
                <a:cubicBezTo>
                  <a:pt x="1280" y="1266"/>
                  <a:pt x="1295" y="1271"/>
                  <a:pt x="1295" y="1260"/>
                </a:cubicBezTo>
                <a:cubicBezTo>
                  <a:pt x="1220" y="1295"/>
                  <a:pt x="1208" y="1302"/>
                  <a:pt x="1196" y="1306"/>
                </a:cubicBezTo>
                <a:cubicBezTo>
                  <a:pt x="1126" y="1351"/>
                  <a:pt x="1126" y="1353"/>
                  <a:pt x="1112" y="1362"/>
                </a:cubicBezTo>
                <a:cubicBezTo>
                  <a:pt x="1010" y="1440"/>
                  <a:pt x="982" y="1464"/>
                  <a:pt x="946" y="1489"/>
                </a:cubicBezTo>
                <a:cubicBezTo>
                  <a:pt x="845" y="1564"/>
                  <a:pt x="847" y="1572"/>
                  <a:pt x="840" y="1570"/>
                </a:cubicBezTo>
                <a:cubicBezTo>
                  <a:pt x="892" y="1507"/>
                  <a:pt x="915" y="1505"/>
                  <a:pt x="910" y="1498"/>
                </a:cubicBezTo>
                <a:cubicBezTo>
                  <a:pt x="1004" y="1425"/>
                  <a:pt x="1033" y="1399"/>
                  <a:pt x="1064" y="1374"/>
                </a:cubicBezTo>
                <a:cubicBezTo>
                  <a:pt x="1139" y="1320"/>
                  <a:pt x="1148" y="1321"/>
                  <a:pt x="1148" y="1321"/>
                </a:cubicBezTo>
                <a:cubicBezTo>
                  <a:pt x="1183" y="1295"/>
                  <a:pt x="1197" y="1293"/>
                  <a:pt x="1194" y="1287"/>
                </a:cubicBezTo>
                <a:cubicBezTo>
                  <a:pt x="1152" y="1308"/>
                  <a:pt x="1145" y="1312"/>
                  <a:pt x="1138" y="1317"/>
                </a:cubicBezTo>
                <a:cubicBezTo>
                  <a:pt x="991" y="1422"/>
                  <a:pt x="961" y="1442"/>
                  <a:pt x="909" y="1481"/>
                </a:cubicBezTo>
                <a:cubicBezTo>
                  <a:pt x="856" y="1534"/>
                  <a:pt x="839" y="1547"/>
                  <a:pt x="827" y="1561"/>
                </a:cubicBezTo>
                <a:cubicBezTo>
                  <a:pt x="783" y="1596"/>
                  <a:pt x="771" y="1602"/>
                  <a:pt x="756" y="1612"/>
                </a:cubicBezTo>
                <a:cubicBezTo>
                  <a:pt x="740" y="1610"/>
                  <a:pt x="739" y="1606"/>
                  <a:pt x="755" y="1595"/>
                </a:cubicBezTo>
                <a:cubicBezTo>
                  <a:pt x="767" y="1578"/>
                  <a:pt x="776" y="1574"/>
                  <a:pt x="775" y="1568"/>
                </a:cubicBezTo>
                <a:cubicBezTo>
                  <a:pt x="823" y="1524"/>
                  <a:pt x="834" y="1505"/>
                  <a:pt x="854" y="1487"/>
                </a:cubicBezTo>
                <a:cubicBezTo>
                  <a:pt x="917" y="1415"/>
                  <a:pt x="931" y="1412"/>
                  <a:pt x="928" y="1406"/>
                </a:cubicBezTo>
                <a:cubicBezTo>
                  <a:pt x="1050" y="1310"/>
                  <a:pt x="1065" y="1300"/>
                  <a:pt x="1081" y="1289"/>
                </a:cubicBezTo>
                <a:cubicBezTo>
                  <a:pt x="1111" y="1268"/>
                  <a:pt x="1105" y="1267"/>
                  <a:pt x="1099" y="1270"/>
                </a:cubicBezTo>
                <a:cubicBezTo>
                  <a:pt x="1041" y="1309"/>
                  <a:pt x="1038" y="1312"/>
                  <a:pt x="1032" y="1315"/>
                </a:cubicBezTo>
                <a:cubicBezTo>
                  <a:pt x="949" y="1381"/>
                  <a:pt x="931" y="1388"/>
                  <a:pt x="926" y="1397"/>
                </a:cubicBezTo>
                <a:cubicBezTo>
                  <a:pt x="884" y="1440"/>
                  <a:pt x="876" y="1444"/>
                  <a:pt x="870" y="1449"/>
                </a:cubicBezTo>
                <a:cubicBezTo>
                  <a:pt x="825" y="1495"/>
                  <a:pt x="815" y="1515"/>
                  <a:pt x="793" y="1532"/>
                </a:cubicBezTo>
                <a:cubicBezTo>
                  <a:pt x="735" y="1594"/>
                  <a:pt x="729" y="1600"/>
                  <a:pt x="724" y="1606"/>
                </a:cubicBezTo>
                <a:cubicBezTo>
                  <a:pt x="713" y="1608"/>
                  <a:pt x="722" y="1598"/>
                  <a:pt x="732" y="1587"/>
                </a:cubicBezTo>
                <a:cubicBezTo>
                  <a:pt x="871" y="1418"/>
                  <a:pt x="904" y="1393"/>
                  <a:pt x="930" y="1366"/>
                </a:cubicBezTo>
                <a:cubicBezTo>
                  <a:pt x="949" y="1340"/>
                  <a:pt x="949" y="1347"/>
                  <a:pt x="936" y="1355"/>
                </a:cubicBezTo>
                <a:cubicBezTo>
                  <a:pt x="848" y="1438"/>
                  <a:pt x="838" y="1440"/>
                  <a:pt x="839" y="1445"/>
                </a:cubicBezTo>
                <a:cubicBezTo>
                  <a:pt x="799" y="1490"/>
                  <a:pt x="798" y="1496"/>
                  <a:pt x="789" y="1500"/>
                </a:cubicBezTo>
                <a:cubicBezTo>
                  <a:pt x="785" y="1499"/>
                  <a:pt x="795" y="1486"/>
                  <a:pt x="806" y="1474"/>
                </a:cubicBezTo>
                <a:cubicBezTo>
                  <a:pt x="822" y="1442"/>
                  <a:pt x="828" y="1440"/>
                  <a:pt x="826" y="1436"/>
                </a:cubicBezTo>
                <a:cubicBezTo>
                  <a:pt x="862" y="1385"/>
                  <a:pt x="866" y="1372"/>
                  <a:pt x="877" y="1360"/>
                </a:cubicBezTo>
                <a:cubicBezTo>
                  <a:pt x="945" y="1286"/>
                  <a:pt x="944" y="1279"/>
                  <a:pt x="952" y="1275"/>
                </a:cubicBezTo>
                <a:cubicBezTo>
                  <a:pt x="898" y="1318"/>
                  <a:pt x="891" y="1327"/>
                  <a:pt x="881" y="1336"/>
                </a:cubicBezTo>
                <a:cubicBezTo>
                  <a:pt x="836" y="1397"/>
                  <a:pt x="839" y="1404"/>
                  <a:pt x="832" y="1408"/>
                </a:cubicBezTo>
                <a:cubicBezTo>
                  <a:pt x="798" y="1460"/>
                  <a:pt x="792" y="1470"/>
                  <a:pt x="786" y="1480"/>
                </a:cubicBezTo>
                <a:cubicBezTo>
                  <a:pt x="759" y="1516"/>
                  <a:pt x="756" y="1519"/>
                  <a:pt x="755" y="1522"/>
                </a:cubicBezTo>
                <a:cubicBezTo>
                  <a:pt x="716" y="1575"/>
                  <a:pt x="710" y="1577"/>
                  <a:pt x="706" y="1580"/>
                </a:cubicBezTo>
                <a:cubicBezTo>
                  <a:pt x="698" y="1596"/>
                  <a:pt x="684" y="1601"/>
                  <a:pt x="684" y="1609"/>
                </a:cubicBezTo>
                <a:cubicBezTo>
                  <a:pt x="639" y="1644"/>
                  <a:pt x="633" y="1654"/>
                  <a:pt x="630" y="1648"/>
                </a:cubicBezTo>
                <a:cubicBezTo>
                  <a:pt x="640" y="1636"/>
                  <a:pt x="639" y="1629"/>
                  <a:pt x="649" y="1625"/>
                </a:cubicBezTo>
                <a:cubicBezTo>
                  <a:pt x="667" y="1601"/>
                  <a:pt x="672" y="1594"/>
                  <a:pt x="677" y="1589"/>
                </a:cubicBezTo>
                <a:cubicBezTo>
                  <a:pt x="704" y="1543"/>
                  <a:pt x="716" y="1538"/>
                  <a:pt x="712" y="1531"/>
                </a:cubicBezTo>
                <a:cubicBezTo>
                  <a:pt x="752" y="1464"/>
                  <a:pt x="761" y="1459"/>
                  <a:pt x="760" y="1452"/>
                </a:cubicBezTo>
                <a:cubicBezTo>
                  <a:pt x="794" y="1389"/>
                  <a:pt x="807" y="1385"/>
                  <a:pt x="808" y="1378"/>
                </a:cubicBezTo>
                <a:cubicBezTo>
                  <a:pt x="838" y="1332"/>
                  <a:pt x="853" y="1328"/>
                  <a:pt x="849" y="1319"/>
                </a:cubicBezTo>
                <a:cubicBezTo>
                  <a:pt x="776" y="1414"/>
                  <a:pt x="766" y="1416"/>
                  <a:pt x="771" y="1421"/>
                </a:cubicBezTo>
                <a:cubicBezTo>
                  <a:pt x="745" y="1470"/>
                  <a:pt x="733" y="1477"/>
                  <a:pt x="731" y="1486"/>
                </a:cubicBezTo>
                <a:cubicBezTo>
                  <a:pt x="674" y="1571"/>
                  <a:pt x="669" y="1579"/>
                  <a:pt x="664" y="1587"/>
                </a:cubicBezTo>
                <a:cubicBezTo>
                  <a:pt x="632" y="1624"/>
                  <a:pt x="633" y="1629"/>
                  <a:pt x="627" y="1633"/>
                </a:cubicBezTo>
                <a:cubicBezTo>
                  <a:pt x="546" y="1697"/>
                  <a:pt x="542" y="1702"/>
                  <a:pt x="539" y="1699"/>
                </a:cubicBezTo>
                <a:cubicBezTo>
                  <a:pt x="572" y="1669"/>
                  <a:pt x="577" y="1660"/>
                  <a:pt x="588" y="1652"/>
                </a:cubicBezTo>
                <a:cubicBezTo>
                  <a:pt x="624" y="1604"/>
                  <a:pt x="638" y="1598"/>
                  <a:pt x="640" y="1590"/>
                </a:cubicBezTo>
                <a:cubicBezTo>
                  <a:pt x="663" y="1560"/>
                  <a:pt x="668" y="1552"/>
                  <a:pt x="672" y="1544"/>
                </a:cubicBezTo>
                <a:cubicBezTo>
                  <a:pt x="706" y="1481"/>
                  <a:pt x="709" y="1476"/>
                  <a:pt x="711" y="1472"/>
                </a:cubicBezTo>
                <a:cubicBezTo>
                  <a:pt x="744" y="1422"/>
                  <a:pt x="731" y="1415"/>
                  <a:pt x="741" y="1413"/>
                </a:cubicBezTo>
                <a:cubicBezTo>
                  <a:pt x="778" y="1336"/>
                  <a:pt x="790" y="1321"/>
                  <a:pt x="798" y="1305"/>
                </a:cubicBezTo>
                <a:cubicBezTo>
                  <a:pt x="819" y="1273"/>
                  <a:pt x="831" y="1266"/>
                  <a:pt x="828" y="1257"/>
                </a:cubicBezTo>
                <a:cubicBezTo>
                  <a:pt x="785" y="1307"/>
                  <a:pt x="784" y="1315"/>
                  <a:pt x="778" y="1322"/>
                </a:cubicBezTo>
                <a:cubicBezTo>
                  <a:pt x="756" y="1353"/>
                  <a:pt x="753" y="1361"/>
                  <a:pt x="750" y="1369"/>
                </a:cubicBezTo>
                <a:cubicBezTo>
                  <a:pt x="719" y="1422"/>
                  <a:pt x="721" y="1431"/>
                  <a:pt x="713" y="1439"/>
                </a:cubicBezTo>
                <a:cubicBezTo>
                  <a:pt x="680" y="1499"/>
                  <a:pt x="686" y="1505"/>
                  <a:pt x="679" y="1507"/>
                </a:cubicBezTo>
                <a:cubicBezTo>
                  <a:pt x="644" y="1561"/>
                  <a:pt x="643" y="1569"/>
                  <a:pt x="634" y="1576"/>
                </a:cubicBezTo>
                <a:cubicBezTo>
                  <a:pt x="621" y="1590"/>
                  <a:pt x="625" y="1595"/>
                  <a:pt x="617" y="1598"/>
                </a:cubicBezTo>
                <a:cubicBezTo>
                  <a:pt x="545" y="1672"/>
                  <a:pt x="536" y="1679"/>
                  <a:pt x="531" y="1687"/>
                </a:cubicBezTo>
                <a:cubicBezTo>
                  <a:pt x="510" y="1703"/>
                  <a:pt x="509" y="1698"/>
                  <a:pt x="515" y="1695"/>
                </a:cubicBezTo>
                <a:cubicBezTo>
                  <a:pt x="523" y="1676"/>
                  <a:pt x="539" y="1669"/>
                  <a:pt x="540" y="1660"/>
                </a:cubicBezTo>
                <a:cubicBezTo>
                  <a:pt x="595" y="1594"/>
                  <a:pt x="599" y="1591"/>
                  <a:pt x="600" y="1587"/>
                </a:cubicBezTo>
                <a:cubicBezTo>
                  <a:pt x="621" y="1547"/>
                  <a:pt x="634" y="1540"/>
                  <a:pt x="635" y="1530"/>
                </a:cubicBezTo>
                <a:cubicBezTo>
                  <a:pt x="656" y="1483"/>
                  <a:pt x="669" y="1481"/>
                  <a:pt x="668" y="1476"/>
                </a:cubicBezTo>
                <a:cubicBezTo>
                  <a:pt x="693" y="1416"/>
                  <a:pt x="692" y="1410"/>
                  <a:pt x="698" y="1407"/>
                </a:cubicBezTo>
                <a:cubicBezTo>
                  <a:pt x="690" y="1416"/>
                  <a:pt x="680" y="1418"/>
                  <a:pt x="681" y="1422"/>
                </a:cubicBezTo>
                <a:cubicBezTo>
                  <a:pt x="650" y="1486"/>
                  <a:pt x="647" y="1493"/>
                  <a:pt x="642" y="1500"/>
                </a:cubicBezTo>
                <a:cubicBezTo>
                  <a:pt x="624" y="1530"/>
                  <a:pt x="615" y="1537"/>
                  <a:pt x="617" y="1545"/>
                </a:cubicBezTo>
                <a:cubicBezTo>
                  <a:pt x="572" y="1609"/>
                  <a:pt x="554" y="1631"/>
                  <a:pt x="531" y="1652"/>
                </a:cubicBezTo>
                <a:cubicBezTo>
                  <a:pt x="490" y="1699"/>
                  <a:pt x="491" y="1712"/>
                  <a:pt x="480" y="1711"/>
                </a:cubicBezTo>
                <a:cubicBezTo>
                  <a:pt x="462" y="1726"/>
                  <a:pt x="464" y="1724"/>
                  <a:pt x="466" y="1723"/>
                </a:cubicBezTo>
                <a:cubicBezTo>
                  <a:pt x="538" y="1634"/>
                  <a:pt x="539" y="1626"/>
                  <a:pt x="548" y="1620"/>
                </a:cubicBezTo>
                <a:cubicBezTo>
                  <a:pt x="574" y="1574"/>
                  <a:pt x="589" y="1563"/>
                  <a:pt x="591" y="1549"/>
                </a:cubicBezTo>
                <a:cubicBezTo>
                  <a:pt x="620" y="1490"/>
                  <a:pt x="627" y="1481"/>
                  <a:pt x="634" y="1471"/>
                </a:cubicBezTo>
                <a:cubicBezTo>
                  <a:pt x="656" y="1431"/>
                  <a:pt x="656" y="1418"/>
                  <a:pt x="667" y="1407"/>
                </a:cubicBezTo>
                <a:cubicBezTo>
                  <a:pt x="679" y="1383"/>
                  <a:pt x="687" y="1378"/>
                  <a:pt x="685" y="1371"/>
                </a:cubicBezTo>
                <a:cubicBezTo>
                  <a:pt x="710" y="1330"/>
                  <a:pt x="718" y="1325"/>
                  <a:pt x="716" y="1318"/>
                </a:cubicBezTo>
                <a:cubicBezTo>
                  <a:pt x="689" y="1355"/>
                  <a:pt x="678" y="1362"/>
                  <a:pt x="678" y="1371"/>
                </a:cubicBezTo>
                <a:cubicBezTo>
                  <a:pt x="651" y="1411"/>
                  <a:pt x="646" y="1429"/>
                  <a:pt x="633" y="1444"/>
                </a:cubicBezTo>
                <a:cubicBezTo>
                  <a:pt x="600" y="1501"/>
                  <a:pt x="605" y="1511"/>
                  <a:pt x="595" y="1518"/>
                </a:cubicBezTo>
                <a:cubicBezTo>
                  <a:pt x="574" y="1559"/>
                  <a:pt x="568" y="1562"/>
                  <a:pt x="569" y="1567"/>
                </a:cubicBezTo>
                <a:cubicBezTo>
                  <a:pt x="535" y="1606"/>
                  <a:pt x="533" y="1624"/>
                  <a:pt x="519" y="1639"/>
                </a:cubicBezTo>
                <a:cubicBezTo>
                  <a:pt x="456" y="1710"/>
                  <a:pt x="455" y="1717"/>
                  <a:pt x="451" y="1723"/>
                </a:cubicBezTo>
                <a:cubicBezTo>
                  <a:pt x="405" y="1762"/>
                  <a:pt x="394" y="1777"/>
                  <a:pt x="387" y="1770"/>
                </a:cubicBezTo>
                <a:cubicBezTo>
                  <a:pt x="433" y="1721"/>
                  <a:pt x="434" y="1719"/>
                  <a:pt x="435" y="1717"/>
                </a:cubicBezTo>
                <a:cubicBezTo>
                  <a:pt x="458" y="1687"/>
                  <a:pt x="459" y="1682"/>
                  <a:pt x="462" y="1684"/>
                </a:cubicBezTo>
                <a:cubicBezTo>
                  <a:pt x="506" y="1623"/>
                  <a:pt x="510" y="1611"/>
                  <a:pt x="521" y="1600"/>
                </a:cubicBezTo>
                <a:cubicBezTo>
                  <a:pt x="533" y="1574"/>
                  <a:pt x="540" y="1569"/>
                  <a:pt x="545" y="1563"/>
                </a:cubicBezTo>
                <a:cubicBezTo>
                  <a:pt x="564" y="1513"/>
                  <a:pt x="569" y="1512"/>
                  <a:pt x="568" y="1509"/>
                </a:cubicBezTo>
                <a:cubicBezTo>
                  <a:pt x="593" y="1456"/>
                  <a:pt x="602" y="1446"/>
                  <a:pt x="601" y="1434"/>
                </a:cubicBezTo>
                <a:cubicBezTo>
                  <a:pt x="624" y="1382"/>
                  <a:pt x="632" y="1377"/>
                  <a:pt x="632" y="1371"/>
                </a:cubicBezTo>
                <a:cubicBezTo>
                  <a:pt x="653" y="1313"/>
                  <a:pt x="654" y="1322"/>
                  <a:pt x="647" y="1330"/>
                </a:cubicBezTo>
                <a:cubicBezTo>
                  <a:pt x="614" y="1388"/>
                  <a:pt x="608" y="1396"/>
                  <a:pt x="607" y="1406"/>
                </a:cubicBezTo>
                <a:cubicBezTo>
                  <a:pt x="578" y="1463"/>
                  <a:pt x="576" y="1472"/>
                  <a:pt x="569" y="1480"/>
                </a:cubicBezTo>
                <a:cubicBezTo>
                  <a:pt x="560" y="1497"/>
                  <a:pt x="564" y="1503"/>
                  <a:pt x="560" y="1507"/>
                </a:cubicBezTo>
                <a:cubicBezTo>
                  <a:pt x="528" y="1567"/>
                  <a:pt x="520" y="1577"/>
                  <a:pt x="513" y="1587"/>
                </a:cubicBezTo>
                <a:cubicBezTo>
                  <a:pt x="479" y="1639"/>
                  <a:pt x="474" y="1648"/>
                  <a:pt x="468" y="1656"/>
                </a:cubicBezTo>
                <a:cubicBezTo>
                  <a:pt x="411" y="1726"/>
                  <a:pt x="409" y="1729"/>
                  <a:pt x="407" y="1732"/>
                </a:cubicBezTo>
                <a:cubicBezTo>
                  <a:pt x="319" y="1816"/>
                  <a:pt x="313" y="1820"/>
                  <a:pt x="308" y="1819"/>
                </a:cubicBezTo>
                <a:cubicBezTo>
                  <a:pt x="375" y="1743"/>
                  <a:pt x="376" y="1740"/>
                  <a:pt x="375" y="1736"/>
                </a:cubicBezTo>
                <a:cubicBezTo>
                  <a:pt x="396" y="1717"/>
                  <a:pt x="396" y="1710"/>
                  <a:pt x="406" y="1705"/>
                </a:cubicBezTo>
                <a:cubicBezTo>
                  <a:pt x="441" y="1654"/>
                  <a:pt x="453" y="1648"/>
                  <a:pt x="454" y="1641"/>
                </a:cubicBezTo>
                <a:cubicBezTo>
                  <a:pt x="492" y="1583"/>
                  <a:pt x="495" y="1579"/>
                  <a:pt x="496" y="1574"/>
                </a:cubicBezTo>
                <a:cubicBezTo>
                  <a:pt x="522" y="1539"/>
                  <a:pt x="516" y="1534"/>
                  <a:pt x="524" y="1531"/>
                </a:cubicBezTo>
                <a:cubicBezTo>
                  <a:pt x="547" y="1494"/>
                  <a:pt x="550" y="1490"/>
                  <a:pt x="549" y="1486"/>
                </a:cubicBezTo>
                <a:cubicBezTo>
                  <a:pt x="583" y="1436"/>
                  <a:pt x="576" y="1427"/>
                  <a:pt x="585" y="1420"/>
                </a:cubicBezTo>
                <a:cubicBezTo>
                  <a:pt x="616" y="1336"/>
                  <a:pt x="622" y="1321"/>
                  <a:pt x="626" y="1305"/>
                </a:cubicBezTo>
                <a:cubicBezTo>
                  <a:pt x="598" y="1363"/>
                  <a:pt x="595" y="1371"/>
                  <a:pt x="593" y="1380"/>
                </a:cubicBezTo>
                <a:cubicBezTo>
                  <a:pt x="574" y="1407"/>
                  <a:pt x="580" y="1413"/>
                  <a:pt x="575" y="1416"/>
                </a:cubicBezTo>
                <a:cubicBezTo>
                  <a:pt x="561" y="1441"/>
                  <a:pt x="562" y="1446"/>
                  <a:pt x="556" y="1450"/>
                </a:cubicBezTo>
                <a:cubicBezTo>
                  <a:pt x="536" y="1493"/>
                  <a:pt x="533" y="1497"/>
                  <a:pt x="532" y="1502"/>
                </a:cubicBezTo>
                <a:cubicBezTo>
                  <a:pt x="497" y="1558"/>
                  <a:pt x="489" y="1564"/>
                  <a:pt x="487" y="1570"/>
                </a:cubicBezTo>
                <a:cubicBezTo>
                  <a:pt x="441" y="1647"/>
                  <a:pt x="432" y="1651"/>
                  <a:pt x="430" y="1657"/>
                </a:cubicBezTo>
                <a:cubicBezTo>
                  <a:pt x="381" y="1713"/>
                  <a:pt x="377" y="1718"/>
                  <a:pt x="373" y="1723"/>
                </a:cubicBezTo>
                <a:cubicBezTo>
                  <a:pt x="346" y="1753"/>
                  <a:pt x="347" y="1756"/>
                  <a:pt x="341" y="1759"/>
                </a:cubicBezTo>
                <a:cubicBezTo>
                  <a:pt x="360" y="1724"/>
                  <a:pt x="360" y="1723"/>
                  <a:pt x="360" y="1723"/>
                </a:cubicBezTo>
                <a:cubicBezTo>
                  <a:pt x="379" y="1692"/>
                  <a:pt x="384" y="1684"/>
                  <a:pt x="387" y="1676"/>
                </a:cubicBezTo>
                <a:cubicBezTo>
                  <a:pt x="409" y="1644"/>
                  <a:pt x="414" y="1636"/>
                  <a:pt x="413" y="1627"/>
                </a:cubicBezTo>
                <a:cubicBezTo>
                  <a:pt x="440" y="1584"/>
                  <a:pt x="442" y="1580"/>
                  <a:pt x="442" y="1576"/>
                </a:cubicBezTo>
                <a:cubicBezTo>
                  <a:pt x="472" y="1518"/>
                  <a:pt x="481" y="1511"/>
                  <a:pt x="483" y="1503"/>
                </a:cubicBezTo>
                <a:cubicBezTo>
                  <a:pt x="500" y="1470"/>
                  <a:pt x="505" y="1462"/>
                  <a:pt x="506" y="1453"/>
                </a:cubicBezTo>
                <a:cubicBezTo>
                  <a:pt x="533" y="1399"/>
                  <a:pt x="543" y="1396"/>
                  <a:pt x="541" y="1391"/>
                </a:cubicBezTo>
                <a:cubicBezTo>
                  <a:pt x="535" y="1398"/>
                  <a:pt x="529" y="1402"/>
                  <a:pt x="523" y="1406"/>
                </a:cubicBezTo>
                <a:cubicBezTo>
                  <a:pt x="490" y="1481"/>
                  <a:pt x="478" y="1485"/>
                  <a:pt x="479" y="1491"/>
                </a:cubicBezTo>
                <a:cubicBezTo>
                  <a:pt x="453" y="1544"/>
                  <a:pt x="451" y="1545"/>
                  <a:pt x="450" y="1546"/>
                </a:cubicBezTo>
                <a:cubicBezTo>
                  <a:pt x="425" y="1576"/>
                  <a:pt x="433" y="1583"/>
                  <a:pt x="425" y="1587"/>
                </a:cubicBezTo>
                <a:cubicBezTo>
                  <a:pt x="410" y="1614"/>
                  <a:pt x="404" y="1624"/>
                  <a:pt x="401" y="1635"/>
                </a:cubicBezTo>
                <a:cubicBezTo>
                  <a:pt x="370" y="1675"/>
                  <a:pt x="368" y="1690"/>
                  <a:pt x="356" y="1703"/>
                </a:cubicBezTo>
                <a:cubicBezTo>
                  <a:pt x="325" y="1753"/>
                  <a:pt x="327" y="1761"/>
                  <a:pt x="319" y="1767"/>
                </a:cubicBezTo>
                <a:cubicBezTo>
                  <a:pt x="291" y="1810"/>
                  <a:pt x="281" y="1812"/>
                  <a:pt x="282" y="1816"/>
                </a:cubicBezTo>
                <a:cubicBezTo>
                  <a:pt x="265" y="1840"/>
                  <a:pt x="253" y="1842"/>
                  <a:pt x="257" y="1847"/>
                </a:cubicBezTo>
                <a:cubicBezTo>
                  <a:pt x="239" y="1856"/>
                  <a:pt x="242" y="1868"/>
                  <a:pt x="236" y="1861"/>
                </a:cubicBezTo>
                <a:cubicBezTo>
                  <a:pt x="277" y="1799"/>
                  <a:pt x="289" y="1783"/>
                  <a:pt x="294" y="1766"/>
                </a:cubicBezTo>
                <a:cubicBezTo>
                  <a:pt x="330" y="1701"/>
                  <a:pt x="335" y="1684"/>
                  <a:pt x="342" y="1667"/>
                </a:cubicBezTo>
                <a:cubicBezTo>
                  <a:pt x="379" y="1595"/>
                  <a:pt x="381" y="1591"/>
                  <a:pt x="383" y="1587"/>
                </a:cubicBezTo>
                <a:cubicBezTo>
                  <a:pt x="413" y="1542"/>
                  <a:pt x="410" y="1535"/>
                  <a:pt x="417" y="1529"/>
                </a:cubicBezTo>
                <a:cubicBezTo>
                  <a:pt x="450" y="1486"/>
                  <a:pt x="456" y="1474"/>
                  <a:pt x="468" y="1464"/>
                </a:cubicBezTo>
                <a:cubicBezTo>
                  <a:pt x="498" y="1426"/>
                  <a:pt x="504" y="1421"/>
                  <a:pt x="509" y="1416"/>
                </a:cubicBezTo>
                <a:cubicBezTo>
                  <a:pt x="453" y="1468"/>
                  <a:pt x="439" y="1487"/>
                  <a:pt x="422" y="1505"/>
                </a:cubicBezTo>
                <a:cubicBezTo>
                  <a:pt x="361" y="1567"/>
                  <a:pt x="356" y="1571"/>
                  <a:pt x="354" y="1575"/>
                </a:cubicBezTo>
                <a:cubicBezTo>
                  <a:pt x="336" y="1596"/>
                  <a:pt x="330" y="1605"/>
                  <a:pt x="328" y="1614"/>
                </a:cubicBezTo>
                <a:cubicBezTo>
                  <a:pt x="259" y="1729"/>
                  <a:pt x="254" y="1735"/>
                  <a:pt x="253" y="1741"/>
                </a:cubicBezTo>
                <a:cubicBezTo>
                  <a:pt x="230" y="1786"/>
                  <a:pt x="232" y="1791"/>
                  <a:pt x="226" y="1795"/>
                </a:cubicBezTo>
                <a:cubicBezTo>
                  <a:pt x="202" y="1849"/>
                  <a:pt x="201" y="1849"/>
                  <a:pt x="200" y="1850"/>
                </a:cubicBezTo>
                <a:cubicBezTo>
                  <a:pt x="173" y="1892"/>
                  <a:pt x="161" y="1909"/>
                  <a:pt x="150" y="1926"/>
                </a:cubicBezTo>
                <a:cubicBezTo>
                  <a:pt x="136" y="1930"/>
                  <a:pt x="140" y="1915"/>
                  <a:pt x="150" y="1901"/>
                </a:cubicBezTo>
                <a:cubicBezTo>
                  <a:pt x="183" y="1838"/>
                  <a:pt x="189" y="1826"/>
                  <a:pt x="193" y="1813"/>
                </a:cubicBezTo>
                <a:cubicBezTo>
                  <a:pt x="207" y="1785"/>
                  <a:pt x="212" y="1777"/>
                  <a:pt x="212" y="1769"/>
                </a:cubicBezTo>
                <a:cubicBezTo>
                  <a:pt x="231" y="1724"/>
                  <a:pt x="232" y="1723"/>
                  <a:pt x="232" y="1723"/>
                </a:cubicBezTo>
                <a:cubicBezTo>
                  <a:pt x="241" y="1687"/>
                  <a:pt x="250" y="1685"/>
                  <a:pt x="246" y="1680"/>
                </a:cubicBezTo>
                <a:cubicBezTo>
                  <a:pt x="255" y="1650"/>
                  <a:pt x="264" y="1643"/>
                  <a:pt x="261" y="1634"/>
                </a:cubicBezTo>
                <a:cubicBezTo>
                  <a:pt x="261" y="1615"/>
                  <a:pt x="266" y="1624"/>
                  <a:pt x="258" y="1630"/>
                </a:cubicBezTo>
                <a:cubicBezTo>
                  <a:pt x="225" y="1703"/>
                  <a:pt x="231" y="1712"/>
                  <a:pt x="224" y="1719"/>
                </a:cubicBezTo>
                <a:cubicBezTo>
                  <a:pt x="201" y="1779"/>
                  <a:pt x="189" y="1792"/>
                  <a:pt x="185" y="1808"/>
                </a:cubicBezTo>
                <a:cubicBezTo>
                  <a:pt x="164" y="1850"/>
                  <a:pt x="163" y="1851"/>
                  <a:pt x="162" y="1851"/>
                </a:cubicBezTo>
                <a:cubicBezTo>
                  <a:pt x="130" y="1909"/>
                  <a:pt x="125" y="1924"/>
                  <a:pt x="116" y="1938"/>
                </a:cubicBezTo>
                <a:cubicBezTo>
                  <a:pt x="85" y="1979"/>
                  <a:pt x="78" y="1989"/>
                  <a:pt x="74" y="1984"/>
                </a:cubicBezTo>
                <a:cubicBezTo>
                  <a:pt x="101" y="1935"/>
                  <a:pt x="110" y="1933"/>
                  <a:pt x="110" y="1929"/>
                </a:cubicBezTo>
                <a:cubicBezTo>
                  <a:pt x="133" y="1879"/>
                  <a:pt x="144" y="1865"/>
                  <a:pt x="151" y="1850"/>
                </a:cubicBezTo>
                <a:cubicBezTo>
                  <a:pt x="161" y="1818"/>
                  <a:pt x="171" y="1815"/>
                  <a:pt x="170" y="1811"/>
                </a:cubicBezTo>
                <a:cubicBezTo>
                  <a:pt x="183" y="1782"/>
                  <a:pt x="189" y="1778"/>
                  <a:pt x="186" y="1772"/>
                </a:cubicBezTo>
                <a:cubicBezTo>
                  <a:pt x="208" y="1714"/>
                  <a:pt x="211" y="1705"/>
                  <a:pt x="216" y="1697"/>
                </a:cubicBezTo>
                <a:cubicBezTo>
                  <a:pt x="249" y="1613"/>
                  <a:pt x="260" y="1606"/>
                  <a:pt x="260" y="1597"/>
                </a:cubicBezTo>
                <a:cubicBezTo>
                  <a:pt x="273" y="1582"/>
                  <a:pt x="276" y="1577"/>
                  <a:pt x="275" y="1573"/>
                </a:cubicBezTo>
                <a:cubicBezTo>
                  <a:pt x="300" y="1533"/>
                  <a:pt x="312" y="1530"/>
                  <a:pt x="310" y="1525"/>
                </a:cubicBezTo>
                <a:cubicBezTo>
                  <a:pt x="348" y="1485"/>
                  <a:pt x="352" y="1480"/>
                  <a:pt x="353" y="1475"/>
                </a:cubicBezTo>
                <a:cubicBezTo>
                  <a:pt x="296" y="1530"/>
                  <a:pt x="297" y="1534"/>
                  <a:pt x="293" y="1536"/>
                </a:cubicBezTo>
                <a:cubicBezTo>
                  <a:pt x="262" y="1584"/>
                  <a:pt x="261" y="1586"/>
                  <a:pt x="259" y="1587"/>
                </a:cubicBezTo>
                <a:cubicBezTo>
                  <a:pt x="245" y="1606"/>
                  <a:pt x="239" y="1616"/>
                  <a:pt x="234" y="1615"/>
                </a:cubicBezTo>
                <a:cubicBezTo>
                  <a:pt x="213" y="1638"/>
                  <a:pt x="213" y="1645"/>
                  <a:pt x="206" y="1651"/>
                </a:cubicBezTo>
                <a:cubicBezTo>
                  <a:pt x="189" y="1676"/>
                  <a:pt x="180" y="1681"/>
                  <a:pt x="178" y="1687"/>
                </a:cubicBezTo>
                <a:cubicBezTo>
                  <a:pt x="154" y="1721"/>
                  <a:pt x="153" y="1721"/>
                  <a:pt x="152" y="1723"/>
                </a:cubicBezTo>
                <a:cubicBezTo>
                  <a:pt x="138" y="1753"/>
                  <a:pt x="137" y="1760"/>
                  <a:pt x="131" y="1764"/>
                </a:cubicBezTo>
                <a:cubicBezTo>
                  <a:pt x="105" y="1814"/>
                  <a:pt x="96" y="1826"/>
                  <a:pt x="91" y="1839"/>
                </a:cubicBezTo>
                <a:cubicBezTo>
                  <a:pt x="79" y="1861"/>
                  <a:pt x="80" y="1865"/>
                  <a:pt x="75" y="1868"/>
                </a:cubicBezTo>
                <a:cubicBezTo>
                  <a:pt x="53" y="1931"/>
                  <a:pt x="39" y="1943"/>
                  <a:pt x="37" y="1956"/>
                </a:cubicBezTo>
                <a:cubicBezTo>
                  <a:pt x="12" y="1997"/>
                  <a:pt x="15" y="2001"/>
                  <a:pt x="13" y="2004"/>
                </a:cubicBezTo>
                <a:cubicBezTo>
                  <a:pt x="0" y="2074"/>
                  <a:pt x="0" y="2074"/>
                  <a:pt x="0" y="2074"/>
                </a:cubicBezTo>
                <a:cubicBezTo>
                  <a:pt x="47" y="2051"/>
                  <a:pt x="57" y="2058"/>
                  <a:pt x="60" y="2053"/>
                </a:cubicBezTo>
                <a:cubicBezTo>
                  <a:pt x="86" y="2046"/>
                  <a:pt x="88" y="2051"/>
                  <a:pt x="93" y="2044"/>
                </a:cubicBezTo>
                <a:cubicBezTo>
                  <a:pt x="135" y="2037"/>
                  <a:pt x="138" y="2037"/>
                  <a:pt x="141" y="2037"/>
                </a:cubicBezTo>
                <a:cubicBezTo>
                  <a:pt x="178" y="2029"/>
                  <a:pt x="183" y="2033"/>
                  <a:pt x="190" y="2032"/>
                </a:cubicBezTo>
                <a:cubicBezTo>
                  <a:pt x="239" y="2030"/>
                  <a:pt x="244" y="2027"/>
                  <a:pt x="246" y="2033"/>
                </a:cubicBezTo>
                <a:cubicBezTo>
                  <a:pt x="314" y="2037"/>
                  <a:pt x="328" y="2029"/>
                  <a:pt x="340" y="2032"/>
                </a:cubicBezTo>
                <a:cubicBezTo>
                  <a:pt x="380" y="2037"/>
                  <a:pt x="384" y="2032"/>
                  <a:pt x="387" y="2035"/>
                </a:cubicBezTo>
                <a:cubicBezTo>
                  <a:pt x="426" y="2046"/>
                  <a:pt x="434" y="2040"/>
                  <a:pt x="440" y="2045"/>
                </a:cubicBezTo>
                <a:cubicBezTo>
                  <a:pt x="489" y="2055"/>
                  <a:pt x="497" y="2053"/>
                  <a:pt x="505" y="2054"/>
                </a:cubicBezTo>
                <a:cubicBezTo>
                  <a:pt x="541" y="2062"/>
                  <a:pt x="543" y="2072"/>
                  <a:pt x="548" y="2071"/>
                </a:cubicBezTo>
                <a:cubicBezTo>
                  <a:pt x="620" y="2083"/>
                  <a:pt x="627" y="2084"/>
                  <a:pt x="634" y="2086"/>
                </a:cubicBezTo>
                <a:cubicBezTo>
                  <a:pt x="692" y="2089"/>
                  <a:pt x="696" y="2090"/>
                  <a:pt x="700" y="2090"/>
                </a:cubicBezTo>
                <a:cubicBezTo>
                  <a:pt x="718" y="2081"/>
                  <a:pt x="711" y="2084"/>
                  <a:pt x="703" y="2089"/>
                </a:cubicBezTo>
                <a:cubicBezTo>
                  <a:pt x="641" y="2080"/>
                  <a:pt x="633" y="2074"/>
                  <a:pt x="624" y="2075"/>
                </a:cubicBezTo>
                <a:cubicBezTo>
                  <a:pt x="484" y="2043"/>
                  <a:pt x="482" y="2034"/>
                  <a:pt x="477" y="2038"/>
                </a:cubicBezTo>
                <a:cubicBezTo>
                  <a:pt x="444" y="2032"/>
                  <a:pt x="439" y="2029"/>
                  <a:pt x="434" y="2032"/>
                </a:cubicBezTo>
                <a:cubicBezTo>
                  <a:pt x="400" y="2025"/>
                  <a:pt x="396" y="2025"/>
                  <a:pt x="394" y="2024"/>
                </a:cubicBezTo>
                <a:cubicBezTo>
                  <a:pt x="343" y="2018"/>
                  <a:pt x="333" y="2022"/>
                  <a:pt x="324" y="2019"/>
                </a:cubicBezTo>
                <a:cubicBezTo>
                  <a:pt x="262" y="2020"/>
                  <a:pt x="257" y="2017"/>
                  <a:pt x="251" y="2019"/>
                </a:cubicBezTo>
                <a:cubicBezTo>
                  <a:pt x="209" y="2019"/>
                  <a:pt x="202" y="2023"/>
                  <a:pt x="197" y="2017"/>
                </a:cubicBezTo>
                <a:cubicBezTo>
                  <a:pt x="163" y="2024"/>
                  <a:pt x="159" y="2021"/>
                  <a:pt x="153" y="2025"/>
                </a:cubicBezTo>
                <a:cubicBezTo>
                  <a:pt x="126" y="2026"/>
                  <a:pt x="113" y="2030"/>
                  <a:pt x="100" y="2033"/>
                </a:cubicBezTo>
                <a:cubicBezTo>
                  <a:pt x="46" y="2044"/>
                  <a:pt x="41" y="2049"/>
                  <a:pt x="38" y="2046"/>
                </a:cubicBezTo>
                <a:cubicBezTo>
                  <a:pt x="58" y="2023"/>
                  <a:pt x="73" y="2020"/>
                  <a:pt x="88" y="2016"/>
                </a:cubicBezTo>
                <a:cubicBezTo>
                  <a:pt x="150" y="2002"/>
                  <a:pt x="153" y="2007"/>
                  <a:pt x="158" y="2001"/>
                </a:cubicBezTo>
                <a:cubicBezTo>
                  <a:pt x="211" y="2000"/>
                  <a:pt x="226" y="1994"/>
                  <a:pt x="238" y="1996"/>
                </a:cubicBezTo>
                <a:cubicBezTo>
                  <a:pt x="305" y="1993"/>
                  <a:pt x="312" y="1989"/>
                  <a:pt x="319" y="1990"/>
                </a:cubicBezTo>
                <a:cubicBezTo>
                  <a:pt x="365" y="1990"/>
                  <a:pt x="371" y="1992"/>
                  <a:pt x="377" y="1993"/>
                </a:cubicBezTo>
                <a:cubicBezTo>
                  <a:pt x="409" y="2001"/>
                  <a:pt x="424" y="1993"/>
                  <a:pt x="436" y="2003"/>
                </a:cubicBezTo>
                <a:cubicBezTo>
                  <a:pt x="467" y="2007"/>
                  <a:pt x="471" y="2008"/>
                  <a:pt x="473" y="2012"/>
                </a:cubicBezTo>
                <a:cubicBezTo>
                  <a:pt x="514" y="2012"/>
                  <a:pt x="519" y="2020"/>
                  <a:pt x="524" y="2020"/>
                </a:cubicBezTo>
                <a:cubicBezTo>
                  <a:pt x="580" y="2038"/>
                  <a:pt x="586" y="2039"/>
                  <a:pt x="591" y="2042"/>
                </a:cubicBezTo>
                <a:cubicBezTo>
                  <a:pt x="630" y="2053"/>
                  <a:pt x="638" y="2047"/>
                  <a:pt x="642" y="2056"/>
                </a:cubicBezTo>
                <a:cubicBezTo>
                  <a:pt x="683" y="2057"/>
                  <a:pt x="687" y="2066"/>
                  <a:pt x="694" y="2060"/>
                </a:cubicBezTo>
                <a:cubicBezTo>
                  <a:pt x="718" y="2066"/>
                  <a:pt x="724" y="2067"/>
                  <a:pt x="730" y="2067"/>
                </a:cubicBezTo>
                <a:cubicBezTo>
                  <a:pt x="681" y="2055"/>
                  <a:pt x="672" y="2053"/>
                  <a:pt x="662" y="2049"/>
                </a:cubicBezTo>
                <a:cubicBezTo>
                  <a:pt x="639" y="2048"/>
                  <a:pt x="637" y="2043"/>
                  <a:pt x="634" y="2044"/>
                </a:cubicBezTo>
                <a:cubicBezTo>
                  <a:pt x="602" y="2034"/>
                  <a:pt x="597" y="2035"/>
                  <a:pt x="592" y="2034"/>
                </a:cubicBezTo>
                <a:cubicBezTo>
                  <a:pt x="550" y="2016"/>
                  <a:pt x="547" y="2017"/>
                  <a:pt x="546" y="2016"/>
                </a:cubicBezTo>
                <a:cubicBezTo>
                  <a:pt x="500" y="2003"/>
                  <a:pt x="476" y="1998"/>
                  <a:pt x="452" y="1992"/>
                </a:cubicBezTo>
                <a:cubicBezTo>
                  <a:pt x="373" y="1979"/>
                  <a:pt x="366" y="1983"/>
                  <a:pt x="361" y="1980"/>
                </a:cubicBezTo>
                <a:cubicBezTo>
                  <a:pt x="317" y="1980"/>
                  <a:pt x="311" y="1977"/>
                  <a:pt x="304" y="1979"/>
                </a:cubicBezTo>
                <a:cubicBezTo>
                  <a:pt x="254" y="1981"/>
                  <a:pt x="240" y="1988"/>
                  <a:pt x="229" y="1981"/>
                </a:cubicBezTo>
                <a:cubicBezTo>
                  <a:pt x="97" y="1998"/>
                  <a:pt x="86" y="2008"/>
                  <a:pt x="78" y="2002"/>
                </a:cubicBezTo>
                <a:cubicBezTo>
                  <a:pt x="120" y="1992"/>
                  <a:pt x="112" y="1982"/>
                  <a:pt x="127" y="1976"/>
                </a:cubicBezTo>
                <a:cubicBezTo>
                  <a:pt x="158" y="1975"/>
                  <a:pt x="166" y="1976"/>
                  <a:pt x="174" y="1973"/>
                </a:cubicBezTo>
                <a:cubicBezTo>
                  <a:pt x="251" y="1972"/>
                  <a:pt x="259" y="1966"/>
                  <a:pt x="267" y="1970"/>
                </a:cubicBezTo>
                <a:cubicBezTo>
                  <a:pt x="297" y="1969"/>
                  <a:pt x="306" y="1966"/>
                  <a:pt x="312" y="1970"/>
                </a:cubicBezTo>
                <a:cubicBezTo>
                  <a:pt x="434" y="1970"/>
                  <a:pt x="451" y="1972"/>
                  <a:pt x="468" y="1978"/>
                </a:cubicBezTo>
                <a:cubicBezTo>
                  <a:pt x="509" y="1983"/>
                  <a:pt x="514" y="1981"/>
                  <a:pt x="519" y="1982"/>
                </a:cubicBezTo>
                <a:cubicBezTo>
                  <a:pt x="599" y="1990"/>
                  <a:pt x="601" y="1999"/>
                  <a:pt x="606" y="1997"/>
                </a:cubicBezTo>
                <a:cubicBezTo>
                  <a:pt x="652" y="2009"/>
                  <a:pt x="662" y="2003"/>
                  <a:pt x="670" y="2009"/>
                </a:cubicBezTo>
                <a:cubicBezTo>
                  <a:pt x="697" y="2023"/>
                  <a:pt x="702" y="2017"/>
                  <a:pt x="706" y="2020"/>
                </a:cubicBezTo>
                <a:cubicBezTo>
                  <a:pt x="669" y="2010"/>
                  <a:pt x="666" y="1994"/>
                  <a:pt x="657" y="2000"/>
                </a:cubicBezTo>
                <a:cubicBezTo>
                  <a:pt x="630" y="1988"/>
                  <a:pt x="622" y="1995"/>
                  <a:pt x="616" y="1986"/>
                </a:cubicBezTo>
                <a:cubicBezTo>
                  <a:pt x="542" y="1976"/>
                  <a:pt x="535" y="1970"/>
                  <a:pt x="525" y="1974"/>
                </a:cubicBezTo>
                <a:cubicBezTo>
                  <a:pt x="482" y="1967"/>
                  <a:pt x="480" y="1966"/>
                  <a:pt x="479" y="1963"/>
                </a:cubicBezTo>
                <a:cubicBezTo>
                  <a:pt x="462" y="1959"/>
                  <a:pt x="459" y="1963"/>
                  <a:pt x="456" y="1961"/>
                </a:cubicBezTo>
                <a:cubicBezTo>
                  <a:pt x="424" y="1960"/>
                  <a:pt x="420" y="1957"/>
                  <a:pt x="415" y="1957"/>
                </a:cubicBezTo>
                <a:cubicBezTo>
                  <a:pt x="350" y="1950"/>
                  <a:pt x="339" y="1957"/>
                  <a:pt x="331" y="1951"/>
                </a:cubicBezTo>
                <a:cubicBezTo>
                  <a:pt x="265" y="1954"/>
                  <a:pt x="248" y="1958"/>
                  <a:pt x="232" y="1955"/>
                </a:cubicBezTo>
                <a:cubicBezTo>
                  <a:pt x="190" y="1956"/>
                  <a:pt x="185" y="1957"/>
                  <a:pt x="180" y="1961"/>
                </a:cubicBezTo>
                <a:cubicBezTo>
                  <a:pt x="140" y="1964"/>
                  <a:pt x="138" y="1962"/>
                  <a:pt x="136" y="1963"/>
                </a:cubicBezTo>
                <a:cubicBezTo>
                  <a:pt x="170" y="1946"/>
                  <a:pt x="182" y="1937"/>
                  <a:pt x="192" y="1943"/>
                </a:cubicBezTo>
                <a:cubicBezTo>
                  <a:pt x="246" y="1933"/>
                  <a:pt x="253" y="1924"/>
                  <a:pt x="258" y="1930"/>
                </a:cubicBezTo>
                <a:cubicBezTo>
                  <a:pt x="295" y="1927"/>
                  <a:pt x="301" y="1923"/>
                  <a:pt x="307" y="1925"/>
                </a:cubicBezTo>
                <a:cubicBezTo>
                  <a:pt x="327" y="1924"/>
                  <a:pt x="331" y="1922"/>
                  <a:pt x="334" y="1924"/>
                </a:cubicBezTo>
                <a:cubicBezTo>
                  <a:pt x="388" y="1925"/>
                  <a:pt x="404" y="1929"/>
                  <a:pt x="421" y="1929"/>
                </a:cubicBezTo>
                <a:cubicBezTo>
                  <a:pt x="460" y="1931"/>
                  <a:pt x="464" y="1930"/>
                  <a:pt x="468" y="1932"/>
                </a:cubicBezTo>
                <a:cubicBezTo>
                  <a:pt x="500" y="1938"/>
                  <a:pt x="509" y="1939"/>
                  <a:pt x="516" y="1945"/>
                </a:cubicBezTo>
                <a:cubicBezTo>
                  <a:pt x="545" y="1947"/>
                  <a:pt x="549" y="1948"/>
                  <a:pt x="553" y="1948"/>
                </a:cubicBezTo>
                <a:cubicBezTo>
                  <a:pt x="581" y="1954"/>
                  <a:pt x="585" y="1955"/>
                  <a:pt x="589" y="1956"/>
                </a:cubicBezTo>
                <a:cubicBezTo>
                  <a:pt x="631" y="1965"/>
                  <a:pt x="637" y="1957"/>
                  <a:pt x="640" y="1963"/>
                </a:cubicBezTo>
                <a:cubicBezTo>
                  <a:pt x="669" y="1971"/>
                  <a:pt x="675" y="1965"/>
                  <a:pt x="677" y="1973"/>
                </a:cubicBezTo>
                <a:cubicBezTo>
                  <a:pt x="724" y="1978"/>
                  <a:pt x="732" y="1980"/>
                  <a:pt x="742" y="1975"/>
                </a:cubicBezTo>
                <a:cubicBezTo>
                  <a:pt x="794" y="1988"/>
                  <a:pt x="801" y="1972"/>
                  <a:pt x="804" y="1979"/>
                </a:cubicBezTo>
                <a:cubicBezTo>
                  <a:pt x="853" y="1977"/>
                  <a:pt x="861" y="1982"/>
                  <a:pt x="870" y="1979"/>
                </a:cubicBezTo>
                <a:cubicBezTo>
                  <a:pt x="900" y="1977"/>
                  <a:pt x="904" y="1976"/>
                  <a:pt x="908" y="1978"/>
                </a:cubicBezTo>
                <a:cubicBezTo>
                  <a:pt x="897" y="1971"/>
                  <a:pt x="890" y="1973"/>
                  <a:pt x="884" y="1974"/>
                </a:cubicBezTo>
                <a:cubicBezTo>
                  <a:pt x="803" y="1972"/>
                  <a:pt x="797" y="1971"/>
                  <a:pt x="791" y="1970"/>
                </a:cubicBezTo>
                <a:cubicBezTo>
                  <a:pt x="749" y="1968"/>
                  <a:pt x="743" y="1967"/>
                  <a:pt x="737" y="1968"/>
                </a:cubicBezTo>
                <a:cubicBezTo>
                  <a:pt x="658" y="1953"/>
                  <a:pt x="651" y="1957"/>
                  <a:pt x="646" y="1952"/>
                </a:cubicBezTo>
                <a:cubicBezTo>
                  <a:pt x="564" y="1938"/>
                  <a:pt x="554" y="1936"/>
                  <a:pt x="545" y="1932"/>
                </a:cubicBezTo>
                <a:cubicBezTo>
                  <a:pt x="508" y="1929"/>
                  <a:pt x="500" y="1925"/>
                  <a:pt x="491" y="1924"/>
                </a:cubicBezTo>
                <a:cubicBezTo>
                  <a:pt x="443" y="1917"/>
                  <a:pt x="439" y="1914"/>
                  <a:pt x="434" y="1917"/>
                </a:cubicBezTo>
                <a:cubicBezTo>
                  <a:pt x="368" y="1913"/>
                  <a:pt x="358" y="1915"/>
                  <a:pt x="349" y="1911"/>
                </a:cubicBezTo>
                <a:cubicBezTo>
                  <a:pt x="280" y="1915"/>
                  <a:pt x="270" y="1914"/>
                  <a:pt x="260" y="1918"/>
                </a:cubicBezTo>
                <a:cubicBezTo>
                  <a:pt x="210" y="1922"/>
                  <a:pt x="205" y="1923"/>
                  <a:pt x="200" y="1927"/>
                </a:cubicBezTo>
                <a:cubicBezTo>
                  <a:pt x="203" y="1912"/>
                  <a:pt x="214" y="1906"/>
                  <a:pt x="223" y="1905"/>
                </a:cubicBezTo>
                <a:cubicBezTo>
                  <a:pt x="262" y="1903"/>
                  <a:pt x="272" y="1903"/>
                  <a:pt x="282" y="1900"/>
                </a:cubicBezTo>
                <a:cubicBezTo>
                  <a:pt x="349" y="1898"/>
                  <a:pt x="359" y="1896"/>
                  <a:pt x="369" y="1894"/>
                </a:cubicBezTo>
                <a:cubicBezTo>
                  <a:pt x="452" y="1895"/>
                  <a:pt x="455" y="1898"/>
                  <a:pt x="458" y="1897"/>
                </a:cubicBezTo>
                <a:cubicBezTo>
                  <a:pt x="522" y="1908"/>
                  <a:pt x="530" y="1902"/>
                  <a:pt x="536" y="1908"/>
                </a:cubicBezTo>
                <a:cubicBezTo>
                  <a:pt x="571" y="1918"/>
                  <a:pt x="575" y="1912"/>
                  <a:pt x="577" y="1918"/>
                </a:cubicBezTo>
                <a:cubicBezTo>
                  <a:pt x="628" y="1926"/>
                  <a:pt x="656" y="1930"/>
                  <a:pt x="684" y="1937"/>
                </a:cubicBezTo>
                <a:cubicBezTo>
                  <a:pt x="734" y="1944"/>
                  <a:pt x="740" y="1949"/>
                  <a:pt x="747" y="1947"/>
                </a:cubicBezTo>
                <a:cubicBezTo>
                  <a:pt x="821" y="1951"/>
                  <a:pt x="829" y="1947"/>
                  <a:pt x="837" y="1946"/>
                </a:cubicBezTo>
                <a:cubicBezTo>
                  <a:pt x="859" y="1935"/>
                  <a:pt x="855" y="1936"/>
                  <a:pt x="851" y="1940"/>
                </a:cubicBezTo>
                <a:cubicBezTo>
                  <a:pt x="802" y="1944"/>
                  <a:pt x="788" y="1936"/>
                  <a:pt x="771" y="1941"/>
                </a:cubicBezTo>
                <a:cubicBezTo>
                  <a:pt x="701" y="1932"/>
                  <a:pt x="695" y="1921"/>
                  <a:pt x="687" y="1925"/>
                </a:cubicBezTo>
                <a:cubicBezTo>
                  <a:pt x="651" y="1925"/>
                  <a:pt x="650" y="1910"/>
                  <a:pt x="644" y="1918"/>
                </a:cubicBezTo>
                <a:cubicBezTo>
                  <a:pt x="573" y="1907"/>
                  <a:pt x="547" y="1893"/>
                  <a:pt x="518" y="1892"/>
                </a:cubicBezTo>
                <a:cubicBezTo>
                  <a:pt x="472" y="1886"/>
                  <a:pt x="468" y="1886"/>
                  <a:pt x="465" y="1885"/>
                </a:cubicBezTo>
                <a:cubicBezTo>
                  <a:pt x="426" y="1884"/>
                  <a:pt x="423" y="1883"/>
                  <a:pt x="420" y="1881"/>
                </a:cubicBezTo>
                <a:cubicBezTo>
                  <a:pt x="390" y="1886"/>
                  <a:pt x="387" y="1878"/>
                  <a:pt x="381" y="1886"/>
                </a:cubicBezTo>
                <a:cubicBezTo>
                  <a:pt x="318" y="1882"/>
                  <a:pt x="301" y="1888"/>
                  <a:pt x="285" y="1888"/>
                </a:cubicBezTo>
                <a:cubicBezTo>
                  <a:pt x="243" y="1890"/>
                  <a:pt x="254" y="1879"/>
                  <a:pt x="263" y="1881"/>
                </a:cubicBezTo>
                <a:cubicBezTo>
                  <a:pt x="333" y="1866"/>
                  <a:pt x="337" y="1862"/>
                  <a:pt x="339" y="1865"/>
                </a:cubicBezTo>
                <a:cubicBezTo>
                  <a:pt x="362" y="1863"/>
                  <a:pt x="366" y="1862"/>
                  <a:pt x="369" y="1862"/>
                </a:cubicBezTo>
                <a:cubicBezTo>
                  <a:pt x="432" y="1861"/>
                  <a:pt x="438" y="1864"/>
                  <a:pt x="444" y="1865"/>
                </a:cubicBezTo>
                <a:cubicBezTo>
                  <a:pt x="505" y="1873"/>
                  <a:pt x="512" y="1869"/>
                  <a:pt x="518" y="1871"/>
                </a:cubicBezTo>
                <a:cubicBezTo>
                  <a:pt x="566" y="1885"/>
                  <a:pt x="580" y="1881"/>
                  <a:pt x="592" y="1887"/>
                </a:cubicBezTo>
                <a:cubicBezTo>
                  <a:pt x="631" y="1892"/>
                  <a:pt x="633" y="1897"/>
                  <a:pt x="636" y="1896"/>
                </a:cubicBezTo>
                <a:cubicBezTo>
                  <a:pt x="666" y="1905"/>
                  <a:pt x="669" y="1906"/>
                  <a:pt x="671" y="1907"/>
                </a:cubicBezTo>
                <a:cubicBezTo>
                  <a:pt x="693" y="1912"/>
                  <a:pt x="697" y="1906"/>
                  <a:pt x="700" y="1913"/>
                </a:cubicBezTo>
                <a:cubicBezTo>
                  <a:pt x="759" y="1922"/>
                  <a:pt x="762" y="1921"/>
                  <a:pt x="765" y="1921"/>
                </a:cubicBezTo>
                <a:cubicBezTo>
                  <a:pt x="800" y="1925"/>
                  <a:pt x="805" y="1929"/>
                  <a:pt x="812" y="1924"/>
                </a:cubicBezTo>
                <a:cubicBezTo>
                  <a:pt x="896" y="1917"/>
                  <a:pt x="903" y="1922"/>
                  <a:pt x="904" y="1915"/>
                </a:cubicBezTo>
                <a:cubicBezTo>
                  <a:pt x="941" y="1910"/>
                  <a:pt x="946" y="1909"/>
                  <a:pt x="951" y="1911"/>
                </a:cubicBezTo>
                <a:cubicBezTo>
                  <a:pt x="905" y="1904"/>
                  <a:pt x="893" y="1921"/>
                  <a:pt x="885" y="1913"/>
                </a:cubicBezTo>
                <a:cubicBezTo>
                  <a:pt x="846" y="1919"/>
                  <a:pt x="837" y="1917"/>
                  <a:pt x="828" y="1917"/>
                </a:cubicBezTo>
                <a:cubicBezTo>
                  <a:pt x="792" y="1912"/>
                  <a:pt x="784" y="1914"/>
                  <a:pt x="777" y="1913"/>
                </a:cubicBezTo>
                <a:cubicBezTo>
                  <a:pt x="738" y="1903"/>
                  <a:pt x="721" y="1904"/>
                  <a:pt x="706" y="1901"/>
                </a:cubicBezTo>
                <a:cubicBezTo>
                  <a:pt x="649" y="1879"/>
                  <a:pt x="642" y="1891"/>
                  <a:pt x="638" y="1884"/>
                </a:cubicBezTo>
                <a:cubicBezTo>
                  <a:pt x="605" y="1878"/>
                  <a:pt x="601" y="1875"/>
                  <a:pt x="597" y="1874"/>
                </a:cubicBezTo>
                <a:cubicBezTo>
                  <a:pt x="550" y="1863"/>
                  <a:pt x="544" y="1867"/>
                  <a:pt x="540" y="1863"/>
                </a:cubicBezTo>
                <a:cubicBezTo>
                  <a:pt x="502" y="1857"/>
                  <a:pt x="493" y="1855"/>
                  <a:pt x="484" y="1851"/>
                </a:cubicBezTo>
                <a:cubicBezTo>
                  <a:pt x="446" y="1850"/>
                  <a:pt x="441" y="1849"/>
                  <a:pt x="436" y="1850"/>
                </a:cubicBezTo>
                <a:cubicBezTo>
                  <a:pt x="427" y="1849"/>
                  <a:pt x="427" y="1849"/>
                  <a:pt x="426" y="1849"/>
                </a:cubicBezTo>
                <a:cubicBezTo>
                  <a:pt x="441" y="1845"/>
                  <a:pt x="447" y="1841"/>
                  <a:pt x="453" y="1841"/>
                </a:cubicBezTo>
                <a:cubicBezTo>
                  <a:pt x="505" y="1847"/>
                  <a:pt x="512" y="1842"/>
                  <a:pt x="517" y="1843"/>
                </a:cubicBezTo>
                <a:cubicBezTo>
                  <a:pt x="568" y="1846"/>
                  <a:pt x="586" y="1847"/>
                  <a:pt x="604" y="1850"/>
                </a:cubicBezTo>
                <a:cubicBezTo>
                  <a:pt x="715" y="1864"/>
                  <a:pt x="721" y="1868"/>
                  <a:pt x="727" y="1870"/>
                </a:cubicBezTo>
                <a:cubicBezTo>
                  <a:pt x="767" y="1870"/>
                  <a:pt x="775" y="1878"/>
                  <a:pt x="787" y="1871"/>
                </a:cubicBezTo>
                <a:cubicBezTo>
                  <a:pt x="812" y="1876"/>
                  <a:pt x="815" y="1872"/>
                  <a:pt x="818" y="1875"/>
                </a:cubicBezTo>
                <a:cubicBezTo>
                  <a:pt x="838" y="1878"/>
                  <a:pt x="833" y="1869"/>
                  <a:pt x="827" y="1869"/>
                </a:cubicBezTo>
                <a:cubicBezTo>
                  <a:pt x="753" y="1860"/>
                  <a:pt x="740" y="1862"/>
                  <a:pt x="727" y="1859"/>
                </a:cubicBezTo>
                <a:cubicBezTo>
                  <a:pt x="684" y="1853"/>
                  <a:pt x="681" y="1851"/>
                  <a:pt x="678" y="1850"/>
                </a:cubicBezTo>
                <a:cubicBezTo>
                  <a:pt x="661" y="1852"/>
                  <a:pt x="655" y="1843"/>
                  <a:pt x="648" y="1846"/>
                </a:cubicBezTo>
                <a:cubicBezTo>
                  <a:pt x="594" y="1836"/>
                  <a:pt x="591" y="1835"/>
                  <a:pt x="587" y="1838"/>
                </a:cubicBezTo>
                <a:cubicBezTo>
                  <a:pt x="522" y="1827"/>
                  <a:pt x="517" y="1833"/>
                  <a:pt x="514" y="1828"/>
                </a:cubicBezTo>
                <a:cubicBezTo>
                  <a:pt x="480" y="1832"/>
                  <a:pt x="473" y="1830"/>
                  <a:pt x="465" y="1829"/>
                </a:cubicBezTo>
                <a:cubicBezTo>
                  <a:pt x="401" y="1836"/>
                  <a:pt x="395" y="1840"/>
                  <a:pt x="391" y="1837"/>
                </a:cubicBezTo>
                <a:cubicBezTo>
                  <a:pt x="321" y="1841"/>
                  <a:pt x="308" y="1853"/>
                  <a:pt x="299" y="1847"/>
                </a:cubicBezTo>
                <a:cubicBezTo>
                  <a:pt x="357" y="1823"/>
                  <a:pt x="369" y="1823"/>
                  <a:pt x="382" y="1819"/>
                </a:cubicBezTo>
                <a:cubicBezTo>
                  <a:pt x="443" y="1805"/>
                  <a:pt x="449" y="1806"/>
                  <a:pt x="456" y="1804"/>
                </a:cubicBezTo>
                <a:cubicBezTo>
                  <a:pt x="500" y="1801"/>
                  <a:pt x="505" y="1805"/>
                  <a:pt x="513" y="1801"/>
                </a:cubicBezTo>
                <a:cubicBezTo>
                  <a:pt x="546" y="1804"/>
                  <a:pt x="560" y="1799"/>
                  <a:pt x="573" y="1802"/>
                </a:cubicBezTo>
                <a:cubicBezTo>
                  <a:pt x="598" y="1804"/>
                  <a:pt x="606" y="1802"/>
                  <a:pt x="612" y="1804"/>
                </a:cubicBezTo>
                <a:cubicBezTo>
                  <a:pt x="666" y="1801"/>
                  <a:pt x="677" y="1810"/>
                  <a:pt x="691" y="1806"/>
                </a:cubicBezTo>
                <a:cubicBezTo>
                  <a:pt x="743" y="1812"/>
                  <a:pt x="755" y="1821"/>
                  <a:pt x="768" y="1817"/>
                </a:cubicBezTo>
                <a:cubicBezTo>
                  <a:pt x="815" y="1828"/>
                  <a:pt x="822" y="1827"/>
                  <a:pt x="829" y="1829"/>
                </a:cubicBezTo>
                <a:cubicBezTo>
                  <a:pt x="863" y="1836"/>
                  <a:pt x="876" y="1842"/>
                  <a:pt x="891" y="1843"/>
                </a:cubicBezTo>
                <a:cubicBezTo>
                  <a:pt x="916" y="1847"/>
                  <a:pt x="922" y="1848"/>
                  <a:pt x="927" y="1850"/>
                </a:cubicBezTo>
                <a:cubicBezTo>
                  <a:pt x="988" y="1849"/>
                  <a:pt x="999" y="1857"/>
                  <a:pt x="1012" y="1853"/>
                </a:cubicBezTo>
                <a:cubicBezTo>
                  <a:pt x="1041" y="1850"/>
                  <a:pt x="1043" y="1850"/>
                  <a:pt x="1044" y="1850"/>
                </a:cubicBezTo>
                <a:cubicBezTo>
                  <a:pt x="999" y="1849"/>
                  <a:pt x="988" y="1843"/>
                  <a:pt x="975" y="1849"/>
                </a:cubicBezTo>
                <a:cubicBezTo>
                  <a:pt x="934" y="1842"/>
                  <a:pt x="931" y="1843"/>
                  <a:pt x="929" y="1838"/>
                </a:cubicBezTo>
                <a:cubicBezTo>
                  <a:pt x="892" y="1836"/>
                  <a:pt x="887" y="1832"/>
                  <a:pt x="881" y="1829"/>
                </a:cubicBezTo>
                <a:cubicBezTo>
                  <a:pt x="836" y="1823"/>
                  <a:pt x="830" y="1817"/>
                  <a:pt x="823" y="1816"/>
                </a:cubicBezTo>
                <a:cubicBezTo>
                  <a:pt x="784" y="1810"/>
                  <a:pt x="780" y="1809"/>
                  <a:pt x="776" y="1808"/>
                </a:cubicBezTo>
                <a:cubicBezTo>
                  <a:pt x="747" y="1807"/>
                  <a:pt x="745" y="1799"/>
                  <a:pt x="739" y="1805"/>
                </a:cubicBezTo>
                <a:cubicBezTo>
                  <a:pt x="696" y="1802"/>
                  <a:pt x="690" y="1789"/>
                  <a:pt x="681" y="1796"/>
                </a:cubicBezTo>
                <a:cubicBezTo>
                  <a:pt x="600" y="1793"/>
                  <a:pt x="592" y="1791"/>
                  <a:pt x="584" y="1788"/>
                </a:cubicBezTo>
                <a:cubicBezTo>
                  <a:pt x="555" y="1789"/>
                  <a:pt x="550" y="1790"/>
                  <a:pt x="546" y="1793"/>
                </a:cubicBezTo>
                <a:cubicBezTo>
                  <a:pt x="478" y="1787"/>
                  <a:pt x="468" y="1796"/>
                  <a:pt x="460" y="1790"/>
                </a:cubicBezTo>
                <a:cubicBezTo>
                  <a:pt x="447" y="1786"/>
                  <a:pt x="452" y="1789"/>
                  <a:pt x="459" y="1788"/>
                </a:cubicBezTo>
                <a:cubicBezTo>
                  <a:pt x="503" y="1789"/>
                  <a:pt x="512" y="1780"/>
                  <a:pt x="519" y="1779"/>
                </a:cubicBezTo>
                <a:cubicBezTo>
                  <a:pt x="592" y="1770"/>
                  <a:pt x="598" y="1780"/>
                  <a:pt x="607" y="1775"/>
                </a:cubicBezTo>
                <a:cubicBezTo>
                  <a:pt x="711" y="1778"/>
                  <a:pt x="713" y="1793"/>
                  <a:pt x="718" y="1785"/>
                </a:cubicBezTo>
                <a:cubicBezTo>
                  <a:pt x="749" y="1798"/>
                  <a:pt x="747" y="1779"/>
                  <a:pt x="751" y="1787"/>
                </a:cubicBezTo>
                <a:cubicBezTo>
                  <a:pt x="793" y="1807"/>
                  <a:pt x="794" y="1787"/>
                  <a:pt x="798" y="1794"/>
                </a:cubicBezTo>
                <a:cubicBezTo>
                  <a:pt x="832" y="1808"/>
                  <a:pt x="838" y="1809"/>
                  <a:pt x="844" y="1805"/>
                </a:cubicBezTo>
                <a:cubicBezTo>
                  <a:pt x="887" y="1811"/>
                  <a:pt x="894" y="1824"/>
                  <a:pt x="904" y="1817"/>
                </a:cubicBezTo>
                <a:cubicBezTo>
                  <a:pt x="923" y="1819"/>
                  <a:pt x="927" y="1825"/>
                  <a:pt x="932" y="1822"/>
                </a:cubicBezTo>
                <a:cubicBezTo>
                  <a:pt x="991" y="1824"/>
                  <a:pt x="988" y="1823"/>
                  <a:pt x="985" y="1822"/>
                </a:cubicBezTo>
                <a:cubicBezTo>
                  <a:pt x="941" y="1816"/>
                  <a:pt x="929" y="1813"/>
                  <a:pt x="915" y="1817"/>
                </a:cubicBezTo>
                <a:cubicBezTo>
                  <a:pt x="882" y="1804"/>
                  <a:pt x="876" y="1810"/>
                  <a:pt x="874" y="1802"/>
                </a:cubicBezTo>
                <a:cubicBezTo>
                  <a:pt x="838" y="1791"/>
                  <a:pt x="833" y="1797"/>
                  <a:pt x="829" y="1794"/>
                </a:cubicBezTo>
                <a:cubicBezTo>
                  <a:pt x="730" y="1777"/>
                  <a:pt x="718" y="1770"/>
                  <a:pt x="704" y="1773"/>
                </a:cubicBezTo>
                <a:cubicBezTo>
                  <a:pt x="613" y="1766"/>
                  <a:pt x="600" y="1761"/>
                  <a:pt x="586" y="1765"/>
                </a:cubicBezTo>
                <a:cubicBezTo>
                  <a:pt x="524" y="1768"/>
                  <a:pt x="520" y="1772"/>
                  <a:pt x="517" y="1766"/>
                </a:cubicBezTo>
                <a:cubicBezTo>
                  <a:pt x="480" y="1769"/>
                  <a:pt x="473" y="1774"/>
                  <a:pt x="466" y="1773"/>
                </a:cubicBezTo>
                <a:cubicBezTo>
                  <a:pt x="436" y="1778"/>
                  <a:pt x="441" y="1763"/>
                  <a:pt x="448" y="1757"/>
                </a:cubicBezTo>
                <a:cubicBezTo>
                  <a:pt x="504" y="1746"/>
                  <a:pt x="510" y="1742"/>
                  <a:pt x="515" y="1747"/>
                </a:cubicBezTo>
                <a:cubicBezTo>
                  <a:pt x="542" y="1741"/>
                  <a:pt x="545" y="1745"/>
                  <a:pt x="549" y="1745"/>
                </a:cubicBezTo>
                <a:cubicBezTo>
                  <a:pt x="585" y="1745"/>
                  <a:pt x="590" y="1741"/>
                  <a:pt x="595" y="1742"/>
                </a:cubicBezTo>
                <a:cubicBezTo>
                  <a:pt x="689" y="1745"/>
                  <a:pt x="698" y="1748"/>
                  <a:pt x="707" y="1747"/>
                </a:cubicBezTo>
                <a:cubicBezTo>
                  <a:pt x="726" y="1749"/>
                  <a:pt x="730" y="1752"/>
                  <a:pt x="735" y="1752"/>
                </a:cubicBezTo>
                <a:cubicBezTo>
                  <a:pt x="766" y="1759"/>
                  <a:pt x="771" y="1758"/>
                  <a:pt x="775" y="1764"/>
                </a:cubicBezTo>
                <a:cubicBezTo>
                  <a:pt x="828" y="1774"/>
                  <a:pt x="842" y="1776"/>
                  <a:pt x="855" y="1780"/>
                </a:cubicBezTo>
                <a:cubicBezTo>
                  <a:pt x="903" y="1782"/>
                  <a:pt x="909" y="1791"/>
                  <a:pt x="916" y="1788"/>
                </a:cubicBezTo>
                <a:cubicBezTo>
                  <a:pt x="964" y="1794"/>
                  <a:pt x="969" y="1802"/>
                  <a:pt x="977" y="1800"/>
                </a:cubicBezTo>
                <a:cubicBezTo>
                  <a:pt x="1073" y="1805"/>
                  <a:pt x="1085" y="1813"/>
                  <a:pt x="1100" y="1807"/>
                </a:cubicBezTo>
                <a:cubicBezTo>
                  <a:pt x="1124" y="1811"/>
                  <a:pt x="1129" y="1804"/>
                  <a:pt x="1132" y="1807"/>
                </a:cubicBezTo>
                <a:cubicBezTo>
                  <a:pt x="1171" y="1807"/>
                  <a:pt x="1181" y="1802"/>
                  <a:pt x="1189" y="1804"/>
                </a:cubicBezTo>
                <a:cubicBezTo>
                  <a:pt x="1247" y="1804"/>
                  <a:pt x="1257" y="1798"/>
                  <a:pt x="1265" y="1798"/>
                </a:cubicBezTo>
                <a:cubicBezTo>
                  <a:pt x="1322" y="1783"/>
                  <a:pt x="1327" y="1782"/>
                  <a:pt x="1332" y="1777"/>
                </a:cubicBezTo>
                <a:cubicBezTo>
                  <a:pt x="1302" y="1785"/>
                  <a:pt x="1293" y="1781"/>
                  <a:pt x="1281" y="1790"/>
                </a:cubicBezTo>
                <a:cubicBezTo>
                  <a:pt x="1209" y="1792"/>
                  <a:pt x="1189" y="1800"/>
                  <a:pt x="1172" y="1794"/>
                </a:cubicBezTo>
                <a:cubicBezTo>
                  <a:pt x="1124" y="1789"/>
                  <a:pt x="1121" y="1794"/>
                  <a:pt x="1119" y="1788"/>
                </a:cubicBezTo>
                <a:cubicBezTo>
                  <a:pt x="1084" y="1783"/>
                  <a:pt x="1075" y="1781"/>
                  <a:pt x="1067" y="1778"/>
                </a:cubicBezTo>
                <a:cubicBezTo>
                  <a:pt x="1024" y="1766"/>
                  <a:pt x="1020" y="1763"/>
                  <a:pt x="1015" y="1763"/>
                </a:cubicBezTo>
                <a:cubicBezTo>
                  <a:pt x="930" y="1734"/>
                  <a:pt x="921" y="1736"/>
                  <a:pt x="913" y="1731"/>
                </a:cubicBezTo>
                <a:cubicBezTo>
                  <a:pt x="872" y="1723"/>
                  <a:pt x="872" y="1723"/>
                  <a:pt x="872" y="1723"/>
                </a:cubicBezTo>
                <a:cubicBezTo>
                  <a:pt x="796" y="1706"/>
                  <a:pt x="789" y="1717"/>
                  <a:pt x="786" y="1708"/>
                </a:cubicBezTo>
                <a:cubicBezTo>
                  <a:pt x="752" y="1705"/>
                  <a:pt x="750" y="1703"/>
                  <a:pt x="746" y="1706"/>
                </a:cubicBezTo>
                <a:cubicBezTo>
                  <a:pt x="702" y="1704"/>
                  <a:pt x="698" y="1700"/>
                  <a:pt x="693" y="1700"/>
                </a:cubicBezTo>
                <a:cubicBezTo>
                  <a:pt x="656" y="1700"/>
                  <a:pt x="651" y="1698"/>
                  <a:pt x="646" y="1697"/>
                </a:cubicBezTo>
                <a:cubicBezTo>
                  <a:pt x="631" y="1693"/>
                  <a:pt x="647" y="1694"/>
                  <a:pt x="663" y="1692"/>
                </a:cubicBezTo>
                <a:cubicBezTo>
                  <a:pt x="748" y="1696"/>
                  <a:pt x="758" y="1693"/>
                  <a:pt x="768" y="1692"/>
                </a:cubicBezTo>
                <a:cubicBezTo>
                  <a:pt x="814" y="1692"/>
                  <a:pt x="817" y="1705"/>
                  <a:pt x="823" y="1701"/>
                </a:cubicBezTo>
                <a:cubicBezTo>
                  <a:pt x="893" y="1720"/>
                  <a:pt x="898" y="1716"/>
                  <a:pt x="902" y="1720"/>
                </a:cubicBezTo>
                <a:cubicBezTo>
                  <a:pt x="925" y="1724"/>
                  <a:pt x="927" y="1726"/>
                  <a:pt x="931" y="1723"/>
                </a:cubicBezTo>
                <a:cubicBezTo>
                  <a:pt x="939" y="1729"/>
                  <a:pt x="949" y="1728"/>
                  <a:pt x="957" y="1729"/>
                </a:cubicBezTo>
                <a:cubicBezTo>
                  <a:pt x="1002" y="1738"/>
                  <a:pt x="1006" y="1741"/>
                  <a:pt x="1011" y="1742"/>
                </a:cubicBezTo>
                <a:cubicBezTo>
                  <a:pt x="1043" y="1750"/>
                  <a:pt x="1047" y="1751"/>
                  <a:pt x="1051" y="1749"/>
                </a:cubicBezTo>
                <a:cubicBezTo>
                  <a:pt x="1083" y="1762"/>
                  <a:pt x="1090" y="1751"/>
                  <a:pt x="1093" y="1760"/>
                </a:cubicBezTo>
                <a:cubicBezTo>
                  <a:pt x="1164" y="1750"/>
                  <a:pt x="1174" y="1761"/>
                  <a:pt x="1189" y="1751"/>
                </a:cubicBezTo>
                <a:cubicBezTo>
                  <a:pt x="1274" y="1733"/>
                  <a:pt x="1280" y="1735"/>
                  <a:pt x="1287" y="1731"/>
                </a:cubicBezTo>
                <a:cubicBezTo>
                  <a:pt x="1301" y="1721"/>
                  <a:pt x="1299" y="1722"/>
                  <a:pt x="1296" y="1723"/>
                </a:cubicBezTo>
                <a:cubicBezTo>
                  <a:pt x="1242" y="1734"/>
                  <a:pt x="1238" y="1735"/>
                  <a:pt x="1233" y="1739"/>
                </a:cubicBezTo>
                <a:cubicBezTo>
                  <a:pt x="1198" y="1742"/>
                  <a:pt x="1187" y="1742"/>
                  <a:pt x="1175" y="1747"/>
                </a:cubicBezTo>
                <a:cubicBezTo>
                  <a:pt x="1097" y="1746"/>
                  <a:pt x="1085" y="1745"/>
                  <a:pt x="1074" y="1748"/>
                </a:cubicBezTo>
                <a:cubicBezTo>
                  <a:pt x="1029" y="1731"/>
                  <a:pt x="1024" y="1732"/>
                  <a:pt x="1019" y="1733"/>
                </a:cubicBezTo>
                <a:cubicBezTo>
                  <a:pt x="968" y="1722"/>
                  <a:pt x="966" y="1720"/>
                  <a:pt x="963" y="1718"/>
                </a:cubicBezTo>
                <a:cubicBezTo>
                  <a:pt x="888" y="1705"/>
                  <a:pt x="870" y="1698"/>
                  <a:pt x="852" y="1692"/>
                </a:cubicBezTo>
                <a:cubicBezTo>
                  <a:pt x="783" y="1690"/>
                  <a:pt x="782" y="1675"/>
                  <a:pt x="776" y="1683"/>
                </a:cubicBezTo>
                <a:cubicBezTo>
                  <a:pt x="741" y="1678"/>
                  <a:pt x="733" y="1680"/>
                  <a:pt x="724" y="1679"/>
                </a:cubicBezTo>
                <a:cubicBezTo>
                  <a:pt x="667" y="1683"/>
                  <a:pt x="665" y="1675"/>
                  <a:pt x="659" y="1681"/>
                </a:cubicBezTo>
                <a:cubicBezTo>
                  <a:pt x="662" y="1669"/>
                  <a:pt x="672" y="1670"/>
                  <a:pt x="683" y="1669"/>
                </a:cubicBezTo>
                <a:cubicBezTo>
                  <a:pt x="732" y="1664"/>
                  <a:pt x="752" y="1669"/>
                  <a:pt x="773" y="1664"/>
                </a:cubicBezTo>
                <a:cubicBezTo>
                  <a:pt x="797" y="1669"/>
                  <a:pt x="804" y="1670"/>
                  <a:pt x="810" y="1671"/>
                </a:cubicBezTo>
                <a:cubicBezTo>
                  <a:pt x="851" y="1682"/>
                  <a:pt x="858" y="1679"/>
                  <a:pt x="864" y="1683"/>
                </a:cubicBezTo>
                <a:cubicBezTo>
                  <a:pt x="906" y="1691"/>
                  <a:pt x="912" y="1691"/>
                  <a:pt x="917" y="1696"/>
                </a:cubicBezTo>
                <a:cubicBezTo>
                  <a:pt x="943" y="1696"/>
                  <a:pt x="947" y="1703"/>
                  <a:pt x="954" y="1699"/>
                </a:cubicBezTo>
                <a:cubicBezTo>
                  <a:pt x="1003" y="1704"/>
                  <a:pt x="1006" y="1708"/>
                  <a:pt x="1009" y="1708"/>
                </a:cubicBezTo>
                <a:cubicBezTo>
                  <a:pt x="1072" y="1718"/>
                  <a:pt x="1080" y="1708"/>
                  <a:pt x="1085" y="1716"/>
                </a:cubicBezTo>
                <a:cubicBezTo>
                  <a:pt x="1148" y="1712"/>
                  <a:pt x="1153" y="1718"/>
                  <a:pt x="1160" y="1714"/>
                </a:cubicBezTo>
                <a:cubicBezTo>
                  <a:pt x="1205" y="1716"/>
                  <a:pt x="1214" y="1704"/>
                  <a:pt x="1220" y="1709"/>
                </a:cubicBezTo>
                <a:cubicBezTo>
                  <a:pt x="1305" y="1688"/>
                  <a:pt x="1313" y="1684"/>
                  <a:pt x="1319" y="1681"/>
                </a:cubicBezTo>
                <a:cubicBezTo>
                  <a:pt x="1358" y="1670"/>
                  <a:pt x="1363" y="1665"/>
                  <a:pt x="1367" y="1663"/>
                </a:cubicBezTo>
                <a:cubicBezTo>
                  <a:pt x="1319" y="1676"/>
                  <a:pt x="1311" y="1676"/>
                  <a:pt x="1303" y="1682"/>
                </a:cubicBezTo>
                <a:cubicBezTo>
                  <a:pt x="1252" y="1689"/>
                  <a:pt x="1247" y="1696"/>
                  <a:pt x="1244" y="1693"/>
                </a:cubicBezTo>
                <a:cubicBezTo>
                  <a:pt x="1175" y="1703"/>
                  <a:pt x="1166" y="1705"/>
                  <a:pt x="1158" y="1706"/>
                </a:cubicBezTo>
                <a:cubicBezTo>
                  <a:pt x="1073" y="1701"/>
                  <a:pt x="1065" y="1700"/>
                  <a:pt x="1057" y="1700"/>
                </a:cubicBezTo>
                <a:cubicBezTo>
                  <a:pt x="1027" y="1691"/>
                  <a:pt x="1020" y="1706"/>
                  <a:pt x="1018" y="1695"/>
                </a:cubicBezTo>
                <a:cubicBezTo>
                  <a:pt x="988" y="1695"/>
                  <a:pt x="984" y="1692"/>
                  <a:pt x="979" y="1689"/>
                </a:cubicBezTo>
                <a:cubicBezTo>
                  <a:pt x="823" y="1665"/>
                  <a:pt x="821" y="1655"/>
                  <a:pt x="816" y="1660"/>
                </a:cubicBezTo>
                <a:cubicBezTo>
                  <a:pt x="789" y="1656"/>
                  <a:pt x="788" y="1655"/>
                  <a:pt x="785" y="1656"/>
                </a:cubicBezTo>
                <a:cubicBezTo>
                  <a:pt x="888" y="1653"/>
                  <a:pt x="913" y="1660"/>
                  <a:pt x="939" y="1661"/>
                </a:cubicBezTo>
                <a:cubicBezTo>
                  <a:pt x="970" y="1669"/>
                  <a:pt x="974" y="1669"/>
                  <a:pt x="978" y="1666"/>
                </a:cubicBezTo>
                <a:cubicBezTo>
                  <a:pt x="1021" y="1678"/>
                  <a:pt x="1030" y="1667"/>
                  <a:pt x="1034" y="1677"/>
                </a:cubicBezTo>
                <a:cubicBezTo>
                  <a:pt x="1079" y="1681"/>
                  <a:pt x="1083" y="1674"/>
                  <a:pt x="1086" y="1677"/>
                </a:cubicBezTo>
                <a:cubicBezTo>
                  <a:pt x="1123" y="1675"/>
                  <a:pt x="1128" y="1682"/>
                  <a:pt x="1137" y="1674"/>
                </a:cubicBezTo>
                <a:cubicBezTo>
                  <a:pt x="1232" y="1659"/>
                  <a:pt x="1245" y="1664"/>
                  <a:pt x="1260" y="1654"/>
                </a:cubicBezTo>
                <a:cubicBezTo>
                  <a:pt x="1316" y="1636"/>
                  <a:pt x="1331" y="1630"/>
                  <a:pt x="1345" y="1625"/>
                </a:cubicBezTo>
                <a:cubicBezTo>
                  <a:pt x="1412" y="1587"/>
                  <a:pt x="1413" y="1587"/>
                  <a:pt x="1413" y="1586"/>
                </a:cubicBezTo>
                <a:close/>
                <a:moveTo>
                  <a:pt x="885" y="1554"/>
                </a:moveTo>
                <a:cubicBezTo>
                  <a:pt x="890" y="1553"/>
                  <a:pt x="885" y="1557"/>
                  <a:pt x="882" y="1560"/>
                </a:cubicBezTo>
                <a:cubicBezTo>
                  <a:pt x="876" y="1561"/>
                  <a:pt x="881" y="1556"/>
                  <a:pt x="885" y="1554"/>
                </a:cubicBezTo>
                <a:close/>
                <a:moveTo>
                  <a:pt x="230" y="1635"/>
                </a:moveTo>
                <a:cubicBezTo>
                  <a:pt x="229" y="1638"/>
                  <a:pt x="228" y="1641"/>
                  <a:pt x="226" y="1644"/>
                </a:cubicBezTo>
                <a:cubicBezTo>
                  <a:pt x="219" y="1647"/>
                  <a:pt x="226" y="1636"/>
                  <a:pt x="230" y="1635"/>
                </a:cubicBezTo>
                <a:close/>
                <a:moveTo>
                  <a:pt x="45" y="2000"/>
                </a:moveTo>
                <a:cubicBezTo>
                  <a:pt x="37" y="2007"/>
                  <a:pt x="30" y="2015"/>
                  <a:pt x="26" y="2023"/>
                </a:cubicBezTo>
                <a:cubicBezTo>
                  <a:pt x="5" y="2034"/>
                  <a:pt x="15" y="2026"/>
                  <a:pt x="15" y="2017"/>
                </a:cubicBezTo>
                <a:cubicBezTo>
                  <a:pt x="41" y="1976"/>
                  <a:pt x="44" y="1972"/>
                  <a:pt x="41" y="1968"/>
                </a:cubicBezTo>
                <a:cubicBezTo>
                  <a:pt x="65" y="1913"/>
                  <a:pt x="75" y="1910"/>
                  <a:pt x="72" y="1905"/>
                </a:cubicBezTo>
                <a:cubicBezTo>
                  <a:pt x="95" y="1863"/>
                  <a:pt x="95" y="1856"/>
                  <a:pt x="98" y="1850"/>
                </a:cubicBezTo>
                <a:cubicBezTo>
                  <a:pt x="112" y="1826"/>
                  <a:pt x="110" y="1821"/>
                  <a:pt x="119" y="1818"/>
                </a:cubicBezTo>
                <a:cubicBezTo>
                  <a:pt x="138" y="1776"/>
                  <a:pt x="148" y="1760"/>
                  <a:pt x="152" y="1743"/>
                </a:cubicBezTo>
                <a:cubicBezTo>
                  <a:pt x="171" y="1710"/>
                  <a:pt x="179" y="1703"/>
                  <a:pt x="183" y="1694"/>
                </a:cubicBezTo>
                <a:cubicBezTo>
                  <a:pt x="217" y="1664"/>
                  <a:pt x="212" y="1666"/>
                  <a:pt x="215" y="1669"/>
                </a:cubicBezTo>
                <a:cubicBezTo>
                  <a:pt x="204" y="1692"/>
                  <a:pt x="203" y="1696"/>
                  <a:pt x="204" y="1701"/>
                </a:cubicBezTo>
                <a:cubicBezTo>
                  <a:pt x="195" y="1723"/>
                  <a:pt x="195" y="1724"/>
                  <a:pt x="196" y="1724"/>
                </a:cubicBezTo>
                <a:cubicBezTo>
                  <a:pt x="166" y="1784"/>
                  <a:pt x="168" y="1793"/>
                  <a:pt x="160" y="1801"/>
                </a:cubicBezTo>
                <a:cubicBezTo>
                  <a:pt x="146" y="1834"/>
                  <a:pt x="137" y="1841"/>
                  <a:pt x="137" y="1850"/>
                </a:cubicBezTo>
                <a:cubicBezTo>
                  <a:pt x="121" y="1886"/>
                  <a:pt x="117" y="1894"/>
                  <a:pt x="113" y="1902"/>
                </a:cubicBezTo>
                <a:cubicBezTo>
                  <a:pt x="94" y="1930"/>
                  <a:pt x="88" y="1934"/>
                  <a:pt x="89" y="1939"/>
                </a:cubicBezTo>
                <a:cubicBezTo>
                  <a:pt x="62" y="1985"/>
                  <a:pt x="45" y="1991"/>
                  <a:pt x="45" y="2000"/>
                </a:cubicBezTo>
                <a:close/>
                <a:moveTo>
                  <a:pt x="229" y="1850"/>
                </a:moveTo>
                <a:cubicBezTo>
                  <a:pt x="228" y="1851"/>
                  <a:pt x="227" y="1853"/>
                  <a:pt x="224" y="1855"/>
                </a:cubicBezTo>
                <a:cubicBezTo>
                  <a:pt x="198" y="1885"/>
                  <a:pt x="194" y="1894"/>
                  <a:pt x="186" y="1902"/>
                </a:cubicBezTo>
                <a:cubicBezTo>
                  <a:pt x="198" y="1867"/>
                  <a:pt x="207" y="1865"/>
                  <a:pt x="204" y="1861"/>
                </a:cubicBezTo>
                <a:cubicBezTo>
                  <a:pt x="228" y="1817"/>
                  <a:pt x="233" y="1810"/>
                  <a:pt x="234" y="1803"/>
                </a:cubicBezTo>
                <a:cubicBezTo>
                  <a:pt x="266" y="1737"/>
                  <a:pt x="268" y="1729"/>
                  <a:pt x="271" y="1723"/>
                </a:cubicBezTo>
                <a:cubicBezTo>
                  <a:pt x="276" y="1715"/>
                  <a:pt x="275" y="1709"/>
                  <a:pt x="283" y="1704"/>
                </a:cubicBezTo>
                <a:cubicBezTo>
                  <a:pt x="320" y="1641"/>
                  <a:pt x="333" y="1614"/>
                  <a:pt x="353" y="1590"/>
                </a:cubicBezTo>
                <a:cubicBezTo>
                  <a:pt x="370" y="1563"/>
                  <a:pt x="380" y="1558"/>
                  <a:pt x="380" y="1551"/>
                </a:cubicBezTo>
                <a:cubicBezTo>
                  <a:pt x="375" y="1567"/>
                  <a:pt x="378" y="1576"/>
                  <a:pt x="373" y="1583"/>
                </a:cubicBezTo>
                <a:cubicBezTo>
                  <a:pt x="361" y="1612"/>
                  <a:pt x="354" y="1619"/>
                  <a:pt x="350" y="1627"/>
                </a:cubicBezTo>
                <a:cubicBezTo>
                  <a:pt x="327" y="1680"/>
                  <a:pt x="320" y="1686"/>
                  <a:pt x="318" y="1694"/>
                </a:cubicBezTo>
                <a:cubicBezTo>
                  <a:pt x="303" y="1745"/>
                  <a:pt x="284" y="1746"/>
                  <a:pt x="291" y="1751"/>
                </a:cubicBezTo>
                <a:cubicBezTo>
                  <a:pt x="272" y="1791"/>
                  <a:pt x="262" y="1798"/>
                  <a:pt x="261" y="1806"/>
                </a:cubicBezTo>
                <a:cubicBezTo>
                  <a:pt x="231" y="1846"/>
                  <a:pt x="230" y="1848"/>
                  <a:pt x="229" y="1850"/>
                </a:cubicBezTo>
                <a:close/>
                <a:moveTo>
                  <a:pt x="385" y="1792"/>
                </a:moveTo>
                <a:cubicBezTo>
                  <a:pt x="384" y="1783"/>
                  <a:pt x="399" y="1782"/>
                  <a:pt x="403" y="1783"/>
                </a:cubicBezTo>
                <a:cubicBezTo>
                  <a:pt x="404" y="1793"/>
                  <a:pt x="391" y="1784"/>
                  <a:pt x="385" y="1792"/>
                </a:cubicBezTo>
                <a:close/>
                <a:moveTo>
                  <a:pt x="431" y="1793"/>
                </a:moveTo>
                <a:cubicBezTo>
                  <a:pt x="436" y="1792"/>
                  <a:pt x="431" y="1799"/>
                  <a:pt x="428" y="1795"/>
                </a:cubicBezTo>
                <a:cubicBezTo>
                  <a:pt x="424" y="1798"/>
                  <a:pt x="421" y="1795"/>
                  <a:pt x="417" y="1799"/>
                </a:cubicBezTo>
                <a:cubicBezTo>
                  <a:pt x="408" y="1797"/>
                  <a:pt x="427" y="1792"/>
                  <a:pt x="431" y="1793"/>
                </a:cubicBezTo>
                <a:close/>
                <a:moveTo>
                  <a:pt x="583" y="1697"/>
                </a:moveTo>
                <a:cubicBezTo>
                  <a:pt x="586" y="1711"/>
                  <a:pt x="568" y="1700"/>
                  <a:pt x="560" y="1710"/>
                </a:cubicBezTo>
                <a:cubicBezTo>
                  <a:pt x="561" y="1696"/>
                  <a:pt x="575" y="1708"/>
                  <a:pt x="583" y="1697"/>
                </a:cubicBezTo>
                <a:close/>
                <a:moveTo>
                  <a:pt x="642" y="1707"/>
                </a:moveTo>
                <a:cubicBezTo>
                  <a:pt x="646" y="1712"/>
                  <a:pt x="653" y="1707"/>
                  <a:pt x="658" y="1710"/>
                </a:cubicBezTo>
                <a:cubicBezTo>
                  <a:pt x="713" y="1718"/>
                  <a:pt x="725" y="1710"/>
                  <a:pt x="734" y="1715"/>
                </a:cubicBezTo>
                <a:cubicBezTo>
                  <a:pt x="772" y="1721"/>
                  <a:pt x="782" y="1717"/>
                  <a:pt x="791" y="1723"/>
                </a:cubicBezTo>
                <a:cubicBezTo>
                  <a:pt x="834" y="1729"/>
                  <a:pt x="845" y="1727"/>
                  <a:pt x="854" y="1732"/>
                </a:cubicBezTo>
                <a:cubicBezTo>
                  <a:pt x="904" y="1738"/>
                  <a:pt x="907" y="1744"/>
                  <a:pt x="912" y="1745"/>
                </a:cubicBezTo>
                <a:cubicBezTo>
                  <a:pt x="932" y="1753"/>
                  <a:pt x="938" y="1749"/>
                  <a:pt x="942" y="1753"/>
                </a:cubicBezTo>
                <a:cubicBezTo>
                  <a:pt x="1062" y="1787"/>
                  <a:pt x="1067" y="1788"/>
                  <a:pt x="1072" y="1791"/>
                </a:cubicBezTo>
                <a:cubicBezTo>
                  <a:pt x="1107" y="1789"/>
                  <a:pt x="1109" y="1802"/>
                  <a:pt x="1115" y="1797"/>
                </a:cubicBezTo>
                <a:cubicBezTo>
                  <a:pt x="1123" y="1795"/>
                  <a:pt x="1116" y="1806"/>
                  <a:pt x="1112" y="1803"/>
                </a:cubicBezTo>
                <a:cubicBezTo>
                  <a:pt x="1065" y="1804"/>
                  <a:pt x="1062" y="1802"/>
                  <a:pt x="1060" y="1799"/>
                </a:cubicBezTo>
                <a:cubicBezTo>
                  <a:pt x="1029" y="1804"/>
                  <a:pt x="1021" y="1793"/>
                  <a:pt x="1010" y="1798"/>
                </a:cubicBezTo>
                <a:cubicBezTo>
                  <a:pt x="972" y="1793"/>
                  <a:pt x="964" y="1785"/>
                  <a:pt x="954" y="1787"/>
                </a:cubicBezTo>
                <a:cubicBezTo>
                  <a:pt x="897" y="1767"/>
                  <a:pt x="890" y="1778"/>
                  <a:pt x="886" y="1769"/>
                </a:cubicBezTo>
                <a:cubicBezTo>
                  <a:pt x="832" y="1761"/>
                  <a:pt x="828" y="1760"/>
                  <a:pt x="824" y="1759"/>
                </a:cubicBezTo>
                <a:cubicBezTo>
                  <a:pt x="769" y="1746"/>
                  <a:pt x="764" y="1748"/>
                  <a:pt x="759" y="1747"/>
                </a:cubicBezTo>
                <a:cubicBezTo>
                  <a:pt x="709" y="1735"/>
                  <a:pt x="699" y="1737"/>
                  <a:pt x="692" y="1729"/>
                </a:cubicBezTo>
                <a:cubicBezTo>
                  <a:pt x="608" y="1731"/>
                  <a:pt x="600" y="1727"/>
                  <a:pt x="589" y="1732"/>
                </a:cubicBezTo>
                <a:cubicBezTo>
                  <a:pt x="527" y="1725"/>
                  <a:pt x="529" y="1724"/>
                  <a:pt x="530" y="1723"/>
                </a:cubicBezTo>
                <a:cubicBezTo>
                  <a:pt x="578" y="1715"/>
                  <a:pt x="590" y="1713"/>
                  <a:pt x="602" y="1716"/>
                </a:cubicBezTo>
                <a:close/>
                <a:moveTo>
                  <a:pt x="599" y="1690"/>
                </a:moveTo>
                <a:cubicBezTo>
                  <a:pt x="601" y="1681"/>
                  <a:pt x="618" y="1685"/>
                  <a:pt x="627" y="1675"/>
                </a:cubicBezTo>
                <a:cubicBezTo>
                  <a:pt x="625" y="1685"/>
                  <a:pt x="607" y="1687"/>
                  <a:pt x="599" y="1690"/>
                </a:cubicBezTo>
                <a:close/>
                <a:moveTo>
                  <a:pt x="645" y="1659"/>
                </a:moveTo>
                <a:cubicBezTo>
                  <a:pt x="642" y="1653"/>
                  <a:pt x="656" y="1650"/>
                  <a:pt x="660" y="1646"/>
                </a:cubicBezTo>
                <a:cubicBezTo>
                  <a:pt x="664" y="1657"/>
                  <a:pt x="652" y="1652"/>
                  <a:pt x="645" y="1659"/>
                </a:cubicBezTo>
                <a:close/>
                <a:moveTo>
                  <a:pt x="756" y="1654"/>
                </a:moveTo>
                <a:cubicBezTo>
                  <a:pt x="750" y="1652"/>
                  <a:pt x="742" y="1655"/>
                  <a:pt x="736" y="1654"/>
                </a:cubicBezTo>
                <a:cubicBezTo>
                  <a:pt x="735" y="1645"/>
                  <a:pt x="748" y="1653"/>
                  <a:pt x="753" y="1649"/>
                </a:cubicBezTo>
                <a:cubicBezTo>
                  <a:pt x="760" y="1651"/>
                  <a:pt x="767" y="1650"/>
                  <a:pt x="774" y="1649"/>
                </a:cubicBezTo>
                <a:cubicBezTo>
                  <a:pt x="775" y="1659"/>
                  <a:pt x="762" y="1650"/>
                  <a:pt x="756" y="1654"/>
                </a:cubicBezTo>
                <a:close/>
                <a:moveTo>
                  <a:pt x="2401" y="2005"/>
                </a:moveTo>
                <a:cubicBezTo>
                  <a:pt x="2408" y="1993"/>
                  <a:pt x="2402" y="1977"/>
                  <a:pt x="2411" y="1965"/>
                </a:cubicBezTo>
                <a:cubicBezTo>
                  <a:pt x="2409" y="1949"/>
                  <a:pt x="2415" y="1936"/>
                  <a:pt x="2415" y="1921"/>
                </a:cubicBezTo>
                <a:cubicBezTo>
                  <a:pt x="2418" y="1915"/>
                  <a:pt x="2412" y="1906"/>
                  <a:pt x="2418" y="1900"/>
                </a:cubicBezTo>
                <a:cubicBezTo>
                  <a:pt x="2415" y="1892"/>
                  <a:pt x="2420" y="1885"/>
                  <a:pt x="2415" y="1876"/>
                </a:cubicBezTo>
                <a:cubicBezTo>
                  <a:pt x="2419" y="1870"/>
                  <a:pt x="2409" y="1859"/>
                  <a:pt x="2414" y="1854"/>
                </a:cubicBezTo>
                <a:cubicBezTo>
                  <a:pt x="2413" y="1852"/>
                  <a:pt x="2412" y="1851"/>
                  <a:pt x="2412" y="1850"/>
                </a:cubicBezTo>
                <a:cubicBezTo>
                  <a:pt x="2408" y="1842"/>
                  <a:pt x="2411" y="1836"/>
                  <a:pt x="2408" y="1828"/>
                </a:cubicBezTo>
                <a:cubicBezTo>
                  <a:pt x="2403" y="1830"/>
                  <a:pt x="2407" y="1823"/>
                  <a:pt x="2403" y="1824"/>
                </a:cubicBezTo>
                <a:cubicBezTo>
                  <a:pt x="2398" y="1820"/>
                  <a:pt x="2406" y="1811"/>
                  <a:pt x="2397" y="1813"/>
                </a:cubicBezTo>
                <a:cubicBezTo>
                  <a:pt x="2400" y="1825"/>
                  <a:pt x="2402" y="1838"/>
                  <a:pt x="2404" y="1850"/>
                </a:cubicBezTo>
                <a:cubicBezTo>
                  <a:pt x="2408" y="1872"/>
                  <a:pt x="2409" y="1894"/>
                  <a:pt x="2405" y="1913"/>
                </a:cubicBezTo>
                <a:cubicBezTo>
                  <a:pt x="2408" y="1930"/>
                  <a:pt x="2398" y="1943"/>
                  <a:pt x="2402" y="1960"/>
                </a:cubicBezTo>
                <a:cubicBezTo>
                  <a:pt x="2399" y="1967"/>
                  <a:pt x="2399" y="1975"/>
                  <a:pt x="2396" y="1982"/>
                </a:cubicBezTo>
                <a:cubicBezTo>
                  <a:pt x="2399" y="1987"/>
                  <a:pt x="2391" y="1989"/>
                  <a:pt x="2396" y="1995"/>
                </a:cubicBezTo>
                <a:cubicBezTo>
                  <a:pt x="2385" y="1995"/>
                  <a:pt x="2399" y="2005"/>
                  <a:pt x="2392" y="2007"/>
                </a:cubicBezTo>
                <a:cubicBezTo>
                  <a:pt x="2388" y="2013"/>
                  <a:pt x="2394" y="2023"/>
                  <a:pt x="2387" y="2029"/>
                </a:cubicBezTo>
                <a:cubicBezTo>
                  <a:pt x="2390" y="2038"/>
                  <a:pt x="2385" y="2044"/>
                  <a:pt x="2385" y="2052"/>
                </a:cubicBezTo>
                <a:cubicBezTo>
                  <a:pt x="2383" y="2055"/>
                  <a:pt x="2382" y="2058"/>
                  <a:pt x="2384" y="2062"/>
                </a:cubicBezTo>
                <a:cubicBezTo>
                  <a:pt x="2376" y="2064"/>
                  <a:pt x="2382" y="2070"/>
                  <a:pt x="2380" y="2074"/>
                </a:cubicBezTo>
                <a:cubicBezTo>
                  <a:pt x="2377" y="2082"/>
                  <a:pt x="2375" y="2090"/>
                  <a:pt x="2372" y="2097"/>
                </a:cubicBezTo>
                <a:cubicBezTo>
                  <a:pt x="2371" y="2105"/>
                  <a:pt x="2369" y="2112"/>
                  <a:pt x="2367" y="2119"/>
                </a:cubicBezTo>
                <a:cubicBezTo>
                  <a:pt x="2370" y="2125"/>
                  <a:pt x="2361" y="2126"/>
                  <a:pt x="2363" y="2131"/>
                </a:cubicBezTo>
                <a:cubicBezTo>
                  <a:pt x="2363" y="2135"/>
                  <a:pt x="2362" y="2139"/>
                  <a:pt x="2359" y="2142"/>
                </a:cubicBezTo>
                <a:cubicBezTo>
                  <a:pt x="2362" y="2150"/>
                  <a:pt x="2354" y="2154"/>
                  <a:pt x="2353" y="2161"/>
                </a:cubicBezTo>
                <a:cubicBezTo>
                  <a:pt x="2365" y="2161"/>
                  <a:pt x="2365" y="2161"/>
                  <a:pt x="2365" y="2161"/>
                </a:cubicBezTo>
                <a:cubicBezTo>
                  <a:pt x="2368" y="2151"/>
                  <a:pt x="2373" y="2141"/>
                  <a:pt x="2376" y="2131"/>
                </a:cubicBezTo>
                <a:cubicBezTo>
                  <a:pt x="2378" y="2116"/>
                  <a:pt x="2384" y="2103"/>
                  <a:pt x="2384" y="2088"/>
                </a:cubicBezTo>
                <a:cubicBezTo>
                  <a:pt x="2391" y="2076"/>
                  <a:pt x="2392" y="2062"/>
                  <a:pt x="2397" y="2049"/>
                </a:cubicBezTo>
                <a:cubicBezTo>
                  <a:pt x="2398" y="2035"/>
                  <a:pt x="2403" y="2021"/>
                  <a:pt x="2401" y="2005"/>
                </a:cubicBezTo>
                <a:close/>
                <a:moveTo>
                  <a:pt x="1848" y="2083"/>
                </a:moveTo>
                <a:cubicBezTo>
                  <a:pt x="1837" y="2071"/>
                  <a:pt x="1827" y="2058"/>
                  <a:pt x="1815" y="2048"/>
                </a:cubicBezTo>
                <a:cubicBezTo>
                  <a:pt x="1743" y="1977"/>
                  <a:pt x="1737" y="1972"/>
                  <a:pt x="1733" y="1965"/>
                </a:cubicBezTo>
                <a:cubicBezTo>
                  <a:pt x="1666" y="1891"/>
                  <a:pt x="1651" y="1871"/>
                  <a:pt x="1636" y="1850"/>
                </a:cubicBezTo>
                <a:cubicBezTo>
                  <a:pt x="1576" y="1734"/>
                  <a:pt x="1570" y="1734"/>
                  <a:pt x="1568" y="1730"/>
                </a:cubicBezTo>
                <a:cubicBezTo>
                  <a:pt x="1563" y="1714"/>
                  <a:pt x="1566" y="1709"/>
                  <a:pt x="1562" y="1710"/>
                </a:cubicBezTo>
                <a:cubicBezTo>
                  <a:pt x="1560" y="1694"/>
                  <a:pt x="1559" y="1690"/>
                  <a:pt x="1557" y="1687"/>
                </a:cubicBezTo>
                <a:cubicBezTo>
                  <a:pt x="1558" y="1700"/>
                  <a:pt x="1552" y="1702"/>
                  <a:pt x="1558" y="1709"/>
                </a:cubicBezTo>
                <a:cubicBezTo>
                  <a:pt x="1561" y="1727"/>
                  <a:pt x="1562" y="1732"/>
                  <a:pt x="1566" y="1737"/>
                </a:cubicBezTo>
                <a:cubicBezTo>
                  <a:pt x="1608" y="1833"/>
                  <a:pt x="1615" y="1842"/>
                  <a:pt x="1617" y="1850"/>
                </a:cubicBezTo>
                <a:cubicBezTo>
                  <a:pt x="1630" y="1877"/>
                  <a:pt x="1634" y="1884"/>
                  <a:pt x="1637" y="1883"/>
                </a:cubicBezTo>
                <a:cubicBezTo>
                  <a:pt x="1687" y="1963"/>
                  <a:pt x="1705" y="1985"/>
                  <a:pt x="1727" y="2013"/>
                </a:cubicBezTo>
                <a:cubicBezTo>
                  <a:pt x="1767" y="2045"/>
                  <a:pt x="1770" y="2058"/>
                  <a:pt x="1776" y="2060"/>
                </a:cubicBezTo>
                <a:cubicBezTo>
                  <a:pt x="1861" y="2152"/>
                  <a:pt x="1866" y="2156"/>
                  <a:pt x="1871" y="2161"/>
                </a:cubicBezTo>
                <a:cubicBezTo>
                  <a:pt x="1865" y="2152"/>
                  <a:pt x="1861" y="2136"/>
                  <a:pt x="1853" y="2132"/>
                </a:cubicBezTo>
                <a:cubicBezTo>
                  <a:pt x="1790" y="2069"/>
                  <a:pt x="1789" y="2056"/>
                  <a:pt x="1784" y="2057"/>
                </a:cubicBezTo>
                <a:cubicBezTo>
                  <a:pt x="1762" y="2030"/>
                  <a:pt x="1757" y="2034"/>
                  <a:pt x="1755" y="2025"/>
                </a:cubicBezTo>
                <a:cubicBezTo>
                  <a:pt x="1720" y="1996"/>
                  <a:pt x="1720" y="1984"/>
                  <a:pt x="1714" y="1987"/>
                </a:cubicBezTo>
                <a:cubicBezTo>
                  <a:pt x="1638" y="1877"/>
                  <a:pt x="1634" y="1870"/>
                  <a:pt x="1631" y="1864"/>
                </a:cubicBezTo>
                <a:cubicBezTo>
                  <a:pt x="1677" y="1921"/>
                  <a:pt x="1680" y="1927"/>
                  <a:pt x="1685" y="1927"/>
                </a:cubicBezTo>
                <a:cubicBezTo>
                  <a:pt x="1708" y="1953"/>
                  <a:pt x="1709" y="1963"/>
                  <a:pt x="1714" y="1961"/>
                </a:cubicBezTo>
                <a:cubicBezTo>
                  <a:pt x="1783" y="2035"/>
                  <a:pt x="1790" y="2043"/>
                  <a:pt x="1798" y="2046"/>
                </a:cubicBezTo>
                <a:cubicBezTo>
                  <a:pt x="1845" y="2089"/>
                  <a:pt x="1846" y="2102"/>
                  <a:pt x="1851" y="2101"/>
                </a:cubicBezTo>
                <a:cubicBezTo>
                  <a:pt x="1873" y="2132"/>
                  <a:pt x="1878" y="2128"/>
                  <a:pt x="1880" y="2135"/>
                </a:cubicBezTo>
                <a:cubicBezTo>
                  <a:pt x="1905" y="2147"/>
                  <a:pt x="1893" y="2133"/>
                  <a:pt x="1882" y="2118"/>
                </a:cubicBezTo>
                <a:close/>
                <a:moveTo>
                  <a:pt x="2436" y="1972"/>
                </a:moveTo>
                <a:cubicBezTo>
                  <a:pt x="2431" y="1958"/>
                  <a:pt x="2436" y="1947"/>
                  <a:pt x="2434" y="1934"/>
                </a:cubicBezTo>
                <a:cubicBezTo>
                  <a:pt x="2431" y="1920"/>
                  <a:pt x="2431" y="1907"/>
                  <a:pt x="2431" y="1894"/>
                </a:cubicBezTo>
                <a:cubicBezTo>
                  <a:pt x="2429" y="1879"/>
                  <a:pt x="2427" y="1865"/>
                  <a:pt x="2423" y="1850"/>
                </a:cubicBezTo>
                <a:cubicBezTo>
                  <a:pt x="2421" y="1837"/>
                  <a:pt x="2418" y="1825"/>
                  <a:pt x="2413" y="1812"/>
                </a:cubicBezTo>
                <a:cubicBezTo>
                  <a:pt x="2409" y="1804"/>
                  <a:pt x="2405" y="1795"/>
                  <a:pt x="2400" y="1786"/>
                </a:cubicBezTo>
                <a:cubicBezTo>
                  <a:pt x="2387" y="1789"/>
                  <a:pt x="2409" y="1804"/>
                  <a:pt x="2401" y="1808"/>
                </a:cubicBezTo>
                <a:cubicBezTo>
                  <a:pt x="2410" y="1815"/>
                  <a:pt x="2407" y="1821"/>
                  <a:pt x="2413" y="1832"/>
                </a:cubicBezTo>
                <a:cubicBezTo>
                  <a:pt x="2413" y="1838"/>
                  <a:pt x="2414" y="1843"/>
                  <a:pt x="2415" y="1850"/>
                </a:cubicBezTo>
                <a:cubicBezTo>
                  <a:pt x="2415" y="1853"/>
                  <a:pt x="2416" y="1856"/>
                  <a:pt x="2417" y="1859"/>
                </a:cubicBezTo>
                <a:cubicBezTo>
                  <a:pt x="2421" y="1865"/>
                  <a:pt x="2415" y="1867"/>
                  <a:pt x="2420" y="1873"/>
                </a:cubicBezTo>
                <a:cubicBezTo>
                  <a:pt x="2412" y="1875"/>
                  <a:pt x="2428" y="1885"/>
                  <a:pt x="2420" y="1886"/>
                </a:cubicBezTo>
                <a:cubicBezTo>
                  <a:pt x="2421" y="1895"/>
                  <a:pt x="2422" y="1904"/>
                  <a:pt x="2424" y="1913"/>
                </a:cubicBezTo>
                <a:cubicBezTo>
                  <a:pt x="2425" y="1918"/>
                  <a:pt x="2423" y="1922"/>
                  <a:pt x="2424" y="1926"/>
                </a:cubicBezTo>
                <a:cubicBezTo>
                  <a:pt x="2421" y="1930"/>
                  <a:pt x="2428" y="1937"/>
                  <a:pt x="2424" y="1939"/>
                </a:cubicBezTo>
                <a:cubicBezTo>
                  <a:pt x="2428" y="1976"/>
                  <a:pt x="2427" y="2011"/>
                  <a:pt x="2424" y="2046"/>
                </a:cubicBezTo>
                <a:cubicBezTo>
                  <a:pt x="2418" y="2061"/>
                  <a:pt x="2419" y="2079"/>
                  <a:pt x="2412" y="2094"/>
                </a:cubicBezTo>
                <a:cubicBezTo>
                  <a:pt x="2415" y="2099"/>
                  <a:pt x="2407" y="2100"/>
                  <a:pt x="2412" y="2107"/>
                </a:cubicBezTo>
                <a:cubicBezTo>
                  <a:pt x="2411" y="2110"/>
                  <a:pt x="2410" y="2114"/>
                  <a:pt x="2408" y="2118"/>
                </a:cubicBezTo>
                <a:cubicBezTo>
                  <a:pt x="2405" y="2127"/>
                  <a:pt x="2407" y="2137"/>
                  <a:pt x="2402" y="2144"/>
                </a:cubicBezTo>
                <a:cubicBezTo>
                  <a:pt x="2401" y="2150"/>
                  <a:pt x="2400" y="2155"/>
                  <a:pt x="2398" y="2161"/>
                </a:cubicBezTo>
                <a:cubicBezTo>
                  <a:pt x="2410" y="2161"/>
                  <a:pt x="2410" y="2161"/>
                  <a:pt x="2410" y="2161"/>
                </a:cubicBezTo>
                <a:cubicBezTo>
                  <a:pt x="2411" y="2159"/>
                  <a:pt x="2412" y="2157"/>
                  <a:pt x="2413" y="2155"/>
                </a:cubicBezTo>
                <a:cubicBezTo>
                  <a:pt x="2413" y="2141"/>
                  <a:pt x="2418" y="2130"/>
                  <a:pt x="2421" y="2118"/>
                </a:cubicBezTo>
                <a:cubicBezTo>
                  <a:pt x="2423" y="2107"/>
                  <a:pt x="2422" y="2094"/>
                  <a:pt x="2427" y="2083"/>
                </a:cubicBezTo>
                <a:cubicBezTo>
                  <a:pt x="2430" y="2071"/>
                  <a:pt x="2430" y="2058"/>
                  <a:pt x="2435" y="2047"/>
                </a:cubicBezTo>
                <a:cubicBezTo>
                  <a:pt x="2434" y="2041"/>
                  <a:pt x="2436" y="2036"/>
                  <a:pt x="2436" y="2030"/>
                </a:cubicBezTo>
                <a:cubicBezTo>
                  <a:pt x="2439" y="2025"/>
                  <a:pt x="2434" y="2017"/>
                  <a:pt x="2436" y="2011"/>
                </a:cubicBezTo>
                <a:cubicBezTo>
                  <a:pt x="2440" y="1999"/>
                  <a:pt x="2435" y="1985"/>
                  <a:pt x="2436" y="1972"/>
                </a:cubicBezTo>
                <a:close/>
                <a:moveTo>
                  <a:pt x="1821" y="2138"/>
                </a:moveTo>
                <a:cubicBezTo>
                  <a:pt x="1814" y="2138"/>
                  <a:pt x="1811" y="2128"/>
                  <a:pt x="1805" y="2127"/>
                </a:cubicBezTo>
                <a:cubicBezTo>
                  <a:pt x="1757" y="2084"/>
                  <a:pt x="1754" y="2074"/>
                  <a:pt x="1747" y="2074"/>
                </a:cubicBezTo>
                <a:cubicBezTo>
                  <a:pt x="1699" y="2031"/>
                  <a:pt x="1696" y="2022"/>
                  <a:pt x="1689" y="2022"/>
                </a:cubicBezTo>
                <a:cubicBezTo>
                  <a:pt x="1626" y="1966"/>
                  <a:pt x="1625" y="1952"/>
                  <a:pt x="1617" y="1954"/>
                </a:cubicBezTo>
                <a:cubicBezTo>
                  <a:pt x="1548" y="1868"/>
                  <a:pt x="1544" y="1859"/>
                  <a:pt x="1540" y="1850"/>
                </a:cubicBezTo>
                <a:cubicBezTo>
                  <a:pt x="1520" y="1803"/>
                  <a:pt x="1518" y="1794"/>
                  <a:pt x="1511" y="1797"/>
                </a:cubicBezTo>
                <a:cubicBezTo>
                  <a:pt x="1515" y="1820"/>
                  <a:pt x="1523" y="1829"/>
                  <a:pt x="1520" y="1834"/>
                </a:cubicBezTo>
                <a:cubicBezTo>
                  <a:pt x="1451" y="1707"/>
                  <a:pt x="1453" y="1693"/>
                  <a:pt x="1444" y="1694"/>
                </a:cubicBezTo>
                <a:cubicBezTo>
                  <a:pt x="1515" y="1844"/>
                  <a:pt x="1519" y="1846"/>
                  <a:pt x="1523" y="1850"/>
                </a:cubicBezTo>
                <a:cubicBezTo>
                  <a:pt x="1552" y="1907"/>
                  <a:pt x="1560" y="1922"/>
                  <a:pt x="1567" y="1937"/>
                </a:cubicBezTo>
                <a:cubicBezTo>
                  <a:pt x="1690" y="2114"/>
                  <a:pt x="1700" y="2123"/>
                  <a:pt x="1709" y="2135"/>
                </a:cubicBezTo>
                <a:cubicBezTo>
                  <a:pt x="1732" y="2161"/>
                  <a:pt x="1736" y="2157"/>
                  <a:pt x="1738" y="2161"/>
                </a:cubicBezTo>
                <a:cubicBezTo>
                  <a:pt x="1718" y="2123"/>
                  <a:pt x="1707" y="2120"/>
                  <a:pt x="1700" y="2104"/>
                </a:cubicBezTo>
                <a:cubicBezTo>
                  <a:pt x="1663" y="2064"/>
                  <a:pt x="1654" y="2053"/>
                  <a:pt x="1646" y="2040"/>
                </a:cubicBezTo>
                <a:cubicBezTo>
                  <a:pt x="1582" y="1936"/>
                  <a:pt x="1581" y="1927"/>
                  <a:pt x="1575" y="1927"/>
                </a:cubicBezTo>
                <a:cubicBezTo>
                  <a:pt x="1587" y="1933"/>
                  <a:pt x="1590" y="1942"/>
                  <a:pt x="1595" y="1942"/>
                </a:cubicBezTo>
                <a:cubicBezTo>
                  <a:pt x="1638" y="1987"/>
                  <a:pt x="1642" y="1992"/>
                  <a:pt x="1645" y="1998"/>
                </a:cubicBezTo>
                <a:cubicBezTo>
                  <a:pt x="1681" y="2022"/>
                  <a:pt x="1682" y="2032"/>
                  <a:pt x="1687" y="2030"/>
                </a:cubicBezTo>
                <a:cubicBezTo>
                  <a:pt x="1750" y="2098"/>
                  <a:pt x="1761" y="2092"/>
                  <a:pt x="1765" y="2104"/>
                </a:cubicBezTo>
                <a:cubicBezTo>
                  <a:pt x="1812" y="2147"/>
                  <a:pt x="1821" y="2154"/>
                  <a:pt x="1829" y="2161"/>
                </a:cubicBezTo>
                <a:cubicBezTo>
                  <a:pt x="1831" y="2144"/>
                  <a:pt x="1824" y="2146"/>
                  <a:pt x="1821" y="2138"/>
                </a:cubicBezTo>
                <a:close/>
                <a:moveTo>
                  <a:pt x="1637" y="2119"/>
                </a:moveTo>
                <a:cubicBezTo>
                  <a:pt x="1623" y="2101"/>
                  <a:pt x="1608" y="2086"/>
                  <a:pt x="1593" y="2069"/>
                </a:cubicBezTo>
                <a:cubicBezTo>
                  <a:pt x="1578" y="2052"/>
                  <a:pt x="1564" y="2032"/>
                  <a:pt x="1548" y="2017"/>
                </a:cubicBezTo>
                <a:cubicBezTo>
                  <a:pt x="1551" y="2009"/>
                  <a:pt x="1539" y="2006"/>
                  <a:pt x="1537" y="1994"/>
                </a:cubicBezTo>
                <a:cubicBezTo>
                  <a:pt x="1529" y="1991"/>
                  <a:pt x="1525" y="1976"/>
                  <a:pt x="1520" y="1966"/>
                </a:cubicBezTo>
                <a:cubicBezTo>
                  <a:pt x="1511" y="1971"/>
                  <a:pt x="1521" y="1955"/>
                  <a:pt x="1513" y="1960"/>
                </a:cubicBezTo>
                <a:cubicBezTo>
                  <a:pt x="1511" y="1955"/>
                  <a:pt x="1508" y="1949"/>
                  <a:pt x="1506" y="1944"/>
                </a:cubicBezTo>
                <a:cubicBezTo>
                  <a:pt x="1502" y="1931"/>
                  <a:pt x="1493" y="1930"/>
                  <a:pt x="1489" y="1917"/>
                </a:cubicBezTo>
                <a:cubicBezTo>
                  <a:pt x="1484" y="1909"/>
                  <a:pt x="1483" y="1902"/>
                  <a:pt x="1482" y="1895"/>
                </a:cubicBezTo>
                <a:cubicBezTo>
                  <a:pt x="1477" y="1888"/>
                  <a:pt x="1475" y="1876"/>
                  <a:pt x="1467" y="1879"/>
                </a:cubicBezTo>
                <a:cubicBezTo>
                  <a:pt x="1468" y="1884"/>
                  <a:pt x="1460" y="1885"/>
                  <a:pt x="1467" y="1892"/>
                </a:cubicBezTo>
                <a:cubicBezTo>
                  <a:pt x="1470" y="1897"/>
                  <a:pt x="1472" y="1903"/>
                  <a:pt x="1475" y="1908"/>
                </a:cubicBezTo>
                <a:cubicBezTo>
                  <a:pt x="1470" y="1908"/>
                  <a:pt x="1477" y="1922"/>
                  <a:pt x="1480" y="1918"/>
                </a:cubicBezTo>
                <a:cubicBezTo>
                  <a:pt x="1484" y="1924"/>
                  <a:pt x="1478" y="1926"/>
                  <a:pt x="1484" y="1932"/>
                </a:cubicBezTo>
                <a:cubicBezTo>
                  <a:pt x="1492" y="1939"/>
                  <a:pt x="1497" y="1953"/>
                  <a:pt x="1503" y="1965"/>
                </a:cubicBezTo>
                <a:cubicBezTo>
                  <a:pt x="1519" y="1982"/>
                  <a:pt x="1532" y="2007"/>
                  <a:pt x="1545" y="2031"/>
                </a:cubicBezTo>
                <a:cubicBezTo>
                  <a:pt x="1557" y="2038"/>
                  <a:pt x="1564" y="2058"/>
                  <a:pt x="1575" y="2065"/>
                </a:cubicBezTo>
                <a:cubicBezTo>
                  <a:pt x="1585" y="2077"/>
                  <a:pt x="1595" y="2088"/>
                  <a:pt x="1604" y="2099"/>
                </a:cubicBezTo>
                <a:cubicBezTo>
                  <a:pt x="1607" y="2110"/>
                  <a:pt x="1615" y="2107"/>
                  <a:pt x="1619" y="2115"/>
                </a:cubicBezTo>
                <a:cubicBezTo>
                  <a:pt x="1624" y="2121"/>
                  <a:pt x="1628" y="2128"/>
                  <a:pt x="1635" y="2129"/>
                </a:cubicBezTo>
                <a:cubicBezTo>
                  <a:pt x="1640" y="2135"/>
                  <a:pt x="1645" y="2140"/>
                  <a:pt x="1651" y="2141"/>
                </a:cubicBezTo>
                <a:cubicBezTo>
                  <a:pt x="1656" y="2147"/>
                  <a:pt x="1661" y="2155"/>
                  <a:pt x="1668" y="2156"/>
                </a:cubicBezTo>
                <a:cubicBezTo>
                  <a:pt x="1669" y="2157"/>
                  <a:pt x="1671" y="2159"/>
                  <a:pt x="1673" y="2161"/>
                </a:cubicBezTo>
                <a:cubicBezTo>
                  <a:pt x="1689" y="2161"/>
                  <a:pt x="1689" y="2161"/>
                  <a:pt x="1689" y="2161"/>
                </a:cubicBezTo>
                <a:cubicBezTo>
                  <a:pt x="1681" y="2156"/>
                  <a:pt x="1675" y="2145"/>
                  <a:pt x="1665" y="2144"/>
                </a:cubicBezTo>
                <a:cubicBezTo>
                  <a:pt x="1657" y="2131"/>
                  <a:pt x="1646" y="2127"/>
                  <a:pt x="1637" y="2119"/>
                </a:cubicBezTo>
                <a:close/>
                <a:moveTo>
                  <a:pt x="2161" y="2081"/>
                </a:moveTo>
                <a:cubicBezTo>
                  <a:pt x="2158" y="2077"/>
                  <a:pt x="2157" y="2073"/>
                  <a:pt x="2158" y="2070"/>
                </a:cubicBezTo>
                <a:cubicBezTo>
                  <a:pt x="2154" y="1989"/>
                  <a:pt x="2157" y="1975"/>
                  <a:pt x="2151" y="1957"/>
                </a:cubicBezTo>
                <a:cubicBezTo>
                  <a:pt x="2143" y="1854"/>
                  <a:pt x="2143" y="1852"/>
                  <a:pt x="2142" y="1850"/>
                </a:cubicBezTo>
                <a:cubicBezTo>
                  <a:pt x="2122" y="1784"/>
                  <a:pt x="2128" y="1782"/>
                  <a:pt x="2124" y="1776"/>
                </a:cubicBezTo>
                <a:cubicBezTo>
                  <a:pt x="2100" y="1714"/>
                  <a:pt x="2097" y="1705"/>
                  <a:pt x="2095" y="1697"/>
                </a:cubicBezTo>
                <a:cubicBezTo>
                  <a:pt x="2101" y="1724"/>
                  <a:pt x="2102" y="1725"/>
                  <a:pt x="2102" y="1726"/>
                </a:cubicBezTo>
                <a:cubicBezTo>
                  <a:pt x="2129" y="1819"/>
                  <a:pt x="2126" y="1827"/>
                  <a:pt x="2131" y="1837"/>
                </a:cubicBezTo>
                <a:cubicBezTo>
                  <a:pt x="2132" y="1855"/>
                  <a:pt x="2141" y="1862"/>
                  <a:pt x="2135" y="1865"/>
                </a:cubicBezTo>
                <a:cubicBezTo>
                  <a:pt x="2138" y="1931"/>
                  <a:pt x="2140" y="1935"/>
                  <a:pt x="2142" y="1939"/>
                </a:cubicBezTo>
                <a:cubicBezTo>
                  <a:pt x="2150" y="2010"/>
                  <a:pt x="2145" y="2021"/>
                  <a:pt x="2147" y="2033"/>
                </a:cubicBezTo>
                <a:cubicBezTo>
                  <a:pt x="2149" y="2123"/>
                  <a:pt x="2150" y="2136"/>
                  <a:pt x="2149" y="2149"/>
                </a:cubicBezTo>
                <a:cubicBezTo>
                  <a:pt x="2160" y="2157"/>
                  <a:pt x="2161" y="2153"/>
                  <a:pt x="2162" y="2149"/>
                </a:cubicBezTo>
                <a:cubicBezTo>
                  <a:pt x="2159" y="2097"/>
                  <a:pt x="2156" y="2088"/>
                  <a:pt x="2161" y="2081"/>
                </a:cubicBezTo>
                <a:close/>
                <a:moveTo>
                  <a:pt x="33" y="1449"/>
                </a:moveTo>
                <a:cubicBezTo>
                  <a:pt x="56" y="1462"/>
                  <a:pt x="71" y="1482"/>
                  <a:pt x="95" y="1494"/>
                </a:cubicBezTo>
                <a:cubicBezTo>
                  <a:pt x="97" y="1500"/>
                  <a:pt x="105" y="1501"/>
                  <a:pt x="110" y="1505"/>
                </a:cubicBezTo>
                <a:cubicBezTo>
                  <a:pt x="117" y="1507"/>
                  <a:pt x="116" y="1516"/>
                  <a:pt x="127" y="1514"/>
                </a:cubicBezTo>
                <a:cubicBezTo>
                  <a:pt x="134" y="1525"/>
                  <a:pt x="150" y="1528"/>
                  <a:pt x="160" y="1536"/>
                </a:cubicBezTo>
                <a:cubicBezTo>
                  <a:pt x="158" y="1527"/>
                  <a:pt x="150" y="1527"/>
                  <a:pt x="145" y="1522"/>
                </a:cubicBezTo>
                <a:cubicBezTo>
                  <a:pt x="142" y="1514"/>
                  <a:pt x="131" y="1514"/>
                  <a:pt x="127" y="1508"/>
                </a:cubicBezTo>
                <a:cubicBezTo>
                  <a:pt x="115" y="1500"/>
                  <a:pt x="103" y="1492"/>
                  <a:pt x="92" y="1483"/>
                </a:cubicBezTo>
                <a:cubicBezTo>
                  <a:pt x="81" y="1473"/>
                  <a:pt x="67" y="1466"/>
                  <a:pt x="59" y="1454"/>
                </a:cubicBezTo>
                <a:cubicBezTo>
                  <a:pt x="45" y="1448"/>
                  <a:pt x="37" y="1434"/>
                  <a:pt x="21" y="1429"/>
                </a:cubicBezTo>
                <a:cubicBezTo>
                  <a:pt x="19" y="1426"/>
                  <a:pt x="17" y="1423"/>
                  <a:pt x="12" y="1424"/>
                </a:cubicBezTo>
                <a:cubicBezTo>
                  <a:pt x="13" y="1418"/>
                  <a:pt x="8" y="1418"/>
                  <a:pt x="6" y="1415"/>
                </a:cubicBezTo>
                <a:cubicBezTo>
                  <a:pt x="4" y="1414"/>
                  <a:pt x="2" y="1413"/>
                  <a:pt x="0" y="1412"/>
                </a:cubicBezTo>
                <a:cubicBezTo>
                  <a:pt x="0" y="1427"/>
                  <a:pt x="0" y="1427"/>
                  <a:pt x="0" y="1427"/>
                </a:cubicBezTo>
                <a:cubicBezTo>
                  <a:pt x="9" y="1427"/>
                  <a:pt x="12" y="1433"/>
                  <a:pt x="18" y="1435"/>
                </a:cubicBezTo>
                <a:cubicBezTo>
                  <a:pt x="22" y="1440"/>
                  <a:pt x="30" y="1442"/>
                  <a:pt x="33" y="1449"/>
                </a:cubicBezTo>
                <a:close/>
                <a:moveTo>
                  <a:pt x="11" y="1606"/>
                </a:moveTo>
                <a:cubicBezTo>
                  <a:pt x="16" y="1604"/>
                  <a:pt x="21" y="1615"/>
                  <a:pt x="22" y="1606"/>
                </a:cubicBezTo>
                <a:cubicBezTo>
                  <a:pt x="16" y="1602"/>
                  <a:pt x="8" y="1601"/>
                  <a:pt x="0" y="1599"/>
                </a:cubicBezTo>
                <a:cubicBezTo>
                  <a:pt x="0" y="1604"/>
                  <a:pt x="0" y="1604"/>
                  <a:pt x="0" y="1604"/>
                </a:cubicBezTo>
                <a:cubicBezTo>
                  <a:pt x="3" y="1605"/>
                  <a:pt x="5" y="1608"/>
                  <a:pt x="11" y="1606"/>
                </a:cubicBezTo>
                <a:close/>
                <a:moveTo>
                  <a:pt x="2119" y="2102"/>
                </a:moveTo>
                <a:cubicBezTo>
                  <a:pt x="2125" y="2098"/>
                  <a:pt x="2116" y="2089"/>
                  <a:pt x="2121" y="2085"/>
                </a:cubicBezTo>
                <a:cubicBezTo>
                  <a:pt x="2115" y="2006"/>
                  <a:pt x="2120" y="1984"/>
                  <a:pt x="2114" y="1959"/>
                </a:cubicBezTo>
                <a:cubicBezTo>
                  <a:pt x="2119" y="1920"/>
                  <a:pt x="2112" y="1912"/>
                  <a:pt x="2114" y="1907"/>
                </a:cubicBezTo>
                <a:cubicBezTo>
                  <a:pt x="2109" y="1878"/>
                  <a:pt x="2111" y="1869"/>
                  <a:pt x="2111" y="1861"/>
                </a:cubicBezTo>
                <a:cubicBezTo>
                  <a:pt x="2104" y="1826"/>
                  <a:pt x="2110" y="1824"/>
                  <a:pt x="2106" y="1818"/>
                </a:cubicBezTo>
                <a:cubicBezTo>
                  <a:pt x="2101" y="1785"/>
                  <a:pt x="2098" y="1779"/>
                  <a:pt x="2101" y="1775"/>
                </a:cubicBezTo>
                <a:cubicBezTo>
                  <a:pt x="2089" y="1739"/>
                  <a:pt x="2087" y="1733"/>
                  <a:pt x="2084" y="1728"/>
                </a:cubicBezTo>
                <a:cubicBezTo>
                  <a:pt x="2070" y="1693"/>
                  <a:pt x="2059" y="1670"/>
                  <a:pt x="2047" y="1646"/>
                </a:cubicBezTo>
                <a:cubicBezTo>
                  <a:pt x="2025" y="1605"/>
                  <a:pt x="2014" y="1602"/>
                  <a:pt x="2016" y="1610"/>
                </a:cubicBezTo>
                <a:cubicBezTo>
                  <a:pt x="2040" y="1652"/>
                  <a:pt x="2043" y="1652"/>
                  <a:pt x="2047" y="1666"/>
                </a:cubicBezTo>
                <a:cubicBezTo>
                  <a:pt x="2064" y="1692"/>
                  <a:pt x="2065" y="1707"/>
                  <a:pt x="2073" y="1718"/>
                </a:cubicBezTo>
                <a:cubicBezTo>
                  <a:pt x="2101" y="1833"/>
                  <a:pt x="2096" y="1839"/>
                  <a:pt x="2098" y="1848"/>
                </a:cubicBezTo>
                <a:cubicBezTo>
                  <a:pt x="2102" y="1892"/>
                  <a:pt x="2102" y="1908"/>
                  <a:pt x="2104" y="1925"/>
                </a:cubicBezTo>
                <a:cubicBezTo>
                  <a:pt x="2102" y="2001"/>
                  <a:pt x="2110" y="2008"/>
                  <a:pt x="2107" y="2011"/>
                </a:cubicBezTo>
                <a:cubicBezTo>
                  <a:pt x="2106" y="2090"/>
                  <a:pt x="2110" y="2108"/>
                  <a:pt x="2111" y="2125"/>
                </a:cubicBezTo>
                <a:cubicBezTo>
                  <a:pt x="2120" y="2161"/>
                  <a:pt x="2120" y="2161"/>
                  <a:pt x="2120" y="2161"/>
                </a:cubicBezTo>
                <a:cubicBezTo>
                  <a:pt x="2117" y="2124"/>
                  <a:pt x="2124" y="2115"/>
                  <a:pt x="2119" y="2102"/>
                </a:cubicBezTo>
                <a:close/>
                <a:moveTo>
                  <a:pt x="17" y="1522"/>
                </a:moveTo>
                <a:cubicBezTo>
                  <a:pt x="18" y="1528"/>
                  <a:pt x="28" y="1525"/>
                  <a:pt x="29" y="1531"/>
                </a:cubicBezTo>
                <a:cubicBezTo>
                  <a:pt x="34" y="1532"/>
                  <a:pt x="41" y="1532"/>
                  <a:pt x="44" y="1536"/>
                </a:cubicBezTo>
                <a:cubicBezTo>
                  <a:pt x="46" y="1541"/>
                  <a:pt x="57" y="1535"/>
                  <a:pt x="58" y="1541"/>
                </a:cubicBezTo>
                <a:cubicBezTo>
                  <a:pt x="65" y="1541"/>
                  <a:pt x="67" y="1546"/>
                  <a:pt x="76" y="1544"/>
                </a:cubicBezTo>
                <a:cubicBezTo>
                  <a:pt x="77" y="1547"/>
                  <a:pt x="89" y="1554"/>
                  <a:pt x="90" y="1546"/>
                </a:cubicBezTo>
                <a:cubicBezTo>
                  <a:pt x="64" y="1540"/>
                  <a:pt x="44" y="1527"/>
                  <a:pt x="20" y="1519"/>
                </a:cubicBezTo>
                <a:cubicBezTo>
                  <a:pt x="17" y="1514"/>
                  <a:pt x="10" y="1514"/>
                  <a:pt x="5" y="1511"/>
                </a:cubicBezTo>
                <a:cubicBezTo>
                  <a:pt x="3" y="1511"/>
                  <a:pt x="2" y="1510"/>
                  <a:pt x="0" y="1509"/>
                </a:cubicBezTo>
                <a:cubicBezTo>
                  <a:pt x="0" y="1516"/>
                  <a:pt x="0" y="1516"/>
                  <a:pt x="0" y="1516"/>
                </a:cubicBezTo>
                <a:cubicBezTo>
                  <a:pt x="1" y="1516"/>
                  <a:pt x="2" y="1516"/>
                  <a:pt x="3" y="1517"/>
                </a:cubicBezTo>
                <a:cubicBezTo>
                  <a:pt x="5" y="1521"/>
                  <a:pt x="12" y="1521"/>
                  <a:pt x="17" y="1522"/>
                </a:cubicBezTo>
                <a:close/>
                <a:moveTo>
                  <a:pt x="13" y="1574"/>
                </a:moveTo>
                <a:cubicBezTo>
                  <a:pt x="18" y="1579"/>
                  <a:pt x="24" y="1583"/>
                  <a:pt x="33" y="1583"/>
                </a:cubicBezTo>
                <a:cubicBezTo>
                  <a:pt x="34" y="1585"/>
                  <a:pt x="36" y="1586"/>
                  <a:pt x="37" y="1587"/>
                </a:cubicBezTo>
                <a:cubicBezTo>
                  <a:pt x="41" y="1590"/>
                  <a:pt x="48" y="1590"/>
                  <a:pt x="54" y="1591"/>
                </a:cubicBezTo>
                <a:cubicBezTo>
                  <a:pt x="57" y="1597"/>
                  <a:pt x="68" y="1596"/>
                  <a:pt x="72" y="1602"/>
                </a:cubicBezTo>
                <a:cubicBezTo>
                  <a:pt x="81" y="1598"/>
                  <a:pt x="90" y="1610"/>
                  <a:pt x="95" y="1601"/>
                </a:cubicBezTo>
                <a:cubicBezTo>
                  <a:pt x="82" y="1602"/>
                  <a:pt x="77" y="1594"/>
                  <a:pt x="66" y="1593"/>
                </a:cubicBezTo>
                <a:cubicBezTo>
                  <a:pt x="63" y="1589"/>
                  <a:pt x="56" y="1589"/>
                  <a:pt x="51" y="1588"/>
                </a:cubicBezTo>
                <a:cubicBezTo>
                  <a:pt x="50" y="1588"/>
                  <a:pt x="50" y="1587"/>
                  <a:pt x="50" y="1587"/>
                </a:cubicBezTo>
                <a:cubicBezTo>
                  <a:pt x="46" y="1585"/>
                  <a:pt x="42" y="1583"/>
                  <a:pt x="39" y="1580"/>
                </a:cubicBezTo>
                <a:cubicBezTo>
                  <a:pt x="27" y="1579"/>
                  <a:pt x="22" y="1572"/>
                  <a:pt x="13" y="1569"/>
                </a:cubicBezTo>
                <a:cubicBezTo>
                  <a:pt x="10" y="1565"/>
                  <a:pt x="5" y="1565"/>
                  <a:pt x="0" y="1564"/>
                </a:cubicBezTo>
                <a:cubicBezTo>
                  <a:pt x="0" y="1571"/>
                  <a:pt x="0" y="1571"/>
                  <a:pt x="0" y="1571"/>
                </a:cubicBezTo>
                <a:cubicBezTo>
                  <a:pt x="1" y="1571"/>
                  <a:pt x="1" y="1571"/>
                  <a:pt x="1" y="1572"/>
                </a:cubicBezTo>
                <a:cubicBezTo>
                  <a:pt x="5" y="1573"/>
                  <a:pt x="7" y="1576"/>
                  <a:pt x="13" y="1574"/>
                </a:cubicBezTo>
                <a:close/>
                <a:moveTo>
                  <a:pt x="27" y="1336"/>
                </a:moveTo>
                <a:cubicBezTo>
                  <a:pt x="28" y="1340"/>
                  <a:pt x="30" y="1341"/>
                  <a:pt x="33" y="1342"/>
                </a:cubicBezTo>
                <a:cubicBezTo>
                  <a:pt x="35" y="1349"/>
                  <a:pt x="43" y="1349"/>
                  <a:pt x="45" y="1356"/>
                </a:cubicBezTo>
                <a:cubicBezTo>
                  <a:pt x="57" y="1360"/>
                  <a:pt x="63" y="1371"/>
                  <a:pt x="72" y="1379"/>
                </a:cubicBezTo>
                <a:cubicBezTo>
                  <a:pt x="91" y="1393"/>
                  <a:pt x="107" y="1411"/>
                  <a:pt x="122" y="1430"/>
                </a:cubicBezTo>
                <a:cubicBezTo>
                  <a:pt x="131" y="1437"/>
                  <a:pt x="136" y="1449"/>
                  <a:pt x="146" y="1455"/>
                </a:cubicBezTo>
                <a:cubicBezTo>
                  <a:pt x="146" y="1459"/>
                  <a:pt x="151" y="1458"/>
                  <a:pt x="152" y="1461"/>
                </a:cubicBezTo>
                <a:cubicBezTo>
                  <a:pt x="153" y="1464"/>
                  <a:pt x="155" y="1465"/>
                  <a:pt x="158" y="1466"/>
                </a:cubicBezTo>
                <a:cubicBezTo>
                  <a:pt x="160" y="1473"/>
                  <a:pt x="168" y="1474"/>
                  <a:pt x="170" y="1481"/>
                </a:cubicBezTo>
                <a:cubicBezTo>
                  <a:pt x="181" y="1486"/>
                  <a:pt x="186" y="1497"/>
                  <a:pt x="197" y="1503"/>
                </a:cubicBezTo>
                <a:cubicBezTo>
                  <a:pt x="199" y="1509"/>
                  <a:pt x="207" y="1510"/>
                  <a:pt x="211" y="1514"/>
                </a:cubicBezTo>
                <a:cubicBezTo>
                  <a:pt x="215" y="1519"/>
                  <a:pt x="218" y="1526"/>
                  <a:pt x="226" y="1526"/>
                </a:cubicBezTo>
                <a:cubicBezTo>
                  <a:pt x="226" y="1517"/>
                  <a:pt x="219" y="1515"/>
                  <a:pt x="214" y="1511"/>
                </a:cubicBezTo>
                <a:cubicBezTo>
                  <a:pt x="209" y="1507"/>
                  <a:pt x="207" y="1499"/>
                  <a:pt x="199" y="1497"/>
                </a:cubicBezTo>
                <a:cubicBezTo>
                  <a:pt x="195" y="1493"/>
                  <a:pt x="190" y="1489"/>
                  <a:pt x="185" y="1486"/>
                </a:cubicBezTo>
                <a:cubicBezTo>
                  <a:pt x="181" y="1480"/>
                  <a:pt x="176" y="1475"/>
                  <a:pt x="170" y="1472"/>
                </a:cubicBezTo>
                <a:cubicBezTo>
                  <a:pt x="169" y="1468"/>
                  <a:pt x="169" y="1465"/>
                  <a:pt x="164" y="1466"/>
                </a:cubicBezTo>
                <a:cubicBezTo>
                  <a:pt x="162" y="1463"/>
                  <a:pt x="161" y="1460"/>
                  <a:pt x="158" y="1458"/>
                </a:cubicBezTo>
                <a:cubicBezTo>
                  <a:pt x="154" y="1452"/>
                  <a:pt x="149" y="1447"/>
                  <a:pt x="143" y="1444"/>
                </a:cubicBezTo>
                <a:cubicBezTo>
                  <a:pt x="142" y="1440"/>
                  <a:pt x="142" y="1437"/>
                  <a:pt x="137" y="1438"/>
                </a:cubicBezTo>
                <a:cubicBezTo>
                  <a:pt x="137" y="1433"/>
                  <a:pt x="135" y="1430"/>
                  <a:pt x="131" y="1429"/>
                </a:cubicBezTo>
                <a:cubicBezTo>
                  <a:pt x="131" y="1419"/>
                  <a:pt x="121" y="1420"/>
                  <a:pt x="119" y="1412"/>
                </a:cubicBezTo>
                <a:cubicBezTo>
                  <a:pt x="102" y="1392"/>
                  <a:pt x="83" y="1375"/>
                  <a:pt x="65" y="1356"/>
                </a:cubicBezTo>
                <a:cubicBezTo>
                  <a:pt x="45" y="1338"/>
                  <a:pt x="25" y="1320"/>
                  <a:pt x="6" y="1302"/>
                </a:cubicBezTo>
                <a:cubicBezTo>
                  <a:pt x="4" y="1301"/>
                  <a:pt x="2" y="1300"/>
                  <a:pt x="0" y="1299"/>
                </a:cubicBezTo>
                <a:cubicBezTo>
                  <a:pt x="0" y="1316"/>
                  <a:pt x="0" y="1316"/>
                  <a:pt x="0" y="1316"/>
                </a:cubicBezTo>
                <a:cubicBezTo>
                  <a:pt x="7" y="1321"/>
                  <a:pt x="14" y="1326"/>
                  <a:pt x="21" y="1331"/>
                </a:cubicBezTo>
                <a:cubicBezTo>
                  <a:pt x="21" y="1334"/>
                  <a:pt x="26" y="1333"/>
                  <a:pt x="27" y="1336"/>
                </a:cubicBezTo>
                <a:close/>
                <a:moveTo>
                  <a:pt x="28" y="1371"/>
                </a:moveTo>
                <a:cubicBezTo>
                  <a:pt x="35" y="1372"/>
                  <a:pt x="35" y="1380"/>
                  <a:pt x="40" y="1382"/>
                </a:cubicBezTo>
                <a:cubicBezTo>
                  <a:pt x="38" y="1393"/>
                  <a:pt x="51" y="1388"/>
                  <a:pt x="52" y="1397"/>
                </a:cubicBezTo>
                <a:cubicBezTo>
                  <a:pt x="69" y="1412"/>
                  <a:pt x="85" y="1429"/>
                  <a:pt x="99" y="1448"/>
                </a:cubicBezTo>
                <a:cubicBezTo>
                  <a:pt x="109" y="1454"/>
                  <a:pt x="115" y="1465"/>
                  <a:pt x="123" y="1473"/>
                </a:cubicBezTo>
                <a:cubicBezTo>
                  <a:pt x="131" y="1473"/>
                  <a:pt x="128" y="1484"/>
                  <a:pt x="135" y="1484"/>
                </a:cubicBezTo>
                <a:cubicBezTo>
                  <a:pt x="138" y="1491"/>
                  <a:pt x="146" y="1490"/>
                  <a:pt x="147" y="1499"/>
                </a:cubicBezTo>
                <a:cubicBezTo>
                  <a:pt x="153" y="1500"/>
                  <a:pt x="157" y="1504"/>
                  <a:pt x="162" y="1507"/>
                </a:cubicBezTo>
                <a:cubicBezTo>
                  <a:pt x="160" y="1518"/>
                  <a:pt x="173" y="1513"/>
                  <a:pt x="174" y="1521"/>
                </a:cubicBezTo>
                <a:cubicBezTo>
                  <a:pt x="179" y="1524"/>
                  <a:pt x="182" y="1528"/>
                  <a:pt x="189" y="1529"/>
                </a:cubicBezTo>
                <a:cubicBezTo>
                  <a:pt x="189" y="1533"/>
                  <a:pt x="192" y="1534"/>
                  <a:pt x="195" y="1535"/>
                </a:cubicBezTo>
                <a:cubicBezTo>
                  <a:pt x="198" y="1535"/>
                  <a:pt x="201" y="1540"/>
                  <a:pt x="203" y="1535"/>
                </a:cubicBezTo>
                <a:cubicBezTo>
                  <a:pt x="197" y="1531"/>
                  <a:pt x="192" y="1527"/>
                  <a:pt x="188" y="1521"/>
                </a:cubicBezTo>
                <a:cubicBezTo>
                  <a:pt x="183" y="1522"/>
                  <a:pt x="183" y="1517"/>
                  <a:pt x="179" y="1515"/>
                </a:cubicBezTo>
                <a:cubicBezTo>
                  <a:pt x="179" y="1510"/>
                  <a:pt x="170" y="1513"/>
                  <a:pt x="171" y="1507"/>
                </a:cubicBezTo>
                <a:cubicBezTo>
                  <a:pt x="164" y="1503"/>
                  <a:pt x="159" y="1498"/>
                  <a:pt x="156" y="1492"/>
                </a:cubicBezTo>
                <a:cubicBezTo>
                  <a:pt x="147" y="1491"/>
                  <a:pt x="148" y="1479"/>
                  <a:pt x="138" y="1478"/>
                </a:cubicBezTo>
                <a:cubicBezTo>
                  <a:pt x="133" y="1463"/>
                  <a:pt x="117" y="1459"/>
                  <a:pt x="111" y="1444"/>
                </a:cubicBezTo>
                <a:cubicBezTo>
                  <a:pt x="99" y="1435"/>
                  <a:pt x="91" y="1422"/>
                  <a:pt x="81" y="1410"/>
                </a:cubicBezTo>
                <a:cubicBezTo>
                  <a:pt x="73" y="1398"/>
                  <a:pt x="60" y="1391"/>
                  <a:pt x="51" y="1379"/>
                </a:cubicBezTo>
                <a:cubicBezTo>
                  <a:pt x="40" y="1370"/>
                  <a:pt x="32" y="1358"/>
                  <a:pt x="22" y="1348"/>
                </a:cubicBezTo>
                <a:cubicBezTo>
                  <a:pt x="13" y="1343"/>
                  <a:pt x="7" y="1336"/>
                  <a:pt x="0" y="1329"/>
                </a:cubicBezTo>
                <a:cubicBezTo>
                  <a:pt x="0" y="1344"/>
                  <a:pt x="0" y="1344"/>
                  <a:pt x="0" y="1344"/>
                </a:cubicBezTo>
                <a:cubicBezTo>
                  <a:pt x="2" y="1346"/>
                  <a:pt x="3" y="1347"/>
                  <a:pt x="4" y="1348"/>
                </a:cubicBezTo>
                <a:cubicBezTo>
                  <a:pt x="13" y="1355"/>
                  <a:pt x="21" y="1362"/>
                  <a:pt x="28" y="1371"/>
                </a:cubicBezTo>
                <a:close/>
                <a:moveTo>
                  <a:pt x="5" y="1267"/>
                </a:moveTo>
                <a:cubicBezTo>
                  <a:pt x="4" y="1275"/>
                  <a:pt x="11" y="1275"/>
                  <a:pt x="17" y="1276"/>
                </a:cubicBezTo>
                <a:cubicBezTo>
                  <a:pt x="22" y="1284"/>
                  <a:pt x="32" y="1288"/>
                  <a:pt x="40" y="1292"/>
                </a:cubicBezTo>
                <a:cubicBezTo>
                  <a:pt x="46" y="1300"/>
                  <a:pt x="52" y="1306"/>
                  <a:pt x="58" y="1312"/>
                </a:cubicBezTo>
                <a:cubicBezTo>
                  <a:pt x="61" y="1316"/>
                  <a:pt x="63" y="1321"/>
                  <a:pt x="70" y="1321"/>
                </a:cubicBezTo>
                <a:cubicBezTo>
                  <a:pt x="70" y="1328"/>
                  <a:pt x="75" y="1330"/>
                  <a:pt x="79" y="1332"/>
                </a:cubicBezTo>
                <a:cubicBezTo>
                  <a:pt x="92" y="1347"/>
                  <a:pt x="102" y="1363"/>
                  <a:pt x="118" y="1375"/>
                </a:cubicBezTo>
                <a:cubicBezTo>
                  <a:pt x="124" y="1382"/>
                  <a:pt x="129" y="1390"/>
                  <a:pt x="136" y="1397"/>
                </a:cubicBezTo>
                <a:cubicBezTo>
                  <a:pt x="141" y="1406"/>
                  <a:pt x="149" y="1411"/>
                  <a:pt x="154" y="1420"/>
                </a:cubicBezTo>
                <a:cubicBezTo>
                  <a:pt x="158" y="1430"/>
                  <a:pt x="170" y="1431"/>
                  <a:pt x="172" y="1443"/>
                </a:cubicBezTo>
                <a:cubicBezTo>
                  <a:pt x="176" y="1445"/>
                  <a:pt x="181" y="1447"/>
                  <a:pt x="181" y="1454"/>
                </a:cubicBezTo>
                <a:cubicBezTo>
                  <a:pt x="185" y="1454"/>
                  <a:pt x="190" y="1466"/>
                  <a:pt x="193" y="1457"/>
                </a:cubicBezTo>
                <a:cubicBezTo>
                  <a:pt x="182" y="1462"/>
                  <a:pt x="190" y="1447"/>
                  <a:pt x="184" y="1448"/>
                </a:cubicBezTo>
                <a:cubicBezTo>
                  <a:pt x="182" y="1444"/>
                  <a:pt x="179" y="1441"/>
                  <a:pt x="178" y="1437"/>
                </a:cubicBezTo>
                <a:cubicBezTo>
                  <a:pt x="169" y="1433"/>
                  <a:pt x="166" y="1423"/>
                  <a:pt x="160" y="1417"/>
                </a:cubicBezTo>
                <a:cubicBezTo>
                  <a:pt x="159" y="1411"/>
                  <a:pt x="152" y="1414"/>
                  <a:pt x="154" y="1406"/>
                </a:cubicBezTo>
                <a:cubicBezTo>
                  <a:pt x="144" y="1408"/>
                  <a:pt x="149" y="1396"/>
                  <a:pt x="142" y="1397"/>
                </a:cubicBezTo>
                <a:cubicBezTo>
                  <a:pt x="141" y="1385"/>
                  <a:pt x="131" y="1383"/>
                  <a:pt x="127" y="1374"/>
                </a:cubicBezTo>
                <a:cubicBezTo>
                  <a:pt x="114" y="1362"/>
                  <a:pt x="105" y="1347"/>
                  <a:pt x="91" y="1338"/>
                </a:cubicBezTo>
                <a:cubicBezTo>
                  <a:pt x="89" y="1327"/>
                  <a:pt x="80" y="1323"/>
                  <a:pt x="73" y="1318"/>
                </a:cubicBezTo>
                <a:cubicBezTo>
                  <a:pt x="72" y="1306"/>
                  <a:pt x="60" y="1306"/>
                  <a:pt x="58" y="1295"/>
                </a:cubicBezTo>
                <a:cubicBezTo>
                  <a:pt x="45" y="1292"/>
                  <a:pt x="43" y="1279"/>
                  <a:pt x="28" y="1278"/>
                </a:cubicBezTo>
                <a:cubicBezTo>
                  <a:pt x="29" y="1270"/>
                  <a:pt x="20" y="1271"/>
                  <a:pt x="17" y="1267"/>
                </a:cubicBezTo>
                <a:cubicBezTo>
                  <a:pt x="10" y="1265"/>
                  <a:pt x="9" y="1258"/>
                  <a:pt x="2" y="1256"/>
                </a:cubicBezTo>
                <a:cubicBezTo>
                  <a:pt x="1" y="1255"/>
                  <a:pt x="1" y="1255"/>
                  <a:pt x="0" y="1255"/>
                </a:cubicBezTo>
                <a:cubicBezTo>
                  <a:pt x="0" y="1265"/>
                  <a:pt x="0" y="1265"/>
                  <a:pt x="0" y="1265"/>
                </a:cubicBezTo>
                <a:cubicBezTo>
                  <a:pt x="2" y="1265"/>
                  <a:pt x="4" y="1266"/>
                  <a:pt x="5" y="1267"/>
                </a:cubicBezTo>
                <a:close/>
                <a:moveTo>
                  <a:pt x="3825" y="1569"/>
                </a:moveTo>
                <a:cubicBezTo>
                  <a:pt x="3816" y="1562"/>
                  <a:pt x="3807" y="1560"/>
                  <a:pt x="3797" y="1562"/>
                </a:cubicBezTo>
                <a:cubicBezTo>
                  <a:pt x="3787" y="1561"/>
                  <a:pt x="3777" y="1555"/>
                  <a:pt x="3766" y="1557"/>
                </a:cubicBezTo>
                <a:cubicBezTo>
                  <a:pt x="3762" y="1555"/>
                  <a:pt x="3758" y="1552"/>
                  <a:pt x="3752" y="1556"/>
                </a:cubicBezTo>
                <a:cubicBezTo>
                  <a:pt x="3748" y="1551"/>
                  <a:pt x="3743" y="1552"/>
                  <a:pt x="3739" y="1551"/>
                </a:cubicBezTo>
                <a:cubicBezTo>
                  <a:pt x="3728" y="1553"/>
                  <a:pt x="3718" y="1550"/>
                  <a:pt x="3708" y="1546"/>
                </a:cubicBezTo>
                <a:cubicBezTo>
                  <a:pt x="3688" y="1545"/>
                  <a:pt x="3669" y="1541"/>
                  <a:pt x="3648" y="1542"/>
                </a:cubicBezTo>
                <a:cubicBezTo>
                  <a:pt x="3638" y="1539"/>
                  <a:pt x="3625" y="1548"/>
                  <a:pt x="3617" y="1541"/>
                </a:cubicBezTo>
                <a:cubicBezTo>
                  <a:pt x="3611" y="1543"/>
                  <a:pt x="3607" y="1540"/>
                  <a:pt x="3601" y="1544"/>
                </a:cubicBezTo>
                <a:cubicBezTo>
                  <a:pt x="3595" y="1547"/>
                  <a:pt x="3591" y="1538"/>
                  <a:pt x="3584" y="1544"/>
                </a:cubicBezTo>
                <a:cubicBezTo>
                  <a:pt x="3589" y="1552"/>
                  <a:pt x="3598" y="1544"/>
                  <a:pt x="3604" y="1549"/>
                </a:cubicBezTo>
                <a:cubicBezTo>
                  <a:pt x="3612" y="1549"/>
                  <a:pt x="3620" y="1549"/>
                  <a:pt x="3628" y="1548"/>
                </a:cubicBezTo>
                <a:cubicBezTo>
                  <a:pt x="3642" y="1550"/>
                  <a:pt x="3656" y="1550"/>
                  <a:pt x="3672" y="1548"/>
                </a:cubicBezTo>
                <a:cubicBezTo>
                  <a:pt x="3677" y="1557"/>
                  <a:pt x="3685" y="1551"/>
                  <a:pt x="3691" y="1556"/>
                </a:cubicBezTo>
                <a:cubicBezTo>
                  <a:pt x="3699" y="1550"/>
                  <a:pt x="3704" y="1562"/>
                  <a:pt x="3712" y="1557"/>
                </a:cubicBezTo>
                <a:cubicBezTo>
                  <a:pt x="3718" y="1559"/>
                  <a:pt x="3725" y="1560"/>
                  <a:pt x="3732" y="1562"/>
                </a:cubicBezTo>
                <a:cubicBezTo>
                  <a:pt x="3738" y="1564"/>
                  <a:pt x="3746" y="1561"/>
                  <a:pt x="3752" y="1566"/>
                </a:cubicBezTo>
                <a:cubicBezTo>
                  <a:pt x="3760" y="1560"/>
                  <a:pt x="3764" y="1575"/>
                  <a:pt x="3773" y="1567"/>
                </a:cubicBezTo>
                <a:cubicBezTo>
                  <a:pt x="3775" y="1570"/>
                  <a:pt x="3779" y="1569"/>
                  <a:pt x="3782" y="1571"/>
                </a:cubicBezTo>
                <a:cubicBezTo>
                  <a:pt x="3786" y="1568"/>
                  <a:pt x="3789" y="1572"/>
                  <a:pt x="3792" y="1572"/>
                </a:cubicBezTo>
                <a:cubicBezTo>
                  <a:pt x="3806" y="1576"/>
                  <a:pt x="3821" y="1577"/>
                  <a:pt x="3835" y="1580"/>
                </a:cubicBezTo>
                <a:cubicBezTo>
                  <a:pt x="3837" y="1580"/>
                  <a:pt x="3839" y="1580"/>
                  <a:pt x="3840" y="1580"/>
                </a:cubicBezTo>
                <a:cubicBezTo>
                  <a:pt x="3840" y="1569"/>
                  <a:pt x="3840" y="1569"/>
                  <a:pt x="3840" y="1569"/>
                </a:cubicBezTo>
                <a:cubicBezTo>
                  <a:pt x="3835" y="1568"/>
                  <a:pt x="3830" y="1567"/>
                  <a:pt x="3825" y="1569"/>
                </a:cubicBezTo>
                <a:close/>
                <a:moveTo>
                  <a:pt x="66" y="1161"/>
                </a:moveTo>
                <a:cubicBezTo>
                  <a:pt x="76" y="1163"/>
                  <a:pt x="80" y="1170"/>
                  <a:pt x="90" y="1172"/>
                </a:cubicBezTo>
                <a:cubicBezTo>
                  <a:pt x="130" y="1194"/>
                  <a:pt x="136" y="1196"/>
                  <a:pt x="142" y="1197"/>
                </a:cubicBezTo>
                <a:cubicBezTo>
                  <a:pt x="203" y="1236"/>
                  <a:pt x="209" y="1238"/>
                  <a:pt x="216" y="1239"/>
                </a:cubicBezTo>
                <a:cubicBezTo>
                  <a:pt x="270" y="1269"/>
                  <a:pt x="279" y="1275"/>
                  <a:pt x="292" y="1277"/>
                </a:cubicBezTo>
                <a:cubicBezTo>
                  <a:pt x="334" y="1289"/>
                  <a:pt x="331" y="1300"/>
                  <a:pt x="342" y="1296"/>
                </a:cubicBezTo>
                <a:cubicBezTo>
                  <a:pt x="412" y="1309"/>
                  <a:pt x="424" y="1309"/>
                  <a:pt x="435" y="1308"/>
                </a:cubicBezTo>
                <a:cubicBezTo>
                  <a:pt x="429" y="1305"/>
                  <a:pt x="396" y="1300"/>
                  <a:pt x="360" y="1296"/>
                </a:cubicBezTo>
                <a:cubicBezTo>
                  <a:pt x="314" y="1274"/>
                  <a:pt x="305" y="1273"/>
                  <a:pt x="298" y="1271"/>
                </a:cubicBezTo>
                <a:cubicBezTo>
                  <a:pt x="268" y="1253"/>
                  <a:pt x="261" y="1256"/>
                  <a:pt x="260" y="1252"/>
                </a:cubicBezTo>
                <a:cubicBezTo>
                  <a:pt x="193" y="1210"/>
                  <a:pt x="176" y="1209"/>
                  <a:pt x="168" y="1196"/>
                </a:cubicBezTo>
                <a:cubicBezTo>
                  <a:pt x="83" y="1155"/>
                  <a:pt x="76" y="1152"/>
                  <a:pt x="71" y="1147"/>
                </a:cubicBezTo>
                <a:cubicBezTo>
                  <a:pt x="140" y="1177"/>
                  <a:pt x="150" y="1176"/>
                  <a:pt x="156" y="1179"/>
                </a:cubicBezTo>
                <a:cubicBezTo>
                  <a:pt x="201" y="1206"/>
                  <a:pt x="215" y="1202"/>
                  <a:pt x="218" y="1210"/>
                </a:cubicBezTo>
                <a:cubicBezTo>
                  <a:pt x="278" y="1230"/>
                  <a:pt x="285" y="1243"/>
                  <a:pt x="303" y="1245"/>
                </a:cubicBezTo>
                <a:cubicBezTo>
                  <a:pt x="364" y="1264"/>
                  <a:pt x="384" y="1264"/>
                  <a:pt x="399" y="1269"/>
                </a:cubicBezTo>
                <a:cubicBezTo>
                  <a:pt x="485" y="1272"/>
                  <a:pt x="483" y="1270"/>
                  <a:pt x="495" y="1272"/>
                </a:cubicBezTo>
                <a:cubicBezTo>
                  <a:pt x="565" y="1259"/>
                  <a:pt x="573" y="1259"/>
                  <a:pt x="576" y="1253"/>
                </a:cubicBezTo>
                <a:cubicBezTo>
                  <a:pt x="439" y="1260"/>
                  <a:pt x="413" y="1263"/>
                  <a:pt x="396" y="1257"/>
                </a:cubicBezTo>
                <a:cubicBezTo>
                  <a:pt x="354" y="1249"/>
                  <a:pt x="344" y="1252"/>
                  <a:pt x="344" y="1247"/>
                </a:cubicBezTo>
                <a:cubicBezTo>
                  <a:pt x="309" y="1236"/>
                  <a:pt x="298" y="1236"/>
                  <a:pt x="294" y="1228"/>
                </a:cubicBezTo>
                <a:cubicBezTo>
                  <a:pt x="210" y="1194"/>
                  <a:pt x="205" y="1188"/>
                  <a:pt x="194" y="1187"/>
                </a:cubicBezTo>
                <a:cubicBezTo>
                  <a:pt x="138" y="1160"/>
                  <a:pt x="130" y="1156"/>
                  <a:pt x="124" y="1151"/>
                </a:cubicBezTo>
                <a:cubicBezTo>
                  <a:pt x="81" y="1136"/>
                  <a:pt x="64" y="1128"/>
                  <a:pt x="50" y="1118"/>
                </a:cubicBezTo>
                <a:cubicBezTo>
                  <a:pt x="0" y="1116"/>
                  <a:pt x="0" y="1116"/>
                  <a:pt x="0" y="1116"/>
                </a:cubicBezTo>
                <a:cubicBezTo>
                  <a:pt x="0" y="1130"/>
                  <a:pt x="0" y="1130"/>
                  <a:pt x="0" y="1130"/>
                </a:cubicBezTo>
                <a:close/>
                <a:moveTo>
                  <a:pt x="45" y="1130"/>
                </a:moveTo>
                <a:cubicBezTo>
                  <a:pt x="45" y="1137"/>
                  <a:pt x="35" y="1131"/>
                  <a:pt x="33" y="1130"/>
                </a:cubicBezTo>
                <a:cubicBezTo>
                  <a:pt x="35" y="1121"/>
                  <a:pt x="40" y="1133"/>
                  <a:pt x="45" y="1130"/>
                </a:cubicBezTo>
                <a:close/>
                <a:moveTo>
                  <a:pt x="3833" y="1489"/>
                </a:moveTo>
                <a:cubicBezTo>
                  <a:pt x="3825" y="1493"/>
                  <a:pt x="3818" y="1494"/>
                  <a:pt x="3812" y="1488"/>
                </a:cubicBezTo>
                <a:cubicBezTo>
                  <a:pt x="3742" y="1497"/>
                  <a:pt x="3737" y="1489"/>
                  <a:pt x="3728" y="1496"/>
                </a:cubicBezTo>
                <a:cubicBezTo>
                  <a:pt x="3675" y="1496"/>
                  <a:pt x="3676" y="1502"/>
                  <a:pt x="3666" y="1500"/>
                </a:cubicBezTo>
                <a:cubicBezTo>
                  <a:pt x="3595" y="1515"/>
                  <a:pt x="3582" y="1508"/>
                  <a:pt x="3582" y="1518"/>
                </a:cubicBezTo>
                <a:cubicBezTo>
                  <a:pt x="3657" y="1509"/>
                  <a:pt x="3660" y="1510"/>
                  <a:pt x="3663" y="1512"/>
                </a:cubicBezTo>
                <a:cubicBezTo>
                  <a:pt x="3728" y="1514"/>
                  <a:pt x="3735" y="1511"/>
                  <a:pt x="3740" y="1515"/>
                </a:cubicBezTo>
                <a:cubicBezTo>
                  <a:pt x="3764" y="1515"/>
                  <a:pt x="3762" y="1517"/>
                  <a:pt x="3770" y="1514"/>
                </a:cubicBezTo>
                <a:cubicBezTo>
                  <a:pt x="3782" y="1527"/>
                  <a:pt x="3789" y="1525"/>
                  <a:pt x="3795" y="1526"/>
                </a:cubicBezTo>
                <a:cubicBezTo>
                  <a:pt x="3840" y="1512"/>
                  <a:pt x="3840" y="1512"/>
                  <a:pt x="3840" y="1512"/>
                </a:cubicBezTo>
                <a:cubicBezTo>
                  <a:pt x="3784" y="1503"/>
                  <a:pt x="3777" y="1507"/>
                  <a:pt x="3773" y="1502"/>
                </a:cubicBezTo>
                <a:cubicBezTo>
                  <a:pt x="3766" y="1498"/>
                  <a:pt x="3768" y="1501"/>
                  <a:pt x="3772" y="1499"/>
                </a:cubicBezTo>
                <a:cubicBezTo>
                  <a:pt x="3788" y="1503"/>
                  <a:pt x="3792" y="1500"/>
                  <a:pt x="3795" y="1499"/>
                </a:cubicBezTo>
                <a:cubicBezTo>
                  <a:pt x="3824" y="1498"/>
                  <a:pt x="3829" y="1501"/>
                  <a:pt x="3834" y="1502"/>
                </a:cubicBezTo>
                <a:cubicBezTo>
                  <a:pt x="3838" y="1490"/>
                  <a:pt x="3835" y="1489"/>
                  <a:pt x="3833" y="1489"/>
                </a:cubicBezTo>
                <a:close/>
                <a:moveTo>
                  <a:pt x="66" y="1257"/>
                </a:moveTo>
                <a:cubicBezTo>
                  <a:pt x="68" y="1264"/>
                  <a:pt x="75" y="1265"/>
                  <a:pt x="78" y="1271"/>
                </a:cubicBezTo>
                <a:cubicBezTo>
                  <a:pt x="98" y="1294"/>
                  <a:pt x="102" y="1294"/>
                  <a:pt x="104" y="1297"/>
                </a:cubicBezTo>
                <a:cubicBezTo>
                  <a:pt x="116" y="1304"/>
                  <a:pt x="117" y="1308"/>
                  <a:pt x="119" y="1311"/>
                </a:cubicBezTo>
                <a:cubicBezTo>
                  <a:pt x="217" y="1393"/>
                  <a:pt x="223" y="1405"/>
                  <a:pt x="238" y="1409"/>
                </a:cubicBezTo>
                <a:cubicBezTo>
                  <a:pt x="279" y="1431"/>
                  <a:pt x="282" y="1437"/>
                  <a:pt x="291" y="1437"/>
                </a:cubicBezTo>
                <a:cubicBezTo>
                  <a:pt x="303" y="1435"/>
                  <a:pt x="293" y="1433"/>
                  <a:pt x="285" y="1428"/>
                </a:cubicBezTo>
                <a:cubicBezTo>
                  <a:pt x="204" y="1374"/>
                  <a:pt x="190" y="1370"/>
                  <a:pt x="181" y="1358"/>
                </a:cubicBezTo>
                <a:cubicBezTo>
                  <a:pt x="117" y="1297"/>
                  <a:pt x="118" y="1286"/>
                  <a:pt x="110" y="1285"/>
                </a:cubicBezTo>
                <a:cubicBezTo>
                  <a:pt x="88" y="1258"/>
                  <a:pt x="74" y="1254"/>
                  <a:pt x="65" y="1243"/>
                </a:cubicBezTo>
                <a:cubicBezTo>
                  <a:pt x="10" y="1204"/>
                  <a:pt x="6" y="1201"/>
                  <a:pt x="0" y="1199"/>
                </a:cubicBezTo>
                <a:cubicBezTo>
                  <a:pt x="32" y="1237"/>
                  <a:pt x="49" y="1247"/>
                  <a:pt x="66" y="1257"/>
                </a:cubicBezTo>
                <a:close/>
                <a:moveTo>
                  <a:pt x="3" y="1183"/>
                </a:moveTo>
                <a:cubicBezTo>
                  <a:pt x="9" y="1185"/>
                  <a:pt x="7" y="1190"/>
                  <a:pt x="15" y="1189"/>
                </a:cubicBezTo>
                <a:cubicBezTo>
                  <a:pt x="78" y="1222"/>
                  <a:pt x="81" y="1227"/>
                  <a:pt x="85" y="1230"/>
                </a:cubicBezTo>
                <a:cubicBezTo>
                  <a:pt x="116" y="1250"/>
                  <a:pt x="119" y="1255"/>
                  <a:pt x="126" y="1255"/>
                </a:cubicBezTo>
                <a:cubicBezTo>
                  <a:pt x="154" y="1289"/>
                  <a:pt x="171" y="1286"/>
                  <a:pt x="174" y="1298"/>
                </a:cubicBezTo>
                <a:cubicBezTo>
                  <a:pt x="211" y="1321"/>
                  <a:pt x="215" y="1332"/>
                  <a:pt x="227" y="1334"/>
                </a:cubicBezTo>
                <a:cubicBezTo>
                  <a:pt x="262" y="1360"/>
                  <a:pt x="270" y="1366"/>
                  <a:pt x="280" y="1370"/>
                </a:cubicBezTo>
                <a:cubicBezTo>
                  <a:pt x="327" y="1381"/>
                  <a:pt x="332" y="1388"/>
                  <a:pt x="342" y="1389"/>
                </a:cubicBezTo>
                <a:cubicBezTo>
                  <a:pt x="379" y="1386"/>
                  <a:pt x="362" y="1382"/>
                  <a:pt x="341" y="1383"/>
                </a:cubicBezTo>
                <a:cubicBezTo>
                  <a:pt x="264" y="1347"/>
                  <a:pt x="251" y="1347"/>
                  <a:pt x="247" y="1336"/>
                </a:cubicBezTo>
                <a:cubicBezTo>
                  <a:pt x="207" y="1310"/>
                  <a:pt x="191" y="1298"/>
                  <a:pt x="179" y="1283"/>
                </a:cubicBezTo>
                <a:cubicBezTo>
                  <a:pt x="147" y="1262"/>
                  <a:pt x="143" y="1252"/>
                  <a:pt x="132" y="1250"/>
                </a:cubicBezTo>
                <a:cubicBezTo>
                  <a:pt x="97" y="1221"/>
                  <a:pt x="94" y="1221"/>
                  <a:pt x="94" y="1219"/>
                </a:cubicBezTo>
                <a:cubicBezTo>
                  <a:pt x="109" y="1228"/>
                  <a:pt x="115" y="1227"/>
                  <a:pt x="117" y="1230"/>
                </a:cubicBezTo>
                <a:cubicBezTo>
                  <a:pt x="148" y="1252"/>
                  <a:pt x="153" y="1256"/>
                  <a:pt x="161" y="1257"/>
                </a:cubicBezTo>
                <a:cubicBezTo>
                  <a:pt x="206" y="1287"/>
                  <a:pt x="219" y="1293"/>
                  <a:pt x="232" y="1299"/>
                </a:cubicBezTo>
                <a:cubicBezTo>
                  <a:pt x="317" y="1344"/>
                  <a:pt x="337" y="1342"/>
                  <a:pt x="349" y="1348"/>
                </a:cubicBezTo>
                <a:cubicBezTo>
                  <a:pt x="465" y="1351"/>
                  <a:pt x="474" y="1354"/>
                  <a:pt x="477" y="1348"/>
                </a:cubicBezTo>
                <a:cubicBezTo>
                  <a:pt x="383" y="1343"/>
                  <a:pt x="365" y="1340"/>
                  <a:pt x="343" y="1340"/>
                </a:cubicBezTo>
                <a:cubicBezTo>
                  <a:pt x="290" y="1316"/>
                  <a:pt x="281" y="1319"/>
                  <a:pt x="279" y="1315"/>
                </a:cubicBezTo>
                <a:cubicBezTo>
                  <a:pt x="254" y="1296"/>
                  <a:pt x="242" y="1301"/>
                  <a:pt x="243" y="1293"/>
                </a:cubicBezTo>
                <a:cubicBezTo>
                  <a:pt x="164" y="1248"/>
                  <a:pt x="155" y="1245"/>
                  <a:pt x="149" y="1237"/>
                </a:cubicBezTo>
                <a:cubicBezTo>
                  <a:pt x="95" y="1207"/>
                  <a:pt x="88" y="1202"/>
                  <a:pt x="81" y="1196"/>
                </a:cubicBezTo>
                <a:cubicBezTo>
                  <a:pt x="4" y="1157"/>
                  <a:pt x="4" y="1153"/>
                  <a:pt x="0" y="1151"/>
                </a:cubicBezTo>
                <a:close/>
                <a:moveTo>
                  <a:pt x="70" y="1202"/>
                </a:moveTo>
                <a:cubicBezTo>
                  <a:pt x="73" y="1206"/>
                  <a:pt x="78" y="1207"/>
                  <a:pt x="82" y="1210"/>
                </a:cubicBezTo>
                <a:cubicBezTo>
                  <a:pt x="78" y="1220"/>
                  <a:pt x="75" y="1204"/>
                  <a:pt x="67" y="1208"/>
                </a:cubicBezTo>
                <a:cubicBezTo>
                  <a:pt x="64" y="1204"/>
                  <a:pt x="59" y="1202"/>
                  <a:pt x="55" y="1199"/>
                </a:cubicBezTo>
                <a:cubicBezTo>
                  <a:pt x="60" y="1190"/>
                  <a:pt x="63" y="1205"/>
                  <a:pt x="70" y="1202"/>
                </a:cubicBezTo>
                <a:close/>
                <a:moveTo>
                  <a:pt x="35" y="1185"/>
                </a:moveTo>
                <a:cubicBezTo>
                  <a:pt x="41" y="1188"/>
                  <a:pt x="46" y="1191"/>
                  <a:pt x="52" y="1194"/>
                </a:cubicBezTo>
                <a:cubicBezTo>
                  <a:pt x="50" y="1201"/>
                  <a:pt x="44" y="1187"/>
                  <a:pt x="35" y="1191"/>
                </a:cubicBezTo>
                <a:cubicBezTo>
                  <a:pt x="31" y="1185"/>
                  <a:pt x="25" y="1182"/>
                  <a:pt x="17" y="1180"/>
                </a:cubicBezTo>
                <a:cubicBezTo>
                  <a:pt x="20" y="1173"/>
                  <a:pt x="32" y="1182"/>
                  <a:pt x="35" y="1185"/>
                </a:cubicBezTo>
                <a:close/>
                <a:moveTo>
                  <a:pt x="29" y="1923"/>
                </a:moveTo>
                <a:cubicBezTo>
                  <a:pt x="24" y="1917"/>
                  <a:pt x="30" y="1914"/>
                  <a:pt x="34" y="1910"/>
                </a:cubicBezTo>
                <a:cubicBezTo>
                  <a:pt x="44" y="1877"/>
                  <a:pt x="46" y="1872"/>
                  <a:pt x="47" y="1866"/>
                </a:cubicBezTo>
                <a:cubicBezTo>
                  <a:pt x="62" y="1828"/>
                  <a:pt x="70" y="1818"/>
                  <a:pt x="74" y="1809"/>
                </a:cubicBezTo>
                <a:cubicBezTo>
                  <a:pt x="123" y="1738"/>
                  <a:pt x="116" y="1731"/>
                  <a:pt x="124" y="1727"/>
                </a:cubicBezTo>
                <a:cubicBezTo>
                  <a:pt x="146" y="1696"/>
                  <a:pt x="149" y="1692"/>
                  <a:pt x="150" y="1688"/>
                </a:cubicBezTo>
                <a:cubicBezTo>
                  <a:pt x="168" y="1656"/>
                  <a:pt x="165" y="1657"/>
                  <a:pt x="166" y="1660"/>
                </a:cubicBezTo>
                <a:cubicBezTo>
                  <a:pt x="143" y="1677"/>
                  <a:pt x="143" y="1690"/>
                  <a:pt x="139" y="1692"/>
                </a:cubicBezTo>
                <a:cubicBezTo>
                  <a:pt x="117" y="1719"/>
                  <a:pt x="117" y="1721"/>
                  <a:pt x="116" y="1723"/>
                </a:cubicBezTo>
                <a:cubicBezTo>
                  <a:pt x="73" y="1788"/>
                  <a:pt x="59" y="1797"/>
                  <a:pt x="52" y="1807"/>
                </a:cubicBezTo>
                <a:cubicBezTo>
                  <a:pt x="32" y="1842"/>
                  <a:pt x="29" y="1846"/>
                  <a:pt x="25" y="1850"/>
                </a:cubicBezTo>
                <a:cubicBezTo>
                  <a:pt x="7" y="1875"/>
                  <a:pt x="6" y="1884"/>
                  <a:pt x="0" y="1891"/>
                </a:cubicBezTo>
                <a:cubicBezTo>
                  <a:pt x="5" y="1904"/>
                  <a:pt x="3" y="1897"/>
                  <a:pt x="12" y="1893"/>
                </a:cubicBezTo>
                <a:cubicBezTo>
                  <a:pt x="35" y="1848"/>
                  <a:pt x="36" y="1847"/>
                  <a:pt x="36" y="1845"/>
                </a:cubicBezTo>
                <a:cubicBezTo>
                  <a:pt x="49" y="1838"/>
                  <a:pt x="48" y="1841"/>
                  <a:pt x="45" y="1843"/>
                </a:cubicBezTo>
                <a:cubicBezTo>
                  <a:pt x="31" y="1867"/>
                  <a:pt x="35" y="1879"/>
                  <a:pt x="26" y="1887"/>
                </a:cubicBezTo>
                <a:cubicBezTo>
                  <a:pt x="14" y="1906"/>
                  <a:pt x="22" y="1913"/>
                  <a:pt x="14" y="1916"/>
                </a:cubicBezTo>
                <a:cubicBezTo>
                  <a:pt x="0" y="1980"/>
                  <a:pt x="0" y="1980"/>
                  <a:pt x="0" y="1980"/>
                </a:cubicBezTo>
                <a:close/>
                <a:moveTo>
                  <a:pt x="1055" y="2111"/>
                </a:moveTo>
                <a:cubicBezTo>
                  <a:pt x="1052" y="2102"/>
                  <a:pt x="1048" y="2094"/>
                  <a:pt x="1043" y="2087"/>
                </a:cubicBezTo>
                <a:cubicBezTo>
                  <a:pt x="1043" y="2076"/>
                  <a:pt x="1032" y="2071"/>
                  <a:pt x="1036" y="2058"/>
                </a:cubicBezTo>
                <a:cubicBezTo>
                  <a:pt x="1029" y="2052"/>
                  <a:pt x="1031" y="2040"/>
                  <a:pt x="1028" y="2032"/>
                </a:cubicBezTo>
                <a:cubicBezTo>
                  <a:pt x="1026" y="2022"/>
                  <a:pt x="1023" y="2012"/>
                  <a:pt x="1024" y="2001"/>
                </a:cubicBezTo>
                <a:cubicBezTo>
                  <a:pt x="1020" y="1993"/>
                  <a:pt x="1020" y="1983"/>
                  <a:pt x="1023" y="1970"/>
                </a:cubicBezTo>
                <a:cubicBezTo>
                  <a:pt x="1018" y="1968"/>
                  <a:pt x="1026" y="1958"/>
                  <a:pt x="1022" y="1955"/>
                </a:cubicBezTo>
                <a:cubicBezTo>
                  <a:pt x="1021" y="1950"/>
                  <a:pt x="1029" y="1939"/>
                  <a:pt x="1023" y="1937"/>
                </a:cubicBezTo>
                <a:cubicBezTo>
                  <a:pt x="1019" y="1939"/>
                  <a:pt x="1012" y="1956"/>
                  <a:pt x="1017" y="1960"/>
                </a:cubicBezTo>
                <a:cubicBezTo>
                  <a:pt x="1016" y="1965"/>
                  <a:pt x="1016" y="1969"/>
                  <a:pt x="1017" y="1972"/>
                </a:cubicBezTo>
                <a:cubicBezTo>
                  <a:pt x="1016" y="1976"/>
                  <a:pt x="1013" y="1982"/>
                  <a:pt x="1017" y="1984"/>
                </a:cubicBezTo>
                <a:cubicBezTo>
                  <a:pt x="1016" y="2000"/>
                  <a:pt x="1018" y="2015"/>
                  <a:pt x="1020" y="2029"/>
                </a:cubicBezTo>
                <a:cubicBezTo>
                  <a:pt x="1017" y="2034"/>
                  <a:pt x="1010" y="2032"/>
                  <a:pt x="1010" y="2042"/>
                </a:cubicBezTo>
                <a:cubicBezTo>
                  <a:pt x="1015" y="2047"/>
                  <a:pt x="1011" y="2058"/>
                  <a:pt x="1014" y="2064"/>
                </a:cubicBezTo>
                <a:cubicBezTo>
                  <a:pt x="1012" y="2073"/>
                  <a:pt x="1016" y="2078"/>
                  <a:pt x="1017" y="2086"/>
                </a:cubicBezTo>
                <a:cubicBezTo>
                  <a:pt x="1020" y="2099"/>
                  <a:pt x="1020" y="2115"/>
                  <a:pt x="1027" y="2127"/>
                </a:cubicBezTo>
                <a:cubicBezTo>
                  <a:pt x="1026" y="2140"/>
                  <a:pt x="1032" y="2149"/>
                  <a:pt x="1035" y="2161"/>
                </a:cubicBezTo>
                <a:cubicBezTo>
                  <a:pt x="1046" y="2161"/>
                  <a:pt x="1046" y="2161"/>
                  <a:pt x="1046" y="2161"/>
                </a:cubicBezTo>
                <a:cubicBezTo>
                  <a:pt x="1045" y="2157"/>
                  <a:pt x="1044" y="2153"/>
                  <a:pt x="1042" y="2149"/>
                </a:cubicBezTo>
                <a:cubicBezTo>
                  <a:pt x="1042" y="2143"/>
                  <a:pt x="1038" y="2139"/>
                  <a:pt x="1037" y="2133"/>
                </a:cubicBezTo>
                <a:cubicBezTo>
                  <a:pt x="1039" y="2126"/>
                  <a:pt x="1035" y="2123"/>
                  <a:pt x="1032" y="2120"/>
                </a:cubicBezTo>
                <a:cubicBezTo>
                  <a:pt x="1033" y="2095"/>
                  <a:pt x="1020" y="2079"/>
                  <a:pt x="1022" y="2054"/>
                </a:cubicBezTo>
                <a:cubicBezTo>
                  <a:pt x="1030" y="2055"/>
                  <a:pt x="1022" y="2065"/>
                  <a:pt x="1028" y="2068"/>
                </a:cubicBezTo>
                <a:cubicBezTo>
                  <a:pt x="1031" y="2070"/>
                  <a:pt x="1031" y="2075"/>
                  <a:pt x="1030" y="2080"/>
                </a:cubicBezTo>
                <a:cubicBezTo>
                  <a:pt x="1035" y="2087"/>
                  <a:pt x="1039" y="2094"/>
                  <a:pt x="1039" y="2104"/>
                </a:cubicBezTo>
                <a:cubicBezTo>
                  <a:pt x="1050" y="2121"/>
                  <a:pt x="1057" y="2141"/>
                  <a:pt x="1065" y="2161"/>
                </a:cubicBezTo>
                <a:cubicBezTo>
                  <a:pt x="1075" y="2161"/>
                  <a:pt x="1075" y="2161"/>
                  <a:pt x="1075" y="2161"/>
                </a:cubicBezTo>
                <a:cubicBezTo>
                  <a:pt x="1075" y="2150"/>
                  <a:pt x="1068" y="2144"/>
                  <a:pt x="1067" y="2135"/>
                </a:cubicBezTo>
                <a:cubicBezTo>
                  <a:pt x="1062" y="2127"/>
                  <a:pt x="1058" y="2119"/>
                  <a:pt x="1055" y="2111"/>
                </a:cubicBezTo>
                <a:close/>
                <a:moveTo>
                  <a:pt x="1023" y="2051"/>
                </a:moveTo>
                <a:cubicBezTo>
                  <a:pt x="1014" y="2052"/>
                  <a:pt x="1020" y="2044"/>
                  <a:pt x="1020" y="2039"/>
                </a:cubicBezTo>
                <a:cubicBezTo>
                  <a:pt x="1024" y="2041"/>
                  <a:pt x="1024" y="2046"/>
                  <a:pt x="1023" y="2051"/>
                </a:cubicBezTo>
                <a:close/>
                <a:moveTo>
                  <a:pt x="1015" y="2136"/>
                </a:moveTo>
                <a:cubicBezTo>
                  <a:pt x="1005" y="2126"/>
                  <a:pt x="1005" y="2111"/>
                  <a:pt x="998" y="2099"/>
                </a:cubicBezTo>
                <a:cubicBezTo>
                  <a:pt x="1001" y="2092"/>
                  <a:pt x="995" y="2091"/>
                  <a:pt x="999" y="2084"/>
                </a:cubicBezTo>
                <a:cubicBezTo>
                  <a:pt x="995" y="2081"/>
                  <a:pt x="1003" y="2070"/>
                  <a:pt x="994" y="2071"/>
                </a:cubicBezTo>
                <a:cubicBezTo>
                  <a:pt x="985" y="2097"/>
                  <a:pt x="999" y="2110"/>
                  <a:pt x="998" y="2132"/>
                </a:cubicBezTo>
                <a:cubicBezTo>
                  <a:pt x="1003" y="2139"/>
                  <a:pt x="1005" y="2149"/>
                  <a:pt x="1007" y="2158"/>
                </a:cubicBezTo>
                <a:cubicBezTo>
                  <a:pt x="1007" y="2159"/>
                  <a:pt x="1008" y="2160"/>
                  <a:pt x="1009" y="2161"/>
                </a:cubicBezTo>
                <a:cubicBezTo>
                  <a:pt x="1019" y="2161"/>
                  <a:pt x="1019" y="2161"/>
                  <a:pt x="1019" y="2161"/>
                </a:cubicBezTo>
                <a:cubicBezTo>
                  <a:pt x="1019" y="2160"/>
                  <a:pt x="1019" y="2159"/>
                  <a:pt x="1018" y="2158"/>
                </a:cubicBezTo>
                <a:cubicBezTo>
                  <a:pt x="1019" y="2150"/>
                  <a:pt x="1011" y="2147"/>
                  <a:pt x="1015" y="2136"/>
                </a:cubicBezTo>
                <a:close/>
                <a:moveTo>
                  <a:pt x="3774" y="1597"/>
                </a:moveTo>
                <a:cubicBezTo>
                  <a:pt x="3765" y="1591"/>
                  <a:pt x="3753" y="1597"/>
                  <a:pt x="3745" y="1588"/>
                </a:cubicBezTo>
                <a:cubicBezTo>
                  <a:pt x="3741" y="1588"/>
                  <a:pt x="3738" y="1588"/>
                  <a:pt x="3735" y="1587"/>
                </a:cubicBezTo>
                <a:cubicBezTo>
                  <a:pt x="3718" y="1585"/>
                  <a:pt x="3703" y="1579"/>
                  <a:pt x="3686" y="1576"/>
                </a:cubicBezTo>
                <a:cubicBezTo>
                  <a:pt x="3676" y="1577"/>
                  <a:pt x="3668" y="1571"/>
                  <a:pt x="3658" y="1570"/>
                </a:cubicBezTo>
                <a:cubicBezTo>
                  <a:pt x="3655" y="1560"/>
                  <a:pt x="3649" y="1569"/>
                  <a:pt x="3645" y="1564"/>
                </a:cubicBezTo>
                <a:cubicBezTo>
                  <a:pt x="3640" y="1559"/>
                  <a:pt x="3633" y="1565"/>
                  <a:pt x="3630" y="1557"/>
                </a:cubicBezTo>
                <a:cubicBezTo>
                  <a:pt x="3625" y="1560"/>
                  <a:pt x="3623" y="1556"/>
                  <a:pt x="3619" y="1556"/>
                </a:cubicBezTo>
                <a:cubicBezTo>
                  <a:pt x="3613" y="1564"/>
                  <a:pt x="3612" y="1550"/>
                  <a:pt x="3606" y="1558"/>
                </a:cubicBezTo>
                <a:cubicBezTo>
                  <a:pt x="3600" y="1553"/>
                  <a:pt x="3591" y="1556"/>
                  <a:pt x="3584" y="1554"/>
                </a:cubicBezTo>
                <a:cubicBezTo>
                  <a:pt x="3581" y="1551"/>
                  <a:pt x="3576" y="1556"/>
                  <a:pt x="3574" y="1550"/>
                </a:cubicBezTo>
                <a:cubicBezTo>
                  <a:pt x="3569" y="1553"/>
                  <a:pt x="3567" y="1545"/>
                  <a:pt x="3561" y="1551"/>
                </a:cubicBezTo>
                <a:cubicBezTo>
                  <a:pt x="3556" y="1543"/>
                  <a:pt x="3546" y="1551"/>
                  <a:pt x="3540" y="1544"/>
                </a:cubicBezTo>
                <a:cubicBezTo>
                  <a:pt x="3534" y="1547"/>
                  <a:pt x="3528" y="1548"/>
                  <a:pt x="3523" y="1544"/>
                </a:cubicBezTo>
                <a:cubicBezTo>
                  <a:pt x="3517" y="1548"/>
                  <a:pt x="3512" y="1545"/>
                  <a:pt x="3506" y="1545"/>
                </a:cubicBezTo>
                <a:cubicBezTo>
                  <a:pt x="3500" y="1551"/>
                  <a:pt x="3496" y="1545"/>
                  <a:pt x="3490" y="1551"/>
                </a:cubicBezTo>
                <a:cubicBezTo>
                  <a:pt x="3485" y="1550"/>
                  <a:pt x="3475" y="1555"/>
                  <a:pt x="3479" y="1561"/>
                </a:cubicBezTo>
                <a:cubicBezTo>
                  <a:pt x="3494" y="1558"/>
                  <a:pt x="3507" y="1561"/>
                  <a:pt x="3523" y="1555"/>
                </a:cubicBezTo>
                <a:cubicBezTo>
                  <a:pt x="3530" y="1561"/>
                  <a:pt x="3541" y="1555"/>
                  <a:pt x="3549" y="1559"/>
                </a:cubicBezTo>
                <a:cubicBezTo>
                  <a:pt x="3559" y="1558"/>
                  <a:pt x="3566" y="1564"/>
                  <a:pt x="3576" y="1563"/>
                </a:cubicBezTo>
                <a:cubicBezTo>
                  <a:pt x="3593" y="1568"/>
                  <a:pt x="3612" y="1569"/>
                  <a:pt x="3631" y="1570"/>
                </a:cubicBezTo>
                <a:cubicBezTo>
                  <a:pt x="3635" y="1574"/>
                  <a:pt x="3640" y="1572"/>
                  <a:pt x="3643" y="1579"/>
                </a:cubicBezTo>
                <a:cubicBezTo>
                  <a:pt x="3650" y="1572"/>
                  <a:pt x="3652" y="1585"/>
                  <a:pt x="3658" y="1580"/>
                </a:cubicBezTo>
                <a:cubicBezTo>
                  <a:pt x="3664" y="1586"/>
                  <a:pt x="3673" y="1584"/>
                  <a:pt x="3680" y="1587"/>
                </a:cubicBezTo>
                <a:cubicBezTo>
                  <a:pt x="3682" y="1588"/>
                  <a:pt x="3683" y="1589"/>
                  <a:pt x="3685" y="1591"/>
                </a:cubicBezTo>
                <a:cubicBezTo>
                  <a:pt x="3696" y="1584"/>
                  <a:pt x="3703" y="1597"/>
                  <a:pt x="3714" y="1593"/>
                </a:cubicBezTo>
                <a:cubicBezTo>
                  <a:pt x="3722" y="1603"/>
                  <a:pt x="3735" y="1594"/>
                  <a:pt x="3743" y="1602"/>
                </a:cubicBezTo>
                <a:cubicBezTo>
                  <a:pt x="3776" y="1609"/>
                  <a:pt x="3808" y="1614"/>
                  <a:pt x="3840" y="1621"/>
                </a:cubicBezTo>
                <a:cubicBezTo>
                  <a:pt x="3840" y="1609"/>
                  <a:pt x="3840" y="1609"/>
                  <a:pt x="3840" y="1609"/>
                </a:cubicBezTo>
                <a:cubicBezTo>
                  <a:pt x="3828" y="1606"/>
                  <a:pt x="3815" y="1604"/>
                  <a:pt x="3803" y="1599"/>
                </a:cubicBezTo>
                <a:cubicBezTo>
                  <a:pt x="3791" y="1606"/>
                  <a:pt x="3785" y="1593"/>
                  <a:pt x="3774" y="1597"/>
                </a:cubicBezTo>
                <a:close/>
                <a:moveTo>
                  <a:pt x="1087" y="2104"/>
                </a:moveTo>
                <a:cubicBezTo>
                  <a:pt x="1080" y="2082"/>
                  <a:pt x="1073" y="2060"/>
                  <a:pt x="1069" y="2036"/>
                </a:cubicBezTo>
                <a:cubicBezTo>
                  <a:pt x="1070" y="2030"/>
                  <a:pt x="1069" y="2024"/>
                  <a:pt x="1068" y="2018"/>
                </a:cubicBezTo>
                <a:cubicBezTo>
                  <a:pt x="1069" y="2010"/>
                  <a:pt x="1075" y="2000"/>
                  <a:pt x="1067" y="1997"/>
                </a:cubicBezTo>
                <a:cubicBezTo>
                  <a:pt x="1060" y="2006"/>
                  <a:pt x="1063" y="2019"/>
                  <a:pt x="1060" y="2037"/>
                </a:cubicBezTo>
                <a:cubicBezTo>
                  <a:pt x="1065" y="2043"/>
                  <a:pt x="1063" y="2054"/>
                  <a:pt x="1065" y="2062"/>
                </a:cubicBezTo>
                <a:cubicBezTo>
                  <a:pt x="1065" y="2072"/>
                  <a:pt x="1071" y="2078"/>
                  <a:pt x="1070" y="2088"/>
                </a:cubicBezTo>
                <a:cubicBezTo>
                  <a:pt x="1076" y="2094"/>
                  <a:pt x="1074" y="2104"/>
                  <a:pt x="1079" y="2111"/>
                </a:cubicBezTo>
                <a:cubicBezTo>
                  <a:pt x="1081" y="2120"/>
                  <a:pt x="1086" y="2128"/>
                  <a:pt x="1087" y="2137"/>
                </a:cubicBezTo>
                <a:cubicBezTo>
                  <a:pt x="1091" y="2145"/>
                  <a:pt x="1094" y="2153"/>
                  <a:pt x="1097" y="2161"/>
                </a:cubicBezTo>
                <a:cubicBezTo>
                  <a:pt x="1111" y="2161"/>
                  <a:pt x="1111" y="2161"/>
                  <a:pt x="1111" y="2161"/>
                </a:cubicBezTo>
                <a:cubicBezTo>
                  <a:pt x="1109" y="2152"/>
                  <a:pt x="1102" y="2146"/>
                  <a:pt x="1103" y="2135"/>
                </a:cubicBezTo>
                <a:cubicBezTo>
                  <a:pt x="1093" y="2127"/>
                  <a:pt x="1093" y="2114"/>
                  <a:pt x="1087" y="2104"/>
                </a:cubicBezTo>
                <a:close/>
                <a:moveTo>
                  <a:pt x="1121" y="2089"/>
                </a:moveTo>
                <a:cubicBezTo>
                  <a:pt x="1117" y="2074"/>
                  <a:pt x="1115" y="2058"/>
                  <a:pt x="1112" y="2042"/>
                </a:cubicBezTo>
                <a:cubicBezTo>
                  <a:pt x="1113" y="2033"/>
                  <a:pt x="1107" y="2028"/>
                  <a:pt x="1110" y="2017"/>
                </a:cubicBezTo>
                <a:cubicBezTo>
                  <a:pt x="1112" y="2012"/>
                  <a:pt x="1108" y="2010"/>
                  <a:pt x="1110" y="2005"/>
                </a:cubicBezTo>
                <a:cubicBezTo>
                  <a:pt x="1103" y="2005"/>
                  <a:pt x="1115" y="1993"/>
                  <a:pt x="1104" y="1995"/>
                </a:cubicBezTo>
                <a:cubicBezTo>
                  <a:pt x="1103" y="2007"/>
                  <a:pt x="1106" y="2017"/>
                  <a:pt x="1103" y="2031"/>
                </a:cubicBezTo>
                <a:cubicBezTo>
                  <a:pt x="1106" y="2036"/>
                  <a:pt x="1104" y="2043"/>
                  <a:pt x="1108" y="2047"/>
                </a:cubicBezTo>
                <a:cubicBezTo>
                  <a:pt x="1106" y="2054"/>
                  <a:pt x="1106" y="2061"/>
                  <a:pt x="1109" y="2065"/>
                </a:cubicBezTo>
                <a:cubicBezTo>
                  <a:pt x="1111" y="2089"/>
                  <a:pt x="1115" y="2113"/>
                  <a:pt x="1121" y="2134"/>
                </a:cubicBezTo>
                <a:cubicBezTo>
                  <a:pt x="1124" y="2143"/>
                  <a:pt x="1126" y="2152"/>
                  <a:pt x="1129" y="2161"/>
                </a:cubicBezTo>
                <a:cubicBezTo>
                  <a:pt x="1142" y="2161"/>
                  <a:pt x="1142" y="2161"/>
                  <a:pt x="1142" y="2161"/>
                </a:cubicBezTo>
                <a:cubicBezTo>
                  <a:pt x="1139" y="2152"/>
                  <a:pt x="1137" y="2143"/>
                  <a:pt x="1133" y="2134"/>
                </a:cubicBezTo>
                <a:cubicBezTo>
                  <a:pt x="1128" y="2120"/>
                  <a:pt x="1124" y="2105"/>
                  <a:pt x="1121" y="2089"/>
                </a:cubicBezTo>
                <a:close/>
                <a:moveTo>
                  <a:pt x="84" y="1642"/>
                </a:moveTo>
                <a:cubicBezTo>
                  <a:pt x="87" y="1632"/>
                  <a:pt x="72" y="1640"/>
                  <a:pt x="69" y="1634"/>
                </a:cubicBezTo>
                <a:cubicBezTo>
                  <a:pt x="60" y="1635"/>
                  <a:pt x="57" y="1629"/>
                  <a:pt x="46" y="1632"/>
                </a:cubicBezTo>
                <a:cubicBezTo>
                  <a:pt x="44" y="1625"/>
                  <a:pt x="31" y="1630"/>
                  <a:pt x="29" y="1623"/>
                </a:cubicBezTo>
                <a:cubicBezTo>
                  <a:pt x="20" y="1624"/>
                  <a:pt x="15" y="1620"/>
                  <a:pt x="8" y="1618"/>
                </a:cubicBezTo>
                <a:cubicBezTo>
                  <a:pt x="6" y="1617"/>
                  <a:pt x="3" y="1616"/>
                  <a:pt x="0" y="1615"/>
                </a:cubicBezTo>
                <a:cubicBezTo>
                  <a:pt x="0" y="1623"/>
                  <a:pt x="0" y="1623"/>
                  <a:pt x="0" y="1623"/>
                </a:cubicBezTo>
                <a:cubicBezTo>
                  <a:pt x="8" y="1624"/>
                  <a:pt x="14" y="1626"/>
                  <a:pt x="20" y="1629"/>
                </a:cubicBezTo>
                <a:cubicBezTo>
                  <a:pt x="42" y="1633"/>
                  <a:pt x="63" y="1637"/>
                  <a:pt x="84" y="1642"/>
                </a:cubicBezTo>
                <a:close/>
                <a:moveTo>
                  <a:pt x="1168" y="2102"/>
                </a:moveTo>
                <a:cubicBezTo>
                  <a:pt x="1168" y="2095"/>
                  <a:pt x="1170" y="2087"/>
                  <a:pt x="1168" y="2081"/>
                </a:cubicBezTo>
                <a:cubicBezTo>
                  <a:pt x="1168" y="2069"/>
                  <a:pt x="1174" y="2069"/>
                  <a:pt x="1167" y="2063"/>
                </a:cubicBezTo>
                <a:cubicBezTo>
                  <a:pt x="1163" y="2072"/>
                  <a:pt x="1162" y="2081"/>
                  <a:pt x="1163" y="2088"/>
                </a:cubicBezTo>
                <a:cubicBezTo>
                  <a:pt x="1161" y="2093"/>
                  <a:pt x="1161" y="2097"/>
                  <a:pt x="1163" y="2100"/>
                </a:cubicBezTo>
                <a:cubicBezTo>
                  <a:pt x="1162" y="2105"/>
                  <a:pt x="1159" y="2111"/>
                  <a:pt x="1163" y="2112"/>
                </a:cubicBezTo>
                <a:cubicBezTo>
                  <a:pt x="1158" y="2123"/>
                  <a:pt x="1161" y="2129"/>
                  <a:pt x="1159" y="2138"/>
                </a:cubicBezTo>
                <a:cubicBezTo>
                  <a:pt x="1156" y="2145"/>
                  <a:pt x="1164" y="2157"/>
                  <a:pt x="1156" y="2159"/>
                </a:cubicBezTo>
                <a:cubicBezTo>
                  <a:pt x="1158" y="2152"/>
                  <a:pt x="1155" y="2147"/>
                  <a:pt x="1154" y="2146"/>
                </a:cubicBezTo>
                <a:cubicBezTo>
                  <a:pt x="1153" y="2145"/>
                  <a:pt x="1155" y="2142"/>
                  <a:pt x="1155" y="2140"/>
                </a:cubicBezTo>
                <a:cubicBezTo>
                  <a:pt x="1155" y="2140"/>
                  <a:pt x="1153" y="2140"/>
                  <a:pt x="1152" y="2140"/>
                </a:cubicBezTo>
                <a:cubicBezTo>
                  <a:pt x="1152" y="2139"/>
                  <a:pt x="1152" y="2132"/>
                  <a:pt x="1152" y="2131"/>
                </a:cubicBezTo>
                <a:cubicBezTo>
                  <a:pt x="1150" y="2126"/>
                  <a:pt x="1149" y="2117"/>
                  <a:pt x="1150" y="2115"/>
                </a:cubicBezTo>
                <a:cubicBezTo>
                  <a:pt x="1151" y="2112"/>
                  <a:pt x="1148" y="2113"/>
                  <a:pt x="1148" y="2111"/>
                </a:cubicBezTo>
                <a:cubicBezTo>
                  <a:pt x="1145" y="2096"/>
                  <a:pt x="1144" y="2079"/>
                  <a:pt x="1143" y="2062"/>
                </a:cubicBezTo>
                <a:cubicBezTo>
                  <a:pt x="1144" y="2044"/>
                  <a:pt x="1138" y="2030"/>
                  <a:pt x="1142" y="2011"/>
                </a:cubicBezTo>
                <a:cubicBezTo>
                  <a:pt x="1142" y="2007"/>
                  <a:pt x="1139" y="2004"/>
                  <a:pt x="1142" y="1999"/>
                </a:cubicBezTo>
                <a:cubicBezTo>
                  <a:pt x="1134" y="1999"/>
                  <a:pt x="1147" y="1986"/>
                  <a:pt x="1139" y="1986"/>
                </a:cubicBezTo>
                <a:cubicBezTo>
                  <a:pt x="1142" y="1976"/>
                  <a:pt x="1143" y="1967"/>
                  <a:pt x="1137" y="1962"/>
                </a:cubicBezTo>
                <a:cubicBezTo>
                  <a:pt x="1131" y="2001"/>
                  <a:pt x="1136" y="2035"/>
                  <a:pt x="1134" y="2072"/>
                </a:cubicBezTo>
                <a:cubicBezTo>
                  <a:pt x="1138" y="2074"/>
                  <a:pt x="1135" y="2079"/>
                  <a:pt x="1134" y="2084"/>
                </a:cubicBezTo>
                <a:cubicBezTo>
                  <a:pt x="1139" y="2086"/>
                  <a:pt x="1133" y="2094"/>
                  <a:pt x="1137" y="2097"/>
                </a:cubicBezTo>
                <a:cubicBezTo>
                  <a:pt x="1142" y="2103"/>
                  <a:pt x="1134" y="2117"/>
                  <a:pt x="1142" y="2122"/>
                </a:cubicBezTo>
                <a:cubicBezTo>
                  <a:pt x="1143" y="2131"/>
                  <a:pt x="1143" y="2140"/>
                  <a:pt x="1144" y="2149"/>
                </a:cubicBezTo>
                <a:cubicBezTo>
                  <a:pt x="1146" y="2153"/>
                  <a:pt x="1147" y="2157"/>
                  <a:pt x="1147" y="2161"/>
                </a:cubicBezTo>
                <a:cubicBezTo>
                  <a:pt x="1172" y="2161"/>
                  <a:pt x="1172" y="2161"/>
                  <a:pt x="1172" y="2161"/>
                </a:cubicBezTo>
                <a:cubicBezTo>
                  <a:pt x="1169" y="2155"/>
                  <a:pt x="1169" y="2147"/>
                  <a:pt x="1167" y="2141"/>
                </a:cubicBezTo>
                <a:cubicBezTo>
                  <a:pt x="1169" y="2129"/>
                  <a:pt x="1168" y="2118"/>
                  <a:pt x="1168" y="2102"/>
                </a:cubicBezTo>
                <a:close/>
                <a:moveTo>
                  <a:pt x="1211" y="2053"/>
                </a:moveTo>
                <a:cubicBezTo>
                  <a:pt x="1208" y="2066"/>
                  <a:pt x="1204" y="2080"/>
                  <a:pt x="1201" y="2093"/>
                </a:cubicBezTo>
                <a:cubicBezTo>
                  <a:pt x="1199" y="2112"/>
                  <a:pt x="1196" y="2132"/>
                  <a:pt x="1191" y="2153"/>
                </a:cubicBezTo>
                <a:cubicBezTo>
                  <a:pt x="1192" y="2155"/>
                  <a:pt x="1192" y="2158"/>
                  <a:pt x="1192" y="2161"/>
                </a:cubicBezTo>
                <a:cubicBezTo>
                  <a:pt x="1201" y="2161"/>
                  <a:pt x="1201" y="2161"/>
                  <a:pt x="1201" y="2161"/>
                </a:cubicBezTo>
                <a:cubicBezTo>
                  <a:pt x="1204" y="2134"/>
                  <a:pt x="1209" y="2110"/>
                  <a:pt x="1209" y="2083"/>
                </a:cubicBezTo>
                <a:cubicBezTo>
                  <a:pt x="1211" y="2073"/>
                  <a:pt x="1221" y="2057"/>
                  <a:pt x="1211" y="2053"/>
                </a:cubicBezTo>
                <a:close/>
                <a:moveTo>
                  <a:pt x="3" y="1812"/>
                </a:moveTo>
                <a:cubicBezTo>
                  <a:pt x="15" y="1804"/>
                  <a:pt x="13" y="1794"/>
                  <a:pt x="25" y="1787"/>
                </a:cubicBezTo>
                <a:cubicBezTo>
                  <a:pt x="28" y="1782"/>
                  <a:pt x="34" y="1779"/>
                  <a:pt x="33" y="1774"/>
                </a:cubicBezTo>
                <a:cubicBezTo>
                  <a:pt x="39" y="1769"/>
                  <a:pt x="44" y="1765"/>
                  <a:pt x="45" y="1759"/>
                </a:cubicBezTo>
                <a:cubicBezTo>
                  <a:pt x="26" y="1773"/>
                  <a:pt x="12" y="1788"/>
                  <a:pt x="0" y="1803"/>
                </a:cubicBezTo>
                <a:cubicBezTo>
                  <a:pt x="0" y="1818"/>
                  <a:pt x="0" y="1818"/>
                  <a:pt x="0" y="1818"/>
                </a:cubicBezTo>
                <a:cubicBezTo>
                  <a:pt x="2" y="1816"/>
                  <a:pt x="4" y="1814"/>
                  <a:pt x="3" y="1812"/>
                </a:cubicBezTo>
                <a:close/>
                <a:moveTo>
                  <a:pt x="61" y="2080"/>
                </a:moveTo>
                <a:cubicBezTo>
                  <a:pt x="72" y="2073"/>
                  <a:pt x="81" y="2079"/>
                  <a:pt x="92" y="2069"/>
                </a:cubicBezTo>
                <a:cubicBezTo>
                  <a:pt x="158" y="2058"/>
                  <a:pt x="160" y="2071"/>
                  <a:pt x="167" y="2061"/>
                </a:cubicBezTo>
                <a:cubicBezTo>
                  <a:pt x="246" y="2065"/>
                  <a:pt x="264" y="2056"/>
                  <a:pt x="280" y="2062"/>
                </a:cubicBezTo>
                <a:cubicBezTo>
                  <a:pt x="346" y="2063"/>
                  <a:pt x="349" y="2073"/>
                  <a:pt x="354" y="2068"/>
                </a:cubicBezTo>
                <a:cubicBezTo>
                  <a:pt x="394" y="2077"/>
                  <a:pt x="399" y="2069"/>
                  <a:pt x="403" y="2074"/>
                </a:cubicBezTo>
                <a:cubicBezTo>
                  <a:pt x="443" y="2084"/>
                  <a:pt x="447" y="2085"/>
                  <a:pt x="450" y="2087"/>
                </a:cubicBezTo>
                <a:cubicBezTo>
                  <a:pt x="477" y="2102"/>
                  <a:pt x="483" y="2089"/>
                  <a:pt x="486" y="2098"/>
                </a:cubicBezTo>
                <a:cubicBezTo>
                  <a:pt x="526" y="2104"/>
                  <a:pt x="530" y="2105"/>
                  <a:pt x="534" y="2108"/>
                </a:cubicBezTo>
                <a:cubicBezTo>
                  <a:pt x="561" y="2108"/>
                  <a:pt x="572" y="2108"/>
                  <a:pt x="569" y="2102"/>
                </a:cubicBezTo>
                <a:cubicBezTo>
                  <a:pt x="510" y="2093"/>
                  <a:pt x="504" y="2091"/>
                  <a:pt x="498" y="2090"/>
                </a:cubicBezTo>
                <a:cubicBezTo>
                  <a:pt x="415" y="2067"/>
                  <a:pt x="405" y="2061"/>
                  <a:pt x="392" y="2063"/>
                </a:cubicBezTo>
                <a:cubicBezTo>
                  <a:pt x="314" y="2045"/>
                  <a:pt x="307" y="2053"/>
                  <a:pt x="301" y="2052"/>
                </a:cubicBezTo>
                <a:cubicBezTo>
                  <a:pt x="235" y="2048"/>
                  <a:pt x="222" y="2050"/>
                  <a:pt x="209" y="2050"/>
                </a:cubicBezTo>
                <a:cubicBezTo>
                  <a:pt x="146" y="2052"/>
                  <a:pt x="139" y="2053"/>
                  <a:pt x="133" y="2056"/>
                </a:cubicBezTo>
                <a:cubicBezTo>
                  <a:pt x="32" y="2067"/>
                  <a:pt x="24" y="2078"/>
                  <a:pt x="18" y="2078"/>
                </a:cubicBezTo>
                <a:cubicBezTo>
                  <a:pt x="10" y="2091"/>
                  <a:pt x="20" y="2089"/>
                  <a:pt x="31" y="2087"/>
                </a:cubicBezTo>
                <a:close/>
                <a:moveTo>
                  <a:pt x="595" y="2136"/>
                </a:moveTo>
                <a:cubicBezTo>
                  <a:pt x="587" y="2131"/>
                  <a:pt x="577" y="2136"/>
                  <a:pt x="569" y="2133"/>
                </a:cubicBezTo>
                <a:cubicBezTo>
                  <a:pt x="483" y="2122"/>
                  <a:pt x="477" y="2123"/>
                  <a:pt x="474" y="2117"/>
                </a:cubicBezTo>
                <a:cubicBezTo>
                  <a:pt x="421" y="2114"/>
                  <a:pt x="414" y="2101"/>
                  <a:pt x="403" y="2105"/>
                </a:cubicBezTo>
                <a:cubicBezTo>
                  <a:pt x="248" y="2083"/>
                  <a:pt x="243" y="2078"/>
                  <a:pt x="236" y="2081"/>
                </a:cubicBezTo>
                <a:cubicBezTo>
                  <a:pt x="174" y="2080"/>
                  <a:pt x="168" y="2076"/>
                  <a:pt x="161" y="2083"/>
                </a:cubicBezTo>
                <a:cubicBezTo>
                  <a:pt x="128" y="2086"/>
                  <a:pt x="115" y="2085"/>
                  <a:pt x="101" y="2088"/>
                </a:cubicBezTo>
                <a:cubicBezTo>
                  <a:pt x="19" y="2094"/>
                  <a:pt x="10" y="2104"/>
                  <a:pt x="5" y="2100"/>
                </a:cubicBezTo>
                <a:cubicBezTo>
                  <a:pt x="8" y="2114"/>
                  <a:pt x="16" y="2111"/>
                  <a:pt x="23" y="2112"/>
                </a:cubicBezTo>
                <a:cubicBezTo>
                  <a:pt x="108" y="2099"/>
                  <a:pt x="113" y="2102"/>
                  <a:pt x="121" y="2096"/>
                </a:cubicBezTo>
                <a:cubicBezTo>
                  <a:pt x="164" y="2097"/>
                  <a:pt x="172" y="2090"/>
                  <a:pt x="178" y="2092"/>
                </a:cubicBezTo>
                <a:cubicBezTo>
                  <a:pt x="325" y="2095"/>
                  <a:pt x="332" y="2108"/>
                  <a:pt x="343" y="2104"/>
                </a:cubicBezTo>
                <a:cubicBezTo>
                  <a:pt x="441" y="2120"/>
                  <a:pt x="450" y="2125"/>
                  <a:pt x="459" y="2127"/>
                </a:cubicBezTo>
                <a:cubicBezTo>
                  <a:pt x="493" y="2135"/>
                  <a:pt x="495" y="2139"/>
                  <a:pt x="499" y="2138"/>
                </a:cubicBezTo>
                <a:cubicBezTo>
                  <a:pt x="537" y="2143"/>
                  <a:pt x="542" y="2137"/>
                  <a:pt x="544" y="2143"/>
                </a:cubicBezTo>
                <a:cubicBezTo>
                  <a:pt x="585" y="2145"/>
                  <a:pt x="590" y="2143"/>
                  <a:pt x="595" y="2147"/>
                </a:cubicBezTo>
                <a:cubicBezTo>
                  <a:pt x="634" y="2140"/>
                  <a:pt x="643" y="2135"/>
                  <a:pt x="639" y="2128"/>
                </a:cubicBezTo>
                <a:close/>
                <a:moveTo>
                  <a:pt x="995" y="2146"/>
                </a:moveTo>
                <a:cubicBezTo>
                  <a:pt x="988" y="2140"/>
                  <a:pt x="999" y="2125"/>
                  <a:pt x="990" y="2120"/>
                </a:cubicBezTo>
                <a:cubicBezTo>
                  <a:pt x="981" y="2132"/>
                  <a:pt x="987" y="2147"/>
                  <a:pt x="987" y="2161"/>
                </a:cubicBezTo>
                <a:cubicBezTo>
                  <a:pt x="995" y="2161"/>
                  <a:pt x="995" y="2161"/>
                  <a:pt x="995" y="2161"/>
                </a:cubicBezTo>
                <a:cubicBezTo>
                  <a:pt x="995" y="2156"/>
                  <a:pt x="994" y="2151"/>
                  <a:pt x="995" y="2146"/>
                </a:cubicBezTo>
                <a:close/>
                <a:moveTo>
                  <a:pt x="514" y="2146"/>
                </a:moveTo>
                <a:cubicBezTo>
                  <a:pt x="506" y="2145"/>
                  <a:pt x="499" y="2146"/>
                  <a:pt x="491" y="2147"/>
                </a:cubicBezTo>
                <a:cubicBezTo>
                  <a:pt x="419" y="2148"/>
                  <a:pt x="414" y="2136"/>
                  <a:pt x="406" y="2141"/>
                </a:cubicBezTo>
                <a:cubicBezTo>
                  <a:pt x="358" y="2140"/>
                  <a:pt x="354" y="2125"/>
                  <a:pt x="345" y="2133"/>
                </a:cubicBezTo>
                <a:cubicBezTo>
                  <a:pt x="311" y="2126"/>
                  <a:pt x="297" y="2125"/>
                  <a:pt x="282" y="2123"/>
                </a:cubicBezTo>
                <a:cubicBezTo>
                  <a:pt x="214" y="2116"/>
                  <a:pt x="206" y="2121"/>
                  <a:pt x="200" y="2120"/>
                </a:cubicBezTo>
                <a:cubicBezTo>
                  <a:pt x="151" y="2120"/>
                  <a:pt x="144" y="2119"/>
                  <a:pt x="137" y="2120"/>
                </a:cubicBezTo>
                <a:cubicBezTo>
                  <a:pt x="111" y="2118"/>
                  <a:pt x="106" y="2125"/>
                  <a:pt x="103" y="2122"/>
                </a:cubicBezTo>
                <a:cubicBezTo>
                  <a:pt x="40" y="2130"/>
                  <a:pt x="36" y="2131"/>
                  <a:pt x="32" y="2131"/>
                </a:cubicBezTo>
                <a:cubicBezTo>
                  <a:pt x="4" y="2137"/>
                  <a:pt x="2" y="2138"/>
                  <a:pt x="0" y="2139"/>
                </a:cubicBezTo>
                <a:cubicBezTo>
                  <a:pt x="60" y="2138"/>
                  <a:pt x="69" y="2138"/>
                  <a:pt x="80" y="2134"/>
                </a:cubicBezTo>
                <a:cubicBezTo>
                  <a:pt x="151" y="2133"/>
                  <a:pt x="162" y="2129"/>
                  <a:pt x="172" y="2131"/>
                </a:cubicBezTo>
                <a:cubicBezTo>
                  <a:pt x="273" y="2131"/>
                  <a:pt x="282" y="2138"/>
                  <a:pt x="293" y="2134"/>
                </a:cubicBezTo>
                <a:cubicBezTo>
                  <a:pt x="356" y="2145"/>
                  <a:pt x="360" y="2148"/>
                  <a:pt x="366" y="2144"/>
                </a:cubicBezTo>
                <a:cubicBezTo>
                  <a:pt x="431" y="2152"/>
                  <a:pt x="450" y="2156"/>
                  <a:pt x="471" y="2154"/>
                </a:cubicBezTo>
                <a:cubicBezTo>
                  <a:pt x="523" y="2147"/>
                  <a:pt x="527" y="2156"/>
                  <a:pt x="534" y="215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</p:sp>
      <p:grpSp>
        <p:nvGrpSpPr>
          <p:cNvPr id="9" name="Group 8" title="Text Container Shape"/>
          <p:cNvGrpSpPr/>
          <p:nvPr/>
        </p:nvGrpSpPr>
        <p:grpSpPr>
          <a:xfrm>
            <a:off x="2452689" y="1262065"/>
            <a:ext cx="7286625" cy="4333875"/>
            <a:chOff x="2452688" y="1262063"/>
            <a:chExt cx="7286625" cy="4333875"/>
          </a:xfrm>
        </p:grpSpPr>
        <p:sp>
          <p:nvSpPr>
            <p:cNvPr id="175" name="Freeform 159"/>
            <p:cNvSpPr/>
            <p:nvPr/>
          </p:nvSpPr>
          <p:spPr bwMode="auto">
            <a:xfrm>
              <a:off x="2452688" y="1262063"/>
              <a:ext cx="7286625" cy="4333875"/>
            </a:xfrm>
            <a:custGeom>
              <a:avLst/>
              <a:gdLst/>
              <a:ahLst/>
              <a:cxnLst/>
              <a:rect l="0" t="0" r="r" b="b"/>
              <a:pathLst>
                <a:path w="4590" h="2730">
                  <a:moveTo>
                    <a:pt x="200" y="0"/>
                  </a:moveTo>
                  <a:lnTo>
                    <a:pt x="4390" y="0"/>
                  </a:lnTo>
                  <a:lnTo>
                    <a:pt x="4430" y="4"/>
                  </a:lnTo>
                  <a:lnTo>
                    <a:pt x="4468" y="15"/>
                  </a:lnTo>
                  <a:lnTo>
                    <a:pt x="4501" y="33"/>
                  </a:lnTo>
                  <a:lnTo>
                    <a:pt x="4532" y="59"/>
                  </a:lnTo>
                  <a:lnTo>
                    <a:pt x="4555" y="88"/>
                  </a:lnTo>
                  <a:lnTo>
                    <a:pt x="4575" y="123"/>
                  </a:lnTo>
                  <a:lnTo>
                    <a:pt x="4586" y="160"/>
                  </a:lnTo>
                  <a:lnTo>
                    <a:pt x="4590" y="201"/>
                  </a:lnTo>
                  <a:lnTo>
                    <a:pt x="4590" y="2529"/>
                  </a:lnTo>
                  <a:lnTo>
                    <a:pt x="4586" y="2570"/>
                  </a:lnTo>
                  <a:lnTo>
                    <a:pt x="4575" y="2607"/>
                  </a:lnTo>
                  <a:lnTo>
                    <a:pt x="4555" y="2642"/>
                  </a:lnTo>
                  <a:lnTo>
                    <a:pt x="4532" y="2672"/>
                  </a:lnTo>
                  <a:lnTo>
                    <a:pt x="4501" y="2697"/>
                  </a:lnTo>
                  <a:lnTo>
                    <a:pt x="4468" y="2715"/>
                  </a:lnTo>
                  <a:lnTo>
                    <a:pt x="4430" y="2726"/>
                  </a:lnTo>
                  <a:lnTo>
                    <a:pt x="4390" y="2730"/>
                  </a:lnTo>
                  <a:lnTo>
                    <a:pt x="200" y="2730"/>
                  </a:lnTo>
                  <a:lnTo>
                    <a:pt x="160" y="2726"/>
                  </a:lnTo>
                  <a:lnTo>
                    <a:pt x="122" y="2715"/>
                  </a:lnTo>
                  <a:lnTo>
                    <a:pt x="89" y="2697"/>
                  </a:lnTo>
                  <a:lnTo>
                    <a:pt x="58" y="2672"/>
                  </a:lnTo>
                  <a:lnTo>
                    <a:pt x="35" y="2642"/>
                  </a:lnTo>
                  <a:lnTo>
                    <a:pt x="15" y="2607"/>
                  </a:lnTo>
                  <a:lnTo>
                    <a:pt x="4" y="2570"/>
                  </a:lnTo>
                  <a:lnTo>
                    <a:pt x="0" y="2529"/>
                  </a:lnTo>
                  <a:lnTo>
                    <a:pt x="0" y="201"/>
                  </a:lnTo>
                  <a:lnTo>
                    <a:pt x="4" y="160"/>
                  </a:lnTo>
                  <a:lnTo>
                    <a:pt x="15" y="123"/>
                  </a:lnTo>
                  <a:lnTo>
                    <a:pt x="35" y="88"/>
                  </a:lnTo>
                  <a:lnTo>
                    <a:pt x="58" y="59"/>
                  </a:lnTo>
                  <a:lnTo>
                    <a:pt x="89" y="33"/>
                  </a:lnTo>
                  <a:lnTo>
                    <a:pt x="122" y="15"/>
                  </a:lnTo>
                  <a:lnTo>
                    <a:pt x="160" y="4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80" name="Freeform 164"/>
            <p:cNvSpPr>
              <a:spLocks noEditPoints="1"/>
            </p:cNvSpPr>
            <p:nvPr/>
          </p:nvSpPr>
          <p:spPr bwMode="auto">
            <a:xfrm>
              <a:off x="2643188" y="1452563"/>
              <a:ext cx="6905625" cy="3952875"/>
            </a:xfrm>
            <a:custGeom>
              <a:avLst/>
              <a:gdLst/>
              <a:ahLst/>
              <a:cxnLst/>
              <a:rect l="0" t="0" r="r" b="b"/>
              <a:pathLst>
                <a:path w="4350" h="2490">
                  <a:moveTo>
                    <a:pt x="80" y="28"/>
                  </a:moveTo>
                  <a:lnTo>
                    <a:pt x="63" y="30"/>
                  </a:lnTo>
                  <a:lnTo>
                    <a:pt x="50" y="38"/>
                  </a:lnTo>
                  <a:lnTo>
                    <a:pt x="38" y="49"/>
                  </a:lnTo>
                  <a:lnTo>
                    <a:pt x="30" y="63"/>
                  </a:lnTo>
                  <a:lnTo>
                    <a:pt x="28" y="79"/>
                  </a:lnTo>
                  <a:lnTo>
                    <a:pt x="28" y="2411"/>
                  </a:lnTo>
                  <a:lnTo>
                    <a:pt x="30" y="2427"/>
                  </a:lnTo>
                  <a:lnTo>
                    <a:pt x="38" y="2441"/>
                  </a:lnTo>
                  <a:lnTo>
                    <a:pt x="50" y="2452"/>
                  </a:lnTo>
                  <a:lnTo>
                    <a:pt x="63" y="2460"/>
                  </a:lnTo>
                  <a:lnTo>
                    <a:pt x="80" y="2462"/>
                  </a:lnTo>
                  <a:lnTo>
                    <a:pt x="4270" y="2462"/>
                  </a:lnTo>
                  <a:lnTo>
                    <a:pt x="4287" y="2460"/>
                  </a:lnTo>
                  <a:lnTo>
                    <a:pt x="4300" y="2452"/>
                  </a:lnTo>
                  <a:lnTo>
                    <a:pt x="4312" y="2441"/>
                  </a:lnTo>
                  <a:lnTo>
                    <a:pt x="4320" y="2427"/>
                  </a:lnTo>
                  <a:lnTo>
                    <a:pt x="4322" y="2411"/>
                  </a:lnTo>
                  <a:lnTo>
                    <a:pt x="4322" y="79"/>
                  </a:lnTo>
                  <a:lnTo>
                    <a:pt x="4320" y="63"/>
                  </a:lnTo>
                  <a:lnTo>
                    <a:pt x="4312" y="49"/>
                  </a:lnTo>
                  <a:lnTo>
                    <a:pt x="4300" y="38"/>
                  </a:lnTo>
                  <a:lnTo>
                    <a:pt x="4287" y="30"/>
                  </a:lnTo>
                  <a:lnTo>
                    <a:pt x="4270" y="28"/>
                  </a:lnTo>
                  <a:lnTo>
                    <a:pt x="80" y="28"/>
                  </a:lnTo>
                  <a:close/>
                  <a:moveTo>
                    <a:pt x="80" y="0"/>
                  </a:moveTo>
                  <a:lnTo>
                    <a:pt x="4270" y="0"/>
                  </a:lnTo>
                  <a:lnTo>
                    <a:pt x="4295" y="4"/>
                  </a:lnTo>
                  <a:lnTo>
                    <a:pt x="4317" y="16"/>
                  </a:lnTo>
                  <a:lnTo>
                    <a:pt x="4334" y="33"/>
                  </a:lnTo>
                  <a:lnTo>
                    <a:pt x="4346" y="54"/>
                  </a:lnTo>
                  <a:lnTo>
                    <a:pt x="4350" y="79"/>
                  </a:lnTo>
                  <a:lnTo>
                    <a:pt x="4350" y="2411"/>
                  </a:lnTo>
                  <a:lnTo>
                    <a:pt x="4346" y="2436"/>
                  </a:lnTo>
                  <a:lnTo>
                    <a:pt x="4334" y="2457"/>
                  </a:lnTo>
                  <a:lnTo>
                    <a:pt x="4317" y="2474"/>
                  </a:lnTo>
                  <a:lnTo>
                    <a:pt x="4295" y="2486"/>
                  </a:lnTo>
                  <a:lnTo>
                    <a:pt x="4270" y="2490"/>
                  </a:lnTo>
                  <a:lnTo>
                    <a:pt x="80" y="2490"/>
                  </a:lnTo>
                  <a:lnTo>
                    <a:pt x="55" y="2486"/>
                  </a:lnTo>
                  <a:lnTo>
                    <a:pt x="33" y="2474"/>
                  </a:lnTo>
                  <a:lnTo>
                    <a:pt x="16" y="2457"/>
                  </a:lnTo>
                  <a:lnTo>
                    <a:pt x="4" y="2436"/>
                  </a:lnTo>
                  <a:lnTo>
                    <a:pt x="0" y="2411"/>
                  </a:lnTo>
                  <a:lnTo>
                    <a:pt x="0" y="79"/>
                  </a:lnTo>
                  <a:lnTo>
                    <a:pt x="4" y="54"/>
                  </a:lnTo>
                  <a:lnTo>
                    <a:pt x="16" y="33"/>
                  </a:lnTo>
                  <a:lnTo>
                    <a:pt x="33" y="16"/>
                  </a:lnTo>
                  <a:lnTo>
                    <a:pt x="55" y="4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5" name="Straight Connector 184"/>
            <p:cNvCxnSpPr/>
            <p:nvPr/>
          </p:nvCxnSpPr>
          <p:spPr>
            <a:xfrm>
              <a:off x="5410200" y="3862794"/>
              <a:ext cx="1371600" cy="0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984743" y="6296732"/>
            <a:ext cx="2743200" cy="365125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8A87A34-81AB-432B-8DAE-1953F412C126}" type="datetimeFigureOut">
              <a:rPr lang="en-US" smtClean="0"/>
              <a:t>5/1/2021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40911" y="6296732"/>
            <a:ext cx="4114800" cy="365125"/>
          </a:xfrm>
        </p:spPr>
        <p:txBody>
          <a:bodyPr/>
          <a:lstStyle>
            <a:lvl1pPr algn="ctr">
              <a:defRPr>
                <a:solidFill>
                  <a:schemeClr val="bg2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64077" y="6296732"/>
            <a:ext cx="2781543" cy="365125"/>
          </a:xfrm>
        </p:spPr>
        <p:txBody>
          <a:bodyPr anchor="ctr"/>
          <a:lstStyle>
            <a:lvl1pPr algn="l">
              <a:defRPr sz="1200">
                <a:solidFill>
                  <a:schemeClr val="bg2"/>
                </a:solidFill>
              </a:defRPr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162302" y="1830581"/>
            <a:ext cx="5859724" cy="1841715"/>
          </a:xfrm>
        </p:spPr>
        <p:txBody>
          <a:bodyPr anchor="t">
            <a:normAutofit/>
          </a:bodyPr>
          <a:lstStyle>
            <a:lvl1pPr algn="ctr">
              <a:lnSpc>
                <a:spcPct val="105000"/>
              </a:lnSpc>
              <a:defRPr sz="3900" baseline="0">
                <a:solidFill>
                  <a:schemeClr val="tx2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814584" y="4176133"/>
            <a:ext cx="4566475" cy="1038807"/>
          </a:xfrm>
        </p:spPr>
        <p:txBody>
          <a:bodyPr>
            <a:normAutofit/>
          </a:bodyPr>
          <a:lstStyle>
            <a:lvl1pPr marL="0" indent="0" algn="ctr">
              <a:lnSpc>
                <a:spcPct val="130000"/>
              </a:lnSpc>
              <a:spcBef>
                <a:spcPts val="0"/>
              </a:spcBef>
              <a:buNone/>
              <a:defRPr sz="2000" baseline="0">
                <a:solidFill>
                  <a:schemeClr val="tx2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8499800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933699" y="2438401"/>
            <a:ext cx="4160520" cy="365760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543751" y="2438401"/>
            <a:ext cx="4160520" cy="365760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5/1/2021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254464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933699" y="566928"/>
            <a:ext cx="8770573" cy="1563624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33699" y="2456408"/>
            <a:ext cx="4160520" cy="823912"/>
          </a:xfrm>
        </p:spPr>
        <p:txBody>
          <a:bodyPr anchor="b"/>
          <a:lstStyle>
            <a:lvl1pPr marL="0" indent="0">
              <a:lnSpc>
                <a:spcPct val="99000"/>
              </a:lnSpc>
              <a:buNone/>
              <a:defRPr sz="2400" b="0" baseline="0">
                <a:solidFill>
                  <a:schemeClr val="accent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33699" y="3316641"/>
            <a:ext cx="4160520" cy="277936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7543751" y="2456408"/>
            <a:ext cx="4160520" cy="823912"/>
          </a:xfrm>
        </p:spPr>
        <p:txBody>
          <a:bodyPr anchor="b"/>
          <a:lstStyle>
            <a:lvl1pPr marL="0" indent="0">
              <a:lnSpc>
                <a:spcPct val="99000"/>
              </a:lnSpc>
              <a:buNone/>
              <a:defRPr sz="2400" b="0" baseline="0">
                <a:solidFill>
                  <a:schemeClr val="accent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7543751" y="3316641"/>
            <a:ext cx="4160520" cy="277936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5/1/2021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118101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5/1/2021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7209326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 title="Feathers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6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7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5/1/2021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115131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400" userDrawn="1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Freeform 15" title="Feather"/>
          <p:cNvSpPr>
            <a:spLocks noEditPoints="1"/>
          </p:cNvSpPr>
          <p:nvPr/>
        </p:nvSpPr>
        <p:spPr bwMode="auto">
          <a:xfrm rot="2047334" flipH="1">
            <a:off x="8572458" y="453683"/>
            <a:ext cx="3409445" cy="5857295"/>
          </a:xfrm>
          <a:custGeom>
            <a:avLst/>
            <a:gdLst/>
            <a:ahLst/>
            <a:cxnLst/>
            <a:rect l="0" t="0" r="r" b="b"/>
            <a:pathLst>
              <a:path w="869" h="1495">
                <a:moveTo>
                  <a:pt x="865" y="156"/>
                </a:moveTo>
                <a:cubicBezTo>
                  <a:pt x="856" y="165"/>
                  <a:pt x="851" y="173"/>
                  <a:pt x="844" y="182"/>
                </a:cubicBezTo>
                <a:cubicBezTo>
                  <a:pt x="804" y="216"/>
                  <a:pt x="802" y="216"/>
                  <a:pt x="800" y="216"/>
                </a:cubicBezTo>
                <a:cubicBezTo>
                  <a:pt x="775" y="232"/>
                  <a:pt x="768" y="237"/>
                  <a:pt x="760" y="239"/>
                </a:cubicBezTo>
                <a:cubicBezTo>
                  <a:pt x="699" y="279"/>
                  <a:pt x="696" y="275"/>
                  <a:pt x="693" y="278"/>
                </a:cubicBezTo>
                <a:cubicBezTo>
                  <a:pt x="706" y="270"/>
                  <a:pt x="707" y="266"/>
                  <a:pt x="714" y="263"/>
                </a:cubicBezTo>
                <a:cubicBezTo>
                  <a:pt x="766" y="230"/>
                  <a:pt x="774" y="225"/>
                  <a:pt x="782" y="219"/>
                </a:cubicBezTo>
                <a:cubicBezTo>
                  <a:pt x="830" y="181"/>
                  <a:pt x="830" y="177"/>
                  <a:pt x="834" y="174"/>
                </a:cubicBezTo>
                <a:cubicBezTo>
                  <a:pt x="831" y="170"/>
                  <a:pt x="831" y="178"/>
                  <a:pt x="827" y="175"/>
                </a:cubicBezTo>
                <a:cubicBezTo>
                  <a:pt x="792" y="205"/>
                  <a:pt x="784" y="209"/>
                  <a:pt x="783" y="213"/>
                </a:cubicBezTo>
                <a:cubicBezTo>
                  <a:pt x="763" y="227"/>
                  <a:pt x="760" y="223"/>
                  <a:pt x="757" y="227"/>
                </a:cubicBezTo>
                <a:cubicBezTo>
                  <a:pt x="776" y="212"/>
                  <a:pt x="774" y="208"/>
                  <a:pt x="780" y="206"/>
                </a:cubicBezTo>
                <a:cubicBezTo>
                  <a:pt x="824" y="164"/>
                  <a:pt x="830" y="160"/>
                  <a:pt x="833" y="155"/>
                </a:cubicBezTo>
                <a:cubicBezTo>
                  <a:pt x="806" y="176"/>
                  <a:pt x="797" y="184"/>
                  <a:pt x="788" y="193"/>
                </a:cubicBezTo>
                <a:cubicBezTo>
                  <a:pt x="731" y="226"/>
                  <a:pt x="724" y="237"/>
                  <a:pt x="720" y="234"/>
                </a:cubicBezTo>
                <a:cubicBezTo>
                  <a:pt x="766" y="194"/>
                  <a:pt x="786" y="180"/>
                  <a:pt x="803" y="159"/>
                </a:cubicBezTo>
                <a:cubicBezTo>
                  <a:pt x="785" y="170"/>
                  <a:pt x="775" y="180"/>
                  <a:pt x="763" y="188"/>
                </a:cubicBezTo>
                <a:cubicBezTo>
                  <a:pt x="736" y="208"/>
                  <a:pt x="735" y="202"/>
                  <a:pt x="737" y="200"/>
                </a:cubicBezTo>
                <a:cubicBezTo>
                  <a:pt x="749" y="181"/>
                  <a:pt x="754" y="177"/>
                  <a:pt x="756" y="172"/>
                </a:cubicBezTo>
                <a:cubicBezTo>
                  <a:pt x="787" y="134"/>
                  <a:pt x="791" y="136"/>
                  <a:pt x="790" y="130"/>
                </a:cubicBezTo>
                <a:cubicBezTo>
                  <a:pt x="769" y="150"/>
                  <a:pt x="765" y="152"/>
                  <a:pt x="766" y="155"/>
                </a:cubicBezTo>
                <a:cubicBezTo>
                  <a:pt x="746" y="174"/>
                  <a:pt x="746" y="170"/>
                  <a:pt x="746" y="169"/>
                </a:cubicBezTo>
                <a:cubicBezTo>
                  <a:pt x="748" y="164"/>
                  <a:pt x="752" y="160"/>
                  <a:pt x="752" y="160"/>
                </a:cubicBezTo>
                <a:cubicBezTo>
                  <a:pt x="764" y="139"/>
                  <a:pt x="770" y="129"/>
                  <a:pt x="777" y="119"/>
                </a:cubicBezTo>
                <a:cubicBezTo>
                  <a:pt x="800" y="82"/>
                  <a:pt x="812" y="81"/>
                  <a:pt x="808" y="77"/>
                </a:cubicBezTo>
                <a:cubicBezTo>
                  <a:pt x="770" y="123"/>
                  <a:pt x="765" y="125"/>
                  <a:pt x="763" y="127"/>
                </a:cubicBezTo>
                <a:cubicBezTo>
                  <a:pt x="747" y="156"/>
                  <a:pt x="743" y="161"/>
                  <a:pt x="740" y="166"/>
                </a:cubicBezTo>
                <a:cubicBezTo>
                  <a:pt x="744" y="144"/>
                  <a:pt x="749" y="134"/>
                  <a:pt x="753" y="124"/>
                </a:cubicBezTo>
                <a:cubicBezTo>
                  <a:pt x="782" y="79"/>
                  <a:pt x="781" y="77"/>
                  <a:pt x="784" y="75"/>
                </a:cubicBezTo>
                <a:cubicBezTo>
                  <a:pt x="769" y="89"/>
                  <a:pt x="765" y="92"/>
                  <a:pt x="765" y="96"/>
                </a:cubicBezTo>
                <a:cubicBezTo>
                  <a:pt x="728" y="162"/>
                  <a:pt x="722" y="177"/>
                  <a:pt x="718" y="191"/>
                </a:cubicBezTo>
                <a:cubicBezTo>
                  <a:pt x="710" y="205"/>
                  <a:pt x="719" y="210"/>
                  <a:pt x="712" y="213"/>
                </a:cubicBezTo>
                <a:cubicBezTo>
                  <a:pt x="703" y="240"/>
                  <a:pt x="708" y="247"/>
                  <a:pt x="697" y="251"/>
                </a:cubicBezTo>
                <a:cubicBezTo>
                  <a:pt x="699" y="232"/>
                  <a:pt x="702" y="230"/>
                  <a:pt x="701" y="228"/>
                </a:cubicBezTo>
                <a:cubicBezTo>
                  <a:pt x="714" y="177"/>
                  <a:pt x="714" y="170"/>
                  <a:pt x="714" y="162"/>
                </a:cubicBezTo>
                <a:cubicBezTo>
                  <a:pt x="735" y="103"/>
                  <a:pt x="740" y="88"/>
                  <a:pt x="749" y="73"/>
                </a:cubicBezTo>
                <a:cubicBezTo>
                  <a:pt x="757" y="53"/>
                  <a:pt x="753" y="62"/>
                  <a:pt x="744" y="70"/>
                </a:cubicBezTo>
                <a:cubicBezTo>
                  <a:pt x="727" y="107"/>
                  <a:pt x="722" y="112"/>
                  <a:pt x="722" y="118"/>
                </a:cubicBezTo>
                <a:cubicBezTo>
                  <a:pt x="706" y="172"/>
                  <a:pt x="705" y="175"/>
                  <a:pt x="703" y="177"/>
                </a:cubicBezTo>
                <a:cubicBezTo>
                  <a:pt x="696" y="206"/>
                  <a:pt x="696" y="209"/>
                  <a:pt x="696" y="212"/>
                </a:cubicBezTo>
                <a:cubicBezTo>
                  <a:pt x="687" y="247"/>
                  <a:pt x="685" y="253"/>
                  <a:pt x="684" y="260"/>
                </a:cubicBezTo>
                <a:cubicBezTo>
                  <a:pt x="671" y="275"/>
                  <a:pt x="673" y="272"/>
                  <a:pt x="677" y="270"/>
                </a:cubicBezTo>
                <a:cubicBezTo>
                  <a:pt x="682" y="240"/>
                  <a:pt x="681" y="234"/>
                  <a:pt x="684" y="229"/>
                </a:cubicBezTo>
                <a:cubicBezTo>
                  <a:pt x="694" y="189"/>
                  <a:pt x="690" y="182"/>
                  <a:pt x="693" y="177"/>
                </a:cubicBezTo>
                <a:cubicBezTo>
                  <a:pt x="706" y="119"/>
                  <a:pt x="707" y="113"/>
                  <a:pt x="709" y="107"/>
                </a:cubicBezTo>
                <a:cubicBezTo>
                  <a:pt x="721" y="64"/>
                  <a:pt x="727" y="59"/>
                  <a:pt x="729" y="53"/>
                </a:cubicBezTo>
                <a:cubicBezTo>
                  <a:pt x="751" y="15"/>
                  <a:pt x="760" y="13"/>
                  <a:pt x="759" y="10"/>
                </a:cubicBezTo>
                <a:cubicBezTo>
                  <a:pt x="752" y="12"/>
                  <a:pt x="750" y="14"/>
                  <a:pt x="749" y="17"/>
                </a:cubicBezTo>
                <a:cubicBezTo>
                  <a:pt x="722" y="50"/>
                  <a:pt x="719" y="46"/>
                  <a:pt x="715" y="51"/>
                </a:cubicBezTo>
                <a:cubicBezTo>
                  <a:pt x="696" y="86"/>
                  <a:pt x="689" y="94"/>
                  <a:pt x="687" y="103"/>
                </a:cubicBezTo>
                <a:cubicBezTo>
                  <a:pt x="667" y="145"/>
                  <a:pt x="670" y="146"/>
                  <a:pt x="670" y="148"/>
                </a:cubicBezTo>
                <a:cubicBezTo>
                  <a:pt x="662" y="166"/>
                  <a:pt x="660" y="175"/>
                  <a:pt x="659" y="185"/>
                </a:cubicBezTo>
                <a:cubicBezTo>
                  <a:pt x="655" y="217"/>
                  <a:pt x="655" y="222"/>
                  <a:pt x="653" y="226"/>
                </a:cubicBezTo>
                <a:cubicBezTo>
                  <a:pt x="646" y="259"/>
                  <a:pt x="650" y="265"/>
                  <a:pt x="650" y="270"/>
                </a:cubicBezTo>
                <a:cubicBezTo>
                  <a:pt x="632" y="316"/>
                  <a:pt x="637" y="319"/>
                  <a:pt x="630" y="321"/>
                </a:cubicBezTo>
                <a:cubicBezTo>
                  <a:pt x="630" y="285"/>
                  <a:pt x="633" y="283"/>
                  <a:pt x="633" y="280"/>
                </a:cubicBezTo>
                <a:cubicBezTo>
                  <a:pt x="637" y="248"/>
                  <a:pt x="637" y="243"/>
                  <a:pt x="639" y="238"/>
                </a:cubicBezTo>
                <a:cubicBezTo>
                  <a:pt x="639" y="222"/>
                  <a:pt x="641" y="220"/>
                  <a:pt x="641" y="217"/>
                </a:cubicBezTo>
                <a:cubicBezTo>
                  <a:pt x="649" y="175"/>
                  <a:pt x="652" y="166"/>
                  <a:pt x="654" y="157"/>
                </a:cubicBezTo>
                <a:cubicBezTo>
                  <a:pt x="673" y="112"/>
                  <a:pt x="670" y="107"/>
                  <a:pt x="677" y="103"/>
                </a:cubicBezTo>
                <a:cubicBezTo>
                  <a:pt x="690" y="65"/>
                  <a:pt x="699" y="63"/>
                  <a:pt x="694" y="59"/>
                </a:cubicBezTo>
                <a:cubicBezTo>
                  <a:pt x="663" y="118"/>
                  <a:pt x="658" y="124"/>
                  <a:pt x="654" y="130"/>
                </a:cubicBezTo>
                <a:cubicBezTo>
                  <a:pt x="644" y="160"/>
                  <a:pt x="640" y="163"/>
                  <a:pt x="644" y="166"/>
                </a:cubicBezTo>
                <a:cubicBezTo>
                  <a:pt x="632" y="198"/>
                  <a:pt x="638" y="202"/>
                  <a:pt x="632" y="204"/>
                </a:cubicBezTo>
                <a:cubicBezTo>
                  <a:pt x="630" y="226"/>
                  <a:pt x="628" y="229"/>
                  <a:pt x="630" y="233"/>
                </a:cubicBezTo>
                <a:cubicBezTo>
                  <a:pt x="624" y="286"/>
                  <a:pt x="621" y="292"/>
                  <a:pt x="621" y="298"/>
                </a:cubicBezTo>
                <a:cubicBezTo>
                  <a:pt x="622" y="314"/>
                  <a:pt x="617" y="316"/>
                  <a:pt x="621" y="318"/>
                </a:cubicBezTo>
                <a:cubicBezTo>
                  <a:pt x="615" y="341"/>
                  <a:pt x="613" y="344"/>
                  <a:pt x="612" y="347"/>
                </a:cubicBezTo>
                <a:cubicBezTo>
                  <a:pt x="610" y="337"/>
                  <a:pt x="612" y="332"/>
                  <a:pt x="615" y="327"/>
                </a:cubicBezTo>
                <a:cubicBezTo>
                  <a:pt x="612" y="290"/>
                  <a:pt x="621" y="286"/>
                  <a:pt x="616" y="280"/>
                </a:cubicBezTo>
                <a:cubicBezTo>
                  <a:pt x="615" y="259"/>
                  <a:pt x="621" y="255"/>
                  <a:pt x="620" y="250"/>
                </a:cubicBezTo>
                <a:cubicBezTo>
                  <a:pt x="624" y="201"/>
                  <a:pt x="625" y="198"/>
                  <a:pt x="626" y="196"/>
                </a:cubicBezTo>
                <a:cubicBezTo>
                  <a:pt x="635" y="171"/>
                  <a:pt x="633" y="168"/>
                  <a:pt x="634" y="166"/>
                </a:cubicBezTo>
                <a:cubicBezTo>
                  <a:pt x="642" y="141"/>
                  <a:pt x="642" y="139"/>
                  <a:pt x="642" y="136"/>
                </a:cubicBezTo>
                <a:cubicBezTo>
                  <a:pt x="655" y="109"/>
                  <a:pt x="657" y="104"/>
                  <a:pt x="662" y="99"/>
                </a:cubicBezTo>
                <a:cubicBezTo>
                  <a:pt x="645" y="113"/>
                  <a:pt x="645" y="122"/>
                  <a:pt x="637" y="130"/>
                </a:cubicBezTo>
                <a:cubicBezTo>
                  <a:pt x="617" y="197"/>
                  <a:pt x="614" y="202"/>
                  <a:pt x="614" y="207"/>
                </a:cubicBezTo>
                <a:cubicBezTo>
                  <a:pt x="613" y="227"/>
                  <a:pt x="609" y="228"/>
                  <a:pt x="612" y="231"/>
                </a:cubicBezTo>
                <a:cubicBezTo>
                  <a:pt x="612" y="251"/>
                  <a:pt x="612" y="254"/>
                  <a:pt x="608" y="256"/>
                </a:cubicBezTo>
                <a:cubicBezTo>
                  <a:pt x="608" y="278"/>
                  <a:pt x="607" y="283"/>
                  <a:pt x="607" y="289"/>
                </a:cubicBezTo>
                <a:cubicBezTo>
                  <a:pt x="595" y="363"/>
                  <a:pt x="592" y="374"/>
                  <a:pt x="587" y="384"/>
                </a:cubicBezTo>
                <a:cubicBezTo>
                  <a:pt x="589" y="326"/>
                  <a:pt x="592" y="323"/>
                  <a:pt x="592" y="319"/>
                </a:cubicBezTo>
                <a:cubicBezTo>
                  <a:pt x="594" y="243"/>
                  <a:pt x="593" y="240"/>
                  <a:pt x="594" y="237"/>
                </a:cubicBezTo>
                <a:cubicBezTo>
                  <a:pt x="597" y="223"/>
                  <a:pt x="596" y="219"/>
                  <a:pt x="596" y="216"/>
                </a:cubicBezTo>
                <a:cubicBezTo>
                  <a:pt x="608" y="177"/>
                  <a:pt x="610" y="170"/>
                  <a:pt x="614" y="163"/>
                </a:cubicBezTo>
                <a:cubicBezTo>
                  <a:pt x="624" y="125"/>
                  <a:pt x="623" y="130"/>
                  <a:pt x="621" y="134"/>
                </a:cubicBezTo>
                <a:cubicBezTo>
                  <a:pt x="598" y="185"/>
                  <a:pt x="595" y="190"/>
                  <a:pt x="594" y="195"/>
                </a:cubicBezTo>
                <a:cubicBezTo>
                  <a:pt x="583" y="227"/>
                  <a:pt x="590" y="232"/>
                  <a:pt x="586" y="235"/>
                </a:cubicBezTo>
                <a:cubicBezTo>
                  <a:pt x="585" y="269"/>
                  <a:pt x="583" y="276"/>
                  <a:pt x="584" y="284"/>
                </a:cubicBezTo>
                <a:cubicBezTo>
                  <a:pt x="583" y="334"/>
                  <a:pt x="581" y="338"/>
                  <a:pt x="584" y="342"/>
                </a:cubicBezTo>
                <a:cubicBezTo>
                  <a:pt x="578" y="377"/>
                  <a:pt x="579" y="381"/>
                  <a:pt x="575" y="384"/>
                </a:cubicBezTo>
                <a:cubicBezTo>
                  <a:pt x="572" y="368"/>
                  <a:pt x="578" y="365"/>
                  <a:pt x="575" y="361"/>
                </a:cubicBezTo>
                <a:cubicBezTo>
                  <a:pt x="580" y="316"/>
                  <a:pt x="571" y="307"/>
                  <a:pt x="578" y="300"/>
                </a:cubicBezTo>
                <a:cubicBezTo>
                  <a:pt x="572" y="220"/>
                  <a:pt x="574" y="213"/>
                  <a:pt x="573" y="205"/>
                </a:cubicBezTo>
                <a:cubicBezTo>
                  <a:pt x="581" y="177"/>
                  <a:pt x="576" y="169"/>
                  <a:pt x="580" y="163"/>
                </a:cubicBezTo>
                <a:cubicBezTo>
                  <a:pt x="594" y="117"/>
                  <a:pt x="601" y="111"/>
                  <a:pt x="598" y="103"/>
                </a:cubicBezTo>
                <a:cubicBezTo>
                  <a:pt x="577" y="151"/>
                  <a:pt x="576" y="154"/>
                  <a:pt x="573" y="156"/>
                </a:cubicBezTo>
                <a:cubicBezTo>
                  <a:pt x="562" y="241"/>
                  <a:pt x="563" y="252"/>
                  <a:pt x="564" y="263"/>
                </a:cubicBezTo>
                <a:cubicBezTo>
                  <a:pt x="569" y="302"/>
                  <a:pt x="564" y="307"/>
                  <a:pt x="568" y="312"/>
                </a:cubicBezTo>
                <a:cubicBezTo>
                  <a:pt x="566" y="341"/>
                  <a:pt x="565" y="352"/>
                  <a:pt x="568" y="364"/>
                </a:cubicBezTo>
                <a:cubicBezTo>
                  <a:pt x="553" y="423"/>
                  <a:pt x="553" y="420"/>
                  <a:pt x="555" y="417"/>
                </a:cubicBezTo>
                <a:cubicBezTo>
                  <a:pt x="556" y="394"/>
                  <a:pt x="560" y="392"/>
                  <a:pt x="558" y="388"/>
                </a:cubicBezTo>
                <a:cubicBezTo>
                  <a:pt x="561" y="333"/>
                  <a:pt x="563" y="331"/>
                  <a:pt x="562" y="329"/>
                </a:cubicBezTo>
                <a:cubicBezTo>
                  <a:pt x="559" y="274"/>
                  <a:pt x="553" y="255"/>
                  <a:pt x="554" y="236"/>
                </a:cubicBezTo>
                <a:cubicBezTo>
                  <a:pt x="554" y="218"/>
                  <a:pt x="555" y="214"/>
                  <a:pt x="554" y="209"/>
                </a:cubicBezTo>
                <a:cubicBezTo>
                  <a:pt x="559" y="193"/>
                  <a:pt x="557" y="190"/>
                  <a:pt x="559" y="188"/>
                </a:cubicBezTo>
                <a:cubicBezTo>
                  <a:pt x="569" y="145"/>
                  <a:pt x="573" y="136"/>
                  <a:pt x="573" y="126"/>
                </a:cubicBezTo>
                <a:cubicBezTo>
                  <a:pt x="557" y="167"/>
                  <a:pt x="554" y="173"/>
                  <a:pt x="555" y="179"/>
                </a:cubicBezTo>
                <a:cubicBezTo>
                  <a:pt x="548" y="204"/>
                  <a:pt x="545" y="211"/>
                  <a:pt x="547" y="219"/>
                </a:cubicBezTo>
                <a:cubicBezTo>
                  <a:pt x="545" y="249"/>
                  <a:pt x="547" y="257"/>
                  <a:pt x="548" y="265"/>
                </a:cubicBezTo>
                <a:cubicBezTo>
                  <a:pt x="553" y="302"/>
                  <a:pt x="551" y="305"/>
                  <a:pt x="550" y="308"/>
                </a:cubicBezTo>
                <a:cubicBezTo>
                  <a:pt x="556" y="350"/>
                  <a:pt x="553" y="352"/>
                  <a:pt x="554" y="354"/>
                </a:cubicBezTo>
                <a:cubicBezTo>
                  <a:pt x="551" y="391"/>
                  <a:pt x="544" y="394"/>
                  <a:pt x="549" y="399"/>
                </a:cubicBezTo>
                <a:cubicBezTo>
                  <a:pt x="548" y="423"/>
                  <a:pt x="541" y="425"/>
                  <a:pt x="543" y="428"/>
                </a:cubicBezTo>
                <a:cubicBezTo>
                  <a:pt x="534" y="435"/>
                  <a:pt x="534" y="428"/>
                  <a:pt x="538" y="422"/>
                </a:cubicBezTo>
                <a:cubicBezTo>
                  <a:pt x="537" y="386"/>
                  <a:pt x="541" y="383"/>
                  <a:pt x="540" y="379"/>
                </a:cubicBezTo>
                <a:cubicBezTo>
                  <a:pt x="538" y="342"/>
                  <a:pt x="537" y="338"/>
                  <a:pt x="538" y="333"/>
                </a:cubicBezTo>
                <a:cubicBezTo>
                  <a:pt x="535" y="297"/>
                  <a:pt x="532" y="288"/>
                  <a:pt x="531" y="280"/>
                </a:cubicBezTo>
                <a:cubicBezTo>
                  <a:pt x="528" y="237"/>
                  <a:pt x="531" y="236"/>
                  <a:pt x="530" y="234"/>
                </a:cubicBezTo>
                <a:cubicBezTo>
                  <a:pt x="531" y="195"/>
                  <a:pt x="535" y="192"/>
                  <a:pt x="534" y="187"/>
                </a:cubicBezTo>
                <a:cubicBezTo>
                  <a:pt x="537" y="169"/>
                  <a:pt x="538" y="165"/>
                  <a:pt x="539" y="161"/>
                </a:cubicBezTo>
                <a:cubicBezTo>
                  <a:pt x="534" y="156"/>
                  <a:pt x="534" y="160"/>
                  <a:pt x="532" y="164"/>
                </a:cubicBezTo>
                <a:cubicBezTo>
                  <a:pt x="527" y="184"/>
                  <a:pt x="527" y="187"/>
                  <a:pt x="528" y="189"/>
                </a:cubicBezTo>
                <a:cubicBezTo>
                  <a:pt x="521" y="228"/>
                  <a:pt x="522" y="230"/>
                  <a:pt x="522" y="232"/>
                </a:cubicBezTo>
                <a:cubicBezTo>
                  <a:pt x="521" y="256"/>
                  <a:pt x="520" y="257"/>
                  <a:pt x="522" y="259"/>
                </a:cubicBezTo>
                <a:cubicBezTo>
                  <a:pt x="527" y="285"/>
                  <a:pt x="520" y="288"/>
                  <a:pt x="524" y="293"/>
                </a:cubicBezTo>
                <a:cubicBezTo>
                  <a:pt x="532" y="343"/>
                  <a:pt x="530" y="351"/>
                  <a:pt x="534" y="361"/>
                </a:cubicBezTo>
                <a:cubicBezTo>
                  <a:pt x="531" y="378"/>
                  <a:pt x="529" y="380"/>
                  <a:pt x="532" y="382"/>
                </a:cubicBezTo>
                <a:cubicBezTo>
                  <a:pt x="530" y="417"/>
                  <a:pt x="530" y="421"/>
                  <a:pt x="528" y="424"/>
                </a:cubicBezTo>
                <a:cubicBezTo>
                  <a:pt x="523" y="442"/>
                  <a:pt x="525" y="445"/>
                  <a:pt x="522" y="444"/>
                </a:cubicBezTo>
                <a:cubicBezTo>
                  <a:pt x="523" y="396"/>
                  <a:pt x="516" y="383"/>
                  <a:pt x="519" y="372"/>
                </a:cubicBezTo>
                <a:cubicBezTo>
                  <a:pt x="517" y="348"/>
                  <a:pt x="514" y="341"/>
                  <a:pt x="515" y="335"/>
                </a:cubicBezTo>
                <a:cubicBezTo>
                  <a:pt x="506" y="291"/>
                  <a:pt x="509" y="286"/>
                  <a:pt x="507" y="280"/>
                </a:cubicBezTo>
                <a:cubicBezTo>
                  <a:pt x="508" y="220"/>
                  <a:pt x="509" y="215"/>
                  <a:pt x="510" y="209"/>
                </a:cubicBezTo>
                <a:cubicBezTo>
                  <a:pt x="513" y="185"/>
                  <a:pt x="512" y="178"/>
                  <a:pt x="516" y="173"/>
                </a:cubicBezTo>
                <a:cubicBezTo>
                  <a:pt x="515" y="159"/>
                  <a:pt x="514" y="162"/>
                  <a:pt x="512" y="164"/>
                </a:cubicBezTo>
                <a:cubicBezTo>
                  <a:pt x="505" y="191"/>
                  <a:pt x="507" y="196"/>
                  <a:pt x="504" y="201"/>
                </a:cubicBezTo>
                <a:cubicBezTo>
                  <a:pt x="500" y="221"/>
                  <a:pt x="502" y="226"/>
                  <a:pt x="501" y="230"/>
                </a:cubicBezTo>
                <a:cubicBezTo>
                  <a:pt x="498" y="248"/>
                  <a:pt x="500" y="251"/>
                  <a:pt x="500" y="253"/>
                </a:cubicBezTo>
                <a:cubicBezTo>
                  <a:pt x="496" y="271"/>
                  <a:pt x="502" y="275"/>
                  <a:pt x="498" y="277"/>
                </a:cubicBezTo>
                <a:cubicBezTo>
                  <a:pt x="497" y="300"/>
                  <a:pt x="497" y="294"/>
                  <a:pt x="497" y="290"/>
                </a:cubicBezTo>
                <a:cubicBezTo>
                  <a:pt x="494" y="271"/>
                  <a:pt x="495" y="268"/>
                  <a:pt x="495" y="266"/>
                </a:cubicBezTo>
                <a:cubicBezTo>
                  <a:pt x="494" y="202"/>
                  <a:pt x="495" y="187"/>
                  <a:pt x="499" y="173"/>
                </a:cubicBezTo>
                <a:cubicBezTo>
                  <a:pt x="501" y="135"/>
                  <a:pt x="510" y="133"/>
                  <a:pt x="503" y="128"/>
                </a:cubicBezTo>
                <a:cubicBezTo>
                  <a:pt x="490" y="173"/>
                  <a:pt x="490" y="178"/>
                  <a:pt x="489" y="183"/>
                </a:cubicBezTo>
                <a:cubicBezTo>
                  <a:pt x="485" y="220"/>
                  <a:pt x="485" y="223"/>
                  <a:pt x="485" y="225"/>
                </a:cubicBezTo>
                <a:cubicBezTo>
                  <a:pt x="484" y="256"/>
                  <a:pt x="483" y="258"/>
                  <a:pt x="486" y="261"/>
                </a:cubicBezTo>
                <a:cubicBezTo>
                  <a:pt x="484" y="277"/>
                  <a:pt x="489" y="280"/>
                  <a:pt x="487" y="282"/>
                </a:cubicBezTo>
                <a:cubicBezTo>
                  <a:pt x="498" y="337"/>
                  <a:pt x="496" y="347"/>
                  <a:pt x="502" y="357"/>
                </a:cubicBezTo>
                <a:cubicBezTo>
                  <a:pt x="506" y="408"/>
                  <a:pt x="505" y="413"/>
                  <a:pt x="503" y="418"/>
                </a:cubicBezTo>
                <a:cubicBezTo>
                  <a:pt x="505" y="450"/>
                  <a:pt x="505" y="453"/>
                  <a:pt x="503" y="455"/>
                </a:cubicBezTo>
                <a:cubicBezTo>
                  <a:pt x="499" y="471"/>
                  <a:pt x="503" y="479"/>
                  <a:pt x="498" y="475"/>
                </a:cubicBezTo>
                <a:cubicBezTo>
                  <a:pt x="493" y="426"/>
                  <a:pt x="495" y="423"/>
                  <a:pt x="495" y="419"/>
                </a:cubicBezTo>
                <a:cubicBezTo>
                  <a:pt x="485" y="375"/>
                  <a:pt x="480" y="366"/>
                  <a:pt x="483" y="359"/>
                </a:cubicBezTo>
                <a:cubicBezTo>
                  <a:pt x="470" y="321"/>
                  <a:pt x="476" y="319"/>
                  <a:pt x="470" y="314"/>
                </a:cubicBezTo>
                <a:cubicBezTo>
                  <a:pt x="459" y="218"/>
                  <a:pt x="466" y="212"/>
                  <a:pt x="462" y="204"/>
                </a:cubicBezTo>
                <a:cubicBezTo>
                  <a:pt x="457" y="195"/>
                  <a:pt x="457" y="204"/>
                  <a:pt x="457" y="213"/>
                </a:cubicBezTo>
                <a:cubicBezTo>
                  <a:pt x="457" y="232"/>
                  <a:pt x="452" y="236"/>
                  <a:pt x="455" y="241"/>
                </a:cubicBezTo>
                <a:cubicBezTo>
                  <a:pt x="454" y="275"/>
                  <a:pt x="459" y="280"/>
                  <a:pt x="456" y="285"/>
                </a:cubicBezTo>
                <a:cubicBezTo>
                  <a:pt x="462" y="317"/>
                  <a:pt x="462" y="322"/>
                  <a:pt x="465" y="327"/>
                </a:cubicBezTo>
                <a:cubicBezTo>
                  <a:pt x="475" y="362"/>
                  <a:pt x="473" y="368"/>
                  <a:pt x="475" y="375"/>
                </a:cubicBezTo>
                <a:cubicBezTo>
                  <a:pt x="478" y="394"/>
                  <a:pt x="483" y="397"/>
                  <a:pt x="481" y="400"/>
                </a:cubicBezTo>
                <a:cubicBezTo>
                  <a:pt x="484" y="436"/>
                  <a:pt x="490" y="444"/>
                  <a:pt x="487" y="449"/>
                </a:cubicBezTo>
                <a:cubicBezTo>
                  <a:pt x="483" y="480"/>
                  <a:pt x="490" y="485"/>
                  <a:pt x="488" y="488"/>
                </a:cubicBezTo>
                <a:cubicBezTo>
                  <a:pt x="483" y="503"/>
                  <a:pt x="485" y="499"/>
                  <a:pt x="485" y="495"/>
                </a:cubicBezTo>
                <a:cubicBezTo>
                  <a:pt x="486" y="464"/>
                  <a:pt x="482" y="459"/>
                  <a:pt x="483" y="454"/>
                </a:cubicBezTo>
                <a:cubicBezTo>
                  <a:pt x="474" y="394"/>
                  <a:pt x="466" y="388"/>
                  <a:pt x="469" y="384"/>
                </a:cubicBezTo>
                <a:cubicBezTo>
                  <a:pt x="462" y="348"/>
                  <a:pt x="459" y="346"/>
                  <a:pt x="457" y="346"/>
                </a:cubicBezTo>
                <a:cubicBezTo>
                  <a:pt x="449" y="328"/>
                  <a:pt x="460" y="322"/>
                  <a:pt x="453" y="324"/>
                </a:cubicBezTo>
                <a:cubicBezTo>
                  <a:pt x="446" y="286"/>
                  <a:pt x="449" y="281"/>
                  <a:pt x="445" y="276"/>
                </a:cubicBezTo>
                <a:cubicBezTo>
                  <a:pt x="449" y="241"/>
                  <a:pt x="443" y="235"/>
                  <a:pt x="444" y="230"/>
                </a:cubicBezTo>
                <a:cubicBezTo>
                  <a:pt x="450" y="210"/>
                  <a:pt x="442" y="203"/>
                  <a:pt x="449" y="199"/>
                </a:cubicBezTo>
                <a:cubicBezTo>
                  <a:pt x="454" y="163"/>
                  <a:pt x="461" y="159"/>
                  <a:pt x="458" y="153"/>
                </a:cubicBezTo>
                <a:cubicBezTo>
                  <a:pt x="444" y="191"/>
                  <a:pt x="439" y="200"/>
                  <a:pt x="440" y="211"/>
                </a:cubicBezTo>
                <a:cubicBezTo>
                  <a:pt x="435" y="250"/>
                  <a:pt x="436" y="261"/>
                  <a:pt x="437" y="271"/>
                </a:cubicBezTo>
                <a:cubicBezTo>
                  <a:pt x="442" y="313"/>
                  <a:pt x="444" y="323"/>
                  <a:pt x="448" y="335"/>
                </a:cubicBezTo>
                <a:cubicBezTo>
                  <a:pt x="458" y="387"/>
                  <a:pt x="461" y="393"/>
                  <a:pt x="460" y="398"/>
                </a:cubicBezTo>
                <a:cubicBezTo>
                  <a:pt x="473" y="464"/>
                  <a:pt x="476" y="471"/>
                  <a:pt x="475" y="477"/>
                </a:cubicBezTo>
                <a:cubicBezTo>
                  <a:pt x="472" y="519"/>
                  <a:pt x="470" y="522"/>
                  <a:pt x="473" y="526"/>
                </a:cubicBezTo>
                <a:cubicBezTo>
                  <a:pt x="466" y="546"/>
                  <a:pt x="465" y="547"/>
                  <a:pt x="465" y="548"/>
                </a:cubicBezTo>
                <a:cubicBezTo>
                  <a:pt x="459" y="507"/>
                  <a:pt x="462" y="504"/>
                  <a:pt x="463" y="501"/>
                </a:cubicBezTo>
                <a:cubicBezTo>
                  <a:pt x="458" y="462"/>
                  <a:pt x="451" y="454"/>
                  <a:pt x="451" y="448"/>
                </a:cubicBezTo>
                <a:cubicBezTo>
                  <a:pt x="436" y="412"/>
                  <a:pt x="440" y="409"/>
                  <a:pt x="436" y="405"/>
                </a:cubicBezTo>
                <a:cubicBezTo>
                  <a:pt x="427" y="372"/>
                  <a:pt x="429" y="369"/>
                  <a:pt x="426" y="365"/>
                </a:cubicBezTo>
                <a:cubicBezTo>
                  <a:pt x="421" y="351"/>
                  <a:pt x="423" y="350"/>
                  <a:pt x="421" y="347"/>
                </a:cubicBezTo>
                <a:cubicBezTo>
                  <a:pt x="417" y="313"/>
                  <a:pt x="414" y="309"/>
                  <a:pt x="415" y="305"/>
                </a:cubicBezTo>
                <a:cubicBezTo>
                  <a:pt x="416" y="260"/>
                  <a:pt x="418" y="257"/>
                  <a:pt x="414" y="253"/>
                </a:cubicBezTo>
                <a:cubicBezTo>
                  <a:pt x="416" y="237"/>
                  <a:pt x="416" y="229"/>
                  <a:pt x="414" y="222"/>
                </a:cubicBezTo>
                <a:cubicBezTo>
                  <a:pt x="416" y="200"/>
                  <a:pt x="418" y="197"/>
                  <a:pt x="418" y="194"/>
                </a:cubicBezTo>
                <a:cubicBezTo>
                  <a:pt x="414" y="206"/>
                  <a:pt x="410" y="211"/>
                  <a:pt x="412" y="216"/>
                </a:cubicBezTo>
                <a:cubicBezTo>
                  <a:pt x="409" y="236"/>
                  <a:pt x="410" y="242"/>
                  <a:pt x="410" y="247"/>
                </a:cubicBezTo>
                <a:cubicBezTo>
                  <a:pt x="407" y="327"/>
                  <a:pt x="412" y="332"/>
                  <a:pt x="410" y="335"/>
                </a:cubicBezTo>
                <a:cubicBezTo>
                  <a:pt x="414" y="368"/>
                  <a:pt x="422" y="373"/>
                  <a:pt x="420" y="377"/>
                </a:cubicBezTo>
                <a:cubicBezTo>
                  <a:pt x="438" y="439"/>
                  <a:pt x="445" y="459"/>
                  <a:pt x="448" y="477"/>
                </a:cubicBezTo>
                <a:cubicBezTo>
                  <a:pt x="451" y="509"/>
                  <a:pt x="452" y="514"/>
                  <a:pt x="453" y="518"/>
                </a:cubicBezTo>
                <a:cubicBezTo>
                  <a:pt x="449" y="518"/>
                  <a:pt x="452" y="515"/>
                  <a:pt x="448" y="512"/>
                </a:cubicBezTo>
                <a:cubicBezTo>
                  <a:pt x="443" y="484"/>
                  <a:pt x="442" y="477"/>
                  <a:pt x="441" y="470"/>
                </a:cubicBezTo>
                <a:cubicBezTo>
                  <a:pt x="432" y="436"/>
                  <a:pt x="429" y="432"/>
                  <a:pt x="428" y="428"/>
                </a:cubicBezTo>
                <a:cubicBezTo>
                  <a:pt x="416" y="393"/>
                  <a:pt x="413" y="389"/>
                  <a:pt x="414" y="386"/>
                </a:cubicBezTo>
                <a:cubicBezTo>
                  <a:pt x="407" y="359"/>
                  <a:pt x="405" y="356"/>
                  <a:pt x="403" y="350"/>
                </a:cubicBezTo>
                <a:cubicBezTo>
                  <a:pt x="401" y="334"/>
                  <a:pt x="403" y="333"/>
                  <a:pt x="403" y="333"/>
                </a:cubicBezTo>
                <a:cubicBezTo>
                  <a:pt x="401" y="321"/>
                  <a:pt x="400" y="317"/>
                  <a:pt x="399" y="314"/>
                </a:cubicBezTo>
                <a:cubicBezTo>
                  <a:pt x="395" y="298"/>
                  <a:pt x="397" y="295"/>
                  <a:pt x="396" y="293"/>
                </a:cubicBezTo>
                <a:cubicBezTo>
                  <a:pt x="390" y="256"/>
                  <a:pt x="396" y="250"/>
                  <a:pt x="392" y="243"/>
                </a:cubicBezTo>
                <a:cubicBezTo>
                  <a:pt x="394" y="217"/>
                  <a:pt x="395" y="215"/>
                  <a:pt x="395" y="213"/>
                </a:cubicBezTo>
                <a:cubicBezTo>
                  <a:pt x="388" y="211"/>
                  <a:pt x="391" y="212"/>
                  <a:pt x="391" y="214"/>
                </a:cubicBezTo>
                <a:cubicBezTo>
                  <a:pt x="386" y="231"/>
                  <a:pt x="389" y="235"/>
                  <a:pt x="386" y="237"/>
                </a:cubicBezTo>
                <a:cubicBezTo>
                  <a:pt x="387" y="268"/>
                  <a:pt x="385" y="271"/>
                  <a:pt x="388" y="275"/>
                </a:cubicBezTo>
                <a:cubicBezTo>
                  <a:pt x="391" y="325"/>
                  <a:pt x="397" y="338"/>
                  <a:pt x="393" y="350"/>
                </a:cubicBezTo>
                <a:cubicBezTo>
                  <a:pt x="405" y="382"/>
                  <a:pt x="403" y="390"/>
                  <a:pt x="408" y="398"/>
                </a:cubicBezTo>
                <a:cubicBezTo>
                  <a:pt x="419" y="430"/>
                  <a:pt x="421" y="438"/>
                  <a:pt x="423" y="446"/>
                </a:cubicBezTo>
                <a:cubicBezTo>
                  <a:pt x="436" y="483"/>
                  <a:pt x="432" y="487"/>
                  <a:pt x="436" y="491"/>
                </a:cubicBezTo>
                <a:cubicBezTo>
                  <a:pt x="440" y="554"/>
                  <a:pt x="443" y="558"/>
                  <a:pt x="443" y="562"/>
                </a:cubicBezTo>
                <a:cubicBezTo>
                  <a:pt x="428" y="572"/>
                  <a:pt x="429" y="568"/>
                  <a:pt x="430" y="564"/>
                </a:cubicBezTo>
                <a:cubicBezTo>
                  <a:pt x="417" y="498"/>
                  <a:pt x="416" y="485"/>
                  <a:pt x="415" y="472"/>
                </a:cubicBezTo>
                <a:cubicBezTo>
                  <a:pt x="409" y="449"/>
                  <a:pt x="405" y="442"/>
                  <a:pt x="406" y="436"/>
                </a:cubicBezTo>
                <a:cubicBezTo>
                  <a:pt x="401" y="421"/>
                  <a:pt x="398" y="415"/>
                  <a:pt x="398" y="411"/>
                </a:cubicBezTo>
                <a:cubicBezTo>
                  <a:pt x="393" y="374"/>
                  <a:pt x="387" y="375"/>
                  <a:pt x="389" y="372"/>
                </a:cubicBezTo>
                <a:cubicBezTo>
                  <a:pt x="382" y="312"/>
                  <a:pt x="377" y="293"/>
                  <a:pt x="381" y="275"/>
                </a:cubicBezTo>
                <a:cubicBezTo>
                  <a:pt x="385" y="244"/>
                  <a:pt x="380" y="238"/>
                  <a:pt x="383" y="234"/>
                </a:cubicBezTo>
                <a:cubicBezTo>
                  <a:pt x="377" y="239"/>
                  <a:pt x="376" y="242"/>
                  <a:pt x="376" y="244"/>
                </a:cubicBezTo>
                <a:cubicBezTo>
                  <a:pt x="375" y="300"/>
                  <a:pt x="373" y="312"/>
                  <a:pt x="372" y="324"/>
                </a:cubicBezTo>
                <a:cubicBezTo>
                  <a:pt x="386" y="402"/>
                  <a:pt x="389" y="407"/>
                  <a:pt x="389" y="412"/>
                </a:cubicBezTo>
                <a:cubicBezTo>
                  <a:pt x="411" y="512"/>
                  <a:pt x="416" y="522"/>
                  <a:pt x="416" y="532"/>
                </a:cubicBezTo>
                <a:cubicBezTo>
                  <a:pt x="418" y="573"/>
                  <a:pt x="419" y="584"/>
                  <a:pt x="420" y="595"/>
                </a:cubicBezTo>
                <a:cubicBezTo>
                  <a:pt x="411" y="622"/>
                  <a:pt x="419" y="616"/>
                  <a:pt x="413" y="608"/>
                </a:cubicBezTo>
                <a:cubicBezTo>
                  <a:pt x="406" y="541"/>
                  <a:pt x="407" y="534"/>
                  <a:pt x="403" y="527"/>
                </a:cubicBezTo>
                <a:cubicBezTo>
                  <a:pt x="394" y="499"/>
                  <a:pt x="398" y="493"/>
                  <a:pt x="395" y="486"/>
                </a:cubicBezTo>
                <a:cubicBezTo>
                  <a:pt x="376" y="417"/>
                  <a:pt x="378" y="413"/>
                  <a:pt x="374" y="408"/>
                </a:cubicBezTo>
                <a:cubicBezTo>
                  <a:pt x="370" y="378"/>
                  <a:pt x="365" y="372"/>
                  <a:pt x="367" y="369"/>
                </a:cubicBezTo>
                <a:cubicBezTo>
                  <a:pt x="363" y="308"/>
                  <a:pt x="356" y="298"/>
                  <a:pt x="360" y="290"/>
                </a:cubicBezTo>
                <a:cubicBezTo>
                  <a:pt x="362" y="248"/>
                  <a:pt x="362" y="244"/>
                  <a:pt x="362" y="239"/>
                </a:cubicBezTo>
                <a:cubicBezTo>
                  <a:pt x="363" y="220"/>
                  <a:pt x="361" y="223"/>
                  <a:pt x="360" y="226"/>
                </a:cubicBezTo>
                <a:cubicBezTo>
                  <a:pt x="358" y="241"/>
                  <a:pt x="353" y="244"/>
                  <a:pt x="357" y="248"/>
                </a:cubicBezTo>
                <a:cubicBezTo>
                  <a:pt x="352" y="267"/>
                  <a:pt x="356" y="270"/>
                  <a:pt x="351" y="272"/>
                </a:cubicBezTo>
                <a:cubicBezTo>
                  <a:pt x="350" y="303"/>
                  <a:pt x="355" y="306"/>
                  <a:pt x="353" y="308"/>
                </a:cubicBezTo>
                <a:cubicBezTo>
                  <a:pt x="351" y="332"/>
                  <a:pt x="356" y="338"/>
                  <a:pt x="353" y="342"/>
                </a:cubicBezTo>
                <a:cubicBezTo>
                  <a:pt x="363" y="389"/>
                  <a:pt x="362" y="393"/>
                  <a:pt x="367" y="398"/>
                </a:cubicBezTo>
                <a:cubicBezTo>
                  <a:pt x="367" y="433"/>
                  <a:pt x="379" y="443"/>
                  <a:pt x="375" y="451"/>
                </a:cubicBezTo>
                <a:cubicBezTo>
                  <a:pt x="395" y="536"/>
                  <a:pt x="399" y="541"/>
                  <a:pt x="399" y="545"/>
                </a:cubicBezTo>
                <a:cubicBezTo>
                  <a:pt x="400" y="576"/>
                  <a:pt x="402" y="581"/>
                  <a:pt x="406" y="586"/>
                </a:cubicBezTo>
                <a:cubicBezTo>
                  <a:pt x="406" y="605"/>
                  <a:pt x="405" y="608"/>
                  <a:pt x="404" y="610"/>
                </a:cubicBezTo>
                <a:cubicBezTo>
                  <a:pt x="402" y="627"/>
                  <a:pt x="408" y="632"/>
                  <a:pt x="403" y="635"/>
                </a:cubicBezTo>
                <a:cubicBezTo>
                  <a:pt x="396" y="601"/>
                  <a:pt x="401" y="597"/>
                  <a:pt x="398" y="592"/>
                </a:cubicBezTo>
                <a:cubicBezTo>
                  <a:pt x="383" y="512"/>
                  <a:pt x="375" y="506"/>
                  <a:pt x="377" y="501"/>
                </a:cubicBezTo>
                <a:cubicBezTo>
                  <a:pt x="354" y="435"/>
                  <a:pt x="354" y="416"/>
                  <a:pt x="344" y="395"/>
                </a:cubicBezTo>
                <a:cubicBezTo>
                  <a:pt x="338" y="338"/>
                  <a:pt x="338" y="335"/>
                  <a:pt x="339" y="333"/>
                </a:cubicBezTo>
                <a:cubicBezTo>
                  <a:pt x="340" y="299"/>
                  <a:pt x="336" y="293"/>
                  <a:pt x="338" y="287"/>
                </a:cubicBezTo>
                <a:cubicBezTo>
                  <a:pt x="331" y="289"/>
                  <a:pt x="332" y="300"/>
                  <a:pt x="330" y="310"/>
                </a:cubicBezTo>
                <a:cubicBezTo>
                  <a:pt x="334" y="336"/>
                  <a:pt x="329" y="338"/>
                  <a:pt x="333" y="342"/>
                </a:cubicBezTo>
                <a:cubicBezTo>
                  <a:pt x="337" y="378"/>
                  <a:pt x="335" y="383"/>
                  <a:pt x="337" y="388"/>
                </a:cubicBezTo>
                <a:cubicBezTo>
                  <a:pt x="337" y="409"/>
                  <a:pt x="345" y="415"/>
                  <a:pt x="343" y="420"/>
                </a:cubicBezTo>
                <a:cubicBezTo>
                  <a:pt x="357" y="454"/>
                  <a:pt x="351" y="461"/>
                  <a:pt x="357" y="467"/>
                </a:cubicBezTo>
                <a:cubicBezTo>
                  <a:pt x="369" y="497"/>
                  <a:pt x="364" y="504"/>
                  <a:pt x="368" y="506"/>
                </a:cubicBezTo>
                <a:cubicBezTo>
                  <a:pt x="379" y="543"/>
                  <a:pt x="382" y="551"/>
                  <a:pt x="384" y="558"/>
                </a:cubicBezTo>
                <a:cubicBezTo>
                  <a:pt x="390" y="600"/>
                  <a:pt x="393" y="605"/>
                  <a:pt x="388" y="609"/>
                </a:cubicBezTo>
                <a:cubicBezTo>
                  <a:pt x="376" y="559"/>
                  <a:pt x="371" y="556"/>
                  <a:pt x="373" y="554"/>
                </a:cubicBezTo>
                <a:cubicBezTo>
                  <a:pt x="357" y="504"/>
                  <a:pt x="350" y="497"/>
                  <a:pt x="350" y="491"/>
                </a:cubicBezTo>
                <a:cubicBezTo>
                  <a:pt x="323" y="433"/>
                  <a:pt x="327" y="431"/>
                  <a:pt x="324" y="427"/>
                </a:cubicBezTo>
                <a:cubicBezTo>
                  <a:pt x="313" y="386"/>
                  <a:pt x="309" y="374"/>
                  <a:pt x="308" y="362"/>
                </a:cubicBezTo>
                <a:cubicBezTo>
                  <a:pt x="306" y="320"/>
                  <a:pt x="303" y="314"/>
                  <a:pt x="304" y="308"/>
                </a:cubicBezTo>
                <a:cubicBezTo>
                  <a:pt x="303" y="284"/>
                  <a:pt x="306" y="279"/>
                  <a:pt x="306" y="273"/>
                </a:cubicBezTo>
                <a:cubicBezTo>
                  <a:pt x="300" y="263"/>
                  <a:pt x="301" y="273"/>
                  <a:pt x="300" y="282"/>
                </a:cubicBezTo>
                <a:cubicBezTo>
                  <a:pt x="298" y="301"/>
                  <a:pt x="297" y="305"/>
                  <a:pt x="295" y="310"/>
                </a:cubicBezTo>
                <a:cubicBezTo>
                  <a:pt x="307" y="382"/>
                  <a:pt x="302" y="391"/>
                  <a:pt x="310" y="402"/>
                </a:cubicBezTo>
                <a:cubicBezTo>
                  <a:pt x="317" y="439"/>
                  <a:pt x="325" y="446"/>
                  <a:pt x="323" y="450"/>
                </a:cubicBezTo>
                <a:cubicBezTo>
                  <a:pt x="337" y="478"/>
                  <a:pt x="337" y="489"/>
                  <a:pt x="345" y="500"/>
                </a:cubicBezTo>
                <a:cubicBezTo>
                  <a:pt x="352" y="526"/>
                  <a:pt x="359" y="530"/>
                  <a:pt x="355" y="532"/>
                </a:cubicBezTo>
                <a:cubicBezTo>
                  <a:pt x="378" y="589"/>
                  <a:pt x="373" y="597"/>
                  <a:pt x="377" y="600"/>
                </a:cubicBezTo>
                <a:cubicBezTo>
                  <a:pt x="374" y="595"/>
                  <a:pt x="367" y="591"/>
                  <a:pt x="366" y="588"/>
                </a:cubicBezTo>
                <a:cubicBezTo>
                  <a:pt x="355" y="552"/>
                  <a:pt x="348" y="544"/>
                  <a:pt x="350" y="538"/>
                </a:cubicBezTo>
                <a:cubicBezTo>
                  <a:pt x="324" y="484"/>
                  <a:pt x="321" y="468"/>
                  <a:pt x="311" y="451"/>
                </a:cubicBezTo>
                <a:cubicBezTo>
                  <a:pt x="301" y="423"/>
                  <a:pt x="301" y="419"/>
                  <a:pt x="300" y="415"/>
                </a:cubicBezTo>
                <a:cubicBezTo>
                  <a:pt x="290" y="374"/>
                  <a:pt x="287" y="369"/>
                  <a:pt x="289" y="366"/>
                </a:cubicBezTo>
                <a:cubicBezTo>
                  <a:pt x="286" y="345"/>
                  <a:pt x="285" y="337"/>
                  <a:pt x="285" y="330"/>
                </a:cubicBezTo>
                <a:cubicBezTo>
                  <a:pt x="278" y="309"/>
                  <a:pt x="280" y="316"/>
                  <a:pt x="280" y="319"/>
                </a:cubicBezTo>
                <a:cubicBezTo>
                  <a:pt x="279" y="330"/>
                  <a:pt x="279" y="333"/>
                  <a:pt x="279" y="334"/>
                </a:cubicBezTo>
                <a:cubicBezTo>
                  <a:pt x="276" y="357"/>
                  <a:pt x="284" y="362"/>
                  <a:pt x="281" y="365"/>
                </a:cubicBezTo>
                <a:cubicBezTo>
                  <a:pt x="287" y="400"/>
                  <a:pt x="290" y="404"/>
                  <a:pt x="290" y="407"/>
                </a:cubicBezTo>
                <a:cubicBezTo>
                  <a:pt x="314" y="477"/>
                  <a:pt x="313" y="479"/>
                  <a:pt x="313" y="481"/>
                </a:cubicBezTo>
                <a:cubicBezTo>
                  <a:pt x="324" y="507"/>
                  <a:pt x="331" y="514"/>
                  <a:pt x="329" y="519"/>
                </a:cubicBezTo>
                <a:cubicBezTo>
                  <a:pt x="359" y="601"/>
                  <a:pt x="365" y="601"/>
                  <a:pt x="364" y="609"/>
                </a:cubicBezTo>
                <a:cubicBezTo>
                  <a:pt x="371" y="640"/>
                  <a:pt x="372" y="643"/>
                  <a:pt x="374" y="646"/>
                </a:cubicBezTo>
                <a:cubicBezTo>
                  <a:pt x="376" y="667"/>
                  <a:pt x="377" y="669"/>
                  <a:pt x="374" y="671"/>
                </a:cubicBezTo>
                <a:cubicBezTo>
                  <a:pt x="375" y="687"/>
                  <a:pt x="374" y="690"/>
                  <a:pt x="375" y="692"/>
                </a:cubicBezTo>
                <a:cubicBezTo>
                  <a:pt x="370" y="713"/>
                  <a:pt x="369" y="717"/>
                  <a:pt x="367" y="715"/>
                </a:cubicBezTo>
                <a:cubicBezTo>
                  <a:pt x="363" y="675"/>
                  <a:pt x="362" y="670"/>
                  <a:pt x="363" y="666"/>
                </a:cubicBezTo>
                <a:cubicBezTo>
                  <a:pt x="352" y="608"/>
                  <a:pt x="345" y="610"/>
                  <a:pt x="346" y="605"/>
                </a:cubicBezTo>
                <a:cubicBezTo>
                  <a:pt x="334" y="572"/>
                  <a:pt x="329" y="574"/>
                  <a:pt x="329" y="568"/>
                </a:cubicBezTo>
                <a:cubicBezTo>
                  <a:pt x="310" y="526"/>
                  <a:pt x="303" y="521"/>
                  <a:pt x="305" y="517"/>
                </a:cubicBezTo>
                <a:cubicBezTo>
                  <a:pt x="290" y="492"/>
                  <a:pt x="293" y="489"/>
                  <a:pt x="289" y="484"/>
                </a:cubicBezTo>
                <a:cubicBezTo>
                  <a:pt x="272" y="442"/>
                  <a:pt x="272" y="433"/>
                  <a:pt x="267" y="424"/>
                </a:cubicBezTo>
                <a:cubicBezTo>
                  <a:pt x="263" y="382"/>
                  <a:pt x="261" y="377"/>
                  <a:pt x="262" y="373"/>
                </a:cubicBezTo>
                <a:cubicBezTo>
                  <a:pt x="263" y="332"/>
                  <a:pt x="259" y="327"/>
                  <a:pt x="260" y="323"/>
                </a:cubicBezTo>
                <a:cubicBezTo>
                  <a:pt x="255" y="324"/>
                  <a:pt x="255" y="328"/>
                  <a:pt x="258" y="332"/>
                </a:cubicBezTo>
                <a:cubicBezTo>
                  <a:pt x="253" y="357"/>
                  <a:pt x="255" y="358"/>
                  <a:pt x="255" y="359"/>
                </a:cubicBezTo>
                <a:cubicBezTo>
                  <a:pt x="256" y="372"/>
                  <a:pt x="254" y="373"/>
                  <a:pt x="255" y="376"/>
                </a:cubicBezTo>
                <a:cubicBezTo>
                  <a:pt x="262" y="413"/>
                  <a:pt x="257" y="421"/>
                  <a:pt x="262" y="430"/>
                </a:cubicBezTo>
                <a:cubicBezTo>
                  <a:pt x="271" y="463"/>
                  <a:pt x="270" y="468"/>
                  <a:pt x="276" y="474"/>
                </a:cubicBezTo>
                <a:cubicBezTo>
                  <a:pt x="293" y="525"/>
                  <a:pt x="305" y="537"/>
                  <a:pt x="308" y="549"/>
                </a:cubicBezTo>
                <a:cubicBezTo>
                  <a:pt x="326" y="593"/>
                  <a:pt x="338" y="598"/>
                  <a:pt x="333" y="600"/>
                </a:cubicBezTo>
                <a:cubicBezTo>
                  <a:pt x="344" y="639"/>
                  <a:pt x="350" y="643"/>
                  <a:pt x="348" y="645"/>
                </a:cubicBezTo>
                <a:cubicBezTo>
                  <a:pt x="360" y="675"/>
                  <a:pt x="349" y="681"/>
                  <a:pt x="356" y="679"/>
                </a:cubicBezTo>
                <a:cubicBezTo>
                  <a:pt x="356" y="718"/>
                  <a:pt x="357" y="722"/>
                  <a:pt x="358" y="727"/>
                </a:cubicBezTo>
                <a:cubicBezTo>
                  <a:pt x="355" y="728"/>
                  <a:pt x="353" y="720"/>
                  <a:pt x="355" y="712"/>
                </a:cubicBezTo>
                <a:cubicBezTo>
                  <a:pt x="344" y="656"/>
                  <a:pt x="337" y="650"/>
                  <a:pt x="339" y="647"/>
                </a:cubicBezTo>
                <a:cubicBezTo>
                  <a:pt x="327" y="614"/>
                  <a:pt x="329" y="612"/>
                  <a:pt x="327" y="609"/>
                </a:cubicBezTo>
                <a:cubicBezTo>
                  <a:pt x="296" y="547"/>
                  <a:pt x="292" y="535"/>
                  <a:pt x="286" y="521"/>
                </a:cubicBezTo>
                <a:cubicBezTo>
                  <a:pt x="264" y="475"/>
                  <a:pt x="265" y="471"/>
                  <a:pt x="260" y="465"/>
                </a:cubicBezTo>
                <a:cubicBezTo>
                  <a:pt x="247" y="411"/>
                  <a:pt x="246" y="405"/>
                  <a:pt x="244" y="399"/>
                </a:cubicBezTo>
                <a:cubicBezTo>
                  <a:pt x="237" y="392"/>
                  <a:pt x="243" y="396"/>
                  <a:pt x="240" y="399"/>
                </a:cubicBezTo>
                <a:cubicBezTo>
                  <a:pt x="245" y="450"/>
                  <a:pt x="252" y="456"/>
                  <a:pt x="251" y="460"/>
                </a:cubicBezTo>
                <a:cubicBezTo>
                  <a:pt x="278" y="524"/>
                  <a:pt x="284" y="536"/>
                  <a:pt x="288" y="548"/>
                </a:cubicBezTo>
                <a:cubicBezTo>
                  <a:pt x="302" y="574"/>
                  <a:pt x="305" y="577"/>
                  <a:pt x="303" y="579"/>
                </a:cubicBezTo>
                <a:cubicBezTo>
                  <a:pt x="316" y="612"/>
                  <a:pt x="323" y="618"/>
                  <a:pt x="323" y="624"/>
                </a:cubicBezTo>
                <a:cubicBezTo>
                  <a:pt x="325" y="635"/>
                  <a:pt x="328" y="634"/>
                  <a:pt x="329" y="635"/>
                </a:cubicBezTo>
                <a:cubicBezTo>
                  <a:pt x="329" y="647"/>
                  <a:pt x="332" y="649"/>
                  <a:pt x="330" y="651"/>
                </a:cubicBezTo>
                <a:cubicBezTo>
                  <a:pt x="342" y="695"/>
                  <a:pt x="341" y="702"/>
                  <a:pt x="346" y="710"/>
                </a:cubicBezTo>
                <a:cubicBezTo>
                  <a:pt x="344" y="729"/>
                  <a:pt x="346" y="732"/>
                  <a:pt x="343" y="730"/>
                </a:cubicBezTo>
                <a:cubicBezTo>
                  <a:pt x="342" y="696"/>
                  <a:pt x="336" y="691"/>
                  <a:pt x="340" y="688"/>
                </a:cubicBezTo>
                <a:cubicBezTo>
                  <a:pt x="322" y="644"/>
                  <a:pt x="323" y="635"/>
                  <a:pt x="319" y="625"/>
                </a:cubicBezTo>
                <a:cubicBezTo>
                  <a:pt x="304" y="603"/>
                  <a:pt x="309" y="596"/>
                  <a:pt x="304" y="598"/>
                </a:cubicBezTo>
                <a:cubicBezTo>
                  <a:pt x="283" y="562"/>
                  <a:pt x="281" y="562"/>
                  <a:pt x="280" y="557"/>
                </a:cubicBezTo>
                <a:cubicBezTo>
                  <a:pt x="239" y="483"/>
                  <a:pt x="234" y="468"/>
                  <a:pt x="227" y="453"/>
                </a:cubicBezTo>
                <a:cubicBezTo>
                  <a:pt x="222" y="406"/>
                  <a:pt x="214" y="401"/>
                  <a:pt x="217" y="399"/>
                </a:cubicBezTo>
                <a:cubicBezTo>
                  <a:pt x="210" y="368"/>
                  <a:pt x="206" y="371"/>
                  <a:pt x="209" y="374"/>
                </a:cubicBezTo>
                <a:cubicBezTo>
                  <a:pt x="211" y="412"/>
                  <a:pt x="214" y="416"/>
                  <a:pt x="212" y="419"/>
                </a:cubicBezTo>
                <a:cubicBezTo>
                  <a:pt x="217" y="447"/>
                  <a:pt x="220" y="451"/>
                  <a:pt x="218" y="454"/>
                </a:cubicBezTo>
                <a:cubicBezTo>
                  <a:pt x="237" y="486"/>
                  <a:pt x="228" y="488"/>
                  <a:pt x="233" y="492"/>
                </a:cubicBezTo>
                <a:cubicBezTo>
                  <a:pt x="243" y="506"/>
                  <a:pt x="241" y="507"/>
                  <a:pt x="243" y="510"/>
                </a:cubicBezTo>
                <a:cubicBezTo>
                  <a:pt x="273" y="563"/>
                  <a:pt x="281" y="573"/>
                  <a:pt x="290" y="592"/>
                </a:cubicBezTo>
                <a:cubicBezTo>
                  <a:pt x="313" y="641"/>
                  <a:pt x="320" y="646"/>
                  <a:pt x="317" y="650"/>
                </a:cubicBezTo>
                <a:cubicBezTo>
                  <a:pt x="324" y="674"/>
                  <a:pt x="328" y="677"/>
                  <a:pt x="326" y="679"/>
                </a:cubicBezTo>
                <a:cubicBezTo>
                  <a:pt x="331" y="728"/>
                  <a:pt x="335" y="734"/>
                  <a:pt x="335" y="739"/>
                </a:cubicBezTo>
                <a:cubicBezTo>
                  <a:pt x="329" y="772"/>
                  <a:pt x="335" y="778"/>
                  <a:pt x="329" y="782"/>
                </a:cubicBezTo>
                <a:cubicBezTo>
                  <a:pt x="329" y="760"/>
                  <a:pt x="324" y="756"/>
                  <a:pt x="326" y="754"/>
                </a:cubicBezTo>
                <a:cubicBezTo>
                  <a:pt x="316" y="694"/>
                  <a:pt x="311" y="688"/>
                  <a:pt x="312" y="684"/>
                </a:cubicBezTo>
                <a:cubicBezTo>
                  <a:pt x="303" y="664"/>
                  <a:pt x="300" y="660"/>
                  <a:pt x="297" y="655"/>
                </a:cubicBezTo>
                <a:cubicBezTo>
                  <a:pt x="277" y="614"/>
                  <a:pt x="276" y="603"/>
                  <a:pt x="266" y="592"/>
                </a:cubicBezTo>
                <a:cubicBezTo>
                  <a:pt x="229" y="512"/>
                  <a:pt x="224" y="509"/>
                  <a:pt x="226" y="507"/>
                </a:cubicBezTo>
                <a:cubicBezTo>
                  <a:pt x="219" y="487"/>
                  <a:pt x="218" y="484"/>
                  <a:pt x="215" y="481"/>
                </a:cubicBezTo>
                <a:cubicBezTo>
                  <a:pt x="207" y="434"/>
                  <a:pt x="204" y="427"/>
                  <a:pt x="203" y="421"/>
                </a:cubicBezTo>
                <a:cubicBezTo>
                  <a:pt x="200" y="407"/>
                  <a:pt x="202" y="403"/>
                  <a:pt x="198" y="400"/>
                </a:cubicBezTo>
                <a:cubicBezTo>
                  <a:pt x="196" y="424"/>
                  <a:pt x="202" y="423"/>
                  <a:pt x="200" y="426"/>
                </a:cubicBezTo>
                <a:cubicBezTo>
                  <a:pt x="204" y="466"/>
                  <a:pt x="207" y="469"/>
                  <a:pt x="205" y="471"/>
                </a:cubicBezTo>
                <a:cubicBezTo>
                  <a:pt x="232" y="535"/>
                  <a:pt x="234" y="550"/>
                  <a:pt x="247" y="566"/>
                </a:cubicBezTo>
                <a:cubicBezTo>
                  <a:pt x="301" y="688"/>
                  <a:pt x="306" y="693"/>
                  <a:pt x="305" y="698"/>
                </a:cubicBezTo>
                <a:cubicBezTo>
                  <a:pt x="318" y="764"/>
                  <a:pt x="321" y="768"/>
                  <a:pt x="316" y="771"/>
                </a:cubicBezTo>
                <a:cubicBezTo>
                  <a:pt x="320" y="797"/>
                  <a:pt x="318" y="798"/>
                  <a:pt x="320" y="800"/>
                </a:cubicBezTo>
                <a:cubicBezTo>
                  <a:pt x="311" y="765"/>
                  <a:pt x="308" y="755"/>
                  <a:pt x="311" y="746"/>
                </a:cubicBezTo>
                <a:cubicBezTo>
                  <a:pt x="292" y="699"/>
                  <a:pt x="295" y="695"/>
                  <a:pt x="291" y="689"/>
                </a:cubicBezTo>
                <a:cubicBezTo>
                  <a:pt x="279" y="664"/>
                  <a:pt x="281" y="659"/>
                  <a:pt x="274" y="652"/>
                </a:cubicBezTo>
                <a:cubicBezTo>
                  <a:pt x="272" y="634"/>
                  <a:pt x="265" y="630"/>
                  <a:pt x="264" y="627"/>
                </a:cubicBezTo>
                <a:cubicBezTo>
                  <a:pt x="258" y="606"/>
                  <a:pt x="250" y="601"/>
                  <a:pt x="253" y="598"/>
                </a:cubicBezTo>
                <a:cubicBezTo>
                  <a:pt x="219" y="535"/>
                  <a:pt x="210" y="531"/>
                  <a:pt x="213" y="526"/>
                </a:cubicBezTo>
                <a:cubicBezTo>
                  <a:pt x="196" y="496"/>
                  <a:pt x="200" y="495"/>
                  <a:pt x="199" y="493"/>
                </a:cubicBezTo>
                <a:cubicBezTo>
                  <a:pt x="188" y="444"/>
                  <a:pt x="183" y="435"/>
                  <a:pt x="184" y="427"/>
                </a:cubicBezTo>
                <a:cubicBezTo>
                  <a:pt x="176" y="409"/>
                  <a:pt x="175" y="415"/>
                  <a:pt x="176" y="421"/>
                </a:cubicBezTo>
                <a:cubicBezTo>
                  <a:pt x="180" y="443"/>
                  <a:pt x="180" y="448"/>
                  <a:pt x="180" y="452"/>
                </a:cubicBezTo>
                <a:cubicBezTo>
                  <a:pt x="181" y="498"/>
                  <a:pt x="184" y="526"/>
                  <a:pt x="195" y="545"/>
                </a:cubicBezTo>
                <a:cubicBezTo>
                  <a:pt x="206" y="572"/>
                  <a:pt x="208" y="569"/>
                  <a:pt x="211" y="577"/>
                </a:cubicBezTo>
                <a:cubicBezTo>
                  <a:pt x="236" y="627"/>
                  <a:pt x="240" y="630"/>
                  <a:pt x="238" y="632"/>
                </a:cubicBezTo>
                <a:cubicBezTo>
                  <a:pt x="260" y="671"/>
                  <a:pt x="263" y="679"/>
                  <a:pt x="270" y="687"/>
                </a:cubicBezTo>
                <a:cubicBezTo>
                  <a:pt x="277" y="703"/>
                  <a:pt x="278" y="705"/>
                  <a:pt x="280" y="707"/>
                </a:cubicBezTo>
                <a:cubicBezTo>
                  <a:pt x="284" y="736"/>
                  <a:pt x="293" y="745"/>
                  <a:pt x="290" y="751"/>
                </a:cubicBezTo>
                <a:cubicBezTo>
                  <a:pt x="300" y="786"/>
                  <a:pt x="298" y="788"/>
                  <a:pt x="301" y="790"/>
                </a:cubicBezTo>
                <a:cubicBezTo>
                  <a:pt x="285" y="760"/>
                  <a:pt x="280" y="751"/>
                  <a:pt x="281" y="743"/>
                </a:cubicBezTo>
                <a:cubicBezTo>
                  <a:pt x="267" y="717"/>
                  <a:pt x="263" y="712"/>
                  <a:pt x="264" y="709"/>
                </a:cubicBezTo>
                <a:cubicBezTo>
                  <a:pt x="248" y="682"/>
                  <a:pt x="246" y="670"/>
                  <a:pt x="242" y="658"/>
                </a:cubicBezTo>
                <a:cubicBezTo>
                  <a:pt x="179" y="534"/>
                  <a:pt x="172" y="518"/>
                  <a:pt x="162" y="502"/>
                </a:cubicBezTo>
                <a:cubicBezTo>
                  <a:pt x="145" y="444"/>
                  <a:pt x="148" y="430"/>
                  <a:pt x="143" y="415"/>
                </a:cubicBezTo>
                <a:cubicBezTo>
                  <a:pt x="140" y="444"/>
                  <a:pt x="143" y="452"/>
                  <a:pt x="143" y="459"/>
                </a:cubicBezTo>
                <a:cubicBezTo>
                  <a:pt x="153" y="499"/>
                  <a:pt x="156" y="503"/>
                  <a:pt x="155" y="507"/>
                </a:cubicBezTo>
                <a:cubicBezTo>
                  <a:pt x="184" y="563"/>
                  <a:pt x="185" y="565"/>
                  <a:pt x="185" y="569"/>
                </a:cubicBezTo>
                <a:cubicBezTo>
                  <a:pt x="202" y="603"/>
                  <a:pt x="208" y="605"/>
                  <a:pt x="207" y="612"/>
                </a:cubicBezTo>
                <a:cubicBezTo>
                  <a:pt x="217" y="641"/>
                  <a:pt x="230" y="639"/>
                  <a:pt x="224" y="644"/>
                </a:cubicBezTo>
                <a:cubicBezTo>
                  <a:pt x="287" y="796"/>
                  <a:pt x="292" y="802"/>
                  <a:pt x="291" y="807"/>
                </a:cubicBezTo>
                <a:cubicBezTo>
                  <a:pt x="298" y="844"/>
                  <a:pt x="299" y="847"/>
                  <a:pt x="297" y="849"/>
                </a:cubicBezTo>
                <a:cubicBezTo>
                  <a:pt x="295" y="844"/>
                  <a:pt x="294" y="840"/>
                  <a:pt x="292" y="836"/>
                </a:cubicBezTo>
                <a:cubicBezTo>
                  <a:pt x="285" y="809"/>
                  <a:pt x="281" y="804"/>
                  <a:pt x="278" y="799"/>
                </a:cubicBezTo>
                <a:cubicBezTo>
                  <a:pt x="255" y="746"/>
                  <a:pt x="249" y="747"/>
                  <a:pt x="250" y="741"/>
                </a:cubicBezTo>
                <a:cubicBezTo>
                  <a:pt x="223" y="694"/>
                  <a:pt x="225" y="692"/>
                  <a:pt x="223" y="689"/>
                </a:cubicBezTo>
                <a:cubicBezTo>
                  <a:pt x="216" y="674"/>
                  <a:pt x="215" y="671"/>
                  <a:pt x="212" y="667"/>
                </a:cubicBezTo>
                <a:cubicBezTo>
                  <a:pt x="201" y="644"/>
                  <a:pt x="195" y="640"/>
                  <a:pt x="198" y="638"/>
                </a:cubicBezTo>
                <a:cubicBezTo>
                  <a:pt x="149" y="549"/>
                  <a:pt x="156" y="559"/>
                  <a:pt x="157" y="567"/>
                </a:cubicBezTo>
                <a:cubicBezTo>
                  <a:pt x="160" y="580"/>
                  <a:pt x="164" y="583"/>
                  <a:pt x="165" y="586"/>
                </a:cubicBezTo>
                <a:cubicBezTo>
                  <a:pt x="177" y="613"/>
                  <a:pt x="172" y="614"/>
                  <a:pt x="179" y="618"/>
                </a:cubicBezTo>
                <a:cubicBezTo>
                  <a:pt x="187" y="642"/>
                  <a:pt x="191" y="644"/>
                  <a:pt x="192" y="647"/>
                </a:cubicBezTo>
                <a:cubicBezTo>
                  <a:pt x="208" y="677"/>
                  <a:pt x="206" y="681"/>
                  <a:pt x="209" y="680"/>
                </a:cubicBezTo>
                <a:cubicBezTo>
                  <a:pt x="229" y="715"/>
                  <a:pt x="236" y="735"/>
                  <a:pt x="245" y="754"/>
                </a:cubicBezTo>
                <a:cubicBezTo>
                  <a:pt x="265" y="789"/>
                  <a:pt x="268" y="793"/>
                  <a:pt x="268" y="796"/>
                </a:cubicBezTo>
                <a:cubicBezTo>
                  <a:pt x="284" y="831"/>
                  <a:pt x="281" y="834"/>
                  <a:pt x="283" y="837"/>
                </a:cubicBezTo>
                <a:cubicBezTo>
                  <a:pt x="287" y="855"/>
                  <a:pt x="283" y="857"/>
                  <a:pt x="287" y="859"/>
                </a:cubicBezTo>
                <a:cubicBezTo>
                  <a:pt x="285" y="886"/>
                  <a:pt x="282" y="878"/>
                  <a:pt x="285" y="870"/>
                </a:cubicBezTo>
                <a:cubicBezTo>
                  <a:pt x="268" y="821"/>
                  <a:pt x="270" y="819"/>
                  <a:pt x="268" y="816"/>
                </a:cubicBezTo>
                <a:cubicBezTo>
                  <a:pt x="259" y="786"/>
                  <a:pt x="252" y="782"/>
                  <a:pt x="251" y="779"/>
                </a:cubicBezTo>
                <a:cubicBezTo>
                  <a:pt x="234" y="751"/>
                  <a:pt x="238" y="749"/>
                  <a:pt x="234" y="745"/>
                </a:cubicBezTo>
                <a:cubicBezTo>
                  <a:pt x="205" y="692"/>
                  <a:pt x="202" y="688"/>
                  <a:pt x="199" y="684"/>
                </a:cubicBezTo>
                <a:cubicBezTo>
                  <a:pt x="177" y="630"/>
                  <a:pt x="166" y="611"/>
                  <a:pt x="158" y="593"/>
                </a:cubicBezTo>
                <a:cubicBezTo>
                  <a:pt x="147" y="546"/>
                  <a:pt x="142" y="548"/>
                  <a:pt x="140" y="540"/>
                </a:cubicBezTo>
                <a:cubicBezTo>
                  <a:pt x="140" y="522"/>
                  <a:pt x="138" y="522"/>
                  <a:pt x="136" y="521"/>
                </a:cubicBezTo>
                <a:cubicBezTo>
                  <a:pt x="130" y="496"/>
                  <a:pt x="129" y="493"/>
                  <a:pt x="131" y="490"/>
                </a:cubicBezTo>
                <a:cubicBezTo>
                  <a:pt x="122" y="493"/>
                  <a:pt x="128" y="497"/>
                  <a:pt x="125" y="499"/>
                </a:cubicBezTo>
                <a:cubicBezTo>
                  <a:pt x="131" y="527"/>
                  <a:pt x="132" y="536"/>
                  <a:pt x="136" y="545"/>
                </a:cubicBezTo>
                <a:cubicBezTo>
                  <a:pt x="139" y="569"/>
                  <a:pt x="140" y="574"/>
                  <a:pt x="139" y="580"/>
                </a:cubicBezTo>
                <a:cubicBezTo>
                  <a:pt x="160" y="639"/>
                  <a:pt x="161" y="642"/>
                  <a:pt x="159" y="645"/>
                </a:cubicBezTo>
                <a:cubicBezTo>
                  <a:pt x="169" y="668"/>
                  <a:pt x="176" y="672"/>
                  <a:pt x="172" y="674"/>
                </a:cubicBezTo>
                <a:cubicBezTo>
                  <a:pt x="200" y="724"/>
                  <a:pt x="201" y="738"/>
                  <a:pt x="214" y="755"/>
                </a:cubicBezTo>
                <a:cubicBezTo>
                  <a:pt x="236" y="805"/>
                  <a:pt x="246" y="814"/>
                  <a:pt x="247" y="821"/>
                </a:cubicBezTo>
                <a:cubicBezTo>
                  <a:pt x="268" y="868"/>
                  <a:pt x="261" y="870"/>
                  <a:pt x="266" y="874"/>
                </a:cubicBezTo>
                <a:cubicBezTo>
                  <a:pt x="224" y="800"/>
                  <a:pt x="220" y="795"/>
                  <a:pt x="217" y="789"/>
                </a:cubicBezTo>
                <a:cubicBezTo>
                  <a:pt x="185" y="740"/>
                  <a:pt x="190" y="733"/>
                  <a:pt x="185" y="736"/>
                </a:cubicBezTo>
                <a:cubicBezTo>
                  <a:pt x="171" y="702"/>
                  <a:pt x="168" y="697"/>
                  <a:pt x="166" y="693"/>
                </a:cubicBezTo>
                <a:cubicBezTo>
                  <a:pt x="134" y="606"/>
                  <a:pt x="125" y="601"/>
                  <a:pt x="129" y="597"/>
                </a:cubicBezTo>
                <a:cubicBezTo>
                  <a:pt x="119" y="542"/>
                  <a:pt x="118" y="540"/>
                  <a:pt x="116" y="538"/>
                </a:cubicBezTo>
                <a:cubicBezTo>
                  <a:pt x="111" y="539"/>
                  <a:pt x="113" y="558"/>
                  <a:pt x="117" y="576"/>
                </a:cubicBezTo>
                <a:cubicBezTo>
                  <a:pt x="141" y="650"/>
                  <a:pt x="140" y="667"/>
                  <a:pt x="151" y="685"/>
                </a:cubicBezTo>
                <a:cubicBezTo>
                  <a:pt x="194" y="767"/>
                  <a:pt x="201" y="774"/>
                  <a:pt x="207" y="789"/>
                </a:cubicBezTo>
                <a:cubicBezTo>
                  <a:pt x="228" y="836"/>
                  <a:pt x="240" y="840"/>
                  <a:pt x="235" y="842"/>
                </a:cubicBezTo>
                <a:cubicBezTo>
                  <a:pt x="251" y="882"/>
                  <a:pt x="258" y="889"/>
                  <a:pt x="255" y="894"/>
                </a:cubicBezTo>
                <a:cubicBezTo>
                  <a:pt x="228" y="846"/>
                  <a:pt x="227" y="844"/>
                  <a:pt x="225" y="842"/>
                </a:cubicBezTo>
                <a:cubicBezTo>
                  <a:pt x="212" y="821"/>
                  <a:pt x="210" y="822"/>
                  <a:pt x="209" y="820"/>
                </a:cubicBezTo>
                <a:cubicBezTo>
                  <a:pt x="166" y="769"/>
                  <a:pt x="157" y="757"/>
                  <a:pt x="144" y="743"/>
                </a:cubicBezTo>
                <a:cubicBezTo>
                  <a:pt x="123" y="700"/>
                  <a:pt x="116" y="696"/>
                  <a:pt x="115" y="693"/>
                </a:cubicBezTo>
                <a:cubicBezTo>
                  <a:pt x="107" y="669"/>
                  <a:pt x="105" y="663"/>
                  <a:pt x="101" y="657"/>
                </a:cubicBezTo>
                <a:cubicBezTo>
                  <a:pt x="96" y="630"/>
                  <a:pt x="93" y="623"/>
                  <a:pt x="91" y="615"/>
                </a:cubicBezTo>
                <a:cubicBezTo>
                  <a:pt x="87" y="604"/>
                  <a:pt x="82" y="608"/>
                  <a:pt x="85" y="614"/>
                </a:cubicBezTo>
                <a:cubicBezTo>
                  <a:pt x="95" y="654"/>
                  <a:pt x="92" y="660"/>
                  <a:pt x="95" y="666"/>
                </a:cubicBezTo>
                <a:cubicBezTo>
                  <a:pt x="154" y="770"/>
                  <a:pt x="155" y="771"/>
                  <a:pt x="161" y="778"/>
                </a:cubicBezTo>
                <a:cubicBezTo>
                  <a:pt x="204" y="829"/>
                  <a:pt x="208" y="830"/>
                  <a:pt x="211" y="836"/>
                </a:cubicBezTo>
                <a:cubicBezTo>
                  <a:pt x="249" y="919"/>
                  <a:pt x="255" y="928"/>
                  <a:pt x="253" y="935"/>
                </a:cubicBezTo>
                <a:cubicBezTo>
                  <a:pt x="253" y="956"/>
                  <a:pt x="256" y="954"/>
                  <a:pt x="252" y="951"/>
                </a:cubicBezTo>
                <a:cubicBezTo>
                  <a:pt x="255" y="941"/>
                  <a:pt x="249" y="937"/>
                  <a:pt x="247" y="934"/>
                </a:cubicBezTo>
                <a:cubicBezTo>
                  <a:pt x="223" y="877"/>
                  <a:pt x="219" y="872"/>
                  <a:pt x="216" y="866"/>
                </a:cubicBezTo>
                <a:cubicBezTo>
                  <a:pt x="166" y="796"/>
                  <a:pt x="160" y="792"/>
                  <a:pt x="155" y="782"/>
                </a:cubicBezTo>
                <a:cubicBezTo>
                  <a:pt x="107" y="716"/>
                  <a:pt x="103" y="719"/>
                  <a:pt x="103" y="714"/>
                </a:cubicBezTo>
                <a:cubicBezTo>
                  <a:pt x="85" y="675"/>
                  <a:pt x="83" y="673"/>
                  <a:pt x="82" y="671"/>
                </a:cubicBezTo>
                <a:cubicBezTo>
                  <a:pt x="79" y="658"/>
                  <a:pt x="74" y="655"/>
                  <a:pt x="76" y="653"/>
                </a:cubicBezTo>
                <a:cubicBezTo>
                  <a:pt x="72" y="651"/>
                  <a:pt x="73" y="653"/>
                  <a:pt x="70" y="654"/>
                </a:cubicBezTo>
                <a:cubicBezTo>
                  <a:pt x="78" y="674"/>
                  <a:pt x="75" y="677"/>
                  <a:pt x="80" y="682"/>
                </a:cubicBezTo>
                <a:cubicBezTo>
                  <a:pt x="93" y="713"/>
                  <a:pt x="99" y="721"/>
                  <a:pt x="102" y="730"/>
                </a:cubicBezTo>
                <a:cubicBezTo>
                  <a:pt x="168" y="818"/>
                  <a:pt x="173" y="816"/>
                  <a:pt x="176" y="821"/>
                </a:cubicBezTo>
                <a:cubicBezTo>
                  <a:pt x="206" y="868"/>
                  <a:pt x="208" y="871"/>
                  <a:pt x="210" y="875"/>
                </a:cubicBezTo>
                <a:cubicBezTo>
                  <a:pt x="237" y="926"/>
                  <a:pt x="238" y="934"/>
                  <a:pt x="240" y="942"/>
                </a:cubicBezTo>
                <a:cubicBezTo>
                  <a:pt x="254" y="974"/>
                  <a:pt x="251" y="976"/>
                  <a:pt x="252" y="978"/>
                </a:cubicBezTo>
                <a:cubicBezTo>
                  <a:pt x="244" y="978"/>
                  <a:pt x="245" y="972"/>
                  <a:pt x="245" y="965"/>
                </a:cubicBezTo>
                <a:cubicBezTo>
                  <a:pt x="220" y="909"/>
                  <a:pt x="215" y="897"/>
                  <a:pt x="207" y="885"/>
                </a:cubicBezTo>
                <a:cubicBezTo>
                  <a:pt x="195" y="866"/>
                  <a:pt x="195" y="864"/>
                  <a:pt x="193" y="865"/>
                </a:cubicBezTo>
                <a:cubicBezTo>
                  <a:pt x="179" y="855"/>
                  <a:pt x="185" y="844"/>
                  <a:pt x="180" y="848"/>
                </a:cubicBezTo>
                <a:cubicBezTo>
                  <a:pt x="148" y="807"/>
                  <a:pt x="140" y="795"/>
                  <a:pt x="131" y="783"/>
                </a:cubicBezTo>
                <a:cubicBezTo>
                  <a:pt x="118" y="762"/>
                  <a:pt x="110" y="755"/>
                  <a:pt x="106" y="749"/>
                </a:cubicBezTo>
                <a:cubicBezTo>
                  <a:pt x="80" y="696"/>
                  <a:pt x="80" y="694"/>
                  <a:pt x="80" y="692"/>
                </a:cubicBezTo>
                <a:cubicBezTo>
                  <a:pt x="71" y="664"/>
                  <a:pt x="69" y="658"/>
                  <a:pt x="65" y="661"/>
                </a:cubicBezTo>
                <a:cubicBezTo>
                  <a:pt x="71" y="688"/>
                  <a:pt x="73" y="693"/>
                  <a:pt x="76" y="697"/>
                </a:cubicBezTo>
                <a:cubicBezTo>
                  <a:pt x="113" y="772"/>
                  <a:pt x="120" y="781"/>
                  <a:pt x="125" y="789"/>
                </a:cubicBezTo>
                <a:cubicBezTo>
                  <a:pt x="135" y="803"/>
                  <a:pt x="136" y="809"/>
                  <a:pt x="140" y="813"/>
                </a:cubicBezTo>
                <a:cubicBezTo>
                  <a:pt x="178" y="859"/>
                  <a:pt x="181" y="858"/>
                  <a:pt x="179" y="860"/>
                </a:cubicBezTo>
                <a:cubicBezTo>
                  <a:pt x="193" y="881"/>
                  <a:pt x="195" y="882"/>
                  <a:pt x="198" y="889"/>
                </a:cubicBezTo>
                <a:cubicBezTo>
                  <a:pt x="227" y="944"/>
                  <a:pt x="231" y="952"/>
                  <a:pt x="235" y="961"/>
                </a:cubicBezTo>
                <a:cubicBezTo>
                  <a:pt x="244" y="999"/>
                  <a:pt x="243" y="1002"/>
                  <a:pt x="242" y="1005"/>
                </a:cubicBezTo>
                <a:cubicBezTo>
                  <a:pt x="238" y="996"/>
                  <a:pt x="233" y="991"/>
                  <a:pt x="234" y="988"/>
                </a:cubicBezTo>
                <a:cubicBezTo>
                  <a:pt x="225" y="962"/>
                  <a:pt x="224" y="959"/>
                  <a:pt x="222" y="957"/>
                </a:cubicBezTo>
                <a:cubicBezTo>
                  <a:pt x="210" y="930"/>
                  <a:pt x="207" y="921"/>
                  <a:pt x="204" y="912"/>
                </a:cubicBezTo>
                <a:cubicBezTo>
                  <a:pt x="190" y="898"/>
                  <a:pt x="190" y="892"/>
                  <a:pt x="189" y="891"/>
                </a:cubicBezTo>
                <a:cubicBezTo>
                  <a:pt x="171" y="869"/>
                  <a:pt x="172" y="868"/>
                  <a:pt x="171" y="866"/>
                </a:cubicBezTo>
                <a:cubicBezTo>
                  <a:pt x="166" y="860"/>
                  <a:pt x="165" y="861"/>
                  <a:pt x="164" y="859"/>
                </a:cubicBezTo>
                <a:cubicBezTo>
                  <a:pt x="156" y="850"/>
                  <a:pt x="152" y="845"/>
                  <a:pt x="148" y="841"/>
                </a:cubicBezTo>
                <a:cubicBezTo>
                  <a:pt x="65" y="711"/>
                  <a:pt x="53" y="694"/>
                  <a:pt x="50" y="678"/>
                </a:cubicBezTo>
                <a:cubicBezTo>
                  <a:pt x="50" y="701"/>
                  <a:pt x="55" y="704"/>
                  <a:pt x="53" y="706"/>
                </a:cubicBezTo>
                <a:cubicBezTo>
                  <a:pt x="169" y="875"/>
                  <a:pt x="172" y="884"/>
                  <a:pt x="197" y="919"/>
                </a:cubicBezTo>
                <a:cubicBezTo>
                  <a:pt x="218" y="976"/>
                  <a:pt x="221" y="979"/>
                  <a:pt x="224" y="983"/>
                </a:cubicBezTo>
                <a:cubicBezTo>
                  <a:pt x="228" y="1009"/>
                  <a:pt x="232" y="1014"/>
                  <a:pt x="228" y="1017"/>
                </a:cubicBezTo>
                <a:cubicBezTo>
                  <a:pt x="224" y="1004"/>
                  <a:pt x="219" y="996"/>
                  <a:pt x="221" y="990"/>
                </a:cubicBezTo>
                <a:cubicBezTo>
                  <a:pt x="201" y="949"/>
                  <a:pt x="198" y="938"/>
                  <a:pt x="196" y="934"/>
                </a:cubicBezTo>
                <a:cubicBezTo>
                  <a:pt x="166" y="892"/>
                  <a:pt x="165" y="887"/>
                  <a:pt x="163" y="885"/>
                </a:cubicBezTo>
                <a:cubicBezTo>
                  <a:pt x="129" y="843"/>
                  <a:pt x="120" y="840"/>
                  <a:pt x="115" y="826"/>
                </a:cubicBezTo>
                <a:cubicBezTo>
                  <a:pt x="95" y="810"/>
                  <a:pt x="100" y="803"/>
                  <a:pt x="95" y="801"/>
                </a:cubicBezTo>
                <a:cubicBezTo>
                  <a:pt x="58" y="746"/>
                  <a:pt x="61" y="750"/>
                  <a:pt x="63" y="753"/>
                </a:cubicBezTo>
                <a:cubicBezTo>
                  <a:pt x="73" y="778"/>
                  <a:pt x="76" y="782"/>
                  <a:pt x="79" y="786"/>
                </a:cubicBezTo>
                <a:cubicBezTo>
                  <a:pt x="96" y="817"/>
                  <a:pt x="95" y="817"/>
                  <a:pt x="101" y="826"/>
                </a:cubicBezTo>
                <a:cubicBezTo>
                  <a:pt x="112" y="844"/>
                  <a:pt x="119" y="843"/>
                  <a:pt x="118" y="851"/>
                </a:cubicBezTo>
                <a:cubicBezTo>
                  <a:pt x="187" y="941"/>
                  <a:pt x="193" y="948"/>
                  <a:pt x="198" y="955"/>
                </a:cubicBezTo>
                <a:cubicBezTo>
                  <a:pt x="206" y="972"/>
                  <a:pt x="204" y="974"/>
                  <a:pt x="206" y="976"/>
                </a:cubicBezTo>
                <a:cubicBezTo>
                  <a:pt x="210" y="996"/>
                  <a:pt x="210" y="999"/>
                  <a:pt x="212" y="1001"/>
                </a:cubicBezTo>
                <a:cubicBezTo>
                  <a:pt x="219" y="1030"/>
                  <a:pt x="221" y="1035"/>
                  <a:pt x="219" y="1038"/>
                </a:cubicBezTo>
                <a:cubicBezTo>
                  <a:pt x="213" y="1023"/>
                  <a:pt x="208" y="1019"/>
                  <a:pt x="207" y="1015"/>
                </a:cubicBezTo>
                <a:cubicBezTo>
                  <a:pt x="176" y="958"/>
                  <a:pt x="173" y="948"/>
                  <a:pt x="164" y="941"/>
                </a:cubicBezTo>
                <a:cubicBezTo>
                  <a:pt x="138" y="898"/>
                  <a:pt x="141" y="893"/>
                  <a:pt x="136" y="892"/>
                </a:cubicBezTo>
                <a:cubicBezTo>
                  <a:pt x="80" y="806"/>
                  <a:pt x="75" y="794"/>
                  <a:pt x="68" y="781"/>
                </a:cubicBezTo>
                <a:cubicBezTo>
                  <a:pt x="55" y="735"/>
                  <a:pt x="49" y="731"/>
                  <a:pt x="52" y="729"/>
                </a:cubicBezTo>
                <a:cubicBezTo>
                  <a:pt x="46" y="719"/>
                  <a:pt x="43" y="724"/>
                  <a:pt x="46" y="731"/>
                </a:cubicBezTo>
                <a:cubicBezTo>
                  <a:pt x="61" y="773"/>
                  <a:pt x="58" y="778"/>
                  <a:pt x="63" y="785"/>
                </a:cubicBezTo>
                <a:cubicBezTo>
                  <a:pt x="108" y="861"/>
                  <a:pt x="106" y="867"/>
                  <a:pt x="113" y="874"/>
                </a:cubicBezTo>
                <a:cubicBezTo>
                  <a:pt x="153" y="937"/>
                  <a:pt x="160" y="950"/>
                  <a:pt x="170" y="963"/>
                </a:cubicBezTo>
                <a:cubicBezTo>
                  <a:pt x="201" y="1018"/>
                  <a:pt x="197" y="1023"/>
                  <a:pt x="203" y="1030"/>
                </a:cubicBezTo>
                <a:cubicBezTo>
                  <a:pt x="212" y="1054"/>
                  <a:pt x="211" y="1060"/>
                  <a:pt x="215" y="1066"/>
                </a:cubicBezTo>
                <a:cubicBezTo>
                  <a:pt x="213" y="1076"/>
                  <a:pt x="211" y="1072"/>
                  <a:pt x="209" y="1068"/>
                </a:cubicBezTo>
                <a:cubicBezTo>
                  <a:pt x="192" y="1018"/>
                  <a:pt x="185" y="1004"/>
                  <a:pt x="179" y="986"/>
                </a:cubicBezTo>
                <a:cubicBezTo>
                  <a:pt x="167" y="965"/>
                  <a:pt x="163" y="959"/>
                  <a:pt x="162" y="959"/>
                </a:cubicBezTo>
                <a:cubicBezTo>
                  <a:pt x="150" y="943"/>
                  <a:pt x="146" y="939"/>
                  <a:pt x="143" y="936"/>
                </a:cubicBezTo>
                <a:cubicBezTo>
                  <a:pt x="94" y="874"/>
                  <a:pt x="79" y="852"/>
                  <a:pt x="64" y="833"/>
                </a:cubicBezTo>
                <a:cubicBezTo>
                  <a:pt x="39" y="757"/>
                  <a:pt x="29" y="752"/>
                  <a:pt x="35" y="749"/>
                </a:cubicBezTo>
                <a:cubicBezTo>
                  <a:pt x="29" y="755"/>
                  <a:pt x="31" y="759"/>
                  <a:pt x="33" y="763"/>
                </a:cubicBezTo>
                <a:cubicBezTo>
                  <a:pt x="44" y="793"/>
                  <a:pt x="39" y="799"/>
                  <a:pt x="45" y="807"/>
                </a:cubicBezTo>
                <a:cubicBezTo>
                  <a:pt x="89" y="874"/>
                  <a:pt x="113" y="915"/>
                  <a:pt x="129" y="931"/>
                </a:cubicBezTo>
                <a:cubicBezTo>
                  <a:pt x="153" y="967"/>
                  <a:pt x="164" y="977"/>
                  <a:pt x="170" y="987"/>
                </a:cubicBezTo>
                <a:cubicBezTo>
                  <a:pt x="186" y="1036"/>
                  <a:pt x="176" y="1025"/>
                  <a:pt x="171" y="1012"/>
                </a:cubicBezTo>
                <a:cubicBezTo>
                  <a:pt x="150" y="985"/>
                  <a:pt x="142" y="980"/>
                  <a:pt x="145" y="976"/>
                </a:cubicBezTo>
                <a:cubicBezTo>
                  <a:pt x="89" y="910"/>
                  <a:pt x="75" y="887"/>
                  <a:pt x="51" y="850"/>
                </a:cubicBezTo>
                <a:cubicBezTo>
                  <a:pt x="32" y="802"/>
                  <a:pt x="32" y="799"/>
                  <a:pt x="33" y="797"/>
                </a:cubicBezTo>
                <a:cubicBezTo>
                  <a:pt x="29" y="798"/>
                  <a:pt x="29" y="800"/>
                  <a:pt x="29" y="802"/>
                </a:cubicBezTo>
                <a:cubicBezTo>
                  <a:pt x="34" y="829"/>
                  <a:pt x="41" y="834"/>
                  <a:pt x="38" y="838"/>
                </a:cubicBezTo>
                <a:cubicBezTo>
                  <a:pt x="56" y="874"/>
                  <a:pt x="56" y="876"/>
                  <a:pt x="56" y="876"/>
                </a:cubicBezTo>
                <a:cubicBezTo>
                  <a:pt x="77" y="905"/>
                  <a:pt x="93" y="930"/>
                  <a:pt x="103" y="938"/>
                </a:cubicBezTo>
                <a:cubicBezTo>
                  <a:pt x="143" y="990"/>
                  <a:pt x="145" y="993"/>
                  <a:pt x="147" y="997"/>
                </a:cubicBezTo>
                <a:cubicBezTo>
                  <a:pt x="170" y="1023"/>
                  <a:pt x="170" y="1030"/>
                  <a:pt x="170" y="1032"/>
                </a:cubicBezTo>
                <a:cubicBezTo>
                  <a:pt x="192" y="1072"/>
                  <a:pt x="200" y="1081"/>
                  <a:pt x="202" y="1090"/>
                </a:cubicBezTo>
                <a:cubicBezTo>
                  <a:pt x="202" y="1098"/>
                  <a:pt x="196" y="1094"/>
                  <a:pt x="199" y="1092"/>
                </a:cubicBezTo>
                <a:cubicBezTo>
                  <a:pt x="171" y="1039"/>
                  <a:pt x="164" y="1029"/>
                  <a:pt x="160" y="1024"/>
                </a:cubicBezTo>
                <a:cubicBezTo>
                  <a:pt x="153" y="1014"/>
                  <a:pt x="150" y="1010"/>
                  <a:pt x="146" y="1005"/>
                </a:cubicBezTo>
                <a:cubicBezTo>
                  <a:pt x="40" y="864"/>
                  <a:pt x="36" y="858"/>
                  <a:pt x="31" y="852"/>
                </a:cubicBezTo>
                <a:cubicBezTo>
                  <a:pt x="22" y="845"/>
                  <a:pt x="25" y="854"/>
                  <a:pt x="29" y="863"/>
                </a:cubicBezTo>
                <a:cubicBezTo>
                  <a:pt x="50" y="911"/>
                  <a:pt x="48" y="916"/>
                  <a:pt x="54" y="922"/>
                </a:cubicBezTo>
                <a:cubicBezTo>
                  <a:pt x="84" y="967"/>
                  <a:pt x="81" y="972"/>
                  <a:pt x="86" y="972"/>
                </a:cubicBezTo>
                <a:cubicBezTo>
                  <a:pt x="97" y="985"/>
                  <a:pt x="95" y="988"/>
                  <a:pt x="95" y="988"/>
                </a:cubicBezTo>
                <a:cubicBezTo>
                  <a:pt x="134" y="1039"/>
                  <a:pt x="133" y="1041"/>
                  <a:pt x="134" y="1043"/>
                </a:cubicBezTo>
                <a:cubicBezTo>
                  <a:pt x="154" y="1066"/>
                  <a:pt x="152" y="1068"/>
                  <a:pt x="153" y="1069"/>
                </a:cubicBezTo>
                <a:cubicBezTo>
                  <a:pt x="163" y="1084"/>
                  <a:pt x="168" y="1094"/>
                  <a:pt x="176" y="1104"/>
                </a:cubicBezTo>
                <a:cubicBezTo>
                  <a:pt x="193" y="1150"/>
                  <a:pt x="191" y="1152"/>
                  <a:pt x="193" y="1155"/>
                </a:cubicBezTo>
                <a:cubicBezTo>
                  <a:pt x="174" y="1126"/>
                  <a:pt x="178" y="1120"/>
                  <a:pt x="173" y="1121"/>
                </a:cubicBezTo>
                <a:cubicBezTo>
                  <a:pt x="150" y="1085"/>
                  <a:pt x="146" y="1076"/>
                  <a:pt x="137" y="1068"/>
                </a:cubicBezTo>
                <a:cubicBezTo>
                  <a:pt x="122" y="1043"/>
                  <a:pt x="118" y="1038"/>
                  <a:pt x="116" y="1034"/>
                </a:cubicBezTo>
                <a:cubicBezTo>
                  <a:pt x="107" y="1023"/>
                  <a:pt x="105" y="1016"/>
                  <a:pt x="100" y="1009"/>
                </a:cubicBezTo>
                <a:cubicBezTo>
                  <a:pt x="90" y="998"/>
                  <a:pt x="92" y="997"/>
                  <a:pt x="89" y="997"/>
                </a:cubicBezTo>
                <a:cubicBezTo>
                  <a:pt x="85" y="986"/>
                  <a:pt x="82" y="987"/>
                  <a:pt x="82" y="987"/>
                </a:cubicBezTo>
                <a:cubicBezTo>
                  <a:pt x="53" y="952"/>
                  <a:pt x="52" y="942"/>
                  <a:pt x="49" y="942"/>
                </a:cubicBezTo>
                <a:cubicBezTo>
                  <a:pt x="31" y="899"/>
                  <a:pt x="22" y="894"/>
                  <a:pt x="26" y="890"/>
                </a:cubicBezTo>
                <a:cubicBezTo>
                  <a:pt x="40" y="944"/>
                  <a:pt x="46" y="951"/>
                  <a:pt x="50" y="957"/>
                </a:cubicBezTo>
                <a:cubicBezTo>
                  <a:pt x="55" y="964"/>
                  <a:pt x="54" y="966"/>
                  <a:pt x="55" y="967"/>
                </a:cubicBezTo>
                <a:cubicBezTo>
                  <a:pt x="62" y="976"/>
                  <a:pt x="63" y="974"/>
                  <a:pt x="64" y="976"/>
                </a:cubicBezTo>
                <a:cubicBezTo>
                  <a:pt x="71" y="991"/>
                  <a:pt x="75" y="992"/>
                  <a:pt x="75" y="992"/>
                </a:cubicBezTo>
                <a:cubicBezTo>
                  <a:pt x="87" y="1006"/>
                  <a:pt x="91" y="1013"/>
                  <a:pt x="94" y="1018"/>
                </a:cubicBezTo>
                <a:cubicBezTo>
                  <a:pt x="102" y="1029"/>
                  <a:pt x="101" y="1031"/>
                  <a:pt x="102" y="1032"/>
                </a:cubicBezTo>
                <a:cubicBezTo>
                  <a:pt x="136" y="1079"/>
                  <a:pt x="145" y="1091"/>
                  <a:pt x="153" y="1103"/>
                </a:cubicBezTo>
                <a:cubicBezTo>
                  <a:pt x="187" y="1163"/>
                  <a:pt x="182" y="1168"/>
                  <a:pt x="186" y="1173"/>
                </a:cubicBezTo>
                <a:cubicBezTo>
                  <a:pt x="178" y="1170"/>
                  <a:pt x="174" y="1167"/>
                  <a:pt x="173" y="1165"/>
                </a:cubicBezTo>
                <a:cubicBezTo>
                  <a:pt x="155" y="1142"/>
                  <a:pt x="146" y="1120"/>
                  <a:pt x="135" y="1111"/>
                </a:cubicBezTo>
                <a:cubicBezTo>
                  <a:pt x="110" y="1078"/>
                  <a:pt x="102" y="1080"/>
                  <a:pt x="106" y="1076"/>
                </a:cubicBezTo>
                <a:cubicBezTo>
                  <a:pt x="83" y="1057"/>
                  <a:pt x="75" y="1040"/>
                  <a:pt x="65" y="1032"/>
                </a:cubicBezTo>
                <a:cubicBezTo>
                  <a:pt x="32" y="978"/>
                  <a:pt x="31" y="976"/>
                  <a:pt x="24" y="965"/>
                </a:cubicBezTo>
                <a:cubicBezTo>
                  <a:pt x="9" y="949"/>
                  <a:pt x="15" y="952"/>
                  <a:pt x="15" y="957"/>
                </a:cubicBezTo>
                <a:cubicBezTo>
                  <a:pt x="47" y="1023"/>
                  <a:pt x="52" y="1028"/>
                  <a:pt x="57" y="1035"/>
                </a:cubicBezTo>
                <a:cubicBezTo>
                  <a:pt x="102" y="1083"/>
                  <a:pt x="107" y="1092"/>
                  <a:pt x="113" y="1095"/>
                </a:cubicBezTo>
                <a:cubicBezTo>
                  <a:pt x="149" y="1143"/>
                  <a:pt x="150" y="1151"/>
                  <a:pt x="154" y="1149"/>
                </a:cubicBezTo>
                <a:cubicBezTo>
                  <a:pt x="174" y="1202"/>
                  <a:pt x="185" y="1210"/>
                  <a:pt x="182" y="1215"/>
                </a:cubicBezTo>
                <a:cubicBezTo>
                  <a:pt x="168" y="1179"/>
                  <a:pt x="159" y="1180"/>
                  <a:pt x="162" y="1177"/>
                </a:cubicBezTo>
                <a:cubicBezTo>
                  <a:pt x="140" y="1153"/>
                  <a:pt x="142" y="1142"/>
                  <a:pt x="135" y="1136"/>
                </a:cubicBezTo>
                <a:cubicBezTo>
                  <a:pt x="98" y="1090"/>
                  <a:pt x="95" y="1086"/>
                  <a:pt x="92" y="1086"/>
                </a:cubicBezTo>
                <a:cubicBezTo>
                  <a:pt x="82" y="1073"/>
                  <a:pt x="82" y="1071"/>
                  <a:pt x="82" y="1069"/>
                </a:cubicBezTo>
                <a:cubicBezTo>
                  <a:pt x="44" y="1034"/>
                  <a:pt x="41" y="1030"/>
                  <a:pt x="39" y="1026"/>
                </a:cubicBezTo>
                <a:cubicBezTo>
                  <a:pt x="13" y="992"/>
                  <a:pt x="16" y="996"/>
                  <a:pt x="17" y="1000"/>
                </a:cubicBezTo>
                <a:cubicBezTo>
                  <a:pt x="48" y="1041"/>
                  <a:pt x="46" y="1053"/>
                  <a:pt x="55" y="1056"/>
                </a:cubicBezTo>
                <a:cubicBezTo>
                  <a:pt x="80" y="1083"/>
                  <a:pt x="81" y="1085"/>
                  <a:pt x="83" y="1087"/>
                </a:cubicBezTo>
                <a:cubicBezTo>
                  <a:pt x="89" y="1101"/>
                  <a:pt x="103" y="1099"/>
                  <a:pt x="97" y="1104"/>
                </a:cubicBezTo>
                <a:cubicBezTo>
                  <a:pt x="125" y="1140"/>
                  <a:pt x="131" y="1145"/>
                  <a:pt x="130" y="1149"/>
                </a:cubicBezTo>
                <a:cubicBezTo>
                  <a:pt x="93" y="1107"/>
                  <a:pt x="89" y="1106"/>
                  <a:pt x="86" y="1102"/>
                </a:cubicBezTo>
                <a:cubicBezTo>
                  <a:pt x="63" y="1079"/>
                  <a:pt x="59" y="1075"/>
                  <a:pt x="55" y="1073"/>
                </a:cubicBezTo>
                <a:cubicBezTo>
                  <a:pt x="0" y="1009"/>
                  <a:pt x="9" y="1016"/>
                  <a:pt x="8" y="1021"/>
                </a:cubicBezTo>
                <a:cubicBezTo>
                  <a:pt x="27" y="1050"/>
                  <a:pt x="29" y="1050"/>
                  <a:pt x="30" y="1052"/>
                </a:cubicBezTo>
                <a:cubicBezTo>
                  <a:pt x="33" y="1062"/>
                  <a:pt x="38" y="1060"/>
                  <a:pt x="41" y="1066"/>
                </a:cubicBezTo>
                <a:cubicBezTo>
                  <a:pt x="86" y="1110"/>
                  <a:pt x="90" y="1120"/>
                  <a:pt x="96" y="1122"/>
                </a:cubicBezTo>
                <a:cubicBezTo>
                  <a:pt x="118" y="1149"/>
                  <a:pt x="127" y="1163"/>
                  <a:pt x="137" y="1176"/>
                </a:cubicBezTo>
                <a:cubicBezTo>
                  <a:pt x="148" y="1204"/>
                  <a:pt x="162" y="1211"/>
                  <a:pt x="158" y="1215"/>
                </a:cubicBezTo>
                <a:cubicBezTo>
                  <a:pt x="165" y="1240"/>
                  <a:pt x="164" y="1234"/>
                  <a:pt x="163" y="1229"/>
                </a:cubicBezTo>
                <a:cubicBezTo>
                  <a:pt x="151" y="1205"/>
                  <a:pt x="144" y="1201"/>
                  <a:pt x="143" y="1199"/>
                </a:cubicBezTo>
                <a:cubicBezTo>
                  <a:pt x="118" y="1171"/>
                  <a:pt x="122" y="1166"/>
                  <a:pt x="116" y="1164"/>
                </a:cubicBezTo>
                <a:cubicBezTo>
                  <a:pt x="82" y="1123"/>
                  <a:pt x="68" y="1114"/>
                  <a:pt x="60" y="1107"/>
                </a:cubicBezTo>
                <a:cubicBezTo>
                  <a:pt x="19" y="1050"/>
                  <a:pt x="22" y="1042"/>
                  <a:pt x="13" y="1042"/>
                </a:cubicBezTo>
                <a:cubicBezTo>
                  <a:pt x="62" y="1117"/>
                  <a:pt x="74" y="1136"/>
                  <a:pt x="95" y="1152"/>
                </a:cubicBezTo>
                <a:cubicBezTo>
                  <a:pt x="135" y="1204"/>
                  <a:pt x="140" y="1211"/>
                  <a:pt x="145" y="1217"/>
                </a:cubicBezTo>
                <a:cubicBezTo>
                  <a:pt x="170" y="1269"/>
                  <a:pt x="166" y="1271"/>
                  <a:pt x="171" y="1274"/>
                </a:cubicBezTo>
                <a:cubicBezTo>
                  <a:pt x="178" y="1302"/>
                  <a:pt x="178" y="1304"/>
                  <a:pt x="177" y="1307"/>
                </a:cubicBezTo>
                <a:cubicBezTo>
                  <a:pt x="169" y="1297"/>
                  <a:pt x="173" y="1295"/>
                  <a:pt x="168" y="1291"/>
                </a:cubicBezTo>
                <a:cubicBezTo>
                  <a:pt x="133" y="1236"/>
                  <a:pt x="128" y="1228"/>
                  <a:pt x="116" y="1208"/>
                </a:cubicBezTo>
                <a:cubicBezTo>
                  <a:pt x="41" y="1115"/>
                  <a:pt x="40" y="1112"/>
                  <a:pt x="37" y="1109"/>
                </a:cubicBezTo>
                <a:cubicBezTo>
                  <a:pt x="25" y="1086"/>
                  <a:pt x="30" y="1079"/>
                  <a:pt x="24" y="1081"/>
                </a:cubicBezTo>
                <a:cubicBezTo>
                  <a:pt x="59" y="1159"/>
                  <a:pt x="64" y="1161"/>
                  <a:pt x="69" y="1166"/>
                </a:cubicBezTo>
                <a:cubicBezTo>
                  <a:pt x="116" y="1220"/>
                  <a:pt x="123" y="1241"/>
                  <a:pt x="133" y="1245"/>
                </a:cubicBezTo>
                <a:cubicBezTo>
                  <a:pt x="146" y="1275"/>
                  <a:pt x="149" y="1274"/>
                  <a:pt x="153" y="1283"/>
                </a:cubicBezTo>
                <a:cubicBezTo>
                  <a:pt x="167" y="1322"/>
                  <a:pt x="173" y="1328"/>
                  <a:pt x="172" y="1333"/>
                </a:cubicBezTo>
                <a:cubicBezTo>
                  <a:pt x="172" y="1344"/>
                  <a:pt x="171" y="1342"/>
                  <a:pt x="167" y="1341"/>
                </a:cubicBezTo>
                <a:cubicBezTo>
                  <a:pt x="163" y="1322"/>
                  <a:pt x="155" y="1318"/>
                  <a:pt x="159" y="1315"/>
                </a:cubicBezTo>
                <a:cubicBezTo>
                  <a:pt x="128" y="1261"/>
                  <a:pt x="129" y="1259"/>
                  <a:pt x="117" y="1247"/>
                </a:cubicBezTo>
                <a:cubicBezTo>
                  <a:pt x="67" y="1189"/>
                  <a:pt x="67" y="1186"/>
                  <a:pt x="62" y="1181"/>
                </a:cubicBezTo>
                <a:cubicBezTo>
                  <a:pt x="50" y="1165"/>
                  <a:pt x="47" y="1166"/>
                  <a:pt x="49" y="1163"/>
                </a:cubicBezTo>
                <a:cubicBezTo>
                  <a:pt x="12" y="1111"/>
                  <a:pt x="15" y="1107"/>
                  <a:pt x="9" y="1101"/>
                </a:cubicBezTo>
                <a:cubicBezTo>
                  <a:pt x="13" y="1122"/>
                  <a:pt x="19" y="1126"/>
                  <a:pt x="16" y="1128"/>
                </a:cubicBezTo>
                <a:cubicBezTo>
                  <a:pt x="47" y="1180"/>
                  <a:pt x="52" y="1178"/>
                  <a:pt x="54" y="1184"/>
                </a:cubicBezTo>
                <a:cubicBezTo>
                  <a:pt x="108" y="1249"/>
                  <a:pt x="110" y="1258"/>
                  <a:pt x="114" y="1257"/>
                </a:cubicBezTo>
                <a:cubicBezTo>
                  <a:pt x="108" y="1251"/>
                  <a:pt x="101" y="1249"/>
                  <a:pt x="97" y="1247"/>
                </a:cubicBezTo>
                <a:cubicBezTo>
                  <a:pt x="70" y="1217"/>
                  <a:pt x="67" y="1206"/>
                  <a:pt x="63" y="1203"/>
                </a:cubicBezTo>
                <a:cubicBezTo>
                  <a:pt x="43" y="1184"/>
                  <a:pt x="42" y="1180"/>
                  <a:pt x="40" y="1177"/>
                </a:cubicBezTo>
                <a:cubicBezTo>
                  <a:pt x="2" y="1139"/>
                  <a:pt x="9" y="1144"/>
                  <a:pt x="8" y="1147"/>
                </a:cubicBezTo>
                <a:cubicBezTo>
                  <a:pt x="31" y="1180"/>
                  <a:pt x="28" y="1183"/>
                  <a:pt x="34" y="1187"/>
                </a:cubicBezTo>
                <a:cubicBezTo>
                  <a:pt x="104" y="1266"/>
                  <a:pt x="106" y="1270"/>
                  <a:pt x="109" y="1273"/>
                </a:cubicBezTo>
                <a:cubicBezTo>
                  <a:pt x="130" y="1308"/>
                  <a:pt x="136" y="1314"/>
                  <a:pt x="138" y="1320"/>
                </a:cubicBezTo>
                <a:cubicBezTo>
                  <a:pt x="148" y="1353"/>
                  <a:pt x="160" y="1358"/>
                  <a:pt x="154" y="1360"/>
                </a:cubicBezTo>
                <a:cubicBezTo>
                  <a:pt x="143" y="1349"/>
                  <a:pt x="143" y="1342"/>
                  <a:pt x="136" y="1334"/>
                </a:cubicBezTo>
                <a:cubicBezTo>
                  <a:pt x="102" y="1286"/>
                  <a:pt x="93" y="1279"/>
                  <a:pt x="95" y="1275"/>
                </a:cubicBezTo>
                <a:cubicBezTo>
                  <a:pt x="30" y="1202"/>
                  <a:pt x="24" y="1194"/>
                  <a:pt x="18" y="1185"/>
                </a:cubicBezTo>
                <a:cubicBezTo>
                  <a:pt x="17" y="1202"/>
                  <a:pt x="20" y="1204"/>
                  <a:pt x="22" y="1205"/>
                </a:cubicBezTo>
                <a:cubicBezTo>
                  <a:pt x="28" y="1233"/>
                  <a:pt x="31" y="1245"/>
                  <a:pt x="36" y="1247"/>
                </a:cubicBezTo>
                <a:cubicBezTo>
                  <a:pt x="44" y="1265"/>
                  <a:pt x="42" y="1268"/>
                  <a:pt x="45" y="1267"/>
                </a:cubicBezTo>
                <a:cubicBezTo>
                  <a:pt x="78" y="1315"/>
                  <a:pt x="77" y="1317"/>
                  <a:pt x="84" y="1325"/>
                </a:cubicBezTo>
                <a:cubicBezTo>
                  <a:pt x="106" y="1353"/>
                  <a:pt x="114" y="1357"/>
                  <a:pt x="107" y="1360"/>
                </a:cubicBezTo>
                <a:cubicBezTo>
                  <a:pt x="74" y="1315"/>
                  <a:pt x="69" y="1314"/>
                  <a:pt x="66" y="1306"/>
                </a:cubicBezTo>
                <a:cubicBezTo>
                  <a:pt x="42" y="1273"/>
                  <a:pt x="39" y="1262"/>
                  <a:pt x="33" y="1256"/>
                </a:cubicBezTo>
                <a:cubicBezTo>
                  <a:pt x="26" y="1249"/>
                  <a:pt x="31" y="1241"/>
                  <a:pt x="27" y="1238"/>
                </a:cubicBezTo>
                <a:cubicBezTo>
                  <a:pt x="23" y="1255"/>
                  <a:pt x="30" y="1264"/>
                  <a:pt x="33" y="1273"/>
                </a:cubicBezTo>
                <a:cubicBezTo>
                  <a:pt x="72" y="1327"/>
                  <a:pt x="77" y="1337"/>
                  <a:pt x="86" y="1343"/>
                </a:cubicBezTo>
                <a:cubicBezTo>
                  <a:pt x="91" y="1356"/>
                  <a:pt x="95" y="1356"/>
                  <a:pt x="95" y="1356"/>
                </a:cubicBezTo>
                <a:cubicBezTo>
                  <a:pt x="113" y="1378"/>
                  <a:pt x="122" y="1391"/>
                  <a:pt x="131" y="1399"/>
                </a:cubicBezTo>
                <a:cubicBezTo>
                  <a:pt x="141" y="1414"/>
                  <a:pt x="144" y="1416"/>
                  <a:pt x="146" y="1420"/>
                </a:cubicBezTo>
                <a:cubicBezTo>
                  <a:pt x="142" y="1419"/>
                  <a:pt x="139" y="1422"/>
                  <a:pt x="137" y="1417"/>
                </a:cubicBezTo>
                <a:cubicBezTo>
                  <a:pt x="104" y="1393"/>
                  <a:pt x="99" y="1389"/>
                  <a:pt x="94" y="1389"/>
                </a:cubicBezTo>
                <a:cubicBezTo>
                  <a:pt x="39" y="1357"/>
                  <a:pt x="44" y="1357"/>
                  <a:pt x="47" y="1361"/>
                </a:cubicBezTo>
                <a:cubicBezTo>
                  <a:pt x="73" y="1381"/>
                  <a:pt x="77" y="1386"/>
                  <a:pt x="82" y="1385"/>
                </a:cubicBezTo>
                <a:cubicBezTo>
                  <a:pt x="123" y="1414"/>
                  <a:pt x="127" y="1423"/>
                  <a:pt x="131" y="1423"/>
                </a:cubicBezTo>
                <a:cubicBezTo>
                  <a:pt x="163" y="1460"/>
                  <a:pt x="167" y="1459"/>
                  <a:pt x="169" y="1462"/>
                </a:cubicBezTo>
                <a:cubicBezTo>
                  <a:pt x="183" y="1480"/>
                  <a:pt x="180" y="1489"/>
                  <a:pt x="185" y="1495"/>
                </a:cubicBezTo>
                <a:cubicBezTo>
                  <a:pt x="198" y="1470"/>
                  <a:pt x="199" y="1467"/>
                  <a:pt x="200" y="1465"/>
                </a:cubicBezTo>
                <a:cubicBezTo>
                  <a:pt x="239" y="1447"/>
                  <a:pt x="243" y="1445"/>
                  <a:pt x="246" y="1443"/>
                </a:cubicBezTo>
                <a:cubicBezTo>
                  <a:pt x="237" y="1440"/>
                  <a:pt x="233" y="1441"/>
                  <a:pt x="230" y="1441"/>
                </a:cubicBezTo>
                <a:cubicBezTo>
                  <a:pt x="214" y="1443"/>
                  <a:pt x="212" y="1436"/>
                  <a:pt x="217" y="1430"/>
                </a:cubicBezTo>
                <a:cubicBezTo>
                  <a:pt x="295" y="1389"/>
                  <a:pt x="303" y="1382"/>
                  <a:pt x="310" y="1385"/>
                </a:cubicBezTo>
                <a:cubicBezTo>
                  <a:pt x="381" y="1375"/>
                  <a:pt x="383" y="1379"/>
                  <a:pt x="388" y="1373"/>
                </a:cubicBezTo>
                <a:cubicBezTo>
                  <a:pt x="426" y="1368"/>
                  <a:pt x="430" y="1366"/>
                  <a:pt x="433" y="1365"/>
                </a:cubicBezTo>
                <a:cubicBezTo>
                  <a:pt x="449" y="1360"/>
                  <a:pt x="453" y="1363"/>
                  <a:pt x="457" y="1358"/>
                </a:cubicBezTo>
                <a:cubicBezTo>
                  <a:pt x="441" y="1356"/>
                  <a:pt x="440" y="1359"/>
                  <a:pt x="438" y="1359"/>
                </a:cubicBezTo>
                <a:cubicBezTo>
                  <a:pt x="426" y="1362"/>
                  <a:pt x="425" y="1358"/>
                  <a:pt x="421" y="1362"/>
                </a:cubicBezTo>
                <a:cubicBezTo>
                  <a:pt x="371" y="1366"/>
                  <a:pt x="364" y="1369"/>
                  <a:pt x="357" y="1369"/>
                </a:cubicBezTo>
                <a:cubicBezTo>
                  <a:pt x="338" y="1375"/>
                  <a:pt x="337" y="1371"/>
                  <a:pt x="335" y="1372"/>
                </a:cubicBezTo>
                <a:cubicBezTo>
                  <a:pt x="307" y="1376"/>
                  <a:pt x="306" y="1372"/>
                  <a:pt x="303" y="1376"/>
                </a:cubicBezTo>
                <a:cubicBezTo>
                  <a:pt x="270" y="1383"/>
                  <a:pt x="263" y="1389"/>
                  <a:pt x="258" y="1388"/>
                </a:cubicBezTo>
                <a:cubicBezTo>
                  <a:pt x="202" y="1433"/>
                  <a:pt x="200" y="1437"/>
                  <a:pt x="196" y="1441"/>
                </a:cubicBezTo>
                <a:cubicBezTo>
                  <a:pt x="185" y="1441"/>
                  <a:pt x="190" y="1433"/>
                  <a:pt x="197" y="1425"/>
                </a:cubicBezTo>
                <a:cubicBezTo>
                  <a:pt x="279" y="1366"/>
                  <a:pt x="282" y="1364"/>
                  <a:pt x="284" y="1362"/>
                </a:cubicBezTo>
                <a:cubicBezTo>
                  <a:pt x="315" y="1356"/>
                  <a:pt x="324" y="1356"/>
                  <a:pt x="334" y="1353"/>
                </a:cubicBezTo>
                <a:cubicBezTo>
                  <a:pt x="381" y="1350"/>
                  <a:pt x="385" y="1350"/>
                  <a:pt x="390" y="1350"/>
                </a:cubicBezTo>
                <a:cubicBezTo>
                  <a:pt x="436" y="1341"/>
                  <a:pt x="441" y="1339"/>
                  <a:pt x="446" y="1339"/>
                </a:cubicBezTo>
                <a:cubicBezTo>
                  <a:pt x="489" y="1324"/>
                  <a:pt x="486" y="1320"/>
                  <a:pt x="481" y="1326"/>
                </a:cubicBezTo>
                <a:cubicBezTo>
                  <a:pt x="445" y="1330"/>
                  <a:pt x="442" y="1333"/>
                  <a:pt x="438" y="1335"/>
                </a:cubicBezTo>
                <a:cubicBezTo>
                  <a:pt x="414" y="1334"/>
                  <a:pt x="409" y="1345"/>
                  <a:pt x="406" y="1338"/>
                </a:cubicBezTo>
                <a:cubicBezTo>
                  <a:pt x="436" y="1330"/>
                  <a:pt x="444" y="1327"/>
                  <a:pt x="451" y="1328"/>
                </a:cubicBezTo>
                <a:cubicBezTo>
                  <a:pt x="502" y="1292"/>
                  <a:pt x="500" y="1297"/>
                  <a:pt x="495" y="1301"/>
                </a:cubicBezTo>
                <a:cubicBezTo>
                  <a:pt x="463" y="1311"/>
                  <a:pt x="458" y="1319"/>
                  <a:pt x="455" y="1320"/>
                </a:cubicBezTo>
                <a:cubicBezTo>
                  <a:pt x="410" y="1329"/>
                  <a:pt x="405" y="1329"/>
                  <a:pt x="400" y="1333"/>
                </a:cubicBezTo>
                <a:cubicBezTo>
                  <a:pt x="380" y="1333"/>
                  <a:pt x="378" y="1331"/>
                  <a:pt x="376" y="1333"/>
                </a:cubicBezTo>
                <a:cubicBezTo>
                  <a:pt x="356" y="1334"/>
                  <a:pt x="353" y="1333"/>
                  <a:pt x="355" y="1331"/>
                </a:cubicBezTo>
                <a:cubicBezTo>
                  <a:pt x="400" y="1320"/>
                  <a:pt x="402" y="1322"/>
                  <a:pt x="405" y="1319"/>
                </a:cubicBezTo>
                <a:cubicBezTo>
                  <a:pt x="429" y="1309"/>
                  <a:pt x="438" y="1305"/>
                  <a:pt x="450" y="1297"/>
                </a:cubicBezTo>
                <a:cubicBezTo>
                  <a:pt x="498" y="1254"/>
                  <a:pt x="508" y="1256"/>
                  <a:pt x="503" y="1248"/>
                </a:cubicBezTo>
                <a:cubicBezTo>
                  <a:pt x="391" y="1316"/>
                  <a:pt x="387" y="1317"/>
                  <a:pt x="384" y="1317"/>
                </a:cubicBezTo>
                <a:cubicBezTo>
                  <a:pt x="365" y="1320"/>
                  <a:pt x="363" y="1321"/>
                  <a:pt x="360" y="1322"/>
                </a:cubicBezTo>
                <a:cubicBezTo>
                  <a:pt x="345" y="1324"/>
                  <a:pt x="344" y="1319"/>
                  <a:pt x="342" y="1323"/>
                </a:cubicBezTo>
                <a:cubicBezTo>
                  <a:pt x="303" y="1328"/>
                  <a:pt x="296" y="1326"/>
                  <a:pt x="290" y="1326"/>
                </a:cubicBezTo>
                <a:cubicBezTo>
                  <a:pt x="244" y="1332"/>
                  <a:pt x="240" y="1335"/>
                  <a:pt x="237" y="1335"/>
                </a:cubicBezTo>
                <a:cubicBezTo>
                  <a:pt x="200" y="1351"/>
                  <a:pt x="199" y="1362"/>
                  <a:pt x="193" y="1356"/>
                </a:cubicBezTo>
                <a:cubicBezTo>
                  <a:pt x="222" y="1332"/>
                  <a:pt x="227" y="1334"/>
                  <a:pt x="232" y="1328"/>
                </a:cubicBezTo>
                <a:cubicBezTo>
                  <a:pt x="257" y="1323"/>
                  <a:pt x="260" y="1322"/>
                  <a:pt x="262" y="1322"/>
                </a:cubicBezTo>
                <a:cubicBezTo>
                  <a:pt x="340" y="1309"/>
                  <a:pt x="350" y="1304"/>
                  <a:pt x="360" y="1305"/>
                </a:cubicBezTo>
                <a:cubicBezTo>
                  <a:pt x="414" y="1282"/>
                  <a:pt x="428" y="1278"/>
                  <a:pt x="443" y="1270"/>
                </a:cubicBezTo>
                <a:cubicBezTo>
                  <a:pt x="485" y="1238"/>
                  <a:pt x="488" y="1241"/>
                  <a:pt x="493" y="1236"/>
                </a:cubicBezTo>
                <a:cubicBezTo>
                  <a:pt x="503" y="1226"/>
                  <a:pt x="507" y="1224"/>
                  <a:pt x="512" y="1220"/>
                </a:cubicBezTo>
                <a:cubicBezTo>
                  <a:pt x="513" y="1206"/>
                  <a:pt x="509" y="1214"/>
                  <a:pt x="502" y="1222"/>
                </a:cubicBezTo>
                <a:cubicBezTo>
                  <a:pt x="460" y="1250"/>
                  <a:pt x="445" y="1261"/>
                  <a:pt x="435" y="1266"/>
                </a:cubicBezTo>
                <a:cubicBezTo>
                  <a:pt x="399" y="1282"/>
                  <a:pt x="395" y="1285"/>
                  <a:pt x="392" y="1284"/>
                </a:cubicBezTo>
                <a:cubicBezTo>
                  <a:pt x="323" y="1300"/>
                  <a:pt x="316" y="1303"/>
                  <a:pt x="308" y="1308"/>
                </a:cubicBezTo>
                <a:cubicBezTo>
                  <a:pt x="286" y="1307"/>
                  <a:pt x="284" y="1307"/>
                  <a:pt x="281" y="1308"/>
                </a:cubicBezTo>
                <a:cubicBezTo>
                  <a:pt x="265" y="1315"/>
                  <a:pt x="263" y="1313"/>
                  <a:pt x="260" y="1316"/>
                </a:cubicBezTo>
                <a:cubicBezTo>
                  <a:pt x="276" y="1302"/>
                  <a:pt x="278" y="1307"/>
                  <a:pt x="282" y="1305"/>
                </a:cubicBezTo>
                <a:cubicBezTo>
                  <a:pt x="318" y="1297"/>
                  <a:pt x="324" y="1295"/>
                  <a:pt x="330" y="1297"/>
                </a:cubicBezTo>
                <a:cubicBezTo>
                  <a:pt x="385" y="1284"/>
                  <a:pt x="390" y="1272"/>
                  <a:pt x="392" y="1277"/>
                </a:cubicBezTo>
                <a:cubicBezTo>
                  <a:pt x="458" y="1239"/>
                  <a:pt x="469" y="1229"/>
                  <a:pt x="477" y="1218"/>
                </a:cubicBezTo>
                <a:cubicBezTo>
                  <a:pt x="489" y="1197"/>
                  <a:pt x="479" y="1209"/>
                  <a:pt x="469" y="1221"/>
                </a:cubicBezTo>
                <a:cubicBezTo>
                  <a:pt x="433" y="1250"/>
                  <a:pt x="428" y="1253"/>
                  <a:pt x="424" y="1257"/>
                </a:cubicBezTo>
                <a:cubicBezTo>
                  <a:pt x="379" y="1272"/>
                  <a:pt x="373" y="1275"/>
                  <a:pt x="368" y="1275"/>
                </a:cubicBezTo>
                <a:cubicBezTo>
                  <a:pt x="317" y="1286"/>
                  <a:pt x="313" y="1290"/>
                  <a:pt x="308" y="1294"/>
                </a:cubicBezTo>
                <a:cubicBezTo>
                  <a:pt x="276" y="1296"/>
                  <a:pt x="268" y="1298"/>
                  <a:pt x="259" y="1301"/>
                </a:cubicBezTo>
                <a:cubicBezTo>
                  <a:pt x="226" y="1315"/>
                  <a:pt x="218" y="1314"/>
                  <a:pt x="210" y="1318"/>
                </a:cubicBezTo>
                <a:cubicBezTo>
                  <a:pt x="188" y="1324"/>
                  <a:pt x="198" y="1326"/>
                  <a:pt x="196" y="1323"/>
                </a:cubicBezTo>
                <a:cubicBezTo>
                  <a:pt x="245" y="1292"/>
                  <a:pt x="250" y="1296"/>
                  <a:pt x="257" y="1291"/>
                </a:cubicBezTo>
                <a:cubicBezTo>
                  <a:pt x="286" y="1281"/>
                  <a:pt x="297" y="1283"/>
                  <a:pt x="309" y="1278"/>
                </a:cubicBezTo>
                <a:cubicBezTo>
                  <a:pt x="360" y="1270"/>
                  <a:pt x="377" y="1254"/>
                  <a:pt x="392" y="1257"/>
                </a:cubicBezTo>
                <a:cubicBezTo>
                  <a:pt x="464" y="1216"/>
                  <a:pt x="478" y="1201"/>
                  <a:pt x="492" y="1188"/>
                </a:cubicBezTo>
                <a:cubicBezTo>
                  <a:pt x="510" y="1153"/>
                  <a:pt x="511" y="1156"/>
                  <a:pt x="505" y="1158"/>
                </a:cubicBezTo>
                <a:cubicBezTo>
                  <a:pt x="490" y="1176"/>
                  <a:pt x="487" y="1180"/>
                  <a:pt x="487" y="1184"/>
                </a:cubicBezTo>
                <a:cubicBezTo>
                  <a:pt x="443" y="1223"/>
                  <a:pt x="444" y="1226"/>
                  <a:pt x="442" y="1224"/>
                </a:cubicBezTo>
                <a:cubicBezTo>
                  <a:pt x="413" y="1237"/>
                  <a:pt x="407" y="1243"/>
                  <a:pt x="403" y="1242"/>
                </a:cubicBezTo>
                <a:cubicBezTo>
                  <a:pt x="325" y="1267"/>
                  <a:pt x="322" y="1265"/>
                  <a:pt x="318" y="1267"/>
                </a:cubicBezTo>
                <a:cubicBezTo>
                  <a:pt x="273" y="1273"/>
                  <a:pt x="263" y="1283"/>
                  <a:pt x="256" y="1279"/>
                </a:cubicBezTo>
                <a:cubicBezTo>
                  <a:pt x="295" y="1265"/>
                  <a:pt x="305" y="1261"/>
                  <a:pt x="314" y="1262"/>
                </a:cubicBezTo>
                <a:cubicBezTo>
                  <a:pt x="363" y="1241"/>
                  <a:pt x="375" y="1239"/>
                  <a:pt x="387" y="1234"/>
                </a:cubicBezTo>
                <a:cubicBezTo>
                  <a:pt x="479" y="1164"/>
                  <a:pt x="483" y="1161"/>
                  <a:pt x="485" y="1158"/>
                </a:cubicBezTo>
                <a:cubicBezTo>
                  <a:pt x="512" y="1124"/>
                  <a:pt x="513" y="1117"/>
                  <a:pt x="520" y="1111"/>
                </a:cubicBezTo>
                <a:cubicBezTo>
                  <a:pt x="509" y="1116"/>
                  <a:pt x="505" y="1120"/>
                  <a:pt x="502" y="1124"/>
                </a:cubicBezTo>
                <a:cubicBezTo>
                  <a:pt x="478" y="1160"/>
                  <a:pt x="470" y="1160"/>
                  <a:pt x="471" y="1166"/>
                </a:cubicBezTo>
                <a:cubicBezTo>
                  <a:pt x="431" y="1191"/>
                  <a:pt x="426" y="1200"/>
                  <a:pt x="421" y="1202"/>
                </a:cubicBezTo>
                <a:cubicBezTo>
                  <a:pt x="378" y="1227"/>
                  <a:pt x="371" y="1230"/>
                  <a:pt x="363" y="1234"/>
                </a:cubicBezTo>
                <a:cubicBezTo>
                  <a:pt x="322" y="1251"/>
                  <a:pt x="307" y="1250"/>
                  <a:pt x="290" y="1259"/>
                </a:cubicBezTo>
                <a:cubicBezTo>
                  <a:pt x="246" y="1271"/>
                  <a:pt x="237" y="1279"/>
                  <a:pt x="231" y="1275"/>
                </a:cubicBezTo>
                <a:cubicBezTo>
                  <a:pt x="290" y="1254"/>
                  <a:pt x="296" y="1241"/>
                  <a:pt x="298" y="1246"/>
                </a:cubicBezTo>
                <a:cubicBezTo>
                  <a:pt x="362" y="1221"/>
                  <a:pt x="377" y="1211"/>
                  <a:pt x="391" y="1204"/>
                </a:cubicBezTo>
                <a:cubicBezTo>
                  <a:pt x="515" y="1103"/>
                  <a:pt x="512" y="1098"/>
                  <a:pt x="518" y="1095"/>
                </a:cubicBezTo>
                <a:cubicBezTo>
                  <a:pt x="532" y="1075"/>
                  <a:pt x="536" y="1073"/>
                  <a:pt x="535" y="1071"/>
                </a:cubicBezTo>
                <a:cubicBezTo>
                  <a:pt x="539" y="1064"/>
                  <a:pt x="536" y="1067"/>
                  <a:pt x="532" y="1070"/>
                </a:cubicBezTo>
                <a:cubicBezTo>
                  <a:pt x="497" y="1109"/>
                  <a:pt x="495" y="1119"/>
                  <a:pt x="485" y="1121"/>
                </a:cubicBezTo>
                <a:cubicBezTo>
                  <a:pt x="453" y="1152"/>
                  <a:pt x="442" y="1160"/>
                  <a:pt x="431" y="1168"/>
                </a:cubicBezTo>
                <a:cubicBezTo>
                  <a:pt x="397" y="1193"/>
                  <a:pt x="389" y="1191"/>
                  <a:pt x="388" y="1197"/>
                </a:cubicBezTo>
                <a:cubicBezTo>
                  <a:pt x="367" y="1206"/>
                  <a:pt x="360" y="1215"/>
                  <a:pt x="356" y="1210"/>
                </a:cubicBezTo>
                <a:cubicBezTo>
                  <a:pt x="315" y="1230"/>
                  <a:pt x="305" y="1233"/>
                  <a:pt x="294" y="1240"/>
                </a:cubicBezTo>
                <a:cubicBezTo>
                  <a:pt x="262" y="1252"/>
                  <a:pt x="260" y="1251"/>
                  <a:pt x="257" y="1254"/>
                </a:cubicBezTo>
                <a:cubicBezTo>
                  <a:pt x="237" y="1263"/>
                  <a:pt x="233" y="1265"/>
                  <a:pt x="229" y="1267"/>
                </a:cubicBezTo>
                <a:cubicBezTo>
                  <a:pt x="218" y="1271"/>
                  <a:pt x="214" y="1278"/>
                  <a:pt x="211" y="1275"/>
                </a:cubicBezTo>
                <a:cubicBezTo>
                  <a:pt x="241" y="1245"/>
                  <a:pt x="262" y="1234"/>
                  <a:pt x="291" y="1222"/>
                </a:cubicBezTo>
                <a:cubicBezTo>
                  <a:pt x="352" y="1187"/>
                  <a:pt x="356" y="1194"/>
                  <a:pt x="360" y="1189"/>
                </a:cubicBezTo>
                <a:cubicBezTo>
                  <a:pt x="397" y="1173"/>
                  <a:pt x="401" y="1169"/>
                  <a:pt x="405" y="1169"/>
                </a:cubicBezTo>
                <a:cubicBezTo>
                  <a:pt x="461" y="1128"/>
                  <a:pt x="482" y="1115"/>
                  <a:pt x="495" y="1100"/>
                </a:cubicBezTo>
                <a:cubicBezTo>
                  <a:pt x="532" y="1063"/>
                  <a:pt x="536" y="1059"/>
                  <a:pt x="536" y="1055"/>
                </a:cubicBezTo>
                <a:cubicBezTo>
                  <a:pt x="492" y="1093"/>
                  <a:pt x="491" y="1097"/>
                  <a:pt x="486" y="1101"/>
                </a:cubicBezTo>
                <a:cubicBezTo>
                  <a:pt x="470" y="1111"/>
                  <a:pt x="468" y="1118"/>
                  <a:pt x="461" y="1121"/>
                </a:cubicBezTo>
                <a:cubicBezTo>
                  <a:pt x="441" y="1135"/>
                  <a:pt x="439" y="1138"/>
                  <a:pt x="438" y="1141"/>
                </a:cubicBezTo>
                <a:cubicBezTo>
                  <a:pt x="395" y="1165"/>
                  <a:pt x="389" y="1166"/>
                  <a:pt x="384" y="1167"/>
                </a:cubicBezTo>
                <a:cubicBezTo>
                  <a:pt x="366" y="1175"/>
                  <a:pt x="360" y="1181"/>
                  <a:pt x="354" y="1181"/>
                </a:cubicBezTo>
                <a:cubicBezTo>
                  <a:pt x="336" y="1190"/>
                  <a:pt x="330" y="1193"/>
                  <a:pt x="324" y="1196"/>
                </a:cubicBezTo>
                <a:cubicBezTo>
                  <a:pt x="289" y="1212"/>
                  <a:pt x="274" y="1219"/>
                  <a:pt x="259" y="1226"/>
                </a:cubicBezTo>
                <a:cubicBezTo>
                  <a:pt x="235" y="1240"/>
                  <a:pt x="227" y="1244"/>
                  <a:pt x="224" y="1249"/>
                </a:cubicBezTo>
                <a:cubicBezTo>
                  <a:pt x="202" y="1270"/>
                  <a:pt x="193" y="1272"/>
                  <a:pt x="192" y="1269"/>
                </a:cubicBezTo>
                <a:cubicBezTo>
                  <a:pt x="215" y="1249"/>
                  <a:pt x="212" y="1245"/>
                  <a:pt x="217" y="1243"/>
                </a:cubicBezTo>
                <a:cubicBezTo>
                  <a:pt x="243" y="1226"/>
                  <a:pt x="244" y="1223"/>
                  <a:pt x="250" y="1220"/>
                </a:cubicBezTo>
                <a:cubicBezTo>
                  <a:pt x="326" y="1181"/>
                  <a:pt x="340" y="1175"/>
                  <a:pt x="358" y="1169"/>
                </a:cubicBezTo>
                <a:cubicBezTo>
                  <a:pt x="494" y="1080"/>
                  <a:pt x="512" y="1077"/>
                  <a:pt x="512" y="1063"/>
                </a:cubicBezTo>
                <a:cubicBezTo>
                  <a:pt x="460" y="1106"/>
                  <a:pt x="454" y="1105"/>
                  <a:pt x="447" y="1112"/>
                </a:cubicBezTo>
                <a:cubicBezTo>
                  <a:pt x="401" y="1139"/>
                  <a:pt x="397" y="1141"/>
                  <a:pt x="392" y="1144"/>
                </a:cubicBezTo>
                <a:cubicBezTo>
                  <a:pt x="299" y="1182"/>
                  <a:pt x="278" y="1194"/>
                  <a:pt x="258" y="1204"/>
                </a:cubicBezTo>
                <a:cubicBezTo>
                  <a:pt x="222" y="1232"/>
                  <a:pt x="219" y="1228"/>
                  <a:pt x="215" y="1233"/>
                </a:cubicBezTo>
                <a:cubicBezTo>
                  <a:pt x="191" y="1248"/>
                  <a:pt x="198" y="1246"/>
                  <a:pt x="198" y="1243"/>
                </a:cubicBezTo>
                <a:cubicBezTo>
                  <a:pt x="210" y="1232"/>
                  <a:pt x="218" y="1227"/>
                  <a:pt x="221" y="1221"/>
                </a:cubicBezTo>
                <a:cubicBezTo>
                  <a:pt x="275" y="1187"/>
                  <a:pt x="293" y="1174"/>
                  <a:pt x="310" y="1167"/>
                </a:cubicBezTo>
                <a:cubicBezTo>
                  <a:pt x="378" y="1137"/>
                  <a:pt x="377" y="1130"/>
                  <a:pt x="382" y="1132"/>
                </a:cubicBezTo>
                <a:cubicBezTo>
                  <a:pt x="433" y="1103"/>
                  <a:pt x="436" y="1100"/>
                  <a:pt x="437" y="1102"/>
                </a:cubicBezTo>
                <a:cubicBezTo>
                  <a:pt x="461" y="1086"/>
                  <a:pt x="465" y="1087"/>
                  <a:pt x="471" y="1080"/>
                </a:cubicBezTo>
                <a:cubicBezTo>
                  <a:pt x="502" y="1058"/>
                  <a:pt x="506" y="1058"/>
                  <a:pt x="511" y="1054"/>
                </a:cubicBezTo>
                <a:cubicBezTo>
                  <a:pt x="567" y="1001"/>
                  <a:pt x="569" y="996"/>
                  <a:pt x="573" y="991"/>
                </a:cubicBezTo>
                <a:cubicBezTo>
                  <a:pt x="512" y="1042"/>
                  <a:pt x="492" y="1060"/>
                  <a:pt x="472" y="1069"/>
                </a:cubicBezTo>
                <a:cubicBezTo>
                  <a:pt x="445" y="1085"/>
                  <a:pt x="440" y="1093"/>
                  <a:pt x="436" y="1090"/>
                </a:cubicBezTo>
                <a:cubicBezTo>
                  <a:pt x="383" y="1123"/>
                  <a:pt x="380" y="1120"/>
                  <a:pt x="375" y="1125"/>
                </a:cubicBezTo>
                <a:cubicBezTo>
                  <a:pt x="301" y="1163"/>
                  <a:pt x="285" y="1166"/>
                  <a:pt x="266" y="1181"/>
                </a:cubicBezTo>
                <a:cubicBezTo>
                  <a:pt x="238" y="1199"/>
                  <a:pt x="226" y="1210"/>
                  <a:pt x="218" y="1211"/>
                </a:cubicBezTo>
                <a:cubicBezTo>
                  <a:pt x="195" y="1226"/>
                  <a:pt x="199" y="1221"/>
                  <a:pt x="198" y="1216"/>
                </a:cubicBezTo>
                <a:cubicBezTo>
                  <a:pt x="230" y="1183"/>
                  <a:pt x="233" y="1182"/>
                  <a:pt x="238" y="1177"/>
                </a:cubicBezTo>
                <a:cubicBezTo>
                  <a:pt x="319" y="1129"/>
                  <a:pt x="328" y="1123"/>
                  <a:pt x="336" y="1121"/>
                </a:cubicBezTo>
                <a:cubicBezTo>
                  <a:pt x="493" y="1012"/>
                  <a:pt x="511" y="1000"/>
                  <a:pt x="526" y="986"/>
                </a:cubicBezTo>
                <a:cubicBezTo>
                  <a:pt x="552" y="958"/>
                  <a:pt x="551" y="956"/>
                  <a:pt x="554" y="954"/>
                </a:cubicBezTo>
                <a:cubicBezTo>
                  <a:pt x="522" y="977"/>
                  <a:pt x="521" y="987"/>
                  <a:pt x="507" y="995"/>
                </a:cubicBezTo>
                <a:cubicBezTo>
                  <a:pt x="490" y="1009"/>
                  <a:pt x="487" y="1013"/>
                  <a:pt x="482" y="1018"/>
                </a:cubicBezTo>
                <a:cubicBezTo>
                  <a:pt x="358" y="1100"/>
                  <a:pt x="341" y="1103"/>
                  <a:pt x="333" y="1113"/>
                </a:cubicBezTo>
                <a:cubicBezTo>
                  <a:pt x="251" y="1161"/>
                  <a:pt x="227" y="1171"/>
                  <a:pt x="214" y="1187"/>
                </a:cubicBezTo>
                <a:cubicBezTo>
                  <a:pt x="211" y="1186"/>
                  <a:pt x="210" y="1183"/>
                  <a:pt x="213" y="1180"/>
                </a:cubicBezTo>
                <a:cubicBezTo>
                  <a:pt x="242" y="1151"/>
                  <a:pt x="248" y="1147"/>
                  <a:pt x="259" y="1137"/>
                </a:cubicBezTo>
                <a:cubicBezTo>
                  <a:pt x="360" y="1078"/>
                  <a:pt x="373" y="1070"/>
                  <a:pt x="393" y="1055"/>
                </a:cubicBezTo>
                <a:cubicBezTo>
                  <a:pt x="452" y="1010"/>
                  <a:pt x="460" y="1010"/>
                  <a:pt x="463" y="1005"/>
                </a:cubicBezTo>
                <a:cubicBezTo>
                  <a:pt x="524" y="947"/>
                  <a:pt x="530" y="944"/>
                  <a:pt x="532" y="940"/>
                </a:cubicBezTo>
                <a:cubicBezTo>
                  <a:pt x="561" y="903"/>
                  <a:pt x="566" y="896"/>
                  <a:pt x="574" y="890"/>
                </a:cubicBezTo>
                <a:cubicBezTo>
                  <a:pt x="547" y="899"/>
                  <a:pt x="543" y="903"/>
                  <a:pt x="537" y="907"/>
                </a:cubicBezTo>
                <a:cubicBezTo>
                  <a:pt x="522" y="918"/>
                  <a:pt x="523" y="921"/>
                  <a:pt x="519" y="922"/>
                </a:cubicBezTo>
                <a:cubicBezTo>
                  <a:pt x="491" y="945"/>
                  <a:pt x="485" y="954"/>
                  <a:pt x="474" y="962"/>
                </a:cubicBezTo>
                <a:cubicBezTo>
                  <a:pt x="396" y="1023"/>
                  <a:pt x="387" y="1030"/>
                  <a:pt x="378" y="1037"/>
                </a:cubicBezTo>
                <a:cubicBezTo>
                  <a:pt x="323" y="1067"/>
                  <a:pt x="317" y="1067"/>
                  <a:pt x="311" y="1070"/>
                </a:cubicBezTo>
                <a:cubicBezTo>
                  <a:pt x="262" y="1102"/>
                  <a:pt x="259" y="1103"/>
                  <a:pt x="256" y="1103"/>
                </a:cubicBezTo>
                <a:cubicBezTo>
                  <a:pt x="244" y="1115"/>
                  <a:pt x="236" y="1116"/>
                  <a:pt x="239" y="1120"/>
                </a:cubicBezTo>
                <a:cubicBezTo>
                  <a:pt x="222" y="1136"/>
                  <a:pt x="217" y="1144"/>
                  <a:pt x="214" y="1140"/>
                </a:cubicBezTo>
                <a:cubicBezTo>
                  <a:pt x="260" y="1090"/>
                  <a:pt x="271" y="1086"/>
                  <a:pt x="296" y="1066"/>
                </a:cubicBezTo>
                <a:cubicBezTo>
                  <a:pt x="418" y="989"/>
                  <a:pt x="425" y="977"/>
                  <a:pt x="430" y="979"/>
                </a:cubicBezTo>
                <a:cubicBezTo>
                  <a:pt x="451" y="961"/>
                  <a:pt x="456" y="956"/>
                  <a:pt x="465" y="947"/>
                </a:cubicBezTo>
                <a:cubicBezTo>
                  <a:pt x="540" y="892"/>
                  <a:pt x="549" y="886"/>
                  <a:pt x="560" y="878"/>
                </a:cubicBezTo>
                <a:cubicBezTo>
                  <a:pt x="587" y="870"/>
                  <a:pt x="592" y="858"/>
                  <a:pt x="594" y="863"/>
                </a:cubicBezTo>
                <a:cubicBezTo>
                  <a:pt x="625" y="848"/>
                  <a:pt x="636" y="854"/>
                  <a:pt x="633" y="845"/>
                </a:cubicBezTo>
                <a:cubicBezTo>
                  <a:pt x="574" y="858"/>
                  <a:pt x="566" y="857"/>
                  <a:pt x="557" y="863"/>
                </a:cubicBezTo>
                <a:cubicBezTo>
                  <a:pt x="523" y="876"/>
                  <a:pt x="515" y="880"/>
                  <a:pt x="508" y="884"/>
                </a:cubicBezTo>
                <a:cubicBezTo>
                  <a:pt x="420" y="945"/>
                  <a:pt x="411" y="951"/>
                  <a:pt x="402" y="958"/>
                </a:cubicBezTo>
                <a:cubicBezTo>
                  <a:pt x="299" y="1027"/>
                  <a:pt x="297" y="1029"/>
                  <a:pt x="295" y="1030"/>
                </a:cubicBezTo>
                <a:cubicBezTo>
                  <a:pt x="255" y="1062"/>
                  <a:pt x="252" y="1067"/>
                  <a:pt x="244" y="1072"/>
                </a:cubicBezTo>
                <a:cubicBezTo>
                  <a:pt x="230" y="1081"/>
                  <a:pt x="230" y="1077"/>
                  <a:pt x="232" y="1073"/>
                </a:cubicBezTo>
                <a:cubicBezTo>
                  <a:pt x="251" y="1057"/>
                  <a:pt x="253" y="1055"/>
                  <a:pt x="257" y="1053"/>
                </a:cubicBezTo>
                <a:cubicBezTo>
                  <a:pt x="293" y="1015"/>
                  <a:pt x="296" y="1017"/>
                  <a:pt x="300" y="1014"/>
                </a:cubicBezTo>
                <a:cubicBezTo>
                  <a:pt x="333" y="985"/>
                  <a:pt x="335" y="986"/>
                  <a:pt x="336" y="986"/>
                </a:cubicBezTo>
                <a:cubicBezTo>
                  <a:pt x="380" y="950"/>
                  <a:pt x="404" y="938"/>
                  <a:pt x="433" y="916"/>
                </a:cubicBezTo>
                <a:cubicBezTo>
                  <a:pt x="492" y="885"/>
                  <a:pt x="501" y="881"/>
                  <a:pt x="511" y="874"/>
                </a:cubicBezTo>
                <a:cubicBezTo>
                  <a:pt x="540" y="857"/>
                  <a:pt x="552" y="855"/>
                  <a:pt x="561" y="848"/>
                </a:cubicBezTo>
                <a:cubicBezTo>
                  <a:pt x="574" y="833"/>
                  <a:pt x="569" y="837"/>
                  <a:pt x="565" y="840"/>
                </a:cubicBezTo>
                <a:cubicBezTo>
                  <a:pt x="512" y="866"/>
                  <a:pt x="509" y="864"/>
                  <a:pt x="505" y="869"/>
                </a:cubicBezTo>
                <a:cubicBezTo>
                  <a:pt x="416" y="917"/>
                  <a:pt x="406" y="926"/>
                  <a:pt x="373" y="944"/>
                </a:cubicBezTo>
                <a:cubicBezTo>
                  <a:pt x="332" y="978"/>
                  <a:pt x="317" y="986"/>
                  <a:pt x="306" y="995"/>
                </a:cubicBezTo>
                <a:cubicBezTo>
                  <a:pt x="253" y="1040"/>
                  <a:pt x="256" y="1048"/>
                  <a:pt x="251" y="1045"/>
                </a:cubicBezTo>
                <a:cubicBezTo>
                  <a:pt x="235" y="1052"/>
                  <a:pt x="237" y="1048"/>
                  <a:pt x="241" y="1044"/>
                </a:cubicBezTo>
                <a:cubicBezTo>
                  <a:pt x="310" y="977"/>
                  <a:pt x="362" y="934"/>
                  <a:pt x="419" y="899"/>
                </a:cubicBezTo>
                <a:cubicBezTo>
                  <a:pt x="482" y="869"/>
                  <a:pt x="481" y="865"/>
                  <a:pt x="487" y="864"/>
                </a:cubicBezTo>
                <a:cubicBezTo>
                  <a:pt x="513" y="858"/>
                  <a:pt x="519" y="848"/>
                  <a:pt x="522" y="852"/>
                </a:cubicBezTo>
                <a:cubicBezTo>
                  <a:pt x="583" y="826"/>
                  <a:pt x="598" y="821"/>
                  <a:pt x="613" y="815"/>
                </a:cubicBezTo>
                <a:cubicBezTo>
                  <a:pt x="578" y="820"/>
                  <a:pt x="572" y="828"/>
                  <a:pt x="567" y="826"/>
                </a:cubicBezTo>
                <a:cubicBezTo>
                  <a:pt x="541" y="835"/>
                  <a:pt x="538" y="835"/>
                  <a:pt x="536" y="837"/>
                </a:cubicBezTo>
                <a:cubicBezTo>
                  <a:pt x="509" y="843"/>
                  <a:pt x="505" y="850"/>
                  <a:pt x="502" y="851"/>
                </a:cubicBezTo>
                <a:cubicBezTo>
                  <a:pt x="480" y="859"/>
                  <a:pt x="474" y="860"/>
                  <a:pt x="468" y="866"/>
                </a:cubicBezTo>
                <a:cubicBezTo>
                  <a:pt x="423" y="890"/>
                  <a:pt x="421" y="886"/>
                  <a:pt x="417" y="890"/>
                </a:cubicBezTo>
                <a:cubicBezTo>
                  <a:pt x="390" y="907"/>
                  <a:pt x="385" y="911"/>
                  <a:pt x="380" y="914"/>
                </a:cubicBezTo>
                <a:cubicBezTo>
                  <a:pt x="361" y="927"/>
                  <a:pt x="350" y="937"/>
                  <a:pt x="335" y="947"/>
                </a:cubicBezTo>
                <a:cubicBezTo>
                  <a:pt x="277" y="996"/>
                  <a:pt x="275" y="1001"/>
                  <a:pt x="266" y="1004"/>
                </a:cubicBezTo>
                <a:cubicBezTo>
                  <a:pt x="252" y="1019"/>
                  <a:pt x="249" y="1014"/>
                  <a:pt x="250" y="1013"/>
                </a:cubicBezTo>
                <a:cubicBezTo>
                  <a:pt x="261" y="1003"/>
                  <a:pt x="262" y="1003"/>
                  <a:pt x="262" y="1002"/>
                </a:cubicBezTo>
                <a:cubicBezTo>
                  <a:pt x="283" y="983"/>
                  <a:pt x="288" y="972"/>
                  <a:pt x="297" y="962"/>
                </a:cubicBezTo>
                <a:cubicBezTo>
                  <a:pt x="358" y="911"/>
                  <a:pt x="362" y="915"/>
                  <a:pt x="367" y="909"/>
                </a:cubicBezTo>
                <a:cubicBezTo>
                  <a:pt x="396" y="889"/>
                  <a:pt x="399" y="896"/>
                  <a:pt x="403" y="891"/>
                </a:cubicBezTo>
                <a:cubicBezTo>
                  <a:pt x="418" y="884"/>
                  <a:pt x="423" y="872"/>
                  <a:pt x="425" y="877"/>
                </a:cubicBezTo>
                <a:cubicBezTo>
                  <a:pt x="466" y="855"/>
                  <a:pt x="478" y="855"/>
                  <a:pt x="492" y="844"/>
                </a:cubicBezTo>
                <a:cubicBezTo>
                  <a:pt x="573" y="801"/>
                  <a:pt x="571" y="802"/>
                  <a:pt x="578" y="796"/>
                </a:cubicBezTo>
                <a:cubicBezTo>
                  <a:pt x="604" y="774"/>
                  <a:pt x="612" y="772"/>
                  <a:pt x="609" y="769"/>
                </a:cubicBezTo>
                <a:cubicBezTo>
                  <a:pt x="526" y="821"/>
                  <a:pt x="519" y="826"/>
                  <a:pt x="513" y="829"/>
                </a:cubicBezTo>
                <a:cubicBezTo>
                  <a:pt x="463" y="847"/>
                  <a:pt x="455" y="856"/>
                  <a:pt x="450" y="854"/>
                </a:cubicBezTo>
                <a:cubicBezTo>
                  <a:pt x="390" y="884"/>
                  <a:pt x="378" y="893"/>
                  <a:pt x="368" y="897"/>
                </a:cubicBezTo>
                <a:cubicBezTo>
                  <a:pt x="338" y="920"/>
                  <a:pt x="335" y="923"/>
                  <a:pt x="332" y="925"/>
                </a:cubicBezTo>
                <a:cubicBezTo>
                  <a:pt x="316" y="936"/>
                  <a:pt x="308" y="942"/>
                  <a:pt x="301" y="947"/>
                </a:cubicBezTo>
                <a:cubicBezTo>
                  <a:pt x="265" y="982"/>
                  <a:pt x="261" y="986"/>
                  <a:pt x="258" y="990"/>
                </a:cubicBezTo>
                <a:cubicBezTo>
                  <a:pt x="267" y="967"/>
                  <a:pt x="265" y="971"/>
                  <a:pt x="270" y="972"/>
                </a:cubicBezTo>
                <a:cubicBezTo>
                  <a:pt x="317" y="926"/>
                  <a:pt x="316" y="922"/>
                  <a:pt x="337" y="912"/>
                </a:cubicBezTo>
                <a:cubicBezTo>
                  <a:pt x="446" y="842"/>
                  <a:pt x="455" y="842"/>
                  <a:pt x="463" y="838"/>
                </a:cubicBezTo>
                <a:cubicBezTo>
                  <a:pt x="475" y="832"/>
                  <a:pt x="476" y="831"/>
                  <a:pt x="477" y="830"/>
                </a:cubicBezTo>
                <a:cubicBezTo>
                  <a:pt x="595" y="755"/>
                  <a:pt x="608" y="750"/>
                  <a:pt x="608" y="743"/>
                </a:cubicBezTo>
                <a:cubicBezTo>
                  <a:pt x="591" y="754"/>
                  <a:pt x="593" y="752"/>
                  <a:pt x="587" y="758"/>
                </a:cubicBezTo>
                <a:cubicBezTo>
                  <a:pt x="552" y="781"/>
                  <a:pt x="553" y="785"/>
                  <a:pt x="549" y="783"/>
                </a:cubicBezTo>
                <a:cubicBezTo>
                  <a:pt x="516" y="799"/>
                  <a:pt x="510" y="807"/>
                  <a:pt x="506" y="809"/>
                </a:cubicBezTo>
                <a:cubicBezTo>
                  <a:pt x="432" y="848"/>
                  <a:pt x="425" y="843"/>
                  <a:pt x="423" y="847"/>
                </a:cubicBezTo>
                <a:cubicBezTo>
                  <a:pt x="403" y="861"/>
                  <a:pt x="400" y="858"/>
                  <a:pt x="396" y="861"/>
                </a:cubicBezTo>
                <a:cubicBezTo>
                  <a:pt x="290" y="934"/>
                  <a:pt x="289" y="937"/>
                  <a:pt x="284" y="940"/>
                </a:cubicBezTo>
                <a:cubicBezTo>
                  <a:pt x="283" y="932"/>
                  <a:pt x="287" y="928"/>
                  <a:pt x="289" y="924"/>
                </a:cubicBezTo>
                <a:cubicBezTo>
                  <a:pt x="318" y="903"/>
                  <a:pt x="325" y="895"/>
                  <a:pt x="335" y="888"/>
                </a:cubicBezTo>
                <a:cubicBezTo>
                  <a:pt x="381" y="857"/>
                  <a:pt x="388" y="853"/>
                  <a:pt x="394" y="848"/>
                </a:cubicBezTo>
                <a:cubicBezTo>
                  <a:pt x="445" y="830"/>
                  <a:pt x="450" y="818"/>
                  <a:pt x="452" y="823"/>
                </a:cubicBezTo>
                <a:cubicBezTo>
                  <a:pt x="472" y="813"/>
                  <a:pt x="472" y="811"/>
                  <a:pt x="474" y="812"/>
                </a:cubicBezTo>
                <a:cubicBezTo>
                  <a:pt x="492" y="804"/>
                  <a:pt x="496" y="802"/>
                  <a:pt x="499" y="799"/>
                </a:cubicBezTo>
                <a:cubicBezTo>
                  <a:pt x="522" y="787"/>
                  <a:pt x="529" y="784"/>
                  <a:pt x="536" y="782"/>
                </a:cubicBezTo>
                <a:cubicBezTo>
                  <a:pt x="594" y="740"/>
                  <a:pt x="604" y="733"/>
                  <a:pt x="613" y="727"/>
                </a:cubicBezTo>
                <a:cubicBezTo>
                  <a:pt x="629" y="708"/>
                  <a:pt x="626" y="710"/>
                  <a:pt x="623" y="712"/>
                </a:cubicBezTo>
                <a:cubicBezTo>
                  <a:pt x="614" y="719"/>
                  <a:pt x="612" y="720"/>
                  <a:pt x="611" y="720"/>
                </a:cubicBezTo>
                <a:cubicBezTo>
                  <a:pt x="602" y="727"/>
                  <a:pt x="602" y="731"/>
                  <a:pt x="598" y="733"/>
                </a:cubicBezTo>
                <a:cubicBezTo>
                  <a:pt x="578" y="747"/>
                  <a:pt x="571" y="752"/>
                  <a:pt x="564" y="757"/>
                </a:cubicBezTo>
                <a:cubicBezTo>
                  <a:pt x="528" y="774"/>
                  <a:pt x="524" y="782"/>
                  <a:pt x="521" y="779"/>
                </a:cubicBezTo>
                <a:cubicBezTo>
                  <a:pt x="466" y="806"/>
                  <a:pt x="462" y="809"/>
                  <a:pt x="459" y="809"/>
                </a:cubicBezTo>
                <a:cubicBezTo>
                  <a:pt x="423" y="827"/>
                  <a:pt x="420" y="825"/>
                  <a:pt x="416" y="827"/>
                </a:cubicBezTo>
                <a:cubicBezTo>
                  <a:pt x="347" y="870"/>
                  <a:pt x="336" y="878"/>
                  <a:pt x="325" y="885"/>
                </a:cubicBezTo>
                <a:cubicBezTo>
                  <a:pt x="302" y="902"/>
                  <a:pt x="299" y="905"/>
                  <a:pt x="297" y="904"/>
                </a:cubicBezTo>
                <a:cubicBezTo>
                  <a:pt x="342" y="859"/>
                  <a:pt x="352" y="856"/>
                  <a:pt x="352" y="851"/>
                </a:cubicBezTo>
                <a:cubicBezTo>
                  <a:pt x="384" y="833"/>
                  <a:pt x="390" y="829"/>
                  <a:pt x="403" y="820"/>
                </a:cubicBezTo>
                <a:cubicBezTo>
                  <a:pt x="434" y="799"/>
                  <a:pt x="448" y="797"/>
                  <a:pt x="456" y="791"/>
                </a:cubicBezTo>
                <a:cubicBezTo>
                  <a:pt x="491" y="772"/>
                  <a:pt x="498" y="776"/>
                  <a:pt x="509" y="765"/>
                </a:cubicBezTo>
                <a:cubicBezTo>
                  <a:pt x="550" y="750"/>
                  <a:pt x="561" y="743"/>
                  <a:pt x="571" y="740"/>
                </a:cubicBezTo>
                <a:cubicBezTo>
                  <a:pt x="650" y="685"/>
                  <a:pt x="651" y="680"/>
                  <a:pt x="658" y="677"/>
                </a:cubicBezTo>
                <a:cubicBezTo>
                  <a:pt x="663" y="670"/>
                  <a:pt x="651" y="676"/>
                  <a:pt x="643" y="686"/>
                </a:cubicBezTo>
                <a:cubicBezTo>
                  <a:pt x="557" y="738"/>
                  <a:pt x="549" y="738"/>
                  <a:pt x="541" y="745"/>
                </a:cubicBezTo>
                <a:cubicBezTo>
                  <a:pt x="457" y="783"/>
                  <a:pt x="447" y="787"/>
                  <a:pt x="438" y="789"/>
                </a:cubicBezTo>
                <a:cubicBezTo>
                  <a:pt x="417" y="807"/>
                  <a:pt x="409" y="804"/>
                  <a:pt x="401" y="811"/>
                </a:cubicBezTo>
                <a:cubicBezTo>
                  <a:pt x="339" y="851"/>
                  <a:pt x="338" y="856"/>
                  <a:pt x="329" y="860"/>
                </a:cubicBezTo>
                <a:cubicBezTo>
                  <a:pt x="311" y="871"/>
                  <a:pt x="311" y="863"/>
                  <a:pt x="308" y="866"/>
                </a:cubicBezTo>
                <a:cubicBezTo>
                  <a:pt x="324" y="849"/>
                  <a:pt x="327" y="851"/>
                  <a:pt x="327" y="847"/>
                </a:cubicBezTo>
                <a:cubicBezTo>
                  <a:pt x="429" y="785"/>
                  <a:pt x="430" y="783"/>
                  <a:pt x="438" y="779"/>
                </a:cubicBezTo>
                <a:cubicBezTo>
                  <a:pt x="489" y="753"/>
                  <a:pt x="491" y="753"/>
                  <a:pt x="494" y="751"/>
                </a:cubicBezTo>
                <a:cubicBezTo>
                  <a:pt x="546" y="730"/>
                  <a:pt x="551" y="722"/>
                  <a:pt x="554" y="725"/>
                </a:cubicBezTo>
                <a:cubicBezTo>
                  <a:pt x="553" y="723"/>
                  <a:pt x="551" y="717"/>
                  <a:pt x="547" y="723"/>
                </a:cubicBezTo>
                <a:cubicBezTo>
                  <a:pt x="515" y="736"/>
                  <a:pt x="513" y="732"/>
                  <a:pt x="509" y="735"/>
                </a:cubicBezTo>
                <a:cubicBezTo>
                  <a:pt x="487" y="740"/>
                  <a:pt x="482" y="748"/>
                  <a:pt x="479" y="745"/>
                </a:cubicBezTo>
                <a:cubicBezTo>
                  <a:pt x="397" y="793"/>
                  <a:pt x="390" y="796"/>
                  <a:pt x="382" y="800"/>
                </a:cubicBezTo>
                <a:cubicBezTo>
                  <a:pt x="344" y="825"/>
                  <a:pt x="339" y="829"/>
                  <a:pt x="334" y="833"/>
                </a:cubicBezTo>
                <a:cubicBezTo>
                  <a:pt x="346" y="804"/>
                  <a:pt x="361" y="789"/>
                  <a:pt x="375" y="781"/>
                </a:cubicBezTo>
                <a:cubicBezTo>
                  <a:pt x="397" y="767"/>
                  <a:pt x="400" y="765"/>
                  <a:pt x="404" y="763"/>
                </a:cubicBezTo>
                <a:cubicBezTo>
                  <a:pt x="478" y="727"/>
                  <a:pt x="484" y="727"/>
                  <a:pt x="492" y="721"/>
                </a:cubicBezTo>
                <a:cubicBezTo>
                  <a:pt x="514" y="719"/>
                  <a:pt x="521" y="711"/>
                  <a:pt x="527" y="713"/>
                </a:cubicBezTo>
                <a:cubicBezTo>
                  <a:pt x="573" y="696"/>
                  <a:pt x="580" y="692"/>
                  <a:pt x="587" y="689"/>
                </a:cubicBezTo>
                <a:cubicBezTo>
                  <a:pt x="627" y="664"/>
                  <a:pt x="637" y="667"/>
                  <a:pt x="634" y="660"/>
                </a:cubicBezTo>
                <a:cubicBezTo>
                  <a:pt x="534" y="701"/>
                  <a:pt x="528" y="701"/>
                  <a:pt x="521" y="705"/>
                </a:cubicBezTo>
                <a:cubicBezTo>
                  <a:pt x="490" y="707"/>
                  <a:pt x="495" y="713"/>
                  <a:pt x="501" y="707"/>
                </a:cubicBezTo>
                <a:cubicBezTo>
                  <a:pt x="543" y="697"/>
                  <a:pt x="550" y="686"/>
                  <a:pt x="556" y="687"/>
                </a:cubicBezTo>
                <a:cubicBezTo>
                  <a:pt x="578" y="682"/>
                  <a:pt x="584" y="677"/>
                  <a:pt x="590" y="677"/>
                </a:cubicBezTo>
                <a:cubicBezTo>
                  <a:pt x="643" y="648"/>
                  <a:pt x="657" y="643"/>
                  <a:pt x="673" y="629"/>
                </a:cubicBezTo>
                <a:cubicBezTo>
                  <a:pt x="647" y="645"/>
                  <a:pt x="643" y="645"/>
                  <a:pt x="641" y="645"/>
                </a:cubicBezTo>
                <a:cubicBezTo>
                  <a:pt x="611" y="659"/>
                  <a:pt x="604" y="666"/>
                  <a:pt x="597" y="667"/>
                </a:cubicBezTo>
                <a:cubicBezTo>
                  <a:pt x="556" y="675"/>
                  <a:pt x="551" y="687"/>
                  <a:pt x="549" y="682"/>
                </a:cubicBezTo>
                <a:cubicBezTo>
                  <a:pt x="516" y="695"/>
                  <a:pt x="514" y="691"/>
                  <a:pt x="510" y="696"/>
                </a:cubicBezTo>
                <a:cubicBezTo>
                  <a:pt x="487" y="704"/>
                  <a:pt x="483" y="706"/>
                  <a:pt x="480" y="705"/>
                </a:cubicBezTo>
                <a:cubicBezTo>
                  <a:pt x="454" y="716"/>
                  <a:pt x="446" y="720"/>
                  <a:pt x="441" y="723"/>
                </a:cubicBezTo>
                <a:cubicBezTo>
                  <a:pt x="430" y="731"/>
                  <a:pt x="427" y="727"/>
                  <a:pt x="423" y="731"/>
                </a:cubicBezTo>
                <a:cubicBezTo>
                  <a:pt x="386" y="755"/>
                  <a:pt x="382" y="753"/>
                  <a:pt x="377" y="757"/>
                </a:cubicBezTo>
                <a:cubicBezTo>
                  <a:pt x="347" y="769"/>
                  <a:pt x="358" y="764"/>
                  <a:pt x="366" y="758"/>
                </a:cubicBezTo>
                <a:cubicBezTo>
                  <a:pt x="409" y="728"/>
                  <a:pt x="417" y="725"/>
                  <a:pt x="425" y="718"/>
                </a:cubicBezTo>
                <a:cubicBezTo>
                  <a:pt x="571" y="656"/>
                  <a:pt x="601" y="640"/>
                  <a:pt x="630" y="626"/>
                </a:cubicBezTo>
                <a:cubicBezTo>
                  <a:pt x="661" y="605"/>
                  <a:pt x="663" y="601"/>
                  <a:pt x="664" y="599"/>
                </a:cubicBezTo>
                <a:cubicBezTo>
                  <a:pt x="642" y="607"/>
                  <a:pt x="637" y="615"/>
                  <a:pt x="632" y="617"/>
                </a:cubicBezTo>
                <a:cubicBezTo>
                  <a:pt x="575" y="644"/>
                  <a:pt x="557" y="653"/>
                  <a:pt x="540" y="659"/>
                </a:cubicBezTo>
                <a:cubicBezTo>
                  <a:pt x="479" y="687"/>
                  <a:pt x="471" y="684"/>
                  <a:pt x="462" y="691"/>
                </a:cubicBezTo>
                <a:cubicBezTo>
                  <a:pt x="418" y="713"/>
                  <a:pt x="415" y="715"/>
                  <a:pt x="412" y="717"/>
                </a:cubicBezTo>
                <a:cubicBezTo>
                  <a:pt x="381" y="734"/>
                  <a:pt x="377" y="737"/>
                  <a:pt x="373" y="740"/>
                </a:cubicBezTo>
                <a:cubicBezTo>
                  <a:pt x="385" y="720"/>
                  <a:pt x="404" y="707"/>
                  <a:pt x="421" y="696"/>
                </a:cubicBezTo>
                <a:cubicBezTo>
                  <a:pt x="473" y="672"/>
                  <a:pt x="478" y="677"/>
                  <a:pt x="484" y="670"/>
                </a:cubicBezTo>
                <a:cubicBezTo>
                  <a:pt x="519" y="657"/>
                  <a:pt x="524" y="659"/>
                  <a:pt x="529" y="654"/>
                </a:cubicBezTo>
                <a:cubicBezTo>
                  <a:pt x="603" y="622"/>
                  <a:pt x="611" y="619"/>
                  <a:pt x="619" y="615"/>
                </a:cubicBezTo>
                <a:cubicBezTo>
                  <a:pt x="667" y="570"/>
                  <a:pt x="677" y="568"/>
                  <a:pt x="675" y="564"/>
                </a:cubicBezTo>
                <a:cubicBezTo>
                  <a:pt x="719" y="542"/>
                  <a:pt x="725" y="539"/>
                  <a:pt x="730" y="537"/>
                </a:cubicBezTo>
                <a:cubicBezTo>
                  <a:pt x="742" y="527"/>
                  <a:pt x="737" y="530"/>
                  <a:pt x="732" y="533"/>
                </a:cubicBezTo>
                <a:cubicBezTo>
                  <a:pt x="706" y="538"/>
                  <a:pt x="703" y="542"/>
                  <a:pt x="700" y="544"/>
                </a:cubicBezTo>
                <a:cubicBezTo>
                  <a:pt x="637" y="575"/>
                  <a:pt x="629" y="578"/>
                  <a:pt x="622" y="585"/>
                </a:cubicBezTo>
                <a:cubicBezTo>
                  <a:pt x="557" y="616"/>
                  <a:pt x="550" y="611"/>
                  <a:pt x="543" y="615"/>
                </a:cubicBezTo>
                <a:cubicBezTo>
                  <a:pt x="514" y="623"/>
                  <a:pt x="507" y="625"/>
                  <a:pt x="499" y="630"/>
                </a:cubicBezTo>
                <a:cubicBezTo>
                  <a:pt x="469" y="641"/>
                  <a:pt x="463" y="637"/>
                  <a:pt x="455" y="644"/>
                </a:cubicBezTo>
                <a:cubicBezTo>
                  <a:pt x="432" y="653"/>
                  <a:pt x="426" y="659"/>
                  <a:pt x="422" y="658"/>
                </a:cubicBezTo>
                <a:cubicBezTo>
                  <a:pt x="410" y="660"/>
                  <a:pt x="410" y="653"/>
                  <a:pt x="416" y="648"/>
                </a:cubicBezTo>
                <a:cubicBezTo>
                  <a:pt x="439" y="640"/>
                  <a:pt x="445" y="628"/>
                  <a:pt x="447" y="633"/>
                </a:cubicBezTo>
                <a:cubicBezTo>
                  <a:pt x="502" y="611"/>
                  <a:pt x="513" y="606"/>
                  <a:pt x="523" y="605"/>
                </a:cubicBezTo>
                <a:cubicBezTo>
                  <a:pt x="597" y="583"/>
                  <a:pt x="606" y="581"/>
                  <a:pt x="615" y="576"/>
                </a:cubicBezTo>
                <a:cubicBezTo>
                  <a:pt x="655" y="561"/>
                  <a:pt x="660" y="548"/>
                  <a:pt x="663" y="553"/>
                </a:cubicBezTo>
                <a:cubicBezTo>
                  <a:pt x="715" y="530"/>
                  <a:pt x="721" y="528"/>
                  <a:pt x="727" y="527"/>
                </a:cubicBezTo>
                <a:cubicBezTo>
                  <a:pt x="736" y="512"/>
                  <a:pt x="727" y="524"/>
                  <a:pt x="720" y="520"/>
                </a:cubicBezTo>
                <a:cubicBezTo>
                  <a:pt x="677" y="533"/>
                  <a:pt x="673" y="536"/>
                  <a:pt x="668" y="537"/>
                </a:cubicBezTo>
                <a:cubicBezTo>
                  <a:pt x="603" y="571"/>
                  <a:pt x="600" y="575"/>
                  <a:pt x="598" y="573"/>
                </a:cubicBezTo>
                <a:cubicBezTo>
                  <a:pt x="555" y="592"/>
                  <a:pt x="552" y="588"/>
                  <a:pt x="549" y="589"/>
                </a:cubicBezTo>
                <a:cubicBezTo>
                  <a:pt x="507" y="600"/>
                  <a:pt x="504" y="601"/>
                  <a:pt x="501" y="601"/>
                </a:cubicBezTo>
                <a:cubicBezTo>
                  <a:pt x="462" y="618"/>
                  <a:pt x="456" y="620"/>
                  <a:pt x="449" y="622"/>
                </a:cubicBezTo>
                <a:cubicBezTo>
                  <a:pt x="427" y="627"/>
                  <a:pt x="429" y="624"/>
                  <a:pt x="432" y="622"/>
                </a:cubicBezTo>
                <a:cubicBezTo>
                  <a:pt x="464" y="601"/>
                  <a:pt x="476" y="596"/>
                  <a:pt x="488" y="594"/>
                </a:cubicBezTo>
                <a:cubicBezTo>
                  <a:pt x="519" y="583"/>
                  <a:pt x="522" y="582"/>
                  <a:pt x="525" y="584"/>
                </a:cubicBezTo>
                <a:cubicBezTo>
                  <a:pt x="550" y="574"/>
                  <a:pt x="557" y="572"/>
                  <a:pt x="563" y="571"/>
                </a:cubicBezTo>
                <a:cubicBezTo>
                  <a:pt x="588" y="560"/>
                  <a:pt x="594" y="562"/>
                  <a:pt x="600" y="559"/>
                </a:cubicBezTo>
                <a:cubicBezTo>
                  <a:pt x="645" y="537"/>
                  <a:pt x="651" y="541"/>
                  <a:pt x="657" y="535"/>
                </a:cubicBezTo>
                <a:cubicBezTo>
                  <a:pt x="670" y="528"/>
                  <a:pt x="672" y="530"/>
                  <a:pt x="671" y="528"/>
                </a:cubicBezTo>
                <a:cubicBezTo>
                  <a:pt x="707" y="510"/>
                  <a:pt x="711" y="502"/>
                  <a:pt x="714" y="502"/>
                </a:cubicBezTo>
                <a:cubicBezTo>
                  <a:pt x="729" y="486"/>
                  <a:pt x="743" y="485"/>
                  <a:pt x="736" y="481"/>
                </a:cubicBezTo>
                <a:cubicBezTo>
                  <a:pt x="686" y="515"/>
                  <a:pt x="684" y="515"/>
                  <a:pt x="682" y="515"/>
                </a:cubicBezTo>
                <a:cubicBezTo>
                  <a:pt x="660" y="525"/>
                  <a:pt x="654" y="529"/>
                  <a:pt x="648" y="532"/>
                </a:cubicBezTo>
                <a:cubicBezTo>
                  <a:pt x="622" y="542"/>
                  <a:pt x="616" y="542"/>
                  <a:pt x="609" y="548"/>
                </a:cubicBezTo>
                <a:cubicBezTo>
                  <a:pt x="569" y="562"/>
                  <a:pt x="566" y="558"/>
                  <a:pt x="563" y="561"/>
                </a:cubicBezTo>
                <a:cubicBezTo>
                  <a:pt x="541" y="567"/>
                  <a:pt x="537" y="572"/>
                  <a:pt x="535" y="570"/>
                </a:cubicBezTo>
                <a:cubicBezTo>
                  <a:pt x="474" y="591"/>
                  <a:pt x="469" y="587"/>
                  <a:pt x="462" y="592"/>
                </a:cubicBezTo>
                <a:cubicBezTo>
                  <a:pt x="459" y="582"/>
                  <a:pt x="465" y="573"/>
                  <a:pt x="468" y="576"/>
                </a:cubicBezTo>
                <a:cubicBezTo>
                  <a:pt x="497" y="562"/>
                  <a:pt x="501" y="567"/>
                  <a:pt x="506" y="564"/>
                </a:cubicBezTo>
                <a:cubicBezTo>
                  <a:pt x="546" y="554"/>
                  <a:pt x="550" y="555"/>
                  <a:pt x="555" y="550"/>
                </a:cubicBezTo>
                <a:cubicBezTo>
                  <a:pt x="621" y="530"/>
                  <a:pt x="639" y="521"/>
                  <a:pt x="656" y="514"/>
                </a:cubicBezTo>
                <a:cubicBezTo>
                  <a:pt x="724" y="468"/>
                  <a:pt x="727" y="472"/>
                  <a:pt x="731" y="467"/>
                </a:cubicBezTo>
                <a:cubicBezTo>
                  <a:pt x="698" y="479"/>
                  <a:pt x="675" y="497"/>
                  <a:pt x="653" y="506"/>
                </a:cubicBezTo>
                <a:cubicBezTo>
                  <a:pt x="569" y="540"/>
                  <a:pt x="564" y="539"/>
                  <a:pt x="557" y="543"/>
                </a:cubicBezTo>
                <a:cubicBezTo>
                  <a:pt x="520" y="547"/>
                  <a:pt x="515" y="554"/>
                  <a:pt x="512" y="552"/>
                </a:cubicBezTo>
                <a:cubicBezTo>
                  <a:pt x="473" y="562"/>
                  <a:pt x="469" y="568"/>
                  <a:pt x="466" y="563"/>
                </a:cubicBezTo>
                <a:cubicBezTo>
                  <a:pt x="498" y="545"/>
                  <a:pt x="497" y="541"/>
                  <a:pt x="502" y="539"/>
                </a:cubicBezTo>
                <a:cubicBezTo>
                  <a:pt x="563" y="520"/>
                  <a:pt x="573" y="516"/>
                  <a:pt x="581" y="519"/>
                </a:cubicBezTo>
                <a:cubicBezTo>
                  <a:pt x="612" y="506"/>
                  <a:pt x="616" y="505"/>
                  <a:pt x="619" y="506"/>
                </a:cubicBezTo>
                <a:cubicBezTo>
                  <a:pt x="736" y="443"/>
                  <a:pt x="752" y="427"/>
                  <a:pt x="767" y="422"/>
                </a:cubicBezTo>
                <a:cubicBezTo>
                  <a:pt x="792" y="398"/>
                  <a:pt x="801" y="398"/>
                  <a:pt x="799" y="388"/>
                </a:cubicBezTo>
                <a:cubicBezTo>
                  <a:pt x="779" y="406"/>
                  <a:pt x="773" y="410"/>
                  <a:pt x="771" y="411"/>
                </a:cubicBezTo>
                <a:cubicBezTo>
                  <a:pt x="764" y="417"/>
                  <a:pt x="760" y="419"/>
                  <a:pt x="757" y="421"/>
                </a:cubicBezTo>
                <a:cubicBezTo>
                  <a:pt x="698" y="461"/>
                  <a:pt x="694" y="459"/>
                  <a:pt x="692" y="461"/>
                </a:cubicBezTo>
                <a:cubicBezTo>
                  <a:pt x="645" y="481"/>
                  <a:pt x="642" y="485"/>
                  <a:pt x="639" y="487"/>
                </a:cubicBezTo>
                <a:cubicBezTo>
                  <a:pt x="607" y="499"/>
                  <a:pt x="602" y="499"/>
                  <a:pt x="597" y="503"/>
                </a:cubicBezTo>
                <a:cubicBezTo>
                  <a:pt x="580" y="505"/>
                  <a:pt x="572" y="510"/>
                  <a:pt x="564" y="509"/>
                </a:cubicBezTo>
                <a:cubicBezTo>
                  <a:pt x="507" y="529"/>
                  <a:pt x="504" y="529"/>
                  <a:pt x="501" y="530"/>
                </a:cubicBezTo>
                <a:cubicBezTo>
                  <a:pt x="511" y="516"/>
                  <a:pt x="516" y="516"/>
                  <a:pt x="521" y="510"/>
                </a:cubicBezTo>
                <a:cubicBezTo>
                  <a:pt x="560" y="498"/>
                  <a:pt x="569" y="498"/>
                  <a:pt x="580" y="493"/>
                </a:cubicBezTo>
                <a:cubicBezTo>
                  <a:pt x="646" y="472"/>
                  <a:pt x="652" y="467"/>
                  <a:pt x="658" y="468"/>
                </a:cubicBezTo>
                <a:cubicBezTo>
                  <a:pt x="762" y="408"/>
                  <a:pt x="771" y="401"/>
                  <a:pt x="780" y="395"/>
                </a:cubicBezTo>
                <a:cubicBezTo>
                  <a:pt x="794" y="385"/>
                  <a:pt x="799" y="381"/>
                  <a:pt x="804" y="378"/>
                </a:cubicBezTo>
                <a:cubicBezTo>
                  <a:pt x="816" y="362"/>
                  <a:pt x="807" y="368"/>
                  <a:pt x="799" y="374"/>
                </a:cubicBezTo>
                <a:cubicBezTo>
                  <a:pt x="785" y="381"/>
                  <a:pt x="780" y="387"/>
                  <a:pt x="777" y="392"/>
                </a:cubicBezTo>
                <a:cubicBezTo>
                  <a:pt x="741" y="412"/>
                  <a:pt x="732" y="416"/>
                  <a:pt x="722" y="424"/>
                </a:cubicBezTo>
                <a:cubicBezTo>
                  <a:pt x="700" y="442"/>
                  <a:pt x="692" y="439"/>
                  <a:pt x="689" y="441"/>
                </a:cubicBezTo>
                <a:cubicBezTo>
                  <a:pt x="614" y="471"/>
                  <a:pt x="613" y="473"/>
                  <a:pt x="607" y="476"/>
                </a:cubicBezTo>
                <a:cubicBezTo>
                  <a:pt x="566" y="485"/>
                  <a:pt x="556" y="494"/>
                  <a:pt x="549" y="491"/>
                </a:cubicBezTo>
                <a:cubicBezTo>
                  <a:pt x="513" y="502"/>
                  <a:pt x="508" y="511"/>
                  <a:pt x="505" y="508"/>
                </a:cubicBezTo>
                <a:cubicBezTo>
                  <a:pt x="524" y="490"/>
                  <a:pt x="526" y="487"/>
                  <a:pt x="528" y="486"/>
                </a:cubicBezTo>
                <a:cubicBezTo>
                  <a:pt x="546" y="478"/>
                  <a:pt x="555" y="473"/>
                  <a:pt x="564" y="467"/>
                </a:cubicBezTo>
                <a:cubicBezTo>
                  <a:pt x="585" y="466"/>
                  <a:pt x="592" y="460"/>
                  <a:pt x="598" y="460"/>
                </a:cubicBezTo>
                <a:cubicBezTo>
                  <a:pt x="650" y="440"/>
                  <a:pt x="653" y="444"/>
                  <a:pt x="657" y="440"/>
                </a:cubicBezTo>
                <a:cubicBezTo>
                  <a:pt x="729" y="408"/>
                  <a:pt x="743" y="399"/>
                  <a:pt x="758" y="389"/>
                </a:cubicBezTo>
                <a:cubicBezTo>
                  <a:pt x="794" y="357"/>
                  <a:pt x="790" y="359"/>
                  <a:pt x="778" y="369"/>
                </a:cubicBezTo>
                <a:cubicBezTo>
                  <a:pt x="742" y="393"/>
                  <a:pt x="737" y="396"/>
                  <a:pt x="732" y="400"/>
                </a:cubicBezTo>
                <a:cubicBezTo>
                  <a:pt x="693" y="417"/>
                  <a:pt x="690" y="418"/>
                  <a:pt x="687" y="420"/>
                </a:cubicBezTo>
                <a:cubicBezTo>
                  <a:pt x="629" y="438"/>
                  <a:pt x="622" y="447"/>
                  <a:pt x="618" y="443"/>
                </a:cubicBezTo>
                <a:cubicBezTo>
                  <a:pt x="587" y="455"/>
                  <a:pt x="575" y="459"/>
                  <a:pt x="564" y="457"/>
                </a:cubicBezTo>
                <a:cubicBezTo>
                  <a:pt x="544" y="467"/>
                  <a:pt x="539" y="470"/>
                  <a:pt x="534" y="470"/>
                </a:cubicBezTo>
                <a:cubicBezTo>
                  <a:pt x="590" y="434"/>
                  <a:pt x="594" y="439"/>
                  <a:pt x="599" y="435"/>
                </a:cubicBezTo>
                <a:cubicBezTo>
                  <a:pt x="658" y="416"/>
                  <a:pt x="669" y="411"/>
                  <a:pt x="679" y="409"/>
                </a:cubicBezTo>
                <a:cubicBezTo>
                  <a:pt x="766" y="359"/>
                  <a:pt x="770" y="356"/>
                  <a:pt x="786" y="346"/>
                </a:cubicBezTo>
                <a:cubicBezTo>
                  <a:pt x="788" y="337"/>
                  <a:pt x="773" y="348"/>
                  <a:pt x="758" y="359"/>
                </a:cubicBezTo>
                <a:cubicBezTo>
                  <a:pt x="666" y="405"/>
                  <a:pt x="659" y="405"/>
                  <a:pt x="650" y="410"/>
                </a:cubicBezTo>
                <a:cubicBezTo>
                  <a:pt x="579" y="427"/>
                  <a:pt x="571" y="435"/>
                  <a:pt x="566" y="429"/>
                </a:cubicBezTo>
                <a:cubicBezTo>
                  <a:pt x="586" y="418"/>
                  <a:pt x="591" y="422"/>
                  <a:pt x="597" y="419"/>
                </a:cubicBezTo>
                <a:cubicBezTo>
                  <a:pt x="623" y="411"/>
                  <a:pt x="627" y="405"/>
                  <a:pt x="629" y="408"/>
                </a:cubicBezTo>
                <a:cubicBezTo>
                  <a:pt x="674" y="391"/>
                  <a:pt x="674" y="383"/>
                  <a:pt x="679" y="385"/>
                </a:cubicBezTo>
                <a:cubicBezTo>
                  <a:pt x="709" y="372"/>
                  <a:pt x="714" y="369"/>
                  <a:pt x="719" y="365"/>
                </a:cubicBezTo>
                <a:cubicBezTo>
                  <a:pt x="790" y="326"/>
                  <a:pt x="800" y="319"/>
                  <a:pt x="808" y="316"/>
                </a:cubicBezTo>
                <a:cubicBezTo>
                  <a:pt x="851" y="294"/>
                  <a:pt x="848" y="291"/>
                  <a:pt x="852" y="289"/>
                </a:cubicBezTo>
                <a:cubicBezTo>
                  <a:pt x="847" y="287"/>
                  <a:pt x="848" y="290"/>
                  <a:pt x="845" y="292"/>
                </a:cubicBezTo>
                <a:cubicBezTo>
                  <a:pt x="796" y="312"/>
                  <a:pt x="785" y="320"/>
                  <a:pt x="775" y="325"/>
                </a:cubicBezTo>
                <a:cubicBezTo>
                  <a:pt x="686" y="371"/>
                  <a:pt x="681" y="378"/>
                  <a:pt x="677" y="376"/>
                </a:cubicBezTo>
                <a:cubicBezTo>
                  <a:pt x="647" y="386"/>
                  <a:pt x="644" y="390"/>
                  <a:pt x="642" y="391"/>
                </a:cubicBezTo>
                <a:cubicBezTo>
                  <a:pt x="602" y="407"/>
                  <a:pt x="598" y="406"/>
                  <a:pt x="593" y="409"/>
                </a:cubicBezTo>
                <a:cubicBezTo>
                  <a:pt x="585" y="406"/>
                  <a:pt x="586" y="411"/>
                  <a:pt x="589" y="407"/>
                </a:cubicBezTo>
                <a:cubicBezTo>
                  <a:pt x="637" y="379"/>
                  <a:pt x="661" y="368"/>
                  <a:pt x="684" y="361"/>
                </a:cubicBezTo>
                <a:cubicBezTo>
                  <a:pt x="714" y="348"/>
                  <a:pt x="717" y="344"/>
                  <a:pt x="720" y="343"/>
                </a:cubicBezTo>
                <a:cubicBezTo>
                  <a:pt x="761" y="318"/>
                  <a:pt x="780" y="313"/>
                  <a:pt x="794" y="303"/>
                </a:cubicBezTo>
                <a:cubicBezTo>
                  <a:pt x="837" y="288"/>
                  <a:pt x="847" y="283"/>
                  <a:pt x="845" y="279"/>
                </a:cubicBezTo>
                <a:cubicBezTo>
                  <a:pt x="748" y="324"/>
                  <a:pt x="743" y="322"/>
                  <a:pt x="738" y="327"/>
                </a:cubicBezTo>
                <a:cubicBezTo>
                  <a:pt x="712" y="340"/>
                  <a:pt x="702" y="341"/>
                  <a:pt x="692" y="348"/>
                </a:cubicBezTo>
                <a:cubicBezTo>
                  <a:pt x="671" y="360"/>
                  <a:pt x="667" y="355"/>
                  <a:pt x="661" y="360"/>
                </a:cubicBezTo>
                <a:cubicBezTo>
                  <a:pt x="628" y="371"/>
                  <a:pt x="625" y="375"/>
                  <a:pt x="623" y="373"/>
                </a:cubicBezTo>
                <a:cubicBezTo>
                  <a:pt x="602" y="380"/>
                  <a:pt x="603" y="375"/>
                  <a:pt x="608" y="379"/>
                </a:cubicBezTo>
                <a:cubicBezTo>
                  <a:pt x="635" y="363"/>
                  <a:pt x="640" y="358"/>
                  <a:pt x="645" y="355"/>
                </a:cubicBezTo>
                <a:cubicBezTo>
                  <a:pt x="690" y="337"/>
                  <a:pt x="695" y="339"/>
                  <a:pt x="702" y="336"/>
                </a:cubicBezTo>
                <a:cubicBezTo>
                  <a:pt x="778" y="299"/>
                  <a:pt x="789" y="291"/>
                  <a:pt x="800" y="284"/>
                </a:cubicBezTo>
                <a:cubicBezTo>
                  <a:pt x="823" y="265"/>
                  <a:pt x="817" y="270"/>
                  <a:pt x="810" y="275"/>
                </a:cubicBezTo>
                <a:cubicBezTo>
                  <a:pt x="745" y="308"/>
                  <a:pt x="744" y="312"/>
                  <a:pt x="735" y="317"/>
                </a:cubicBezTo>
                <a:cubicBezTo>
                  <a:pt x="706" y="325"/>
                  <a:pt x="698" y="329"/>
                  <a:pt x="692" y="328"/>
                </a:cubicBezTo>
                <a:cubicBezTo>
                  <a:pt x="631" y="353"/>
                  <a:pt x="625" y="359"/>
                  <a:pt x="621" y="355"/>
                </a:cubicBezTo>
                <a:cubicBezTo>
                  <a:pt x="645" y="341"/>
                  <a:pt x="649" y="339"/>
                  <a:pt x="654" y="336"/>
                </a:cubicBezTo>
                <a:cubicBezTo>
                  <a:pt x="697" y="321"/>
                  <a:pt x="705" y="316"/>
                  <a:pt x="713" y="313"/>
                </a:cubicBezTo>
                <a:cubicBezTo>
                  <a:pt x="745" y="297"/>
                  <a:pt x="753" y="295"/>
                  <a:pt x="761" y="291"/>
                </a:cubicBezTo>
                <a:cubicBezTo>
                  <a:pt x="803" y="262"/>
                  <a:pt x="807" y="264"/>
                  <a:pt x="806" y="261"/>
                </a:cubicBezTo>
                <a:cubicBezTo>
                  <a:pt x="839" y="233"/>
                  <a:pt x="843" y="230"/>
                  <a:pt x="847" y="226"/>
                </a:cubicBezTo>
                <a:cubicBezTo>
                  <a:pt x="796" y="261"/>
                  <a:pt x="788" y="266"/>
                  <a:pt x="779" y="272"/>
                </a:cubicBezTo>
                <a:cubicBezTo>
                  <a:pt x="668" y="319"/>
                  <a:pt x="661" y="325"/>
                  <a:pt x="655" y="325"/>
                </a:cubicBezTo>
                <a:cubicBezTo>
                  <a:pt x="643" y="332"/>
                  <a:pt x="643" y="326"/>
                  <a:pt x="646" y="322"/>
                </a:cubicBezTo>
                <a:cubicBezTo>
                  <a:pt x="668" y="316"/>
                  <a:pt x="674" y="313"/>
                  <a:pt x="679" y="313"/>
                </a:cubicBezTo>
                <a:cubicBezTo>
                  <a:pt x="789" y="253"/>
                  <a:pt x="800" y="245"/>
                  <a:pt x="811" y="238"/>
                </a:cubicBezTo>
                <a:cubicBezTo>
                  <a:pt x="830" y="217"/>
                  <a:pt x="839" y="215"/>
                  <a:pt x="836" y="212"/>
                </a:cubicBezTo>
                <a:cubicBezTo>
                  <a:pt x="826" y="221"/>
                  <a:pt x="818" y="219"/>
                  <a:pt x="815" y="227"/>
                </a:cubicBezTo>
                <a:cubicBezTo>
                  <a:pt x="759" y="262"/>
                  <a:pt x="739" y="275"/>
                  <a:pt x="719" y="284"/>
                </a:cubicBezTo>
                <a:cubicBezTo>
                  <a:pt x="673" y="305"/>
                  <a:pt x="671" y="306"/>
                  <a:pt x="668" y="306"/>
                </a:cubicBezTo>
                <a:cubicBezTo>
                  <a:pt x="711" y="282"/>
                  <a:pt x="719" y="273"/>
                  <a:pt x="727" y="271"/>
                </a:cubicBezTo>
                <a:cubicBezTo>
                  <a:pt x="797" y="226"/>
                  <a:pt x="805" y="220"/>
                  <a:pt x="813" y="214"/>
                </a:cubicBezTo>
                <a:cubicBezTo>
                  <a:pt x="850" y="175"/>
                  <a:pt x="861" y="172"/>
                  <a:pt x="859" y="168"/>
                </a:cubicBezTo>
                <a:close/>
                <a:moveTo>
                  <a:pt x="743" y="232"/>
                </a:moveTo>
                <a:cubicBezTo>
                  <a:pt x="748" y="239"/>
                  <a:pt x="733" y="238"/>
                  <a:pt x="728" y="246"/>
                </a:cubicBezTo>
                <a:cubicBezTo>
                  <a:pt x="725" y="238"/>
                  <a:pt x="737" y="240"/>
                  <a:pt x="743" y="232"/>
                </a:cubicBezTo>
                <a:close/>
                <a:moveTo>
                  <a:pt x="723" y="245"/>
                </a:moveTo>
                <a:cubicBezTo>
                  <a:pt x="723" y="251"/>
                  <a:pt x="713" y="252"/>
                  <a:pt x="710" y="254"/>
                </a:cubicBezTo>
                <a:cubicBezTo>
                  <a:pt x="709" y="248"/>
                  <a:pt x="719" y="247"/>
                  <a:pt x="723" y="245"/>
                </a:cubicBezTo>
                <a:close/>
                <a:moveTo>
                  <a:pt x="265" y="659"/>
                </a:moveTo>
                <a:cubicBezTo>
                  <a:pt x="262" y="656"/>
                  <a:pt x="263" y="654"/>
                  <a:pt x="262" y="651"/>
                </a:cubicBezTo>
                <a:cubicBezTo>
                  <a:pt x="260" y="649"/>
                  <a:pt x="256" y="646"/>
                  <a:pt x="259" y="644"/>
                </a:cubicBezTo>
                <a:cubicBezTo>
                  <a:pt x="256" y="643"/>
                  <a:pt x="254" y="641"/>
                  <a:pt x="252" y="638"/>
                </a:cubicBezTo>
                <a:cubicBezTo>
                  <a:pt x="252" y="636"/>
                  <a:pt x="252" y="634"/>
                  <a:pt x="250" y="635"/>
                </a:cubicBezTo>
                <a:cubicBezTo>
                  <a:pt x="248" y="631"/>
                  <a:pt x="248" y="627"/>
                  <a:pt x="243" y="623"/>
                </a:cubicBezTo>
                <a:cubicBezTo>
                  <a:pt x="245" y="617"/>
                  <a:pt x="243" y="617"/>
                  <a:pt x="239" y="613"/>
                </a:cubicBezTo>
                <a:cubicBezTo>
                  <a:pt x="241" y="610"/>
                  <a:pt x="236" y="605"/>
                  <a:pt x="236" y="601"/>
                </a:cubicBezTo>
                <a:cubicBezTo>
                  <a:pt x="231" y="592"/>
                  <a:pt x="230" y="592"/>
                  <a:pt x="223" y="581"/>
                </a:cubicBezTo>
                <a:cubicBezTo>
                  <a:pt x="215" y="572"/>
                  <a:pt x="216" y="564"/>
                  <a:pt x="207" y="555"/>
                </a:cubicBezTo>
                <a:cubicBezTo>
                  <a:pt x="203" y="545"/>
                  <a:pt x="204" y="543"/>
                  <a:pt x="195" y="532"/>
                </a:cubicBezTo>
                <a:cubicBezTo>
                  <a:pt x="199" y="528"/>
                  <a:pt x="191" y="523"/>
                  <a:pt x="193" y="519"/>
                </a:cubicBezTo>
                <a:cubicBezTo>
                  <a:pt x="188" y="514"/>
                  <a:pt x="192" y="510"/>
                  <a:pt x="188" y="505"/>
                </a:cubicBezTo>
                <a:cubicBezTo>
                  <a:pt x="187" y="496"/>
                  <a:pt x="184" y="487"/>
                  <a:pt x="181" y="478"/>
                </a:cubicBezTo>
                <a:cubicBezTo>
                  <a:pt x="189" y="478"/>
                  <a:pt x="185" y="488"/>
                  <a:pt x="189" y="492"/>
                </a:cubicBezTo>
                <a:cubicBezTo>
                  <a:pt x="191" y="498"/>
                  <a:pt x="194" y="504"/>
                  <a:pt x="193" y="509"/>
                </a:cubicBezTo>
                <a:cubicBezTo>
                  <a:pt x="200" y="517"/>
                  <a:pt x="199" y="523"/>
                  <a:pt x="207" y="531"/>
                </a:cubicBezTo>
                <a:cubicBezTo>
                  <a:pt x="210" y="535"/>
                  <a:pt x="208" y="538"/>
                  <a:pt x="209" y="541"/>
                </a:cubicBezTo>
                <a:cubicBezTo>
                  <a:pt x="213" y="542"/>
                  <a:pt x="214" y="546"/>
                  <a:pt x="213" y="549"/>
                </a:cubicBezTo>
                <a:cubicBezTo>
                  <a:pt x="220" y="554"/>
                  <a:pt x="218" y="557"/>
                  <a:pt x="224" y="565"/>
                </a:cubicBezTo>
                <a:cubicBezTo>
                  <a:pt x="227" y="574"/>
                  <a:pt x="233" y="584"/>
                  <a:pt x="237" y="593"/>
                </a:cubicBezTo>
                <a:cubicBezTo>
                  <a:pt x="239" y="596"/>
                  <a:pt x="241" y="598"/>
                  <a:pt x="243" y="601"/>
                </a:cubicBezTo>
                <a:cubicBezTo>
                  <a:pt x="243" y="603"/>
                  <a:pt x="243" y="605"/>
                  <a:pt x="245" y="604"/>
                </a:cubicBezTo>
                <a:cubicBezTo>
                  <a:pt x="246" y="609"/>
                  <a:pt x="245" y="613"/>
                  <a:pt x="250" y="618"/>
                </a:cubicBezTo>
                <a:cubicBezTo>
                  <a:pt x="253" y="627"/>
                  <a:pt x="261" y="637"/>
                  <a:pt x="263" y="646"/>
                </a:cubicBezTo>
                <a:cubicBezTo>
                  <a:pt x="271" y="655"/>
                  <a:pt x="270" y="664"/>
                  <a:pt x="275" y="673"/>
                </a:cubicBezTo>
                <a:cubicBezTo>
                  <a:pt x="268" y="673"/>
                  <a:pt x="271" y="663"/>
                  <a:pt x="265" y="659"/>
                </a:cubicBezTo>
                <a:close/>
                <a:moveTo>
                  <a:pt x="279" y="685"/>
                </a:moveTo>
                <a:cubicBezTo>
                  <a:pt x="279" y="692"/>
                  <a:pt x="278" y="682"/>
                  <a:pt x="274" y="679"/>
                </a:cubicBezTo>
                <a:cubicBezTo>
                  <a:pt x="273" y="676"/>
                  <a:pt x="276" y="678"/>
                  <a:pt x="277" y="679"/>
                </a:cubicBezTo>
                <a:cubicBezTo>
                  <a:pt x="278" y="681"/>
                  <a:pt x="279" y="683"/>
                  <a:pt x="281" y="684"/>
                </a:cubicBezTo>
                <a:cubicBezTo>
                  <a:pt x="280" y="685"/>
                  <a:pt x="280" y="685"/>
                  <a:pt x="279" y="685"/>
                </a:cubicBezTo>
                <a:close/>
                <a:moveTo>
                  <a:pt x="166" y="634"/>
                </a:moveTo>
                <a:cubicBezTo>
                  <a:pt x="162" y="637"/>
                  <a:pt x="166" y="630"/>
                  <a:pt x="161" y="628"/>
                </a:cubicBezTo>
                <a:cubicBezTo>
                  <a:pt x="168" y="628"/>
                  <a:pt x="168" y="638"/>
                  <a:pt x="172" y="642"/>
                </a:cubicBezTo>
                <a:cubicBezTo>
                  <a:pt x="168" y="645"/>
                  <a:pt x="166" y="636"/>
                  <a:pt x="166" y="634"/>
                </a:cubicBezTo>
                <a:close/>
                <a:moveTo>
                  <a:pt x="192" y="691"/>
                </a:moveTo>
                <a:cubicBezTo>
                  <a:pt x="192" y="690"/>
                  <a:pt x="191" y="690"/>
                  <a:pt x="190" y="691"/>
                </a:cubicBezTo>
                <a:cubicBezTo>
                  <a:pt x="187" y="685"/>
                  <a:pt x="184" y="679"/>
                  <a:pt x="184" y="673"/>
                </a:cubicBezTo>
                <a:cubicBezTo>
                  <a:pt x="190" y="669"/>
                  <a:pt x="184" y="681"/>
                  <a:pt x="189" y="677"/>
                </a:cubicBezTo>
                <a:cubicBezTo>
                  <a:pt x="189" y="682"/>
                  <a:pt x="193" y="688"/>
                  <a:pt x="194" y="693"/>
                </a:cubicBezTo>
                <a:cubicBezTo>
                  <a:pt x="195" y="695"/>
                  <a:pt x="196" y="696"/>
                  <a:pt x="197" y="698"/>
                </a:cubicBezTo>
                <a:cubicBezTo>
                  <a:pt x="200" y="705"/>
                  <a:pt x="188" y="693"/>
                  <a:pt x="192" y="691"/>
                </a:cubicBezTo>
                <a:close/>
                <a:moveTo>
                  <a:pt x="259" y="828"/>
                </a:moveTo>
                <a:cubicBezTo>
                  <a:pt x="258" y="824"/>
                  <a:pt x="255" y="820"/>
                  <a:pt x="256" y="817"/>
                </a:cubicBezTo>
                <a:cubicBezTo>
                  <a:pt x="247" y="810"/>
                  <a:pt x="247" y="797"/>
                  <a:pt x="241" y="789"/>
                </a:cubicBezTo>
                <a:cubicBezTo>
                  <a:pt x="233" y="777"/>
                  <a:pt x="228" y="766"/>
                  <a:pt x="224" y="755"/>
                </a:cubicBezTo>
                <a:cubicBezTo>
                  <a:pt x="220" y="751"/>
                  <a:pt x="217" y="746"/>
                  <a:pt x="214" y="742"/>
                </a:cubicBezTo>
                <a:cubicBezTo>
                  <a:pt x="212" y="737"/>
                  <a:pt x="211" y="732"/>
                  <a:pt x="208" y="727"/>
                </a:cubicBezTo>
                <a:cubicBezTo>
                  <a:pt x="206" y="724"/>
                  <a:pt x="208" y="722"/>
                  <a:pt x="205" y="719"/>
                </a:cubicBezTo>
                <a:cubicBezTo>
                  <a:pt x="202" y="720"/>
                  <a:pt x="204" y="715"/>
                  <a:pt x="201" y="717"/>
                </a:cubicBezTo>
                <a:cubicBezTo>
                  <a:pt x="203" y="712"/>
                  <a:pt x="194" y="705"/>
                  <a:pt x="199" y="701"/>
                </a:cubicBezTo>
                <a:cubicBezTo>
                  <a:pt x="207" y="710"/>
                  <a:pt x="207" y="720"/>
                  <a:pt x="217" y="725"/>
                </a:cubicBezTo>
                <a:cubicBezTo>
                  <a:pt x="214" y="728"/>
                  <a:pt x="222" y="733"/>
                  <a:pt x="220" y="736"/>
                </a:cubicBezTo>
                <a:cubicBezTo>
                  <a:pt x="220" y="739"/>
                  <a:pt x="227" y="743"/>
                  <a:pt x="224" y="745"/>
                </a:cubicBezTo>
                <a:cubicBezTo>
                  <a:pt x="228" y="751"/>
                  <a:pt x="231" y="757"/>
                  <a:pt x="232" y="763"/>
                </a:cubicBezTo>
                <a:cubicBezTo>
                  <a:pt x="242" y="777"/>
                  <a:pt x="242" y="783"/>
                  <a:pt x="252" y="798"/>
                </a:cubicBezTo>
                <a:cubicBezTo>
                  <a:pt x="255" y="807"/>
                  <a:pt x="256" y="808"/>
                  <a:pt x="261" y="817"/>
                </a:cubicBezTo>
                <a:cubicBezTo>
                  <a:pt x="258" y="822"/>
                  <a:pt x="264" y="829"/>
                  <a:pt x="265" y="836"/>
                </a:cubicBezTo>
                <a:cubicBezTo>
                  <a:pt x="259" y="838"/>
                  <a:pt x="262" y="830"/>
                  <a:pt x="259" y="828"/>
                </a:cubicBezTo>
                <a:close/>
                <a:moveTo>
                  <a:pt x="195" y="1053"/>
                </a:moveTo>
                <a:cubicBezTo>
                  <a:pt x="187" y="1053"/>
                  <a:pt x="194" y="1042"/>
                  <a:pt x="195" y="1053"/>
                </a:cubicBezTo>
                <a:close/>
                <a:moveTo>
                  <a:pt x="139" y="1162"/>
                </a:moveTo>
                <a:cubicBezTo>
                  <a:pt x="139" y="1162"/>
                  <a:pt x="135" y="1161"/>
                  <a:pt x="135" y="1160"/>
                </a:cubicBezTo>
                <a:cubicBezTo>
                  <a:pt x="135" y="1160"/>
                  <a:pt x="137" y="1159"/>
                  <a:pt x="137" y="1159"/>
                </a:cubicBezTo>
                <a:cubicBezTo>
                  <a:pt x="135" y="1156"/>
                  <a:pt x="134" y="1152"/>
                  <a:pt x="136" y="1155"/>
                </a:cubicBezTo>
                <a:cubicBezTo>
                  <a:pt x="138" y="1157"/>
                  <a:pt x="136" y="1158"/>
                  <a:pt x="137" y="1159"/>
                </a:cubicBezTo>
                <a:cubicBezTo>
                  <a:pt x="137" y="1159"/>
                  <a:pt x="146" y="1164"/>
                  <a:pt x="139" y="1162"/>
                </a:cubicBezTo>
                <a:close/>
                <a:moveTo>
                  <a:pt x="157" y="1194"/>
                </a:moveTo>
                <a:cubicBezTo>
                  <a:pt x="156" y="1188"/>
                  <a:pt x="151" y="1181"/>
                  <a:pt x="146" y="1175"/>
                </a:cubicBezTo>
                <a:cubicBezTo>
                  <a:pt x="148" y="1173"/>
                  <a:pt x="150" y="1179"/>
                  <a:pt x="153" y="1177"/>
                </a:cubicBezTo>
                <a:cubicBezTo>
                  <a:pt x="149" y="1182"/>
                  <a:pt x="165" y="1190"/>
                  <a:pt x="157" y="1194"/>
                </a:cubicBezTo>
                <a:close/>
                <a:moveTo>
                  <a:pt x="160" y="1194"/>
                </a:moveTo>
                <a:cubicBezTo>
                  <a:pt x="165" y="1194"/>
                  <a:pt x="164" y="1204"/>
                  <a:pt x="167" y="1208"/>
                </a:cubicBezTo>
                <a:cubicBezTo>
                  <a:pt x="161" y="1208"/>
                  <a:pt x="161" y="1198"/>
                  <a:pt x="160" y="1194"/>
                </a:cubicBezTo>
                <a:close/>
                <a:moveTo>
                  <a:pt x="120" y="1272"/>
                </a:moveTo>
                <a:cubicBezTo>
                  <a:pt x="122" y="1271"/>
                  <a:pt x="129" y="1274"/>
                  <a:pt x="125" y="1275"/>
                </a:cubicBezTo>
                <a:cubicBezTo>
                  <a:pt x="136" y="1289"/>
                  <a:pt x="127" y="1283"/>
                  <a:pt x="120" y="1272"/>
                </a:cubicBezTo>
                <a:close/>
                <a:moveTo>
                  <a:pt x="25" y="1215"/>
                </a:moveTo>
                <a:cubicBezTo>
                  <a:pt x="26" y="1214"/>
                  <a:pt x="27" y="1214"/>
                  <a:pt x="28" y="1213"/>
                </a:cubicBezTo>
                <a:cubicBezTo>
                  <a:pt x="29" y="1214"/>
                  <a:pt x="31" y="1216"/>
                  <a:pt x="32" y="1218"/>
                </a:cubicBezTo>
                <a:cubicBezTo>
                  <a:pt x="31" y="1218"/>
                  <a:pt x="30" y="1219"/>
                  <a:pt x="29" y="1220"/>
                </a:cubicBezTo>
                <a:cubicBezTo>
                  <a:pt x="27" y="1218"/>
                  <a:pt x="26" y="1217"/>
                  <a:pt x="25" y="1215"/>
                </a:cubicBezTo>
                <a:close/>
                <a:moveTo>
                  <a:pt x="121" y="1375"/>
                </a:moveTo>
                <a:cubicBezTo>
                  <a:pt x="117" y="1370"/>
                  <a:pt x="114" y="1365"/>
                  <a:pt x="110" y="1360"/>
                </a:cubicBezTo>
                <a:cubicBezTo>
                  <a:pt x="113" y="1358"/>
                  <a:pt x="116" y="1360"/>
                  <a:pt x="118" y="1364"/>
                </a:cubicBezTo>
                <a:cubicBezTo>
                  <a:pt x="122" y="1365"/>
                  <a:pt x="127" y="1372"/>
                  <a:pt x="121" y="1375"/>
                </a:cubicBezTo>
                <a:close/>
                <a:moveTo>
                  <a:pt x="156" y="1400"/>
                </a:moveTo>
                <a:cubicBezTo>
                  <a:pt x="154" y="1401"/>
                  <a:pt x="156" y="1399"/>
                  <a:pt x="154" y="1397"/>
                </a:cubicBezTo>
                <a:cubicBezTo>
                  <a:pt x="129" y="1364"/>
                  <a:pt x="125" y="1355"/>
                  <a:pt x="120" y="1353"/>
                </a:cubicBezTo>
                <a:cubicBezTo>
                  <a:pt x="103" y="1335"/>
                  <a:pt x="105" y="1329"/>
                  <a:pt x="98" y="1330"/>
                </a:cubicBezTo>
                <a:cubicBezTo>
                  <a:pt x="80" y="1305"/>
                  <a:pt x="82" y="1304"/>
                  <a:pt x="82" y="1304"/>
                </a:cubicBezTo>
                <a:cubicBezTo>
                  <a:pt x="72" y="1293"/>
                  <a:pt x="73" y="1290"/>
                  <a:pt x="72" y="1290"/>
                </a:cubicBezTo>
                <a:cubicBezTo>
                  <a:pt x="60" y="1278"/>
                  <a:pt x="63" y="1277"/>
                  <a:pt x="61" y="1275"/>
                </a:cubicBezTo>
                <a:cubicBezTo>
                  <a:pt x="44" y="1247"/>
                  <a:pt x="37" y="1241"/>
                  <a:pt x="37" y="1236"/>
                </a:cubicBezTo>
                <a:cubicBezTo>
                  <a:pt x="33" y="1223"/>
                  <a:pt x="41" y="1230"/>
                  <a:pt x="45" y="1233"/>
                </a:cubicBezTo>
                <a:cubicBezTo>
                  <a:pt x="83" y="1280"/>
                  <a:pt x="94" y="1291"/>
                  <a:pt x="101" y="1303"/>
                </a:cubicBezTo>
                <a:cubicBezTo>
                  <a:pt x="106" y="1310"/>
                  <a:pt x="104" y="1311"/>
                  <a:pt x="105" y="1312"/>
                </a:cubicBezTo>
                <a:cubicBezTo>
                  <a:pt x="117" y="1329"/>
                  <a:pt x="118" y="1327"/>
                  <a:pt x="119" y="1329"/>
                </a:cubicBezTo>
                <a:cubicBezTo>
                  <a:pt x="159" y="1413"/>
                  <a:pt x="159" y="1403"/>
                  <a:pt x="156" y="1400"/>
                </a:cubicBezTo>
                <a:close/>
                <a:moveTo>
                  <a:pt x="217" y="1325"/>
                </a:moveTo>
                <a:cubicBezTo>
                  <a:pt x="220" y="1327"/>
                  <a:pt x="210" y="1334"/>
                  <a:pt x="210" y="1328"/>
                </a:cubicBezTo>
                <a:cubicBezTo>
                  <a:pt x="212" y="1325"/>
                  <a:pt x="214" y="1327"/>
                  <a:pt x="217" y="1325"/>
                </a:cubicBezTo>
                <a:close/>
                <a:moveTo>
                  <a:pt x="182" y="1218"/>
                </a:moveTo>
                <a:cubicBezTo>
                  <a:pt x="188" y="1216"/>
                  <a:pt x="184" y="1224"/>
                  <a:pt x="189" y="1227"/>
                </a:cubicBezTo>
                <a:cubicBezTo>
                  <a:pt x="183" y="1229"/>
                  <a:pt x="184" y="1220"/>
                  <a:pt x="182" y="1218"/>
                </a:cubicBezTo>
                <a:close/>
                <a:moveTo>
                  <a:pt x="339" y="1330"/>
                </a:moveTo>
                <a:cubicBezTo>
                  <a:pt x="343" y="1334"/>
                  <a:pt x="348" y="1326"/>
                  <a:pt x="351" y="1333"/>
                </a:cubicBezTo>
                <a:cubicBezTo>
                  <a:pt x="345" y="1334"/>
                  <a:pt x="340" y="1333"/>
                  <a:pt x="334" y="1333"/>
                </a:cubicBezTo>
                <a:cubicBezTo>
                  <a:pt x="333" y="1331"/>
                  <a:pt x="337" y="1333"/>
                  <a:pt x="339" y="1330"/>
                </a:cubicBezTo>
                <a:close/>
                <a:moveTo>
                  <a:pt x="334" y="1341"/>
                </a:moveTo>
                <a:cubicBezTo>
                  <a:pt x="336" y="1340"/>
                  <a:pt x="338" y="1342"/>
                  <a:pt x="340" y="1342"/>
                </a:cubicBezTo>
                <a:cubicBezTo>
                  <a:pt x="342" y="1341"/>
                  <a:pt x="344" y="1342"/>
                  <a:pt x="346" y="1340"/>
                </a:cubicBezTo>
                <a:cubicBezTo>
                  <a:pt x="357" y="1342"/>
                  <a:pt x="367" y="1347"/>
                  <a:pt x="379" y="1338"/>
                </a:cubicBezTo>
                <a:cubicBezTo>
                  <a:pt x="387" y="1341"/>
                  <a:pt x="395" y="1339"/>
                  <a:pt x="403" y="1338"/>
                </a:cubicBezTo>
                <a:cubicBezTo>
                  <a:pt x="406" y="1343"/>
                  <a:pt x="399" y="1338"/>
                  <a:pt x="397" y="1342"/>
                </a:cubicBezTo>
                <a:cubicBezTo>
                  <a:pt x="395" y="1339"/>
                  <a:pt x="391" y="1345"/>
                  <a:pt x="389" y="1341"/>
                </a:cubicBezTo>
                <a:cubicBezTo>
                  <a:pt x="383" y="1345"/>
                  <a:pt x="378" y="1341"/>
                  <a:pt x="372" y="1345"/>
                </a:cubicBezTo>
                <a:cubicBezTo>
                  <a:pt x="367" y="1342"/>
                  <a:pt x="362" y="1346"/>
                  <a:pt x="357" y="1344"/>
                </a:cubicBezTo>
                <a:cubicBezTo>
                  <a:pt x="352" y="1342"/>
                  <a:pt x="346" y="1348"/>
                  <a:pt x="341" y="1343"/>
                </a:cubicBezTo>
                <a:cubicBezTo>
                  <a:pt x="335" y="1345"/>
                  <a:pt x="329" y="1350"/>
                  <a:pt x="324" y="1343"/>
                </a:cubicBezTo>
                <a:cubicBezTo>
                  <a:pt x="328" y="1342"/>
                  <a:pt x="330" y="1346"/>
                  <a:pt x="334" y="1341"/>
                </a:cubicBezTo>
                <a:close/>
                <a:moveTo>
                  <a:pt x="321" y="1343"/>
                </a:moveTo>
                <a:cubicBezTo>
                  <a:pt x="321" y="1351"/>
                  <a:pt x="310" y="1347"/>
                  <a:pt x="306" y="1349"/>
                </a:cubicBezTo>
                <a:cubicBezTo>
                  <a:pt x="300" y="1351"/>
                  <a:pt x="295" y="1352"/>
                  <a:pt x="290" y="1353"/>
                </a:cubicBezTo>
                <a:cubicBezTo>
                  <a:pt x="284" y="1355"/>
                  <a:pt x="278" y="1355"/>
                  <a:pt x="272" y="1359"/>
                </a:cubicBezTo>
                <a:cubicBezTo>
                  <a:pt x="267" y="1360"/>
                  <a:pt x="265" y="1364"/>
                  <a:pt x="258" y="1364"/>
                </a:cubicBezTo>
                <a:cubicBezTo>
                  <a:pt x="249" y="1371"/>
                  <a:pt x="241" y="1374"/>
                  <a:pt x="233" y="1377"/>
                </a:cubicBezTo>
                <a:cubicBezTo>
                  <a:pt x="216" y="1388"/>
                  <a:pt x="203" y="1400"/>
                  <a:pt x="192" y="1412"/>
                </a:cubicBezTo>
                <a:cubicBezTo>
                  <a:pt x="191" y="1414"/>
                  <a:pt x="190" y="1415"/>
                  <a:pt x="191" y="1417"/>
                </a:cubicBezTo>
                <a:cubicBezTo>
                  <a:pt x="188" y="1420"/>
                  <a:pt x="186" y="1418"/>
                  <a:pt x="188" y="1417"/>
                </a:cubicBezTo>
                <a:cubicBezTo>
                  <a:pt x="190" y="1412"/>
                  <a:pt x="191" y="1406"/>
                  <a:pt x="196" y="1401"/>
                </a:cubicBezTo>
                <a:cubicBezTo>
                  <a:pt x="197" y="1396"/>
                  <a:pt x="204" y="1391"/>
                  <a:pt x="205" y="1385"/>
                </a:cubicBezTo>
                <a:cubicBezTo>
                  <a:pt x="211" y="1384"/>
                  <a:pt x="216" y="1375"/>
                  <a:pt x="225" y="1370"/>
                </a:cubicBezTo>
                <a:cubicBezTo>
                  <a:pt x="235" y="1364"/>
                  <a:pt x="236" y="1365"/>
                  <a:pt x="246" y="1358"/>
                </a:cubicBezTo>
                <a:cubicBezTo>
                  <a:pt x="248" y="1361"/>
                  <a:pt x="252" y="1355"/>
                  <a:pt x="255" y="1356"/>
                </a:cubicBezTo>
                <a:cubicBezTo>
                  <a:pt x="258" y="1356"/>
                  <a:pt x="261" y="1355"/>
                  <a:pt x="264" y="1352"/>
                </a:cubicBezTo>
                <a:cubicBezTo>
                  <a:pt x="267" y="1356"/>
                  <a:pt x="272" y="1352"/>
                  <a:pt x="275" y="1354"/>
                </a:cubicBezTo>
                <a:cubicBezTo>
                  <a:pt x="291" y="1345"/>
                  <a:pt x="306" y="1348"/>
                  <a:pt x="321" y="1343"/>
                </a:cubicBezTo>
                <a:close/>
                <a:moveTo>
                  <a:pt x="193" y="1379"/>
                </a:moveTo>
                <a:cubicBezTo>
                  <a:pt x="192" y="1377"/>
                  <a:pt x="196" y="1374"/>
                  <a:pt x="198" y="1376"/>
                </a:cubicBezTo>
                <a:cubicBezTo>
                  <a:pt x="198" y="1371"/>
                  <a:pt x="203" y="1367"/>
                  <a:pt x="205" y="1363"/>
                </a:cubicBezTo>
                <a:cubicBezTo>
                  <a:pt x="211" y="1359"/>
                  <a:pt x="216" y="1355"/>
                  <a:pt x="221" y="1351"/>
                </a:cubicBezTo>
                <a:cubicBezTo>
                  <a:pt x="230" y="1347"/>
                  <a:pt x="237" y="1348"/>
                  <a:pt x="246" y="1341"/>
                </a:cubicBezTo>
                <a:cubicBezTo>
                  <a:pt x="251" y="1345"/>
                  <a:pt x="256" y="1336"/>
                  <a:pt x="262" y="1339"/>
                </a:cubicBezTo>
                <a:cubicBezTo>
                  <a:pt x="267" y="1334"/>
                  <a:pt x="271" y="1340"/>
                  <a:pt x="277" y="1336"/>
                </a:cubicBezTo>
                <a:cubicBezTo>
                  <a:pt x="286" y="1336"/>
                  <a:pt x="296" y="1336"/>
                  <a:pt x="305" y="1335"/>
                </a:cubicBezTo>
                <a:cubicBezTo>
                  <a:pt x="306" y="1338"/>
                  <a:pt x="303" y="1337"/>
                  <a:pt x="301" y="1338"/>
                </a:cubicBezTo>
                <a:cubicBezTo>
                  <a:pt x="298" y="1342"/>
                  <a:pt x="296" y="1337"/>
                  <a:pt x="293" y="1338"/>
                </a:cubicBezTo>
                <a:cubicBezTo>
                  <a:pt x="291" y="1341"/>
                  <a:pt x="290" y="1339"/>
                  <a:pt x="287" y="1340"/>
                </a:cubicBezTo>
                <a:cubicBezTo>
                  <a:pt x="284" y="1339"/>
                  <a:pt x="280" y="1341"/>
                  <a:pt x="275" y="1344"/>
                </a:cubicBezTo>
                <a:cubicBezTo>
                  <a:pt x="268" y="1341"/>
                  <a:pt x="260" y="1348"/>
                  <a:pt x="252" y="1346"/>
                </a:cubicBezTo>
                <a:cubicBezTo>
                  <a:pt x="250" y="1348"/>
                  <a:pt x="248" y="1349"/>
                  <a:pt x="246" y="1348"/>
                </a:cubicBezTo>
                <a:cubicBezTo>
                  <a:pt x="236" y="1354"/>
                  <a:pt x="235" y="1357"/>
                  <a:pt x="226" y="1357"/>
                </a:cubicBezTo>
                <a:cubicBezTo>
                  <a:pt x="224" y="1364"/>
                  <a:pt x="216" y="1364"/>
                  <a:pt x="214" y="1368"/>
                </a:cubicBezTo>
                <a:cubicBezTo>
                  <a:pt x="207" y="1371"/>
                  <a:pt x="208" y="1375"/>
                  <a:pt x="200" y="1376"/>
                </a:cubicBezTo>
                <a:cubicBezTo>
                  <a:pt x="199" y="1380"/>
                  <a:pt x="194" y="1384"/>
                  <a:pt x="191" y="1387"/>
                </a:cubicBezTo>
                <a:cubicBezTo>
                  <a:pt x="188" y="1384"/>
                  <a:pt x="189" y="1381"/>
                  <a:pt x="193" y="1379"/>
                </a:cubicBezTo>
                <a:close/>
                <a:moveTo>
                  <a:pt x="199" y="1139"/>
                </a:moveTo>
                <a:cubicBezTo>
                  <a:pt x="195" y="1136"/>
                  <a:pt x="199" y="1133"/>
                  <a:pt x="194" y="1130"/>
                </a:cubicBezTo>
                <a:cubicBezTo>
                  <a:pt x="196" y="1124"/>
                  <a:pt x="191" y="1118"/>
                  <a:pt x="192" y="1112"/>
                </a:cubicBezTo>
                <a:cubicBezTo>
                  <a:pt x="172" y="1082"/>
                  <a:pt x="156" y="1052"/>
                  <a:pt x="135" y="1027"/>
                </a:cubicBezTo>
                <a:cubicBezTo>
                  <a:pt x="131" y="1022"/>
                  <a:pt x="125" y="1019"/>
                  <a:pt x="121" y="1011"/>
                </a:cubicBezTo>
                <a:cubicBezTo>
                  <a:pt x="118" y="1006"/>
                  <a:pt x="120" y="1008"/>
                  <a:pt x="116" y="1004"/>
                </a:cubicBezTo>
                <a:cubicBezTo>
                  <a:pt x="114" y="1002"/>
                  <a:pt x="115" y="999"/>
                  <a:pt x="113" y="997"/>
                </a:cubicBezTo>
                <a:cubicBezTo>
                  <a:pt x="111" y="993"/>
                  <a:pt x="107" y="991"/>
                  <a:pt x="105" y="988"/>
                </a:cubicBezTo>
                <a:cubicBezTo>
                  <a:pt x="105" y="989"/>
                  <a:pt x="106" y="986"/>
                  <a:pt x="105" y="985"/>
                </a:cubicBezTo>
                <a:cubicBezTo>
                  <a:pt x="105" y="985"/>
                  <a:pt x="99" y="984"/>
                  <a:pt x="100" y="982"/>
                </a:cubicBezTo>
                <a:cubicBezTo>
                  <a:pt x="102" y="976"/>
                  <a:pt x="85" y="961"/>
                  <a:pt x="80" y="952"/>
                </a:cubicBezTo>
                <a:cubicBezTo>
                  <a:pt x="80" y="951"/>
                  <a:pt x="78" y="949"/>
                  <a:pt x="78" y="948"/>
                </a:cubicBezTo>
                <a:cubicBezTo>
                  <a:pt x="79" y="945"/>
                  <a:pt x="77" y="947"/>
                  <a:pt x="75" y="943"/>
                </a:cubicBezTo>
                <a:cubicBezTo>
                  <a:pt x="75" y="943"/>
                  <a:pt x="76" y="942"/>
                  <a:pt x="75" y="941"/>
                </a:cubicBezTo>
                <a:cubicBezTo>
                  <a:pt x="70" y="932"/>
                  <a:pt x="58" y="920"/>
                  <a:pt x="53" y="907"/>
                </a:cubicBezTo>
                <a:cubicBezTo>
                  <a:pt x="58" y="904"/>
                  <a:pt x="61" y="910"/>
                  <a:pt x="64" y="915"/>
                </a:cubicBezTo>
                <a:cubicBezTo>
                  <a:pt x="65" y="919"/>
                  <a:pt x="73" y="924"/>
                  <a:pt x="70" y="927"/>
                </a:cubicBezTo>
                <a:cubicBezTo>
                  <a:pt x="77" y="930"/>
                  <a:pt x="83" y="943"/>
                  <a:pt x="90" y="947"/>
                </a:cubicBezTo>
                <a:cubicBezTo>
                  <a:pt x="93" y="952"/>
                  <a:pt x="96" y="956"/>
                  <a:pt x="99" y="960"/>
                </a:cubicBezTo>
                <a:cubicBezTo>
                  <a:pt x="97" y="963"/>
                  <a:pt x="100" y="962"/>
                  <a:pt x="101" y="963"/>
                </a:cubicBezTo>
                <a:cubicBezTo>
                  <a:pt x="101" y="966"/>
                  <a:pt x="102" y="968"/>
                  <a:pt x="104" y="967"/>
                </a:cubicBezTo>
                <a:cubicBezTo>
                  <a:pt x="107" y="969"/>
                  <a:pt x="109" y="979"/>
                  <a:pt x="114" y="977"/>
                </a:cubicBezTo>
                <a:cubicBezTo>
                  <a:pt x="113" y="980"/>
                  <a:pt x="116" y="984"/>
                  <a:pt x="119" y="985"/>
                </a:cubicBezTo>
                <a:cubicBezTo>
                  <a:pt x="124" y="994"/>
                  <a:pt x="128" y="995"/>
                  <a:pt x="134" y="1006"/>
                </a:cubicBezTo>
                <a:cubicBezTo>
                  <a:pt x="140" y="1014"/>
                  <a:pt x="146" y="1022"/>
                  <a:pt x="152" y="1030"/>
                </a:cubicBezTo>
                <a:cubicBezTo>
                  <a:pt x="154" y="1034"/>
                  <a:pt x="156" y="1034"/>
                  <a:pt x="158" y="1035"/>
                </a:cubicBezTo>
                <a:cubicBezTo>
                  <a:pt x="159" y="1040"/>
                  <a:pt x="167" y="1051"/>
                  <a:pt x="174" y="1061"/>
                </a:cubicBezTo>
                <a:cubicBezTo>
                  <a:pt x="180" y="1075"/>
                  <a:pt x="188" y="1090"/>
                  <a:pt x="193" y="1104"/>
                </a:cubicBezTo>
                <a:cubicBezTo>
                  <a:pt x="196" y="1111"/>
                  <a:pt x="198" y="1118"/>
                  <a:pt x="198" y="1125"/>
                </a:cubicBezTo>
                <a:cubicBezTo>
                  <a:pt x="203" y="1132"/>
                  <a:pt x="203" y="1139"/>
                  <a:pt x="203" y="1145"/>
                </a:cubicBezTo>
                <a:cubicBezTo>
                  <a:pt x="199" y="1148"/>
                  <a:pt x="199" y="1140"/>
                  <a:pt x="199" y="1139"/>
                </a:cubicBezTo>
                <a:close/>
                <a:moveTo>
                  <a:pt x="228" y="1142"/>
                </a:moveTo>
                <a:cubicBezTo>
                  <a:pt x="236" y="1134"/>
                  <a:pt x="246" y="1126"/>
                  <a:pt x="252" y="1118"/>
                </a:cubicBezTo>
                <a:cubicBezTo>
                  <a:pt x="300" y="1093"/>
                  <a:pt x="301" y="1085"/>
                  <a:pt x="309" y="1081"/>
                </a:cubicBezTo>
                <a:cubicBezTo>
                  <a:pt x="462" y="985"/>
                  <a:pt x="471" y="976"/>
                  <a:pt x="485" y="967"/>
                </a:cubicBezTo>
                <a:cubicBezTo>
                  <a:pt x="503" y="945"/>
                  <a:pt x="507" y="947"/>
                  <a:pt x="510" y="941"/>
                </a:cubicBezTo>
                <a:cubicBezTo>
                  <a:pt x="557" y="905"/>
                  <a:pt x="553" y="907"/>
                  <a:pt x="551" y="909"/>
                </a:cubicBezTo>
                <a:cubicBezTo>
                  <a:pt x="517" y="950"/>
                  <a:pt x="499" y="964"/>
                  <a:pt x="486" y="978"/>
                </a:cubicBezTo>
                <a:cubicBezTo>
                  <a:pt x="437" y="1016"/>
                  <a:pt x="427" y="1019"/>
                  <a:pt x="415" y="1030"/>
                </a:cubicBezTo>
                <a:cubicBezTo>
                  <a:pt x="412" y="1032"/>
                  <a:pt x="412" y="1035"/>
                  <a:pt x="411" y="1035"/>
                </a:cubicBezTo>
                <a:cubicBezTo>
                  <a:pt x="371" y="1063"/>
                  <a:pt x="358" y="1069"/>
                  <a:pt x="346" y="1077"/>
                </a:cubicBezTo>
                <a:cubicBezTo>
                  <a:pt x="251" y="1133"/>
                  <a:pt x="244" y="1138"/>
                  <a:pt x="238" y="1142"/>
                </a:cubicBezTo>
                <a:cubicBezTo>
                  <a:pt x="217" y="1159"/>
                  <a:pt x="213" y="1164"/>
                  <a:pt x="208" y="1169"/>
                </a:cubicBezTo>
                <a:close/>
                <a:moveTo>
                  <a:pt x="223" y="1067"/>
                </a:moveTo>
                <a:cubicBezTo>
                  <a:pt x="223" y="1065"/>
                  <a:pt x="223" y="1063"/>
                  <a:pt x="221" y="1061"/>
                </a:cubicBezTo>
                <a:cubicBezTo>
                  <a:pt x="226" y="1059"/>
                  <a:pt x="229" y="1064"/>
                  <a:pt x="223" y="1067"/>
                </a:cubicBezTo>
                <a:close/>
                <a:moveTo>
                  <a:pt x="232" y="1100"/>
                </a:moveTo>
                <a:cubicBezTo>
                  <a:pt x="230" y="1094"/>
                  <a:pt x="242" y="1090"/>
                  <a:pt x="243" y="1085"/>
                </a:cubicBezTo>
                <a:cubicBezTo>
                  <a:pt x="362" y="999"/>
                  <a:pt x="360" y="990"/>
                  <a:pt x="366" y="989"/>
                </a:cubicBezTo>
                <a:cubicBezTo>
                  <a:pt x="390" y="969"/>
                  <a:pt x="398" y="972"/>
                  <a:pt x="400" y="969"/>
                </a:cubicBezTo>
                <a:cubicBezTo>
                  <a:pt x="434" y="942"/>
                  <a:pt x="438" y="946"/>
                  <a:pt x="443" y="940"/>
                </a:cubicBezTo>
                <a:cubicBezTo>
                  <a:pt x="503" y="895"/>
                  <a:pt x="520" y="886"/>
                  <a:pt x="537" y="875"/>
                </a:cubicBezTo>
                <a:cubicBezTo>
                  <a:pt x="594" y="856"/>
                  <a:pt x="595" y="858"/>
                  <a:pt x="592" y="860"/>
                </a:cubicBezTo>
                <a:cubicBezTo>
                  <a:pt x="575" y="865"/>
                  <a:pt x="573" y="867"/>
                  <a:pt x="571" y="865"/>
                </a:cubicBezTo>
                <a:cubicBezTo>
                  <a:pt x="463" y="940"/>
                  <a:pt x="448" y="949"/>
                  <a:pt x="432" y="965"/>
                </a:cubicBezTo>
                <a:cubicBezTo>
                  <a:pt x="322" y="1042"/>
                  <a:pt x="316" y="1041"/>
                  <a:pt x="309" y="1047"/>
                </a:cubicBezTo>
                <a:cubicBezTo>
                  <a:pt x="287" y="1062"/>
                  <a:pt x="287" y="1060"/>
                  <a:pt x="285" y="1062"/>
                </a:cubicBezTo>
                <a:cubicBezTo>
                  <a:pt x="261" y="1080"/>
                  <a:pt x="257" y="1087"/>
                  <a:pt x="255" y="1084"/>
                </a:cubicBezTo>
                <a:close/>
                <a:moveTo>
                  <a:pt x="231" y="1037"/>
                </a:moveTo>
                <a:cubicBezTo>
                  <a:pt x="230" y="1036"/>
                  <a:pt x="229" y="1035"/>
                  <a:pt x="228" y="1034"/>
                </a:cubicBezTo>
                <a:cubicBezTo>
                  <a:pt x="230" y="1033"/>
                  <a:pt x="231" y="1032"/>
                  <a:pt x="232" y="1032"/>
                </a:cubicBezTo>
                <a:cubicBezTo>
                  <a:pt x="232" y="1033"/>
                  <a:pt x="233" y="1034"/>
                  <a:pt x="234" y="1035"/>
                </a:cubicBezTo>
                <a:cubicBezTo>
                  <a:pt x="233" y="1036"/>
                  <a:pt x="232" y="1036"/>
                  <a:pt x="231" y="1037"/>
                </a:cubicBezTo>
                <a:close/>
                <a:moveTo>
                  <a:pt x="269" y="855"/>
                </a:moveTo>
                <a:cubicBezTo>
                  <a:pt x="270" y="855"/>
                  <a:pt x="267" y="849"/>
                  <a:pt x="267" y="849"/>
                </a:cubicBezTo>
                <a:cubicBezTo>
                  <a:pt x="269" y="847"/>
                  <a:pt x="275" y="856"/>
                  <a:pt x="269" y="855"/>
                </a:cubicBezTo>
                <a:close/>
                <a:moveTo>
                  <a:pt x="301" y="886"/>
                </a:moveTo>
                <a:cubicBezTo>
                  <a:pt x="298" y="882"/>
                  <a:pt x="298" y="880"/>
                  <a:pt x="302" y="877"/>
                </a:cubicBezTo>
                <a:cubicBezTo>
                  <a:pt x="305" y="881"/>
                  <a:pt x="305" y="884"/>
                  <a:pt x="301" y="886"/>
                </a:cubicBezTo>
                <a:close/>
                <a:moveTo>
                  <a:pt x="301" y="817"/>
                </a:moveTo>
                <a:cubicBezTo>
                  <a:pt x="301" y="815"/>
                  <a:pt x="302" y="814"/>
                  <a:pt x="301" y="812"/>
                </a:cubicBezTo>
                <a:cubicBezTo>
                  <a:pt x="300" y="808"/>
                  <a:pt x="305" y="812"/>
                  <a:pt x="303" y="813"/>
                </a:cubicBezTo>
                <a:cubicBezTo>
                  <a:pt x="305" y="816"/>
                  <a:pt x="303" y="818"/>
                  <a:pt x="306" y="821"/>
                </a:cubicBezTo>
                <a:cubicBezTo>
                  <a:pt x="305" y="825"/>
                  <a:pt x="306" y="829"/>
                  <a:pt x="308" y="834"/>
                </a:cubicBezTo>
                <a:cubicBezTo>
                  <a:pt x="300" y="833"/>
                  <a:pt x="306" y="822"/>
                  <a:pt x="301" y="817"/>
                </a:cubicBezTo>
                <a:close/>
                <a:moveTo>
                  <a:pt x="481" y="717"/>
                </a:moveTo>
                <a:cubicBezTo>
                  <a:pt x="482" y="721"/>
                  <a:pt x="472" y="722"/>
                  <a:pt x="468" y="723"/>
                </a:cubicBezTo>
                <a:cubicBezTo>
                  <a:pt x="467" y="719"/>
                  <a:pt x="478" y="718"/>
                  <a:pt x="481" y="717"/>
                </a:cubicBezTo>
                <a:close/>
                <a:moveTo>
                  <a:pt x="463" y="722"/>
                </a:moveTo>
                <a:cubicBezTo>
                  <a:pt x="465" y="726"/>
                  <a:pt x="456" y="728"/>
                  <a:pt x="455" y="728"/>
                </a:cubicBezTo>
                <a:cubicBezTo>
                  <a:pt x="452" y="724"/>
                  <a:pt x="461" y="722"/>
                  <a:pt x="463" y="722"/>
                </a:cubicBezTo>
                <a:close/>
                <a:moveTo>
                  <a:pt x="356" y="782"/>
                </a:moveTo>
                <a:cubicBezTo>
                  <a:pt x="358" y="781"/>
                  <a:pt x="359" y="780"/>
                  <a:pt x="361" y="778"/>
                </a:cubicBezTo>
                <a:cubicBezTo>
                  <a:pt x="368" y="777"/>
                  <a:pt x="358" y="783"/>
                  <a:pt x="356" y="785"/>
                </a:cubicBezTo>
                <a:cubicBezTo>
                  <a:pt x="353" y="786"/>
                  <a:pt x="354" y="783"/>
                  <a:pt x="356" y="782"/>
                </a:cubicBezTo>
                <a:close/>
                <a:moveTo>
                  <a:pt x="393" y="618"/>
                </a:moveTo>
                <a:cubicBezTo>
                  <a:pt x="387" y="621"/>
                  <a:pt x="392" y="614"/>
                  <a:pt x="388" y="612"/>
                </a:cubicBezTo>
                <a:cubicBezTo>
                  <a:pt x="392" y="609"/>
                  <a:pt x="392" y="617"/>
                  <a:pt x="393" y="618"/>
                </a:cubicBezTo>
                <a:close/>
                <a:moveTo>
                  <a:pt x="407" y="682"/>
                </a:moveTo>
                <a:cubicBezTo>
                  <a:pt x="410" y="678"/>
                  <a:pt x="412" y="674"/>
                  <a:pt x="418" y="671"/>
                </a:cubicBezTo>
                <a:cubicBezTo>
                  <a:pt x="450" y="660"/>
                  <a:pt x="454" y="654"/>
                  <a:pt x="457" y="653"/>
                </a:cubicBezTo>
                <a:cubicBezTo>
                  <a:pt x="483" y="644"/>
                  <a:pt x="490" y="641"/>
                  <a:pt x="496" y="639"/>
                </a:cubicBezTo>
                <a:cubicBezTo>
                  <a:pt x="536" y="628"/>
                  <a:pt x="539" y="625"/>
                  <a:pt x="543" y="625"/>
                </a:cubicBezTo>
                <a:cubicBezTo>
                  <a:pt x="574" y="618"/>
                  <a:pt x="580" y="613"/>
                  <a:pt x="586" y="614"/>
                </a:cubicBezTo>
                <a:cubicBezTo>
                  <a:pt x="673" y="563"/>
                  <a:pt x="672" y="564"/>
                  <a:pt x="671" y="565"/>
                </a:cubicBezTo>
                <a:cubicBezTo>
                  <a:pt x="622" y="601"/>
                  <a:pt x="616" y="610"/>
                  <a:pt x="597" y="618"/>
                </a:cubicBezTo>
                <a:cubicBezTo>
                  <a:pt x="544" y="639"/>
                  <a:pt x="541" y="643"/>
                  <a:pt x="537" y="644"/>
                </a:cubicBezTo>
                <a:cubicBezTo>
                  <a:pt x="519" y="649"/>
                  <a:pt x="512" y="654"/>
                  <a:pt x="505" y="655"/>
                </a:cubicBezTo>
                <a:cubicBezTo>
                  <a:pt x="445" y="679"/>
                  <a:pt x="427" y="685"/>
                  <a:pt x="408" y="693"/>
                </a:cubicBezTo>
                <a:cubicBezTo>
                  <a:pt x="383" y="709"/>
                  <a:pt x="384" y="706"/>
                  <a:pt x="383" y="704"/>
                </a:cubicBezTo>
                <a:cubicBezTo>
                  <a:pt x="397" y="688"/>
                  <a:pt x="401" y="686"/>
                  <a:pt x="403" y="684"/>
                </a:cubicBezTo>
                <a:close/>
                <a:moveTo>
                  <a:pt x="532" y="454"/>
                </a:moveTo>
                <a:cubicBezTo>
                  <a:pt x="532" y="450"/>
                  <a:pt x="531" y="447"/>
                  <a:pt x="535" y="444"/>
                </a:cubicBezTo>
                <a:cubicBezTo>
                  <a:pt x="538" y="448"/>
                  <a:pt x="536" y="451"/>
                  <a:pt x="532" y="454"/>
                </a:cubicBezTo>
                <a:close/>
                <a:moveTo>
                  <a:pt x="627" y="333"/>
                </a:moveTo>
                <a:cubicBezTo>
                  <a:pt x="626" y="331"/>
                  <a:pt x="628" y="329"/>
                  <a:pt x="627" y="326"/>
                </a:cubicBezTo>
                <a:cubicBezTo>
                  <a:pt x="631" y="324"/>
                  <a:pt x="631" y="332"/>
                  <a:pt x="627" y="333"/>
                </a:cubicBezTo>
                <a:close/>
                <a:moveTo>
                  <a:pt x="722" y="53"/>
                </a:moveTo>
                <a:cubicBezTo>
                  <a:pt x="723" y="56"/>
                  <a:pt x="721" y="59"/>
                  <a:pt x="718" y="61"/>
                </a:cubicBezTo>
                <a:cubicBezTo>
                  <a:pt x="713" y="58"/>
                  <a:pt x="719" y="56"/>
                  <a:pt x="722" y="53"/>
                </a:cubicBezTo>
                <a:close/>
                <a:moveTo>
                  <a:pt x="670" y="251"/>
                </a:moveTo>
                <a:cubicBezTo>
                  <a:pt x="668" y="255"/>
                  <a:pt x="668" y="260"/>
                  <a:pt x="668" y="264"/>
                </a:cubicBezTo>
                <a:cubicBezTo>
                  <a:pt x="664" y="281"/>
                  <a:pt x="657" y="284"/>
                  <a:pt x="658" y="289"/>
                </a:cubicBezTo>
                <a:cubicBezTo>
                  <a:pt x="652" y="296"/>
                  <a:pt x="652" y="292"/>
                  <a:pt x="653" y="288"/>
                </a:cubicBezTo>
                <a:cubicBezTo>
                  <a:pt x="661" y="245"/>
                  <a:pt x="661" y="237"/>
                  <a:pt x="665" y="230"/>
                </a:cubicBezTo>
                <a:cubicBezTo>
                  <a:pt x="666" y="215"/>
                  <a:pt x="662" y="210"/>
                  <a:pt x="666" y="207"/>
                </a:cubicBezTo>
                <a:cubicBezTo>
                  <a:pt x="670" y="171"/>
                  <a:pt x="675" y="168"/>
                  <a:pt x="674" y="164"/>
                </a:cubicBezTo>
                <a:cubicBezTo>
                  <a:pt x="679" y="136"/>
                  <a:pt x="684" y="129"/>
                  <a:pt x="685" y="122"/>
                </a:cubicBezTo>
                <a:cubicBezTo>
                  <a:pt x="704" y="89"/>
                  <a:pt x="704" y="75"/>
                  <a:pt x="716" y="63"/>
                </a:cubicBezTo>
                <a:cubicBezTo>
                  <a:pt x="709" y="86"/>
                  <a:pt x="708" y="91"/>
                  <a:pt x="704" y="96"/>
                </a:cubicBezTo>
                <a:cubicBezTo>
                  <a:pt x="684" y="166"/>
                  <a:pt x="687" y="171"/>
                  <a:pt x="684" y="174"/>
                </a:cubicBezTo>
                <a:cubicBezTo>
                  <a:pt x="678" y="204"/>
                  <a:pt x="677" y="208"/>
                  <a:pt x="678" y="213"/>
                </a:cubicBezTo>
                <a:cubicBezTo>
                  <a:pt x="672" y="242"/>
                  <a:pt x="669" y="246"/>
                  <a:pt x="670" y="251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  <a:alpha val="50000"/>
            </a:schemeClr>
          </a:solidFill>
          <a:ln>
            <a:noFill/>
          </a:ln>
        </p:spPr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76489" y="1503907"/>
            <a:ext cx="3227715" cy="1687924"/>
          </a:xfrm>
        </p:spPr>
        <p:txBody>
          <a:bodyPr anchor="b">
            <a:normAutofit/>
          </a:bodyPr>
          <a:lstStyle>
            <a:lvl1pPr>
              <a:lnSpc>
                <a:spcPct val="104000"/>
              </a:lnSpc>
              <a:defRPr sz="3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87731" y="441414"/>
            <a:ext cx="7597040" cy="5654586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476489" y="3223805"/>
            <a:ext cx="3227715" cy="2872197"/>
          </a:xfrm>
        </p:spPr>
        <p:txBody>
          <a:bodyPr/>
          <a:lstStyle>
            <a:lvl1pPr marL="0" indent="0">
              <a:spcBef>
                <a:spcPts val="14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476556" y="6286502"/>
            <a:ext cx="3227715" cy="365125"/>
          </a:xfrm>
        </p:spPr>
        <p:txBody>
          <a:bodyPr/>
          <a:lstStyle>
            <a:lvl1pPr algn="l">
              <a:defRPr/>
            </a:lvl1pPr>
          </a:lstStyle>
          <a:p>
            <a:fld id="{48A87A34-81AB-432B-8DAE-1953F412C126}" type="datetimeFigureOut">
              <a:rPr lang="en-US" smtClean="0"/>
              <a:t>5/1/2021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87731" y="6286502"/>
            <a:ext cx="7597040" cy="365125"/>
          </a:xfrm>
        </p:spPr>
        <p:txBody>
          <a:bodyPr/>
          <a:lstStyle>
            <a:lvl1pPr algn="l">
              <a:defRPr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476489" y="373606"/>
            <a:ext cx="3227715" cy="816481"/>
          </a:xfrm>
        </p:spPr>
        <p:txBody>
          <a:bodyPr anchor="t"/>
          <a:lstStyle>
            <a:lvl1pPr algn="l">
              <a:defRPr sz="44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429409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400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15" title="Feather"/>
          <p:cNvSpPr>
            <a:spLocks noEditPoints="1"/>
          </p:cNvSpPr>
          <p:nvPr/>
        </p:nvSpPr>
        <p:spPr bwMode="auto">
          <a:xfrm rot="2047334" flipH="1">
            <a:off x="8572458" y="453683"/>
            <a:ext cx="3409445" cy="5857295"/>
          </a:xfrm>
          <a:custGeom>
            <a:avLst/>
            <a:gdLst/>
            <a:ahLst/>
            <a:cxnLst/>
            <a:rect l="0" t="0" r="r" b="b"/>
            <a:pathLst>
              <a:path w="869" h="1495">
                <a:moveTo>
                  <a:pt x="865" y="156"/>
                </a:moveTo>
                <a:cubicBezTo>
                  <a:pt x="856" y="165"/>
                  <a:pt x="851" y="173"/>
                  <a:pt x="844" y="182"/>
                </a:cubicBezTo>
                <a:cubicBezTo>
                  <a:pt x="804" y="216"/>
                  <a:pt x="802" y="216"/>
                  <a:pt x="800" y="216"/>
                </a:cubicBezTo>
                <a:cubicBezTo>
                  <a:pt x="775" y="232"/>
                  <a:pt x="768" y="237"/>
                  <a:pt x="760" y="239"/>
                </a:cubicBezTo>
                <a:cubicBezTo>
                  <a:pt x="699" y="279"/>
                  <a:pt x="696" y="275"/>
                  <a:pt x="693" y="278"/>
                </a:cubicBezTo>
                <a:cubicBezTo>
                  <a:pt x="706" y="270"/>
                  <a:pt x="707" y="266"/>
                  <a:pt x="714" y="263"/>
                </a:cubicBezTo>
                <a:cubicBezTo>
                  <a:pt x="766" y="230"/>
                  <a:pt x="774" y="225"/>
                  <a:pt x="782" y="219"/>
                </a:cubicBezTo>
                <a:cubicBezTo>
                  <a:pt x="830" y="181"/>
                  <a:pt x="830" y="177"/>
                  <a:pt x="834" y="174"/>
                </a:cubicBezTo>
                <a:cubicBezTo>
                  <a:pt x="831" y="170"/>
                  <a:pt x="831" y="178"/>
                  <a:pt x="827" y="175"/>
                </a:cubicBezTo>
                <a:cubicBezTo>
                  <a:pt x="792" y="205"/>
                  <a:pt x="784" y="209"/>
                  <a:pt x="783" y="213"/>
                </a:cubicBezTo>
                <a:cubicBezTo>
                  <a:pt x="763" y="227"/>
                  <a:pt x="760" y="223"/>
                  <a:pt x="757" y="227"/>
                </a:cubicBezTo>
                <a:cubicBezTo>
                  <a:pt x="776" y="212"/>
                  <a:pt x="774" y="208"/>
                  <a:pt x="780" y="206"/>
                </a:cubicBezTo>
                <a:cubicBezTo>
                  <a:pt x="824" y="164"/>
                  <a:pt x="830" y="160"/>
                  <a:pt x="833" y="155"/>
                </a:cubicBezTo>
                <a:cubicBezTo>
                  <a:pt x="806" y="176"/>
                  <a:pt x="797" y="184"/>
                  <a:pt x="788" y="193"/>
                </a:cubicBezTo>
                <a:cubicBezTo>
                  <a:pt x="731" y="226"/>
                  <a:pt x="724" y="237"/>
                  <a:pt x="720" y="234"/>
                </a:cubicBezTo>
                <a:cubicBezTo>
                  <a:pt x="766" y="194"/>
                  <a:pt x="786" y="180"/>
                  <a:pt x="803" y="159"/>
                </a:cubicBezTo>
                <a:cubicBezTo>
                  <a:pt x="785" y="170"/>
                  <a:pt x="775" y="180"/>
                  <a:pt x="763" y="188"/>
                </a:cubicBezTo>
                <a:cubicBezTo>
                  <a:pt x="736" y="208"/>
                  <a:pt x="735" y="202"/>
                  <a:pt x="737" y="200"/>
                </a:cubicBezTo>
                <a:cubicBezTo>
                  <a:pt x="749" y="181"/>
                  <a:pt x="754" y="177"/>
                  <a:pt x="756" y="172"/>
                </a:cubicBezTo>
                <a:cubicBezTo>
                  <a:pt x="787" y="134"/>
                  <a:pt x="791" y="136"/>
                  <a:pt x="790" y="130"/>
                </a:cubicBezTo>
                <a:cubicBezTo>
                  <a:pt x="769" y="150"/>
                  <a:pt x="765" y="152"/>
                  <a:pt x="766" y="155"/>
                </a:cubicBezTo>
                <a:cubicBezTo>
                  <a:pt x="746" y="174"/>
                  <a:pt x="746" y="170"/>
                  <a:pt x="746" y="169"/>
                </a:cubicBezTo>
                <a:cubicBezTo>
                  <a:pt x="748" y="164"/>
                  <a:pt x="752" y="160"/>
                  <a:pt x="752" y="160"/>
                </a:cubicBezTo>
                <a:cubicBezTo>
                  <a:pt x="764" y="139"/>
                  <a:pt x="770" y="129"/>
                  <a:pt x="777" y="119"/>
                </a:cubicBezTo>
                <a:cubicBezTo>
                  <a:pt x="800" y="82"/>
                  <a:pt x="812" y="81"/>
                  <a:pt x="808" y="77"/>
                </a:cubicBezTo>
                <a:cubicBezTo>
                  <a:pt x="770" y="123"/>
                  <a:pt x="765" y="125"/>
                  <a:pt x="763" y="127"/>
                </a:cubicBezTo>
                <a:cubicBezTo>
                  <a:pt x="747" y="156"/>
                  <a:pt x="743" y="161"/>
                  <a:pt x="740" y="166"/>
                </a:cubicBezTo>
                <a:cubicBezTo>
                  <a:pt x="744" y="144"/>
                  <a:pt x="749" y="134"/>
                  <a:pt x="753" y="124"/>
                </a:cubicBezTo>
                <a:cubicBezTo>
                  <a:pt x="782" y="79"/>
                  <a:pt x="781" y="77"/>
                  <a:pt x="784" y="75"/>
                </a:cubicBezTo>
                <a:cubicBezTo>
                  <a:pt x="769" y="89"/>
                  <a:pt x="765" y="92"/>
                  <a:pt x="765" y="96"/>
                </a:cubicBezTo>
                <a:cubicBezTo>
                  <a:pt x="728" y="162"/>
                  <a:pt x="722" y="177"/>
                  <a:pt x="718" y="191"/>
                </a:cubicBezTo>
                <a:cubicBezTo>
                  <a:pt x="710" y="205"/>
                  <a:pt x="719" y="210"/>
                  <a:pt x="712" y="213"/>
                </a:cubicBezTo>
                <a:cubicBezTo>
                  <a:pt x="703" y="240"/>
                  <a:pt x="708" y="247"/>
                  <a:pt x="697" y="251"/>
                </a:cubicBezTo>
                <a:cubicBezTo>
                  <a:pt x="699" y="232"/>
                  <a:pt x="702" y="230"/>
                  <a:pt x="701" y="228"/>
                </a:cubicBezTo>
                <a:cubicBezTo>
                  <a:pt x="714" y="177"/>
                  <a:pt x="714" y="170"/>
                  <a:pt x="714" y="162"/>
                </a:cubicBezTo>
                <a:cubicBezTo>
                  <a:pt x="735" y="103"/>
                  <a:pt x="740" y="88"/>
                  <a:pt x="749" y="73"/>
                </a:cubicBezTo>
                <a:cubicBezTo>
                  <a:pt x="757" y="53"/>
                  <a:pt x="753" y="62"/>
                  <a:pt x="744" y="70"/>
                </a:cubicBezTo>
                <a:cubicBezTo>
                  <a:pt x="727" y="107"/>
                  <a:pt x="722" y="112"/>
                  <a:pt x="722" y="118"/>
                </a:cubicBezTo>
                <a:cubicBezTo>
                  <a:pt x="706" y="172"/>
                  <a:pt x="705" y="175"/>
                  <a:pt x="703" y="177"/>
                </a:cubicBezTo>
                <a:cubicBezTo>
                  <a:pt x="696" y="206"/>
                  <a:pt x="696" y="209"/>
                  <a:pt x="696" y="212"/>
                </a:cubicBezTo>
                <a:cubicBezTo>
                  <a:pt x="687" y="247"/>
                  <a:pt x="685" y="253"/>
                  <a:pt x="684" y="260"/>
                </a:cubicBezTo>
                <a:cubicBezTo>
                  <a:pt x="671" y="275"/>
                  <a:pt x="673" y="272"/>
                  <a:pt x="677" y="270"/>
                </a:cubicBezTo>
                <a:cubicBezTo>
                  <a:pt x="682" y="240"/>
                  <a:pt x="681" y="234"/>
                  <a:pt x="684" y="229"/>
                </a:cubicBezTo>
                <a:cubicBezTo>
                  <a:pt x="694" y="189"/>
                  <a:pt x="690" y="182"/>
                  <a:pt x="693" y="177"/>
                </a:cubicBezTo>
                <a:cubicBezTo>
                  <a:pt x="706" y="119"/>
                  <a:pt x="707" y="113"/>
                  <a:pt x="709" y="107"/>
                </a:cubicBezTo>
                <a:cubicBezTo>
                  <a:pt x="721" y="64"/>
                  <a:pt x="727" y="59"/>
                  <a:pt x="729" y="53"/>
                </a:cubicBezTo>
                <a:cubicBezTo>
                  <a:pt x="751" y="15"/>
                  <a:pt x="760" y="13"/>
                  <a:pt x="759" y="10"/>
                </a:cubicBezTo>
                <a:cubicBezTo>
                  <a:pt x="752" y="12"/>
                  <a:pt x="750" y="14"/>
                  <a:pt x="749" y="17"/>
                </a:cubicBezTo>
                <a:cubicBezTo>
                  <a:pt x="722" y="50"/>
                  <a:pt x="719" y="46"/>
                  <a:pt x="715" y="51"/>
                </a:cubicBezTo>
                <a:cubicBezTo>
                  <a:pt x="696" y="86"/>
                  <a:pt x="689" y="94"/>
                  <a:pt x="687" y="103"/>
                </a:cubicBezTo>
                <a:cubicBezTo>
                  <a:pt x="667" y="145"/>
                  <a:pt x="670" y="146"/>
                  <a:pt x="670" y="148"/>
                </a:cubicBezTo>
                <a:cubicBezTo>
                  <a:pt x="662" y="166"/>
                  <a:pt x="660" y="175"/>
                  <a:pt x="659" y="185"/>
                </a:cubicBezTo>
                <a:cubicBezTo>
                  <a:pt x="655" y="217"/>
                  <a:pt x="655" y="222"/>
                  <a:pt x="653" y="226"/>
                </a:cubicBezTo>
                <a:cubicBezTo>
                  <a:pt x="646" y="259"/>
                  <a:pt x="650" y="265"/>
                  <a:pt x="650" y="270"/>
                </a:cubicBezTo>
                <a:cubicBezTo>
                  <a:pt x="632" y="316"/>
                  <a:pt x="637" y="319"/>
                  <a:pt x="630" y="321"/>
                </a:cubicBezTo>
                <a:cubicBezTo>
                  <a:pt x="630" y="285"/>
                  <a:pt x="633" y="283"/>
                  <a:pt x="633" y="280"/>
                </a:cubicBezTo>
                <a:cubicBezTo>
                  <a:pt x="637" y="248"/>
                  <a:pt x="637" y="243"/>
                  <a:pt x="639" y="238"/>
                </a:cubicBezTo>
                <a:cubicBezTo>
                  <a:pt x="639" y="222"/>
                  <a:pt x="641" y="220"/>
                  <a:pt x="641" y="217"/>
                </a:cubicBezTo>
                <a:cubicBezTo>
                  <a:pt x="649" y="175"/>
                  <a:pt x="652" y="166"/>
                  <a:pt x="654" y="157"/>
                </a:cubicBezTo>
                <a:cubicBezTo>
                  <a:pt x="673" y="112"/>
                  <a:pt x="670" y="107"/>
                  <a:pt x="677" y="103"/>
                </a:cubicBezTo>
                <a:cubicBezTo>
                  <a:pt x="690" y="65"/>
                  <a:pt x="699" y="63"/>
                  <a:pt x="694" y="59"/>
                </a:cubicBezTo>
                <a:cubicBezTo>
                  <a:pt x="663" y="118"/>
                  <a:pt x="658" y="124"/>
                  <a:pt x="654" y="130"/>
                </a:cubicBezTo>
                <a:cubicBezTo>
                  <a:pt x="644" y="160"/>
                  <a:pt x="640" y="163"/>
                  <a:pt x="644" y="166"/>
                </a:cubicBezTo>
                <a:cubicBezTo>
                  <a:pt x="632" y="198"/>
                  <a:pt x="638" y="202"/>
                  <a:pt x="632" y="204"/>
                </a:cubicBezTo>
                <a:cubicBezTo>
                  <a:pt x="630" y="226"/>
                  <a:pt x="628" y="229"/>
                  <a:pt x="630" y="233"/>
                </a:cubicBezTo>
                <a:cubicBezTo>
                  <a:pt x="624" y="286"/>
                  <a:pt x="621" y="292"/>
                  <a:pt x="621" y="298"/>
                </a:cubicBezTo>
                <a:cubicBezTo>
                  <a:pt x="622" y="314"/>
                  <a:pt x="617" y="316"/>
                  <a:pt x="621" y="318"/>
                </a:cubicBezTo>
                <a:cubicBezTo>
                  <a:pt x="615" y="341"/>
                  <a:pt x="613" y="344"/>
                  <a:pt x="612" y="347"/>
                </a:cubicBezTo>
                <a:cubicBezTo>
                  <a:pt x="610" y="337"/>
                  <a:pt x="612" y="332"/>
                  <a:pt x="615" y="327"/>
                </a:cubicBezTo>
                <a:cubicBezTo>
                  <a:pt x="612" y="290"/>
                  <a:pt x="621" y="286"/>
                  <a:pt x="616" y="280"/>
                </a:cubicBezTo>
                <a:cubicBezTo>
                  <a:pt x="615" y="259"/>
                  <a:pt x="621" y="255"/>
                  <a:pt x="620" y="250"/>
                </a:cubicBezTo>
                <a:cubicBezTo>
                  <a:pt x="624" y="201"/>
                  <a:pt x="625" y="198"/>
                  <a:pt x="626" y="196"/>
                </a:cubicBezTo>
                <a:cubicBezTo>
                  <a:pt x="635" y="171"/>
                  <a:pt x="633" y="168"/>
                  <a:pt x="634" y="166"/>
                </a:cubicBezTo>
                <a:cubicBezTo>
                  <a:pt x="642" y="141"/>
                  <a:pt x="642" y="139"/>
                  <a:pt x="642" y="136"/>
                </a:cubicBezTo>
                <a:cubicBezTo>
                  <a:pt x="655" y="109"/>
                  <a:pt x="657" y="104"/>
                  <a:pt x="662" y="99"/>
                </a:cubicBezTo>
                <a:cubicBezTo>
                  <a:pt x="645" y="113"/>
                  <a:pt x="645" y="122"/>
                  <a:pt x="637" y="130"/>
                </a:cubicBezTo>
                <a:cubicBezTo>
                  <a:pt x="617" y="197"/>
                  <a:pt x="614" y="202"/>
                  <a:pt x="614" y="207"/>
                </a:cubicBezTo>
                <a:cubicBezTo>
                  <a:pt x="613" y="227"/>
                  <a:pt x="609" y="228"/>
                  <a:pt x="612" y="231"/>
                </a:cubicBezTo>
                <a:cubicBezTo>
                  <a:pt x="612" y="251"/>
                  <a:pt x="612" y="254"/>
                  <a:pt x="608" y="256"/>
                </a:cubicBezTo>
                <a:cubicBezTo>
                  <a:pt x="608" y="278"/>
                  <a:pt x="607" y="283"/>
                  <a:pt x="607" y="289"/>
                </a:cubicBezTo>
                <a:cubicBezTo>
                  <a:pt x="595" y="363"/>
                  <a:pt x="592" y="374"/>
                  <a:pt x="587" y="384"/>
                </a:cubicBezTo>
                <a:cubicBezTo>
                  <a:pt x="589" y="326"/>
                  <a:pt x="592" y="323"/>
                  <a:pt x="592" y="319"/>
                </a:cubicBezTo>
                <a:cubicBezTo>
                  <a:pt x="594" y="243"/>
                  <a:pt x="593" y="240"/>
                  <a:pt x="594" y="237"/>
                </a:cubicBezTo>
                <a:cubicBezTo>
                  <a:pt x="597" y="223"/>
                  <a:pt x="596" y="219"/>
                  <a:pt x="596" y="216"/>
                </a:cubicBezTo>
                <a:cubicBezTo>
                  <a:pt x="608" y="177"/>
                  <a:pt x="610" y="170"/>
                  <a:pt x="614" y="163"/>
                </a:cubicBezTo>
                <a:cubicBezTo>
                  <a:pt x="624" y="125"/>
                  <a:pt x="623" y="130"/>
                  <a:pt x="621" y="134"/>
                </a:cubicBezTo>
                <a:cubicBezTo>
                  <a:pt x="598" y="185"/>
                  <a:pt x="595" y="190"/>
                  <a:pt x="594" y="195"/>
                </a:cubicBezTo>
                <a:cubicBezTo>
                  <a:pt x="583" y="227"/>
                  <a:pt x="590" y="232"/>
                  <a:pt x="586" y="235"/>
                </a:cubicBezTo>
                <a:cubicBezTo>
                  <a:pt x="585" y="269"/>
                  <a:pt x="583" y="276"/>
                  <a:pt x="584" y="284"/>
                </a:cubicBezTo>
                <a:cubicBezTo>
                  <a:pt x="583" y="334"/>
                  <a:pt x="581" y="338"/>
                  <a:pt x="584" y="342"/>
                </a:cubicBezTo>
                <a:cubicBezTo>
                  <a:pt x="578" y="377"/>
                  <a:pt x="579" y="381"/>
                  <a:pt x="575" y="384"/>
                </a:cubicBezTo>
                <a:cubicBezTo>
                  <a:pt x="572" y="368"/>
                  <a:pt x="578" y="365"/>
                  <a:pt x="575" y="361"/>
                </a:cubicBezTo>
                <a:cubicBezTo>
                  <a:pt x="580" y="316"/>
                  <a:pt x="571" y="307"/>
                  <a:pt x="578" y="300"/>
                </a:cubicBezTo>
                <a:cubicBezTo>
                  <a:pt x="572" y="220"/>
                  <a:pt x="574" y="213"/>
                  <a:pt x="573" y="205"/>
                </a:cubicBezTo>
                <a:cubicBezTo>
                  <a:pt x="581" y="177"/>
                  <a:pt x="576" y="169"/>
                  <a:pt x="580" y="163"/>
                </a:cubicBezTo>
                <a:cubicBezTo>
                  <a:pt x="594" y="117"/>
                  <a:pt x="601" y="111"/>
                  <a:pt x="598" y="103"/>
                </a:cubicBezTo>
                <a:cubicBezTo>
                  <a:pt x="577" y="151"/>
                  <a:pt x="576" y="154"/>
                  <a:pt x="573" y="156"/>
                </a:cubicBezTo>
                <a:cubicBezTo>
                  <a:pt x="562" y="241"/>
                  <a:pt x="563" y="252"/>
                  <a:pt x="564" y="263"/>
                </a:cubicBezTo>
                <a:cubicBezTo>
                  <a:pt x="569" y="302"/>
                  <a:pt x="564" y="307"/>
                  <a:pt x="568" y="312"/>
                </a:cubicBezTo>
                <a:cubicBezTo>
                  <a:pt x="566" y="341"/>
                  <a:pt x="565" y="352"/>
                  <a:pt x="568" y="364"/>
                </a:cubicBezTo>
                <a:cubicBezTo>
                  <a:pt x="553" y="423"/>
                  <a:pt x="553" y="420"/>
                  <a:pt x="555" y="417"/>
                </a:cubicBezTo>
                <a:cubicBezTo>
                  <a:pt x="556" y="394"/>
                  <a:pt x="560" y="392"/>
                  <a:pt x="558" y="388"/>
                </a:cubicBezTo>
                <a:cubicBezTo>
                  <a:pt x="561" y="333"/>
                  <a:pt x="563" y="331"/>
                  <a:pt x="562" y="329"/>
                </a:cubicBezTo>
                <a:cubicBezTo>
                  <a:pt x="559" y="274"/>
                  <a:pt x="553" y="255"/>
                  <a:pt x="554" y="236"/>
                </a:cubicBezTo>
                <a:cubicBezTo>
                  <a:pt x="554" y="218"/>
                  <a:pt x="555" y="214"/>
                  <a:pt x="554" y="209"/>
                </a:cubicBezTo>
                <a:cubicBezTo>
                  <a:pt x="559" y="193"/>
                  <a:pt x="557" y="190"/>
                  <a:pt x="559" y="188"/>
                </a:cubicBezTo>
                <a:cubicBezTo>
                  <a:pt x="569" y="145"/>
                  <a:pt x="573" y="136"/>
                  <a:pt x="573" y="126"/>
                </a:cubicBezTo>
                <a:cubicBezTo>
                  <a:pt x="557" y="167"/>
                  <a:pt x="554" y="173"/>
                  <a:pt x="555" y="179"/>
                </a:cubicBezTo>
                <a:cubicBezTo>
                  <a:pt x="548" y="204"/>
                  <a:pt x="545" y="211"/>
                  <a:pt x="547" y="219"/>
                </a:cubicBezTo>
                <a:cubicBezTo>
                  <a:pt x="545" y="249"/>
                  <a:pt x="547" y="257"/>
                  <a:pt x="548" y="265"/>
                </a:cubicBezTo>
                <a:cubicBezTo>
                  <a:pt x="553" y="302"/>
                  <a:pt x="551" y="305"/>
                  <a:pt x="550" y="308"/>
                </a:cubicBezTo>
                <a:cubicBezTo>
                  <a:pt x="556" y="350"/>
                  <a:pt x="553" y="352"/>
                  <a:pt x="554" y="354"/>
                </a:cubicBezTo>
                <a:cubicBezTo>
                  <a:pt x="551" y="391"/>
                  <a:pt x="544" y="394"/>
                  <a:pt x="549" y="399"/>
                </a:cubicBezTo>
                <a:cubicBezTo>
                  <a:pt x="548" y="423"/>
                  <a:pt x="541" y="425"/>
                  <a:pt x="543" y="428"/>
                </a:cubicBezTo>
                <a:cubicBezTo>
                  <a:pt x="534" y="435"/>
                  <a:pt x="534" y="428"/>
                  <a:pt x="538" y="422"/>
                </a:cubicBezTo>
                <a:cubicBezTo>
                  <a:pt x="537" y="386"/>
                  <a:pt x="541" y="383"/>
                  <a:pt x="540" y="379"/>
                </a:cubicBezTo>
                <a:cubicBezTo>
                  <a:pt x="538" y="342"/>
                  <a:pt x="537" y="338"/>
                  <a:pt x="538" y="333"/>
                </a:cubicBezTo>
                <a:cubicBezTo>
                  <a:pt x="535" y="297"/>
                  <a:pt x="532" y="288"/>
                  <a:pt x="531" y="280"/>
                </a:cubicBezTo>
                <a:cubicBezTo>
                  <a:pt x="528" y="237"/>
                  <a:pt x="531" y="236"/>
                  <a:pt x="530" y="234"/>
                </a:cubicBezTo>
                <a:cubicBezTo>
                  <a:pt x="531" y="195"/>
                  <a:pt x="535" y="192"/>
                  <a:pt x="534" y="187"/>
                </a:cubicBezTo>
                <a:cubicBezTo>
                  <a:pt x="537" y="169"/>
                  <a:pt x="538" y="165"/>
                  <a:pt x="539" y="161"/>
                </a:cubicBezTo>
                <a:cubicBezTo>
                  <a:pt x="534" y="156"/>
                  <a:pt x="534" y="160"/>
                  <a:pt x="532" y="164"/>
                </a:cubicBezTo>
                <a:cubicBezTo>
                  <a:pt x="527" y="184"/>
                  <a:pt x="527" y="187"/>
                  <a:pt x="528" y="189"/>
                </a:cubicBezTo>
                <a:cubicBezTo>
                  <a:pt x="521" y="228"/>
                  <a:pt x="522" y="230"/>
                  <a:pt x="522" y="232"/>
                </a:cubicBezTo>
                <a:cubicBezTo>
                  <a:pt x="521" y="256"/>
                  <a:pt x="520" y="257"/>
                  <a:pt x="522" y="259"/>
                </a:cubicBezTo>
                <a:cubicBezTo>
                  <a:pt x="527" y="285"/>
                  <a:pt x="520" y="288"/>
                  <a:pt x="524" y="293"/>
                </a:cubicBezTo>
                <a:cubicBezTo>
                  <a:pt x="532" y="343"/>
                  <a:pt x="530" y="351"/>
                  <a:pt x="534" y="361"/>
                </a:cubicBezTo>
                <a:cubicBezTo>
                  <a:pt x="531" y="378"/>
                  <a:pt x="529" y="380"/>
                  <a:pt x="532" y="382"/>
                </a:cubicBezTo>
                <a:cubicBezTo>
                  <a:pt x="530" y="417"/>
                  <a:pt x="530" y="421"/>
                  <a:pt x="528" y="424"/>
                </a:cubicBezTo>
                <a:cubicBezTo>
                  <a:pt x="523" y="442"/>
                  <a:pt x="525" y="445"/>
                  <a:pt x="522" y="444"/>
                </a:cubicBezTo>
                <a:cubicBezTo>
                  <a:pt x="523" y="396"/>
                  <a:pt x="516" y="383"/>
                  <a:pt x="519" y="372"/>
                </a:cubicBezTo>
                <a:cubicBezTo>
                  <a:pt x="517" y="348"/>
                  <a:pt x="514" y="341"/>
                  <a:pt x="515" y="335"/>
                </a:cubicBezTo>
                <a:cubicBezTo>
                  <a:pt x="506" y="291"/>
                  <a:pt x="509" y="286"/>
                  <a:pt x="507" y="280"/>
                </a:cubicBezTo>
                <a:cubicBezTo>
                  <a:pt x="508" y="220"/>
                  <a:pt x="509" y="215"/>
                  <a:pt x="510" y="209"/>
                </a:cubicBezTo>
                <a:cubicBezTo>
                  <a:pt x="513" y="185"/>
                  <a:pt x="512" y="178"/>
                  <a:pt x="516" y="173"/>
                </a:cubicBezTo>
                <a:cubicBezTo>
                  <a:pt x="515" y="159"/>
                  <a:pt x="514" y="162"/>
                  <a:pt x="512" y="164"/>
                </a:cubicBezTo>
                <a:cubicBezTo>
                  <a:pt x="505" y="191"/>
                  <a:pt x="507" y="196"/>
                  <a:pt x="504" y="201"/>
                </a:cubicBezTo>
                <a:cubicBezTo>
                  <a:pt x="500" y="221"/>
                  <a:pt x="502" y="226"/>
                  <a:pt x="501" y="230"/>
                </a:cubicBezTo>
                <a:cubicBezTo>
                  <a:pt x="498" y="248"/>
                  <a:pt x="500" y="251"/>
                  <a:pt x="500" y="253"/>
                </a:cubicBezTo>
                <a:cubicBezTo>
                  <a:pt x="496" y="271"/>
                  <a:pt x="502" y="275"/>
                  <a:pt x="498" y="277"/>
                </a:cubicBezTo>
                <a:cubicBezTo>
                  <a:pt x="497" y="300"/>
                  <a:pt x="497" y="294"/>
                  <a:pt x="497" y="290"/>
                </a:cubicBezTo>
                <a:cubicBezTo>
                  <a:pt x="494" y="271"/>
                  <a:pt x="495" y="268"/>
                  <a:pt x="495" y="266"/>
                </a:cubicBezTo>
                <a:cubicBezTo>
                  <a:pt x="494" y="202"/>
                  <a:pt x="495" y="187"/>
                  <a:pt x="499" y="173"/>
                </a:cubicBezTo>
                <a:cubicBezTo>
                  <a:pt x="501" y="135"/>
                  <a:pt x="510" y="133"/>
                  <a:pt x="503" y="128"/>
                </a:cubicBezTo>
                <a:cubicBezTo>
                  <a:pt x="490" y="173"/>
                  <a:pt x="490" y="178"/>
                  <a:pt x="489" y="183"/>
                </a:cubicBezTo>
                <a:cubicBezTo>
                  <a:pt x="485" y="220"/>
                  <a:pt x="485" y="223"/>
                  <a:pt x="485" y="225"/>
                </a:cubicBezTo>
                <a:cubicBezTo>
                  <a:pt x="484" y="256"/>
                  <a:pt x="483" y="258"/>
                  <a:pt x="486" y="261"/>
                </a:cubicBezTo>
                <a:cubicBezTo>
                  <a:pt x="484" y="277"/>
                  <a:pt x="489" y="280"/>
                  <a:pt x="487" y="282"/>
                </a:cubicBezTo>
                <a:cubicBezTo>
                  <a:pt x="498" y="337"/>
                  <a:pt x="496" y="347"/>
                  <a:pt x="502" y="357"/>
                </a:cubicBezTo>
                <a:cubicBezTo>
                  <a:pt x="506" y="408"/>
                  <a:pt x="505" y="413"/>
                  <a:pt x="503" y="418"/>
                </a:cubicBezTo>
                <a:cubicBezTo>
                  <a:pt x="505" y="450"/>
                  <a:pt x="505" y="453"/>
                  <a:pt x="503" y="455"/>
                </a:cubicBezTo>
                <a:cubicBezTo>
                  <a:pt x="499" y="471"/>
                  <a:pt x="503" y="479"/>
                  <a:pt x="498" y="475"/>
                </a:cubicBezTo>
                <a:cubicBezTo>
                  <a:pt x="493" y="426"/>
                  <a:pt x="495" y="423"/>
                  <a:pt x="495" y="419"/>
                </a:cubicBezTo>
                <a:cubicBezTo>
                  <a:pt x="485" y="375"/>
                  <a:pt x="480" y="366"/>
                  <a:pt x="483" y="359"/>
                </a:cubicBezTo>
                <a:cubicBezTo>
                  <a:pt x="470" y="321"/>
                  <a:pt x="476" y="319"/>
                  <a:pt x="470" y="314"/>
                </a:cubicBezTo>
                <a:cubicBezTo>
                  <a:pt x="459" y="218"/>
                  <a:pt x="466" y="212"/>
                  <a:pt x="462" y="204"/>
                </a:cubicBezTo>
                <a:cubicBezTo>
                  <a:pt x="457" y="195"/>
                  <a:pt x="457" y="204"/>
                  <a:pt x="457" y="213"/>
                </a:cubicBezTo>
                <a:cubicBezTo>
                  <a:pt x="457" y="232"/>
                  <a:pt x="452" y="236"/>
                  <a:pt x="455" y="241"/>
                </a:cubicBezTo>
                <a:cubicBezTo>
                  <a:pt x="454" y="275"/>
                  <a:pt x="459" y="280"/>
                  <a:pt x="456" y="285"/>
                </a:cubicBezTo>
                <a:cubicBezTo>
                  <a:pt x="462" y="317"/>
                  <a:pt x="462" y="322"/>
                  <a:pt x="465" y="327"/>
                </a:cubicBezTo>
                <a:cubicBezTo>
                  <a:pt x="475" y="362"/>
                  <a:pt x="473" y="368"/>
                  <a:pt x="475" y="375"/>
                </a:cubicBezTo>
                <a:cubicBezTo>
                  <a:pt x="478" y="394"/>
                  <a:pt x="483" y="397"/>
                  <a:pt x="481" y="400"/>
                </a:cubicBezTo>
                <a:cubicBezTo>
                  <a:pt x="484" y="436"/>
                  <a:pt x="490" y="444"/>
                  <a:pt x="487" y="449"/>
                </a:cubicBezTo>
                <a:cubicBezTo>
                  <a:pt x="483" y="480"/>
                  <a:pt x="490" y="485"/>
                  <a:pt x="488" y="488"/>
                </a:cubicBezTo>
                <a:cubicBezTo>
                  <a:pt x="483" y="503"/>
                  <a:pt x="485" y="499"/>
                  <a:pt x="485" y="495"/>
                </a:cubicBezTo>
                <a:cubicBezTo>
                  <a:pt x="486" y="464"/>
                  <a:pt x="482" y="459"/>
                  <a:pt x="483" y="454"/>
                </a:cubicBezTo>
                <a:cubicBezTo>
                  <a:pt x="474" y="394"/>
                  <a:pt x="466" y="388"/>
                  <a:pt x="469" y="384"/>
                </a:cubicBezTo>
                <a:cubicBezTo>
                  <a:pt x="462" y="348"/>
                  <a:pt x="459" y="346"/>
                  <a:pt x="457" y="346"/>
                </a:cubicBezTo>
                <a:cubicBezTo>
                  <a:pt x="449" y="328"/>
                  <a:pt x="460" y="322"/>
                  <a:pt x="453" y="324"/>
                </a:cubicBezTo>
                <a:cubicBezTo>
                  <a:pt x="446" y="286"/>
                  <a:pt x="449" y="281"/>
                  <a:pt x="445" y="276"/>
                </a:cubicBezTo>
                <a:cubicBezTo>
                  <a:pt x="449" y="241"/>
                  <a:pt x="443" y="235"/>
                  <a:pt x="444" y="230"/>
                </a:cubicBezTo>
                <a:cubicBezTo>
                  <a:pt x="450" y="210"/>
                  <a:pt x="442" y="203"/>
                  <a:pt x="449" y="199"/>
                </a:cubicBezTo>
                <a:cubicBezTo>
                  <a:pt x="454" y="163"/>
                  <a:pt x="461" y="159"/>
                  <a:pt x="458" y="153"/>
                </a:cubicBezTo>
                <a:cubicBezTo>
                  <a:pt x="444" y="191"/>
                  <a:pt x="439" y="200"/>
                  <a:pt x="440" y="211"/>
                </a:cubicBezTo>
                <a:cubicBezTo>
                  <a:pt x="435" y="250"/>
                  <a:pt x="436" y="261"/>
                  <a:pt x="437" y="271"/>
                </a:cubicBezTo>
                <a:cubicBezTo>
                  <a:pt x="442" y="313"/>
                  <a:pt x="444" y="323"/>
                  <a:pt x="448" y="335"/>
                </a:cubicBezTo>
                <a:cubicBezTo>
                  <a:pt x="458" y="387"/>
                  <a:pt x="461" y="393"/>
                  <a:pt x="460" y="398"/>
                </a:cubicBezTo>
                <a:cubicBezTo>
                  <a:pt x="473" y="464"/>
                  <a:pt x="476" y="471"/>
                  <a:pt x="475" y="477"/>
                </a:cubicBezTo>
                <a:cubicBezTo>
                  <a:pt x="472" y="519"/>
                  <a:pt x="470" y="522"/>
                  <a:pt x="473" y="526"/>
                </a:cubicBezTo>
                <a:cubicBezTo>
                  <a:pt x="466" y="546"/>
                  <a:pt x="465" y="547"/>
                  <a:pt x="465" y="548"/>
                </a:cubicBezTo>
                <a:cubicBezTo>
                  <a:pt x="459" y="507"/>
                  <a:pt x="462" y="504"/>
                  <a:pt x="463" y="501"/>
                </a:cubicBezTo>
                <a:cubicBezTo>
                  <a:pt x="458" y="462"/>
                  <a:pt x="451" y="454"/>
                  <a:pt x="451" y="448"/>
                </a:cubicBezTo>
                <a:cubicBezTo>
                  <a:pt x="436" y="412"/>
                  <a:pt x="440" y="409"/>
                  <a:pt x="436" y="405"/>
                </a:cubicBezTo>
                <a:cubicBezTo>
                  <a:pt x="427" y="372"/>
                  <a:pt x="429" y="369"/>
                  <a:pt x="426" y="365"/>
                </a:cubicBezTo>
                <a:cubicBezTo>
                  <a:pt x="421" y="351"/>
                  <a:pt x="423" y="350"/>
                  <a:pt x="421" y="347"/>
                </a:cubicBezTo>
                <a:cubicBezTo>
                  <a:pt x="417" y="313"/>
                  <a:pt x="414" y="309"/>
                  <a:pt x="415" y="305"/>
                </a:cubicBezTo>
                <a:cubicBezTo>
                  <a:pt x="416" y="260"/>
                  <a:pt x="418" y="257"/>
                  <a:pt x="414" y="253"/>
                </a:cubicBezTo>
                <a:cubicBezTo>
                  <a:pt x="416" y="237"/>
                  <a:pt x="416" y="229"/>
                  <a:pt x="414" y="222"/>
                </a:cubicBezTo>
                <a:cubicBezTo>
                  <a:pt x="416" y="200"/>
                  <a:pt x="418" y="197"/>
                  <a:pt x="418" y="194"/>
                </a:cubicBezTo>
                <a:cubicBezTo>
                  <a:pt x="414" y="206"/>
                  <a:pt x="410" y="211"/>
                  <a:pt x="412" y="216"/>
                </a:cubicBezTo>
                <a:cubicBezTo>
                  <a:pt x="409" y="236"/>
                  <a:pt x="410" y="242"/>
                  <a:pt x="410" y="247"/>
                </a:cubicBezTo>
                <a:cubicBezTo>
                  <a:pt x="407" y="327"/>
                  <a:pt x="412" y="332"/>
                  <a:pt x="410" y="335"/>
                </a:cubicBezTo>
                <a:cubicBezTo>
                  <a:pt x="414" y="368"/>
                  <a:pt x="422" y="373"/>
                  <a:pt x="420" y="377"/>
                </a:cubicBezTo>
                <a:cubicBezTo>
                  <a:pt x="438" y="439"/>
                  <a:pt x="445" y="459"/>
                  <a:pt x="448" y="477"/>
                </a:cubicBezTo>
                <a:cubicBezTo>
                  <a:pt x="451" y="509"/>
                  <a:pt x="452" y="514"/>
                  <a:pt x="453" y="518"/>
                </a:cubicBezTo>
                <a:cubicBezTo>
                  <a:pt x="449" y="518"/>
                  <a:pt x="452" y="515"/>
                  <a:pt x="448" y="512"/>
                </a:cubicBezTo>
                <a:cubicBezTo>
                  <a:pt x="443" y="484"/>
                  <a:pt x="442" y="477"/>
                  <a:pt x="441" y="470"/>
                </a:cubicBezTo>
                <a:cubicBezTo>
                  <a:pt x="432" y="436"/>
                  <a:pt x="429" y="432"/>
                  <a:pt x="428" y="428"/>
                </a:cubicBezTo>
                <a:cubicBezTo>
                  <a:pt x="416" y="393"/>
                  <a:pt x="413" y="389"/>
                  <a:pt x="414" y="386"/>
                </a:cubicBezTo>
                <a:cubicBezTo>
                  <a:pt x="407" y="359"/>
                  <a:pt x="405" y="356"/>
                  <a:pt x="403" y="350"/>
                </a:cubicBezTo>
                <a:cubicBezTo>
                  <a:pt x="401" y="334"/>
                  <a:pt x="403" y="333"/>
                  <a:pt x="403" y="333"/>
                </a:cubicBezTo>
                <a:cubicBezTo>
                  <a:pt x="401" y="321"/>
                  <a:pt x="400" y="317"/>
                  <a:pt x="399" y="314"/>
                </a:cubicBezTo>
                <a:cubicBezTo>
                  <a:pt x="395" y="298"/>
                  <a:pt x="397" y="295"/>
                  <a:pt x="396" y="293"/>
                </a:cubicBezTo>
                <a:cubicBezTo>
                  <a:pt x="390" y="256"/>
                  <a:pt x="396" y="250"/>
                  <a:pt x="392" y="243"/>
                </a:cubicBezTo>
                <a:cubicBezTo>
                  <a:pt x="394" y="217"/>
                  <a:pt x="395" y="215"/>
                  <a:pt x="395" y="213"/>
                </a:cubicBezTo>
                <a:cubicBezTo>
                  <a:pt x="388" y="211"/>
                  <a:pt x="391" y="212"/>
                  <a:pt x="391" y="214"/>
                </a:cubicBezTo>
                <a:cubicBezTo>
                  <a:pt x="386" y="231"/>
                  <a:pt x="389" y="235"/>
                  <a:pt x="386" y="237"/>
                </a:cubicBezTo>
                <a:cubicBezTo>
                  <a:pt x="387" y="268"/>
                  <a:pt x="385" y="271"/>
                  <a:pt x="388" y="275"/>
                </a:cubicBezTo>
                <a:cubicBezTo>
                  <a:pt x="391" y="325"/>
                  <a:pt x="397" y="338"/>
                  <a:pt x="393" y="350"/>
                </a:cubicBezTo>
                <a:cubicBezTo>
                  <a:pt x="405" y="382"/>
                  <a:pt x="403" y="390"/>
                  <a:pt x="408" y="398"/>
                </a:cubicBezTo>
                <a:cubicBezTo>
                  <a:pt x="419" y="430"/>
                  <a:pt x="421" y="438"/>
                  <a:pt x="423" y="446"/>
                </a:cubicBezTo>
                <a:cubicBezTo>
                  <a:pt x="436" y="483"/>
                  <a:pt x="432" y="487"/>
                  <a:pt x="436" y="491"/>
                </a:cubicBezTo>
                <a:cubicBezTo>
                  <a:pt x="440" y="554"/>
                  <a:pt x="443" y="558"/>
                  <a:pt x="443" y="562"/>
                </a:cubicBezTo>
                <a:cubicBezTo>
                  <a:pt x="428" y="572"/>
                  <a:pt x="429" y="568"/>
                  <a:pt x="430" y="564"/>
                </a:cubicBezTo>
                <a:cubicBezTo>
                  <a:pt x="417" y="498"/>
                  <a:pt x="416" y="485"/>
                  <a:pt x="415" y="472"/>
                </a:cubicBezTo>
                <a:cubicBezTo>
                  <a:pt x="409" y="449"/>
                  <a:pt x="405" y="442"/>
                  <a:pt x="406" y="436"/>
                </a:cubicBezTo>
                <a:cubicBezTo>
                  <a:pt x="401" y="421"/>
                  <a:pt x="398" y="415"/>
                  <a:pt x="398" y="411"/>
                </a:cubicBezTo>
                <a:cubicBezTo>
                  <a:pt x="393" y="374"/>
                  <a:pt x="387" y="375"/>
                  <a:pt x="389" y="372"/>
                </a:cubicBezTo>
                <a:cubicBezTo>
                  <a:pt x="382" y="312"/>
                  <a:pt x="377" y="293"/>
                  <a:pt x="381" y="275"/>
                </a:cubicBezTo>
                <a:cubicBezTo>
                  <a:pt x="385" y="244"/>
                  <a:pt x="380" y="238"/>
                  <a:pt x="383" y="234"/>
                </a:cubicBezTo>
                <a:cubicBezTo>
                  <a:pt x="377" y="239"/>
                  <a:pt x="376" y="242"/>
                  <a:pt x="376" y="244"/>
                </a:cubicBezTo>
                <a:cubicBezTo>
                  <a:pt x="375" y="300"/>
                  <a:pt x="373" y="312"/>
                  <a:pt x="372" y="324"/>
                </a:cubicBezTo>
                <a:cubicBezTo>
                  <a:pt x="386" y="402"/>
                  <a:pt x="389" y="407"/>
                  <a:pt x="389" y="412"/>
                </a:cubicBezTo>
                <a:cubicBezTo>
                  <a:pt x="411" y="512"/>
                  <a:pt x="416" y="522"/>
                  <a:pt x="416" y="532"/>
                </a:cubicBezTo>
                <a:cubicBezTo>
                  <a:pt x="418" y="573"/>
                  <a:pt x="419" y="584"/>
                  <a:pt x="420" y="595"/>
                </a:cubicBezTo>
                <a:cubicBezTo>
                  <a:pt x="411" y="622"/>
                  <a:pt x="419" y="616"/>
                  <a:pt x="413" y="608"/>
                </a:cubicBezTo>
                <a:cubicBezTo>
                  <a:pt x="406" y="541"/>
                  <a:pt x="407" y="534"/>
                  <a:pt x="403" y="527"/>
                </a:cubicBezTo>
                <a:cubicBezTo>
                  <a:pt x="394" y="499"/>
                  <a:pt x="398" y="493"/>
                  <a:pt x="395" y="486"/>
                </a:cubicBezTo>
                <a:cubicBezTo>
                  <a:pt x="376" y="417"/>
                  <a:pt x="378" y="413"/>
                  <a:pt x="374" y="408"/>
                </a:cubicBezTo>
                <a:cubicBezTo>
                  <a:pt x="370" y="378"/>
                  <a:pt x="365" y="372"/>
                  <a:pt x="367" y="369"/>
                </a:cubicBezTo>
                <a:cubicBezTo>
                  <a:pt x="363" y="308"/>
                  <a:pt x="356" y="298"/>
                  <a:pt x="360" y="290"/>
                </a:cubicBezTo>
                <a:cubicBezTo>
                  <a:pt x="362" y="248"/>
                  <a:pt x="362" y="244"/>
                  <a:pt x="362" y="239"/>
                </a:cubicBezTo>
                <a:cubicBezTo>
                  <a:pt x="363" y="220"/>
                  <a:pt x="361" y="223"/>
                  <a:pt x="360" y="226"/>
                </a:cubicBezTo>
                <a:cubicBezTo>
                  <a:pt x="358" y="241"/>
                  <a:pt x="353" y="244"/>
                  <a:pt x="357" y="248"/>
                </a:cubicBezTo>
                <a:cubicBezTo>
                  <a:pt x="352" y="267"/>
                  <a:pt x="356" y="270"/>
                  <a:pt x="351" y="272"/>
                </a:cubicBezTo>
                <a:cubicBezTo>
                  <a:pt x="350" y="303"/>
                  <a:pt x="355" y="306"/>
                  <a:pt x="353" y="308"/>
                </a:cubicBezTo>
                <a:cubicBezTo>
                  <a:pt x="351" y="332"/>
                  <a:pt x="356" y="338"/>
                  <a:pt x="353" y="342"/>
                </a:cubicBezTo>
                <a:cubicBezTo>
                  <a:pt x="363" y="389"/>
                  <a:pt x="362" y="393"/>
                  <a:pt x="367" y="398"/>
                </a:cubicBezTo>
                <a:cubicBezTo>
                  <a:pt x="367" y="433"/>
                  <a:pt x="379" y="443"/>
                  <a:pt x="375" y="451"/>
                </a:cubicBezTo>
                <a:cubicBezTo>
                  <a:pt x="395" y="536"/>
                  <a:pt x="399" y="541"/>
                  <a:pt x="399" y="545"/>
                </a:cubicBezTo>
                <a:cubicBezTo>
                  <a:pt x="400" y="576"/>
                  <a:pt x="402" y="581"/>
                  <a:pt x="406" y="586"/>
                </a:cubicBezTo>
                <a:cubicBezTo>
                  <a:pt x="406" y="605"/>
                  <a:pt x="405" y="608"/>
                  <a:pt x="404" y="610"/>
                </a:cubicBezTo>
                <a:cubicBezTo>
                  <a:pt x="402" y="627"/>
                  <a:pt x="408" y="632"/>
                  <a:pt x="403" y="635"/>
                </a:cubicBezTo>
                <a:cubicBezTo>
                  <a:pt x="396" y="601"/>
                  <a:pt x="401" y="597"/>
                  <a:pt x="398" y="592"/>
                </a:cubicBezTo>
                <a:cubicBezTo>
                  <a:pt x="383" y="512"/>
                  <a:pt x="375" y="506"/>
                  <a:pt x="377" y="501"/>
                </a:cubicBezTo>
                <a:cubicBezTo>
                  <a:pt x="354" y="435"/>
                  <a:pt x="354" y="416"/>
                  <a:pt x="344" y="395"/>
                </a:cubicBezTo>
                <a:cubicBezTo>
                  <a:pt x="338" y="338"/>
                  <a:pt x="338" y="335"/>
                  <a:pt x="339" y="333"/>
                </a:cubicBezTo>
                <a:cubicBezTo>
                  <a:pt x="340" y="299"/>
                  <a:pt x="336" y="293"/>
                  <a:pt x="338" y="287"/>
                </a:cubicBezTo>
                <a:cubicBezTo>
                  <a:pt x="331" y="289"/>
                  <a:pt x="332" y="300"/>
                  <a:pt x="330" y="310"/>
                </a:cubicBezTo>
                <a:cubicBezTo>
                  <a:pt x="334" y="336"/>
                  <a:pt x="329" y="338"/>
                  <a:pt x="333" y="342"/>
                </a:cubicBezTo>
                <a:cubicBezTo>
                  <a:pt x="337" y="378"/>
                  <a:pt x="335" y="383"/>
                  <a:pt x="337" y="388"/>
                </a:cubicBezTo>
                <a:cubicBezTo>
                  <a:pt x="337" y="409"/>
                  <a:pt x="345" y="415"/>
                  <a:pt x="343" y="420"/>
                </a:cubicBezTo>
                <a:cubicBezTo>
                  <a:pt x="357" y="454"/>
                  <a:pt x="351" y="461"/>
                  <a:pt x="357" y="467"/>
                </a:cubicBezTo>
                <a:cubicBezTo>
                  <a:pt x="369" y="497"/>
                  <a:pt x="364" y="504"/>
                  <a:pt x="368" y="506"/>
                </a:cubicBezTo>
                <a:cubicBezTo>
                  <a:pt x="379" y="543"/>
                  <a:pt x="382" y="551"/>
                  <a:pt x="384" y="558"/>
                </a:cubicBezTo>
                <a:cubicBezTo>
                  <a:pt x="390" y="600"/>
                  <a:pt x="393" y="605"/>
                  <a:pt x="388" y="609"/>
                </a:cubicBezTo>
                <a:cubicBezTo>
                  <a:pt x="376" y="559"/>
                  <a:pt x="371" y="556"/>
                  <a:pt x="373" y="554"/>
                </a:cubicBezTo>
                <a:cubicBezTo>
                  <a:pt x="357" y="504"/>
                  <a:pt x="350" y="497"/>
                  <a:pt x="350" y="491"/>
                </a:cubicBezTo>
                <a:cubicBezTo>
                  <a:pt x="323" y="433"/>
                  <a:pt x="327" y="431"/>
                  <a:pt x="324" y="427"/>
                </a:cubicBezTo>
                <a:cubicBezTo>
                  <a:pt x="313" y="386"/>
                  <a:pt x="309" y="374"/>
                  <a:pt x="308" y="362"/>
                </a:cubicBezTo>
                <a:cubicBezTo>
                  <a:pt x="306" y="320"/>
                  <a:pt x="303" y="314"/>
                  <a:pt x="304" y="308"/>
                </a:cubicBezTo>
                <a:cubicBezTo>
                  <a:pt x="303" y="284"/>
                  <a:pt x="306" y="279"/>
                  <a:pt x="306" y="273"/>
                </a:cubicBezTo>
                <a:cubicBezTo>
                  <a:pt x="300" y="263"/>
                  <a:pt x="301" y="273"/>
                  <a:pt x="300" y="282"/>
                </a:cubicBezTo>
                <a:cubicBezTo>
                  <a:pt x="298" y="301"/>
                  <a:pt x="297" y="305"/>
                  <a:pt x="295" y="310"/>
                </a:cubicBezTo>
                <a:cubicBezTo>
                  <a:pt x="307" y="382"/>
                  <a:pt x="302" y="391"/>
                  <a:pt x="310" y="402"/>
                </a:cubicBezTo>
                <a:cubicBezTo>
                  <a:pt x="317" y="439"/>
                  <a:pt x="325" y="446"/>
                  <a:pt x="323" y="450"/>
                </a:cubicBezTo>
                <a:cubicBezTo>
                  <a:pt x="337" y="478"/>
                  <a:pt x="337" y="489"/>
                  <a:pt x="345" y="500"/>
                </a:cubicBezTo>
                <a:cubicBezTo>
                  <a:pt x="352" y="526"/>
                  <a:pt x="359" y="530"/>
                  <a:pt x="355" y="532"/>
                </a:cubicBezTo>
                <a:cubicBezTo>
                  <a:pt x="378" y="589"/>
                  <a:pt x="373" y="597"/>
                  <a:pt x="377" y="600"/>
                </a:cubicBezTo>
                <a:cubicBezTo>
                  <a:pt x="374" y="595"/>
                  <a:pt x="367" y="591"/>
                  <a:pt x="366" y="588"/>
                </a:cubicBezTo>
                <a:cubicBezTo>
                  <a:pt x="355" y="552"/>
                  <a:pt x="348" y="544"/>
                  <a:pt x="350" y="538"/>
                </a:cubicBezTo>
                <a:cubicBezTo>
                  <a:pt x="324" y="484"/>
                  <a:pt x="321" y="468"/>
                  <a:pt x="311" y="451"/>
                </a:cubicBezTo>
                <a:cubicBezTo>
                  <a:pt x="301" y="423"/>
                  <a:pt x="301" y="419"/>
                  <a:pt x="300" y="415"/>
                </a:cubicBezTo>
                <a:cubicBezTo>
                  <a:pt x="290" y="374"/>
                  <a:pt x="287" y="369"/>
                  <a:pt x="289" y="366"/>
                </a:cubicBezTo>
                <a:cubicBezTo>
                  <a:pt x="286" y="345"/>
                  <a:pt x="285" y="337"/>
                  <a:pt x="285" y="330"/>
                </a:cubicBezTo>
                <a:cubicBezTo>
                  <a:pt x="278" y="309"/>
                  <a:pt x="280" y="316"/>
                  <a:pt x="280" y="319"/>
                </a:cubicBezTo>
                <a:cubicBezTo>
                  <a:pt x="279" y="330"/>
                  <a:pt x="279" y="333"/>
                  <a:pt x="279" y="334"/>
                </a:cubicBezTo>
                <a:cubicBezTo>
                  <a:pt x="276" y="357"/>
                  <a:pt x="284" y="362"/>
                  <a:pt x="281" y="365"/>
                </a:cubicBezTo>
                <a:cubicBezTo>
                  <a:pt x="287" y="400"/>
                  <a:pt x="290" y="404"/>
                  <a:pt x="290" y="407"/>
                </a:cubicBezTo>
                <a:cubicBezTo>
                  <a:pt x="314" y="477"/>
                  <a:pt x="313" y="479"/>
                  <a:pt x="313" y="481"/>
                </a:cubicBezTo>
                <a:cubicBezTo>
                  <a:pt x="324" y="507"/>
                  <a:pt x="331" y="514"/>
                  <a:pt x="329" y="519"/>
                </a:cubicBezTo>
                <a:cubicBezTo>
                  <a:pt x="359" y="601"/>
                  <a:pt x="365" y="601"/>
                  <a:pt x="364" y="609"/>
                </a:cubicBezTo>
                <a:cubicBezTo>
                  <a:pt x="371" y="640"/>
                  <a:pt x="372" y="643"/>
                  <a:pt x="374" y="646"/>
                </a:cubicBezTo>
                <a:cubicBezTo>
                  <a:pt x="376" y="667"/>
                  <a:pt x="377" y="669"/>
                  <a:pt x="374" y="671"/>
                </a:cubicBezTo>
                <a:cubicBezTo>
                  <a:pt x="375" y="687"/>
                  <a:pt x="374" y="690"/>
                  <a:pt x="375" y="692"/>
                </a:cubicBezTo>
                <a:cubicBezTo>
                  <a:pt x="370" y="713"/>
                  <a:pt x="369" y="717"/>
                  <a:pt x="367" y="715"/>
                </a:cubicBezTo>
                <a:cubicBezTo>
                  <a:pt x="363" y="675"/>
                  <a:pt x="362" y="670"/>
                  <a:pt x="363" y="666"/>
                </a:cubicBezTo>
                <a:cubicBezTo>
                  <a:pt x="352" y="608"/>
                  <a:pt x="345" y="610"/>
                  <a:pt x="346" y="605"/>
                </a:cubicBezTo>
                <a:cubicBezTo>
                  <a:pt x="334" y="572"/>
                  <a:pt x="329" y="574"/>
                  <a:pt x="329" y="568"/>
                </a:cubicBezTo>
                <a:cubicBezTo>
                  <a:pt x="310" y="526"/>
                  <a:pt x="303" y="521"/>
                  <a:pt x="305" y="517"/>
                </a:cubicBezTo>
                <a:cubicBezTo>
                  <a:pt x="290" y="492"/>
                  <a:pt x="293" y="489"/>
                  <a:pt x="289" y="484"/>
                </a:cubicBezTo>
                <a:cubicBezTo>
                  <a:pt x="272" y="442"/>
                  <a:pt x="272" y="433"/>
                  <a:pt x="267" y="424"/>
                </a:cubicBezTo>
                <a:cubicBezTo>
                  <a:pt x="263" y="382"/>
                  <a:pt x="261" y="377"/>
                  <a:pt x="262" y="373"/>
                </a:cubicBezTo>
                <a:cubicBezTo>
                  <a:pt x="263" y="332"/>
                  <a:pt x="259" y="327"/>
                  <a:pt x="260" y="323"/>
                </a:cubicBezTo>
                <a:cubicBezTo>
                  <a:pt x="255" y="324"/>
                  <a:pt x="255" y="328"/>
                  <a:pt x="258" y="332"/>
                </a:cubicBezTo>
                <a:cubicBezTo>
                  <a:pt x="253" y="357"/>
                  <a:pt x="255" y="358"/>
                  <a:pt x="255" y="359"/>
                </a:cubicBezTo>
                <a:cubicBezTo>
                  <a:pt x="256" y="372"/>
                  <a:pt x="254" y="373"/>
                  <a:pt x="255" y="376"/>
                </a:cubicBezTo>
                <a:cubicBezTo>
                  <a:pt x="262" y="413"/>
                  <a:pt x="257" y="421"/>
                  <a:pt x="262" y="430"/>
                </a:cubicBezTo>
                <a:cubicBezTo>
                  <a:pt x="271" y="463"/>
                  <a:pt x="270" y="468"/>
                  <a:pt x="276" y="474"/>
                </a:cubicBezTo>
                <a:cubicBezTo>
                  <a:pt x="293" y="525"/>
                  <a:pt x="305" y="537"/>
                  <a:pt x="308" y="549"/>
                </a:cubicBezTo>
                <a:cubicBezTo>
                  <a:pt x="326" y="593"/>
                  <a:pt x="338" y="598"/>
                  <a:pt x="333" y="600"/>
                </a:cubicBezTo>
                <a:cubicBezTo>
                  <a:pt x="344" y="639"/>
                  <a:pt x="350" y="643"/>
                  <a:pt x="348" y="645"/>
                </a:cubicBezTo>
                <a:cubicBezTo>
                  <a:pt x="360" y="675"/>
                  <a:pt x="349" y="681"/>
                  <a:pt x="356" y="679"/>
                </a:cubicBezTo>
                <a:cubicBezTo>
                  <a:pt x="356" y="718"/>
                  <a:pt x="357" y="722"/>
                  <a:pt x="358" y="727"/>
                </a:cubicBezTo>
                <a:cubicBezTo>
                  <a:pt x="355" y="728"/>
                  <a:pt x="353" y="720"/>
                  <a:pt x="355" y="712"/>
                </a:cubicBezTo>
                <a:cubicBezTo>
                  <a:pt x="344" y="656"/>
                  <a:pt x="337" y="650"/>
                  <a:pt x="339" y="647"/>
                </a:cubicBezTo>
                <a:cubicBezTo>
                  <a:pt x="327" y="614"/>
                  <a:pt x="329" y="612"/>
                  <a:pt x="327" y="609"/>
                </a:cubicBezTo>
                <a:cubicBezTo>
                  <a:pt x="296" y="547"/>
                  <a:pt x="292" y="535"/>
                  <a:pt x="286" y="521"/>
                </a:cubicBezTo>
                <a:cubicBezTo>
                  <a:pt x="264" y="475"/>
                  <a:pt x="265" y="471"/>
                  <a:pt x="260" y="465"/>
                </a:cubicBezTo>
                <a:cubicBezTo>
                  <a:pt x="247" y="411"/>
                  <a:pt x="246" y="405"/>
                  <a:pt x="244" y="399"/>
                </a:cubicBezTo>
                <a:cubicBezTo>
                  <a:pt x="237" y="392"/>
                  <a:pt x="243" y="396"/>
                  <a:pt x="240" y="399"/>
                </a:cubicBezTo>
                <a:cubicBezTo>
                  <a:pt x="245" y="450"/>
                  <a:pt x="252" y="456"/>
                  <a:pt x="251" y="460"/>
                </a:cubicBezTo>
                <a:cubicBezTo>
                  <a:pt x="278" y="524"/>
                  <a:pt x="284" y="536"/>
                  <a:pt x="288" y="548"/>
                </a:cubicBezTo>
                <a:cubicBezTo>
                  <a:pt x="302" y="574"/>
                  <a:pt x="305" y="577"/>
                  <a:pt x="303" y="579"/>
                </a:cubicBezTo>
                <a:cubicBezTo>
                  <a:pt x="316" y="612"/>
                  <a:pt x="323" y="618"/>
                  <a:pt x="323" y="624"/>
                </a:cubicBezTo>
                <a:cubicBezTo>
                  <a:pt x="325" y="635"/>
                  <a:pt x="328" y="634"/>
                  <a:pt x="329" y="635"/>
                </a:cubicBezTo>
                <a:cubicBezTo>
                  <a:pt x="329" y="647"/>
                  <a:pt x="332" y="649"/>
                  <a:pt x="330" y="651"/>
                </a:cubicBezTo>
                <a:cubicBezTo>
                  <a:pt x="342" y="695"/>
                  <a:pt x="341" y="702"/>
                  <a:pt x="346" y="710"/>
                </a:cubicBezTo>
                <a:cubicBezTo>
                  <a:pt x="344" y="729"/>
                  <a:pt x="346" y="732"/>
                  <a:pt x="343" y="730"/>
                </a:cubicBezTo>
                <a:cubicBezTo>
                  <a:pt x="342" y="696"/>
                  <a:pt x="336" y="691"/>
                  <a:pt x="340" y="688"/>
                </a:cubicBezTo>
                <a:cubicBezTo>
                  <a:pt x="322" y="644"/>
                  <a:pt x="323" y="635"/>
                  <a:pt x="319" y="625"/>
                </a:cubicBezTo>
                <a:cubicBezTo>
                  <a:pt x="304" y="603"/>
                  <a:pt x="309" y="596"/>
                  <a:pt x="304" y="598"/>
                </a:cubicBezTo>
                <a:cubicBezTo>
                  <a:pt x="283" y="562"/>
                  <a:pt x="281" y="562"/>
                  <a:pt x="280" y="557"/>
                </a:cubicBezTo>
                <a:cubicBezTo>
                  <a:pt x="239" y="483"/>
                  <a:pt x="234" y="468"/>
                  <a:pt x="227" y="453"/>
                </a:cubicBezTo>
                <a:cubicBezTo>
                  <a:pt x="222" y="406"/>
                  <a:pt x="214" y="401"/>
                  <a:pt x="217" y="399"/>
                </a:cubicBezTo>
                <a:cubicBezTo>
                  <a:pt x="210" y="368"/>
                  <a:pt x="206" y="371"/>
                  <a:pt x="209" y="374"/>
                </a:cubicBezTo>
                <a:cubicBezTo>
                  <a:pt x="211" y="412"/>
                  <a:pt x="214" y="416"/>
                  <a:pt x="212" y="419"/>
                </a:cubicBezTo>
                <a:cubicBezTo>
                  <a:pt x="217" y="447"/>
                  <a:pt x="220" y="451"/>
                  <a:pt x="218" y="454"/>
                </a:cubicBezTo>
                <a:cubicBezTo>
                  <a:pt x="237" y="486"/>
                  <a:pt x="228" y="488"/>
                  <a:pt x="233" y="492"/>
                </a:cubicBezTo>
                <a:cubicBezTo>
                  <a:pt x="243" y="506"/>
                  <a:pt x="241" y="507"/>
                  <a:pt x="243" y="510"/>
                </a:cubicBezTo>
                <a:cubicBezTo>
                  <a:pt x="273" y="563"/>
                  <a:pt x="281" y="573"/>
                  <a:pt x="290" y="592"/>
                </a:cubicBezTo>
                <a:cubicBezTo>
                  <a:pt x="313" y="641"/>
                  <a:pt x="320" y="646"/>
                  <a:pt x="317" y="650"/>
                </a:cubicBezTo>
                <a:cubicBezTo>
                  <a:pt x="324" y="674"/>
                  <a:pt x="328" y="677"/>
                  <a:pt x="326" y="679"/>
                </a:cubicBezTo>
                <a:cubicBezTo>
                  <a:pt x="331" y="728"/>
                  <a:pt x="335" y="734"/>
                  <a:pt x="335" y="739"/>
                </a:cubicBezTo>
                <a:cubicBezTo>
                  <a:pt x="329" y="772"/>
                  <a:pt x="335" y="778"/>
                  <a:pt x="329" y="782"/>
                </a:cubicBezTo>
                <a:cubicBezTo>
                  <a:pt x="329" y="760"/>
                  <a:pt x="324" y="756"/>
                  <a:pt x="326" y="754"/>
                </a:cubicBezTo>
                <a:cubicBezTo>
                  <a:pt x="316" y="694"/>
                  <a:pt x="311" y="688"/>
                  <a:pt x="312" y="684"/>
                </a:cubicBezTo>
                <a:cubicBezTo>
                  <a:pt x="303" y="664"/>
                  <a:pt x="300" y="660"/>
                  <a:pt x="297" y="655"/>
                </a:cubicBezTo>
                <a:cubicBezTo>
                  <a:pt x="277" y="614"/>
                  <a:pt x="276" y="603"/>
                  <a:pt x="266" y="592"/>
                </a:cubicBezTo>
                <a:cubicBezTo>
                  <a:pt x="229" y="512"/>
                  <a:pt x="224" y="509"/>
                  <a:pt x="226" y="507"/>
                </a:cubicBezTo>
                <a:cubicBezTo>
                  <a:pt x="219" y="487"/>
                  <a:pt x="218" y="484"/>
                  <a:pt x="215" y="481"/>
                </a:cubicBezTo>
                <a:cubicBezTo>
                  <a:pt x="207" y="434"/>
                  <a:pt x="204" y="427"/>
                  <a:pt x="203" y="421"/>
                </a:cubicBezTo>
                <a:cubicBezTo>
                  <a:pt x="200" y="407"/>
                  <a:pt x="202" y="403"/>
                  <a:pt x="198" y="400"/>
                </a:cubicBezTo>
                <a:cubicBezTo>
                  <a:pt x="196" y="424"/>
                  <a:pt x="202" y="423"/>
                  <a:pt x="200" y="426"/>
                </a:cubicBezTo>
                <a:cubicBezTo>
                  <a:pt x="204" y="466"/>
                  <a:pt x="207" y="469"/>
                  <a:pt x="205" y="471"/>
                </a:cubicBezTo>
                <a:cubicBezTo>
                  <a:pt x="232" y="535"/>
                  <a:pt x="234" y="550"/>
                  <a:pt x="247" y="566"/>
                </a:cubicBezTo>
                <a:cubicBezTo>
                  <a:pt x="301" y="688"/>
                  <a:pt x="306" y="693"/>
                  <a:pt x="305" y="698"/>
                </a:cubicBezTo>
                <a:cubicBezTo>
                  <a:pt x="318" y="764"/>
                  <a:pt x="321" y="768"/>
                  <a:pt x="316" y="771"/>
                </a:cubicBezTo>
                <a:cubicBezTo>
                  <a:pt x="320" y="797"/>
                  <a:pt x="318" y="798"/>
                  <a:pt x="320" y="800"/>
                </a:cubicBezTo>
                <a:cubicBezTo>
                  <a:pt x="311" y="765"/>
                  <a:pt x="308" y="755"/>
                  <a:pt x="311" y="746"/>
                </a:cubicBezTo>
                <a:cubicBezTo>
                  <a:pt x="292" y="699"/>
                  <a:pt x="295" y="695"/>
                  <a:pt x="291" y="689"/>
                </a:cubicBezTo>
                <a:cubicBezTo>
                  <a:pt x="279" y="664"/>
                  <a:pt x="281" y="659"/>
                  <a:pt x="274" y="652"/>
                </a:cubicBezTo>
                <a:cubicBezTo>
                  <a:pt x="272" y="634"/>
                  <a:pt x="265" y="630"/>
                  <a:pt x="264" y="627"/>
                </a:cubicBezTo>
                <a:cubicBezTo>
                  <a:pt x="258" y="606"/>
                  <a:pt x="250" y="601"/>
                  <a:pt x="253" y="598"/>
                </a:cubicBezTo>
                <a:cubicBezTo>
                  <a:pt x="219" y="535"/>
                  <a:pt x="210" y="531"/>
                  <a:pt x="213" y="526"/>
                </a:cubicBezTo>
                <a:cubicBezTo>
                  <a:pt x="196" y="496"/>
                  <a:pt x="200" y="495"/>
                  <a:pt x="199" y="493"/>
                </a:cubicBezTo>
                <a:cubicBezTo>
                  <a:pt x="188" y="444"/>
                  <a:pt x="183" y="435"/>
                  <a:pt x="184" y="427"/>
                </a:cubicBezTo>
                <a:cubicBezTo>
                  <a:pt x="176" y="409"/>
                  <a:pt x="175" y="415"/>
                  <a:pt x="176" y="421"/>
                </a:cubicBezTo>
                <a:cubicBezTo>
                  <a:pt x="180" y="443"/>
                  <a:pt x="180" y="448"/>
                  <a:pt x="180" y="452"/>
                </a:cubicBezTo>
                <a:cubicBezTo>
                  <a:pt x="181" y="498"/>
                  <a:pt x="184" y="526"/>
                  <a:pt x="195" y="545"/>
                </a:cubicBezTo>
                <a:cubicBezTo>
                  <a:pt x="206" y="572"/>
                  <a:pt x="208" y="569"/>
                  <a:pt x="211" y="577"/>
                </a:cubicBezTo>
                <a:cubicBezTo>
                  <a:pt x="236" y="627"/>
                  <a:pt x="240" y="630"/>
                  <a:pt x="238" y="632"/>
                </a:cubicBezTo>
                <a:cubicBezTo>
                  <a:pt x="260" y="671"/>
                  <a:pt x="263" y="679"/>
                  <a:pt x="270" y="687"/>
                </a:cubicBezTo>
                <a:cubicBezTo>
                  <a:pt x="277" y="703"/>
                  <a:pt x="278" y="705"/>
                  <a:pt x="280" y="707"/>
                </a:cubicBezTo>
                <a:cubicBezTo>
                  <a:pt x="284" y="736"/>
                  <a:pt x="293" y="745"/>
                  <a:pt x="290" y="751"/>
                </a:cubicBezTo>
                <a:cubicBezTo>
                  <a:pt x="300" y="786"/>
                  <a:pt x="298" y="788"/>
                  <a:pt x="301" y="790"/>
                </a:cubicBezTo>
                <a:cubicBezTo>
                  <a:pt x="285" y="760"/>
                  <a:pt x="280" y="751"/>
                  <a:pt x="281" y="743"/>
                </a:cubicBezTo>
                <a:cubicBezTo>
                  <a:pt x="267" y="717"/>
                  <a:pt x="263" y="712"/>
                  <a:pt x="264" y="709"/>
                </a:cubicBezTo>
                <a:cubicBezTo>
                  <a:pt x="248" y="682"/>
                  <a:pt x="246" y="670"/>
                  <a:pt x="242" y="658"/>
                </a:cubicBezTo>
                <a:cubicBezTo>
                  <a:pt x="179" y="534"/>
                  <a:pt x="172" y="518"/>
                  <a:pt x="162" y="502"/>
                </a:cubicBezTo>
                <a:cubicBezTo>
                  <a:pt x="145" y="444"/>
                  <a:pt x="148" y="430"/>
                  <a:pt x="143" y="415"/>
                </a:cubicBezTo>
                <a:cubicBezTo>
                  <a:pt x="140" y="444"/>
                  <a:pt x="143" y="452"/>
                  <a:pt x="143" y="459"/>
                </a:cubicBezTo>
                <a:cubicBezTo>
                  <a:pt x="153" y="499"/>
                  <a:pt x="156" y="503"/>
                  <a:pt x="155" y="507"/>
                </a:cubicBezTo>
                <a:cubicBezTo>
                  <a:pt x="184" y="563"/>
                  <a:pt x="185" y="565"/>
                  <a:pt x="185" y="569"/>
                </a:cubicBezTo>
                <a:cubicBezTo>
                  <a:pt x="202" y="603"/>
                  <a:pt x="208" y="605"/>
                  <a:pt x="207" y="612"/>
                </a:cubicBezTo>
                <a:cubicBezTo>
                  <a:pt x="217" y="641"/>
                  <a:pt x="230" y="639"/>
                  <a:pt x="224" y="644"/>
                </a:cubicBezTo>
                <a:cubicBezTo>
                  <a:pt x="287" y="796"/>
                  <a:pt x="292" y="802"/>
                  <a:pt x="291" y="807"/>
                </a:cubicBezTo>
                <a:cubicBezTo>
                  <a:pt x="298" y="844"/>
                  <a:pt x="299" y="847"/>
                  <a:pt x="297" y="849"/>
                </a:cubicBezTo>
                <a:cubicBezTo>
                  <a:pt x="295" y="844"/>
                  <a:pt x="294" y="840"/>
                  <a:pt x="292" y="836"/>
                </a:cubicBezTo>
                <a:cubicBezTo>
                  <a:pt x="285" y="809"/>
                  <a:pt x="281" y="804"/>
                  <a:pt x="278" y="799"/>
                </a:cubicBezTo>
                <a:cubicBezTo>
                  <a:pt x="255" y="746"/>
                  <a:pt x="249" y="747"/>
                  <a:pt x="250" y="741"/>
                </a:cubicBezTo>
                <a:cubicBezTo>
                  <a:pt x="223" y="694"/>
                  <a:pt x="225" y="692"/>
                  <a:pt x="223" y="689"/>
                </a:cubicBezTo>
                <a:cubicBezTo>
                  <a:pt x="216" y="674"/>
                  <a:pt x="215" y="671"/>
                  <a:pt x="212" y="667"/>
                </a:cubicBezTo>
                <a:cubicBezTo>
                  <a:pt x="201" y="644"/>
                  <a:pt x="195" y="640"/>
                  <a:pt x="198" y="638"/>
                </a:cubicBezTo>
                <a:cubicBezTo>
                  <a:pt x="149" y="549"/>
                  <a:pt x="156" y="559"/>
                  <a:pt x="157" y="567"/>
                </a:cubicBezTo>
                <a:cubicBezTo>
                  <a:pt x="160" y="580"/>
                  <a:pt x="164" y="583"/>
                  <a:pt x="165" y="586"/>
                </a:cubicBezTo>
                <a:cubicBezTo>
                  <a:pt x="177" y="613"/>
                  <a:pt x="172" y="614"/>
                  <a:pt x="179" y="618"/>
                </a:cubicBezTo>
                <a:cubicBezTo>
                  <a:pt x="187" y="642"/>
                  <a:pt x="191" y="644"/>
                  <a:pt x="192" y="647"/>
                </a:cubicBezTo>
                <a:cubicBezTo>
                  <a:pt x="208" y="677"/>
                  <a:pt x="206" y="681"/>
                  <a:pt x="209" y="680"/>
                </a:cubicBezTo>
                <a:cubicBezTo>
                  <a:pt x="229" y="715"/>
                  <a:pt x="236" y="735"/>
                  <a:pt x="245" y="754"/>
                </a:cubicBezTo>
                <a:cubicBezTo>
                  <a:pt x="265" y="789"/>
                  <a:pt x="268" y="793"/>
                  <a:pt x="268" y="796"/>
                </a:cubicBezTo>
                <a:cubicBezTo>
                  <a:pt x="284" y="831"/>
                  <a:pt x="281" y="834"/>
                  <a:pt x="283" y="837"/>
                </a:cubicBezTo>
                <a:cubicBezTo>
                  <a:pt x="287" y="855"/>
                  <a:pt x="283" y="857"/>
                  <a:pt x="287" y="859"/>
                </a:cubicBezTo>
                <a:cubicBezTo>
                  <a:pt x="285" y="886"/>
                  <a:pt x="282" y="878"/>
                  <a:pt x="285" y="870"/>
                </a:cubicBezTo>
                <a:cubicBezTo>
                  <a:pt x="268" y="821"/>
                  <a:pt x="270" y="819"/>
                  <a:pt x="268" y="816"/>
                </a:cubicBezTo>
                <a:cubicBezTo>
                  <a:pt x="259" y="786"/>
                  <a:pt x="252" y="782"/>
                  <a:pt x="251" y="779"/>
                </a:cubicBezTo>
                <a:cubicBezTo>
                  <a:pt x="234" y="751"/>
                  <a:pt x="238" y="749"/>
                  <a:pt x="234" y="745"/>
                </a:cubicBezTo>
                <a:cubicBezTo>
                  <a:pt x="205" y="692"/>
                  <a:pt x="202" y="688"/>
                  <a:pt x="199" y="684"/>
                </a:cubicBezTo>
                <a:cubicBezTo>
                  <a:pt x="177" y="630"/>
                  <a:pt x="166" y="611"/>
                  <a:pt x="158" y="593"/>
                </a:cubicBezTo>
                <a:cubicBezTo>
                  <a:pt x="147" y="546"/>
                  <a:pt x="142" y="548"/>
                  <a:pt x="140" y="540"/>
                </a:cubicBezTo>
                <a:cubicBezTo>
                  <a:pt x="140" y="522"/>
                  <a:pt x="138" y="522"/>
                  <a:pt x="136" y="521"/>
                </a:cubicBezTo>
                <a:cubicBezTo>
                  <a:pt x="130" y="496"/>
                  <a:pt x="129" y="493"/>
                  <a:pt x="131" y="490"/>
                </a:cubicBezTo>
                <a:cubicBezTo>
                  <a:pt x="122" y="493"/>
                  <a:pt x="128" y="497"/>
                  <a:pt x="125" y="499"/>
                </a:cubicBezTo>
                <a:cubicBezTo>
                  <a:pt x="131" y="527"/>
                  <a:pt x="132" y="536"/>
                  <a:pt x="136" y="545"/>
                </a:cubicBezTo>
                <a:cubicBezTo>
                  <a:pt x="139" y="569"/>
                  <a:pt x="140" y="574"/>
                  <a:pt x="139" y="580"/>
                </a:cubicBezTo>
                <a:cubicBezTo>
                  <a:pt x="160" y="639"/>
                  <a:pt x="161" y="642"/>
                  <a:pt x="159" y="645"/>
                </a:cubicBezTo>
                <a:cubicBezTo>
                  <a:pt x="169" y="668"/>
                  <a:pt x="176" y="672"/>
                  <a:pt x="172" y="674"/>
                </a:cubicBezTo>
                <a:cubicBezTo>
                  <a:pt x="200" y="724"/>
                  <a:pt x="201" y="738"/>
                  <a:pt x="214" y="755"/>
                </a:cubicBezTo>
                <a:cubicBezTo>
                  <a:pt x="236" y="805"/>
                  <a:pt x="246" y="814"/>
                  <a:pt x="247" y="821"/>
                </a:cubicBezTo>
                <a:cubicBezTo>
                  <a:pt x="268" y="868"/>
                  <a:pt x="261" y="870"/>
                  <a:pt x="266" y="874"/>
                </a:cubicBezTo>
                <a:cubicBezTo>
                  <a:pt x="224" y="800"/>
                  <a:pt x="220" y="795"/>
                  <a:pt x="217" y="789"/>
                </a:cubicBezTo>
                <a:cubicBezTo>
                  <a:pt x="185" y="740"/>
                  <a:pt x="190" y="733"/>
                  <a:pt x="185" y="736"/>
                </a:cubicBezTo>
                <a:cubicBezTo>
                  <a:pt x="171" y="702"/>
                  <a:pt x="168" y="697"/>
                  <a:pt x="166" y="693"/>
                </a:cubicBezTo>
                <a:cubicBezTo>
                  <a:pt x="134" y="606"/>
                  <a:pt x="125" y="601"/>
                  <a:pt x="129" y="597"/>
                </a:cubicBezTo>
                <a:cubicBezTo>
                  <a:pt x="119" y="542"/>
                  <a:pt x="118" y="540"/>
                  <a:pt x="116" y="538"/>
                </a:cubicBezTo>
                <a:cubicBezTo>
                  <a:pt x="111" y="539"/>
                  <a:pt x="113" y="558"/>
                  <a:pt x="117" y="576"/>
                </a:cubicBezTo>
                <a:cubicBezTo>
                  <a:pt x="141" y="650"/>
                  <a:pt x="140" y="667"/>
                  <a:pt x="151" y="685"/>
                </a:cubicBezTo>
                <a:cubicBezTo>
                  <a:pt x="194" y="767"/>
                  <a:pt x="201" y="774"/>
                  <a:pt x="207" y="789"/>
                </a:cubicBezTo>
                <a:cubicBezTo>
                  <a:pt x="228" y="836"/>
                  <a:pt x="240" y="840"/>
                  <a:pt x="235" y="842"/>
                </a:cubicBezTo>
                <a:cubicBezTo>
                  <a:pt x="251" y="882"/>
                  <a:pt x="258" y="889"/>
                  <a:pt x="255" y="894"/>
                </a:cubicBezTo>
                <a:cubicBezTo>
                  <a:pt x="228" y="846"/>
                  <a:pt x="227" y="844"/>
                  <a:pt x="225" y="842"/>
                </a:cubicBezTo>
                <a:cubicBezTo>
                  <a:pt x="212" y="821"/>
                  <a:pt x="210" y="822"/>
                  <a:pt x="209" y="820"/>
                </a:cubicBezTo>
                <a:cubicBezTo>
                  <a:pt x="166" y="769"/>
                  <a:pt x="157" y="757"/>
                  <a:pt x="144" y="743"/>
                </a:cubicBezTo>
                <a:cubicBezTo>
                  <a:pt x="123" y="700"/>
                  <a:pt x="116" y="696"/>
                  <a:pt x="115" y="693"/>
                </a:cubicBezTo>
                <a:cubicBezTo>
                  <a:pt x="107" y="669"/>
                  <a:pt x="105" y="663"/>
                  <a:pt x="101" y="657"/>
                </a:cubicBezTo>
                <a:cubicBezTo>
                  <a:pt x="96" y="630"/>
                  <a:pt x="93" y="623"/>
                  <a:pt x="91" y="615"/>
                </a:cubicBezTo>
                <a:cubicBezTo>
                  <a:pt x="87" y="604"/>
                  <a:pt x="82" y="608"/>
                  <a:pt x="85" y="614"/>
                </a:cubicBezTo>
                <a:cubicBezTo>
                  <a:pt x="95" y="654"/>
                  <a:pt x="92" y="660"/>
                  <a:pt x="95" y="666"/>
                </a:cubicBezTo>
                <a:cubicBezTo>
                  <a:pt x="154" y="770"/>
                  <a:pt x="155" y="771"/>
                  <a:pt x="161" y="778"/>
                </a:cubicBezTo>
                <a:cubicBezTo>
                  <a:pt x="204" y="829"/>
                  <a:pt x="208" y="830"/>
                  <a:pt x="211" y="836"/>
                </a:cubicBezTo>
                <a:cubicBezTo>
                  <a:pt x="249" y="919"/>
                  <a:pt x="255" y="928"/>
                  <a:pt x="253" y="935"/>
                </a:cubicBezTo>
                <a:cubicBezTo>
                  <a:pt x="253" y="956"/>
                  <a:pt x="256" y="954"/>
                  <a:pt x="252" y="951"/>
                </a:cubicBezTo>
                <a:cubicBezTo>
                  <a:pt x="255" y="941"/>
                  <a:pt x="249" y="937"/>
                  <a:pt x="247" y="934"/>
                </a:cubicBezTo>
                <a:cubicBezTo>
                  <a:pt x="223" y="877"/>
                  <a:pt x="219" y="872"/>
                  <a:pt x="216" y="866"/>
                </a:cubicBezTo>
                <a:cubicBezTo>
                  <a:pt x="166" y="796"/>
                  <a:pt x="160" y="792"/>
                  <a:pt x="155" y="782"/>
                </a:cubicBezTo>
                <a:cubicBezTo>
                  <a:pt x="107" y="716"/>
                  <a:pt x="103" y="719"/>
                  <a:pt x="103" y="714"/>
                </a:cubicBezTo>
                <a:cubicBezTo>
                  <a:pt x="85" y="675"/>
                  <a:pt x="83" y="673"/>
                  <a:pt x="82" y="671"/>
                </a:cubicBezTo>
                <a:cubicBezTo>
                  <a:pt x="79" y="658"/>
                  <a:pt x="74" y="655"/>
                  <a:pt x="76" y="653"/>
                </a:cubicBezTo>
                <a:cubicBezTo>
                  <a:pt x="72" y="651"/>
                  <a:pt x="73" y="653"/>
                  <a:pt x="70" y="654"/>
                </a:cubicBezTo>
                <a:cubicBezTo>
                  <a:pt x="78" y="674"/>
                  <a:pt x="75" y="677"/>
                  <a:pt x="80" y="682"/>
                </a:cubicBezTo>
                <a:cubicBezTo>
                  <a:pt x="93" y="713"/>
                  <a:pt x="99" y="721"/>
                  <a:pt x="102" y="730"/>
                </a:cubicBezTo>
                <a:cubicBezTo>
                  <a:pt x="168" y="818"/>
                  <a:pt x="173" y="816"/>
                  <a:pt x="176" y="821"/>
                </a:cubicBezTo>
                <a:cubicBezTo>
                  <a:pt x="206" y="868"/>
                  <a:pt x="208" y="871"/>
                  <a:pt x="210" y="875"/>
                </a:cubicBezTo>
                <a:cubicBezTo>
                  <a:pt x="237" y="926"/>
                  <a:pt x="238" y="934"/>
                  <a:pt x="240" y="942"/>
                </a:cubicBezTo>
                <a:cubicBezTo>
                  <a:pt x="254" y="974"/>
                  <a:pt x="251" y="976"/>
                  <a:pt x="252" y="978"/>
                </a:cubicBezTo>
                <a:cubicBezTo>
                  <a:pt x="244" y="978"/>
                  <a:pt x="245" y="972"/>
                  <a:pt x="245" y="965"/>
                </a:cubicBezTo>
                <a:cubicBezTo>
                  <a:pt x="220" y="909"/>
                  <a:pt x="215" y="897"/>
                  <a:pt x="207" y="885"/>
                </a:cubicBezTo>
                <a:cubicBezTo>
                  <a:pt x="195" y="866"/>
                  <a:pt x="195" y="864"/>
                  <a:pt x="193" y="865"/>
                </a:cubicBezTo>
                <a:cubicBezTo>
                  <a:pt x="179" y="855"/>
                  <a:pt x="185" y="844"/>
                  <a:pt x="180" y="848"/>
                </a:cubicBezTo>
                <a:cubicBezTo>
                  <a:pt x="148" y="807"/>
                  <a:pt x="140" y="795"/>
                  <a:pt x="131" y="783"/>
                </a:cubicBezTo>
                <a:cubicBezTo>
                  <a:pt x="118" y="762"/>
                  <a:pt x="110" y="755"/>
                  <a:pt x="106" y="749"/>
                </a:cubicBezTo>
                <a:cubicBezTo>
                  <a:pt x="80" y="696"/>
                  <a:pt x="80" y="694"/>
                  <a:pt x="80" y="692"/>
                </a:cubicBezTo>
                <a:cubicBezTo>
                  <a:pt x="71" y="664"/>
                  <a:pt x="69" y="658"/>
                  <a:pt x="65" y="661"/>
                </a:cubicBezTo>
                <a:cubicBezTo>
                  <a:pt x="71" y="688"/>
                  <a:pt x="73" y="693"/>
                  <a:pt x="76" y="697"/>
                </a:cubicBezTo>
                <a:cubicBezTo>
                  <a:pt x="113" y="772"/>
                  <a:pt x="120" y="781"/>
                  <a:pt x="125" y="789"/>
                </a:cubicBezTo>
                <a:cubicBezTo>
                  <a:pt x="135" y="803"/>
                  <a:pt x="136" y="809"/>
                  <a:pt x="140" y="813"/>
                </a:cubicBezTo>
                <a:cubicBezTo>
                  <a:pt x="178" y="859"/>
                  <a:pt x="181" y="858"/>
                  <a:pt x="179" y="860"/>
                </a:cubicBezTo>
                <a:cubicBezTo>
                  <a:pt x="193" y="881"/>
                  <a:pt x="195" y="882"/>
                  <a:pt x="198" y="889"/>
                </a:cubicBezTo>
                <a:cubicBezTo>
                  <a:pt x="227" y="944"/>
                  <a:pt x="231" y="952"/>
                  <a:pt x="235" y="961"/>
                </a:cubicBezTo>
                <a:cubicBezTo>
                  <a:pt x="244" y="999"/>
                  <a:pt x="243" y="1002"/>
                  <a:pt x="242" y="1005"/>
                </a:cubicBezTo>
                <a:cubicBezTo>
                  <a:pt x="238" y="996"/>
                  <a:pt x="233" y="991"/>
                  <a:pt x="234" y="988"/>
                </a:cubicBezTo>
                <a:cubicBezTo>
                  <a:pt x="225" y="962"/>
                  <a:pt x="224" y="959"/>
                  <a:pt x="222" y="957"/>
                </a:cubicBezTo>
                <a:cubicBezTo>
                  <a:pt x="210" y="930"/>
                  <a:pt x="207" y="921"/>
                  <a:pt x="204" y="912"/>
                </a:cubicBezTo>
                <a:cubicBezTo>
                  <a:pt x="190" y="898"/>
                  <a:pt x="190" y="892"/>
                  <a:pt x="189" y="891"/>
                </a:cubicBezTo>
                <a:cubicBezTo>
                  <a:pt x="171" y="869"/>
                  <a:pt x="172" y="868"/>
                  <a:pt x="171" y="866"/>
                </a:cubicBezTo>
                <a:cubicBezTo>
                  <a:pt x="166" y="860"/>
                  <a:pt x="165" y="861"/>
                  <a:pt x="164" y="859"/>
                </a:cubicBezTo>
                <a:cubicBezTo>
                  <a:pt x="156" y="850"/>
                  <a:pt x="152" y="845"/>
                  <a:pt x="148" y="841"/>
                </a:cubicBezTo>
                <a:cubicBezTo>
                  <a:pt x="65" y="711"/>
                  <a:pt x="53" y="694"/>
                  <a:pt x="50" y="678"/>
                </a:cubicBezTo>
                <a:cubicBezTo>
                  <a:pt x="50" y="701"/>
                  <a:pt x="55" y="704"/>
                  <a:pt x="53" y="706"/>
                </a:cubicBezTo>
                <a:cubicBezTo>
                  <a:pt x="169" y="875"/>
                  <a:pt x="172" y="884"/>
                  <a:pt x="197" y="919"/>
                </a:cubicBezTo>
                <a:cubicBezTo>
                  <a:pt x="218" y="976"/>
                  <a:pt x="221" y="979"/>
                  <a:pt x="224" y="983"/>
                </a:cubicBezTo>
                <a:cubicBezTo>
                  <a:pt x="228" y="1009"/>
                  <a:pt x="232" y="1014"/>
                  <a:pt x="228" y="1017"/>
                </a:cubicBezTo>
                <a:cubicBezTo>
                  <a:pt x="224" y="1004"/>
                  <a:pt x="219" y="996"/>
                  <a:pt x="221" y="990"/>
                </a:cubicBezTo>
                <a:cubicBezTo>
                  <a:pt x="201" y="949"/>
                  <a:pt x="198" y="938"/>
                  <a:pt x="196" y="934"/>
                </a:cubicBezTo>
                <a:cubicBezTo>
                  <a:pt x="166" y="892"/>
                  <a:pt x="165" y="887"/>
                  <a:pt x="163" y="885"/>
                </a:cubicBezTo>
                <a:cubicBezTo>
                  <a:pt x="129" y="843"/>
                  <a:pt x="120" y="840"/>
                  <a:pt x="115" y="826"/>
                </a:cubicBezTo>
                <a:cubicBezTo>
                  <a:pt x="95" y="810"/>
                  <a:pt x="100" y="803"/>
                  <a:pt x="95" y="801"/>
                </a:cubicBezTo>
                <a:cubicBezTo>
                  <a:pt x="58" y="746"/>
                  <a:pt x="61" y="750"/>
                  <a:pt x="63" y="753"/>
                </a:cubicBezTo>
                <a:cubicBezTo>
                  <a:pt x="73" y="778"/>
                  <a:pt x="76" y="782"/>
                  <a:pt x="79" y="786"/>
                </a:cubicBezTo>
                <a:cubicBezTo>
                  <a:pt x="96" y="817"/>
                  <a:pt x="95" y="817"/>
                  <a:pt x="101" y="826"/>
                </a:cubicBezTo>
                <a:cubicBezTo>
                  <a:pt x="112" y="844"/>
                  <a:pt x="119" y="843"/>
                  <a:pt x="118" y="851"/>
                </a:cubicBezTo>
                <a:cubicBezTo>
                  <a:pt x="187" y="941"/>
                  <a:pt x="193" y="948"/>
                  <a:pt x="198" y="955"/>
                </a:cubicBezTo>
                <a:cubicBezTo>
                  <a:pt x="206" y="972"/>
                  <a:pt x="204" y="974"/>
                  <a:pt x="206" y="976"/>
                </a:cubicBezTo>
                <a:cubicBezTo>
                  <a:pt x="210" y="996"/>
                  <a:pt x="210" y="999"/>
                  <a:pt x="212" y="1001"/>
                </a:cubicBezTo>
                <a:cubicBezTo>
                  <a:pt x="219" y="1030"/>
                  <a:pt x="221" y="1035"/>
                  <a:pt x="219" y="1038"/>
                </a:cubicBezTo>
                <a:cubicBezTo>
                  <a:pt x="213" y="1023"/>
                  <a:pt x="208" y="1019"/>
                  <a:pt x="207" y="1015"/>
                </a:cubicBezTo>
                <a:cubicBezTo>
                  <a:pt x="176" y="958"/>
                  <a:pt x="173" y="948"/>
                  <a:pt x="164" y="941"/>
                </a:cubicBezTo>
                <a:cubicBezTo>
                  <a:pt x="138" y="898"/>
                  <a:pt x="141" y="893"/>
                  <a:pt x="136" y="892"/>
                </a:cubicBezTo>
                <a:cubicBezTo>
                  <a:pt x="80" y="806"/>
                  <a:pt x="75" y="794"/>
                  <a:pt x="68" y="781"/>
                </a:cubicBezTo>
                <a:cubicBezTo>
                  <a:pt x="55" y="735"/>
                  <a:pt x="49" y="731"/>
                  <a:pt x="52" y="729"/>
                </a:cubicBezTo>
                <a:cubicBezTo>
                  <a:pt x="46" y="719"/>
                  <a:pt x="43" y="724"/>
                  <a:pt x="46" y="731"/>
                </a:cubicBezTo>
                <a:cubicBezTo>
                  <a:pt x="61" y="773"/>
                  <a:pt x="58" y="778"/>
                  <a:pt x="63" y="785"/>
                </a:cubicBezTo>
                <a:cubicBezTo>
                  <a:pt x="108" y="861"/>
                  <a:pt x="106" y="867"/>
                  <a:pt x="113" y="874"/>
                </a:cubicBezTo>
                <a:cubicBezTo>
                  <a:pt x="153" y="937"/>
                  <a:pt x="160" y="950"/>
                  <a:pt x="170" y="963"/>
                </a:cubicBezTo>
                <a:cubicBezTo>
                  <a:pt x="201" y="1018"/>
                  <a:pt x="197" y="1023"/>
                  <a:pt x="203" y="1030"/>
                </a:cubicBezTo>
                <a:cubicBezTo>
                  <a:pt x="212" y="1054"/>
                  <a:pt x="211" y="1060"/>
                  <a:pt x="215" y="1066"/>
                </a:cubicBezTo>
                <a:cubicBezTo>
                  <a:pt x="213" y="1076"/>
                  <a:pt x="211" y="1072"/>
                  <a:pt x="209" y="1068"/>
                </a:cubicBezTo>
                <a:cubicBezTo>
                  <a:pt x="192" y="1018"/>
                  <a:pt x="185" y="1004"/>
                  <a:pt x="179" y="986"/>
                </a:cubicBezTo>
                <a:cubicBezTo>
                  <a:pt x="167" y="965"/>
                  <a:pt x="163" y="959"/>
                  <a:pt x="162" y="959"/>
                </a:cubicBezTo>
                <a:cubicBezTo>
                  <a:pt x="150" y="943"/>
                  <a:pt x="146" y="939"/>
                  <a:pt x="143" y="936"/>
                </a:cubicBezTo>
                <a:cubicBezTo>
                  <a:pt x="94" y="874"/>
                  <a:pt x="79" y="852"/>
                  <a:pt x="64" y="833"/>
                </a:cubicBezTo>
                <a:cubicBezTo>
                  <a:pt x="39" y="757"/>
                  <a:pt x="29" y="752"/>
                  <a:pt x="35" y="749"/>
                </a:cubicBezTo>
                <a:cubicBezTo>
                  <a:pt x="29" y="755"/>
                  <a:pt x="31" y="759"/>
                  <a:pt x="33" y="763"/>
                </a:cubicBezTo>
                <a:cubicBezTo>
                  <a:pt x="44" y="793"/>
                  <a:pt x="39" y="799"/>
                  <a:pt x="45" y="807"/>
                </a:cubicBezTo>
                <a:cubicBezTo>
                  <a:pt x="89" y="874"/>
                  <a:pt x="113" y="915"/>
                  <a:pt x="129" y="931"/>
                </a:cubicBezTo>
                <a:cubicBezTo>
                  <a:pt x="153" y="967"/>
                  <a:pt x="164" y="977"/>
                  <a:pt x="170" y="987"/>
                </a:cubicBezTo>
                <a:cubicBezTo>
                  <a:pt x="186" y="1036"/>
                  <a:pt x="176" y="1025"/>
                  <a:pt x="171" y="1012"/>
                </a:cubicBezTo>
                <a:cubicBezTo>
                  <a:pt x="150" y="985"/>
                  <a:pt x="142" y="980"/>
                  <a:pt x="145" y="976"/>
                </a:cubicBezTo>
                <a:cubicBezTo>
                  <a:pt x="89" y="910"/>
                  <a:pt x="75" y="887"/>
                  <a:pt x="51" y="850"/>
                </a:cubicBezTo>
                <a:cubicBezTo>
                  <a:pt x="32" y="802"/>
                  <a:pt x="32" y="799"/>
                  <a:pt x="33" y="797"/>
                </a:cubicBezTo>
                <a:cubicBezTo>
                  <a:pt x="29" y="798"/>
                  <a:pt x="29" y="800"/>
                  <a:pt x="29" y="802"/>
                </a:cubicBezTo>
                <a:cubicBezTo>
                  <a:pt x="34" y="829"/>
                  <a:pt x="41" y="834"/>
                  <a:pt x="38" y="838"/>
                </a:cubicBezTo>
                <a:cubicBezTo>
                  <a:pt x="56" y="874"/>
                  <a:pt x="56" y="876"/>
                  <a:pt x="56" y="876"/>
                </a:cubicBezTo>
                <a:cubicBezTo>
                  <a:pt x="77" y="905"/>
                  <a:pt x="93" y="930"/>
                  <a:pt x="103" y="938"/>
                </a:cubicBezTo>
                <a:cubicBezTo>
                  <a:pt x="143" y="990"/>
                  <a:pt x="145" y="993"/>
                  <a:pt x="147" y="997"/>
                </a:cubicBezTo>
                <a:cubicBezTo>
                  <a:pt x="170" y="1023"/>
                  <a:pt x="170" y="1030"/>
                  <a:pt x="170" y="1032"/>
                </a:cubicBezTo>
                <a:cubicBezTo>
                  <a:pt x="192" y="1072"/>
                  <a:pt x="200" y="1081"/>
                  <a:pt x="202" y="1090"/>
                </a:cubicBezTo>
                <a:cubicBezTo>
                  <a:pt x="202" y="1098"/>
                  <a:pt x="196" y="1094"/>
                  <a:pt x="199" y="1092"/>
                </a:cubicBezTo>
                <a:cubicBezTo>
                  <a:pt x="171" y="1039"/>
                  <a:pt x="164" y="1029"/>
                  <a:pt x="160" y="1024"/>
                </a:cubicBezTo>
                <a:cubicBezTo>
                  <a:pt x="153" y="1014"/>
                  <a:pt x="150" y="1010"/>
                  <a:pt x="146" y="1005"/>
                </a:cubicBezTo>
                <a:cubicBezTo>
                  <a:pt x="40" y="864"/>
                  <a:pt x="36" y="858"/>
                  <a:pt x="31" y="852"/>
                </a:cubicBezTo>
                <a:cubicBezTo>
                  <a:pt x="22" y="845"/>
                  <a:pt x="25" y="854"/>
                  <a:pt x="29" y="863"/>
                </a:cubicBezTo>
                <a:cubicBezTo>
                  <a:pt x="50" y="911"/>
                  <a:pt x="48" y="916"/>
                  <a:pt x="54" y="922"/>
                </a:cubicBezTo>
                <a:cubicBezTo>
                  <a:pt x="84" y="967"/>
                  <a:pt x="81" y="972"/>
                  <a:pt x="86" y="972"/>
                </a:cubicBezTo>
                <a:cubicBezTo>
                  <a:pt x="97" y="985"/>
                  <a:pt x="95" y="988"/>
                  <a:pt x="95" y="988"/>
                </a:cubicBezTo>
                <a:cubicBezTo>
                  <a:pt x="134" y="1039"/>
                  <a:pt x="133" y="1041"/>
                  <a:pt x="134" y="1043"/>
                </a:cubicBezTo>
                <a:cubicBezTo>
                  <a:pt x="154" y="1066"/>
                  <a:pt x="152" y="1068"/>
                  <a:pt x="153" y="1069"/>
                </a:cubicBezTo>
                <a:cubicBezTo>
                  <a:pt x="163" y="1084"/>
                  <a:pt x="168" y="1094"/>
                  <a:pt x="176" y="1104"/>
                </a:cubicBezTo>
                <a:cubicBezTo>
                  <a:pt x="193" y="1150"/>
                  <a:pt x="191" y="1152"/>
                  <a:pt x="193" y="1155"/>
                </a:cubicBezTo>
                <a:cubicBezTo>
                  <a:pt x="174" y="1126"/>
                  <a:pt x="178" y="1120"/>
                  <a:pt x="173" y="1121"/>
                </a:cubicBezTo>
                <a:cubicBezTo>
                  <a:pt x="150" y="1085"/>
                  <a:pt x="146" y="1076"/>
                  <a:pt x="137" y="1068"/>
                </a:cubicBezTo>
                <a:cubicBezTo>
                  <a:pt x="122" y="1043"/>
                  <a:pt x="118" y="1038"/>
                  <a:pt x="116" y="1034"/>
                </a:cubicBezTo>
                <a:cubicBezTo>
                  <a:pt x="107" y="1023"/>
                  <a:pt x="105" y="1016"/>
                  <a:pt x="100" y="1009"/>
                </a:cubicBezTo>
                <a:cubicBezTo>
                  <a:pt x="90" y="998"/>
                  <a:pt x="92" y="997"/>
                  <a:pt x="89" y="997"/>
                </a:cubicBezTo>
                <a:cubicBezTo>
                  <a:pt x="85" y="986"/>
                  <a:pt x="82" y="987"/>
                  <a:pt x="82" y="987"/>
                </a:cubicBezTo>
                <a:cubicBezTo>
                  <a:pt x="53" y="952"/>
                  <a:pt x="52" y="942"/>
                  <a:pt x="49" y="942"/>
                </a:cubicBezTo>
                <a:cubicBezTo>
                  <a:pt x="31" y="899"/>
                  <a:pt x="22" y="894"/>
                  <a:pt x="26" y="890"/>
                </a:cubicBezTo>
                <a:cubicBezTo>
                  <a:pt x="40" y="944"/>
                  <a:pt x="46" y="951"/>
                  <a:pt x="50" y="957"/>
                </a:cubicBezTo>
                <a:cubicBezTo>
                  <a:pt x="55" y="964"/>
                  <a:pt x="54" y="966"/>
                  <a:pt x="55" y="967"/>
                </a:cubicBezTo>
                <a:cubicBezTo>
                  <a:pt x="62" y="976"/>
                  <a:pt x="63" y="974"/>
                  <a:pt x="64" y="976"/>
                </a:cubicBezTo>
                <a:cubicBezTo>
                  <a:pt x="71" y="991"/>
                  <a:pt x="75" y="992"/>
                  <a:pt x="75" y="992"/>
                </a:cubicBezTo>
                <a:cubicBezTo>
                  <a:pt x="87" y="1006"/>
                  <a:pt x="91" y="1013"/>
                  <a:pt x="94" y="1018"/>
                </a:cubicBezTo>
                <a:cubicBezTo>
                  <a:pt x="102" y="1029"/>
                  <a:pt x="101" y="1031"/>
                  <a:pt x="102" y="1032"/>
                </a:cubicBezTo>
                <a:cubicBezTo>
                  <a:pt x="136" y="1079"/>
                  <a:pt x="145" y="1091"/>
                  <a:pt x="153" y="1103"/>
                </a:cubicBezTo>
                <a:cubicBezTo>
                  <a:pt x="187" y="1163"/>
                  <a:pt x="182" y="1168"/>
                  <a:pt x="186" y="1173"/>
                </a:cubicBezTo>
                <a:cubicBezTo>
                  <a:pt x="178" y="1170"/>
                  <a:pt x="174" y="1167"/>
                  <a:pt x="173" y="1165"/>
                </a:cubicBezTo>
                <a:cubicBezTo>
                  <a:pt x="155" y="1142"/>
                  <a:pt x="146" y="1120"/>
                  <a:pt x="135" y="1111"/>
                </a:cubicBezTo>
                <a:cubicBezTo>
                  <a:pt x="110" y="1078"/>
                  <a:pt x="102" y="1080"/>
                  <a:pt x="106" y="1076"/>
                </a:cubicBezTo>
                <a:cubicBezTo>
                  <a:pt x="83" y="1057"/>
                  <a:pt x="75" y="1040"/>
                  <a:pt x="65" y="1032"/>
                </a:cubicBezTo>
                <a:cubicBezTo>
                  <a:pt x="32" y="978"/>
                  <a:pt x="31" y="976"/>
                  <a:pt x="24" y="965"/>
                </a:cubicBezTo>
                <a:cubicBezTo>
                  <a:pt x="9" y="949"/>
                  <a:pt x="15" y="952"/>
                  <a:pt x="15" y="957"/>
                </a:cubicBezTo>
                <a:cubicBezTo>
                  <a:pt x="47" y="1023"/>
                  <a:pt x="52" y="1028"/>
                  <a:pt x="57" y="1035"/>
                </a:cubicBezTo>
                <a:cubicBezTo>
                  <a:pt x="102" y="1083"/>
                  <a:pt x="107" y="1092"/>
                  <a:pt x="113" y="1095"/>
                </a:cubicBezTo>
                <a:cubicBezTo>
                  <a:pt x="149" y="1143"/>
                  <a:pt x="150" y="1151"/>
                  <a:pt x="154" y="1149"/>
                </a:cubicBezTo>
                <a:cubicBezTo>
                  <a:pt x="174" y="1202"/>
                  <a:pt x="185" y="1210"/>
                  <a:pt x="182" y="1215"/>
                </a:cubicBezTo>
                <a:cubicBezTo>
                  <a:pt x="168" y="1179"/>
                  <a:pt x="159" y="1180"/>
                  <a:pt x="162" y="1177"/>
                </a:cubicBezTo>
                <a:cubicBezTo>
                  <a:pt x="140" y="1153"/>
                  <a:pt x="142" y="1142"/>
                  <a:pt x="135" y="1136"/>
                </a:cubicBezTo>
                <a:cubicBezTo>
                  <a:pt x="98" y="1090"/>
                  <a:pt x="95" y="1086"/>
                  <a:pt x="92" y="1086"/>
                </a:cubicBezTo>
                <a:cubicBezTo>
                  <a:pt x="82" y="1073"/>
                  <a:pt x="82" y="1071"/>
                  <a:pt x="82" y="1069"/>
                </a:cubicBezTo>
                <a:cubicBezTo>
                  <a:pt x="44" y="1034"/>
                  <a:pt x="41" y="1030"/>
                  <a:pt x="39" y="1026"/>
                </a:cubicBezTo>
                <a:cubicBezTo>
                  <a:pt x="13" y="992"/>
                  <a:pt x="16" y="996"/>
                  <a:pt x="17" y="1000"/>
                </a:cubicBezTo>
                <a:cubicBezTo>
                  <a:pt x="48" y="1041"/>
                  <a:pt x="46" y="1053"/>
                  <a:pt x="55" y="1056"/>
                </a:cubicBezTo>
                <a:cubicBezTo>
                  <a:pt x="80" y="1083"/>
                  <a:pt x="81" y="1085"/>
                  <a:pt x="83" y="1087"/>
                </a:cubicBezTo>
                <a:cubicBezTo>
                  <a:pt x="89" y="1101"/>
                  <a:pt x="103" y="1099"/>
                  <a:pt x="97" y="1104"/>
                </a:cubicBezTo>
                <a:cubicBezTo>
                  <a:pt x="125" y="1140"/>
                  <a:pt x="131" y="1145"/>
                  <a:pt x="130" y="1149"/>
                </a:cubicBezTo>
                <a:cubicBezTo>
                  <a:pt x="93" y="1107"/>
                  <a:pt x="89" y="1106"/>
                  <a:pt x="86" y="1102"/>
                </a:cubicBezTo>
                <a:cubicBezTo>
                  <a:pt x="63" y="1079"/>
                  <a:pt x="59" y="1075"/>
                  <a:pt x="55" y="1073"/>
                </a:cubicBezTo>
                <a:cubicBezTo>
                  <a:pt x="0" y="1009"/>
                  <a:pt x="9" y="1016"/>
                  <a:pt x="8" y="1021"/>
                </a:cubicBezTo>
                <a:cubicBezTo>
                  <a:pt x="27" y="1050"/>
                  <a:pt x="29" y="1050"/>
                  <a:pt x="30" y="1052"/>
                </a:cubicBezTo>
                <a:cubicBezTo>
                  <a:pt x="33" y="1062"/>
                  <a:pt x="38" y="1060"/>
                  <a:pt x="41" y="1066"/>
                </a:cubicBezTo>
                <a:cubicBezTo>
                  <a:pt x="86" y="1110"/>
                  <a:pt x="90" y="1120"/>
                  <a:pt x="96" y="1122"/>
                </a:cubicBezTo>
                <a:cubicBezTo>
                  <a:pt x="118" y="1149"/>
                  <a:pt x="127" y="1163"/>
                  <a:pt x="137" y="1176"/>
                </a:cubicBezTo>
                <a:cubicBezTo>
                  <a:pt x="148" y="1204"/>
                  <a:pt x="162" y="1211"/>
                  <a:pt x="158" y="1215"/>
                </a:cubicBezTo>
                <a:cubicBezTo>
                  <a:pt x="165" y="1240"/>
                  <a:pt x="164" y="1234"/>
                  <a:pt x="163" y="1229"/>
                </a:cubicBezTo>
                <a:cubicBezTo>
                  <a:pt x="151" y="1205"/>
                  <a:pt x="144" y="1201"/>
                  <a:pt x="143" y="1199"/>
                </a:cubicBezTo>
                <a:cubicBezTo>
                  <a:pt x="118" y="1171"/>
                  <a:pt x="122" y="1166"/>
                  <a:pt x="116" y="1164"/>
                </a:cubicBezTo>
                <a:cubicBezTo>
                  <a:pt x="82" y="1123"/>
                  <a:pt x="68" y="1114"/>
                  <a:pt x="60" y="1107"/>
                </a:cubicBezTo>
                <a:cubicBezTo>
                  <a:pt x="19" y="1050"/>
                  <a:pt x="22" y="1042"/>
                  <a:pt x="13" y="1042"/>
                </a:cubicBezTo>
                <a:cubicBezTo>
                  <a:pt x="62" y="1117"/>
                  <a:pt x="74" y="1136"/>
                  <a:pt x="95" y="1152"/>
                </a:cubicBezTo>
                <a:cubicBezTo>
                  <a:pt x="135" y="1204"/>
                  <a:pt x="140" y="1211"/>
                  <a:pt x="145" y="1217"/>
                </a:cubicBezTo>
                <a:cubicBezTo>
                  <a:pt x="170" y="1269"/>
                  <a:pt x="166" y="1271"/>
                  <a:pt x="171" y="1274"/>
                </a:cubicBezTo>
                <a:cubicBezTo>
                  <a:pt x="178" y="1302"/>
                  <a:pt x="178" y="1304"/>
                  <a:pt x="177" y="1307"/>
                </a:cubicBezTo>
                <a:cubicBezTo>
                  <a:pt x="169" y="1297"/>
                  <a:pt x="173" y="1295"/>
                  <a:pt x="168" y="1291"/>
                </a:cubicBezTo>
                <a:cubicBezTo>
                  <a:pt x="133" y="1236"/>
                  <a:pt x="128" y="1228"/>
                  <a:pt x="116" y="1208"/>
                </a:cubicBezTo>
                <a:cubicBezTo>
                  <a:pt x="41" y="1115"/>
                  <a:pt x="40" y="1112"/>
                  <a:pt x="37" y="1109"/>
                </a:cubicBezTo>
                <a:cubicBezTo>
                  <a:pt x="25" y="1086"/>
                  <a:pt x="30" y="1079"/>
                  <a:pt x="24" y="1081"/>
                </a:cubicBezTo>
                <a:cubicBezTo>
                  <a:pt x="59" y="1159"/>
                  <a:pt x="64" y="1161"/>
                  <a:pt x="69" y="1166"/>
                </a:cubicBezTo>
                <a:cubicBezTo>
                  <a:pt x="116" y="1220"/>
                  <a:pt x="123" y="1241"/>
                  <a:pt x="133" y="1245"/>
                </a:cubicBezTo>
                <a:cubicBezTo>
                  <a:pt x="146" y="1275"/>
                  <a:pt x="149" y="1274"/>
                  <a:pt x="153" y="1283"/>
                </a:cubicBezTo>
                <a:cubicBezTo>
                  <a:pt x="167" y="1322"/>
                  <a:pt x="173" y="1328"/>
                  <a:pt x="172" y="1333"/>
                </a:cubicBezTo>
                <a:cubicBezTo>
                  <a:pt x="172" y="1344"/>
                  <a:pt x="171" y="1342"/>
                  <a:pt x="167" y="1341"/>
                </a:cubicBezTo>
                <a:cubicBezTo>
                  <a:pt x="163" y="1322"/>
                  <a:pt x="155" y="1318"/>
                  <a:pt x="159" y="1315"/>
                </a:cubicBezTo>
                <a:cubicBezTo>
                  <a:pt x="128" y="1261"/>
                  <a:pt x="129" y="1259"/>
                  <a:pt x="117" y="1247"/>
                </a:cubicBezTo>
                <a:cubicBezTo>
                  <a:pt x="67" y="1189"/>
                  <a:pt x="67" y="1186"/>
                  <a:pt x="62" y="1181"/>
                </a:cubicBezTo>
                <a:cubicBezTo>
                  <a:pt x="50" y="1165"/>
                  <a:pt x="47" y="1166"/>
                  <a:pt x="49" y="1163"/>
                </a:cubicBezTo>
                <a:cubicBezTo>
                  <a:pt x="12" y="1111"/>
                  <a:pt x="15" y="1107"/>
                  <a:pt x="9" y="1101"/>
                </a:cubicBezTo>
                <a:cubicBezTo>
                  <a:pt x="13" y="1122"/>
                  <a:pt x="19" y="1126"/>
                  <a:pt x="16" y="1128"/>
                </a:cubicBezTo>
                <a:cubicBezTo>
                  <a:pt x="47" y="1180"/>
                  <a:pt x="52" y="1178"/>
                  <a:pt x="54" y="1184"/>
                </a:cubicBezTo>
                <a:cubicBezTo>
                  <a:pt x="108" y="1249"/>
                  <a:pt x="110" y="1258"/>
                  <a:pt x="114" y="1257"/>
                </a:cubicBezTo>
                <a:cubicBezTo>
                  <a:pt x="108" y="1251"/>
                  <a:pt x="101" y="1249"/>
                  <a:pt x="97" y="1247"/>
                </a:cubicBezTo>
                <a:cubicBezTo>
                  <a:pt x="70" y="1217"/>
                  <a:pt x="67" y="1206"/>
                  <a:pt x="63" y="1203"/>
                </a:cubicBezTo>
                <a:cubicBezTo>
                  <a:pt x="43" y="1184"/>
                  <a:pt x="42" y="1180"/>
                  <a:pt x="40" y="1177"/>
                </a:cubicBezTo>
                <a:cubicBezTo>
                  <a:pt x="2" y="1139"/>
                  <a:pt x="9" y="1144"/>
                  <a:pt x="8" y="1147"/>
                </a:cubicBezTo>
                <a:cubicBezTo>
                  <a:pt x="31" y="1180"/>
                  <a:pt x="28" y="1183"/>
                  <a:pt x="34" y="1187"/>
                </a:cubicBezTo>
                <a:cubicBezTo>
                  <a:pt x="104" y="1266"/>
                  <a:pt x="106" y="1270"/>
                  <a:pt x="109" y="1273"/>
                </a:cubicBezTo>
                <a:cubicBezTo>
                  <a:pt x="130" y="1308"/>
                  <a:pt x="136" y="1314"/>
                  <a:pt x="138" y="1320"/>
                </a:cubicBezTo>
                <a:cubicBezTo>
                  <a:pt x="148" y="1353"/>
                  <a:pt x="160" y="1358"/>
                  <a:pt x="154" y="1360"/>
                </a:cubicBezTo>
                <a:cubicBezTo>
                  <a:pt x="143" y="1349"/>
                  <a:pt x="143" y="1342"/>
                  <a:pt x="136" y="1334"/>
                </a:cubicBezTo>
                <a:cubicBezTo>
                  <a:pt x="102" y="1286"/>
                  <a:pt x="93" y="1279"/>
                  <a:pt x="95" y="1275"/>
                </a:cubicBezTo>
                <a:cubicBezTo>
                  <a:pt x="30" y="1202"/>
                  <a:pt x="24" y="1194"/>
                  <a:pt x="18" y="1185"/>
                </a:cubicBezTo>
                <a:cubicBezTo>
                  <a:pt x="17" y="1202"/>
                  <a:pt x="20" y="1204"/>
                  <a:pt x="22" y="1205"/>
                </a:cubicBezTo>
                <a:cubicBezTo>
                  <a:pt x="28" y="1233"/>
                  <a:pt x="31" y="1245"/>
                  <a:pt x="36" y="1247"/>
                </a:cubicBezTo>
                <a:cubicBezTo>
                  <a:pt x="44" y="1265"/>
                  <a:pt x="42" y="1268"/>
                  <a:pt x="45" y="1267"/>
                </a:cubicBezTo>
                <a:cubicBezTo>
                  <a:pt x="78" y="1315"/>
                  <a:pt x="77" y="1317"/>
                  <a:pt x="84" y="1325"/>
                </a:cubicBezTo>
                <a:cubicBezTo>
                  <a:pt x="106" y="1353"/>
                  <a:pt x="114" y="1357"/>
                  <a:pt x="107" y="1360"/>
                </a:cubicBezTo>
                <a:cubicBezTo>
                  <a:pt x="74" y="1315"/>
                  <a:pt x="69" y="1314"/>
                  <a:pt x="66" y="1306"/>
                </a:cubicBezTo>
                <a:cubicBezTo>
                  <a:pt x="42" y="1273"/>
                  <a:pt x="39" y="1262"/>
                  <a:pt x="33" y="1256"/>
                </a:cubicBezTo>
                <a:cubicBezTo>
                  <a:pt x="26" y="1249"/>
                  <a:pt x="31" y="1241"/>
                  <a:pt x="27" y="1238"/>
                </a:cubicBezTo>
                <a:cubicBezTo>
                  <a:pt x="23" y="1255"/>
                  <a:pt x="30" y="1264"/>
                  <a:pt x="33" y="1273"/>
                </a:cubicBezTo>
                <a:cubicBezTo>
                  <a:pt x="72" y="1327"/>
                  <a:pt x="77" y="1337"/>
                  <a:pt x="86" y="1343"/>
                </a:cubicBezTo>
                <a:cubicBezTo>
                  <a:pt x="91" y="1356"/>
                  <a:pt x="95" y="1356"/>
                  <a:pt x="95" y="1356"/>
                </a:cubicBezTo>
                <a:cubicBezTo>
                  <a:pt x="113" y="1378"/>
                  <a:pt x="122" y="1391"/>
                  <a:pt x="131" y="1399"/>
                </a:cubicBezTo>
                <a:cubicBezTo>
                  <a:pt x="141" y="1414"/>
                  <a:pt x="144" y="1416"/>
                  <a:pt x="146" y="1420"/>
                </a:cubicBezTo>
                <a:cubicBezTo>
                  <a:pt x="142" y="1419"/>
                  <a:pt x="139" y="1422"/>
                  <a:pt x="137" y="1417"/>
                </a:cubicBezTo>
                <a:cubicBezTo>
                  <a:pt x="104" y="1393"/>
                  <a:pt x="99" y="1389"/>
                  <a:pt x="94" y="1389"/>
                </a:cubicBezTo>
                <a:cubicBezTo>
                  <a:pt x="39" y="1357"/>
                  <a:pt x="44" y="1357"/>
                  <a:pt x="47" y="1361"/>
                </a:cubicBezTo>
                <a:cubicBezTo>
                  <a:pt x="73" y="1381"/>
                  <a:pt x="77" y="1386"/>
                  <a:pt x="82" y="1385"/>
                </a:cubicBezTo>
                <a:cubicBezTo>
                  <a:pt x="123" y="1414"/>
                  <a:pt x="127" y="1423"/>
                  <a:pt x="131" y="1423"/>
                </a:cubicBezTo>
                <a:cubicBezTo>
                  <a:pt x="163" y="1460"/>
                  <a:pt x="167" y="1459"/>
                  <a:pt x="169" y="1462"/>
                </a:cubicBezTo>
                <a:cubicBezTo>
                  <a:pt x="183" y="1480"/>
                  <a:pt x="180" y="1489"/>
                  <a:pt x="185" y="1495"/>
                </a:cubicBezTo>
                <a:cubicBezTo>
                  <a:pt x="198" y="1470"/>
                  <a:pt x="199" y="1467"/>
                  <a:pt x="200" y="1465"/>
                </a:cubicBezTo>
                <a:cubicBezTo>
                  <a:pt x="239" y="1447"/>
                  <a:pt x="243" y="1445"/>
                  <a:pt x="246" y="1443"/>
                </a:cubicBezTo>
                <a:cubicBezTo>
                  <a:pt x="237" y="1440"/>
                  <a:pt x="233" y="1441"/>
                  <a:pt x="230" y="1441"/>
                </a:cubicBezTo>
                <a:cubicBezTo>
                  <a:pt x="214" y="1443"/>
                  <a:pt x="212" y="1436"/>
                  <a:pt x="217" y="1430"/>
                </a:cubicBezTo>
                <a:cubicBezTo>
                  <a:pt x="295" y="1389"/>
                  <a:pt x="303" y="1382"/>
                  <a:pt x="310" y="1385"/>
                </a:cubicBezTo>
                <a:cubicBezTo>
                  <a:pt x="381" y="1375"/>
                  <a:pt x="383" y="1379"/>
                  <a:pt x="388" y="1373"/>
                </a:cubicBezTo>
                <a:cubicBezTo>
                  <a:pt x="426" y="1368"/>
                  <a:pt x="430" y="1366"/>
                  <a:pt x="433" y="1365"/>
                </a:cubicBezTo>
                <a:cubicBezTo>
                  <a:pt x="449" y="1360"/>
                  <a:pt x="453" y="1363"/>
                  <a:pt x="457" y="1358"/>
                </a:cubicBezTo>
                <a:cubicBezTo>
                  <a:pt x="441" y="1356"/>
                  <a:pt x="440" y="1359"/>
                  <a:pt x="438" y="1359"/>
                </a:cubicBezTo>
                <a:cubicBezTo>
                  <a:pt x="426" y="1362"/>
                  <a:pt x="425" y="1358"/>
                  <a:pt x="421" y="1362"/>
                </a:cubicBezTo>
                <a:cubicBezTo>
                  <a:pt x="371" y="1366"/>
                  <a:pt x="364" y="1369"/>
                  <a:pt x="357" y="1369"/>
                </a:cubicBezTo>
                <a:cubicBezTo>
                  <a:pt x="338" y="1375"/>
                  <a:pt x="337" y="1371"/>
                  <a:pt x="335" y="1372"/>
                </a:cubicBezTo>
                <a:cubicBezTo>
                  <a:pt x="307" y="1376"/>
                  <a:pt x="306" y="1372"/>
                  <a:pt x="303" y="1376"/>
                </a:cubicBezTo>
                <a:cubicBezTo>
                  <a:pt x="270" y="1383"/>
                  <a:pt x="263" y="1389"/>
                  <a:pt x="258" y="1388"/>
                </a:cubicBezTo>
                <a:cubicBezTo>
                  <a:pt x="202" y="1433"/>
                  <a:pt x="200" y="1437"/>
                  <a:pt x="196" y="1441"/>
                </a:cubicBezTo>
                <a:cubicBezTo>
                  <a:pt x="185" y="1441"/>
                  <a:pt x="190" y="1433"/>
                  <a:pt x="197" y="1425"/>
                </a:cubicBezTo>
                <a:cubicBezTo>
                  <a:pt x="279" y="1366"/>
                  <a:pt x="282" y="1364"/>
                  <a:pt x="284" y="1362"/>
                </a:cubicBezTo>
                <a:cubicBezTo>
                  <a:pt x="315" y="1356"/>
                  <a:pt x="324" y="1356"/>
                  <a:pt x="334" y="1353"/>
                </a:cubicBezTo>
                <a:cubicBezTo>
                  <a:pt x="381" y="1350"/>
                  <a:pt x="385" y="1350"/>
                  <a:pt x="390" y="1350"/>
                </a:cubicBezTo>
                <a:cubicBezTo>
                  <a:pt x="436" y="1341"/>
                  <a:pt x="441" y="1339"/>
                  <a:pt x="446" y="1339"/>
                </a:cubicBezTo>
                <a:cubicBezTo>
                  <a:pt x="489" y="1324"/>
                  <a:pt x="486" y="1320"/>
                  <a:pt x="481" y="1326"/>
                </a:cubicBezTo>
                <a:cubicBezTo>
                  <a:pt x="445" y="1330"/>
                  <a:pt x="442" y="1333"/>
                  <a:pt x="438" y="1335"/>
                </a:cubicBezTo>
                <a:cubicBezTo>
                  <a:pt x="414" y="1334"/>
                  <a:pt x="409" y="1345"/>
                  <a:pt x="406" y="1338"/>
                </a:cubicBezTo>
                <a:cubicBezTo>
                  <a:pt x="436" y="1330"/>
                  <a:pt x="444" y="1327"/>
                  <a:pt x="451" y="1328"/>
                </a:cubicBezTo>
                <a:cubicBezTo>
                  <a:pt x="502" y="1292"/>
                  <a:pt x="500" y="1297"/>
                  <a:pt x="495" y="1301"/>
                </a:cubicBezTo>
                <a:cubicBezTo>
                  <a:pt x="463" y="1311"/>
                  <a:pt x="458" y="1319"/>
                  <a:pt x="455" y="1320"/>
                </a:cubicBezTo>
                <a:cubicBezTo>
                  <a:pt x="410" y="1329"/>
                  <a:pt x="405" y="1329"/>
                  <a:pt x="400" y="1333"/>
                </a:cubicBezTo>
                <a:cubicBezTo>
                  <a:pt x="380" y="1333"/>
                  <a:pt x="378" y="1331"/>
                  <a:pt x="376" y="1333"/>
                </a:cubicBezTo>
                <a:cubicBezTo>
                  <a:pt x="356" y="1334"/>
                  <a:pt x="353" y="1333"/>
                  <a:pt x="355" y="1331"/>
                </a:cubicBezTo>
                <a:cubicBezTo>
                  <a:pt x="400" y="1320"/>
                  <a:pt x="402" y="1322"/>
                  <a:pt x="405" y="1319"/>
                </a:cubicBezTo>
                <a:cubicBezTo>
                  <a:pt x="429" y="1309"/>
                  <a:pt x="438" y="1305"/>
                  <a:pt x="450" y="1297"/>
                </a:cubicBezTo>
                <a:cubicBezTo>
                  <a:pt x="498" y="1254"/>
                  <a:pt x="508" y="1256"/>
                  <a:pt x="503" y="1248"/>
                </a:cubicBezTo>
                <a:cubicBezTo>
                  <a:pt x="391" y="1316"/>
                  <a:pt x="387" y="1317"/>
                  <a:pt x="384" y="1317"/>
                </a:cubicBezTo>
                <a:cubicBezTo>
                  <a:pt x="365" y="1320"/>
                  <a:pt x="363" y="1321"/>
                  <a:pt x="360" y="1322"/>
                </a:cubicBezTo>
                <a:cubicBezTo>
                  <a:pt x="345" y="1324"/>
                  <a:pt x="344" y="1319"/>
                  <a:pt x="342" y="1323"/>
                </a:cubicBezTo>
                <a:cubicBezTo>
                  <a:pt x="303" y="1328"/>
                  <a:pt x="296" y="1326"/>
                  <a:pt x="290" y="1326"/>
                </a:cubicBezTo>
                <a:cubicBezTo>
                  <a:pt x="244" y="1332"/>
                  <a:pt x="240" y="1335"/>
                  <a:pt x="237" y="1335"/>
                </a:cubicBezTo>
                <a:cubicBezTo>
                  <a:pt x="200" y="1351"/>
                  <a:pt x="199" y="1362"/>
                  <a:pt x="193" y="1356"/>
                </a:cubicBezTo>
                <a:cubicBezTo>
                  <a:pt x="222" y="1332"/>
                  <a:pt x="227" y="1334"/>
                  <a:pt x="232" y="1328"/>
                </a:cubicBezTo>
                <a:cubicBezTo>
                  <a:pt x="257" y="1323"/>
                  <a:pt x="260" y="1322"/>
                  <a:pt x="262" y="1322"/>
                </a:cubicBezTo>
                <a:cubicBezTo>
                  <a:pt x="340" y="1309"/>
                  <a:pt x="350" y="1304"/>
                  <a:pt x="360" y="1305"/>
                </a:cubicBezTo>
                <a:cubicBezTo>
                  <a:pt x="414" y="1282"/>
                  <a:pt x="428" y="1278"/>
                  <a:pt x="443" y="1270"/>
                </a:cubicBezTo>
                <a:cubicBezTo>
                  <a:pt x="485" y="1238"/>
                  <a:pt x="488" y="1241"/>
                  <a:pt x="493" y="1236"/>
                </a:cubicBezTo>
                <a:cubicBezTo>
                  <a:pt x="503" y="1226"/>
                  <a:pt x="507" y="1224"/>
                  <a:pt x="512" y="1220"/>
                </a:cubicBezTo>
                <a:cubicBezTo>
                  <a:pt x="513" y="1206"/>
                  <a:pt x="509" y="1214"/>
                  <a:pt x="502" y="1222"/>
                </a:cubicBezTo>
                <a:cubicBezTo>
                  <a:pt x="460" y="1250"/>
                  <a:pt x="445" y="1261"/>
                  <a:pt x="435" y="1266"/>
                </a:cubicBezTo>
                <a:cubicBezTo>
                  <a:pt x="399" y="1282"/>
                  <a:pt x="395" y="1285"/>
                  <a:pt x="392" y="1284"/>
                </a:cubicBezTo>
                <a:cubicBezTo>
                  <a:pt x="323" y="1300"/>
                  <a:pt x="316" y="1303"/>
                  <a:pt x="308" y="1308"/>
                </a:cubicBezTo>
                <a:cubicBezTo>
                  <a:pt x="286" y="1307"/>
                  <a:pt x="284" y="1307"/>
                  <a:pt x="281" y="1308"/>
                </a:cubicBezTo>
                <a:cubicBezTo>
                  <a:pt x="265" y="1315"/>
                  <a:pt x="263" y="1313"/>
                  <a:pt x="260" y="1316"/>
                </a:cubicBezTo>
                <a:cubicBezTo>
                  <a:pt x="276" y="1302"/>
                  <a:pt x="278" y="1307"/>
                  <a:pt x="282" y="1305"/>
                </a:cubicBezTo>
                <a:cubicBezTo>
                  <a:pt x="318" y="1297"/>
                  <a:pt x="324" y="1295"/>
                  <a:pt x="330" y="1297"/>
                </a:cubicBezTo>
                <a:cubicBezTo>
                  <a:pt x="385" y="1284"/>
                  <a:pt x="390" y="1272"/>
                  <a:pt x="392" y="1277"/>
                </a:cubicBezTo>
                <a:cubicBezTo>
                  <a:pt x="458" y="1239"/>
                  <a:pt x="469" y="1229"/>
                  <a:pt x="477" y="1218"/>
                </a:cubicBezTo>
                <a:cubicBezTo>
                  <a:pt x="489" y="1197"/>
                  <a:pt x="479" y="1209"/>
                  <a:pt x="469" y="1221"/>
                </a:cubicBezTo>
                <a:cubicBezTo>
                  <a:pt x="433" y="1250"/>
                  <a:pt x="428" y="1253"/>
                  <a:pt x="424" y="1257"/>
                </a:cubicBezTo>
                <a:cubicBezTo>
                  <a:pt x="379" y="1272"/>
                  <a:pt x="373" y="1275"/>
                  <a:pt x="368" y="1275"/>
                </a:cubicBezTo>
                <a:cubicBezTo>
                  <a:pt x="317" y="1286"/>
                  <a:pt x="313" y="1290"/>
                  <a:pt x="308" y="1294"/>
                </a:cubicBezTo>
                <a:cubicBezTo>
                  <a:pt x="276" y="1296"/>
                  <a:pt x="268" y="1298"/>
                  <a:pt x="259" y="1301"/>
                </a:cubicBezTo>
                <a:cubicBezTo>
                  <a:pt x="226" y="1315"/>
                  <a:pt x="218" y="1314"/>
                  <a:pt x="210" y="1318"/>
                </a:cubicBezTo>
                <a:cubicBezTo>
                  <a:pt x="188" y="1324"/>
                  <a:pt x="198" y="1326"/>
                  <a:pt x="196" y="1323"/>
                </a:cubicBezTo>
                <a:cubicBezTo>
                  <a:pt x="245" y="1292"/>
                  <a:pt x="250" y="1296"/>
                  <a:pt x="257" y="1291"/>
                </a:cubicBezTo>
                <a:cubicBezTo>
                  <a:pt x="286" y="1281"/>
                  <a:pt x="297" y="1283"/>
                  <a:pt x="309" y="1278"/>
                </a:cubicBezTo>
                <a:cubicBezTo>
                  <a:pt x="360" y="1270"/>
                  <a:pt x="377" y="1254"/>
                  <a:pt x="392" y="1257"/>
                </a:cubicBezTo>
                <a:cubicBezTo>
                  <a:pt x="464" y="1216"/>
                  <a:pt x="478" y="1201"/>
                  <a:pt x="492" y="1188"/>
                </a:cubicBezTo>
                <a:cubicBezTo>
                  <a:pt x="510" y="1153"/>
                  <a:pt x="511" y="1156"/>
                  <a:pt x="505" y="1158"/>
                </a:cubicBezTo>
                <a:cubicBezTo>
                  <a:pt x="490" y="1176"/>
                  <a:pt x="487" y="1180"/>
                  <a:pt x="487" y="1184"/>
                </a:cubicBezTo>
                <a:cubicBezTo>
                  <a:pt x="443" y="1223"/>
                  <a:pt x="444" y="1226"/>
                  <a:pt x="442" y="1224"/>
                </a:cubicBezTo>
                <a:cubicBezTo>
                  <a:pt x="413" y="1237"/>
                  <a:pt x="407" y="1243"/>
                  <a:pt x="403" y="1242"/>
                </a:cubicBezTo>
                <a:cubicBezTo>
                  <a:pt x="325" y="1267"/>
                  <a:pt x="322" y="1265"/>
                  <a:pt x="318" y="1267"/>
                </a:cubicBezTo>
                <a:cubicBezTo>
                  <a:pt x="273" y="1273"/>
                  <a:pt x="263" y="1283"/>
                  <a:pt x="256" y="1279"/>
                </a:cubicBezTo>
                <a:cubicBezTo>
                  <a:pt x="295" y="1265"/>
                  <a:pt x="305" y="1261"/>
                  <a:pt x="314" y="1262"/>
                </a:cubicBezTo>
                <a:cubicBezTo>
                  <a:pt x="363" y="1241"/>
                  <a:pt x="375" y="1239"/>
                  <a:pt x="387" y="1234"/>
                </a:cubicBezTo>
                <a:cubicBezTo>
                  <a:pt x="479" y="1164"/>
                  <a:pt x="483" y="1161"/>
                  <a:pt x="485" y="1158"/>
                </a:cubicBezTo>
                <a:cubicBezTo>
                  <a:pt x="512" y="1124"/>
                  <a:pt x="513" y="1117"/>
                  <a:pt x="520" y="1111"/>
                </a:cubicBezTo>
                <a:cubicBezTo>
                  <a:pt x="509" y="1116"/>
                  <a:pt x="505" y="1120"/>
                  <a:pt x="502" y="1124"/>
                </a:cubicBezTo>
                <a:cubicBezTo>
                  <a:pt x="478" y="1160"/>
                  <a:pt x="470" y="1160"/>
                  <a:pt x="471" y="1166"/>
                </a:cubicBezTo>
                <a:cubicBezTo>
                  <a:pt x="431" y="1191"/>
                  <a:pt x="426" y="1200"/>
                  <a:pt x="421" y="1202"/>
                </a:cubicBezTo>
                <a:cubicBezTo>
                  <a:pt x="378" y="1227"/>
                  <a:pt x="371" y="1230"/>
                  <a:pt x="363" y="1234"/>
                </a:cubicBezTo>
                <a:cubicBezTo>
                  <a:pt x="322" y="1251"/>
                  <a:pt x="307" y="1250"/>
                  <a:pt x="290" y="1259"/>
                </a:cubicBezTo>
                <a:cubicBezTo>
                  <a:pt x="246" y="1271"/>
                  <a:pt x="237" y="1279"/>
                  <a:pt x="231" y="1275"/>
                </a:cubicBezTo>
                <a:cubicBezTo>
                  <a:pt x="290" y="1254"/>
                  <a:pt x="296" y="1241"/>
                  <a:pt x="298" y="1246"/>
                </a:cubicBezTo>
                <a:cubicBezTo>
                  <a:pt x="362" y="1221"/>
                  <a:pt x="377" y="1211"/>
                  <a:pt x="391" y="1204"/>
                </a:cubicBezTo>
                <a:cubicBezTo>
                  <a:pt x="515" y="1103"/>
                  <a:pt x="512" y="1098"/>
                  <a:pt x="518" y="1095"/>
                </a:cubicBezTo>
                <a:cubicBezTo>
                  <a:pt x="532" y="1075"/>
                  <a:pt x="536" y="1073"/>
                  <a:pt x="535" y="1071"/>
                </a:cubicBezTo>
                <a:cubicBezTo>
                  <a:pt x="539" y="1064"/>
                  <a:pt x="536" y="1067"/>
                  <a:pt x="532" y="1070"/>
                </a:cubicBezTo>
                <a:cubicBezTo>
                  <a:pt x="497" y="1109"/>
                  <a:pt x="495" y="1119"/>
                  <a:pt x="485" y="1121"/>
                </a:cubicBezTo>
                <a:cubicBezTo>
                  <a:pt x="453" y="1152"/>
                  <a:pt x="442" y="1160"/>
                  <a:pt x="431" y="1168"/>
                </a:cubicBezTo>
                <a:cubicBezTo>
                  <a:pt x="397" y="1193"/>
                  <a:pt x="389" y="1191"/>
                  <a:pt x="388" y="1197"/>
                </a:cubicBezTo>
                <a:cubicBezTo>
                  <a:pt x="367" y="1206"/>
                  <a:pt x="360" y="1215"/>
                  <a:pt x="356" y="1210"/>
                </a:cubicBezTo>
                <a:cubicBezTo>
                  <a:pt x="315" y="1230"/>
                  <a:pt x="305" y="1233"/>
                  <a:pt x="294" y="1240"/>
                </a:cubicBezTo>
                <a:cubicBezTo>
                  <a:pt x="262" y="1252"/>
                  <a:pt x="260" y="1251"/>
                  <a:pt x="257" y="1254"/>
                </a:cubicBezTo>
                <a:cubicBezTo>
                  <a:pt x="237" y="1263"/>
                  <a:pt x="233" y="1265"/>
                  <a:pt x="229" y="1267"/>
                </a:cubicBezTo>
                <a:cubicBezTo>
                  <a:pt x="218" y="1271"/>
                  <a:pt x="214" y="1278"/>
                  <a:pt x="211" y="1275"/>
                </a:cubicBezTo>
                <a:cubicBezTo>
                  <a:pt x="241" y="1245"/>
                  <a:pt x="262" y="1234"/>
                  <a:pt x="291" y="1222"/>
                </a:cubicBezTo>
                <a:cubicBezTo>
                  <a:pt x="352" y="1187"/>
                  <a:pt x="356" y="1194"/>
                  <a:pt x="360" y="1189"/>
                </a:cubicBezTo>
                <a:cubicBezTo>
                  <a:pt x="397" y="1173"/>
                  <a:pt x="401" y="1169"/>
                  <a:pt x="405" y="1169"/>
                </a:cubicBezTo>
                <a:cubicBezTo>
                  <a:pt x="461" y="1128"/>
                  <a:pt x="482" y="1115"/>
                  <a:pt x="495" y="1100"/>
                </a:cubicBezTo>
                <a:cubicBezTo>
                  <a:pt x="532" y="1063"/>
                  <a:pt x="536" y="1059"/>
                  <a:pt x="536" y="1055"/>
                </a:cubicBezTo>
                <a:cubicBezTo>
                  <a:pt x="492" y="1093"/>
                  <a:pt x="491" y="1097"/>
                  <a:pt x="486" y="1101"/>
                </a:cubicBezTo>
                <a:cubicBezTo>
                  <a:pt x="470" y="1111"/>
                  <a:pt x="468" y="1118"/>
                  <a:pt x="461" y="1121"/>
                </a:cubicBezTo>
                <a:cubicBezTo>
                  <a:pt x="441" y="1135"/>
                  <a:pt x="439" y="1138"/>
                  <a:pt x="438" y="1141"/>
                </a:cubicBezTo>
                <a:cubicBezTo>
                  <a:pt x="395" y="1165"/>
                  <a:pt x="389" y="1166"/>
                  <a:pt x="384" y="1167"/>
                </a:cubicBezTo>
                <a:cubicBezTo>
                  <a:pt x="366" y="1175"/>
                  <a:pt x="360" y="1181"/>
                  <a:pt x="354" y="1181"/>
                </a:cubicBezTo>
                <a:cubicBezTo>
                  <a:pt x="336" y="1190"/>
                  <a:pt x="330" y="1193"/>
                  <a:pt x="324" y="1196"/>
                </a:cubicBezTo>
                <a:cubicBezTo>
                  <a:pt x="289" y="1212"/>
                  <a:pt x="274" y="1219"/>
                  <a:pt x="259" y="1226"/>
                </a:cubicBezTo>
                <a:cubicBezTo>
                  <a:pt x="235" y="1240"/>
                  <a:pt x="227" y="1244"/>
                  <a:pt x="224" y="1249"/>
                </a:cubicBezTo>
                <a:cubicBezTo>
                  <a:pt x="202" y="1270"/>
                  <a:pt x="193" y="1272"/>
                  <a:pt x="192" y="1269"/>
                </a:cubicBezTo>
                <a:cubicBezTo>
                  <a:pt x="215" y="1249"/>
                  <a:pt x="212" y="1245"/>
                  <a:pt x="217" y="1243"/>
                </a:cubicBezTo>
                <a:cubicBezTo>
                  <a:pt x="243" y="1226"/>
                  <a:pt x="244" y="1223"/>
                  <a:pt x="250" y="1220"/>
                </a:cubicBezTo>
                <a:cubicBezTo>
                  <a:pt x="326" y="1181"/>
                  <a:pt x="340" y="1175"/>
                  <a:pt x="358" y="1169"/>
                </a:cubicBezTo>
                <a:cubicBezTo>
                  <a:pt x="494" y="1080"/>
                  <a:pt x="512" y="1077"/>
                  <a:pt x="512" y="1063"/>
                </a:cubicBezTo>
                <a:cubicBezTo>
                  <a:pt x="460" y="1106"/>
                  <a:pt x="454" y="1105"/>
                  <a:pt x="447" y="1112"/>
                </a:cubicBezTo>
                <a:cubicBezTo>
                  <a:pt x="401" y="1139"/>
                  <a:pt x="397" y="1141"/>
                  <a:pt x="392" y="1144"/>
                </a:cubicBezTo>
                <a:cubicBezTo>
                  <a:pt x="299" y="1182"/>
                  <a:pt x="278" y="1194"/>
                  <a:pt x="258" y="1204"/>
                </a:cubicBezTo>
                <a:cubicBezTo>
                  <a:pt x="222" y="1232"/>
                  <a:pt x="219" y="1228"/>
                  <a:pt x="215" y="1233"/>
                </a:cubicBezTo>
                <a:cubicBezTo>
                  <a:pt x="191" y="1248"/>
                  <a:pt x="198" y="1246"/>
                  <a:pt x="198" y="1243"/>
                </a:cubicBezTo>
                <a:cubicBezTo>
                  <a:pt x="210" y="1232"/>
                  <a:pt x="218" y="1227"/>
                  <a:pt x="221" y="1221"/>
                </a:cubicBezTo>
                <a:cubicBezTo>
                  <a:pt x="275" y="1187"/>
                  <a:pt x="293" y="1174"/>
                  <a:pt x="310" y="1167"/>
                </a:cubicBezTo>
                <a:cubicBezTo>
                  <a:pt x="378" y="1137"/>
                  <a:pt x="377" y="1130"/>
                  <a:pt x="382" y="1132"/>
                </a:cubicBezTo>
                <a:cubicBezTo>
                  <a:pt x="433" y="1103"/>
                  <a:pt x="436" y="1100"/>
                  <a:pt x="437" y="1102"/>
                </a:cubicBezTo>
                <a:cubicBezTo>
                  <a:pt x="461" y="1086"/>
                  <a:pt x="465" y="1087"/>
                  <a:pt x="471" y="1080"/>
                </a:cubicBezTo>
                <a:cubicBezTo>
                  <a:pt x="502" y="1058"/>
                  <a:pt x="506" y="1058"/>
                  <a:pt x="511" y="1054"/>
                </a:cubicBezTo>
                <a:cubicBezTo>
                  <a:pt x="567" y="1001"/>
                  <a:pt x="569" y="996"/>
                  <a:pt x="573" y="991"/>
                </a:cubicBezTo>
                <a:cubicBezTo>
                  <a:pt x="512" y="1042"/>
                  <a:pt x="492" y="1060"/>
                  <a:pt x="472" y="1069"/>
                </a:cubicBezTo>
                <a:cubicBezTo>
                  <a:pt x="445" y="1085"/>
                  <a:pt x="440" y="1093"/>
                  <a:pt x="436" y="1090"/>
                </a:cubicBezTo>
                <a:cubicBezTo>
                  <a:pt x="383" y="1123"/>
                  <a:pt x="380" y="1120"/>
                  <a:pt x="375" y="1125"/>
                </a:cubicBezTo>
                <a:cubicBezTo>
                  <a:pt x="301" y="1163"/>
                  <a:pt x="285" y="1166"/>
                  <a:pt x="266" y="1181"/>
                </a:cubicBezTo>
                <a:cubicBezTo>
                  <a:pt x="238" y="1199"/>
                  <a:pt x="226" y="1210"/>
                  <a:pt x="218" y="1211"/>
                </a:cubicBezTo>
                <a:cubicBezTo>
                  <a:pt x="195" y="1226"/>
                  <a:pt x="199" y="1221"/>
                  <a:pt x="198" y="1216"/>
                </a:cubicBezTo>
                <a:cubicBezTo>
                  <a:pt x="230" y="1183"/>
                  <a:pt x="233" y="1182"/>
                  <a:pt x="238" y="1177"/>
                </a:cubicBezTo>
                <a:cubicBezTo>
                  <a:pt x="319" y="1129"/>
                  <a:pt x="328" y="1123"/>
                  <a:pt x="336" y="1121"/>
                </a:cubicBezTo>
                <a:cubicBezTo>
                  <a:pt x="493" y="1012"/>
                  <a:pt x="511" y="1000"/>
                  <a:pt x="526" y="986"/>
                </a:cubicBezTo>
                <a:cubicBezTo>
                  <a:pt x="552" y="958"/>
                  <a:pt x="551" y="956"/>
                  <a:pt x="554" y="954"/>
                </a:cubicBezTo>
                <a:cubicBezTo>
                  <a:pt x="522" y="977"/>
                  <a:pt x="521" y="987"/>
                  <a:pt x="507" y="995"/>
                </a:cubicBezTo>
                <a:cubicBezTo>
                  <a:pt x="490" y="1009"/>
                  <a:pt x="487" y="1013"/>
                  <a:pt x="482" y="1018"/>
                </a:cubicBezTo>
                <a:cubicBezTo>
                  <a:pt x="358" y="1100"/>
                  <a:pt x="341" y="1103"/>
                  <a:pt x="333" y="1113"/>
                </a:cubicBezTo>
                <a:cubicBezTo>
                  <a:pt x="251" y="1161"/>
                  <a:pt x="227" y="1171"/>
                  <a:pt x="214" y="1187"/>
                </a:cubicBezTo>
                <a:cubicBezTo>
                  <a:pt x="211" y="1186"/>
                  <a:pt x="210" y="1183"/>
                  <a:pt x="213" y="1180"/>
                </a:cubicBezTo>
                <a:cubicBezTo>
                  <a:pt x="242" y="1151"/>
                  <a:pt x="248" y="1147"/>
                  <a:pt x="259" y="1137"/>
                </a:cubicBezTo>
                <a:cubicBezTo>
                  <a:pt x="360" y="1078"/>
                  <a:pt x="373" y="1070"/>
                  <a:pt x="393" y="1055"/>
                </a:cubicBezTo>
                <a:cubicBezTo>
                  <a:pt x="452" y="1010"/>
                  <a:pt x="460" y="1010"/>
                  <a:pt x="463" y="1005"/>
                </a:cubicBezTo>
                <a:cubicBezTo>
                  <a:pt x="524" y="947"/>
                  <a:pt x="530" y="944"/>
                  <a:pt x="532" y="940"/>
                </a:cubicBezTo>
                <a:cubicBezTo>
                  <a:pt x="561" y="903"/>
                  <a:pt x="566" y="896"/>
                  <a:pt x="574" y="890"/>
                </a:cubicBezTo>
                <a:cubicBezTo>
                  <a:pt x="547" y="899"/>
                  <a:pt x="543" y="903"/>
                  <a:pt x="537" y="907"/>
                </a:cubicBezTo>
                <a:cubicBezTo>
                  <a:pt x="522" y="918"/>
                  <a:pt x="523" y="921"/>
                  <a:pt x="519" y="922"/>
                </a:cubicBezTo>
                <a:cubicBezTo>
                  <a:pt x="491" y="945"/>
                  <a:pt x="485" y="954"/>
                  <a:pt x="474" y="962"/>
                </a:cubicBezTo>
                <a:cubicBezTo>
                  <a:pt x="396" y="1023"/>
                  <a:pt x="387" y="1030"/>
                  <a:pt x="378" y="1037"/>
                </a:cubicBezTo>
                <a:cubicBezTo>
                  <a:pt x="323" y="1067"/>
                  <a:pt x="317" y="1067"/>
                  <a:pt x="311" y="1070"/>
                </a:cubicBezTo>
                <a:cubicBezTo>
                  <a:pt x="262" y="1102"/>
                  <a:pt x="259" y="1103"/>
                  <a:pt x="256" y="1103"/>
                </a:cubicBezTo>
                <a:cubicBezTo>
                  <a:pt x="244" y="1115"/>
                  <a:pt x="236" y="1116"/>
                  <a:pt x="239" y="1120"/>
                </a:cubicBezTo>
                <a:cubicBezTo>
                  <a:pt x="222" y="1136"/>
                  <a:pt x="217" y="1144"/>
                  <a:pt x="214" y="1140"/>
                </a:cubicBezTo>
                <a:cubicBezTo>
                  <a:pt x="260" y="1090"/>
                  <a:pt x="271" y="1086"/>
                  <a:pt x="296" y="1066"/>
                </a:cubicBezTo>
                <a:cubicBezTo>
                  <a:pt x="418" y="989"/>
                  <a:pt x="425" y="977"/>
                  <a:pt x="430" y="979"/>
                </a:cubicBezTo>
                <a:cubicBezTo>
                  <a:pt x="451" y="961"/>
                  <a:pt x="456" y="956"/>
                  <a:pt x="465" y="947"/>
                </a:cubicBezTo>
                <a:cubicBezTo>
                  <a:pt x="540" y="892"/>
                  <a:pt x="549" y="886"/>
                  <a:pt x="560" y="878"/>
                </a:cubicBezTo>
                <a:cubicBezTo>
                  <a:pt x="587" y="870"/>
                  <a:pt x="592" y="858"/>
                  <a:pt x="594" y="863"/>
                </a:cubicBezTo>
                <a:cubicBezTo>
                  <a:pt x="625" y="848"/>
                  <a:pt x="636" y="854"/>
                  <a:pt x="633" y="845"/>
                </a:cubicBezTo>
                <a:cubicBezTo>
                  <a:pt x="574" y="858"/>
                  <a:pt x="566" y="857"/>
                  <a:pt x="557" y="863"/>
                </a:cubicBezTo>
                <a:cubicBezTo>
                  <a:pt x="523" y="876"/>
                  <a:pt x="515" y="880"/>
                  <a:pt x="508" y="884"/>
                </a:cubicBezTo>
                <a:cubicBezTo>
                  <a:pt x="420" y="945"/>
                  <a:pt x="411" y="951"/>
                  <a:pt x="402" y="958"/>
                </a:cubicBezTo>
                <a:cubicBezTo>
                  <a:pt x="299" y="1027"/>
                  <a:pt x="297" y="1029"/>
                  <a:pt x="295" y="1030"/>
                </a:cubicBezTo>
                <a:cubicBezTo>
                  <a:pt x="255" y="1062"/>
                  <a:pt x="252" y="1067"/>
                  <a:pt x="244" y="1072"/>
                </a:cubicBezTo>
                <a:cubicBezTo>
                  <a:pt x="230" y="1081"/>
                  <a:pt x="230" y="1077"/>
                  <a:pt x="232" y="1073"/>
                </a:cubicBezTo>
                <a:cubicBezTo>
                  <a:pt x="251" y="1057"/>
                  <a:pt x="253" y="1055"/>
                  <a:pt x="257" y="1053"/>
                </a:cubicBezTo>
                <a:cubicBezTo>
                  <a:pt x="293" y="1015"/>
                  <a:pt x="296" y="1017"/>
                  <a:pt x="300" y="1014"/>
                </a:cubicBezTo>
                <a:cubicBezTo>
                  <a:pt x="333" y="985"/>
                  <a:pt x="335" y="986"/>
                  <a:pt x="336" y="986"/>
                </a:cubicBezTo>
                <a:cubicBezTo>
                  <a:pt x="380" y="950"/>
                  <a:pt x="404" y="938"/>
                  <a:pt x="433" y="916"/>
                </a:cubicBezTo>
                <a:cubicBezTo>
                  <a:pt x="492" y="885"/>
                  <a:pt x="501" y="881"/>
                  <a:pt x="511" y="874"/>
                </a:cubicBezTo>
                <a:cubicBezTo>
                  <a:pt x="540" y="857"/>
                  <a:pt x="552" y="855"/>
                  <a:pt x="561" y="848"/>
                </a:cubicBezTo>
                <a:cubicBezTo>
                  <a:pt x="574" y="833"/>
                  <a:pt x="569" y="837"/>
                  <a:pt x="565" y="840"/>
                </a:cubicBezTo>
                <a:cubicBezTo>
                  <a:pt x="512" y="866"/>
                  <a:pt x="509" y="864"/>
                  <a:pt x="505" y="869"/>
                </a:cubicBezTo>
                <a:cubicBezTo>
                  <a:pt x="416" y="917"/>
                  <a:pt x="406" y="926"/>
                  <a:pt x="373" y="944"/>
                </a:cubicBezTo>
                <a:cubicBezTo>
                  <a:pt x="332" y="978"/>
                  <a:pt x="317" y="986"/>
                  <a:pt x="306" y="995"/>
                </a:cubicBezTo>
                <a:cubicBezTo>
                  <a:pt x="253" y="1040"/>
                  <a:pt x="256" y="1048"/>
                  <a:pt x="251" y="1045"/>
                </a:cubicBezTo>
                <a:cubicBezTo>
                  <a:pt x="235" y="1052"/>
                  <a:pt x="237" y="1048"/>
                  <a:pt x="241" y="1044"/>
                </a:cubicBezTo>
                <a:cubicBezTo>
                  <a:pt x="310" y="977"/>
                  <a:pt x="362" y="934"/>
                  <a:pt x="419" y="899"/>
                </a:cubicBezTo>
                <a:cubicBezTo>
                  <a:pt x="482" y="869"/>
                  <a:pt x="481" y="865"/>
                  <a:pt x="487" y="864"/>
                </a:cubicBezTo>
                <a:cubicBezTo>
                  <a:pt x="513" y="858"/>
                  <a:pt x="519" y="848"/>
                  <a:pt x="522" y="852"/>
                </a:cubicBezTo>
                <a:cubicBezTo>
                  <a:pt x="583" y="826"/>
                  <a:pt x="598" y="821"/>
                  <a:pt x="613" y="815"/>
                </a:cubicBezTo>
                <a:cubicBezTo>
                  <a:pt x="578" y="820"/>
                  <a:pt x="572" y="828"/>
                  <a:pt x="567" y="826"/>
                </a:cubicBezTo>
                <a:cubicBezTo>
                  <a:pt x="541" y="835"/>
                  <a:pt x="538" y="835"/>
                  <a:pt x="536" y="837"/>
                </a:cubicBezTo>
                <a:cubicBezTo>
                  <a:pt x="509" y="843"/>
                  <a:pt x="505" y="850"/>
                  <a:pt x="502" y="851"/>
                </a:cubicBezTo>
                <a:cubicBezTo>
                  <a:pt x="480" y="859"/>
                  <a:pt x="474" y="860"/>
                  <a:pt x="468" y="866"/>
                </a:cubicBezTo>
                <a:cubicBezTo>
                  <a:pt x="423" y="890"/>
                  <a:pt x="421" y="886"/>
                  <a:pt x="417" y="890"/>
                </a:cubicBezTo>
                <a:cubicBezTo>
                  <a:pt x="390" y="907"/>
                  <a:pt x="385" y="911"/>
                  <a:pt x="380" y="914"/>
                </a:cubicBezTo>
                <a:cubicBezTo>
                  <a:pt x="361" y="927"/>
                  <a:pt x="350" y="937"/>
                  <a:pt x="335" y="947"/>
                </a:cubicBezTo>
                <a:cubicBezTo>
                  <a:pt x="277" y="996"/>
                  <a:pt x="275" y="1001"/>
                  <a:pt x="266" y="1004"/>
                </a:cubicBezTo>
                <a:cubicBezTo>
                  <a:pt x="252" y="1019"/>
                  <a:pt x="249" y="1014"/>
                  <a:pt x="250" y="1013"/>
                </a:cubicBezTo>
                <a:cubicBezTo>
                  <a:pt x="261" y="1003"/>
                  <a:pt x="262" y="1003"/>
                  <a:pt x="262" y="1002"/>
                </a:cubicBezTo>
                <a:cubicBezTo>
                  <a:pt x="283" y="983"/>
                  <a:pt x="288" y="972"/>
                  <a:pt x="297" y="962"/>
                </a:cubicBezTo>
                <a:cubicBezTo>
                  <a:pt x="358" y="911"/>
                  <a:pt x="362" y="915"/>
                  <a:pt x="367" y="909"/>
                </a:cubicBezTo>
                <a:cubicBezTo>
                  <a:pt x="396" y="889"/>
                  <a:pt x="399" y="896"/>
                  <a:pt x="403" y="891"/>
                </a:cubicBezTo>
                <a:cubicBezTo>
                  <a:pt x="418" y="884"/>
                  <a:pt x="423" y="872"/>
                  <a:pt x="425" y="877"/>
                </a:cubicBezTo>
                <a:cubicBezTo>
                  <a:pt x="466" y="855"/>
                  <a:pt x="478" y="855"/>
                  <a:pt x="492" y="844"/>
                </a:cubicBezTo>
                <a:cubicBezTo>
                  <a:pt x="573" y="801"/>
                  <a:pt x="571" y="802"/>
                  <a:pt x="578" y="796"/>
                </a:cubicBezTo>
                <a:cubicBezTo>
                  <a:pt x="604" y="774"/>
                  <a:pt x="612" y="772"/>
                  <a:pt x="609" y="769"/>
                </a:cubicBezTo>
                <a:cubicBezTo>
                  <a:pt x="526" y="821"/>
                  <a:pt x="519" y="826"/>
                  <a:pt x="513" y="829"/>
                </a:cubicBezTo>
                <a:cubicBezTo>
                  <a:pt x="463" y="847"/>
                  <a:pt x="455" y="856"/>
                  <a:pt x="450" y="854"/>
                </a:cubicBezTo>
                <a:cubicBezTo>
                  <a:pt x="390" y="884"/>
                  <a:pt x="378" y="893"/>
                  <a:pt x="368" y="897"/>
                </a:cubicBezTo>
                <a:cubicBezTo>
                  <a:pt x="338" y="920"/>
                  <a:pt x="335" y="923"/>
                  <a:pt x="332" y="925"/>
                </a:cubicBezTo>
                <a:cubicBezTo>
                  <a:pt x="316" y="936"/>
                  <a:pt x="308" y="942"/>
                  <a:pt x="301" y="947"/>
                </a:cubicBezTo>
                <a:cubicBezTo>
                  <a:pt x="265" y="982"/>
                  <a:pt x="261" y="986"/>
                  <a:pt x="258" y="990"/>
                </a:cubicBezTo>
                <a:cubicBezTo>
                  <a:pt x="267" y="967"/>
                  <a:pt x="265" y="971"/>
                  <a:pt x="270" y="972"/>
                </a:cubicBezTo>
                <a:cubicBezTo>
                  <a:pt x="317" y="926"/>
                  <a:pt x="316" y="922"/>
                  <a:pt x="337" y="912"/>
                </a:cubicBezTo>
                <a:cubicBezTo>
                  <a:pt x="446" y="842"/>
                  <a:pt x="455" y="842"/>
                  <a:pt x="463" y="838"/>
                </a:cubicBezTo>
                <a:cubicBezTo>
                  <a:pt x="475" y="832"/>
                  <a:pt x="476" y="831"/>
                  <a:pt x="477" y="830"/>
                </a:cubicBezTo>
                <a:cubicBezTo>
                  <a:pt x="595" y="755"/>
                  <a:pt x="608" y="750"/>
                  <a:pt x="608" y="743"/>
                </a:cubicBezTo>
                <a:cubicBezTo>
                  <a:pt x="591" y="754"/>
                  <a:pt x="593" y="752"/>
                  <a:pt x="587" y="758"/>
                </a:cubicBezTo>
                <a:cubicBezTo>
                  <a:pt x="552" y="781"/>
                  <a:pt x="553" y="785"/>
                  <a:pt x="549" y="783"/>
                </a:cubicBezTo>
                <a:cubicBezTo>
                  <a:pt x="516" y="799"/>
                  <a:pt x="510" y="807"/>
                  <a:pt x="506" y="809"/>
                </a:cubicBezTo>
                <a:cubicBezTo>
                  <a:pt x="432" y="848"/>
                  <a:pt x="425" y="843"/>
                  <a:pt x="423" y="847"/>
                </a:cubicBezTo>
                <a:cubicBezTo>
                  <a:pt x="403" y="861"/>
                  <a:pt x="400" y="858"/>
                  <a:pt x="396" y="861"/>
                </a:cubicBezTo>
                <a:cubicBezTo>
                  <a:pt x="290" y="934"/>
                  <a:pt x="289" y="937"/>
                  <a:pt x="284" y="940"/>
                </a:cubicBezTo>
                <a:cubicBezTo>
                  <a:pt x="283" y="932"/>
                  <a:pt x="287" y="928"/>
                  <a:pt x="289" y="924"/>
                </a:cubicBezTo>
                <a:cubicBezTo>
                  <a:pt x="318" y="903"/>
                  <a:pt x="325" y="895"/>
                  <a:pt x="335" y="888"/>
                </a:cubicBezTo>
                <a:cubicBezTo>
                  <a:pt x="381" y="857"/>
                  <a:pt x="388" y="853"/>
                  <a:pt x="394" y="848"/>
                </a:cubicBezTo>
                <a:cubicBezTo>
                  <a:pt x="445" y="830"/>
                  <a:pt x="450" y="818"/>
                  <a:pt x="452" y="823"/>
                </a:cubicBezTo>
                <a:cubicBezTo>
                  <a:pt x="472" y="813"/>
                  <a:pt x="472" y="811"/>
                  <a:pt x="474" y="812"/>
                </a:cubicBezTo>
                <a:cubicBezTo>
                  <a:pt x="492" y="804"/>
                  <a:pt x="496" y="802"/>
                  <a:pt x="499" y="799"/>
                </a:cubicBezTo>
                <a:cubicBezTo>
                  <a:pt x="522" y="787"/>
                  <a:pt x="529" y="784"/>
                  <a:pt x="536" y="782"/>
                </a:cubicBezTo>
                <a:cubicBezTo>
                  <a:pt x="594" y="740"/>
                  <a:pt x="604" y="733"/>
                  <a:pt x="613" y="727"/>
                </a:cubicBezTo>
                <a:cubicBezTo>
                  <a:pt x="629" y="708"/>
                  <a:pt x="626" y="710"/>
                  <a:pt x="623" y="712"/>
                </a:cubicBezTo>
                <a:cubicBezTo>
                  <a:pt x="614" y="719"/>
                  <a:pt x="612" y="720"/>
                  <a:pt x="611" y="720"/>
                </a:cubicBezTo>
                <a:cubicBezTo>
                  <a:pt x="602" y="727"/>
                  <a:pt x="602" y="731"/>
                  <a:pt x="598" y="733"/>
                </a:cubicBezTo>
                <a:cubicBezTo>
                  <a:pt x="578" y="747"/>
                  <a:pt x="571" y="752"/>
                  <a:pt x="564" y="757"/>
                </a:cubicBezTo>
                <a:cubicBezTo>
                  <a:pt x="528" y="774"/>
                  <a:pt x="524" y="782"/>
                  <a:pt x="521" y="779"/>
                </a:cubicBezTo>
                <a:cubicBezTo>
                  <a:pt x="466" y="806"/>
                  <a:pt x="462" y="809"/>
                  <a:pt x="459" y="809"/>
                </a:cubicBezTo>
                <a:cubicBezTo>
                  <a:pt x="423" y="827"/>
                  <a:pt x="420" y="825"/>
                  <a:pt x="416" y="827"/>
                </a:cubicBezTo>
                <a:cubicBezTo>
                  <a:pt x="347" y="870"/>
                  <a:pt x="336" y="878"/>
                  <a:pt x="325" y="885"/>
                </a:cubicBezTo>
                <a:cubicBezTo>
                  <a:pt x="302" y="902"/>
                  <a:pt x="299" y="905"/>
                  <a:pt x="297" y="904"/>
                </a:cubicBezTo>
                <a:cubicBezTo>
                  <a:pt x="342" y="859"/>
                  <a:pt x="352" y="856"/>
                  <a:pt x="352" y="851"/>
                </a:cubicBezTo>
                <a:cubicBezTo>
                  <a:pt x="384" y="833"/>
                  <a:pt x="390" y="829"/>
                  <a:pt x="403" y="820"/>
                </a:cubicBezTo>
                <a:cubicBezTo>
                  <a:pt x="434" y="799"/>
                  <a:pt x="448" y="797"/>
                  <a:pt x="456" y="791"/>
                </a:cubicBezTo>
                <a:cubicBezTo>
                  <a:pt x="491" y="772"/>
                  <a:pt x="498" y="776"/>
                  <a:pt x="509" y="765"/>
                </a:cubicBezTo>
                <a:cubicBezTo>
                  <a:pt x="550" y="750"/>
                  <a:pt x="561" y="743"/>
                  <a:pt x="571" y="740"/>
                </a:cubicBezTo>
                <a:cubicBezTo>
                  <a:pt x="650" y="685"/>
                  <a:pt x="651" y="680"/>
                  <a:pt x="658" y="677"/>
                </a:cubicBezTo>
                <a:cubicBezTo>
                  <a:pt x="663" y="670"/>
                  <a:pt x="651" y="676"/>
                  <a:pt x="643" y="686"/>
                </a:cubicBezTo>
                <a:cubicBezTo>
                  <a:pt x="557" y="738"/>
                  <a:pt x="549" y="738"/>
                  <a:pt x="541" y="745"/>
                </a:cubicBezTo>
                <a:cubicBezTo>
                  <a:pt x="457" y="783"/>
                  <a:pt x="447" y="787"/>
                  <a:pt x="438" y="789"/>
                </a:cubicBezTo>
                <a:cubicBezTo>
                  <a:pt x="417" y="807"/>
                  <a:pt x="409" y="804"/>
                  <a:pt x="401" y="811"/>
                </a:cubicBezTo>
                <a:cubicBezTo>
                  <a:pt x="339" y="851"/>
                  <a:pt x="338" y="856"/>
                  <a:pt x="329" y="860"/>
                </a:cubicBezTo>
                <a:cubicBezTo>
                  <a:pt x="311" y="871"/>
                  <a:pt x="311" y="863"/>
                  <a:pt x="308" y="866"/>
                </a:cubicBezTo>
                <a:cubicBezTo>
                  <a:pt x="324" y="849"/>
                  <a:pt x="327" y="851"/>
                  <a:pt x="327" y="847"/>
                </a:cubicBezTo>
                <a:cubicBezTo>
                  <a:pt x="429" y="785"/>
                  <a:pt x="430" y="783"/>
                  <a:pt x="438" y="779"/>
                </a:cubicBezTo>
                <a:cubicBezTo>
                  <a:pt x="489" y="753"/>
                  <a:pt x="491" y="753"/>
                  <a:pt x="494" y="751"/>
                </a:cubicBezTo>
                <a:cubicBezTo>
                  <a:pt x="546" y="730"/>
                  <a:pt x="551" y="722"/>
                  <a:pt x="554" y="725"/>
                </a:cubicBezTo>
                <a:cubicBezTo>
                  <a:pt x="553" y="723"/>
                  <a:pt x="551" y="717"/>
                  <a:pt x="547" y="723"/>
                </a:cubicBezTo>
                <a:cubicBezTo>
                  <a:pt x="515" y="736"/>
                  <a:pt x="513" y="732"/>
                  <a:pt x="509" y="735"/>
                </a:cubicBezTo>
                <a:cubicBezTo>
                  <a:pt x="487" y="740"/>
                  <a:pt x="482" y="748"/>
                  <a:pt x="479" y="745"/>
                </a:cubicBezTo>
                <a:cubicBezTo>
                  <a:pt x="397" y="793"/>
                  <a:pt x="390" y="796"/>
                  <a:pt x="382" y="800"/>
                </a:cubicBezTo>
                <a:cubicBezTo>
                  <a:pt x="344" y="825"/>
                  <a:pt x="339" y="829"/>
                  <a:pt x="334" y="833"/>
                </a:cubicBezTo>
                <a:cubicBezTo>
                  <a:pt x="346" y="804"/>
                  <a:pt x="361" y="789"/>
                  <a:pt x="375" y="781"/>
                </a:cubicBezTo>
                <a:cubicBezTo>
                  <a:pt x="397" y="767"/>
                  <a:pt x="400" y="765"/>
                  <a:pt x="404" y="763"/>
                </a:cubicBezTo>
                <a:cubicBezTo>
                  <a:pt x="478" y="727"/>
                  <a:pt x="484" y="727"/>
                  <a:pt x="492" y="721"/>
                </a:cubicBezTo>
                <a:cubicBezTo>
                  <a:pt x="514" y="719"/>
                  <a:pt x="521" y="711"/>
                  <a:pt x="527" y="713"/>
                </a:cubicBezTo>
                <a:cubicBezTo>
                  <a:pt x="573" y="696"/>
                  <a:pt x="580" y="692"/>
                  <a:pt x="587" y="689"/>
                </a:cubicBezTo>
                <a:cubicBezTo>
                  <a:pt x="627" y="664"/>
                  <a:pt x="637" y="667"/>
                  <a:pt x="634" y="660"/>
                </a:cubicBezTo>
                <a:cubicBezTo>
                  <a:pt x="534" y="701"/>
                  <a:pt x="528" y="701"/>
                  <a:pt x="521" y="705"/>
                </a:cubicBezTo>
                <a:cubicBezTo>
                  <a:pt x="490" y="707"/>
                  <a:pt x="495" y="713"/>
                  <a:pt x="501" y="707"/>
                </a:cubicBezTo>
                <a:cubicBezTo>
                  <a:pt x="543" y="697"/>
                  <a:pt x="550" y="686"/>
                  <a:pt x="556" y="687"/>
                </a:cubicBezTo>
                <a:cubicBezTo>
                  <a:pt x="578" y="682"/>
                  <a:pt x="584" y="677"/>
                  <a:pt x="590" y="677"/>
                </a:cubicBezTo>
                <a:cubicBezTo>
                  <a:pt x="643" y="648"/>
                  <a:pt x="657" y="643"/>
                  <a:pt x="673" y="629"/>
                </a:cubicBezTo>
                <a:cubicBezTo>
                  <a:pt x="647" y="645"/>
                  <a:pt x="643" y="645"/>
                  <a:pt x="641" y="645"/>
                </a:cubicBezTo>
                <a:cubicBezTo>
                  <a:pt x="611" y="659"/>
                  <a:pt x="604" y="666"/>
                  <a:pt x="597" y="667"/>
                </a:cubicBezTo>
                <a:cubicBezTo>
                  <a:pt x="556" y="675"/>
                  <a:pt x="551" y="687"/>
                  <a:pt x="549" y="682"/>
                </a:cubicBezTo>
                <a:cubicBezTo>
                  <a:pt x="516" y="695"/>
                  <a:pt x="514" y="691"/>
                  <a:pt x="510" y="696"/>
                </a:cubicBezTo>
                <a:cubicBezTo>
                  <a:pt x="487" y="704"/>
                  <a:pt x="483" y="706"/>
                  <a:pt x="480" y="705"/>
                </a:cubicBezTo>
                <a:cubicBezTo>
                  <a:pt x="454" y="716"/>
                  <a:pt x="446" y="720"/>
                  <a:pt x="441" y="723"/>
                </a:cubicBezTo>
                <a:cubicBezTo>
                  <a:pt x="430" y="731"/>
                  <a:pt x="427" y="727"/>
                  <a:pt x="423" y="731"/>
                </a:cubicBezTo>
                <a:cubicBezTo>
                  <a:pt x="386" y="755"/>
                  <a:pt x="382" y="753"/>
                  <a:pt x="377" y="757"/>
                </a:cubicBezTo>
                <a:cubicBezTo>
                  <a:pt x="347" y="769"/>
                  <a:pt x="358" y="764"/>
                  <a:pt x="366" y="758"/>
                </a:cubicBezTo>
                <a:cubicBezTo>
                  <a:pt x="409" y="728"/>
                  <a:pt x="417" y="725"/>
                  <a:pt x="425" y="718"/>
                </a:cubicBezTo>
                <a:cubicBezTo>
                  <a:pt x="571" y="656"/>
                  <a:pt x="601" y="640"/>
                  <a:pt x="630" y="626"/>
                </a:cubicBezTo>
                <a:cubicBezTo>
                  <a:pt x="661" y="605"/>
                  <a:pt x="663" y="601"/>
                  <a:pt x="664" y="599"/>
                </a:cubicBezTo>
                <a:cubicBezTo>
                  <a:pt x="642" y="607"/>
                  <a:pt x="637" y="615"/>
                  <a:pt x="632" y="617"/>
                </a:cubicBezTo>
                <a:cubicBezTo>
                  <a:pt x="575" y="644"/>
                  <a:pt x="557" y="653"/>
                  <a:pt x="540" y="659"/>
                </a:cubicBezTo>
                <a:cubicBezTo>
                  <a:pt x="479" y="687"/>
                  <a:pt x="471" y="684"/>
                  <a:pt x="462" y="691"/>
                </a:cubicBezTo>
                <a:cubicBezTo>
                  <a:pt x="418" y="713"/>
                  <a:pt x="415" y="715"/>
                  <a:pt x="412" y="717"/>
                </a:cubicBezTo>
                <a:cubicBezTo>
                  <a:pt x="381" y="734"/>
                  <a:pt x="377" y="737"/>
                  <a:pt x="373" y="740"/>
                </a:cubicBezTo>
                <a:cubicBezTo>
                  <a:pt x="385" y="720"/>
                  <a:pt x="404" y="707"/>
                  <a:pt x="421" y="696"/>
                </a:cubicBezTo>
                <a:cubicBezTo>
                  <a:pt x="473" y="672"/>
                  <a:pt x="478" y="677"/>
                  <a:pt x="484" y="670"/>
                </a:cubicBezTo>
                <a:cubicBezTo>
                  <a:pt x="519" y="657"/>
                  <a:pt x="524" y="659"/>
                  <a:pt x="529" y="654"/>
                </a:cubicBezTo>
                <a:cubicBezTo>
                  <a:pt x="603" y="622"/>
                  <a:pt x="611" y="619"/>
                  <a:pt x="619" y="615"/>
                </a:cubicBezTo>
                <a:cubicBezTo>
                  <a:pt x="667" y="570"/>
                  <a:pt x="677" y="568"/>
                  <a:pt x="675" y="564"/>
                </a:cubicBezTo>
                <a:cubicBezTo>
                  <a:pt x="719" y="542"/>
                  <a:pt x="725" y="539"/>
                  <a:pt x="730" y="537"/>
                </a:cubicBezTo>
                <a:cubicBezTo>
                  <a:pt x="742" y="527"/>
                  <a:pt x="737" y="530"/>
                  <a:pt x="732" y="533"/>
                </a:cubicBezTo>
                <a:cubicBezTo>
                  <a:pt x="706" y="538"/>
                  <a:pt x="703" y="542"/>
                  <a:pt x="700" y="544"/>
                </a:cubicBezTo>
                <a:cubicBezTo>
                  <a:pt x="637" y="575"/>
                  <a:pt x="629" y="578"/>
                  <a:pt x="622" y="585"/>
                </a:cubicBezTo>
                <a:cubicBezTo>
                  <a:pt x="557" y="616"/>
                  <a:pt x="550" y="611"/>
                  <a:pt x="543" y="615"/>
                </a:cubicBezTo>
                <a:cubicBezTo>
                  <a:pt x="514" y="623"/>
                  <a:pt x="507" y="625"/>
                  <a:pt x="499" y="630"/>
                </a:cubicBezTo>
                <a:cubicBezTo>
                  <a:pt x="469" y="641"/>
                  <a:pt x="463" y="637"/>
                  <a:pt x="455" y="644"/>
                </a:cubicBezTo>
                <a:cubicBezTo>
                  <a:pt x="432" y="653"/>
                  <a:pt x="426" y="659"/>
                  <a:pt x="422" y="658"/>
                </a:cubicBezTo>
                <a:cubicBezTo>
                  <a:pt x="410" y="660"/>
                  <a:pt x="410" y="653"/>
                  <a:pt x="416" y="648"/>
                </a:cubicBezTo>
                <a:cubicBezTo>
                  <a:pt x="439" y="640"/>
                  <a:pt x="445" y="628"/>
                  <a:pt x="447" y="633"/>
                </a:cubicBezTo>
                <a:cubicBezTo>
                  <a:pt x="502" y="611"/>
                  <a:pt x="513" y="606"/>
                  <a:pt x="523" y="605"/>
                </a:cubicBezTo>
                <a:cubicBezTo>
                  <a:pt x="597" y="583"/>
                  <a:pt x="606" y="581"/>
                  <a:pt x="615" y="576"/>
                </a:cubicBezTo>
                <a:cubicBezTo>
                  <a:pt x="655" y="561"/>
                  <a:pt x="660" y="548"/>
                  <a:pt x="663" y="553"/>
                </a:cubicBezTo>
                <a:cubicBezTo>
                  <a:pt x="715" y="530"/>
                  <a:pt x="721" y="528"/>
                  <a:pt x="727" y="527"/>
                </a:cubicBezTo>
                <a:cubicBezTo>
                  <a:pt x="736" y="512"/>
                  <a:pt x="727" y="524"/>
                  <a:pt x="720" y="520"/>
                </a:cubicBezTo>
                <a:cubicBezTo>
                  <a:pt x="677" y="533"/>
                  <a:pt x="673" y="536"/>
                  <a:pt x="668" y="537"/>
                </a:cubicBezTo>
                <a:cubicBezTo>
                  <a:pt x="603" y="571"/>
                  <a:pt x="600" y="575"/>
                  <a:pt x="598" y="573"/>
                </a:cubicBezTo>
                <a:cubicBezTo>
                  <a:pt x="555" y="592"/>
                  <a:pt x="552" y="588"/>
                  <a:pt x="549" y="589"/>
                </a:cubicBezTo>
                <a:cubicBezTo>
                  <a:pt x="507" y="600"/>
                  <a:pt x="504" y="601"/>
                  <a:pt x="501" y="601"/>
                </a:cubicBezTo>
                <a:cubicBezTo>
                  <a:pt x="462" y="618"/>
                  <a:pt x="456" y="620"/>
                  <a:pt x="449" y="622"/>
                </a:cubicBezTo>
                <a:cubicBezTo>
                  <a:pt x="427" y="627"/>
                  <a:pt x="429" y="624"/>
                  <a:pt x="432" y="622"/>
                </a:cubicBezTo>
                <a:cubicBezTo>
                  <a:pt x="464" y="601"/>
                  <a:pt x="476" y="596"/>
                  <a:pt x="488" y="594"/>
                </a:cubicBezTo>
                <a:cubicBezTo>
                  <a:pt x="519" y="583"/>
                  <a:pt x="522" y="582"/>
                  <a:pt x="525" y="584"/>
                </a:cubicBezTo>
                <a:cubicBezTo>
                  <a:pt x="550" y="574"/>
                  <a:pt x="557" y="572"/>
                  <a:pt x="563" y="571"/>
                </a:cubicBezTo>
                <a:cubicBezTo>
                  <a:pt x="588" y="560"/>
                  <a:pt x="594" y="562"/>
                  <a:pt x="600" y="559"/>
                </a:cubicBezTo>
                <a:cubicBezTo>
                  <a:pt x="645" y="537"/>
                  <a:pt x="651" y="541"/>
                  <a:pt x="657" y="535"/>
                </a:cubicBezTo>
                <a:cubicBezTo>
                  <a:pt x="670" y="528"/>
                  <a:pt x="672" y="530"/>
                  <a:pt x="671" y="528"/>
                </a:cubicBezTo>
                <a:cubicBezTo>
                  <a:pt x="707" y="510"/>
                  <a:pt x="711" y="502"/>
                  <a:pt x="714" y="502"/>
                </a:cubicBezTo>
                <a:cubicBezTo>
                  <a:pt x="729" y="486"/>
                  <a:pt x="743" y="485"/>
                  <a:pt x="736" y="481"/>
                </a:cubicBezTo>
                <a:cubicBezTo>
                  <a:pt x="686" y="515"/>
                  <a:pt x="684" y="515"/>
                  <a:pt x="682" y="515"/>
                </a:cubicBezTo>
                <a:cubicBezTo>
                  <a:pt x="660" y="525"/>
                  <a:pt x="654" y="529"/>
                  <a:pt x="648" y="532"/>
                </a:cubicBezTo>
                <a:cubicBezTo>
                  <a:pt x="622" y="542"/>
                  <a:pt x="616" y="542"/>
                  <a:pt x="609" y="548"/>
                </a:cubicBezTo>
                <a:cubicBezTo>
                  <a:pt x="569" y="562"/>
                  <a:pt x="566" y="558"/>
                  <a:pt x="563" y="561"/>
                </a:cubicBezTo>
                <a:cubicBezTo>
                  <a:pt x="541" y="567"/>
                  <a:pt x="537" y="572"/>
                  <a:pt x="535" y="570"/>
                </a:cubicBezTo>
                <a:cubicBezTo>
                  <a:pt x="474" y="591"/>
                  <a:pt x="469" y="587"/>
                  <a:pt x="462" y="592"/>
                </a:cubicBezTo>
                <a:cubicBezTo>
                  <a:pt x="459" y="582"/>
                  <a:pt x="465" y="573"/>
                  <a:pt x="468" y="576"/>
                </a:cubicBezTo>
                <a:cubicBezTo>
                  <a:pt x="497" y="562"/>
                  <a:pt x="501" y="567"/>
                  <a:pt x="506" y="564"/>
                </a:cubicBezTo>
                <a:cubicBezTo>
                  <a:pt x="546" y="554"/>
                  <a:pt x="550" y="555"/>
                  <a:pt x="555" y="550"/>
                </a:cubicBezTo>
                <a:cubicBezTo>
                  <a:pt x="621" y="530"/>
                  <a:pt x="639" y="521"/>
                  <a:pt x="656" y="514"/>
                </a:cubicBezTo>
                <a:cubicBezTo>
                  <a:pt x="724" y="468"/>
                  <a:pt x="727" y="472"/>
                  <a:pt x="731" y="467"/>
                </a:cubicBezTo>
                <a:cubicBezTo>
                  <a:pt x="698" y="479"/>
                  <a:pt x="675" y="497"/>
                  <a:pt x="653" y="506"/>
                </a:cubicBezTo>
                <a:cubicBezTo>
                  <a:pt x="569" y="540"/>
                  <a:pt x="564" y="539"/>
                  <a:pt x="557" y="543"/>
                </a:cubicBezTo>
                <a:cubicBezTo>
                  <a:pt x="520" y="547"/>
                  <a:pt x="515" y="554"/>
                  <a:pt x="512" y="552"/>
                </a:cubicBezTo>
                <a:cubicBezTo>
                  <a:pt x="473" y="562"/>
                  <a:pt x="469" y="568"/>
                  <a:pt x="466" y="563"/>
                </a:cubicBezTo>
                <a:cubicBezTo>
                  <a:pt x="498" y="545"/>
                  <a:pt x="497" y="541"/>
                  <a:pt x="502" y="539"/>
                </a:cubicBezTo>
                <a:cubicBezTo>
                  <a:pt x="563" y="520"/>
                  <a:pt x="573" y="516"/>
                  <a:pt x="581" y="519"/>
                </a:cubicBezTo>
                <a:cubicBezTo>
                  <a:pt x="612" y="506"/>
                  <a:pt x="616" y="505"/>
                  <a:pt x="619" y="506"/>
                </a:cubicBezTo>
                <a:cubicBezTo>
                  <a:pt x="736" y="443"/>
                  <a:pt x="752" y="427"/>
                  <a:pt x="767" y="422"/>
                </a:cubicBezTo>
                <a:cubicBezTo>
                  <a:pt x="792" y="398"/>
                  <a:pt x="801" y="398"/>
                  <a:pt x="799" y="388"/>
                </a:cubicBezTo>
                <a:cubicBezTo>
                  <a:pt x="779" y="406"/>
                  <a:pt x="773" y="410"/>
                  <a:pt x="771" y="411"/>
                </a:cubicBezTo>
                <a:cubicBezTo>
                  <a:pt x="764" y="417"/>
                  <a:pt x="760" y="419"/>
                  <a:pt x="757" y="421"/>
                </a:cubicBezTo>
                <a:cubicBezTo>
                  <a:pt x="698" y="461"/>
                  <a:pt x="694" y="459"/>
                  <a:pt x="692" y="461"/>
                </a:cubicBezTo>
                <a:cubicBezTo>
                  <a:pt x="645" y="481"/>
                  <a:pt x="642" y="485"/>
                  <a:pt x="639" y="487"/>
                </a:cubicBezTo>
                <a:cubicBezTo>
                  <a:pt x="607" y="499"/>
                  <a:pt x="602" y="499"/>
                  <a:pt x="597" y="503"/>
                </a:cubicBezTo>
                <a:cubicBezTo>
                  <a:pt x="580" y="505"/>
                  <a:pt x="572" y="510"/>
                  <a:pt x="564" y="509"/>
                </a:cubicBezTo>
                <a:cubicBezTo>
                  <a:pt x="507" y="529"/>
                  <a:pt x="504" y="529"/>
                  <a:pt x="501" y="530"/>
                </a:cubicBezTo>
                <a:cubicBezTo>
                  <a:pt x="511" y="516"/>
                  <a:pt x="516" y="516"/>
                  <a:pt x="521" y="510"/>
                </a:cubicBezTo>
                <a:cubicBezTo>
                  <a:pt x="560" y="498"/>
                  <a:pt x="569" y="498"/>
                  <a:pt x="580" y="493"/>
                </a:cubicBezTo>
                <a:cubicBezTo>
                  <a:pt x="646" y="472"/>
                  <a:pt x="652" y="467"/>
                  <a:pt x="658" y="468"/>
                </a:cubicBezTo>
                <a:cubicBezTo>
                  <a:pt x="762" y="408"/>
                  <a:pt x="771" y="401"/>
                  <a:pt x="780" y="395"/>
                </a:cubicBezTo>
                <a:cubicBezTo>
                  <a:pt x="794" y="385"/>
                  <a:pt x="799" y="381"/>
                  <a:pt x="804" y="378"/>
                </a:cubicBezTo>
                <a:cubicBezTo>
                  <a:pt x="816" y="362"/>
                  <a:pt x="807" y="368"/>
                  <a:pt x="799" y="374"/>
                </a:cubicBezTo>
                <a:cubicBezTo>
                  <a:pt x="785" y="381"/>
                  <a:pt x="780" y="387"/>
                  <a:pt x="777" y="392"/>
                </a:cubicBezTo>
                <a:cubicBezTo>
                  <a:pt x="741" y="412"/>
                  <a:pt x="732" y="416"/>
                  <a:pt x="722" y="424"/>
                </a:cubicBezTo>
                <a:cubicBezTo>
                  <a:pt x="700" y="442"/>
                  <a:pt x="692" y="439"/>
                  <a:pt x="689" y="441"/>
                </a:cubicBezTo>
                <a:cubicBezTo>
                  <a:pt x="614" y="471"/>
                  <a:pt x="613" y="473"/>
                  <a:pt x="607" y="476"/>
                </a:cubicBezTo>
                <a:cubicBezTo>
                  <a:pt x="566" y="485"/>
                  <a:pt x="556" y="494"/>
                  <a:pt x="549" y="491"/>
                </a:cubicBezTo>
                <a:cubicBezTo>
                  <a:pt x="513" y="502"/>
                  <a:pt x="508" y="511"/>
                  <a:pt x="505" y="508"/>
                </a:cubicBezTo>
                <a:cubicBezTo>
                  <a:pt x="524" y="490"/>
                  <a:pt x="526" y="487"/>
                  <a:pt x="528" y="486"/>
                </a:cubicBezTo>
                <a:cubicBezTo>
                  <a:pt x="546" y="478"/>
                  <a:pt x="555" y="473"/>
                  <a:pt x="564" y="467"/>
                </a:cubicBezTo>
                <a:cubicBezTo>
                  <a:pt x="585" y="466"/>
                  <a:pt x="592" y="460"/>
                  <a:pt x="598" y="460"/>
                </a:cubicBezTo>
                <a:cubicBezTo>
                  <a:pt x="650" y="440"/>
                  <a:pt x="653" y="444"/>
                  <a:pt x="657" y="440"/>
                </a:cubicBezTo>
                <a:cubicBezTo>
                  <a:pt x="729" y="408"/>
                  <a:pt x="743" y="399"/>
                  <a:pt x="758" y="389"/>
                </a:cubicBezTo>
                <a:cubicBezTo>
                  <a:pt x="794" y="357"/>
                  <a:pt x="790" y="359"/>
                  <a:pt x="778" y="369"/>
                </a:cubicBezTo>
                <a:cubicBezTo>
                  <a:pt x="742" y="393"/>
                  <a:pt x="737" y="396"/>
                  <a:pt x="732" y="400"/>
                </a:cubicBezTo>
                <a:cubicBezTo>
                  <a:pt x="693" y="417"/>
                  <a:pt x="690" y="418"/>
                  <a:pt x="687" y="420"/>
                </a:cubicBezTo>
                <a:cubicBezTo>
                  <a:pt x="629" y="438"/>
                  <a:pt x="622" y="447"/>
                  <a:pt x="618" y="443"/>
                </a:cubicBezTo>
                <a:cubicBezTo>
                  <a:pt x="587" y="455"/>
                  <a:pt x="575" y="459"/>
                  <a:pt x="564" y="457"/>
                </a:cubicBezTo>
                <a:cubicBezTo>
                  <a:pt x="544" y="467"/>
                  <a:pt x="539" y="470"/>
                  <a:pt x="534" y="470"/>
                </a:cubicBezTo>
                <a:cubicBezTo>
                  <a:pt x="590" y="434"/>
                  <a:pt x="594" y="439"/>
                  <a:pt x="599" y="435"/>
                </a:cubicBezTo>
                <a:cubicBezTo>
                  <a:pt x="658" y="416"/>
                  <a:pt x="669" y="411"/>
                  <a:pt x="679" y="409"/>
                </a:cubicBezTo>
                <a:cubicBezTo>
                  <a:pt x="766" y="359"/>
                  <a:pt x="770" y="356"/>
                  <a:pt x="786" y="346"/>
                </a:cubicBezTo>
                <a:cubicBezTo>
                  <a:pt x="788" y="337"/>
                  <a:pt x="773" y="348"/>
                  <a:pt x="758" y="359"/>
                </a:cubicBezTo>
                <a:cubicBezTo>
                  <a:pt x="666" y="405"/>
                  <a:pt x="659" y="405"/>
                  <a:pt x="650" y="410"/>
                </a:cubicBezTo>
                <a:cubicBezTo>
                  <a:pt x="579" y="427"/>
                  <a:pt x="571" y="435"/>
                  <a:pt x="566" y="429"/>
                </a:cubicBezTo>
                <a:cubicBezTo>
                  <a:pt x="586" y="418"/>
                  <a:pt x="591" y="422"/>
                  <a:pt x="597" y="419"/>
                </a:cubicBezTo>
                <a:cubicBezTo>
                  <a:pt x="623" y="411"/>
                  <a:pt x="627" y="405"/>
                  <a:pt x="629" y="408"/>
                </a:cubicBezTo>
                <a:cubicBezTo>
                  <a:pt x="674" y="391"/>
                  <a:pt x="674" y="383"/>
                  <a:pt x="679" y="385"/>
                </a:cubicBezTo>
                <a:cubicBezTo>
                  <a:pt x="709" y="372"/>
                  <a:pt x="714" y="369"/>
                  <a:pt x="719" y="365"/>
                </a:cubicBezTo>
                <a:cubicBezTo>
                  <a:pt x="790" y="326"/>
                  <a:pt x="800" y="319"/>
                  <a:pt x="808" y="316"/>
                </a:cubicBezTo>
                <a:cubicBezTo>
                  <a:pt x="851" y="294"/>
                  <a:pt x="848" y="291"/>
                  <a:pt x="852" y="289"/>
                </a:cubicBezTo>
                <a:cubicBezTo>
                  <a:pt x="847" y="287"/>
                  <a:pt x="848" y="290"/>
                  <a:pt x="845" y="292"/>
                </a:cubicBezTo>
                <a:cubicBezTo>
                  <a:pt x="796" y="312"/>
                  <a:pt x="785" y="320"/>
                  <a:pt x="775" y="325"/>
                </a:cubicBezTo>
                <a:cubicBezTo>
                  <a:pt x="686" y="371"/>
                  <a:pt x="681" y="378"/>
                  <a:pt x="677" y="376"/>
                </a:cubicBezTo>
                <a:cubicBezTo>
                  <a:pt x="647" y="386"/>
                  <a:pt x="644" y="390"/>
                  <a:pt x="642" y="391"/>
                </a:cubicBezTo>
                <a:cubicBezTo>
                  <a:pt x="602" y="407"/>
                  <a:pt x="598" y="406"/>
                  <a:pt x="593" y="409"/>
                </a:cubicBezTo>
                <a:cubicBezTo>
                  <a:pt x="585" y="406"/>
                  <a:pt x="586" y="411"/>
                  <a:pt x="589" y="407"/>
                </a:cubicBezTo>
                <a:cubicBezTo>
                  <a:pt x="637" y="379"/>
                  <a:pt x="661" y="368"/>
                  <a:pt x="684" y="361"/>
                </a:cubicBezTo>
                <a:cubicBezTo>
                  <a:pt x="714" y="348"/>
                  <a:pt x="717" y="344"/>
                  <a:pt x="720" y="343"/>
                </a:cubicBezTo>
                <a:cubicBezTo>
                  <a:pt x="761" y="318"/>
                  <a:pt x="780" y="313"/>
                  <a:pt x="794" y="303"/>
                </a:cubicBezTo>
                <a:cubicBezTo>
                  <a:pt x="837" y="288"/>
                  <a:pt x="847" y="283"/>
                  <a:pt x="845" y="279"/>
                </a:cubicBezTo>
                <a:cubicBezTo>
                  <a:pt x="748" y="324"/>
                  <a:pt x="743" y="322"/>
                  <a:pt x="738" y="327"/>
                </a:cubicBezTo>
                <a:cubicBezTo>
                  <a:pt x="712" y="340"/>
                  <a:pt x="702" y="341"/>
                  <a:pt x="692" y="348"/>
                </a:cubicBezTo>
                <a:cubicBezTo>
                  <a:pt x="671" y="360"/>
                  <a:pt x="667" y="355"/>
                  <a:pt x="661" y="360"/>
                </a:cubicBezTo>
                <a:cubicBezTo>
                  <a:pt x="628" y="371"/>
                  <a:pt x="625" y="375"/>
                  <a:pt x="623" y="373"/>
                </a:cubicBezTo>
                <a:cubicBezTo>
                  <a:pt x="602" y="380"/>
                  <a:pt x="603" y="375"/>
                  <a:pt x="608" y="379"/>
                </a:cubicBezTo>
                <a:cubicBezTo>
                  <a:pt x="635" y="363"/>
                  <a:pt x="640" y="358"/>
                  <a:pt x="645" y="355"/>
                </a:cubicBezTo>
                <a:cubicBezTo>
                  <a:pt x="690" y="337"/>
                  <a:pt x="695" y="339"/>
                  <a:pt x="702" y="336"/>
                </a:cubicBezTo>
                <a:cubicBezTo>
                  <a:pt x="778" y="299"/>
                  <a:pt x="789" y="291"/>
                  <a:pt x="800" y="284"/>
                </a:cubicBezTo>
                <a:cubicBezTo>
                  <a:pt x="823" y="265"/>
                  <a:pt x="817" y="270"/>
                  <a:pt x="810" y="275"/>
                </a:cubicBezTo>
                <a:cubicBezTo>
                  <a:pt x="745" y="308"/>
                  <a:pt x="744" y="312"/>
                  <a:pt x="735" y="317"/>
                </a:cubicBezTo>
                <a:cubicBezTo>
                  <a:pt x="706" y="325"/>
                  <a:pt x="698" y="329"/>
                  <a:pt x="692" y="328"/>
                </a:cubicBezTo>
                <a:cubicBezTo>
                  <a:pt x="631" y="353"/>
                  <a:pt x="625" y="359"/>
                  <a:pt x="621" y="355"/>
                </a:cubicBezTo>
                <a:cubicBezTo>
                  <a:pt x="645" y="341"/>
                  <a:pt x="649" y="339"/>
                  <a:pt x="654" y="336"/>
                </a:cubicBezTo>
                <a:cubicBezTo>
                  <a:pt x="697" y="321"/>
                  <a:pt x="705" y="316"/>
                  <a:pt x="713" y="313"/>
                </a:cubicBezTo>
                <a:cubicBezTo>
                  <a:pt x="745" y="297"/>
                  <a:pt x="753" y="295"/>
                  <a:pt x="761" y="291"/>
                </a:cubicBezTo>
                <a:cubicBezTo>
                  <a:pt x="803" y="262"/>
                  <a:pt x="807" y="264"/>
                  <a:pt x="806" y="261"/>
                </a:cubicBezTo>
                <a:cubicBezTo>
                  <a:pt x="839" y="233"/>
                  <a:pt x="843" y="230"/>
                  <a:pt x="847" y="226"/>
                </a:cubicBezTo>
                <a:cubicBezTo>
                  <a:pt x="796" y="261"/>
                  <a:pt x="788" y="266"/>
                  <a:pt x="779" y="272"/>
                </a:cubicBezTo>
                <a:cubicBezTo>
                  <a:pt x="668" y="319"/>
                  <a:pt x="661" y="325"/>
                  <a:pt x="655" y="325"/>
                </a:cubicBezTo>
                <a:cubicBezTo>
                  <a:pt x="643" y="332"/>
                  <a:pt x="643" y="326"/>
                  <a:pt x="646" y="322"/>
                </a:cubicBezTo>
                <a:cubicBezTo>
                  <a:pt x="668" y="316"/>
                  <a:pt x="674" y="313"/>
                  <a:pt x="679" y="313"/>
                </a:cubicBezTo>
                <a:cubicBezTo>
                  <a:pt x="789" y="253"/>
                  <a:pt x="800" y="245"/>
                  <a:pt x="811" y="238"/>
                </a:cubicBezTo>
                <a:cubicBezTo>
                  <a:pt x="830" y="217"/>
                  <a:pt x="839" y="215"/>
                  <a:pt x="836" y="212"/>
                </a:cubicBezTo>
                <a:cubicBezTo>
                  <a:pt x="826" y="221"/>
                  <a:pt x="818" y="219"/>
                  <a:pt x="815" y="227"/>
                </a:cubicBezTo>
                <a:cubicBezTo>
                  <a:pt x="759" y="262"/>
                  <a:pt x="739" y="275"/>
                  <a:pt x="719" y="284"/>
                </a:cubicBezTo>
                <a:cubicBezTo>
                  <a:pt x="673" y="305"/>
                  <a:pt x="671" y="306"/>
                  <a:pt x="668" y="306"/>
                </a:cubicBezTo>
                <a:cubicBezTo>
                  <a:pt x="711" y="282"/>
                  <a:pt x="719" y="273"/>
                  <a:pt x="727" y="271"/>
                </a:cubicBezTo>
                <a:cubicBezTo>
                  <a:pt x="797" y="226"/>
                  <a:pt x="805" y="220"/>
                  <a:pt x="813" y="214"/>
                </a:cubicBezTo>
                <a:cubicBezTo>
                  <a:pt x="850" y="175"/>
                  <a:pt x="861" y="172"/>
                  <a:pt x="859" y="168"/>
                </a:cubicBezTo>
                <a:close/>
                <a:moveTo>
                  <a:pt x="743" y="232"/>
                </a:moveTo>
                <a:cubicBezTo>
                  <a:pt x="748" y="239"/>
                  <a:pt x="733" y="238"/>
                  <a:pt x="728" y="246"/>
                </a:cubicBezTo>
                <a:cubicBezTo>
                  <a:pt x="725" y="238"/>
                  <a:pt x="737" y="240"/>
                  <a:pt x="743" y="232"/>
                </a:cubicBezTo>
                <a:close/>
                <a:moveTo>
                  <a:pt x="723" y="245"/>
                </a:moveTo>
                <a:cubicBezTo>
                  <a:pt x="723" y="251"/>
                  <a:pt x="713" y="252"/>
                  <a:pt x="710" y="254"/>
                </a:cubicBezTo>
                <a:cubicBezTo>
                  <a:pt x="709" y="248"/>
                  <a:pt x="719" y="247"/>
                  <a:pt x="723" y="245"/>
                </a:cubicBezTo>
                <a:close/>
                <a:moveTo>
                  <a:pt x="265" y="659"/>
                </a:moveTo>
                <a:cubicBezTo>
                  <a:pt x="262" y="656"/>
                  <a:pt x="263" y="654"/>
                  <a:pt x="262" y="651"/>
                </a:cubicBezTo>
                <a:cubicBezTo>
                  <a:pt x="260" y="649"/>
                  <a:pt x="256" y="646"/>
                  <a:pt x="259" y="644"/>
                </a:cubicBezTo>
                <a:cubicBezTo>
                  <a:pt x="256" y="643"/>
                  <a:pt x="254" y="641"/>
                  <a:pt x="252" y="638"/>
                </a:cubicBezTo>
                <a:cubicBezTo>
                  <a:pt x="252" y="636"/>
                  <a:pt x="252" y="634"/>
                  <a:pt x="250" y="635"/>
                </a:cubicBezTo>
                <a:cubicBezTo>
                  <a:pt x="248" y="631"/>
                  <a:pt x="248" y="627"/>
                  <a:pt x="243" y="623"/>
                </a:cubicBezTo>
                <a:cubicBezTo>
                  <a:pt x="245" y="617"/>
                  <a:pt x="243" y="617"/>
                  <a:pt x="239" y="613"/>
                </a:cubicBezTo>
                <a:cubicBezTo>
                  <a:pt x="241" y="610"/>
                  <a:pt x="236" y="605"/>
                  <a:pt x="236" y="601"/>
                </a:cubicBezTo>
                <a:cubicBezTo>
                  <a:pt x="231" y="592"/>
                  <a:pt x="230" y="592"/>
                  <a:pt x="223" y="581"/>
                </a:cubicBezTo>
                <a:cubicBezTo>
                  <a:pt x="215" y="572"/>
                  <a:pt x="216" y="564"/>
                  <a:pt x="207" y="555"/>
                </a:cubicBezTo>
                <a:cubicBezTo>
                  <a:pt x="203" y="545"/>
                  <a:pt x="204" y="543"/>
                  <a:pt x="195" y="532"/>
                </a:cubicBezTo>
                <a:cubicBezTo>
                  <a:pt x="199" y="528"/>
                  <a:pt x="191" y="523"/>
                  <a:pt x="193" y="519"/>
                </a:cubicBezTo>
                <a:cubicBezTo>
                  <a:pt x="188" y="514"/>
                  <a:pt x="192" y="510"/>
                  <a:pt x="188" y="505"/>
                </a:cubicBezTo>
                <a:cubicBezTo>
                  <a:pt x="187" y="496"/>
                  <a:pt x="184" y="487"/>
                  <a:pt x="181" y="478"/>
                </a:cubicBezTo>
                <a:cubicBezTo>
                  <a:pt x="189" y="478"/>
                  <a:pt x="185" y="488"/>
                  <a:pt x="189" y="492"/>
                </a:cubicBezTo>
                <a:cubicBezTo>
                  <a:pt x="191" y="498"/>
                  <a:pt x="194" y="504"/>
                  <a:pt x="193" y="509"/>
                </a:cubicBezTo>
                <a:cubicBezTo>
                  <a:pt x="200" y="517"/>
                  <a:pt x="199" y="523"/>
                  <a:pt x="207" y="531"/>
                </a:cubicBezTo>
                <a:cubicBezTo>
                  <a:pt x="210" y="535"/>
                  <a:pt x="208" y="538"/>
                  <a:pt x="209" y="541"/>
                </a:cubicBezTo>
                <a:cubicBezTo>
                  <a:pt x="213" y="542"/>
                  <a:pt x="214" y="546"/>
                  <a:pt x="213" y="549"/>
                </a:cubicBezTo>
                <a:cubicBezTo>
                  <a:pt x="220" y="554"/>
                  <a:pt x="218" y="557"/>
                  <a:pt x="224" y="565"/>
                </a:cubicBezTo>
                <a:cubicBezTo>
                  <a:pt x="227" y="574"/>
                  <a:pt x="233" y="584"/>
                  <a:pt x="237" y="593"/>
                </a:cubicBezTo>
                <a:cubicBezTo>
                  <a:pt x="239" y="596"/>
                  <a:pt x="241" y="598"/>
                  <a:pt x="243" y="601"/>
                </a:cubicBezTo>
                <a:cubicBezTo>
                  <a:pt x="243" y="603"/>
                  <a:pt x="243" y="605"/>
                  <a:pt x="245" y="604"/>
                </a:cubicBezTo>
                <a:cubicBezTo>
                  <a:pt x="246" y="609"/>
                  <a:pt x="245" y="613"/>
                  <a:pt x="250" y="618"/>
                </a:cubicBezTo>
                <a:cubicBezTo>
                  <a:pt x="253" y="627"/>
                  <a:pt x="261" y="637"/>
                  <a:pt x="263" y="646"/>
                </a:cubicBezTo>
                <a:cubicBezTo>
                  <a:pt x="271" y="655"/>
                  <a:pt x="270" y="664"/>
                  <a:pt x="275" y="673"/>
                </a:cubicBezTo>
                <a:cubicBezTo>
                  <a:pt x="268" y="673"/>
                  <a:pt x="271" y="663"/>
                  <a:pt x="265" y="659"/>
                </a:cubicBezTo>
                <a:close/>
                <a:moveTo>
                  <a:pt x="279" y="685"/>
                </a:moveTo>
                <a:cubicBezTo>
                  <a:pt x="279" y="692"/>
                  <a:pt x="278" y="682"/>
                  <a:pt x="274" y="679"/>
                </a:cubicBezTo>
                <a:cubicBezTo>
                  <a:pt x="273" y="676"/>
                  <a:pt x="276" y="678"/>
                  <a:pt x="277" y="679"/>
                </a:cubicBezTo>
                <a:cubicBezTo>
                  <a:pt x="278" y="681"/>
                  <a:pt x="279" y="683"/>
                  <a:pt x="281" y="684"/>
                </a:cubicBezTo>
                <a:cubicBezTo>
                  <a:pt x="280" y="685"/>
                  <a:pt x="280" y="685"/>
                  <a:pt x="279" y="685"/>
                </a:cubicBezTo>
                <a:close/>
                <a:moveTo>
                  <a:pt x="166" y="634"/>
                </a:moveTo>
                <a:cubicBezTo>
                  <a:pt x="162" y="637"/>
                  <a:pt x="166" y="630"/>
                  <a:pt x="161" y="628"/>
                </a:cubicBezTo>
                <a:cubicBezTo>
                  <a:pt x="168" y="628"/>
                  <a:pt x="168" y="638"/>
                  <a:pt x="172" y="642"/>
                </a:cubicBezTo>
                <a:cubicBezTo>
                  <a:pt x="168" y="645"/>
                  <a:pt x="166" y="636"/>
                  <a:pt x="166" y="634"/>
                </a:cubicBezTo>
                <a:close/>
                <a:moveTo>
                  <a:pt x="192" y="691"/>
                </a:moveTo>
                <a:cubicBezTo>
                  <a:pt x="192" y="690"/>
                  <a:pt x="191" y="690"/>
                  <a:pt x="190" y="691"/>
                </a:cubicBezTo>
                <a:cubicBezTo>
                  <a:pt x="187" y="685"/>
                  <a:pt x="184" y="679"/>
                  <a:pt x="184" y="673"/>
                </a:cubicBezTo>
                <a:cubicBezTo>
                  <a:pt x="190" y="669"/>
                  <a:pt x="184" y="681"/>
                  <a:pt x="189" y="677"/>
                </a:cubicBezTo>
                <a:cubicBezTo>
                  <a:pt x="189" y="682"/>
                  <a:pt x="193" y="688"/>
                  <a:pt x="194" y="693"/>
                </a:cubicBezTo>
                <a:cubicBezTo>
                  <a:pt x="195" y="695"/>
                  <a:pt x="196" y="696"/>
                  <a:pt x="197" y="698"/>
                </a:cubicBezTo>
                <a:cubicBezTo>
                  <a:pt x="200" y="705"/>
                  <a:pt x="188" y="693"/>
                  <a:pt x="192" y="691"/>
                </a:cubicBezTo>
                <a:close/>
                <a:moveTo>
                  <a:pt x="259" y="828"/>
                </a:moveTo>
                <a:cubicBezTo>
                  <a:pt x="258" y="824"/>
                  <a:pt x="255" y="820"/>
                  <a:pt x="256" y="817"/>
                </a:cubicBezTo>
                <a:cubicBezTo>
                  <a:pt x="247" y="810"/>
                  <a:pt x="247" y="797"/>
                  <a:pt x="241" y="789"/>
                </a:cubicBezTo>
                <a:cubicBezTo>
                  <a:pt x="233" y="777"/>
                  <a:pt x="228" y="766"/>
                  <a:pt x="224" y="755"/>
                </a:cubicBezTo>
                <a:cubicBezTo>
                  <a:pt x="220" y="751"/>
                  <a:pt x="217" y="746"/>
                  <a:pt x="214" y="742"/>
                </a:cubicBezTo>
                <a:cubicBezTo>
                  <a:pt x="212" y="737"/>
                  <a:pt x="211" y="732"/>
                  <a:pt x="208" y="727"/>
                </a:cubicBezTo>
                <a:cubicBezTo>
                  <a:pt x="206" y="724"/>
                  <a:pt x="208" y="722"/>
                  <a:pt x="205" y="719"/>
                </a:cubicBezTo>
                <a:cubicBezTo>
                  <a:pt x="202" y="720"/>
                  <a:pt x="204" y="715"/>
                  <a:pt x="201" y="717"/>
                </a:cubicBezTo>
                <a:cubicBezTo>
                  <a:pt x="203" y="712"/>
                  <a:pt x="194" y="705"/>
                  <a:pt x="199" y="701"/>
                </a:cubicBezTo>
                <a:cubicBezTo>
                  <a:pt x="207" y="710"/>
                  <a:pt x="207" y="720"/>
                  <a:pt x="217" y="725"/>
                </a:cubicBezTo>
                <a:cubicBezTo>
                  <a:pt x="214" y="728"/>
                  <a:pt x="222" y="733"/>
                  <a:pt x="220" y="736"/>
                </a:cubicBezTo>
                <a:cubicBezTo>
                  <a:pt x="220" y="739"/>
                  <a:pt x="227" y="743"/>
                  <a:pt x="224" y="745"/>
                </a:cubicBezTo>
                <a:cubicBezTo>
                  <a:pt x="228" y="751"/>
                  <a:pt x="231" y="757"/>
                  <a:pt x="232" y="763"/>
                </a:cubicBezTo>
                <a:cubicBezTo>
                  <a:pt x="242" y="777"/>
                  <a:pt x="242" y="783"/>
                  <a:pt x="252" y="798"/>
                </a:cubicBezTo>
                <a:cubicBezTo>
                  <a:pt x="255" y="807"/>
                  <a:pt x="256" y="808"/>
                  <a:pt x="261" y="817"/>
                </a:cubicBezTo>
                <a:cubicBezTo>
                  <a:pt x="258" y="822"/>
                  <a:pt x="264" y="829"/>
                  <a:pt x="265" y="836"/>
                </a:cubicBezTo>
                <a:cubicBezTo>
                  <a:pt x="259" y="838"/>
                  <a:pt x="262" y="830"/>
                  <a:pt x="259" y="828"/>
                </a:cubicBezTo>
                <a:close/>
                <a:moveTo>
                  <a:pt x="195" y="1053"/>
                </a:moveTo>
                <a:cubicBezTo>
                  <a:pt x="187" y="1053"/>
                  <a:pt x="194" y="1042"/>
                  <a:pt x="195" y="1053"/>
                </a:cubicBezTo>
                <a:close/>
                <a:moveTo>
                  <a:pt x="139" y="1162"/>
                </a:moveTo>
                <a:cubicBezTo>
                  <a:pt x="139" y="1162"/>
                  <a:pt x="135" y="1161"/>
                  <a:pt x="135" y="1160"/>
                </a:cubicBezTo>
                <a:cubicBezTo>
                  <a:pt x="135" y="1160"/>
                  <a:pt x="137" y="1159"/>
                  <a:pt x="137" y="1159"/>
                </a:cubicBezTo>
                <a:cubicBezTo>
                  <a:pt x="135" y="1156"/>
                  <a:pt x="134" y="1152"/>
                  <a:pt x="136" y="1155"/>
                </a:cubicBezTo>
                <a:cubicBezTo>
                  <a:pt x="138" y="1157"/>
                  <a:pt x="136" y="1158"/>
                  <a:pt x="137" y="1159"/>
                </a:cubicBezTo>
                <a:cubicBezTo>
                  <a:pt x="137" y="1159"/>
                  <a:pt x="146" y="1164"/>
                  <a:pt x="139" y="1162"/>
                </a:cubicBezTo>
                <a:close/>
                <a:moveTo>
                  <a:pt x="157" y="1194"/>
                </a:moveTo>
                <a:cubicBezTo>
                  <a:pt x="156" y="1188"/>
                  <a:pt x="151" y="1181"/>
                  <a:pt x="146" y="1175"/>
                </a:cubicBezTo>
                <a:cubicBezTo>
                  <a:pt x="148" y="1173"/>
                  <a:pt x="150" y="1179"/>
                  <a:pt x="153" y="1177"/>
                </a:cubicBezTo>
                <a:cubicBezTo>
                  <a:pt x="149" y="1182"/>
                  <a:pt x="165" y="1190"/>
                  <a:pt x="157" y="1194"/>
                </a:cubicBezTo>
                <a:close/>
                <a:moveTo>
                  <a:pt x="160" y="1194"/>
                </a:moveTo>
                <a:cubicBezTo>
                  <a:pt x="165" y="1194"/>
                  <a:pt x="164" y="1204"/>
                  <a:pt x="167" y="1208"/>
                </a:cubicBezTo>
                <a:cubicBezTo>
                  <a:pt x="161" y="1208"/>
                  <a:pt x="161" y="1198"/>
                  <a:pt x="160" y="1194"/>
                </a:cubicBezTo>
                <a:close/>
                <a:moveTo>
                  <a:pt x="120" y="1272"/>
                </a:moveTo>
                <a:cubicBezTo>
                  <a:pt x="122" y="1271"/>
                  <a:pt x="129" y="1274"/>
                  <a:pt x="125" y="1275"/>
                </a:cubicBezTo>
                <a:cubicBezTo>
                  <a:pt x="136" y="1289"/>
                  <a:pt x="127" y="1283"/>
                  <a:pt x="120" y="1272"/>
                </a:cubicBezTo>
                <a:close/>
                <a:moveTo>
                  <a:pt x="25" y="1215"/>
                </a:moveTo>
                <a:cubicBezTo>
                  <a:pt x="26" y="1214"/>
                  <a:pt x="27" y="1214"/>
                  <a:pt x="28" y="1213"/>
                </a:cubicBezTo>
                <a:cubicBezTo>
                  <a:pt x="29" y="1214"/>
                  <a:pt x="31" y="1216"/>
                  <a:pt x="32" y="1218"/>
                </a:cubicBezTo>
                <a:cubicBezTo>
                  <a:pt x="31" y="1218"/>
                  <a:pt x="30" y="1219"/>
                  <a:pt x="29" y="1220"/>
                </a:cubicBezTo>
                <a:cubicBezTo>
                  <a:pt x="27" y="1218"/>
                  <a:pt x="26" y="1217"/>
                  <a:pt x="25" y="1215"/>
                </a:cubicBezTo>
                <a:close/>
                <a:moveTo>
                  <a:pt x="121" y="1375"/>
                </a:moveTo>
                <a:cubicBezTo>
                  <a:pt x="117" y="1370"/>
                  <a:pt x="114" y="1365"/>
                  <a:pt x="110" y="1360"/>
                </a:cubicBezTo>
                <a:cubicBezTo>
                  <a:pt x="113" y="1358"/>
                  <a:pt x="116" y="1360"/>
                  <a:pt x="118" y="1364"/>
                </a:cubicBezTo>
                <a:cubicBezTo>
                  <a:pt x="122" y="1365"/>
                  <a:pt x="127" y="1372"/>
                  <a:pt x="121" y="1375"/>
                </a:cubicBezTo>
                <a:close/>
                <a:moveTo>
                  <a:pt x="156" y="1400"/>
                </a:moveTo>
                <a:cubicBezTo>
                  <a:pt x="154" y="1401"/>
                  <a:pt x="156" y="1399"/>
                  <a:pt x="154" y="1397"/>
                </a:cubicBezTo>
                <a:cubicBezTo>
                  <a:pt x="129" y="1364"/>
                  <a:pt x="125" y="1355"/>
                  <a:pt x="120" y="1353"/>
                </a:cubicBezTo>
                <a:cubicBezTo>
                  <a:pt x="103" y="1335"/>
                  <a:pt x="105" y="1329"/>
                  <a:pt x="98" y="1330"/>
                </a:cubicBezTo>
                <a:cubicBezTo>
                  <a:pt x="80" y="1305"/>
                  <a:pt x="82" y="1304"/>
                  <a:pt x="82" y="1304"/>
                </a:cubicBezTo>
                <a:cubicBezTo>
                  <a:pt x="72" y="1293"/>
                  <a:pt x="73" y="1290"/>
                  <a:pt x="72" y="1290"/>
                </a:cubicBezTo>
                <a:cubicBezTo>
                  <a:pt x="60" y="1278"/>
                  <a:pt x="63" y="1277"/>
                  <a:pt x="61" y="1275"/>
                </a:cubicBezTo>
                <a:cubicBezTo>
                  <a:pt x="44" y="1247"/>
                  <a:pt x="37" y="1241"/>
                  <a:pt x="37" y="1236"/>
                </a:cubicBezTo>
                <a:cubicBezTo>
                  <a:pt x="33" y="1223"/>
                  <a:pt x="41" y="1230"/>
                  <a:pt x="45" y="1233"/>
                </a:cubicBezTo>
                <a:cubicBezTo>
                  <a:pt x="83" y="1280"/>
                  <a:pt x="94" y="1291"/>
                  <a:pt x="101" y="1303"/>
                </a:cubicBezTo>
                <a:cubicBezTo>
                  <a:pt x="106" y="1310"/>
                  <a:pt x="104" y="1311"/>
                  <a:pt x="105" y="1312"/>
                </a:cubicBezTo>
                <a:cubicBezTo>
                  <a:pt x="117" y="1329"/>
                  <a:pt x="118" y="1327"/>
                  <a:pt x="119" y="1329"/>
                </a:cubicBezTo>
                <a:cubicBezTo>
                  <a:pt x="159" y="1413"/>
                  <a:pt x="159" y="1403"/>
                  <a:pt x="156" y="1400"/>
                </a:cubicBezTo>
                <a:close/>
                <a:moveTo>
                  <a:pt x="217" y="1325"/>
                </a:moveTo>
                <a:cubicBezTo>
                  <a:pt x="220" y="1327"/>
                  <a:pt x="210" y="1334"/>
                  <a:pt x="210" y="1328"/>
                </a:cubicBezTo>
                <a:cubicBezTo>
                  <a:pt x="212" y="1325"/>
                  <a:pt x="214" y="1327"/>
                  <a:pt x="217" y="1325"/>
                </a:cubicBezTo>
                <a:close/>
                <a:moveTo>
                  <a:pt x="182" y="1218"/>
                </a:moveTo>
                <a:cubicBezTo>
                  <a:pt x="188" y="1216"/>
                  <a:pt x="184" y="1224"/>
                  <a:pt x="189" y="1227"/>
                </a:cubicBezTo>
                <a:cubicBezTo>
                  <a:pt x="183" y="1229"/>
                  <a:pt x="184" y="1220"/>
                  <a:pt x="182" y="1218"/>
                </a:cubicBezTo>
                <a:close/>
                <a:moveTo>
                  <a:pt x="339" y="1330"/>
                </a:moveTo>
                <a:cubicBezTo>
                  <a:pt x="343" y="1334"/>
                  <a:pt x="348" y="1326"/>
                  <a:pt x="351" y="1333"/>
                </a:cubicBezTo>
                <a:cubicBezTo>
                  <a:pt x="345" y="1334"/>
                  <a:pt x="340" y="1333"/>
                  <a:pt x="334" y="1333"/>
                </a:cubicBezTo>
                <a:cubicBezTo>
                  <a:pt x="333" y="1331"/>
                  <a:pt x="337" y="1333"/>
                  <a:pt x="339" y="1330"/>
                </a:cubicBezTo>
                <a:close/>
                <a:moveTo>
                  <a:pt x="334" y="1341"/>
                </a:moveTo>
                <a:cubicBezTo>
                  <a:pt x="336" y="1340"/>
                  <a:pt x="338" y="1342"/>
                  <a:pt x="340" y="1342"/>
                </a:cubicBezTo>
                <a:cubicBezTo>
                  <a:pt x="342" y="1341"/>
                  <a:pt x="344" y="1342"/>
                  <a:pt x="346" y="1340"/>
                </a:cubicBezTo>
                <a:cubicBezTo>
                  <a:pt x="357" y="1342"/>
                  <a:pt x="367" y="1347"/>
                  <a:pt x="379" y="1338"/>
                </a:cubicBezTo>
                <a:cubicBezTo>
                  <a:pt x="387" y="1341"/>
                  <a:pt x="395" y="1339"/>
                  <a:pt x="403" y="1338"/>
                </a:cubicBezTo>
                <a:cubicBezTo>
                  <a:pt x="406" y="1343"/>
                  <a:pt x="399" y="1338"/>
                  <a:pt x="397" y="1342"/>
                </a:cubicBezTo>
                <a:cubicBezTo>
                  <a:pt x="395" y="1339"/>
                  <a:pt x="391" y="1345"/>
                  <a:pt x="389" y="1341"/>
                </a:cubicBezTo>
                <a:cubicBezTo>
                  <a:pt x="383" y="1345"/>
                  <a:pt x="378" y="1341"/>
                  <a:pt x="372" y="1345"/>
                </a:cubicBezTo>
                <a:cubicBezTo>
                  <a:pt x="367" y="1342"/>
                  <a:pt x="362" y="1346"/>
                  <a:pt x="357" y="1344"/>
                </a:cubicBezTo>
                <a:cubicBezTo>
                  <a:pt x="352" y="1342"/>
                  <a:pt x="346" y="1348"/>
                  <a:pt x="341" y="1343"/>
                </a:cubicBezTo>
                <a:cubicBezTo>
                  <a:pt x="335" y="1345"/>
                  <a:pt x="329" y="1350"/>
                  <a:pt x="324" y="1343"/>
                </a:cubicBezTo>
                <a:cubicBezTo>
                  <a:pt x="328" y="1342"/>
                  <a:pt x="330" y="1346"/>
                  <a:pt x="334" y="1341"/>
                </a:cubicBezTo>
                <a:close/>
                <a:moveTo>
                  <a:pt x="321" y="1343"/>
                </a:moveTo>
                <a:cubicBezTo>
                  <a:pt x="321" y="1351"/>
                  <a:pt x="310" y="1347"/>
                  <a:pt x="306" y="1349"/>
                </a:cubicBezTo>
                <a:cubicBezTo>
                  <a:pt x="300" y="1351"/>
                  <a:pt x="295" y="1352"/>
                  <a:pt x="290" y="1353"/>
                </a:cubicBezTo>
                <a:cubicBezTo>
                  <a:pt x="284" y="1355"/>
                  <a:pt x="278" y="1355"/>
                  <a:pt x="272" y="1359"/>
                </a:cubicBezTo>
                <a:cubicBezTo>
                  <a:pt x="267" y="1360"/>
                  <a:pt x="265" y="1364"/>
                  <a:pt x="258" y="1364"/>
                </a:cubicBezTo>
                <a:cubicBezTo>
                  <a:pt x="249" y="1371"/>
                  <a:pt x="241" y="1374"/>
                  <a:pt x="233" y="1377"/>
                </a:cubicBezTo>
                <a:cubicBezTo>
                  <a:pt x="216" y="1388"/>
                  <a:pt x="203" y="1400"/>
                  <a:pt x="192" y="1412"/>
                </a:cubicBezTo>
                <a:cubicBezTo>
                  <a:pt x="191" y="1414"/>
                  <a:pt x="190" y="1415"/>
                  <a:pt x="191" y="1417"/>
                </a:cubicBezTo>
                <a:cubicBezTo>
                  <a:pt x="188" y="1420"/>
                  <a:pt x="186" y="1418"/>
                  <a:pt x="188" y="1417"/>
                </a:cubicBezTo>
                <a:cubicBezTo>
                  <a:pt x="190" y="1412"/>
                  <a:pt x="191" y="1406"/>
                  <a:pt x="196" y="1401"/>
                </a:cubicBezTo>
                <a:cubicBezTo>
                  <a:pt x="197" y="1396"/>
                  <a:pt x="204" y="1391"/>
                  <a:pt x="205" y="1385"/>
                </a:cubicBezTo>
                <a:cubicBezTo>
                  <a:pt x="211" y="1384"/>
                  <a:pt x="216" y="1375"/>
                  <a:pt x="225" y="1370"/>
                </a:cubicBezTo>
                <a:cubicBezTo>
                  <a:pt x="235" y="1364"/>
                  <a:pt x="236" y="1365"/>
                  <a:pt x="246" y="1358"/>
                </a:cubicBezTo>
                <a:cubicBezTo>
                  <a:pt x="248" y="1361"/>
                  <a:pt x="252" y="1355"/>
                  <a:pt x="255" y="1356"/>
                </a:cubicBezTo>
                <a:cubicBezTo>
                  <a:pt x="258" y="1356"/>
                  <a:pt x="261" y="1355"/>
                  <a:pt x="264" y="1352"/>
                </a:cubicBezTo>
                <a:cubicBezTo>
                  <a:pt x="267" y="1356"/>
                  <a:pt x="272" y="1352"/>
                  <a:pt x="275" y="1354"/>
                </a:cubicBezTo>
                <a:cubicBezTo>
                  <a:pt x="291" y="1345"/>
                  <a:pt x="306" y="1348"/>
                  <a:pt x="321" y="1343"/>
                </a:cubicBezTo>
                <a:close/>
                <a:moveTo>
                  <a:pt x="193" y="1379"/>
                </a:moveTo>
                <a:cubicBezTo>
                  <a:pt x="192" y="1377"/>
                  <a:pt x="196" y="1374"/>
                  <a:pt x="198" y="1376"/>
                </a:cubicBezTo>
                <a:cubicBezTo>
                  <a:pt x="198" y="1371"/>
                  <a:pt x="203" y="1367"/>
                  <a:pt x="205" y="1363"/>
                </a:cubicBezTo>
                <a:cubicBezTo>
                  <a:pt x="211" y="1359"/>
                  <a:pt x="216" y="1355"/>
                  <a:pt x="221" y="1351"/>
                </a:cubicBezTo>
                <a:cubicBezTo>
                  <a:pt x="230" y="1347"/>
                  <a:pt x="237" y="1348"/>
                  <a:pt x="246" y="1341"/>
                </a:cubicBezTo>
                <a:cubicBezTo>
                  <a:pt x="251" y="1345"/>
                  <a:pt x="256" y="1336"/>
                  <a:pt x="262" y="1339"/>
                </a:cubicBezTo>
                <a:cubicBezTo>
                  <a:pt x="267" y="1334"/>
                  <a:pt x="271" y="1340"/>
                  <a:pt x="277" y="1336"/>
                </a:cubicBezTo>
                <a:cubicBezTo>
                  <a:pt x="286" y="1336"/>
                  <a:pt x="296" y="1336"/>
                  <a:pt x="305" y="1335"/>
                </a:cubicBezTo>
                <a:cubicBezTo>
                  <a:pt x="306" y="1338"/>
                  <a:pt x="303" y="1337"/>
                  <a:pt x="301" y="1338"/>
                </a:cubicBezTo>
                <a:cubicBezTo>
                  <a:pt x="298" y="1342"/>
                  <a:pt x="296" y="1337"/>
                  <a:pt x="293" y="1338"/>
                </a:cubicBezTo>
                <a:cubicBezTo>
                  <a:pt x="291" y="1341"/>
                  <a:pt x="290" y="1339"/>
                  <a:pt x="287" y="1340"/>
                </a:cubicBezTo>
                <a:cubicBezTo>
                  <a:pt x="284" y="1339"/>
                  <a:pt x="280" y="1341"/>
                  <a:pt x="275" y="1344"/>
                </a:cubicBezTo>
                <a:cubicBezTo>
                  <a:pt x="268" y="1341"/>
                  <a:pt x="260" y="1348"/>
                  <a:pt x="252" y="1346"/>
                </a:cubicBezTo>
                <a:cubicBezTo>
                  <a:pt x="250" y="1348"/>
                  <a:pt x="248" y="1349"/>
                  <a:pt x="246" y="1348"/>
                </a:cubicBezTo>
                <a:cubicBezTo>
                  <a:pt x="236" y="1354"/>
                  <a:pt x="235" y="1357"/>
                  <a:pt x="226" y="1357"/>
                </a:cubicBezTo>
                <a:cubicBezTo>
                  <a:pt x="224" y="1364"/>
                  <a:pt x="216" y="1364"/>
                  <a:pt x="214" y="1368"/>
                </a:cubicBezTo>
                <a:cubicBezTo>
                  <a:pt x="207" y="1371"/>
                  <a:pt x="208" y="1375"/>
                  <a:pt x="200" y="1376"/>
                </a:cubicBezTo>
                <a:cubicBezTo>
                  <a:pt x="199" y="1380"/>
                  <a:pt x="194" y="1384"/>
                  <a:pt x="191" y="1387"/>
                </a:cubicBezTo>
                <a:cubicBezTo>
                  <a:pt x="188" y="1384"/>
                  <a:pt x="189" y="1381"/>
                  <a:pt x="193" y="1379"/>
                </a:cubicBezTo>
                <a:close/>
                <a:moveTo>
                  <a:pt x="199" y="1139"/>
                </a:moveTo>
                <a:cubicBezTo>
                  <a:pt x="195" y="1136"/>
                  <a:pt x="199" y="1133"/>
                  <a:pt x="194" y="1130"/>
                </a:cubicBezTo>
                <a:cubicBezTo>
                  <a:pt x="196" y="1124"/>
                  <a:pt x="191" y="1118"/>
                  <a:pt x="192" y="1112"/>
                </a:cubicBezTo>
                <a:cubicBezTo>
                  <a:pt x="172" y="1082"/>
                  <a:pt x="156" y="1052"/>
                  <a:pt x="135" y="1027"/>
                </a:cubicBezTo>
                <a:cubicBezTo>
                  <a:pt x="131" y="1022"/>
                  <a:pt x="125" y="1019"/>
                  <a:pt x="121" y="1011"/>
                </a:cubicBezTo>
                <a:cubicBezTo>
                  <a:pt x="118" y="1006"/>
                  <a:pt x="120" y="1008"/>
                  <a:pt x="116" y="1004"/>
                </a:cubicBezTo>
                <a:cubicBezTo>
                  <a:pt x="114" y="1002"/>
                  <a:pt x="115" y="999"/>
                  <a:pt x="113" y="997"/>
                </a:cubicBezTo>
                <a:cubicBezTo>
                  <a:pt x="111" y="993"/>
                  <a:pt x="107" y="991"/>
                  <a:pt x="105" y="988"/>
                </a:cubicBezTo>
                <a:cubicBezTo>
                  <a:pt x="105" y="989"/>
                  <a:pt x="106" y="986"/>
                  <a:pt x="105" y="985"/>
                </a:cubicBezTo>
                <a:cubicBezTo>
                  <a:pt x="105" y="985"/>
                  <a:pt x="99" y="984"/>
                  <a:pt x="100" y="982"/>
                </a:cubicBezTo>
                <a:cubicBezTo>
                  <a:pt x="102" y="976"/>
                  <a:pt x="85" y="961"/>
                  <a:pt x="80" y="952"/>
                </a:cubicBezTo>
                <a:cubicBezTo>
                  <a:pt x="80" y="951"/>
                  <a:pt x="78" y="949"/>
                  <a:pt x="78" y="948"/>
                </a:cubicBezTo>
                <a:cubicBezTo>
                  <a:pt x="79" y="945"/>
                  <a:pt x="77" y="947"/>
                  <a:pt x="75" y="943"/>
                </a:cubicBezTo>
                <a:cubicBezTo>
                  <a:pt x="75" y="943"/>
                  <a:pt x="76" y="942"/>
                  <a:pt x="75" y="941"/>
                </a:cubicBezTo>
                <a:cubicBezTo>
                  <a:pt x="70" y="932"/>
                  <a:pt x="58" y="920"/>
                  <a:pt x="53" y="907"/>
                </a:cubicBezTo>
                <a:cubicBezTo>
                  <a:pt x="58" y="904"/>
                  <a:pt x="61" y="910"/>
                  <a:pt x="64" y="915"/>
                </a:cubicBezTo>
                <a:cubicBezTo>
                  <a:pt x="65" y="919"/>
                  <a:pt x="73" y="924"/>
                  <a:pt x="70" y="927"/>
                </a:cubicBezTo>
                <a:cubicBezTo>
                  <a:pt x="77" y="930"/>
                  <a:pt x="83" y="943"/>
                  <a:pt x="90" y="947"/>
                </a:cubicBezTo>
                <a:cubicBezTo>
                  <a:pt x="93" y="952"/>
                  <a:pt x="96" y="956"/>
                  <a:pt x="99" y="960"/>
                </a:cubicBezTo>
                <a:cubicBezTo>
                  <a:pt x="97" y="963"/>
                  <a:pt x="100" y="962"/>
                  <a:pt x="101" y="963"/>
                </a:cubicBezTo>
                <a:cubicBezTo>
                  <a:pt x="101" y="966"/>
                  <a:pt x="102" y="968"/>
                  <a:pt x="104" y="967"/>
                </a:cubicBezTo>
                <a:cubicBezTo>
                  <a:pt x="107" y="969"/>
                  <a:pt x="109" y="979"/>
                  <a:pt x="114" y="977"/>
                </a:cubicBezTo>
                <a:cubicBezTo>
                  <a:pt x="113" y="980"/>
                  <a:pt x="116" y="984"/>
                  <a:pt x="119" y="985"/>
                </a:cubicBezTo>
                <a:cubicBezTo>
                  <a:pt x="124" y="994"/>
                  <a:pt x="128" y="995"/>
                  <a:pt x="134" y="1006"/>
                </a:cubicBezTo>
                <a:cubicBezTo>
                  <a:pt x="140" y="1014"/>
                  <a:pt x="146" y="1022"/>
                  <a:pt x="152" y="1030"/>
                </a:cubicBezTo>
                <a:cubicBezTo>
                  <a:pt x="154" y="1034"/>
                  <a:pt x="156" y="1034"/>
                  <a:pt x="158" y="1035"/>
                </a:cubicBezTo>
                <a:cubicBezTo>
                  <a:pt x="159" y="1040"/>
                  <a:pt x="167" y="1051"/>
                  <a:pt x="174" y="1061"/>
                </a:cubicBezTo>
                <a:cubicBezTo>
                  <a:pt x="180" y="1075"/>
                  <a:pt x="188" y="1090"/>
                  <a:pt x="193" y="1104"/>
                </a:cubicBezTo>
                <a:cubicBezTo>
                  <a:pt x="196" y="1111"/>
                  <a:pt x="198" y="1118"/>
                  <a:pt x="198" y="1125"/>
                </a:cubicBezTo>
                <a:cubicBezTo>
                  <a:pt x="203" y="1132"/>
                  <a:pt x="203" y="1139"/>
                  <a:pt x="203" y="1145"/>
                </a:cubicBezTo>
                <a:cubicBezTo>
                  <a:pt x="199" y="1148"/>
                  <a:pt x="199" y="1140"/>
                  <a:pt x="199" y="1139"/>
                </a:cubicBezTo>
                <a:close/>
                <a:moveTo>
                  <a:pt x="228" y="1142"/>
                </a:moveTo>
                <a:cubicBezTo>
                  <a:pt x="236" y="1134"/>
                  <a:pt x="246" y="1126"/>
                  <a:pt x="252" y="1118"/>
                </a:cubicBezTo>
                <a:cubicBezTo>
                  <a:pt x="300" y="1093"/>
                  <a:pt x="301" y="1085"/>
                  <a:pt x="309" y="1081"/>
                </a:cubicBezTo>
                <a:cubicBezTo>
                  <a:pt x="462" y="985"/>
                  <a:pt x="471" y="976"/>
                  <a:pt x="485" y="967"/>
                </a:cubicBezTo>
                <a:cubicBezTo>
                  <a:pt x="503" y="945"/>
                  <a:pt x="507" y="947"/>
                  <a:pt x="510" y="941"/>
                </a:cubicBezTo>
                <a:cubicBezTo>
                  <a:pt x="557" y="905"/>
                  <a:pt x="553" y="907"/>
                  <a:pt x="551" y="909"/>
                </a:cubicBezTo>
                <a:cubicBezTo>
                  <a:pt x="517" y="950"/>
                  <a:pt x="499" y="964"/>
                  <a:pt x="486" y="978"/>
                </a:cubicBezTo>
                <a:cubicBezTo>
                  <a:pt x="437" y="1016"/>
                  <a:pt x="427" y="1019"/>
                  <a:pt x="415" y="1030"/>
                </a:cubicBezTo>
                <a:cubicBezTo>
                  <a:pt x="412" y="1032"/>
                  <a:pt x="412" y="1035"/>
                  <a:pt x="411" y="1035"/>
                </a:cubicBezTo>
                <a:cubicBezTo>
                  <a:pt x="371" y="1063"/>
                  <a:pt x="358" y="1069"/>
                  <a:pt x="346" y="1077"/>
                </a:cubicBezTo>
                <a:cubicBezTo>
                  <a:pt x="251" y="1133"/>
                  <a:pt x="244" y="1138"/>
                  <a:pt x="238" y="1142"/>
                </a:cubicBezTo>
                <a:cubicBezTo>
                  <a:pt x="217" y="1159"/>
                  <a:pt x="213" y="1164"/>
                  <a:pt x="208" y="1169"/>
                </a:cubicBezTo>
                <a:close/>
                <a:moveTo>
                  <a:pt x="223" y="1067"/>
                </a:moveTo>
                <a:cubicBezTo>
                  <a:pt x="223" y="1065"/>
                  <a:pt x="223" y="1063"/>
                  <a:pt x="221" y="1061"/>
                </a:cubicBezTo>
                <a:cubicBezTo>
                  <a:pt x="226" y="1059"/>
                  <a:pt x="229" y="1064"/>
                  <a:pt x="223" y="1067"/>
                </a:cubicBezTo>
                <a:close/>
                <a:moveTo>
                  <a:pt x="232" y="1100"/>
                </a:moveTo>
                <a:cubicBezTo>
                  <a:pt x="230" y="1094"/>
                  <a:pt x="242" y="1090"/>
                  <a:pt x="243" y="1085"/>
                </a:cubicBezTo>
                <a:cubicBezTo>
                  <a:pt x="362" y="999"/>
                  <a:pt x="360" y="990"/>
                  <a:pt x="366" y="989"/>
                </a:cubicBezTo>
                <a:cubicBezTo>
                  <a:pt x="390" y="969"/>
                  <a:pt x="398" y="972"/>
                  <a:pt x="400" y="969"/>
                </a:cubicBezTo>
                <a:cubicBezTo>
                  <a:pt x="434" y="942"/>
                  <a:pt x="438" y="946"/>
                  <a:pt x="443" y="940"/>
                </a:cubicBezTo>
                <a:cubicBezTo>
                  <a:pt x="503" y="895"/>
                  <a:pt x="520" y="886"/>
                  <a:pt x="537" y="875"/>
                </a:cubicBezTo>
                <a:cubicBezTo>
                  <a:pt x="594" y="856"/>
                  <a:pt x="595" y="858"/>
                  <a:pt x="592" y="860"/>
                </a:cubicBezTo>
                <a:cubicBezTo>
                  <a:pt x="575" y="865"/>
                  <a:pt x="573" y="867"/>
                  <a:pt x="571" y="865"/>
                </a:cubicBezTo>
                <a:cubicBezTo>
                  <a:pt x="463" y="940"/>
                  <a:pt x="448" y="949"/>
                  <a:pt x="432" y="965"/>
                </a:cubicBezTo>
                <a:cubicBezTo>
                  <a:pt x="322" y="1042"/>
                  <a:pt x="316" y="1041"/>
                  <a:pt x="309" y="1047"/>
                </a:cubicBezTo>
                <a:cubicBezTo>
                  <a:pt x="287" y="1062"/>
                  <a:pt x="287" y="1060"/>
                  <a:pt x="285" y="1062"/>
                </a:cubicBezTo>
                <a:cubicBezTo>
                  <a:pt x="261" y="1080"/>
                  <a:pt x="257" y="1087"/>
                  <a:pt x="255" y="1084"/>
                </a:cubicBezTo>
                <a:close/>
                <a:moveTo>
                  <a:pt x="231" y="1037"/>
                </a:moveTo>
                <a:cubicBezTo>
                  <a:pt x="230" y="1036"/>
                  <a:pt x="229" y="1035"/>
                  <a:pt x="228" y="1034"/>
                </a:cubicBezTo>
                <a:cubicBezTo>
                  <a:pt x="230" y="1033"/>
                  <a:pt x="231" y="1032"/>
                  <a:pt x="232" y="1032"/>
                </a:cubicBezTo>
                <a:cubicBezTo>
                  <a:pt x="232" y="1033"/>
                  <a:pt x="233" y="1034"/>
                  <a:pt x="234" y="1035"/>
                </a:cubicBezTo>
                <a:cubicBezTo>
                  <a:pt x="233" y="1036"/>
                  <a:pt x="232" y="1036"/>
                  <a:pt x="231" y="1037"/>
                </a:cubicBezTo>
                <a:close/>
                <a:moveTo>
                  <a:pt x="269" y="855"/>
                </a:moveTo>
                <a:cubicBezTo>
                  <a:pt x="270" y="855"/>
                  <a:pt x="267" y="849"/>
                  <a:pt x="267" y="849"/>
                </a:cubicBezTo>
                <a:cubicBezTo>
                  <a:pt x="269" y="847"/>
                  <a:pt x="275" y="856"/>
                  <a:pt x="269" y="855"/>
                </a:cubicBezTo>
                <a:close/>
                <a:moveTo>
                  <a:pt x="301" y="886"/>
                </a:moveTo>
                <a:cubicBezTo>
                  <a:pt x="298" y="882"/>
                  <a:pt x="298" y="880"/>
                  <a:pt x="302" y="877"/>
                </a:cubicBezTo>
                <a:cubicBezTo>
                  <a:pt x="305" y="881"/>
                  <a:pt x="305" y="884"/>
                  <a:pt x="301" y="886"/>
                </a:cubicBezTo>
                <a:close/>
                <a:moveTo>
                  <a:pt x="301" y="817"/>
                </a:moveTo>
                <a:cubicBezTo>
                  <a:pt x="301" y="815"/>
                  <a:pt x="302" y="814"/>
                  <a:pt x="301" y="812"/>
                </a:cubicBezTo>
                <a:cubicBezTo>
                  <a:pt x="300" y="808"/>
                  <a:pt x="305" y="812"/>
                  <a:pt x="303" y="813"/>
                </a:cubicBezTo>
                <a:cubicBezTo>
                  <a:pt x="305" y="816"/>
                  <a:pt x="303" y="818"/>
                  <a:pt x="306" y="821"/>
                </a:cubicBezTo>
                <a:cubicBezTo>
                  <a:pt x="305" y="825"/>
                  <a:pt x="306" y="829"/>
                  <a:pt x="308" y="834"/>
                </a:cubicBezTo>
                <a:cubicBezTo>
                  <a:pt x="300" y="833"/>
                  <a:pt x="306" y="822"/>
                  <a:pt x="301" y="817"/>
                </a:cubicBezTo>
                <a:close/>
                <a:moveTo>
                  <a:pt x="481" y="717"/>
                </a:moveTo>
                <a:cubicBezTo>
                  <a:pt x="482" y="721"/>
                  <a:pt x="472" y="722"/>
                  <a:pt x="468" y="723"/>
                </a:cubicBezTo>
                <a:cubicBezTo>
                  <a:pt x="467" y="719"/>
                  <a:pt x="478" y="718"/>
                  <a:pt x="481" y="717"/>
                </a:cubicBezTo>
                <a:close/>
                <a:moveTo>
                  <a:pt x="463" y="722"/>
                </a:moveTo>
                <a:cubicBezTo>
                  <a:pt x="465" y="726"/>
                  <a:pt x="456" y="728"/>
                  <a:pt x="455" y="728"/>
                </a:cubicBezTo>
                <a:cubicBezTo>
                  <a:pt x="452" y="724"/>
                  <a:pt x="461" y="722"/>
                  <a:pt x="463" y="722"/>
                </a:cubicBezTo>
                <a:close/>
                <a:moveTo>
                  <a:pt x="356" y="782"/>
                </a:moveTo>
                <a:cubicBezTo>
                  <a:pt x="358" y="781"/>
                  <a:pt x="359" y="780"/>
                  <a:pt x="361" y="778"/>
                </a:cubicBezTo>
                <a:cubicBezTo>
                  <a:pt x="368" y="777"/>
                  <a:pt x="358" y="783"/>
                  <a:pt x="356" y="785"/>
                </a:cubicBezTo>
                <a:cubicBezTo>
                  <a:pt x="353" y="786"/>
                  <a:pt x="354" y="783"/>
                  <a:pt x="356" y="782"/>
                </a:cubicBezTo>
                <a:close/>
                <a:moveTo>
                  <a:pt x="393" y="618"/>
                </a:moveTo>
                <a:cubicBezTo>
                  <a:pt x="387" y="621"/>
                  <a:pt x="392" y="614"/>
                  <a:pt x="388" y="612"/>
                </a:cubicBezTo>
                <a:cubicBezTo>
                  <a:pt x="392" y="609"/>
                  <a:pt x="392" y="617"/>
                  <a:pt x="393" y="618"/>
                </a:cubicBezTo>
                <a:close/>
                <a:moveTo>
                  <a:pt x="407" y="682"/>
                </a:moveTo>
                <a:cubicBezTo>
                  <a:pt x="410" y="678"/>
                  <a:pt x="412" y="674"/>
                  <a:pt x="418" y="671"/>
                </a:cubicBezTo>
                <a:cubicBezTo>
                  <a:pt x="450" y="660"/>
                  <a:pt x="454" y="654"/>
                  <a:pt x="457" y="653"/>
                </a:cubicBezTo>
                <a:cubicBezTo>
                  <a:pt x="483" y="644"/>
                  <a:pt x="490" y="641"/>
                  <a:pt x="496" y="639"/>
                </a:cubicBezTo>
                <a:cubicBezTo>
                  <a:pt x="536" y="628"/>
                  <a:pt x="539" y="625"/>
                  <a:pt x="543" y="625"/>
                </a:cubicBezTo>
                <a:cubicBezTo>
                  <a:pt x="574" y="618"/>
                  <a:pt x="580" y="613"/>
                  <a:pt x="586" y="614"/>
                </a:cubicBezTo>
                <a:cubicBezTo>
                  <a:pt x="673" y="563"/>
                  <a:pt x="672" y="564"/>
                  <a:pt x="671" y="565"/>
                </a:cubicBezTo>
                <a:cubicBezTo>
                  <a:pt x="622" y="601"/>
                  <a:pt x="616" y="610"/>
                  <a:pt x="597" y="618"/>
                </a:cubicBezTo>
                <a:cubicBezTo>
                  <a:pt x="544" y="639"/>
                  <a:pt x="541" y="643"/>
                  <a:pt x="537" y="644"/>
                </a:cubicBezTo>
                <a:cubicBezTo>
                  <a:pt x="519" y="649"/>
                  <a:pt x="512" y="654"/>
                  <a:pt x="505" y="655"/>
                </a:cubicBezTo>
                <a:cubicBezTo>
                  <a:pt x="445" y="679"/>
                  <a:pt x="427" y="685"/>
                  <a:pt x="408" y="693"/>
                </a:cubicBezTo>
                <a:cubicBezTo>
                  <a:pt x="383" y="709"/>
                  <a:pt x="384" y="706"/>
                  <a:pt x="383" y="704"/>
                </a:cubicBezTo>
                <a:cubicBezTo>
                  <a:pt x="397" y="688"/>
                  <a:pt x="401" y="686"/>
                  <a:pt x="403" y="684"/>
                </a:cubicBezTo>
                <a:close/>
                <a:moveTo>
                  <a:pt x="532" y="454"/>
                </a:moveTo>
                <a:cubicBezTo>
                  <a:pt x="532" y="450"/>
                  <a:pt x="531" y="447"/>
                  <a:pt x="535" y="444"/>
                </a:cubicBezTo>
                <a:cubicBezTo>
                  <a:pt x="538" y="448"/>
                  <a:pt x="536" y="451"/>
                  <a:pt x="532" y="454"/>
                </a:cubicBezTo>
                <a:close/>
                <a:moveTo>
                  <a:pt x="627" y="333"/>
                </a:moveTo>
                <a:cubicBezTo>
                  <a:pt x="626" y="331"/>
                  <a:pt x="628" y="329"/>
                  <a:pt x="627" y="326"/>
                </a:cubicBezTo>
                <a:cubicBezTo>
                  <a:pt x="631" y="324"/>
                  <a:pt x="631" y="332"/>
                  <a:pt x="627" y="333"/>
                </a:cubicBezTo>
                <a:close/>
                <a:moveTo>
                  <a:pt x="722" y="53"/>
                </a:moveTo>
                <a:cubicBezTo>
                  <a:pt x="723" y="56"/>
                  <a:pt x="721" y="59"/>
                  <a:pt x="718" y="61"/>
                </a:cubicBezTo>
                <a:cubicBezTo>
                  <a:pt x="713" y="58"/>
                  <a:pt x="719" y="56"/>
                  <a:pt x="722" y="53"/>
                </a:cubicBezTo>
                <a:close/>
                <a:moveTo>
                  <a:pt x="670" y="251"/>
                </a:moveTo>
                <a:cubicBezTo>
                  <a:pt x="668" y="255"/>
                  <a:pt x="668" y="260"/>
                  <a:pt x="668" y="264"/>
                </a:cubicBezTo>
                <a:cubicBezTo>
                  <a:pt x="664" y="281"/>
                  <a:pt x="657" y="284"/>
                  <a:pt x="658" y="289"/>
                </a:cubicBezTo>
                <a:cubicBezTo>
                  <a:pt x="652" y="296"/>
                  <a:pt x="652" y="292"/>
                  <a:pt x="653" y="288"/>
                </a:cubicBezTo>
                <a:cubicBezTo>
                  <a:pt x="661" y="245"/>
                  <a:pt x="661" y="237"/>
                  <a:pt x="665" y="230"/>
                </a:cubicBezTo>
                <a:cubicBezTo>
                  <a:pt x="666" y="215"/>
                  <a:pt x="662" y="210"/>
                  <a:pt x="666" y="207"/>
                </a:cubicBezTo>
                <a:cubicBezTo>
                  <a:pt x="670" y="171"/>
                  <a:pt x="675" y="168"/>
                  <a:pt x="674" y="164"/>
                </a:cubicBezTo>
                <a:cubicBezTo>
                  <a:pt x="679" y="136"/>
                  <a:pt x="684" y="129"/>
                  <a:pt x="685" y="122"/>
                </a:cubicBezTo>
                <a:cubicBezTo>
                  <a:pt x="704" y="89"/>
                  <a:pt x="704" y="75"/>
                  <a:pt x="716" y="63"/>
                </a:cubicBezTo>
                <a:cubicBezTo>
                  <a:pt x="709" y="86"/>
                  <a:pt x="708" y="91"/>
                  <a:pt x="704" y="96"/>
                </a:cubicBezTo>
                <a:cubicBezTo>
                  <a:pt x="684" y="166"/>
                  <a:pt x="687" y="171"/>
                  <a:pt x="684" y="174"/>
                </a:cubicBezTo>
                <a:cubicBezTo>
                  <a:pt x="678" y="204"/>
                  <a:pt x="677" y="208"/>
                  <a:pt x="678" y="213"/>
                </a:cubicBezTo>
                <a:cubicBezTo>
                  <a:pt x="672" y="242"/>
                  <a:pt x="669" y="246"/>
                  <a:pt x="670" y="251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  <a:alpha val="50000"/>
            </a:schemeClr>
          </a:solidFill>
          <a:ln>
            <a:noFill/>
          </a:ln>
        </p:spPr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76489" y="1503910"/>
            <a:ext cx="3230625" cy="1687924"/>
          </a:xfrm>
        </p:spPr>
        <p:txBody>
          <a:bodyPr anchor="b">
            <a:noAutofit/>
          </a:bodyPr>
          <a:lstStyle>
            <a:lvl1pPr>
              <a:lnSpc>
                <a:spcPct val="104000"/>
              </a:lnSpc>
              <a:defRPr sz="3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" y="2"/>
            <a:ext cx="8102651" cy="6857999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476488" y="3223806"/>
            <a:ext cx="3227832" cy="2872194"/>
          </a:xfrm>
        </p:spPr>
        <p:txBody>
          <a:bodyPr/>
          <a:lstStyle>
            <a:lvl1pPr marL="0" indent="0">
              <a:spcBef>
                <a:spcPts val="14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476488" y="6291074"/>
            <a:ext cx="3227832" cy="365125"/>
          </a:xfrm>
        </p:spPr>
        <p:txBody>
          <a:bodyPr/>
          <a:lstStyle>
            <a:lvl1pPr algn="l">
              <a:defRPr/>
            </a:lvl1pPr>
          </a:lstStyle>
          <a:p>
            <a:fld id="{48A87A34-81AB-432B-8DAE-1953F412C126}" type="datetimeFigureOut">
              <a:rPr lang="en-US" smtClean="0"/>
              <a:t>5/1/2021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87731" y="6291074"/>
            <a:ext cx="7598664" cy="365125"/>
          </a:xfrm>
        </p:spPr>
        <p:txBody>
          <a:bodyPr/>
          <a:lstStyle>
            <a:lvl1pPr algn="l">
              <a:defRPr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476488" y="373607"/>
            <a:ext cx="3227832" cy="816482"/>
          </a:xfrm>
        </p:spPr>
        <p:txBody>
          <a:bodyPr anchor="t"/>
          <a:lstStyle>
            <a:lvl1pPr algn="l">
              <a:defRPr sz="44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0805040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5/1/2021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693898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 title="Feather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25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26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9277965" y="507037"/>
            <a:ext cx="1571627" cy="5339932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933701" y="524373"/>
            <a:ext cx="5959577" cy="5322596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9277966" y="6296617"/>
            <a:ext cx="2505996" cy="365125"/>
          </a:xfrm>
        </p:spPr>
        <p:txBody>
          <a:bodyPr/>
          <a:lstStyle/>
          <a:p>
            <a:fld id="{48A87A34-81AB-432B-8DAE-1953F412C126}" type="datetimeFigureOut">
              <a:rPr lang="en-US" smtClean="0"/>
              <a:t>5/1/2021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933701" y="6296617"/>
            <a:ext cx="5959577" cy="365125"/>
          </a:xfrm>
        </p:spPr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 rot="5400000">
            <a:off x="8734644" y="2853202"/>
            <a:ext cx="5383267" cy="604269"/>
          </a:xfrm>
        </p:spPr>
        <p:txBody>
          <a:bodyPr/>
          <a:lstStyle>
            <a:lvl1pPr algn="l">
              <a:defRPr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cxnSp>
        <p:nvCxnSpPr>
          <p:cNvPr id="7" name="Straight Connector 6" title="Rule Line"/>
          <p:cNvCxnSpPr/>
          <p:nvPr/>
        </p:nvCxnSpPr>
        <p:spPr>
          <a:xfrm>
            <a:off x="9111583" y="571504"/>
            <a:ext cx="0" cy="5275467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1460233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 title="Feathers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12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23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933701" y="568345"/>
            <a:ext cx="8770571" cy="156071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33701" y="2438400"/>
            <a:ext cx="8770571" cy="36515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961071" y="6296617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fld id="{48A87A34-81AB-432B-8DAE-1953F412C126}" type="datetimeFigureOut">
              <a:rPr lang="en-US" smtClean="0"/>
              <a:pPr/>
              <a:t>5/1/2021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933701" y="6296617"/>
            <a:ext cx="56673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512999" y="723330"/>
            <a:ext cx="1884348" cy="604269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44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fld id="{6D22F896-40B5-4ADD-8801-0D06FADFA095}" type="slidenum">
              <a:rPr lang="en-US" smtClean="0"/>
              <a:pPr/>
              <a:t>‹#›</a:t>
            </a:fld>
            <a:endParaRPr lang="en-US" dirty="0"/>
          </a:p>
        </p:txBody>
      </p:sp>
      <p:cxnSp>
        <p:nvCxnSpPr>
          <p:cNvPr id="9" name="Straight Connector 8" title="Rule Line"/>
          <p:cNvCxnSpPr/>
          <p:nvPr/>
        </p:nvCxnSpPr>
        <p:spPr>
          <a:xfrm>
            <a:off x="2933701" y="2176009"/>
            <a:ext cx="87705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98791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2" r:id="rId1"/>
    <p:sldLayoutId id="2147483743" r:id="rId2"/>
    <p:sldLayoutId id="2147483744" r:id="rId3"/>
    <p:sldLayoutId id="2147483745" r:id="rId4"/>
    <p:sldLayoutId id="2147483746" r:id="rId5"/>
    <p:sldLayoutId id="2147483747" r:id="rId6"/>
    <p:sldLayoutId id="2147483748" r:id="rId7"/>
    <p:sldLayoutId id="2147483749" r:id="rId8"/>
    <p:sldLayoutId id="2147483750" r:id="rId9"/>
    <p:sldLayoutId id="2147483751" r:id="rId10"/>
    <p:sldLayoutId id="2147483752" r:id="rId11"/>
  </p:sldLayoutIdLst>
  <p:txStyles>
    <p:titleStyle>
      <a:lvl1pPr algn="l" defTabSz="914400" rtl="0" eaLnBrk="1" latinLnBrk="0" hangingPunct="1">
        <a:lnSpc>
          <a:spcPct val="99000"/>
        </a:lnSpc>
        <a:spcBef>
          <a:spcPct val="0"/>
        </a:spcBef>
        <a:buNone/>
        <a:defRPr sz="4400" kern="1200">
          <a:solidFill>
            <a:schemeClr val="tx2">
              <a:lumMod val="75000"/>
              <a:lumOff val="25000"/>
            </a:schemeClr>
          </a:solidFill>
          <a:latin typeface="+mj-lt"/>
          <a:ea typeface="+mj-ea"/>
          <a:cs typeface="+mj-cs"/>
        </a:defRPr>
      </a:lvl1pPr>
    </p:titleStyle>
    <p:bodyStyle>
      <a:lvl1pPr marL="32004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20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64008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8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96012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600" i="1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28016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160020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192024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6pPr>
      <a:lvl7pPr marL="224028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7pPr>
      <a:lvl8pPr marL="256032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8pPr>
      <a:lvl9pPr marL="288036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1848" userDrawn="1">
          <p15:clr>
            <a:srgbClr val="F26B43"/>
          </p15:clr>
        </p15:guide>
        <p15:guide id="2" orient="horz" pos="3960" userDrawn="1">
          <p15:clr>
            <a:srgbClr val="F26B43"/>
          </p15:clr>
        </p15:guide>
        <p15:guide id="3" orient="horz" pos="1536" userDrawn="1">
          <p15:clr>
            <a:srgbClr val="F26B43"/>
          </p15:clr>
        </p15:guide>
        <p15:guide id="4" orient="horz" pos="3840" userDrawn="1">
          <p15:clr>
            <a:srgbClr val="F26B43"/>
          </p15:clr>
        </p15:guide>
        <p15:guide id="5" pos="4416" userDrawn="1">
          <p15:clr>
            <a:srgbClr val="F26B43"/>
          </p15:clr>
        </p15:guide>
        <p15:guide id="6" pos="4800" userDrawn="1">
          <p15:clr>
            <a:srgbClr val="F26B43"/>
          </p15:clr>
        </p15:guide>
        <p15:guide id="7" orient="horz" pos="360" userDrawn="1">
          <p15:clr>
            <a:srgbClr val="F26B43"/>
          </p15:clr>
        </p15:guide>
        <p15:guide id="8" pos="7368" userDrawn="1">
          <p15:clr>
            <a:srgbClr val="F26B43"/>
          </p15:clr>
        </p15:guide>
        <p15:guide id="9" pos="24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.xml"/><Relationship Id="rId2" Type="http://schemas.openxmlformats.org/officeDocument/2006/relationships/diagramData" Target="../diagrams/data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.xml"/><Relationship Id="rId5" Type="http://schemas.openxmlformats.org/officeDocument/2006/relationships/diagramColors" Target="../diagrams/colors2.xml"/><Relationship Id="rId4" Type="http://schemas.openxmlformats.org/officeDocument/2006/relationships/diagramQuickStyle" Target="../diagrams/quickStyle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.xml"/><Relationship Id="rId2" Type="http://schemas.openxmlformats.org/officeDocument/2006/relationships/diagramData" Target="../diagrams/data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.xml"/><Relationship Id="rId5" Type="http://schemas.openxmlformats.org/officeDocument/2006/relationships/diagramColors" Target="../diagrams/colors3.xml"/><Relationship Id="rId4" Type="http://schemas.openxmlformats.org/officeDocument/2006/relationships/diagramQuickStyle" Target="../diagrams/quickStyle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.xml"/><Relationship Id="rId2" Type="http://schemas.openxmlformats.org/officeDocument/2006/relationships/diagramData" Target="../diagrams/data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.xml"/><Relationship Id="rId5" Type="http://schemas.openxmlformats.org/officeDocument/2006/relationships/diagramColors" Target="../diagrams/colors4.xml"/><Relationship Id="rId4" Type="http://schemas.openxmlformats.org/officeDocument/2006/relationships/diagramQuickStyle" Target="../diagrams/quickStyle4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.xml"/><Relationship Id="rId2" Type="http://schemas.openxmlformats.org/officeDocument/2006/relationships/diagramData" Target="../diagrams/data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.xml"/><Relationship Id="rId5" Type="http://schemas.openxmlformats.org/officeDocument/2006/relationships/diagramColors" Target="../diagrams/colors5.xml"/><Relationship Id="rId4" Type="http://schemas.openxmlformats.org/officeDocument/2006/relationships/diagramQuickStyle" Target="../diagrams/quickStyle5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.xml"/><Relationship Id="rId2" Type="http://schemas.openxmlformats.org/officeDocument/2006/relationships/diagramData" Target="../diagrams/data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.xml"/><Relationship Id="rId5" Type="http://schemas.openxmlformats.org/officeDocument/2006/relationships/diagramColors" Target="../diagrams/colors6.xml"/><Relationship Id="rId4" Type="http://schemas.openxmlformats.org/officeDocument/2006/relationships/diagramQuickStyle" Target="../diagrams/quickStyle6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.xml"/><Relationship Id="rId2" Type="http://schemas.openxmlformats.org/officeDocument/2006/relationships/diagramData" Target="../diagrams/data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.xml"/><Relationship Id="rId5" Type="http://schemas.openxmlformats.org/officeDocument/2006/relationships/diagramColors" Target="../diagrams/colors7.xml"/><Relationship Id="rId4" Type="http://schemas.openxmlformats.org/officeDocument/2006/relationships/diagramQuickStyle" Target="../diagrams/quickStyle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.xml"/><Relationship Id="rId2" Type="http://schemas.openxmlformats.org/officeDocument/2006/relationships/diagramData" Target="../diagrams/data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.xml"/><Relationship Id="rId5" Type="http://schemas.openxmlformats.org/officeDocument/2006/relationships/diagramColors" Target="../diagrams/colors8.xml"/><Relationship Id="rId4" Type="http://schemas.openxmlformats.org/officeDocument/2006/relationships/diagramQuickStyle" Target="../diagrams/quickStyle8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.xml"/><Relationship Id="rId2" Type="http://schemas.openxmlformats.org/officeDocument/2006/relationships/diagramData" Target="../diagrams/data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.xml"/><Relationship Id="rId5" Type="http://schemas.openxmlformats.org/officeDocument/2006/relationships/diagramColors" Target="../diagrams/colors9.xml"/><Relationship Id="rId4" Type="http://schemas.openxmlformats.org/officeDocument/2006/relationships/diagramQuickStyle" Target="../diagrams/quickStyle9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.xml"/><Relationship Id="rId2" Type="http://schemas.openxmlformats.org/officeDocument/2006/relationships/diagramData" Target="../diagrams/data1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.xml"/><Relationship Id="rId5" Type="http://schemas.openxmlformats.org/officeDocument/2006/relationships/diagramColors" Target="../diagrams/colors10.xml"/><Relationship Id="rId4" Type="http://schemas.openxmlformats.org/officeDocument/2006/relationships/diagramQuickStyle" Target="../diagrams/quickStyle10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.xml"/><Relationship Id="rId2" Type="http://schemas.openxmlformats.org/officeDocument/2006/relationships/diagramData" Target="../diagrams/data1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.xml"/><Relationship Id="rId5" Type="http://schemas.openxmlformats.org/officeDocument/2006/relationships/diagramColors" Target="../diagrams/colors11.xml"/><Relationship Id="rId4" Type="http://schemas.openxmlformats.org/officeDocument/2006/relationships/diagramQuickStyle" Target="../diagrams/quickStyle11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.xml"/><Relationship Id="rId2" Type="http://schemas.openxmlformats.org/officeDocument/2006/relationships/diagramData" Target="../diagrams/data1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2.xml"/><Relationship Id="rId5" Type="http://schemas.openxmlformats.org/officeDocument/2006/relationships/diagramColors" Target="../diagrams/colors12.xml"/><Relationship Id="rId4" Type="http://schemas.openxmlformats.org/officeDocument/2006/relationships/diagramQuickStyle" Target="../diagrams/quickStyle1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.xml"/><Relationship Id="rId2" Type="http://schemas.openxmlformats.org/officeDocument/2006/relationships/diagramData" Target="../diagrams/data1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3.xml"/><Relationship Id="rId5" Type="http://schemas.openxmlformats.org/officeDocument/2006/relationships/diagramColors" Target="../diagrams/colors13.xml"/><Relationship Id="rId4" Type="http://schemas.openxmlformats.org/officeDocument/2006/relationships/diagramQuickStyle" Target="../diagrams/quickStyle13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emf"/><Relationship Id="rId2" Type="http://schemas.openxmlformats.org/officeDocument/2006/relationships/image" Target="../media/image28.emf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4.xml"/><Relationship Id="rId7" Type="http://schemas.microsoft.com/office/2007/relationships/diagramDrawing" Target="../diagrams/drawing14.xml"/><Relationship Id="rId2" Type="http://schemas.openxmlformats.org/officeDocument/2006/relationships/image" Target="../media/image30.emf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14.xml"/><Relationship Id="rId5" Type="http://schemas.openxmlformats.org/officeDocument/2006/relationships/diagramQuickStyle" Target="../diagrams/quickStyle14.xml"/><Relationship Id="rId4" Type="http://schemas.openxmlformats.org/officeDocument/2006/relationships/diagramLayout" Target="../diagrams/layout14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emf"/><Relationship Id="rId2" Type="http://schemas.openxmlformats.org/officeDocument/2006/relationships/image" Target="../media/image31.emf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3.emf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5.xml"/><Relationship Id="rId2" Type="http://schemas.openxmlformats.org/officeDocument/2006/relationships/diagramData" Target="../diagrams/data1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5.xml"/><Relationship Id="rId5" Type="http://schemas.openxmlformats.org/officeDocument/2006/relationships/diagramColors" Target="../diagrams/colors15.xml"/><Relationship Id="rId4" Type="http://schemas.openxmlformats.org/officeDocument/2006/relationships/diagramQuickStyle" Target="../diagrams/quickStyle15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6.xml"/><Relationship Id="rId2" Type="http://schemas.openxmlformats.org/officeDocument/2006/relationships/diagramData" Target="../diagrams/data1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6.xml"/><Relationship Id="rId5" Type="http://schemas.openxmlformats.org/officeDocument/2006/relationships/diagramColors" Target="../diagrams/colors16.xml"/><Relationship Id="rId4" Type="http://schemas.openxmlformats.org/officeDocument/2006/relationships/diagramQuickStyle" Target="../diagrams/quickStyle16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7.xml"/><Relationship Id="rId2" Type="http://schemas.openxmlformats.org/officeDocument/2006/relationships/diagramData" Target="../diagrams/data1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7.xml"/><Relationship Id="rId5" Type="http://schemas.openxmlformats.org/officeDocument/2006/relationships/diagramColors" Target="../diagrams/colors17.xml"/><Relationship Id="rId4" Type="http://schemas.openxmlformats.org/officeDocument/2006/relationships/diagramQuickStyle" Target="../diagrams/quickStyle17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8.xml"/><Relationship Id="rId2" Type="http://schemas.openxmlformats.org/officeDocument/2006/relationships/diagramData" Target="../diagrams/data1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8.xml"/><Relationship Id="rId5" Type="http://schemas.openxmlformats.org/officeDocument/2006/relationships/diagramColors" Target="../diagrams/colors18.xml"/><Relationship Id="rId4" Type="http://schemas.openxmlformats.org/officeDocument/2006/relationships/diagramQuickStyle" Target="../diagrams/quickStyle18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9.xml"/><Relationship Id="rId2" Type="http://schemas.openxmlformats.org/officeDocument/2006/relationships/diagramData" Target="../diagrams/data1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9.xml"/><Relationship Id="rId5" Type="http://schemas.openxmlformats.org/officeDocument/2006/relationships/diagramColors" Target="../diagrams/colors19.xml"/><Relationship Id="rId4" Type="http://schemas.openxmlformats.org/officeDocument/2006/relationships/diagramQuickStyle" Target="../diagrams/quickStyle19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0.xml"/><Relationship Id="rId2" Type="http://schemas.openxmlformats.org/officeDocument/2006/relationships/diagramData" Target="../diagrams/data2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0.xml"/><Relationship Id="rId5" Type="http://schemas.openxmlformats.org/officeDocument/2006/relationships/diagramColors" Target="../diagrams/colors20.xml"/><Relationship Id="rId4" Type="http://schemas.openxmlformats.org/officeDocument/2006/relationships/diagramQuickStyle" Target="../diagrams/quickStyle20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1.xml"/><Relationship Id="rId2" Type="http://schemas.openxmlformats.org/officeDocument/2006/relationships/diagramData" Target="../diagrams/data2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1.xml"/><Relationship Id="rId5" Type="http://schemas.openxmlformats.org/officeDocument/2006/relationships/diagramColors" Target="../diagrams/colors21.xml"/><Relationship Id="rId4" Type="http://schemas.openxmlformats.org/officeDocument/2006/relationships/diagramQuickStyle" Target="../diagrams/quickStyle21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2.xml"/><Relationship Id="rId2" Type="http://schemas.openxmlformats.org/officeDocument/2006/relationships/diagramData" Target="../diagrams/data2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2.xml"/><Relationship Id="rId5" Type="http://schemas.openxmlformats.org/officeDocument/2006/relationships/diagramColors" Target="../diagrams/colors22.xml"/><Relationship Id="rId4" Type="http://schemas.openxmlformats.org/officeDocument/2006/relationships/diagramQuickStyle" Target="../diagrams/quickStyle2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3.xml"/><Relationship Id="rId2" Type="http://schemas.openxmlformats.org/officeDocument/2006/relationships/diagramData" Target="../diagrams/data2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3.xml"/><Relationship Id="rId5" Type="http://schemas.openxmlformats.org/officeDocument/2006/relationships/diagramColors" Target="../diagrams/colors23.xml"/><Relationship Id="rId4" Type="http://schemas.openxmlformats.org/officeDocument/2006/relationships/diagramQuickStyle" Target="../diagrams/quickStyle23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4.xml"/><Relationship Id="rId2" Type="http://schemas.openxmlformats.org/officeDocument/2006/relationships/diagramData" Target="../diagrams/data2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4.xml"/><Relationship Id="rId5" Type="http://schemas.openxmlformats.org/officeDocument/2006/relationships/diagramColors" Target="../diagrams/colors24.xml"/><Relationship Id="rId4" Type="http://schemas.openxmlformats.org/officeDocument/2006/relationships/diagramQuickStyle" Target="../diagrams/quickStyle24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5.xml"/><Relationship Id="rId2" Type="http://schemas.openxmlformats.org/officeDocument/2006/relationships/diagramData" Target="../diagrams/data2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5.xml"/><Relationship Id="rId5" Type="http://schemas.openxmlformats.org/officeDocument/2006/relationships/diagramColors" Target="../diagrams/colors25.xml"/><Relationship Id="rId4" Type="http://schemas.openxmlformats.org/officeDocument/2006/relationships/diagramQuickStyle" Target="../diagrams/quickStyle25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6.xml"/><Relationship Id="rId2" Type="http://schemas.openxmlformats.org/officeDocument/2006/relationships/diagramData" Target="../diagrams/data2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6.xml"/><Relationship Id="rId5" Type="http://schemas.openxmlformats.org/officeDocument/2006/relationships/diagramColors" Target="../diagrams/colors26.xml"/><Relationship Id="rId4" Type="http://schemas.openxmlformats.org/officeDocument/2006/relationships/diagramQuickStyle" Target="../diagrams/quickStyle26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7.xml"/><Relationship Id="rId2" Type="http://schemas.openxmlformats.org/officeDocument/2006/relationships/diagramData" Target="../diagrams/data2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7.xml"/><Relationship Id="rId5" Type="http://schemas.openxmlformats.org/officeDocument/2006/relationships/diagramColors" Target="../diagrams/colors27.xml"/><Relationship Id="rId4" Type="http://schemas.openxmlformats.org/officeDocument/2006/relationships/diagramQuickStyle" Target="../diagrams/quickStyle27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8.xml"/><Relationship Id="rId2" Type="http://schemas.openxmlformats.org/officeDocument/2006/relationships/diagramData" Target="../diagrams/data2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8.xml"/><Relationship Id="rId5" Type="http://schemas.openxmlformats.org/officeDocument/2006/relationships/diagramColors" Target="../diagrams/colors28.xml"/><Relationship Id="rId4" Type="http://schemas.openxmlformats.org/officeDocument/2006/relationships/diagramQuickStyle" Target="../diagrams/quickStyle28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9.xml"/><Relationship Id="rId2" Type="http://schemas.openxmlformats.org/officeDocument/2006/relationships/diagramData" Target="../diagrams/data2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9.xml"/><Relationship Id="rId5" Type="http://schemas.openxmlformats.org/officeDocument/2006/relationships/diagramColors" Target="../diagrams/colors29.xml"/><Relationship Id="rId4" Type="http://schemas.openxmlformats.org/officeDocument/2006/relationships/diagramQuickStyle" Target="../diagrams/quickStyle29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0.xml"/><Relationship Id="rId2" Type="http://schemas.openxmlformats.org/officeDocument/2006/relationships/diagramData" Target="../diagrams/data3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0.xml"/><Relationship Id="rId5" Type="http://schemas.openxmlformats.org/officeDocument/2006/relationships/diagramColors" Target="../diagrams/colors30.xml"/><Relationship Id="rId4" Type="http://schemas.openxmlformats.org/officeDocument/2006/relationships/diagramQuickStyle" Target="../diagrams/quickStyle30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1.xml"/><Relationship Id="rId2" Type="http://schemas.openxmlformats.org/officeDocument/2006/relationships/diagramData" Target="../diagrams/data3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1.xml"/><Relationship Id="rId5" Type="http://schemas.openxmlformats.org/officeDocument/2006/relationships/diagramColors" Target="../diagrams/colors31.xml"/><Relationship Id="rId4" Type="http://schemas.openxmlformats.org/officeDocument/2006/relationships/diagramQuickStyle" Target="../diagrams/quickStyle31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2.xml"/><Relationship Id="rId2" Type="http://schemas.openxmlformats.org/officeDocument/2006/relationships/diagramData" Target="../diagrams/data3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2.xml"/><Relationship Id="rId5" Type="http://schemas.openxmlformats.org/officeDocument/2006/relationships/diagramColors" Target="../diagrams/colors32.xml"/><Relationship Id="rId4" Type="http://schemas.openxmlformats.org/officeDocument/2006/relationships/diagramQuickStyle" Target="../diagrams/quickStyle3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3.xml"/><Relationship Id="rId2" Type="http://schemas.openxmlformats.org/officeDocument/2006/relationships/diagramData" Target="../diagrams/data3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3.xml"/><Relationship Id="rId5" Type="http://schemas.openxmlformats.org/officeDocument/2006/relationships/diagramColors" Target="../diagrams/colors33.xml"/><Relationship Id="rId4" Type="http://schemas.openxmlformats.org/officeDocument/2006/relationships/diagramQuickStyle" Target="../diagrams/quickStyle3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4.xml"/><Relationship Id="rId2" Type="http://schemas.openxmlformats.org/officeDocument/2006/relationships/diagramData" Target="../diagrams/data3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4.xml"/><Relationship Id="rId5" Type="http://schemas.openxmlformats.org/officeDocument/2006/relationships/diagramColors" Target="../diagrams/colors34.xml"/><Relationship Id="rId4" Type="http://schemas.openxmlformats.org/officeDocument/2006/relationships/diagramQuickStyle" Target="../diagrams/quickStyle34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5.xml"/><Relationship Id="rId2" Type="http://schemas.openxmlformats.org/officeDocument/2006/relationships/diagramData" Target="../diagrams/data3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5.xml"/><Relationship Id="rId5" Type="http://schemas.openxmlformats.org/officeDocument/2006/relationships/diagramColors" Target="../diagrams/colors35.xml"/><Relationship Id="rId4" Type="http://schemas.openxmlformats.org/officeDocument/2006/relationships/diagramQuickStyle" Target="../diagrams/quickStyle35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6.xml"/><Relationship Id="rId2" Type="http://schemas.openxmlformats.org/officeDocument/2006/relationships/diagramData" Target="../diagrams/data3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6.xml"/><Relationship Id="rId5" Type="http://schemas.openxmlformats.org/officeDocument/2006/relationships/diagramColors" Target="../diagrams/colors36.xml"/><Relationship Id="rId4" Type="http://schemas.openxmlformats.org/officeDocument/2006/relationships/diagramQuickStyle" Target="../diagrams/quickStyle36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7.xml"/><Relationship Id="rId2" Type="http://schemas.openxmlformats.org/officeDocument/2006/relationships/diagramData" Target="../diagrams/data3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7.xml"/><Relationship Id="rId5" Type="http://schemas.openxmlformats.org/officeDocument/2006/relationships/diagramColors" Target="../diagrams/colors37.xml"/><Relationship Id="rId4" Type="http://schemas.openxmlformats.org/officeDocument/2006/relationships/diagramQuickStyle" Target="../diagrams/quickStyle37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8.xml"/><Relationship Id="rId2" Type="http://schemas.openxmlformats.org/officeDocument/2006/relationships/diagramData" Target="../diagrams/data3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8.xml"/><Relationship Id="rId5" Type="http://schemas.openxmlformats.org/officeDocument/2006/relationships/diagramColors" Target="../diagrams/colors38.xml"/><Relationship Id="rId4" Type="http://schemas.openxmlformats.org/officeDocument/2006/relationships/diagramQuickStyle" Target="../diagrams/quickStyle38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9.xml"/><Relationship Id="rId2" Type="http://schemas.openxmlformats.org/officeDocument/2006/relationships/diagramData" Target="../diagrams/data3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9.xml"/><Relationship Id="rId5" Type="http://schemas.openxmlformats.org/officeDocument/2006/relationships/diagramColors" Target="../diagrams/colors39.xml"/><Relationship Id="rId4" Type="http://schemas.openxmlformats.org/officeDocument/2006/relationships/diagramQuickStyle" Target="../diagrams/quickStyle39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0.xml"/><Relationship Id="rId2" Type="http://schemas.openxmlformats.org/officeDocument/2006/relationships/diagramData" Target="../diagrams/data4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0.xml"/><Relationship Id="rId5" Type="http://schemas.openxmlformats.org/officeDocument/2006/relationships/diagramColors" Target="../diagrams/colors40.xml"/><Relationship Id="rId4" Type="http://schemas.openxmlformats.org/officeDocument/2006/relationships/diagramQuickStyle" Target="../diagrams/quickStyle40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1.xml"/><Relationship Id="rId2" Type="http://schemas.openxmlformats.org/officeDocument/2006/relationships/diagramData" Target="../diagrams/data4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1.xml"/><Relationship Id="rId5" Type="http://schemas.openxmlformats.org/officeDocument/2006/relationships/diagramColors" Target="../diagrams/colors41.xml"/><Relationship Id="rId4" Type="http://schemas.openxmlformats.org/officeDocument/2006/relationships/diagramQuickStyle" Target="../diagrams/quickStyle41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2.xml"/><Relationship Id="rId2" Type="http://schemas.openxmlformats.org/officeDocument/2006/relationships/diagramData" Target="../diagrams/data4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2.xml"/><Relationship Id="rId5" Type="http://schemas.openxmlformats.org/officeDocument/2006/relationships/diagramColors" Target="../diagrams/colors42.xml"/><Relationship Id="rId4" Type="http://schemas.openxmlformats.org/officeDocument/2006/relationships/diagramQuickStyle" Target="../diagrams/quickStyle4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3.xml"/><Relationship Id="rId2" Type="http://schemas.openxmlformats.org/officeDocument/2006/relationships/diagramData" Target="../diagrams/data4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3.xml"/><Relationship Id="rId5" Type="http://schemas.openxmlformats.org/officeDocument/2006/relationships/diagramColors" Target="../diagrams/colors43.xml"/><Relationship Id="rId4" Type="http://schemas.openxmlformats.org/officeDocument/2006/relationships/diagramQuickStyle" Target="../diagrams/quickStyle43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4.xml"/><Relationship Id="rId2" Type="http://schemas.openxmlformats.org/officeDocument/2006/relationships/diagramData" Target="../diagrams/data4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4.xml"/><Relationship Id="rId5" Type="http://schemas.openxmlformats.org/officeDocument/2006/relationships/diagramColors" Target="../diagrams/colors44.xml"/><Relationship Id="rId4" Type="http://schemas.openxmlformats.org/officeDocument/2006/relationships/diagramQuickStyle" Target="../diagrams/quickStyle44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5.xml"/><Relationship Id="rId2" Type="http://schemas.openxmlformats.org/officeDocument/2006/relationships/diagramData" Target="../diagrams/data4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5.xml"/><Relationship Id="rId5" Type="http://schemas.openxmlformats.org/officeDocument/2006/relationships/diagramColors" Target="../diagrams/colors45.xml"/><Relationship Id="rId4" Type="http://schemas.openxmlformats.org/officeDocument/2006/relationships/diagramQuickStyle" Target="../diagrams/quickStyle45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6.xml"/><Relationship Id="rId2" Type="http://schemas.openxmlformats.org/officeDocument/2006/relationships/diagramData" Target="../diagrams/data4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6.xml"/><Relationship Id="rId5" Type="http://schemas.openxmlformats.org/officeDocument/2006/relationships/diagramColors" Target="../diagrams/colors46.xml"/><Relationship Id="rId4" Type="http://schemas.openxmlformats.org/officeDocument/2006/relationships/diagramQuickStyle" Target="../diagrams/quickStyle46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7.xml"/><Relationship Id="rId2" Type="http://schemas.openxmlformats.org/officeDocument/2006/relationships/diagramData" Target="../diagrams/data4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7.xml"/><Relationship Id="rId5" Type="http://schemas.openxmlformats.org/officeDocument/2006/relationships/diagramColors" Target="../diagrams/colors47.xml"/><Relationship Id="rId4" Type="http://schemas.openxmlformats.org/officeDocument/2006/relationships/diagramQuickStyle" Target="../diagrams/quickStyle47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8.xml"/><Relationship Id="rId2" Type="http://schemas.openxmlformats.org/officeDocument/2006/relationships/diagramData" Target="../diagrams/data4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8.xml"/><Relationship Id="rId5" Type="http://schemas.openxmlformats.org/officeDocument/2006/relationships/diagramColors" Target="../diagrams/colors48.xml"/><Relationship Id="rId4" Type="http://schemas.openxmlformats.org/officeDocument/2006/relationships/diagramQuickStyle" Target="../diagrams/quickStyle48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9.xml"/><Relationship Id="rId2" Type="http://schemas.openxmlformats.org/officeDocument/2006/relationships/diagramData" Target="../diagrams/data4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9.xml"/><Relationship Id="rId5" Type="http://schemas.openxmlformats.org/officeDocument/2006/relationships/diagramColors" Target="../diagrams/colors49.xml"/><Relationship Id="rId4" Type="http://schemas.openxmlformats.org/officeDocument/2006/relationships/diagramQuickStyle" Target="../diagrams/quickStyle49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0.xml"/><Relationship Id="rId2" Type="http://schemas.openxmlformats.org/officeDocument/2006/relationships/diagramData" Target="../diagrams/data5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0.xml"/><Relationship Id="rId5" Type="http://schemas.openxmlformats.org/officeDocument/2006/relationships/diagramColors" Target="../diagrams/colors50.xml"/><Relationship Id="rId4" Type="http://schemas.openxmlformats.org/officeDocument/2006/relationships/diagramQuickStyle" Target="../diagrams/quickStyle50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1.xml"/><Relationship Id="rId2" Type="http://schemas.openxmlformats.org/officeDocument/2006/relationships/diagramData" Target="../diagrams/data5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1.xml"/><Relationship Id="rId5" Type="http://schemas.openxmlformats.org/officeDocument/2006/relationships/diagramColors" Target="../diagrams/colors51.xml"/><Relationship Id="rId4" Type="http://schemas.openxmlformats.org/officeDocument/2006/relationships/diagramQuickStyle" Target="../diagrams/quickStyle51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2.xml"/><Relationship Id="rId2" Type="http://schemas.openxmlformats.org/officeDocument/2006/relationships/diagramData" Target="../diagrams/data5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2.xml"/><Relationship Id="rId5" Type="http://schemas.openxmlformats.org/officeDocument/2006/relationships/diagramColors" Target="../diagrams/colors52.xml"/><Relationship Id="rId4" Type="http://schemas.openxmlformats.org/officeDocument/2006/relationships/diagramQuickStyle" Target="../diagrams/quickStyle52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3.xml"/><Relationship Id="rId2" Type="http://schemas.openxmlformats.org/officeDocument/2006/relationships/diagramData" Target="../diagrams/data5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3.xml"/><Relationship Id="rId5" Type="http://schemas.openxmlformats.org/officeDocument/2006/relationships/diagramColors" Target="../diagrams/colors53.xml"/><Relationship Id="rId4" Type="http://schemas.openxmlformats.org/officeDocument/2006/relationships/diagramQuickStyle" Target="../diagrams/quickStyle53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4.xml"/><Relationship Id="rId2" Type="http://schemas.openxmlformats.org/officeDocument/2006/relationships/diagramData" Target="../diagrams/data5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4.xml"/><Relationship Id="rId5" Type="http://schemas.openxmlformats.org/officeDocument/2006/relationships/diagramColors" Target="../diagrams/colors54.xml"/><Relationship Id="rId4" Type="http://schemas.openxmlformats.org/officeDocument/2006/relationships/diagramQuickStyle" Target="../diagrams/quickStyle54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5.xml"/><Relationship Id="rId2" Type="http://schemas.openxmlformats.org/officeDocument/2006/relationships/diagramData" Target="../diagrams/data5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5.xml"/><Relationship Id="rId5" Type="http://schemas.openxmlformats.org/officeDocument/2006/relationships/diagramColors" Target="../diagrams/colors55.xml"/><Relationship Id="rId4" Type="http://schemas.openxmlformats.org/officeDocument/2006/relationships/diagramQuickStyle" Target="../diagrams/quickStyle55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6.xml"/><Relationship Id="rId2" Type="http://schemas.openxmlformats.org/officeDocument/2006/relationships/diagramData" Target="../diagrams/data5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6.xml"/><Relationship Id="rId5" Type="http://schemas.openxmlformats.org/officeDocument/2006/relationships/diagramColors" Target="../diagrams/colors56.xml"/><Relationship Id="rId4" Type="http://schemas.openxmlformats.org/officeDocument/2006/relationships/diagramQuickStyle" Target="../diagrams/quickStyle56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7.xml"/><Relationship Id="rId2" Type="http://schemas.openxmlformats.org/officeDocument/2006/relationships/diagramData" Target="../diagrams/data5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7.xml"/><Relationship Id="rId5" Type="http://schemas.openxmlformats.org/officeDocument/2006/relationships/diagramColors" Target="../diagrams/colors57.xml"/><Relationship Id="rId4" Type="http://schemas.openxmlformats.org/officeDocument/2006/relationships/diagramQuickStyle" Target="../diagrams/quickStyle57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8.xml"/><Relationship Id="rId2" Type="http://schemas.openxmlformats.org/officeDocument/2006/relationships/diagramData" Target="../diagrams/data5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8.xml"/><Relationship Id="rId5" Type="http://schemas.openxmlformats.org/officeDocument/2006/relationships/diagramColors" Target="../diagrams/colors58.xml"/><Relationship Id="rId4" Type="http://schemas.openxmlformats.org/officeDocument/2006/relationships/diagramQuickStyle" Target="../diagrams/quickStyle58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9.xml"/><Relationship Id="rId2" Type="http://schemas.openxmlformats.org/officeDocument/2006/relationships/diagramData" Target="../diagrams/data5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9.xml"/><Relationship Id="rId5" Type="http://schemas.openxmlformats.org/officeDocument/2006/relationships/diagramColors" Target="../diagrams/colors59.xml"/><Relationship Id="rId4" Type="http://schemas.openxmlformats.org/officeDocument/2006/relationships/diagramQuickStyle" Target="../diagrams/quickStyle59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0.xml"/><Relationship Id="rId2" Type="http://schemas.openxmlformats.org/officeDocument/2006/relationships/diagramData" Target="../diagrams/data6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0.xml"/><Relationship Id="rId5" Type="http://schemas.openxmlformats.org/officeDocument/2006/relationships/diagramColors" Target="../diagrams/colors60.xml"/><Relationship Id="rId4" Type="http://schemas.openxmlformats.org/officeDocument/2006/relationships/diagramQuickStyle" Target="../diagrams/quickStyle60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1.xml"/><Relationship Id="rId2" Type="http://schemas.openxmlformats.org/officeDocument/2006/relationships/diagramData" Target="../diagrams/data6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1.xml"/><Relationship Id="rId5" Type="http://schemas.openxmlformats.org/officeDocument/2006/relationships/diagramColors" Target="../diagrams/colors61.xml"/><Relationship Id="rId4" Type="http://schemas.openxmlformats.org/officeDocument/2006/relationships/diagramQuickStyle" Target="../diagrams/quickStyle61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2.xml"/><Relationship Id="rId2" Type="http://schemas.openxmlformats.org/officeDocument/2006/relationships/diagramData" Target="../diagrams/data6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2.xml"/><Relationship Id="rId5" Type="http://schemas.openxmlformats.org/officeDocument/2006/relationships/diagramColors" Target="../diagrams/colors62.xml"/><Relationship Id="rId4" Type="http://schemas.openxmlformats.org/officeDocument/2006/relationships/diagramQuickStyle" Target="../diagrams/quickStyle62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3.xml"/><Relationship Id="rId2" Type="http://schemas.openxmlformats.org/officeDocument/2006/relationships/diagramData" Target="../diagrams/data6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3.xml"/><Relationship Id="rId5" Type="http://schemas.openxmlformats.org/officeDocument/2006/relationships/diagramColors" Target="../diagrams/colors63.xml"/><Relationship Id="rId4" Type="http://schemas.openxmlformats.org/officeDocument/2006/relationships/diagramQuickStyle" Target="../diagrams/quickStyle63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4.xml"/><Relationship Id="rId2" Type="http://schemas.openxmlformats.org/officeDocument/2006/relationships/diagramData" Target="../diagrams/data6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4.xml"/><Relationship Id="rId5" Type="http://schemas.openxmlformats.org/officeDocument/2006/relationships/diagramColors" Target="../diagrams/colors64.xml"/><Relationship Id="rId4" Type="http://schemas.openxmlformats.org/officeDocument/2006/relationships/diagramQuickStyle" Target="../diagrams/quickStyle64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5.xml"/><Relationship Id="rId2" Type="http://schemas.openxmlformats.org/officeDocument/2006/relationships/diagramData" Target="../diagrams/data6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5.xml"/><Relationship Id="rId5" Type="http://schemas.openxmlformats.org/officeDocument/2006/relationships/diagramColors" Target="../diagrams/colors65.xml"/><Relationship Id="rId4" Type="http://schemas.openxmlformats.org/officeDocument/2006/relationships/diagramQuickStyle" Target="../diagrams/quickStyle65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6.xml"/><Relationship Id="rId2" Type="http://schemas.openxmlformats.org/officeDocument/2006/relationships/diagramData" Target="../diagrams/data6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6.xml"/><Relationship Id="rId5" Type="http://schemas.openxmlformats.org/officeDocument/2006/relationships/diagramColors" Target="../diagrams/colors66.xml"/><Relationship Id="rId4" Type="http://schemas.openxmlformats.org/officeDocument/2006/relationships/diagramQuickStyle" Target="../diagrams/quickStyle66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7.xml"/><Relationship Id="rId2" Type="http://schemas.openxmlformats.org/officeDocument/2006/relationships/diagramData" Target="../diagrams/data6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7.xml"/><Relationship Id="rId5" Type="http://schemas.openxmlformats.org/officeDocument/2006/relationships/diagramColors" Target="../diagrams/colors67.xml"/><Relationship Id="rId4" Type="http://schemas.openxmlformats.org/officeDocument/2006/relationships/diagramQuickStyle" Target="../diagrams/quickStyle67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8.xml"/><Relationship Id="rId2" Type="http://schemas.openxmlformats.org/officeDocument/2006/relationships/diagramData" Target="../diagrams/data6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8.xml"/><Relationship Id="rId5" Type="http://schemas.openxmlformats.org/officeDocument/2006/relationships/diagramColors" Target="../diagrams/colors68.xml"/><Relationship Id="rId4" Type="http://schemas.openxmlformats.org/officeDocument/2006/relationships/diagramQuickStyle" Target="../diagrams/quickStyle68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9.xml"/><Relationship Id="rId2" Type="http://schemas.openxmlformats.org/officeDocument/2006/relationships/diagramData" Target="../diagrams/data6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9.xml"/><Relationship Id="rId5" Type="http://schemas.openxmlformats.org/officeDocument/2006/relationships/diagramColors" Target="../diagrams/colors69.xml"/><Relationship Id="rId4" Type="http://schemas.openxmlformats.org/officeDocument/2006/relationships/diagramQuickStyle" Target="../diagrams/quickStyle69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0.xml"/><Relationship Id="rId2" Type="http://schemas.openxmlformats.org/officeDocument/2006/relationships/diagramData" Target="../diagrams/data7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0.xml"/><Relationship Id="rId5" Type="http://schemas.openxmlformats.org/officeDocument/2006/relationships/diagramColors" Target="../diagrams/colors70.xml"/><Relationship Id="rId4" Type="http://schemas.openxmlformats.org/officeDocument/2006/relationships/diagramQuickStyle" Target="../diagrams/quickStyle70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1.xml"/><Relationship Id="rId2" Type="http://schemas.openxmlformats.org/officeDocument/2006/relationships/diagramData" Target="../diagrams/data7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1.xml"/><Relationship Id="rId5" Type="http://schemas.openxmlformats.org/officeDocument/2006/relationships/diagramColors" Target="../diagrams/colors71.xml"/><Relationship Id="rId4" Type="http://schemas.openxmlformats.org/officeDocument/2006/relationships/diagramQuickStyle" Target="../diagrams/quickStyle71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6.emf"/><Relationship Id="rId1" Type="http://schemas.openxmlformats.org/officeDocument/2006/relationships/slideLayout" Target="../slideLayouts/slideLayout6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2.xml"/><Relationship Id="rId2" Type="http://schemas.openxmlformats.org/officeDocument/2006/relationships/diagramData" Target="../diagrams/data7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2.xml"/><Relationship Id="rId5" Type="http://schemas.openxmlformats.org/officeDocument/2006/relationships/diagramColors" Target="../diagrams/colors72.xml"/><Relationship Id="rId4" Type="http://schemas.openxmlformats.org/officeDocument/2006/relationships/diagramQuickStyle" Target="../diagrams/quickStyle72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3.xml"/><Relationship Id="rId2" Type="http://schemas.openxmlformats.org/officeDocument/2006/relationships/diagramData" Target="../diagrams/data7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3.xml"/><Relationship Id="rId5" Type="http://schemas.openxmlformats.org/officeDocument/2006/relationships/diagramColors" Target="../diagrams/colors73.xml"/><Relationship Id="rId4" Type="http://schemas.openxmlformats.org/officeDocument/2006/relationships/diagramQuickStyle" Target="../diagrams/quickStyle73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4.xml"/><Relationship Id="rId2" Type="http://schemas.openxmlformats.org/officeDocument/2006/relationships/diagramData" Target="../diagrams/data7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4.xml"/><Relationship Id="rId5" Type="http://schemas.openxmlformats.org/officeDocument/2006/relationships/diagramColors" Target="../diagrams/colors74.xml"/><Relationship Id="rId4" Type="http://schemas.openxmlformats.org/officeDocument/2006/relationships/diagramQuickStyle" Target="../diagrams/quickStyle74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5.xml"/><Relationship Id="rId2" Type="http://schemas.openxmlformats.org/officeDocument/2006/relationships/diagramData" Target="../diagrams/data7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5.xml"/><Relationship Id="rId5" Type="http://schemas.openxmlformats.org/officeDocument/2006/relationships/diagramColors" Target="../diagrams/colors75.xml"/><Relationship Id="rId4" Type="http://schemas.openxmlformats.org/officeDocument/2006/relationships/diagramQuickStyle" Target="../diagrams/quickStyle75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6.xml"/><Relationship Id="rId2" Type="http://schemas.openxmlformats.org/officeDocument/2006/relationships/diagramData" Target="../diagrams/data7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6.xml"/><Relationship Id="rId5" Type="http://schemas.openxmlformats.org/officeDocument/2006/relationships/diagramColors" Target="../diagrams/colors76.xml"/><Relationship Id="rId4" Type="http://schemas.openxmlformats.org/officeDocument/2006/relationships/diagramQuickStyle" Target="../diagrams/quickStyle76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7.xml"/><Relationship Id="rId2" Type="http://schemas.openxmlformats.org/officeDocument/2006/relationships/diagramData" Target="../diagrams/data7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7.xml"/><Relationship Id="rId5" Type="http://schemas.openxmlformats.org/officeDocument/2006/relationships/diagramColors" Target="../diagrams/colors77.xml"/><Relationship Id="rId4" Type="http://schemas.openxmlformats.org/officeDocument/2006/relationships/diagramQuickStyle" Target="../diagrams/quickStyle77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8.xml"/><Relationship Id="rId2" Type="http://schemas.openxmlformats.org/officeDocument/2006/relationships/diagramData" Target="../diagrams/data7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8.xml"/><Relationship Id="rId5" Type="http://schemas.openxmlformats.org/officeDocument/2006/relationships/diagramColors" Target="../diagrams/colors78.xml"/><Relationship Id="rId4" Type="http://schemas.openxmlformats.org/officeDocument/2006/relationships/diagramQuickStyle" Target="../diagrams/quickStyle78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9.xml"/><Relationship Id="rId2" Type="http://schemas.openxmlformats.org/officeDocument/2006/relationships/diagramData" Target="../diagrams/data7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9.xml"/><Relationship Id="rId5" Type="http://schemas.openxmlformats.org/officeDocument/2006/relationships/diagramColors" Target="../diagrams/colors79.xml"/><Relationship Id="rId4" Type="http://schemas.openxmlformats.org/officeDocument/2006/relationships/diagramQuickStyle" Target="../diagrams/quickStyle79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0.xml"/><Relationship Id="rId2" Type="http://schemas.openxmlformats.org/officeDocument/2006/relationships/diagramData" Target="../diagrams/data8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0.xml"/><Relationship Id="rId5" Type="http://schemas.openxmlformats.org/officeDocument/2006/relationships/diagramColors" Target="../diagrams/colors80.xml"/><Relationship Id="rId4" Type="http://schemas.openxmlformats.org/officeDocument/2006/relationships/diagramQuickStyle" Target="../diagrams/quickStyle80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1.xml"/><Relationship Id="rId2" Type="http://schemas.openxmlformats.org/officeDocument/2006/relationships/diagramData" Target="../diagrams/data8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1.xml"/><Relationship Id="rId5" Type="http://schemas.openxmlformats.org/officeDocument/2006/relationships/diagramColors" Target="../diagrams/colors81.xml"/><Relationship Id="rId4" Type="http://schemas.openxmlformats.org/officeDocument/2006/relationships/diagramQuickStyle" Target="../diagrams/quickStyle81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2.xml"/><Relationship Id="rId2" Type="http://schemas.openxmlformats.org/officeDocument/2006/relationships/diagramData" Target="../diagrams/data8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2.xml"/><Relationship Id="rId5" Type="http://schemas.openxmlformats.org/officeDocument/2006/relationships/diagramColors" Target="../diagrams/colors82.xml"/><Relationship Id="rId4" Type="http://schemas.openxmlformats.org/officeDocument/2006/relationships/diagramQuickStyle" Target="../diagrams/quickStyle82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3.xml"/><Relationship Id="rId2" Type="http://schemas.openxmlformats.org/officeDocument/2006/relationships/diagramData" Target="../diagrams/data8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3.xml"/><Relationship Id="rId5" Type="http://schemas.openxmlformats.org/officeDocument/2006/relationships/diagramColors" Target="../diagrams/colors83.xml"/><Relationship Id="rId4" Type="http://schemas.openxmlformats.org/officeDocument/2006/relationships/diagramQuickStyle" Target="../diagrams/quickStyle83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4.xml"/><Relationship Id="rId2" Type="http://schemas.openxmlformats.org/officeDocument/2006/relationships/diagramData" Target="../diagrams/data8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4.xml"/><Relationship Id="rId5" Type="http://schemas.openxmlformats.org/officeDocument/2006/relationships/diagramColors" Target="../diagrams/colors84.xml"/><Relationship Id="rId4" Type="http://schemas.openxmlformats.org/officeDocument/2006/relationships/diagramQuickStyle" Target="../diagrams/quickStyle84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5.xml"/><Relationship Id="rId2" Type="http://schemas.openxmlformats.org/officeDocument/2006/relationships/diagramData" Target="../diagrams/data8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5.xml"/><Relationship Id="rId5" Type="http://schemas.openxmlformats.org/officeDocument/2006/relationships/diagramColors" Target="../diagrams/colors85.xml"/><Relationship Id="rId4" Type="http://schemas.openxmlformats.org/officeDocument/2006/relationships/diagramQuickStyle" Target="../diagrams/quickStyle85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6.xml"/><Relationship Id="rId2" Type="http://schemas.openxmlformats.org/officeDocument/2006/relationships/diagramData" Target="../diagrams/data8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6.xml"/><Relationship Id="rId5" Type="http://schemas.openxmlformats.org/officeDocument/2006/relationships/diagramColors" Target="../diagrams/colors86.xml"/><Relationship Id="rId4" Type="http://schemas.openxmlformats.org/officeDocument/2006/relationships/diagramQuickStyle" Target="../diagrams/quickStyle86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7.xml"/><Relationship Id="rId2" Type="http://schemas.openxmlformats.org/officeDocument/2006/relationships/diagramData" Target="../diagrams/data8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7.xml"/><Relationship Id="rId5" Type="http://schemas.openxmlformats.org/officeDocument/2006/relationships/diagramColors" Target="../diagrams/colors87.xml"/><Relationship Id="rId4" Type="http://schemas.openxmlformats.org/officeDocument/2006/relationships/diagramQuickStyle" Target="../diagrams/quickStyle87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8.xml"/><Relationship Id="rId2" Type="http://schemas.openxmlformats.org/officeDocument/2006/relationships/diagramData" Target="../diagrams/data8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8.xml"/><Relationship Id="rId5" Type="http://schemas.openxmlformats.org/officeDocument/2006/relationships/diagramColors" Target="../diagrams/colors88.xml"/><Relationship Id="rId4" Type="http://schemas.openxmlformats.org/officeDocument/2006/relationships/diagramQuickStyle" Target="../diagrams/quickStyle88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9.xml"/><Relationship Id="rId2" Type="http://schemas.openxmlformats.org/officeDocument/2006/relationships/diagramData" Target="../diagrams/data8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9.xml"/><Relationship Id="rId5" Type="http://schemas.openxmlformats.org/officeDocument/2006/relationships/diagramColors" Target="../diagrams/colors89.xml"/><Relationship Id="rId4" Type="http://schemas.openxmlformats.org/officeDocument/2006/relationships/diagramQuickStyle" Target="../diagrams/quickStyle89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0.xml"/><Relationship Id="rId2" Type="http://schemas.openxmlformats.org/officeDocument/2006/relationships/diagramData" Target="../diagrams/data9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0.xml"/><Relationship Id="rId5" Type="http://schemas.openxmlformats.org/officeDocument/2006/relationships/diagramColors" Target="../diagrams/colors90.xml"/><Relationship Id="rId4" Type="http://schemas.openxmlformats.org/officeDocument/2006/relationships/diagramQuickStyle" Target="../diagrams/quickStyle90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1.xml"/><Relationship Id="rId2" Type="http://schemas.openxmlformats.org/officeDocument/2006/relationships/diagramData" Target="../diagrams/data9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1.xml"/><Relationship Id="rId5" Type="http://schemas.openxmlformats.org/officeDocument/2006/relationships/diagramColors" Target="../diagrams/colors91.xml"/><Relationship Id="rId4" Type="http://schemas.openxmlformats.org/officeDocument/2006/relationships/diagramQuickStyle" Target="../diagrams/quickStyle91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2.xml"/><Relationship Id="rId2" Type="http://schemas.openxmlformats.org/officeDocument/2006/relationships/diagramData" Target="../diagrams/data9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2.xml"/><Relationship Id="rId5" Type="http://schemas.openxmlformats.org/officeDocument/2006/relationships/diagramColors" Target="../diagrams/colors92.xml"/><Relationship Id="rId4" Type="http://schemas.openxmlformats.org/officeDocument/2006/relationships/diagramQuickStyle" Target="../diagrams/quickStyle92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3.xml"/><Relationship Id="rId2" Type="http://schemas.openxmlformats.org/officeDocument/2006/relationships/diagramData" Target="../diagrams/data9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3.xml"/><Relationship Id="rId5" Type="http://schemas.openxmlformats.org/officeDocument/2006/relationships/diagramColors" Target="../diagrams/colors93.xml"/><Relationship Id="rId4" Type="http://schemas.openxmlformats.org/officeDocument/2006/relationships/diagramQuickStyle" Target="../diagrams/quickStyle93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4.xml"/><Relationship Id="rId2" Type="http://schemas.openxmlformats.org/officeDocument/2006/relationships/diagramData" Target="../diagrams/data9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4.xml"/><Relationship Id="rId5" Type="http://schemas.openxmlformats.org/officeDocument/2006/relationships/diagramColors" Target="../diagrams/colors94.xml"/><Relationship Id="rId4" Type="http://schemas.openxmlformats.org/officeDocument/2006/relationships/diagramQuickStyle" Target="../diagrams/quickStyle94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5.xml"/><Relationship Id="rId2" Type="http://schemas.openxmlformats.org/officeDocument/2006/relationships/diagramData" Target="../diagrams/data9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5.xml"/><Relationship Id="rId5" Type="http://schemas.openxmlformats.org/officeDocument/2006/relationships/diagramColors" Target="../diagrams/colors95.xml"/><Relationship Id="rId4" Type="http://schemas.openxmlformats.org/officeDocument/2006/relationships/diagramQuickStyle" Target="../diagrams/quickStyle95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6.xml"/><Relationship Id="rId2" Type="http://schemas.openxmlformats.org/officeDocument/2006/relationships/diagramData" Target="../diagrams/data9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6.xml"/><Relationship Id="rId5" Type="http://schemas.openxmlformats.org/officeDocument/2006/relationships/diagramColors" Target="../diagrams/colors96.xml"/><Relationship Id="rId4" Type="http://schemas.openxmlformats.org/officeDocument/2006/relationships/diagramQuickStyle" Target="../diagrams/quickStyle96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7.xml"/><Relationship Id="rId2" Type="http://schemas.openxmlformats.org/officeDocument/2006/relationships/diagramData" Target="../diagrams/data9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7.xml"/><Relationship Id="rId5" Type="http://schemas.openxmlformats.org/officeDocument/2006/relationships/diagramColors" Target="../diagrams/colors97.xml"/><Relationship Id="rId4" Type="http://schemas.openxmlformats.org/officeDocument/2006/relationships/diagramQuickStyle" Target="../diagrams/quickStyle97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8.xml"/><Relationship Id="rId2" Type="http://schemas.openxmlformats.org/officeDocument/2006/relationships/diagramData" Target="../diagrams/data9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8.xml"/><Relationship Id="rId5" Type="http://schemas.openxmlformats.org/officeDocument/2006/relationships/diagramColors" Target="../diagrams/colors98.xml"/><Relationship Id="rId4" Type="http://schemas.openxmlformats.org/officeDocument/2006/relationships/diagramQuickStyle" Target="../diagrams/quickStyle98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9.xml"/><Relationship Id="rId2" Type="http://schemas.openxmlformats.org/officeDocument/2006/relationships/diagramData" Target="../diagrams/data9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9.xml"/><Relationship Id="rId5" Type="http://schemas.openxmlformats.org/officeDocument/2006/relationships/diagramColors" Target="../diagrams/colors99.xml"/><Relationship Id="rId4" Type="http://schemas.openxmlformats.org/officeDocument/2006/relationships/diagramQuickStyle" Target="../diagrams/quickStyle99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0.xml"/><Relationship Id="rId2" Type="http://schemas.openxmlformats.org/officeDocument/2006/relationships/diagramData" Target="../diagrams/data10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0.xml"/><Relationship Id="rId5" Type="http://schemas.openxmlformats.org/officeDocument/2006/relationships/diagramColors" Target="../diagrams/colors100.xml"/><Relationship Id="rId4" Type="http://schemas.openxmlformats.org/officeDocument/2006/relationships/diagramQuickStyle" Target="../diagrams/quickStyle100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1.xml"/><Relationship Id="rId2" Type="http://schemas.openxmlformats.org/officeDocument/2006/relationships/diagramData" Target="../diagrams/data10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1.xml"/><Relationship Id="rId5" Type="http://schemas.openxmlformats.org/officeDocument/2006/relationships/diagramColors" Target="../diagrams/colors101.xml"/><Relationship Id="rId4" Type="http://schemas.openxmlformats.org/officeDocument/2006/relationships/diagramQuickStyle" Target="../diagrams/quickStyle101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2.xml"/><Relationship Id="rId2" Type="http://schemas.openxmlformats.org/officeDocument/2006/relationships/diagramData" Target="../diagrams/data10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2.xml"/><Relationship Id="rId5" Type="http://schemas.openxmlformats.org/officeDocument/2006/relationships/diagramColors" Target="../diagrams/colors102.xml"/><Relationship Id="rId4" Type="http://schemas.openxmlformats.org/officeDocument/2006/relationships/diagramQuickStyle" Target="../diagrams/quickStyle102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3.xml"/><Relationship Id="rId2" Type="http://schemas.openxmlformats.org/officeDocument/2006/relationships/diagramData" Target="../diagrams/data10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3.xml"/><Relationship Id="rId5" Type="http://schemas.openxmlformats.org/officeDocument/2006/relationships/diagramColors" Target="../diagrams/colors103.xml"/><Relationship Id="rId4" Type="http://schemas.openxmlformats.org/officeDocument/2006/relationships/diagramQuickStyle" Target="../diagrams/quickStyle103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4.xml"/><Relationship Id="rId2" Type="http://schemas.openxmlformats.org/officeDocument/2006/relationships/diagramData" Target="../diagrams/data10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4.xml"/><Relationship Id="rId5" Type="http://schemas.openxmlformats.org/officeDocument/2006/relationships/diagramColors" Target="../diagrams/colors104.xml"/><Relationship Id="rId4" Type="http://schemas.openxmlformats.org/officeDocument/2006/relationships/diagramQuickStyle" Target="../diagrams/quickStyle104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5.xml"/><Relationship Id="rId2" Type="http://schemas.openxmlformats.org/officeDocument/2006/relationships/diagramData" Target="../diagrams/data10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5.xml"/><Relationship Id="rId5" Type="http://schemas.openxmlformats.org/officeDocument/2006/relationships/diagramColors" Target="../diagrams/colors105.xml"/><Relationship Id="rId4" Type="http://schemas.openxmlformats.org/officeDocument/2006/relationships/diagramQuickStyle" Target="../diagrams/quickStyle105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6.xml"/><Relationship Id="rId2" Type="http://schemas.openxmlformats.org/officeDocument/2006/relationships/diagramData" Target="../diagrams/data10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6.xml"/><Relationship Id="rId5" Type="http://schemas.openxmlformats.org/officeDocument/2006/relationships/diagramColors" Target="../diagrams/colors106.xml"/><Relationship Id="rId4" Type="http://schemas.openxmlformats.org/officeDocument/2006/relationships/diagramQuickStyle" Target="../diagrams/quickStyle106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7.xml"/><Relationship Id="rId2" Type="http://schemas.openxmlformats.org/officeDocument/2006/relationships/diagramData" Target="../diagrams/data10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7.xml"/><Relationship Id="rId5" Type="http://schemas.openxmlformats.org/officeDocument/2006/relationships/diagramColors" Target="../diagrams/colors107.xml"/><Relationship Id="rId4" Type="http://schemas.openxmlformats.org/officeDocument/2006/relationships/diagramQuickStyle" Target="../diagrams/quickStyle107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8.xml"/><Relationship Id="rId2" Type="http://schemas.openxmlformats.org/officeDocument/2006/relationships/diagramData" Target="../diagrams/data10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8.xml"/><Relationship Id="rId5" Type="http://schemas.openxmlformats.org/officeDocument/2006/relationships/diagramColors" Target="../diagrams/colors108.xml"/><Relationship Id="rId4" Type="http://schemas.openxmlformats.org/officeDocument/2006/relationships/diagramQuickStyle" Target="../diagrams/quickStyle108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9.xml"/><Relationship Id="rId2" Type="http://schemas.openxmlformats.org/officeDocument/2006/relationships/diagramData" Target="../diagrams/data10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9.xml"/><Relationship Id="rId5" Type="http://schemas.openxmlformats.org/officeDocument/2006/relationships/diagramColors" Target="../diagrams/colors109.xml"/><Relationship Id="rId4" Type="http://schemas.openxmlformats.org/officeDocument/2006/relationships/diagramQuickStyle" Target="../diagrams/quickStyle109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0.xml"/><Relationship Id="rId2" Type="http://schemas.openxmlformats.org/officeDocument/2006/relationships/diagramData" Target="../diagrams/data11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0.xml"/><Relationship Id="rId5" Type="http://schemas.openxmlformats.org/officeDocument/2006/relationships/diagramColors" Target="../diagrams/colors110.xml"/><Relationship Id="rId4" Type="http://schemas.openxmlformats.org/officeDocument/2006/relationships/diagramQuickStyle" Target="../diagrams/quickStyle110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11.xml"/><Relationship Id="rId7" Type="http://schemas.microsoft.com/office/2007/relationships/diagramDrawing" Target="../diagrams/drawing111.xml"/><Relationship Id="rId2" Type="http://schemas.openxmlformats.org/officeDocument/2006/relationships/image" Target="../media/image287.png"/><Relationship Id="rId1" Type="http://schemas.openxmlformats.org/officeDocument/2006/relationships/slideLayout" Target="../slideLayouts/slideLayout9.xml"/><Relationship Id="rId6" Type="http://schemas.openxmlformats.org/officeDocument/2006/relationships/diagramColors" Target="../diagrams/colors111.xml"/><Relationship Id="rId5" Type="http://schemas.openxmlformats.org/officeDocument/2006/relationships/diagramQuickStyle" Target="../diagrams/quickStyle111.xml"/><Relationship Id="rId4" Type="http://schemas.openxmlformats.org/officeDocument/2006/relationships/diagramLayout" Target="../diagrams/layout11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C1D78633-7222-4BD8-9B43-C5A3FE3FB16A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7"/>
            <a:ext cx="12198350" cy="6875463"/>
            <a:chOff x="0" y="3175"/>
            <a:chExt cx="12198350" cy="6875463"/>
          </a:xfrm>
        </p:grpSpPr>
        <p:sp>
          <p:nvSpPr>
            <p:cNvPr id="11" name="Freeform 5">
              <a:extLst>
                <a:ext uri="{FF2B5EF4-FFF2-40B4-BE49-F238E27FC236}">
                  <a16:creationId xmlns:a16="http://schemas.microsoft.com/office/drawing/2014/main" id="{64A62ED5-69F8-4A9A-959F-BDFA4CB00620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12" name="Freeform 9">
              <a:extLst>
                <a:ext uri="{FF2B5EF4-FFF2-40B4-BE49-F238E27FC236}">
                  <a16:creationId xmlns:a16="http://schemas.microsoft.com/office/drawing/2014/main" id="{1E1E0581-3B45-45FA-909D-956C5BA8C38D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05474103-4A93-4198-B2FA-45EC74FD528A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AD746CED-0567-4DF8-AB5A-955539059A38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2452690" y="1262065"/>
            <a:ext cx="7286625" cy="4333875"/>
            <a:chOff x="2452688" y="1262063"/>
            <a:chExt cx="7286625" cy="4333875"/>
          </a:xfrm>
        </p:grpSpPr>
        <p:sp useBgFill="1">
          <p:nvSpPr>
            <p:cNvPr id="16" name="Freeform 159">
              <a:extLst>
                <a:ext uri="{FF2B5EF4-FFF2-40B4-BE49-F238E27FC236}">
                  <a16:creationId xmlns:a16="http://schemas.microsoft.com/office/drawing/2014/main" id="{ADA5E076-A7C5-4275-A6C5-D0949C89B1B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452688" y="1262063"/>
              <a:ext cx="7286625" cy="4333875"/>
            </a:xfrm>
            <a:custGeom>
              <a:avLst/>
              <a:gdLst/>
              <a:ahLst/>
              <a:cxnLst/>
              <a:rect l="0" t="0" r="r" b="b"/>
              <a:pathLst>
                <a:path w="4590" h="2730">
                  <a:moveTo>
                    <a:pt x="200" y="0"/>
                  </a:moveTo>
                  <a:lnTo>
                    <a:pt x="4390" y="0"/>
                  </a:lnTo>
                  <a:lnTo>
                    <a:pt x="4430" y="4"/>
                  </a:lnTo>
                  <a:lnTo>
                    <a:pt x="4468" y="15"/>
                  </a:lnTo>
                  <a:lnTo>
                    <a:pt x="4501" y="33"/>
                  </a:lnTo>
                  <a:lnTo>
                    <a:pt x="4532" y="59"/>
                  </a:lnTo>
                  <a:lnTo>
                    <a:pt x="4555" y="88"/>
                  </a:lnTo>
                  <a:lnTo>
                    <a:pt x="4575" y="123"/>
                  </a:lnTo>
                  <a:lnTo>
                    <a:pt x="4586" y="160"/>
                  </a:lnTo>
                  <a:lnTo>
                    <a:pt x="4590" y="201"/>
                  </a:lnTo>
                  <a:lnTo>
                    <a:pt x="4590" y="2529"/>
                  </a:lnTo>
                  <a:lnTo>
                    <a:pt x="4586" y="2570"/>
                  </a:lnTo>
                  <a:lnTo>
                    <a:pt x="4575" y="2607"/>
                  </a:lnTo>
                  <a:lnTo>
                    <a:pt x="4555" y="2642"/>
                  </a:lnTo>
                  <a:lnTo>
                    <a:pt x="4532" y="2672"/>
                  </a:lnTo>
                  <a:lnTo>
                    <a:pt x="4501" y="2697"/>
                  </a:lnTo>
                  <a:lnTo>
                    <a:pt x="4468" y="2715"/>
                  </a:lnTo>
                  <a:lnTo>
                    <a:pt x="4430" y="2726"/>
                  </a:lnTo>
                  <a:lnTo>
                    <a:pt x="4390" y="2730"/>
                  </a:lnTo>
                  <a:lnTo>
                    <a:pt x="200" y="2730"/>
                  </a:lnTo>
                  <a:lnTo>
                    <a:pt x="160" y="2726"/>
                  </a:lnTo>
                  <a:lnTo>
                    <a:pt x="122" y="2715"/>
                  </a:lnTo>
                  <a:lnTo>
                    <a:pt x="89" y="2697"/>
                  </a:lnTo>
                  <a:lnTo>
                    <a:pt x="58" y="2672"/>
                  </a:lnTo>
                  <a:lnTo>
                    <a:pt x="35" y="2642"/>
                  </a:lnTo>
                  <a:lnTo>
                    <a:pt x="15" y="2607"/>
                  </a:lnTo>
                  <a:lnTo>
                    <a:pt x="4" y="2570"/>
                  </a:lnTo>
                  <a:lnTo>
                    <a:pt x="0" y="2529"/>
                  </a:lnTo>
                  <a:lnTo>
                    <a:pt x="0" y="201"/>
                  </a:lnTo>
                  <a:lnTo>
                    <a:pt x="4" y="160"/>
                  </a:lnTo>
                  <a:lnTo>
                    <a:pt x="15" y="123"/>
                  </a:lnTo>
                  <a:lnTo>
                    <a:pt x="35" y="88"/>
                  </a:lnTo>
                  <a:lnTo>
                    <a:pt x="58" y="59"/>
                  </a:lnTo>
                  <a:lnTo>
                    <a:pt x="89" y="33"/>
                  </a:lnTo>
                  <a:lnTo>
                    <a:pt x="122" y="15"/>
                  </a:lnTo>
                  <a:lnTo>
                    <a:pt x="160" y="4"/>
                  </a:lnTo>
                  <a:lnTo>
                    <a:pt x="200" y="0"/>
                  </a:lnTo>
                  <a:close/>
                </a:path>
              </a:pathLst>
            </a:custGeom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164">
              <a:extLst>
                <a:ext uri="{FF2B5EF4-FFF2-40B4-BE49-F238E27FC236}">
                  <a16:creationId xmlns:a16="http://schemas.microsoft.com/office/drawing/2014/main" id="{8DA0B687-0059-4D26-A341-3533C07D86DA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643188" y="1452563"/>
              <a:ext cx="6905625" cy="3952875"/>
            </a:xfrm>
            <a:custGeom>
              <a:avLst/>
              <a:gdLst/>
              <a:ahLst/>
              <a:cxnLst/>
              <a:rect l="0" t="0" r="r" b="b"/>
              <a:pathLst>
                <a:path w="4350" h="2490">
                  <a:moveTo>
                    <a:pt x="80" y="28"/>
                  </a:moveTo>
                  <a:lnTo>
                    <a:pt x="63" y="30"/>
                  </a:lnTo>
                  <a:lnTo>
                    <a:pt x="50" y="38"/>
                  </a:lnTo>
                  <a:lnTo>
                    <a:pt x="38" y="49"/>
                  </a:lnTo>
                  <a:lnTo>
                    <a:pt x="30" y="63"/>
                  </a:lnTo>
                  <a:lnTo>
                    <a:pt x="28" y="79"/>
                  </a:lnTo>
                  <a:lnTo>
                    <a:pt x="28" y="2411"/>
                  </a:lnTo>
                  <a:lnTo>
                    <a:pt x="30" y="2427"/>
                  </a:lnTo>
                  <a:lnTo>
                    <a:pt x="38" y="2441"/>
                  </a:lnTo>
                  <a:lnTo>
                    <a:pt x="50" y="2452"/>
                  </a:lnTo>
                  <a:lnTo>
                    <a:pt x="63" y="2460"/>
                  </a:lnTo>
                  <a:lnTo>
                    <a:pt x="80" y="2462"/>
                  </a:lnTo>
                  <a:lnTo>
                    <a:pt x="4270" y="2462"/>
                  </a:lnTo>
                  <a:lnTo>
                    <a:pt x="4287" y="2460"/>
                  </a:lnTo>
                  <a:lnTo>
                    <a:pt x="4300" y="2452"/>
                  </a:lnTo>
                  <a:lnTo>
                    <a:pt x="4312" y="2441"/>
                  </a:lnTo>
                  <a:lnTo>
                    <a:pt x="4320" y="2427"/>
                  </a:lnTo>
                  <a:lnTo>
                    <a:pt x="4322" y="2411"/>
                  </a:lnTo>
                  <a:lnTo>
                    <a:pt x="4322" y="79"/>
                  </a:lnTo>
                  <a:lnTo>
                    <a:pt x="4320" y="63"/>
                  </a:lnTo>
                  <a:lnTo>
                    <a:pt x="4312" y="49"/>
                  </a:lnTo>
                  <a:lnTo>
                    <a:pt x="4300" y="38"/>
                  </a:lnTo>
                  <a:lnTo>
                    <a:pt x="4287" y="30"/>
                  </a:lnTo>
                  <a:lnTo>
                    <a:pt x="4270" y="28"/>
                  </a:lnTo>
                  <a:lnTo>
                    <a:pt x="80" y="28"/>
                  </a:lnTo>
                  <a:close/>
                  <a:moveTo>
                    <a:pt x="80" y="0"/>
                  </a:moveTo>
                  <a:lnTo>
                    <a:pt x="4270" y="0"/>
                  </a:lnTo>
                  <a:lnTo>
                    <a:pt x="4295" y="4"/>
                  </a:lnTo>
                  <a:lnTo>
                    <a:pt x="4317" y="16"/>
                  </a:lnTo>
                  <a:lnTo>
                    <a:pt x="4334" y="33"/>
                  </a:lnTo>
                  <a:lnTo>
                    <a:pt x="4346" y="54"/>
                  </a:lnTo>
                  <a:lnTo>
                    <a:pt x="4350" y="79"/>
                  </a:lnTo>
                  <a:lnTo>
                    <a:pt x="4350" y="2411"/>
                  </a:lnTo>
                  <a:lnTo>
                    <a:pt x="4346" y="2436"/>
                  </a:lnTo>
                  <a:lnTo>
                    <a:pt x="4334" y="2457"/>
                  </a:lnTo>
                  <a:lnTo>
                    <a:pt x="4317" y="2474"/>
                  </a:lnTo>
                  <a:lnTo>
                    <a:pt x="4295" y="2486"/>
                  </a:lnTo>
                  <a:lnTo>
                    <a:pt x="4270" y="2490"/>
                  </a:lnTo>
                  <a:lnTo>
                    <a:pt x="80" y="2490"/>
                  </a:lnTo>
                  <a:lnTo>
                    <a:pt x="55" y="2486"/>
                  </a:lnTo>
                  <a:lnTo>
                    <a:pt x="33" y="2474"/>
                  </a:lnTo>
                  <a:lnTo>
                    <a:pt x="16" y="2457"/>
                  </a:lnTo>
                  <a:lnTo>
                    <a:pt x="4" y="2436"/>
                  </a:lnTo>
                  <a:lnTo>
                    <a:pt x="0" y="2411"/>
                  </a:lnTo>
                  <a:lnTo>
                    <a:pt x="0" y="79"/>
                  </a:lnTo>
                  <a:lnTo>
                    <a:pt x="4" y="54"/>
                  </a:lnTo>
                  <a:lnTo>
                    <a:pt x="16" y="33"/>
                  </a:lnTo>
                  <a:lnTo>
                    <a:pt x="33" y="16"/>
                  </a:lnTo>
                  <a:lnTo>
                    <a:pt x="55" y="4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tx2">
                <a:lumMod val="75000"/>
                <a:lumOff val="2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3CFF822-5B88-4257-86DB-464E3C755FE2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5410200" y="3862794"/>
              <a:ext cx="1371600" cy="0"/>
            </a:xfrm>
            <a:prstGeom prst="line">
              <a:avLst/>
            </a:prstGeom>
            <a:ln w="38100">
              <a:solidFill>
                <a:schemeClr val="tx2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2033CEE-8C0B-4A02-A8C3-2B214E702A5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162303" y="1638301"/>
            <a:ext cx="5860821" cy="2021294"/>
          </a:xfrm>
        </p:spPr>
        <p:txBody>
          <a:bodyPr anchor="ctr">
            <a:normAutofit/>
          </a:bodyPr>
          <a:lstStyle/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Chapter 7</a:t>
            </a:r>
            <a:b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</a:br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Advanced Transactions &amp; Scripting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E6C8D7C-6313-43D8-910D-51F942EF727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162303" y="3921295"/>
            <a:ext cx="5860821" cy="1484141"/>
          </a:xfrm>
        </p:spPr>
        <p:txBody>
          <a:bodyPr>
            <a:normAutofit/>
          </a:bodyPr>
          <a:lstStyle/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Course Notes </a:t>
            </a:r>
          </a:p>
          <a:p>
            <a:pPr algn="ctr"/>
            <a:r>
              <a:rPr lang="en-US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CSE0469 Blockchain: Special Topics in SW Engineering</a:t>
            </a:r>
            <a:endParaRPr lang="tr-TR" dirty="0">
              <a:solidFill>
                <a:schemeClr val="tx2">
                  <a:lumMod val="75000"/>
                  <a:lumOff val="25000"/>
                </a:schemeClr>
              </a:solidFill>
            </a:endParaRPr>
          </a:p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Yusuf Altunel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7DD30FF-86E3-4F78-B54E-14A9BBBB12AC}"/>
              </a:ext>
            </a:extLst>
          </p:cNvPr>
          <p:cNvSpPr/>
          <p:nvPr/>
        </p:nvSpPr>
        <p:spPr>
          <a:xfrm>
            <a:off x="2452690" y="5857637"/>
            <a:ext cx="699633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/>
              <a:t>Based on </a:t>
            </a:r>
            <a:r>
              <a:rPr lang="en-US" dirty="0"/>
              <a:t>	Mastering Bitcoin 2e; Andreas M. Antonopoulos; O’Reilly, 2017</a:t>
            </a:r>
          </a:p>
        </p:txBody>
      </p:sp>
    </p:spTree>
    <p:extLst>
      <p:ext uri="{BB962C8B-B14F-4D97-AF65-F5344CB8AC3E}">
        <p14:creationId xmlns:p14="http://schemas.microsoft.com/office/powerpoint/2010/main" val="43758038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B591B44-3FCF-4C17-8DC7-C288EB4668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66230" y="2274276"/>
            <a:ext cx="3229574" cy="3821723"/>
          </a:xfrm>
        </p:spPr>
        <p:txBody>
          <a:bodyPr anchor="t">
            <a:normAutofit/>
          </a:bodyPr>
          <a:lstStyle/>
          <a:p>
            <a:r>
              <a:rPr lang="tr-TR" sz="3400" dirty="0"/>
              <a:t>Content</a:t>
            </a:r>
          </a:p>
        </p:txBody>
      </p:sp>
      <p:graphicFrame>
        <p:nvGraphicFramePr>
          <p:cNvPr id="5" name="Content Placeholder 2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93686499"/>
              </p:ext>
            </p:extLst>
          </p:nvPr>
        </p:nvGraphicFramePr>
        <p:xfrm>
          <a:off x="642938" y="642938"/>
          <a:ext cx="7188200" cy="557212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72398643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7">
            <a:extLst>
              <a:ext uri="{FF2B5EF4-FFF2-40B4-BE49-F238E27FC236}">
                <a16:creationId xmlns:a16="http://schemas.microsoft.com/office/drawing/2014/main" id="{E3DB6FEF-2505-46DD-98AA-E6F0013EDD4F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0" name="Freeform 5">
            <a:extLst>
              <a:ext uri="{FF2B5EF4-FFF2-40B4-BE49-F238E27FC236}">
                <a16:creationId xmlns:a16="http://schemas.microsoft.com/office/drawing/2014/main" id="{8A450A7B-228C-4101-8701-8725F6D48B3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1" name="Freeform 9">
            <a:extLst>
              <a:ext uri="{FF2B5EF4-FFF2-40B4-BE49-F238E27FC236}">
                <a16:creationId xmlns:a16="http://schemas.microsoft.com/office/drawing/2014/main" id="{7A601649-7DA5-4AA2-8711-0963D83A11C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4BF06320-21C2-4178-97BE-A72378A8A20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3" name="Rectangle 15">
            <a:extLst>
              <a:ext uri="{FF2B5EF4-FFF2-40B4-BE49-F238E27FC236}">
                <a16:creationId xmlns:a16="http://schemas.microsoft.com/office/drawing/2014/main" id="{78DB0209-038A-4BBB-846F-FF25A7C1688C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21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1B896C34-214C-4AF6-8B1F-ACB10F0BF0BC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140960" y="225751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6AA1B8C-5C3D-4225-8F3D-AE51EA9A6B4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40962" y="568345"/>
            <a:ext cx="6563311" cy="1560716"/>
          </a:xfrm>
        </p:spPr>
        <p:txBody>
          <a:bodyPr>
            <a:normAutofit/>
          </a:bodyPr>
          <a:lstStyle/>
          <a:p>
            <a:r>
              <a:rPr lang="tr-TR" dirty="0"/>
              <a:t>Introduction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F2F253D-3B6E-4124-8B30-29EC6C32A5C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40962" y="2438400"/>
            <a:ext cx="6563311" cy="3651504"/>
          </a:xfrm>
        </p:spPr>
        <p:txBody>
          <a:bodyPr>
            <a:normAutofit/>
          </a:bodyPr>
          <a:lstStyle/>
          <a:p>
            <a:r>
              <a:rPr lang="tr-TR" dirty="0"/>
              <a:t>Advanced Scripts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4285762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Rectangle 77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3C2A670-14D9-468A-BBED-1E842E088D2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/>
              <a:t>Introduction</a:t>
            </a:r>
            <a:endParaRPr lang="tr-TR" dirty="0"/>
          </a:p>
        </p:txBody>
      </p:sp>
      <p:cxnSp>
        <p:nvCxnSpPr>
          <p:cNvPr id="80" name="Straight Connector 79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80D2F34-3914-4090-9807-1052427D533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16838083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96283778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3C2A670-14D9-468A-BBED-1E842E088D2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Introduction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B097E864-4199-46F3-A8C7-C6A5BB4D79B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13493974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99622755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en-US" sz="5400"/>
              <a:t>Multisignature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tr-TR" sz="2400" dirty="0"/>
              <a:t>Limitations</a:t>
            </a:r>
          </a:p>
          <a:p>
            <a:pPr algn="l">
              <a:spcBef>
                <a:spcPts val="930"/>
              </a:spcBef>
            </a:pPr>
            <a:r>
              <a:rPr lang="tr-TR" sz="2400" dirty="0"/>
              <a:t>Locking script</a:t>
            </a:r>
          </a:p>
          <a:p>
            <a:pPr algn="l">
              <a:spcBef>
                <a:spcPts val="930"/>
              </a:spcBef>
            </a:pPr>
            <a:r>
              <a:rPr lang="tr-TR" sz="2400" dirty="0"/>
              <a:t>Unlocking script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415955056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75422A-8F67-4C3F-9A3E-7CDAA2B33F3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Multisignature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0245621C-3D66-4E12-BCB3-AC83120614A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276178087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97888759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F75422A-8F67-4C3F-9A3E-7CDAA2B33F3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Multisignature Example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BEB90ECD-C993-440C-BBDD-D467619D3EA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76773444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44053743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E92730F-C263-4BF1-A899-B4B1C2391A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Limitation with At most 15 Keys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1C1F5B1C-C8D4-4744-A65A-E07741105EC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17863509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52757008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55662BC-3766-40FC-866D-6149823A35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Locking Script</a:t>
            </a:r>
          </a:p>
        </p:txBody>
      </p:sp>
      <p:graphicFrame>
        <p:nvGraphicFramePr>
          <p:cNvPr id="7" name="Content Placeholder 2">
            <a:extLst>
              <a:ext uri="{FF2B5EF4-FFF2-40B4-BE49-F238E27FC236}">
                <a16:creationId xmlns:a16="http://schemas.microsoft.com/office/drawing/2014/main" id="{C35616EA-441B-4CA8-8B27-B8CC29E7264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64074111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22130753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5" name="Straight Connector 11" title="Rule Line">
            <a:extLst>
              <a:ext uri="{FF2B5EF4-FFF2-40B4-BE49-F238E27FC236}">
                <a16:creationId xmlns:a16="http://schemas.microsoft.com/office/drawing/2014/main" id="{D6AAB1FD-37D2-44D2-9E77-C42AA85E7829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F55662BC-3766-40FC-866D-6149823A35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Locking &amp; Unlocking Scripts</a:t>
            </a:r>
          </a:p>
        </p:txBody>
      </p:sp>
      <p:graphicFrame>
        <p:nvGraphicFramePr>
          <p:cNvPr id="16" name="Content Placeholder 2">
            <a:extLst>
              <a:ext uri="{FF2B5EF4-FFF2-40B4-BE49-F238E27FC236}">
                <a16:creationId xmlns:a16="http://schemas.microsoft.com/office/drawing/2014/main" id="{40853B27-0020-446D-8CA8-192BAF317FA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2154755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CE817C12-6144-4EE4-8345-E3D4AA682CD5}"/>
              </a:ext>
            </a:extLst>
          </p:cNvPr>
          <p:cNvSpPr/>
          <p:nvPr/>
        </p:nvSpPr>
        <p:spPr>
          <a:xfrm>
            <a:off x="1596166" y="6321126"/>
            <a:ext cx="10202779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/>
              <a:t>&lt;Signature B&gt; &lt;Signature C&gt; 2 &lt;Public Key A&gt; &lt;Public Key B&gt; &lt;Public Key C&gt; 3 CHECKMULTISIG</a:t>
            </a:r>
          </a:p>
        </p:txBody>
      </p:sp>
    </p:spTree>
    <p:extLst>
      <p:ext uri="{BB962C8B-B14F-4D97-AF65-F5344CB8AC3E}">
        <p14:creationId xmlns:p14="http://schemas.microsoft.com/office/powerpoint/2010/main" val="248457927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2" name="Straight Connector 11" title="Rule Line">
            <a:extLst>
              <a:ext uri="{FF2B5EF4-FFF2-40B4-BE49-F238E27FC236}">
                <a16:creationId xmlns:a16="http://schemas.microsoft.com/office/drawing/2014/main" id="{D6AAB1FD-37D2-44D2-9E77-C42AA85E7829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F55662BC-3766-40FC-866D-6149823A35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Locking &amp; Unlocking Scripts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77B053C4-1F80-4564-A625-45C71337C60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35920073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53691958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E708241-B339-4033-8555-FA66B84240D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en-US" dirty="0"/>
              <a:t>A bug in CHECKMULTISIG execution</a:t>
            </a:r>
            <a:endParaRPr lang="tr-TR" dirty="0"/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26DF7B18-BD30-410F-AD64-4389C15C11F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86218845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9" name="Rectangle 3">
            <a:extLst>
              <a:ext uri="{FF2B5EF4-FFF2-40B4-BE49-F238E27FC236}">
                <a16:creationId xmlns:a16="http://schemas.microsoft.com/office/drawing/2014/main" id="{6FF1DC7F-670F-448D-8ED7-54FCDB5DEAED}"/>
              </a:ext>
            </a:extLst>
          </p:cNvPr>
          <p:cNvSpPr/>
          <p:nvPr/>
        </p:nvSpPr>
        <p:spPr>
          <a:xfrm>
            <a:off x="1026695" y="6065865"/>
            <a:ext cx="1098884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/>
              <a:t>the correct script validation</a:t>
            </a:r>
          </a:p>
          <a:p>
            <a:r>
              <a:rPr lang="en-US" dirty="0"/>
              <a:t>	</a:t>
            </a:r>
            <a:r>
              <a:rPr lang="en-US" b="1" dirty="0"/>
              <a:t>0</a:t>
            </a:r>
            <a:r>
              <a:rPr lang="en-US" dirty="0"/>
              <a:t> &lt;Signature B&gt; &lt;Signature C&gt; 2 &lt;Public Key A&gt; &lt;Public Key B&gt; &lt;Public Key C&gt; 3 CHECKMULTISIG</a:t>
            </a:r>
          </a:p>
        </p:txBody>
      </p:sp>
    </p:spTree>
    <p:extLst>
      <p:ext uri="{BB962C8B-B14F-4D97-AF65-F5344CB8AC3E}">
        <p14:creationId xmlns:p14="http://schemas.microsoft.com/office/powerpoint/2010/main" val="13958173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30A0DF24-0CAD-43B2-896E-44E0E5536A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l"/>
            <a:r>
              <a:rPr lang="tr-TR" dirty="0"/>
              <a:t>Pay-to-Script-Hash (P2SH)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F6A723B-E139-4118-B4DE-DA0E415DB22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en-US" sz="2400" dirty="0"/>
              <a:t>P2SH Addresses</a:t>
            </a:r>
          </a:p>
          <a:p>
            <a:pPr algn="l">
              <a:spcBef>
                <a:spcPts val="930"/>
              </a:spcBef>
            </a:pPr>
            <a:r>
              <a:rPr lang="en-US" sz="2400" dirty="0"/>
              <a:t>Benefits of P2SH</a:t>
            </a:r>
          </a:p>
          <a:p>
            <a:pPr algn="l">
              <a:spcBef>
                <a:spcPts val="930"/>
              </a:spcBef>
            </a:pPr>
            <a:r>
              <a:rPr lang="en-US" sz="2400" dirty="0"/>
              <a:t>Redeem Script and Validation</a:t>
            </a:r>
          </a:p>
        </p:txBody>
      </p:sp>
    </p:spTree>
    <p:extLst>
      <p:ext uri="{BB962C8B-B14F-4D97-AF65-F5344CB8AC3E}">
        <p14:creationId xmlns:p14="http://schemas.microsoft.com/office/powerpoint/2010/main" val="65865271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Rectangle 23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232A3F9-3C1B-4024-BBE8-63101D54822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Pay-to-Script-Hash (P2SH)</a:t>
            </a:r>
            <a:endParaRPr lang="tr-TR" dirty="0"/>
          </a:p>
        </p:txBody>
      </p:sp>
      <p:cxnSp>
        <p:nvCxnSpPr>
          <p:cNvPr id="29" name="Straight Connector 25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D24DDD02-E2A6-42D6-935E-87AFBD24996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4619057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53525393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232A3F9-3C1B-4024-BBE8-63101D54822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Pay-to-Script-Hash (P2SH)</a:t>
            </a:r>
            <a:endParaRPr lang="tr-TR" dirty="0"/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61AC2807-83CA-4C9F-90CA-7A629BC8DBF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32523832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81641563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232A3F9-3C1B-4024-BBE8-63101D54822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en-US" dirty="0"/>
              <a:t>Pay-to-Script-Hash (P2SH)</a:t>
            </a:r>
            <a:endParaRPr lang="tr-TR" dirty="0"/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6893A4CF-3CC3-46F0-B8F5-EE4F74D33C0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59960605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16542400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6BE9C175-5AA4-410F-9E82-FE9ED9FEDB7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45518" y="490115"/>
            <a:ext cx="8485287" cy="1607199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E114210C-F6DA-4342-BCD8-CE7739A17E7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5954" y="3331367"/>
            <a:ext cx="8338700" cy="20243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965253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82B26A1-86A8-4751-B2DD-EEC97C4C433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Explanation of Tables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C4BF9E3E-E627-4D98-BC9F-4DC34BE31FD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770337" y="3637289"/>
            <a:ext cx="2933934" cy="1374316"/>
          </a:xfrm>
          <a:prstGeom prst="rect">
            <a:avLst/>
          </a:prstGeom>
        </p:spPr>
      </p:pic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37587255-53E9-4F7F-BCBA-DB2D3C2E206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215781026"/>
              </p:ext>
            </p:extLst>
          </p:nvPr>
        </p:nvGraphicFramePr>
        <p:xfrm>
          <a:off x="720763" y="2129061"/>
          <a:ext cx="7561846" cy="396084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411179566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6982A25F-DFEB-4FB3-BF71-46FB2EFA030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0781" y="112296"/>
            <a:ext cx="7207626" cy="2133600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D25C73AE-0158-4202-B9EC-81F32149EA9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324869" y="5659332"/>
            <a:ext cx="6599702" cy="400110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CBFF2ECF-DA91-4BCA-9F62-13DD2B10BC8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05117" y="3879600"/>
            <a:ext cx="5164061" cy="328578"/>
          </a:xfrm>
          <a:prstGeom prst="rect">
            <a:avLst/>
          </a:prstGeom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4BF7E88F-E27A-46D1-B33B-3F368BE80198}"/>
              </a:ext>
            </a:extLst>
          </p:cNvPr>
          <p:cNvSpPr/>
          <p:nvPr/>
        </p:nvSpPr>
        <p:spPr>
          <a:xfrm>
            <a:off x="2194808" y="2590788"/>
            <a:ext cx="6040744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000" dirty="0">
                <a:latin typeface="MinionPro-Regular"/>
              </a:rPr>
              <a:t>Apply</a:t>
            </a:r>
            <a:r>
              <a:rPr lang="tr-TR" sz="2000" dirty="0">
                <a:latin typeface="MinionPro-Regular"/>
              </a:rPr>
              <a:t> </a:t>
            </a:r>
            <a:r>
              <a:rPr lang="en-US" sz="2000" dirty="0">
                <a:latin typeface="MinionPro-Regular"/>
              </a:rPr>
              <a:t>the SHA256 hashing algorithm</a:t>
            </a:r>
            <a:endParaRPr lang="tr-TR" sz="2000" dirty="0">
              <a:latin typeface="MinionPro-Regular"/>
            </a:endParaRPr>
          </a:p>
          <a:p>
            <a:r>
              <a:rPr lang="en-US" sz="2000" dirty="0">
                <a:latin typeface="MinionPro-Regular"/>
              </a:rPr>
              <a:t>then applying the RIPEMD160 algorithm</a:t>
            </a:r>
            <a:r>
              <a:rPr lang="tr-TR" sz="2000" dirty="0">
                <a:latin typeface="MinionPro-Regular"/>
              </a:rPr>
              <a:t> on the result.</a:t>
            </a:r>
            <a:endParaRPr lang="tr-TR" sz="4400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7C2AF20-8ABA-4016-B276-269CF3EF2A3F}"/>
              </a:ext>
            </a:extLst>
          </p:cNvPr>
          <p:cNvSpPr/>
          <p:nvPr/>
        </p:nvSpPr>
        <p:spPr>
          <a:xfrm>
            <a:off x="4419297" y="4907737"/>
            <a:ext cx="255223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000" dirty="0">
                <a:latin typeface="MinionPro-Regular"/>
              </a:rPr>
              <a:t>locking script becomes</a:t>
            </a:r>
            <a:endParaRPr lang="tr-TR" sz="4400" dirty="0"/>
          </a:p>
        </p:txBody>
      </p:sp>
    </p:spTree>
    <p:extLst>
      <p:ext uri="{BB962C8B-B14F-4D97-AF65-F5344CB8AC3E}">
        <p14:creationId xmlns:p14="http://schemas.microsoft.com/office/powerpoint/2010/main" val="2848055893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B93B405-C8C4-49AE-BF84-4EC5B51A13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Simplification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6E6BF02A-661E-46AF-825D-7A63C48D11F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82505816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15797559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B93B405-C8C4-49AE-BF84-4EC5B51A13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Simplification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D35E4FEB-5948-4758-B947-F1E85C5967A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0746612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702890364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B93B405-C8C4-49AE-BF84-4EC5B51A13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Simplification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1F84B07A-F6F1-4158-B029-2BF76772452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98011367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77000903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B93B405-C8C4-49AE-BF84-4EC5B51A13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Simplification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446B6CFE-EE9A-43E1-87F9-6ADC1215C45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54810070"/>
              </p:ext>
            </p:extLst>
          </p:nvPr>
        </p:nvGraphicFramePr>
        <p:xfrm>
          <a:off x="1846580" y="2438399"/>
          <a:ext cx="9911528" cy="419906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94384958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922E39E-8434-49FB-AD7F-E8DC5D6A85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P2SH Addresses</a:t>
            </a:r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4" name="Content Placeholder 2">
            <a:extLst>
              <a:ext uri="{FF2B5EF4-FFF2-40B4-BE49-F238E27FC236}">
                <a16:creationId xmlns:a16="http://schemas.microsoft.com/office/drawing/2014/main" id="{D39BB4BA-6E3E-4135-864F-DCB5A094085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3866466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79967984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922E39E-8434-49FB-AD7F-E8DC5D6A85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P2SH Addresses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CFA0AAB8-F141-4F6C-A449-6F07757176E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45636015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7296604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922E39E-8434-49FB-AD7F-E8DC5D6A85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P2SH Addresses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A9C10BAC-E787-42CE-9B4F-C158E952BF5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12052859"/>
              </p:ext>
            </p:extLst>
          </p:nvPr>
        </p:nvGraphicFramePr>
        <p:xfrm>
          <a:off x="2933700" y="2245895"/>
          <a:ext cx="8770938" cy="444366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52778737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FD4232F-23B4-4571-B5A3-91DCF8BA28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Benefits of P2SH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" name="Content Placeholder 2">
            <a:extLst>
              <a:ext uri="{FF2B5EF4-FFF2-40B4-BE49-F238E27FC236}">
                <a16:creationId xmlns:a16="http://schemas.microsoft.com/office/drawing/2014/main" id="{100EE954-08DD-4565-BAD6-B76752E095A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76388344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200607942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2" name="Straight Connector 11" title="Rule Line">
            <a:extLst>
              <a:ext uri="{FF2B5EF4-FFF2-40B4-BE49-F238E27FC236}">
                <a16:creationId xmlns:a16="http://schemas.microsoft.com/office/drawing/2014/main" id="{D6AAB1FD-37D2-44D2-9E77-C42AA85E7829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3FD4232F-23B4-4571-B5A3-91DCF8BA28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Benefits of P2SH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1F5C3EDB-3354-415F-ABE7-58922D8214C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105287839"/>
              </p:ext>
            </p:extLst>
          </p:nvPr>
        </p:nvGraphicFramePr>
        <p:xfrm>
          <a:off x="1846580" y="2222958"/>
          <a:ext cx="9701953" cy="441847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287335748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1" name="Straight Connector 10" title="Rule Line">
            <a:extLst>
              <a:ext uri="{FF2B5EF4-FFF2-40B4-BE49-F238E27FC236}">
                <a16:creationId xmlns:a16="http://schemas.microsoft.com/office/drawing/2014/main" id="{F1534FA6-97DA-4524-BBD3-450AE51EF930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3FD4232F-23B4-4571-B5A3-91DCF8BA28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Benefits of P2SH</a:t>
            </a:r>
          </a:p>
        </p:txBody>
      </p: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6E751AA0-BA91-4DB4-B545-435C4B4CF5D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4930765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56455984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B34CACD-8E6E-4F0F-B4A7-FF12B39915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Redeem Script and Validation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2FC66BBC-C34C-459E-98EB-CD98BDE3B24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0455805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06525977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B34CACD-8E6E-4F0F-B4A7-FF12B39915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Redeem Script and Validation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4BCD3D23-3A3E-41F6-9CC5-A7A29923AEF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1004556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403861103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2" name="Straight Connector 11" title="Rule Line">
            <a:extLst>
              <a:ext uri="{FF2B5EF4-FFF2-40B4-BE49-F238E27FC236}">
                <a16:creationId xmlns:a16="http://schemas.microsoft.com/office/drawing/2014/main" id="{D6AAB1FD-37D2-44D2-9E77-C42AA85E7829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7B34CACD-8E6E-4F0F-B4A7-FF12B39915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Redeem Script and Validation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5AAAF61F-1751-4FA9-B0F1-76F0EE3B00A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707011156"/>
              </p:ext>
            </p:extLst>
          </p:nvPr>
        </p:nvGraphicFramePr>
        <p:xfrm>
          <a:off x="1846580" y="2176009"/>
          <a:ext cx="9701953" cy="438521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78857840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B34CACD-8E6E-4F0F-B4A7-FF12B39915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Redeem Script and Validation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4F096D07-A962-44B8-96F3-8D3257EDAD5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56046563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670266332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angle 23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B34CACD-8E6E-4F0F-B4A7-FF12B39915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/>
              <a:t>Redeem Script and Validation</a:t>
            </a:r>
          </a:p>
        </p:txBody>
      </p: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12D73A19-A3C1-4D1E-B17B-070D93E4522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62362276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57481602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B34CACD-8E6E-4F0F-B4A7-FF12B39915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Redeem Script and Validation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2E711670-10E9-436E-B2CA-4AA955465EC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903023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125056571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30A0DF24-0CAD-43B2-896E-44E0E5536A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l"/>
            <a:r>
              <a:rPr lang="tr-TR" dirty="0"/>
              <a:t>Data Recording Output (RETURN)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F6A723B-E139-4118-B4DE-DA0E415DB22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tr-TR" sz="2400" dirty="0"/>
              <a:t>Return script</a:t>
            </a:r>
          </a:p>
          <a:p>
            <a:pPr algn="l">
              <a:spcBef>
                <a:spcPts val="930"/>
              </a:spcBef>
            </a:pPr>
            <a:r>
              <a:rPr lang="tr-TR" sz="2400" dirty="0"/>
              <a:t>Options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674218252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angle 23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84EF295-3156-4C23-B8CE-C2EF6FFC1C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Data Recording Output (RETURN)</a:t>
            </a:r>
          </a:p>
        </p:txBody>
      </p: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0DB75F5B-562E-4CC9-BD7C-8D09875A0AB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1175645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575936907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84EF295-3156-4C23-B8CE-C2EF6FFC1C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Data Recording Output (RETURN)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1E63A67D-5FCE-43CF-AE53-74DADD3651A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08969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99325030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84EF295-3156-4C23-B8CE-C2EF6FFC1C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Data Recording Output (RETURN)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A8E082AE-FD96-4BFE-9BB3-DFA19FD61D5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819404891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33551863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angle 23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84EF295-3156-4C23-B8CE-C2EF6FFC1C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Data Recording Output (RETURN)</a:t>
            </a:r>
          </a:p>
        </p:txBody>
      </p: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E6246A53-F1FF-49ED-9E8E-9B2A6BAB9A0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4378381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58395804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84EF295-3156-4C23-B8CE-C2EF6FFC1C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Data Recording Output (RETURN)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6A15AC90-DB87-45AB-81ED-8B87E3C8E88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8226550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576985153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84EF295-3156-4C23-B8CE-C2EF6FFC1C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Data Recording Output (RETURN)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6" name="Content Placeholder 2">
            <a:extLst>
              <a:ext uri="{FF2B5EF4-FFF2-40B4-BE49-F238E27FC236}">
                <a16:creationId xmlns:a16="http://schemas.microsoft.com/office/drawing/2014/main" id="{2CD11070-3049-4753-811A-CB83D683FA4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116415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202569564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2" name="Straight Connector 11" title="Rule Line">
            <a:extLst>
              <a:ext uri="{FF2B5EF4-FFF2-40B4-BE49-F238E27FC236}">
                <a16:creationId xmlns:a16="http://schemas.microsoft.com/office/drawing/2014/main" id="{D6AAB1FD-37D2-44D2-9E77-C42AA85E7829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00960602-4B15-4447-9D06-695BF916546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Return Script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34FB3EEB-DC19-43AA-A56D-D7486639C9B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43261699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41768069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2" name="Straight Connector 11" title="Rule Line">
            <a:extLst>
              <a:ext uri="{FF2B5EF4-FFF2-40B4-BE49-F238E27FC236}">
                <a16:creationId xmlns:a16="http://schemas.microsoft.com/office/drawing/2014/main" id="{D6AAB1FD-37D2-44D2-9E77-C42AA85E7829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00960602-4B15-4447-9D06-695BF916546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Return Script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55634F65-D8CE-4E1A-8A7F-3382E39CC80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7653594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531438628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2" name="Straight Connector 11" title="Rule Line">
            <a:extLst>
              <a:ext uri="{FF2B5EF4-FFF2-40B4-BE49-F238E27FC236}">
                <a16:creationId xmlns:a16="http://schemas.microsoft.com/office/drawing/2014/main" id="{D6AAB1FD-37D2-44D2-9E77-C42AA85E7829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00960602-4B15-4447-9D06-695BF916546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Return Script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43D506DE-BAA4-4D6F-BCE2-ACDC4116176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02047687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3723403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0960602-4B15-4447-9D06-695BF916546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Return Script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5CE8F578-D426-4AF0-B741-B2937834862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90317385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902997293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0960602-4B15-4447-9D06-695BF916546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Return Script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6" name="Content Placeholder 2">
            <a:extLst>
              <a:ext uri="{FF2B5EF4-FFF2-40B4-BE49-F238E27FC236}">
                <a16:creationId xmlns:a16="http://schemas.microsoft.com/office/drawing/2014/main" id="{BDFF1459-BC4F-4406-BBCE-867CC15CFCF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15800958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938783151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5" name="Straight Connector 11" title="Rule Line">
            <a:extLst>
              <a:ext uri="{FF2B5EF4-FFF2-40B4-BE49-F238E27FC236}">
                <a16:creationId xmlns:a16="http://schemas.microsoft.com/office/drawing/2014/main" id="{F1534FA6-97DA-4524-BBD3-450AE51EF930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00960602-4B15-4447-9D06-695BF916546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Return Script Options</a:t>
            </a:r>
          </a:p>
        </p:txBody>
      </p:sp>
      <p:graphicFrame>
        <p:nvGraphicFramePr>
          <p:cNvPr id="16" name="Content Placeholder 2">
            <a:extLst>
              <a:ext uri="{FF2B5EF4-FFF2-40B4-BE49-F238E27FC236}">
                <a16:creationId xmlns:a16="http://schemas.microsoft.com/office/drawing/2014/main" id="{AC5CA9EC-2D0F-4FB6-8B4A-8888778FFE2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0342428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380284723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30A0DF24-0CAD-43B2-896E-44E0E5536A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l"/>
            <a:r>
              <a:rPr lang="tr-TR" dirty="0"/>
              <a:t>Timelocks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F6A723B-E139-4118-B4DE-DA0E415DB22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28941" y="4163655"/>
            <a:ext cx="6244349" cy="2554051"/>
          </a:xfrm>
        </p:spPr>
        <p:txBody>
          <a:bodyPr vert="horz" lIns="91440" tIns="45720" rIns="91440" bIns="45720" rtlCol="0" anchor="t">
            <a:normAutofit fontScale="85000" lnSpcReduction="20000"/>
          </a:bodyPr>
          <a:lstStyle/>
          <a:p>
            <a:pPr lvl="0" algn="l"/>
            <a:r>
              <a:rPr lang="tr-TR" sz="2400" dirty="0"/>
              <a:t>Transaction Locktime (nLocktime)</a:t>
            </a:r>
            <a:endParaRPr lang="en-US" sz="2400" dirty="0"/>
          </a:p>
          <a:p>
            <a:pPr lvl="0" algn="l"/>
            <a:r>
              <a:rPr lang="en-US" sz="2400" dirty="0"/>
              <a:t>Check Lock Time Verify (CLTV)</a:t>
            </a:r>
          </a:p>
          <a:p>
            <a:pPr lvl="0" algn="l"/>
            <a:r>
              <a:rPr lang="tr-TR" sz="2400" dirty="0"/>
              <a:t>Relative Timelocks</a:t>
            </a:r>
            <a:endParaRPr lang="en-US" sz="2400" dirty="0"/>
          </a:p>
          <a:p>
            <a:pPr lvl="0" algn="l"/>
            <a:r>
              <a:rPr lang="tr-TR" sz="2400" dirty="0"/>
              <a:t>Relative Timelocks with nSequence</a:t>
            </a:r>
            <a:endParaRPr lang="en-US" sz="2400" dirty="0"/>
          </a:p>
          <a:p>
            <a:pPr lvl="0" algn="l"/>
            <a:r>
              <a:rPr lang="tr-TR" sz="2400" dirty="0"/>
              <a:t>Relative Timelocks with CSV</a:t>
            </a:r>
            <a:endParaRPr lang="en-US" sz="2400" dirty="0"/>
          </a:p>
          <a:p>
            <a:pPr lvl="0" algn="l"/>
            <a:r>
              <a:rPr lang="tr-TR" sz="2400" dirty="0"/>
              <a:t>Median-Time-Past</a:t>
            </a:r>
            <a:endParaRPr lang="en-US" sz="2400" dirty="0"/>
          </a:p>
          <a:p>
            <a:pPr lvl="0" algn="l"/>
            <a:r>
              <a:rPr lang="en-US" sz="2400" dirty="0" err="1"/>
              <a:t>Timelock</a:t>
            </a:r>
            <a:r>
              <a:rPr lang="en-US" sz="2400" dirty="0"/>
              <a:t> Defense Against Fee Sniping</a:t>
            </a:r>
            <a:endParaRPr lang="tr-TR" sz="2400" dirty="0"/>
          </a:p>
          <a:p>
            <a:pPr algn="l">
              <a:spcBef>
                <a:spcPts val="930"/>
              </a:spcBef>
            </a:pP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309270373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445214A-2932-442F-900D-48EAFAFCEB4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Timelocks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24279873-F61E-4CE7-A5E3-8E6C203CB35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99273401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14936907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445214A-2932-442F-900D-48EAFAFCEB4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Timelocks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0F3D6D87-4BE9-4A9E-914B-4E91517AD0C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40029417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767710940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8D307A4-073E-43A5-85D4-65ED55BF42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 Locktime (nLocktime)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70010E10-63A7-4056-94B4-A6FCA2739F0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50849483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97053179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8D307A4-073E-43A5-85D4-65ED55BF42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 Locktime (nLocktime)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00392FF3-8880-46CD-83B5-946A93CB8AA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651351130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6860276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8D307A4-073E-43A5-85D4-65ED55BF42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 Locktime (nLocktime)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A66FA77E-A5BE-4E43-A6CF-F4F156ADB3A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2086836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235374284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8D307A4-073E-43A5-85D4-65ED55BF42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 Locktime (nLocktime)</a:t>
            </a:r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4" name="Content Placeholder 2">
            <a:extLst>
              <a:ext uri="{FF2B5EF4-FFF2-40B4-BE49-F238E27FC236}">
                <a16:creationId xmlns:a16="http://schemas.microsoft.com/office/drawing/2014/main" id="{7DDB63B1-CC2B-4A15-9851-EDB1967D5D1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7316411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275433712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7C15A46-2DE9-4866-BF28-4A1D5050C1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 Locktime Limitations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2211172B-6369-4F52-8FA5-247938B335E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92676317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117368079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930772A-C715-4D7B-8F51-AE487F03AEB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Alice to Bob: 3 Months Spending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194540BC-B553-4D06-89BC-4CAE4805790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7682011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355261997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930772A-C715-4D7B-8F51-AE487F03AEB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Alice to Bob: 3 Months Spending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3F4393BF-3FA5-471A-A59A-DE8C0224F50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502487877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09848875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DC9BAD4-0597-49C3-A674-0DC0B66C5E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Check Lock Time Verify (CLTV)</a:t>
            </a:r>
            <a:endParaRPr lang="tr-TR" dirty="0"/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47F34B50-ED8C-4FF6-BCBF-EB344394ACF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60192589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57935839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DC9BAD4-0597-49C3-A674-0DC0B66C5E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Check Lock Time Verify (CLTV)</a:t>
            </a:r>
            <a:endParaRPr lang="tr-TR" dirty="0"/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62BF338F-96F8-4EEB-91C6-0BF02E5CB14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5794578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36072750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DC9BAD4-0597-49C3-A674-0DC0B66C5E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Check Lock Time Verify (CLTV)</a:t>
            </a:r>
            <a:endParaRPr lang="tr-TR" dirty="0"/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6" name="Content Placeholder 2">
            <a:extLst>
              <a:ext uri="{FF2B5EF4-FFF2-40B4-BE49-F238E27FC236}">
                <a16:creationId xmlns:a16="http://schemas.microsoft.com/office/drawing/2014/main" id="{5EFCC7A8-0E13-4E30-A100-A74637C8012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15915772"/>
              </p:ext>
            </p:extLst>
          </p:nvPr>
        </p:nvGraphicFramePr>
        <p:xfrm>
          <a:off x="408792" y="2438399"/>
          <a:ext cx="11139742" cy="415601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74156417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4FC75A3-DF18-45A8-9B43-91CBEE2600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Lock</a:t>
            </a:r>
            <a:r>
              <a:rPr lang="tr-TR" dirty="0"/>
              <a:t>ing </a:t>
            </a:r>
            <a:r>
              <a:rPr lang="en-US" dirty="0"/>
              <a:t>an Output with CLTV</a:t>
            </a:r>
            <a:endParaRPr lang="tr-TR" dirty="0"/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5D52AEB5-9540-4B5C-8FC2-6E05283C1DD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5918712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38124854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17D2624-A573-41B4-A421-DB00906705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Spending the </a:t>
            </a:r>
            <a:r>
              <a:rPr lang="en-US" dirty="0"/>
              <a:t>UTXO</a:t>
            </a:r>
            <a:endParaRPr lang="tr-TR" dirty="0"/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5F93DC94-536F-4073-B9D0-785112336B4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6520169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14619258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17D2624-A573-41B4-A421-DB00906705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Evaluation of the Transaction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80EC605A-F215-4CB3-A840-55ECD56A9A2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8554347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811169877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2" name="Straight Connector 11" title="Rule Line">
            <a:extLst>
              <a:ext uri="{FF2B5EF4-FFF2-40B4-BE49-F238E27FC236}">
                <a16:creationId xmlns:a16="http://schemas.microsoft.com/office/drawing/2014/main" id="{F1534FA6-97DA-4524-BBD3-450AE51EF930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5962F002-62D4-4A54-8F0D-D44653E09F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Conditions on Fail of </a:t>
            </a:r>
            <a:r>
              <a:rPr lang="en-US" dirty="0"/>
              <a:t>CHECKLOCKTIMEVERIFY</a:t>
            </a:r>
            <a:endParaRPr lang="tr-TR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C7BC5BB3-6BAD-4873-BB75-F123D1A001E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994937673"/>
              </p:ext>
            </p:extLst>
          </p:nvPr>
        </p:nvGraphicFramePr>
        <p:xfrm>
          <a:off x="753036" y="2438399"/>
          <a:ext cx="10795498" cy="394088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234740448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3890B25-53ED-4B8D-9978-6F82CA73AA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DROP in Scripts</a:t>
            </a:r>
            <a:endParaRPr lang="tr-TR" dirty="0"/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CA85F0B4-0E99-4BF4-A356-29ECC873855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0465311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1825126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B1C762-5C75-415E-950F-DAC53757EA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/>
              <a:t>Relative Timelocks</a:t>
            </a:r>
            <a:endParaRPr lang="tr-TR" dirty="0"/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951044DF-F694-483B-AFA1-1FAD9E59245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14399153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890311070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B1C762-5C75-415E-950F-DAC53757EA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Relative Timelocks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47FE3E5D-E0C2-4722-B7DF-D9891B62AC6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2924250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296018154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2" name="Straight Connector 11" title="Rule Line">
            <a:extLst>
              <a:ext uri="{FF2B5EF4-FFF2-40B4-BE49-F238E27FC236}">
                <a16:creationId xmlns:a16="http://schemas.microsoft.com/office/drawing/2014/main" id="{F1534FA6-97DA-4524-BBD3-450AE51EF930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4B1C762-5C75-415E-950F-DAC53757EA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Relative Timelocks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54B17568-53E6-4E22-86C5-1EF8D3AB3B1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0939935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938912253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CA670FF-A437-4B6E-8E3C-9B24BA0E32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Relative Timelocks with nSequence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D485393-596B-41DE-AA3F-7E16659F74B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5924591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18952303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E2F82F2-9088-4CAA-9986-7F39FD967F8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Original Meaning of nSequence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6" name="Content Placeholder 2">
            <a:extLst>
              <a:ext uri="{FF2B5EF4-FFF2-40B4-BE49-F238E27FC236}">
                <a16:creationId xmlns:a16="http://schemas.microsoft.com/office/drawing/2014/main" id="{F8361040-274C-47A6-B111-30A4BCC4AE4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63263991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076445921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E2F82F2-9088-4CAA-9986-7F39FD967F8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Original Meaning of nSequence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A61BF435-8108-4A8B-B492-0C2728E115A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93453513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135031628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2EB1178-4625-4B55-BE9A-87106F407F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nSequence Value Setting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A8BCD6E9-DEC4-47E6-B49D-2A8C45FA179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229029072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413070239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9" name="Straight Connector 18" title="Rule Line">
            <a:extLst>
              <a:ext uri="{FF2B5EF4-FFF2-40B4-BE49-F238E27FC236}">
                <a16:creationId xmlns:a16="http://schemas.microsoft.com/office/drawing/2014/main" id="{D6AAB1FD-37D2-44D2-9E77-C42AA85E7829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32EB1178-4625-4B55-BE9A-87106F407F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nSequence Value Setting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64074207-622D-416F-916F-9AB594A7A88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2708141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80207216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D136D1-47BA-4D47-9BCF-4D938123744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 err="1"/>
              <a:t>nSequence</a:t>
            </a:r>
            <a:r>
              <a:rPr lang="en-US" dirty="0"/>
              <a:t> as a Consensus-enforced Relative </a:t>
            </a:r>
            <a:r>
              <a:rPr lang="en-US" dirty="0" err="1"/>
              <a:t>Timelock</a:t>
            </a:r>
            <a:endParaRPr lang="tr-TR" dirty="0"/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D7CE8299-8A44-47C8-B70C-107E9F5DDF9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84531056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923812750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D136D1-47BA-4D47-9BCF-4D938123744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 err="1"/>
              <a:t>nSequence</a:t>
            </a:r>
            <a:r>
              <a:rPr lang="en-US" dirty="0"/>
              <a:t> as a Consensus-enforced Relative </a:t>
            </a:r>
            <a:r>
              <a:rPr lang="en-US" dirty="0" err="1"/>
              <a:t>Timelock</a:t>
            </a:r>
            <a:endParaRPr lang="tr-TR" dirty="0"/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2A7A9CC3-965E-45DC-9C0F-FA3B7DB1D09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11534301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351770428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D136D1-47BA-4D47-9BCF-4D938123744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 err="1"/>
              <a:t>nSequence</a:t>
            </a:r>
            <a:r>
              <a:rPr lang="en-US" dirty="0"/>
              <a:t> as a </a:t>
            </a:r>
            <a:r>
              <a:rPr lang="en-US" dirty="0" err="1"/>
              <a:t>Consensu</a:t>
            </a:r>
            <a:r>
              <a:rPr lang="tr-TR" dirty="0"/>
              <a:t>- </a:t>
            </a:r>
            <a:r>
              <a:rPr lang="en-US" dirty="0"/>
              <a:t>Enforced Relative </a:t>
            </a:r>
            <a:r>
              <a:rPr lang="en-US" dirty="0" err="1"/>
              <a:t>Timelock</a:t>
            </a:r>
            <a:endParaRPr lang="tr-TR" dirty="0"/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DFD2D04E-6EEB-4240-8CF0-DB122B9A201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26428634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20040614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D136D1-47BA-4D47-9BCF-4D938123744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/>
              <a:t>nSequence as a Consensus-enforced Relative Timelock</a:t>
            </a:r>
            <a:endParaRPr lang="tr-TR" dirty="0"/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6B349228-5DD4-4446-9BB9-B52F4F18628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74514763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986013258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B0EA45D-B905-4359-9DA9-F5A6DB92FC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22947" y="568345"/>
            <a:ext cx="10581325" cy="1560716"/>
          </a:xfrm>
        </p:spPr>
        <p:txBody>
          <a:bodyPr/>
          <a:lstStyle/>
          <a:p>
            <a:r>
              <a:rPr lang="en-US" i="1" dirty="0">
                <a:latin typeface="MinionPro-It"/>
              </a:rPr>
              <a:t>Figure 7-1. BIP-68 definition of </a:t>
            </a:r>
            <a:r>
              <a:rPr lang="en-US" i="1" dirty="0" err="1">
                <a:latin typeface="MinionPro-It"/>
              </a:rPr>
              <a:t>nSequence</a:t>
            </a:r>
            <a:r>
              <a:rPr lang="en-US" i="1" dirty="0">
                <a:latin typeface="MinionPro-It"/>
              </a:rPr>
              <a:t> encoding (Source: BIP-68)</a:t>
            </a:r>
            <a:endParaRPr lang="tr-TR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1A260EA2-1780-44EB-AC40-B41FD372E20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4949" y="3011198"/>
            <a:ext cx="11308817" cy="171774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57105072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18444A5-33EA-4731-ABD5-77938759A6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/>
              <a:t>Relative Timelocks with CSV</a:t>
            </a:r>
            <a:endParaRPr lang="tr-TR" dirty="0"/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CBD11314-8224-4D53-902C-F3389B78C04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13260915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69878243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18444A5-33EA-4731-ABD5-77938759A6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Relative Timelocks with CSV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BE4D44CC-F4F0-405F-91B9-C035AD525F3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97958025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15064308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18444A5-33EA-4731-ABD5-77938759A6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Relative Timelocks with CSV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E26BE12D-0D22-4B7E-AA13-F0295966351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33485703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202003613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 24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18444A5-33EA-4731-ABD5-77938759A6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Relative Timelocks with CSV</a:t>
            </a: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1D12342B-B21D-4ABE-B143-ED1BF6DB145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58999403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073127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A735288-98D6-40CD-8773-AB9493E189D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Median-Time-Past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79E2A755-136E-4EA6-9F6C-1377CF269BE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1584742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95533177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A735288-98D6-40CD-8773-AB9493E189D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Median-Time-Past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0F51AD93-D5C2-4DDB-A7E6-3F5A6B6A613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14635221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268213912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A735288-98D6-40CD-8773-AB9493E189D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Median-Time-Past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AD2342C3-32DF-421F-814C-93F501082E9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6337763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387367041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A735288-98D6-40CD-8773-AB9493E189D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Median-Time-Past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14711133-0868-4A50-B157-1B791AC0ACF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92539172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487784433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2CD4D6D-3437-45C5-A589-E694E34DCA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i="1" dirty="0"/>
              <a:t>Median-Time-</a:t>
            </a:r>
            <a:r>
              <a:rPr lang="tr-TR" i="1" dirty="0"/>
              <a:t>Past</a:t>
            </a:r>
            <a:endParaRPr lang="tr-TR" dirty="0"/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ADA3954D-3556-4649-89EF-D38742B0177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4608947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086898792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2CD4D6D-3437-45C5-A589-E694E34DCA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i="1" dirty="0"/>
              <a:t>Median-Time-</a:t>
            </a:r>
            <a:r>
              <a:rPr lang="tr-TR" i="1" dirty="0"/>
              <a:t>Past</a:t>
            </a:r>
            <a:endParaRPr lang="tr-TR" dirty="0"/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51585DE3-EA78-46E6-9115-469F398A4EB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7442161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857613341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2CD4D6D-3437-45C5-A589-E694E34DCA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i="1" dirty="0"/>
              <a:t>Median-Time-</a:t>
            </a:r>
            <a:r>
              <a:rPr lang="tr-TR" i="1" dirty="0"/>
              <a:t>Past</a:t>
            </a:r>
            <a:endParaRPr lang="tr-TR" dirty="0"/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97CF705B-6532-4D8F-B76C-4347E89A217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20056721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450556625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2CD4D6D-3437-45C5-A589-E694E34DCA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i="1" dirty="0"/>
              <a:t>Median-Time-</a:t>
            </a:r>
            <a:r>
              <a:rPr lang="tr-TR" i="1" dirty="0"/>
              <a:t>Past</a:t>
            </a:r>
            <a:endParaRPr lang="tr-TR" dirty="0"/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FE6473DE-D909-4CF3-A7B9-6DD0493B940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5700523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183654185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2CD4D6D-3437-45C5-A589-E694E34DCA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i="1" dirty="0"/>
              <a:t>Median-Time-</a:t>
            </a:r>
            <a:r>
              <a:rPr lang="tr-TR" i="1" dirty="0"/>
              <a:t>Past</a:t>
            </a:r>
            <a:endParaRPr lang="tr-TR" dirty="0"/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1637CE2F-BBE7-409E-B14B-E664931C1B8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27295948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66835302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93D37CF-5B1D-426F-8D9B-966DD67D96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en-US" dirty="0" err="1"/>
              <a:t>Timelock</a:t>
            </a:r>
            <a:r>
              <a:rPr lang="en-US" dirty="0"/>
              <a:t> Defense Against Fee Sniping</a:t>
            </a:r>
            <a:endParaRPr lang="tr-TR" dirty="0"/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CDBE1B73-EB83-401D-8089-8090A216043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712856370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856907028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93D37CF-5B1D-426F-8D9B-966DD67D96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 err="1"/>
              <a:t>Timelock</a:t>
            </a:r>
            <a:r>
              <a:rPr lang="en-US" dirty="0"/>
              <a:t> Defense Against Fee Sniping</a:t>
            </a:r>
            <a:endParaRPr lang="tr-TR" dirty="0"/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7F463CC8-064F-40E5-BD4E-60A4F064CAF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2971617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322736195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93D37CF-5B1D-426F-8D9B-966DD67D96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 err="1"/>
              <a:t>Timelock</a:t>
            </a:r>
            <a:r>
              <a:rPr lang="en-US" dirty="0"/>
              <a:t> Defense Against Fee Sniping</a:t>
            </a:r>
            <a:endParaRPr lang="tr-TR" dirty="0"/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0609FD2F-682D-42B9-B85F-3B105B4E7EC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9416603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561760720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93D37CF-5B1D-426F-8D9B-966DD67D96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 err="1"/>
              <a:t>Timelock</a:t>
            </a:r>
            <a:r>
              <a:rPr lang="en-US" dirty="0"/>
              <a:t> Defense Against Fee Sniping</a:t>
            </a:r>
            <a:endParaRPr lang="tr-TR" dirty="0"/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8B024586-A51C-4C5B-8D95-55D4F470CCC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75311833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52651192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93D37CF-5B1D-426F-8D9B-966DD67D96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 err="1"/>
              <a:t>Timelock</a:t>
            </a:r>
            <a:r>
              <a:rPr lang="en-US" dirty="0"/>
              <a:t> Defense Against Fee Sniping</a:t>
            </a:r>
            <a:endParaRPr lang="tr-TR" dirty="0"/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" name="Content Placeholder 2">
            <a:extLst>
              <a:ext uri="{FF2B5EF4-FFF2-40B4-BE49-F238E27FC236}">
                <a16:creationId xmlns:a16="http://schemas.microsoft.com/office/drawing/2014/main" id="{697D4413-ADC4-4090-99C1-78615B1E606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25221430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115751266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93D37CF-5B1D-426F-8D9B-966DD67D96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 err="1"/>
              <a:t>Timelock</a:t>
            </a:r>
            <a:r>
              <a:rPr lang="en-US" dirty="0"/>
              <a:t> Defense Against Fee Sniping</a:t>
            </a:r>
            <a:endParaRPr lang="tr-TR" dirty="0"/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6" name="Content Placeholder 2">
            <a:extLst>
              <a:ext uri="{FF2B5EF4-FFF2-40B4-BE49-F238E27FC236}">
                <a16:creationId xmlns:a16="http://schemas.microsoft.com/office/drawing/2014/main" id="{D309E04E-8593-4B2F-87DE-5FA75C53EA5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5982575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881441609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93D37CF-5B1D-426F-8D9B-966DD67D96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 err="1"/>
              <a:t>Timelock</a:t>
            </a:r>
            <a:r>
              <a:rPr lang="en-US" dirty="0"/>
              <a:t> Defense Against Fee Sniping</a:t>
            </a:r>
            <a:endParaRPr lang="tr-TR" dirty="0"/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6FECC122-72B3-4829-B23C-DAC2CDA780D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91865037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490290446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93D37CF-5B1D-426F-8D9B-966DD67D96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en-US" dirty="0" err="1"/>
              <a:t>Timelock</a:t>
            </a:r>
            <a:r>
              <a:rPr lang="en-US" dirty="0"/>
              <a:t> Defense Against Fee Sniping</a:t>
            </a:r>
            <a:endParaRPr lang="tr-TR" dirty="0"/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C398B19D-5C2D-461F-9B6C-6B7E61A9D8C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33822368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765559460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93D37CF-5B1D-426F-8D9B-966DD67D96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 err="1"/>
              <a:t>Timelock</a:t>
            </a:r>
            <a:r>
              <a:rPr lang="en-US" dirty="0"/>
              <a:t> Defense Against Fee Sniping</a:t>
            </a:r>
            <a:endParaRPr lang="tr-TR" dirty="0"/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4CE4990E-603A-49E6-AF5A-BDA1BBB0029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9948019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041955427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30A0DF24-0CAD-43B2-896E-44E0E5536A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l"/>
            <a:r>
              <a:rPr lang="en-US" dirty="0"/>
              <a:t>Scripts with Flow Control (Conditional Clauses)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F6A723B-E139-4118-B4DE-DA0E415DB22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en-US" dirty="0"/>
              <a:t>Conditional Clauses with VERIFY Opcodes</a:t>
            </a:r>
            <a:endParaRPr lang="tr-TR" dirty="0"/>
          </a:p>
          <a:p>
            <a:pPr algn="l">
              <a:spcBef>
                <a:spcPts val="930"/>
              </a:spcBef>
            </a:pPr>
            <a:r>
              <a:rPr lang="en-US" dirty="0"/>
              <a:t>Using Flow Control in Scripts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2431784827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3C0FDBC-2127-4093-829B-DC33CD3C8F1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Scripts with Flow Control (Conditional Clauses)</a:t>
            </a:r>
            <a:endParaRPr lang="tr-TR" dirty="0"/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6" name="Content Placeholder 2">
            <a:extLst>
              <a:ext uri="{FF2B5EF4-FFF2-40B4-BE49-F238E27FC236}">
                <a16:creationId xmlns:a16="http://schemas.microsoft.com/office/drawing/2014/main" id="{C5DBA789-2776-4C61-B7DF-E51E99BA8FE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96808658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211674912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3C0FDBC-2127-4093-829B-DC33CD3C8F1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Scripts with Flow Control (Conditional Clauses)</a:t>
            </a:r>
            <a:endParaRPr lang="tr-TR" dirty="0"/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4B8B692F-4D30-4061-B029-CBA01C30861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84154172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773699278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2" name="Straight Connector 11" title="Rule Line">
            <a:extLst>
              <a:ext uri="{FF2B5EF4-FFF2-40B4-BE49-F238E27FC236}">
                <a16:creationId xmlns:a16="http://schemas.microsoft.com/office/drawing/2014/main" id="{D6AAB1FD-37D2-44D2-9E77-C42AA85E7829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73C0FDBC-2127-4093-829B-DC33CD3C8F1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/>
              <a:t>Scripts with Flow Control (Conditional Clauses)</a:t>
            </a:r>
            <a:endParaRPr lang="tr-TR" dirty="0"/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DA105FD1-8460-4DF6-8A00-C67137CB6CA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4837644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585378030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8D7A109-391F-4DEC-BAF3-6DC1C687518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6121" y="568345"/>
            <a:ext cx="10908152" cy="1560716"/>
          </a:xfrm>
        </p:spPr>
        <p:txBody>
          <a:bodyPr/>
          <a:lstStyle/>
          <a:p>
            <a:r>
              <a:rPr lang="tr-TR" dirty="0"/>
              <a:t>Traditional vs Stack Based Flow Control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1D939882-1160-43D5-A637-1E7A5E5F3C5B}"/>
              </a:ext>
            </a:extLst>
          </p:cNvPr>
          <p:cNvSpPr/>
          <p:nvPr/>
        </p:nvSpPr>
        <p:spPr>
          <a:xfrm>
            <a:off x="796120" y="3097724"/>
            <a:ext cx="5005138" cy="16312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sz="2000" dirty="0">
                <a:latin typeface="UbuntuMono-Regular"/>
              </a:rPr>
              <a:t>if (condition):</a:t>
            </a:r>
          </a:p>
          <a:p>
            <a:r>
              <a:rPr lang="tr-TR" sz="2000" dirty="0">
                <a:latin typeface="UbuntuMono-Regular"/>
              </a:rPr>
              <a:t>	</a:t>
            </a:r>
            <a:r>
              <a:rPr lang="en-US" sz="2000" dirty="0">
                <a:latin typeface="UbuntuMono-Regular"/>
              </a:rPr>
              <a:t>code to run when condition is true</a:t>
            </a:r>
          </a:p>
          <a:p>
            <a:r>
              <a:rPr lang="tr-TR" sz="2000" dirty="0">
                <a:latin typeface="UbuntuMono-Regular"/>
              </a:rPr>
              <a:t>else:</a:t>
            </a:r>
          </a:p>
          <a:p>
            <a:r>
              <a:rPr lang="tr-TR" sz="2000" dirty="0">
                <a:latin typeface="UbuntuMono-Regular"/>
              </a:rPr>
              <a:t>	</a:t>
            </a:r>
            <a:r>
              <a:rPr lang="en-US" sz="2000" dirty="0">
                <a:latin typeface="UbuntuMono-Regular"/>
              </a:rPr>
              <a:t>code to run when condition is false</a:t>
            </a:r>
          </a:p>
          <a:p>
            <a:r>
              <a:rPr lang="en-US" sz="2000" dirty="0">
                <a:latin typeface="UbuntuMono-Regular"/>
              </a:rPr>
              <a:t>code to run in either case</a:t>
            </a:r>
            <a:endParaRPr lang="tr-TR" sz="5400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4383202E-16FB-4614-B848-2AFABDE5A79B}"/>
              </a:ext>
            </a:extLst>
          </p:cNvPr>
          <p:cNvSpPr/>
          <p:nvPr/>
        </p:nvSpPr>
        <p:spPr>
          <a:xfrm>
            <a:off x="796120" y="5349356"/>
            <a:ext cx="479214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dirty="0">
                <a:latin typeface="MinionPro-Regular"/>
              </a:rPr>
              <a:t>traditional (procedural) programming languages</a:t>
            </a:r>
            <a:endParaRPr lang="tr-TR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282CDF3E-CD1C-491C-8230-E539A003D698}"/>
              </a:ext>
            </a:extLst>
          </p:cNvPr>
          <p:cNvSpPr/>
          <p:nvPr/>
        </p:nvSpPr>
        <p:spPr>
          <a:xfrm>
            <a:off x="7084628" y="2789948"/>
            <a:ext cx="4619644" cy="224676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sz="2000" dirty="0">
                <a:latin typeface="UbuntuMono-Regular"/>
              </a:rPr>
              <a:t>condition</a:t>
            </a:r>
          </a:p>
          <a:p>
            <a:r>
              <a:rPr lang="tr-TR" sz="2000" dirty="0">
                <a:latin typeface="UbuntuMono-Regular"/>
              </a:rPr>
              <a:t>IF</a:t>
            </a:r>
          </a:p>
          <a:p>
            <a:r>
              <a:rPr lang="tr-TR" sz="2000" dirty="0">
                <a:latin typeface="UbuntuMono-Regular"/>
              </a:rPr>
              <a:t>	</a:t>
            </a:r>
            <a:r>
              <a:rPr lang="en-US" sz="2000" dirty="0">
                <a:latin typeface="UbuntuMono-Regular"/>
              </a:rPr>
              <a:t>code to run when condition is true</a:t>
            </a:r>
          </a:p>
          <a:p>
            <a:r>
              <a:rPr lang="tr-TR" sz="2000" dirty="0">
                <a:latin typeface="UbuntuMono-Regular"/>
              </a:rPr>
              <a:t>ELSE</a:t>
            </a:r>
          </a:p>
          <a:p>
            <a:r>
              <a:rPr lang="tr-TR" sz="2000" dirty="0">
                <a:latin typeface="UbuntuMono-Regular"/>
              </a:rPr>
              <a:t>	</a:t>
            </a:r>
            <a:r>
              <a:rPr lang="en-US" sz="2000" dirty="0">
                <a:latin typeface="UbuntuMono-Regular"/>
              </a:rPr>
              <a:t>code to run when condition is false</a:t>
            </a:r>
          </a:p>
          <a:p>
            <a:r>
              <a:rPr lang="tr-TR" sz="2000" dirty="0">
                <a:latin typeface="UbuntuMono-Regular"/>
              </a:rPr>
              <a:t>ENDIF</a:t>
            </a:r>
          </a:p>
          <a:p>
            <a:r>
              <a:rPr lang="en-US" sz="2000" dirty="0">
                <a:latin typeface="UbuntuMono-Regular"/>
              </a:rPr>
              <a:t>code to run in either case</a:t>
            </a:r>
            <a:endParaRPr lang="tr-TR" sz="2000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63B4F5F3-EC47-4CCD-96EE-5AD643934FAA}"/>
              </a:ext>
            </a:extLst>
          </p:cNvPr>
          <p:cNvSpPr/>
          <p:nvPr/>
        </p:nvSpPr>
        <p:spPr>
          <a:xfrm>
            <a:off x="7084628" y="5349356"/>
            <a:ext cx="256159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>
                <a:latin typeface="MinionPro-Regular"/>
              </a:rPr>
              <a:t>stack-based language like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1454162968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2" name="Straight Connector 11" title="Rule Line">
            <a:extLst>
              <a:ext uri="{FF2B5EF4-FFF2-40B4-BE49-F238E27FC236}">
                <a16:creationId xmlns:a16="http://schemas.microsoft.com/office/drawing/2014/main" id="{D6AAB1FD-37D2-44D2-9E77-C42AA85E7829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BC9BEB7F-ADDA-4182-A9D0-708FFE741B7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Conditional Clauses with VERIFY Opcodes</a:t>
            </a:r>
            <a:endParaRPr lang="tr-TR" dirty="0"/>
          </a:p>
        </p:txBody>
      </p:sp>
      <p:graphicFrame>
        <p:nvGraphicFramePr>
          <p:cNvPr id="7" name="Content Placeholder 2">
            <a:extLst>
              <a:ext uri="{FF2B5EF4-FFF2-40B4-BE49-F238E27FC236}">
                <a16:creationId xmlns:a16="http://schemas.microsoft.com/office/drawing/2014/main" id="{128A4E75-236B-45F9-A58D-A809B41C6F8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13841953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25617889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9BEB7F-ADDA-4182-A9D0-708FFE741B7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en-US" dirty="0"/>
              <a:t>Conditional Clauses with VERIFY Opcodes</a:t>
            </a:r>
            <a:endParaRPr lang="tr-TR" dirty="0"/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B78F67C2-4215-45B9-AD53-5455983A415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726613305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204883630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2" name="Straight Connector 11" title="Rule Line">
            <a:extLst>
              <a:ext uri="{FF2B5EF4-FFF2-40B4-BE49-F238E27FC236}">
                <a16:creationId xmlns:a16="http://schemas.microsoft.com/office/drawing/2014/main" id="{F1534FA6-97DA-4524-BBD3-450AE51EF930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BC9BEB7F-ADDA-4182-A9D0-708FFE741B7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Example Script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0870ABC8-BA86-4F25-9ECC-78C193D0E85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4765173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244094121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9BEB7F-ADDA-4182-A9D0-708FFE741B7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Example Script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E1B1A3DA-7CD7-4C6C-9BED-44B1F0248B5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805316919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762118561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0672ED-76E9-4C5B-A463-FB723079BAB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Equivalent Script with IF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884D3FF-96A4-4861-B3AC-652859A9B1F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45533" y="2486526"/>
            <a:ext cx="8770571" cy="3651504"/>
          </a:xfrm>
        </p:spPr>
        <p:txBody>
          <a:bodyPr/>
          <a:lstStyle/>
          <a:p>
            <a:r>
              <a:rPr lang="en-US" dirty="0"/>
              <a:t>This script can be written with an IF instead:</a:t>
            </a:r>
          </a:p>
          <a:p>
            <a:endParaRPr lang="tr-TR" dirty="0"/>
          </a:p>
          <a:p>
            <a:r>
              <a:rPr lang="en-US" dirty="0"/>
              <a:t>Bob’s unlocking script is identical:</a:t>
            </a:r>
          </a:p>
          <a:p>
            <a:r>
              <a:rPr lang="tr-TR" dirty="0"/>
              <a:t>&lt;Bob's Sig&gt; &lt;hash pre-image&gt;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1A95661E-F226-4FF0-91F4-A1016AFAFC35}"/>
              </a:ext>
            </a:extLst>
          </p:cNvPr>
          <p:cNvSpPr/>
          <p:nvPr/>
        </p:nvSpPr>
        <p:spPr>
          <a:xfrm>
            <a:off x="7810501" y="2620288"/>
            <a:ext cx="362752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dirty="0"/>
              <a:t>HASH160 &lt;expected hash&gt; EQUAL</a:t>
            </a:r>
          </a:p>
          <a:p>
            <a:r>
              <a:rPr lang="tr-TR" dirty="0"/>
              <a:t>IF</a:t>
            </a:r>
          </a:p>
          <a:p>
            <a:r>
              <a:rPr lang="tr-TR" dirty="0"/>
              <a:t>	&lt;Bob's Pubkey&gt; CHECKSIG</a:t>
            </a:r>
          </a:p>
          <a:p>
            <a:r>
              <a:rPr lang="tr-TR" dirty="0"/>
              <a:t>ENDIF</a:t>
            </a:r>
          </a:p>
        </p:txBody>
      </p:sp>
    </p:spTree>
    <p:extLst>
      <p:ext uri="{BB962C8B-B14F-4D97-AF65-F5344CB8AC3E}">
        <p14:creationId xmlns:p14="http://schemas.microsoft.com/office/powerpoint/2010/main" val="3351966044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9BEB7F-ADDA-4182-A9D0-708FFE741B7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en-US" dirty="0"/>
              <a:t>Using Flow Control in Scripts</a:t>
            </a:r>
            <a:endParaRPr lang="en-US"/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1F6A6F34-67FC-47A4-B2BF-A7FBA42E4A3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42004355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940865077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9BEB7F-ADDA-4182-A9D0-708FFE741B7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Using Flow Control in Scripts</a:t>
            </a:r>
            <a:endParaRPr lang="en-US" sz="4800" dirty="0"/>
          </a:p>
        </p:txBody>
      </p: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41611500-2DBE-48DD-BD5B-77E9EFAB8C6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87432862"/>
              </p:ext>
            </p:extLst>
          </p:nvPr>
        </p:nvGraphicFramePr>
        <p:xfrm>
          <a:off x="4459705" y="2438400"/>
          <a:ext cx="7244566" cy="328863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B5A41D66-FA46-427F-AD7C-013DB14DBA72}"/>
              </a:ext>
            </a:extLst>
          </p:cNvPr>
          <p:cNvSpPr/>
          <p:nvPr/>
        </p:nvSpPr>
        <p:spPr>
          <a:xfrm>
            <a:off x="487728" y="2947010"/>
            <a:ext cx="3320716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dirty="0">
                <a:latin typeface="UbuntuMono-Regular"/>
              </a:rPr>
              <a:t>IF</a:t>
            </a:r>
          </a:p>
          <a:p>
            <a:r>
              <a:rPr lang="tr-TR" dirty="0">
                <a:latin typeface="UbuntuMono-Regular"/>
              </a:rPr>
              <a:t>	&lt;Alice's Pubkey&gt; CHECKSIG</a:t>
            </a:r>
          </a:p>
          <a:p>
            <a:r>
              <a:rPr lang="tr-TR" dirty="0">
                <a:latin typeface="UbuntuMono-Regular"/>
              </a:rPr>
              <a:t>ELSE</a:t>
            </a:r>
          </a:p>
          <a:p>
            <a:r>
              <a:rPr lang="tr-TR" dirty="0">
                <a:latin typeface="UbuntuMono-Regular"/>
              </a:rPr>
              <a:t>	&lt;Bob's Pubkey&gt; CHECKSIG</a:t>
            </a:r>
          </a:p>
          <a:p>
            <a:r>
              <a:rPr lang="tr-TR" dirty="0">
                <a:latin typeface="UbuntuMono-Regular"/>
              </a:rPr>
              <a:t>ENDIF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1901793422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9BEB7F-ADDA-4182-A9D0-708FFE741B7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Using Flow Control in Scripts</a:t>
            </a:r>
            <a:endParaRPr lang="en-US" sz="4800" dirty="0"/>
          </a:p>
        </p:txBody>
      </p: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89898F2D-B429-4A36-BDA5-94BB010DDDF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665589636"/>
              </p:ext>
            </p:extLst>
          </p:nvPr>
        </p:nvGraphicFramePr>
        <p:xfrm>
          <a:off x="3962400" y="2273440"/>
          <a:ext cx="7741872" cy="401621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B5A41D66-FA46-427F-AD7C-013DB14DBA72}"/>
              </a:ext>
            </a:extLst>
          </p:cNvPr>
          <p:cNvSpPr/>
          <p:nvPr/>
        </p:nvSpPr>
        <p:spPr>
          <a:xfrm>
            <a:off x="256674" y="3211613"/>
            <a:ext cx="3497179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dirty="0">
                <a:latin typeface="UbuntuMono-Regular"/>
              </a:rPr>
              <a:t>IF</a:t>
            </a:r>
          </a:p>
          <a:p>
            <a:r>
              <a:rPr lang="tr-TR" dirty="0">
                <a:latin typeface="UbuntuMono-Regular"/>
              </a:rPr>
              <a:t>	&lt;Alice's Pubkey&gt; CHECKSIG</a:t>
            </a:r>
          </a:p>
          <a:p>
            <a:r>
              <a:rPr lang="tr-TR" dirty="0">
                <a:latin typeface="UbuntuMono-Regular"/>
              </a:rPr>
              <a:t>ELSE</a:t>
            </a:r>
          </a:p>
          <a:p>
            <a:r>
              <a:rPr lang="tr-TR" dirty="0">
                <a:latin typeface="UbuntuMono-Regular"/>
              </a:rPr>
              <a:t>	&lt;Bob's Pubkey&gt; CHECKSIG</a:t>
            </a:r>
          </a:p>
          <a:p>
            <a:r>
              <a:rPr lang="tr-TR" dirty="0">
                <a:latin typeface="UbuntuMono-Regular"/>
              </a:rPr>
              <a:t>ENDIF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1406744593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9BEB7F-ADDA-4182-A9D0-708FFE741B7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Using Flow Control in Scripts</a:t>
            </a:r>
            <a:endParaRPr lang="en-US" sz="4800" dirty="0"/>
          </a:p>
        </p:txBody>
      </p: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A6DE94EF-32D8-4E4E-AC6F-14C4875200E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78164361"/>
              </p:ext>
            </p:extLst>
          </p:nvPr>
        </p:nvGraphicFramePr>
        <p:xfrm>
          <a:off x="4443663" y="2438399"/>
          <a:ext cx="7260609" cy="351322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B5A41D66-FA46-427F-AD7C-013DB14DBA72}"/>
              </a:ext>
            </a:extLst>
          </p:cNvPr>
          <p:cNvSpPr/>
          <p:nvPr/>
        </p:nvSpPr>
        <p:spPr>
          <a:xfrm>
            <a:off x="487728" y="3011179"/>
            <a:ext cx="3721769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dirty="0">
                <a:latin typeface="UbuntuMono-Regular"/>
              </a:rPr>
              <a:t>IF</a:t>
            </a:r>
          </a:p>
          <a:p>
            <a:r>
              <a:rPr lang="tr-TR" dirty="0">
                <a:latin typeface="UbuntuMono-Regular"/>
              </a:rPr>
              <a:t>	&lt;Alice's Pubkey&gt; CHECKSIG</a:t>
            </a:r>
          </a:p>
          <a:p>
            <a:r>
              <a:rPr lang="tr-TR" dirty="0">
                <a:latin typeface="UbuntuMono-Regular"/>
              </a:rPr>
              <a:t>ELSE</a:t>
            </a:r>
          </a:p>
          <a:p>
            <a:r>
              <a:rPr lang="tr-TR" dirty="0">
                <a:latin typeface="UbuntuMono-Regular"/>
              </a:rPr>
              <a:t>	&lt;Bob's Pubkey&gt; CHECKSIG</a:t>
            </a:r>
          </a:p>
          <a:p>
            <a:r>
              <a:rPr lang="tr-TR" dirty="0">
                <a:latin typeface="UbuntuMono-Regular"/>
              </a:rPr>
              <a:t>ENDIF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3116435591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9BEB7F-ADDA-4182-A9D0-708FFE741B7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Using Flow Control in Scripts</a:t>
            </a:r>
            <a:endParaRPr lang="en-US" sz="4800" dirty="0"/>
          </a:p>
        </p:txBody>
      </p: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C2D4EA61-E09A-44A7-99B0-91242C5EE18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472028158"/>
              </p:ext>
            </p:extLst>
          </p:nvPr>
        </p:nvGraphicFramePr>
        <p:xfrm>
          <a:off x="4395537" y="2454441"/>
          <a:ext cx="7068104" cy="351322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B5A41D66-FA46-427F-AD7C-013DB14DBA72}"/>
              </a:ext>
            </a:extLst>
          </p:cNvPr>
          <p:cNvSpPr/>
          <p:nvPr/>
        </p:nvSpPr>
        <p:spPr>
          <a:xfrm>
            <a:off x="487728" y="2995136"/>
            <a:ext cx="3907809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dirty="0">
                <a:latin typeface="UbuntuMono-Regular"/>
              </a:rPr>
              <a:t>IF</a:t>
            </a:r>
          </a:p>
          <a:p>
            <a:r>
              <a:rPr lang="tr-TR" dirty="0">
                <a:latin typeface="UbuntuMono-Regular"/>
              </a:rPr>
              <a:t>	&lt;Alice's Pubkey&gt; CHECKSIG</a:t>
            </a:r>
          </a:p>
          <a:p>
            <a:r>
              <a:rPr lang="tr-TR" dirty="0">
                <a:latin typeface="UbuntuMono-Regular"/>
              </a:rPr>
              <a:t>ELSE</a:t>
            </a:r>
          </a:p>
          <a:p>
            <a:r>
              <a:rPr lang="tr-TR" dirty="0">
                <a:latin typeface="UbuntuMono-Regular"/>
              </a:rPr>
              <a:t>	&lt;Bob's Pubkey&gt; CHECKSIG</a:t>
            </a:r>
          </a:p>
          <a:p>
            <a:r>
              <a:rPr lang="tr-TR" dirty="0">
                <a:latin typeface="UbuntuMono-Regular"/>
              </a:rPr>
              <a:t>ENDIF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1961532773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9BEB7F-ADDA-4182-A9D0-708FFE741B7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Using Flow Control in Scripts</a:t>
            </a:r>
            <a:endParaRPr lang="en-US" sz="4800" dirty="0"/>
          </a:p>
        </p:txBody>
      </p: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5F54EE54-C581-4E6C-8527-F54B53E95FB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16056556"/>
              </p:ext>
            </p:extLst>
          </p:nvPr>
        </p:nvGraphicFramePr>
        <p:xfrm>
          <a:off x="3529263" y="2295079"/>
          <a:ext cx="8175009" cy="442656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B5A41D66-FA46-427F-AD7C-013DB14DBA72}"/>
              </a:ext>
            </a:extLst>
          </p:cNvPr>
          <p:cNvSpPr/>
          <p:nvPr/>
        </p:nvSpPr>
        <p:spPr>
          <a:xfrm>
            <a:off x="850231" y="2599879"/>
            <a:ext cx="2534653" cy="25853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dirty="0"/>
              <a:t>IF</a:t>
            </a:r>
          </a:p>
          <a:p>
            <a:r>
              <a:rPr lang="tr-TR" dirty="0"/>
              <a:t>	script A</a:t>
            </a:r>
          </a:p>
          <a:p>
            <a:r>
              <a:rPr lang="tr-TR" dirty="0"/>
              <a:t>ELSE</a:t>
            </a:r>
          </a:p>
          <a:p>
            <a:r>
              <a:rPr lang="tr-TR" dirty="0"/>
              <a:t>	IF</a:t>
            </a:r>
          </a:p>
          <a:p>
            <a:r>
              <a:rPr lang="tr-TR" dirty="0"/>
              <a:t>		script B</a:t>
            </a:r>
          </a:p>
          <a:p>
            <a:r>
              <a:rPr lang="tr-TR" dirty="0"/>
              <a:t>	ELSE</a:t>
            </a:r>
          </a:p>
          <a:p>
            <a:r>
              <a:rPr lang="tr-TR" dirty="0"/>
              <a:t>		script C</a:t>
            </a:r>
          </a:p>
          <a:p>
            <a:r>
              <a:rPr lang="tr-TR" dirty="0"/>
              <a:t>	ENDIF</a:t>
            </a:r>
          </a:p>
          <a:p>
            <a:r>
              <a:rPr lang="tr-TR" dirty="0"/>
              <a:t>ENDIF</a:t>
            </a:r>
          </a:p>
        </p:txBody>
      </p:sp>
    </p:spTree>
    <p:extLst>
      <p:ext uri="{BB962C8B-B14F-4D97-AF65-F5344CB8AC3E}">
        <p14:creationId xmlns:p14="http://schemas.microsoft.com/office/powerpoint/2010/main" val="2535422092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30A0DF24-0CAD-43B2-896E-44E0E5536A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l"/>
            <a:r>
              <a:rPr lang="en-US" sz="5400"/>
              <a:t>Complex Script Example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F6A723B-E139-4118-B4DE-DA0E415DB22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tr-TR" sz="2400" dirty="0"/>
              <a:t>Three partners &amp; Lawyer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1202675114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FB255FC-68E0-494E-BEA3-1007A12116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Complex Script Example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1D2FF754-0974-466C-9BAB-C469689F9DE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52869201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86532569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1EB7BCD-D5F4-4A91-ADF1-CAE089DE8B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Mohammed</a:t>
            </a:r>
            <a:r>
              <a:rPr lang="tr-TR" dirty="0"/>
              <a:t>, </a:t>
            </a:r>
            <a:r>
              <a:rPr lang="en-US" dirty="0"/>
              <a:t>partners Saeed </a:t>
            </a:r>
            <a:r>
              <a:rPr lang="tr-TR" dirty="0"/>
              <a:t>&amp; </a:t>
            </a:r>
            <a:r>
              <a:rPr lang="en-US" dirty="0" err="1"/>
              <a:t>Zaira</a:t>
            </a:r>
            <a:r>
              <a:rPr lang="tr-TR" dirty="0"/>
              <a:t>, </a:t>
            </a:r>
            <a:r>
              <a:rPr lang="en-US" dirty="0"/>
              <a:t>Lawyer Abdul</a:t>
            </a:r>
            <a:endParaRPr lang="tr-TR" dirty="0"/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E90C6B72-4741-41DA-9C1A-15038CF8F18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57615440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467068624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1EB7BCD-D5F4-4A91-ADF1-CAE089DE8B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Mohammed</a:t>
            </a:r>
            <a:r>
              <a:rPr lang="tr-TR" dirty="0"/>
              <a:t>, </a:t>
            </a:r>
            <a:r>
              <a:rPr lang="en-US" dirty="0"/>
              <a:t>partners Saeed </a:t>
            </a:r>
            <a:r>
              <a:rPr lang="tr-TR" dirty="0"/>
              <a:t>&amp; </a:t>
            </a:r>
            <a:r>
              <a:rPr lang="en-US" dirty="0" err="1"/>
              <a:t>Zaira</a:t>
            </a:r>
            <a:r>
              <a:rPr lang="tr-TR" dirty="0"/>
              <a:t>, </a:t>
            </a:r>
            <a:r>
              <a:rPr lang="en-US" dirty="0"/>
              <a:t>Lawyer Abdul</a:t>
            </a:r>
            <a:endParaRPr lang="tr-TR" dirty="0"/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98FA08DF-1E77-4903-9CE2-DA4ED93B47D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1927642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258805759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6EC542A-725F-4B71-97B9-72FBB3CF49C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Conditions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62B56FDA-FCAB-4E45-AC5B-8348B9A34C9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0616936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572847657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ED11E2B-7047-4C02-895B-ED390831FC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Mohammed’s Script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EF69D47E-A7ED-498E-BAB7-345CAF4AA147}"/>
              </a:ext>
            </a:extLst>
          </p:cNvPr>
          <p:cNvSpPr/>
          <p:nvPr/>
        </p:nvSpPr>
        <p:spPr>
          <a:xfrm>
            <a:off x="3048000" y="2566789"/>
            <a:ext cx="6096000" cy="397031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tr-TR" dirty="0">
                <a:latin typeface="UbuntuMono-Regular"/>
              </a:rPr>
              <a:t>IF</a:t>
            </a:r>
          </a:p>
          <a:p>
            <a:r>
              <a:rPr lang="tr-TR" dirty="0">
                <a:latin typeface="UbuntuMono-Regular"/>
              </a:rPr>
              <a:t>	IF</a:t>
            </a:r>
          </a:p>
          <a:p>
            <a:r>
              <a:rPr lang="tr-TR" dirty="0">
                <a:latin typeface="UbuntuMono-Regular"/>
              </a:rPr>
              <a:t>		2</a:t>
            </a:r>
          </a:p>
          <a:p>
            <a:r>
              <a:rPr lang="tr-TR" dirty="0">
                <a:latin typeface="UbuntuMono-Regular"/>
              </a:rPr>
              <a:t>	ELSE</a:t>
            </a:r>
          </a:p>
          <a:p>
            <a:r>
              <a:rPr lang="tr-TR" dirty="0">
                <a:latin typeface="UbuntuMono-Regular"/>
              </a:rPr>
              <a:t>		&lt;30 days&gt; CHECKSEQUENCEVERIFY DROP</a:t>
            </a:r>
          </a:p>
          <a:p>
            <a:r>
              <a:rPr lang="tr-TR" dirty="0">
                <a:latin typeface="UbuntuMono-Regular"/>
              </a:rPr>
              <a:t>		</a:t>
            </a:r>
            <a:r>
              <a:rPr lang="en-US" dirty="0">
                <a:latin typeface="UbuntuMono-Regular"/>
              </a:rPr>
              <a:t>&lt;Abdul the Lawyer's </a:t>
            </a:r>
            <a:r>
              <a:rPr lang="en-US" dirty="0" err="1">
                <a:latin typeface="UbuntuMono-Regular"/>
              </a:rPr>
              <a:t>Pubkey</a:t>
            </a:r>
            <a:r>
              <a:rPr lang="en-US" dirty="0">
                <a:latin typeface="UbuntuMono-Regular"/>
              </a:rPr>
              <a:t>&gt; CHECKSIGVERIFY</a:t>
            </a:r>
          </a:p>
          <a:p>
            <a:r>
              <a:rPr lang="tr-TR" dirty="0">
                <a:latin typeface="UbuntuMono-Regular"/>
              </a:rPr>
              <a:t>		1</a:t>
            </a:r>
          </a:p>
          <a:p>
            <a:r>
              <a:rPr lang="tr-TR" dirty="0">
                <a:latin typeface="UbuntuMono-Regular"/>
              </a:rPr>
              <a:t>	ENDIF</a:t>
            </a:r>
          </a:p>
          <a:p>
            <a:r>
              <a:rPr lang="tr-TR" dirty="0">
                <a:latin typeface="UbuntuMono-Regular"/>
              </a:rPr>
              <a:t>	&lt;Mohammed's Pubkey&gt; &lt;Saeed's Pubkey&gt; &lt;Zaira’s 	Pubkey&gt; 3 CHECKMULTISIG</a:t>
            </a:r>
          </a:p>
          <a:p>
            <a:r>
              <a:rPr lang="tr-TR" dirty="0">
                <a:latin typeface="UbuntuMono-Regular"/>
              </a:rPr>
              <a:t>ELSE</a:t>
            </a:r>
          </a:p>
          <a:p>
            <a:r>
              <a:rPr lang="tr-TR" dirty="0">
                <a:latin typeface="UbuntuMono-Regular"/>
              </a:rPr>
              <a:t>	&lt;90 days&gt; CHECKSEQUENCEVERIFY DROP</a:t>
            </a:r>
          </a:p>
          <a:p>
            <a:r>
              <a:rPr lang="tr-TR" dirty="0">
                <a:latin typeface="UbuntuMono-Regular"/>
              </a:rPr>
              <a:t>	</a:t>
            </a:r>
            <a:r>
              <a:rPr lang="en-US" dirty="0">
                <a:latin typeface="UbuntuMono-Regular"/>
              </a:rPr>
              <a:t>&lt;Abdul the Lawyer's </a:t>
            </a:r>
            <a:r>
              <a:rPr lang="en-US" dirty="0" err="1">
                <a:latin typeface="UbuntuMono-Regular"/>
              </a:rPr>
              <a:t>Pubkey</a:t>
            </a:r>
            <a:r>
              <a:rPr lang="en-US" dirty="0">
                <a:latin typeface="UbuntuMono-Regular"/>
              </a:rPr>
              <a:t>&gt; CHECKSIG</a:t>
            </a:r>
          </a:p>
          <a:p>
            <a:r>
              <a:rPr lang="tr-TR" dirty="0">
                <a:latin typeface="UbuntuMono-Regular"/>
              </a:rPr>
              <a:t>ENDIF</a:t>
            </a:r>
            <a:endParaRPr lang="tr-TR" dirty="0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05904173-FFBD-428B-B3F0-B1A2243C5004}"/>
              </a:ext>
            </a:extLst>
          </p:cNvPr>
          <p:cNvSpPr/>
          <p:nvPr/>
        </p:nvSpPr>
        <p:spPr>
          <a:xfrm>
            <a:off x="5614737" y="2514600"/>
            <a:ext cx="1844842" cy="914400"/>
          </a:xfrm>
          <a:prstGeom prst="round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tr-TR" dirty="0"/>
              <a:t>sets the quorum</a:t>
            </a:r>
          </a:p>
          <a:p>
            <a:r>
              <a:rPr lang="en-US" dirty="0"/>
              <a:t>of the </a:t>
            </a:r>
            <a:r>
              <a:rPr lang="en-US" dirty="0" err="1"/>
              <a:t>multisig</a:t>
            </a:r>
            <a:r>
              <a:rPr lang="en-US" dirty="0"/>
              <a:t> to 2 (2-of-3)</a:t>
            </a:r>
            <a:endParaRPr lang="tr-TR" dirty="0"/>
          </a:p>
        </p:txBody>
      </p:sp>
      <p:cxnSp>
        <p:nvCxnSpPr>
          <p:cNvPr id="6" name="Connector: Elbow 5">
            <a:extLst>
              <a:ext uri="{FF2B5EF4-FFF2-40B4-BE49-F238E27FC236}">
                <a16:creationId xmlns:a16="http://schemas.microsoft.com/office/drawing/2014/main" id="{06273104-B77C-402E-8955-B68172B03F4B}"/>
              </a:ext>
            </a:extLst>
          </p:cNvPr>
          <p:cNvCxnSpPr>
            <a:stCxn id="4" idx="1"/>
          </p:cNvCxnSpPr>
          <p:nvPr/>
        </p:nvCxnSpPr>
        <p:spPr>
          <a:xfrm rot="10800000" flipV="1">
            <a:off x="4427621" y="2971800"/>
            <a:ext cx="1187116" cy="316832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Rectangle 9">
            <a:extLst>
              <a:ext uri="{FF2B5EF4-FFF2-40B4-BE49-F238E27FC236}">
                <a16:creationId xmlns:a16="http://schemas.microsoft.com/office/drawing/2014/main" id="{4E35E5EF-1B8E-4172-ACD2-8B1841A051BD}"/>
              </a:ext>
            </a:extLst>
          </p:cNvPr>
          <p:cNvSpPr/>
          <p:nvPr/>
        </p:nvSpPr>
        <p:spPr>
          <a:xfrm>
            <a:off x="7571874" y="2718553"/>
            <a:ext cx="450527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>
                <a:latin typeface="UbuntuMono-Regular"/>
              </a:rPr>
              <a:t>1st Execution path unlocking script</a:t>
            </a:r>
          </a:p>
          <a:p>
            <a:r>
              <a:rPr lang="da-DK" dirty="0">
                <a:latin typeface="UbuntuMono-Regular"/>
              </a:rPr>
              <a:t>0 &lt;Mohammed's Sig&gt; &lt;Zaira's Sig&gt; TRUE TRUE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3131809042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ED11E2B-7047-4C02-895B-ED390831FC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Mohammed’s Script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EF69D47E-A7ED-498E-BAB7-345CAF4AA147}"/>
              </a:ext>
            </a:extLst>
          </p:cNvPr>
          <p:cNvSpPr/>
          <p:nvPr/>
        </p:nvSpPr>
        <p:spPr>
          <a:xfrm>
            <a:off x="3048000" y="2566789"/>
            <a:ext cx="6096000" cy="397031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tr-TR" dirty="0">
                <a:latin typeface="UbuntuMono-Regular"/>
              </a:rPr>
              <a:t>IF</a:t>
            </a:r>
          </a:p>
          <a:p>
            <a:r>
              <a:rPr lang="tr-TR" dirty="0">
                <a:latin typeface="UbuntuMono-Regular"/>
              </a:rPr>
              <a:t>	IF</a:t>
            </a:r>
          </a:p>
          <a:p>
            <a:r>
              <a:rPr lang="tr-TR" dirty="0">
                <a:latin typeface="UbuntuMono-Regular"/>
              </a:rPr>
              <a:t>		2</a:t>
            </a:r>
          </a:p>
          <a:p>
            <a:r>
              <a:rPr lang="tr-TR" dirty="0">
                <a:latin typeface="UbuntuMono-Regular"/>
              </a:rPr>
              <a:t>	ELSE</a:t>
            </a:r>
          </a:p>
          <a:p>
            <a:r>
              <a:rPr lang="tr-TR" dirty="0">
                <a:latin typeface="UbuntuMono-Regular"/>
              </a:rPr>
              <a:t>		&lt;30 days&gt; CHECKSEQUENCEVERIFY DROP</a:t>
            </a:r>
          </a:p>
          <a:p>
            <a:r>
              <a:rPr lang="tr-TR" dirty="0">
                <a:latin typeface="UbuntuMono-Regular"/>
              </a:rPr>
              <a:t>		</a:t>
            </a:r>
            <a:r>
              <a:rPr lang="en-US" dirty="0">
                <a:latin typeface="UbuntuMono-Regular"/>
              </a:rPr>
              <a:t>&lt;Abdul the Lawyer's </a:t>
            </a:r>
            <a:r>
              <a:rPr lang="en-US" dirty="0" err="1">
                <a:latin typeface="UbuntuMono-Regular"/>
              </a:rPr>
              <a:t>Pubkey</a:t>
            </a:r>
            <a:r>
              <a:rPr lang="en-US" dirty="0">
                <a:latin typeface="UbuntuMono-Regular"/>
              </a:rPr>
              <a:t>&gt; CHECKSIGVERIFY</a:t>
            </a:r>
          </a:p>
          <a:p>
            <a:r>
              <a:rPr lang="tr-TR" dirty="0">
                <a:latin typeface="UbuntuMono-Regular"/>
              </a:rPr>
              <a:t>		1</a:t>
            </a:r>
          </a:p>
          <a:p>
            <a:r>
              <a:rPr lang="tr-TR" dirty="0">
                <a:latin typeface="UbuntuMono-Regular"/>
              </a:rPr>
              <a:t>	ENDIF</a:t>
            </a:r>
          </a:p>
          <a:p>
            <a:r>
              <a:rPr lang="tr-TR" dirty="0">
                <a:latin typeface="UbuntuMono-Regular"/>
              </a:rPr>
              <a:t>	&lt;Mohammed's Pubkey&gt; &lt;Saeed's Pubkey&gt; &lt;Zaira’s 	Pubkey&gt; 3 CHECKMULTISIG</a:t>
            </a:r>
          </a:p>
          <a:p>
            <a:r>
              <a:rPr lang="tr-TR" dirty="0">
                <a:latin typeface="UbuntuMono-Regular"/>
              </a:rPr>
              <a:t>ELSE</a:t>
            </a:r>
          </a:p>
          <a:p>
            <a:r>
              <a:rPr lang="tr-TR" dirty="0">
                <a:latin typeface="UbuntuMono-Regular"/>
              </a:rPr>
              <a:t>	&lt;90 days&gt; CHECKSEQUENCEVERIFY DROP</a:t>
            </a:r>
          </a:p>
          <a:p>
            <a:r>
              <a:rPr lang="tr-TR" dirty="0">
                <a:latin typeface="UbuntuMono-Regular"/>
              </a:rPr>
              <a:t>	</a:t>
            </a:r>
            <a:r>
              <a:rPr lang="en-US" dirty="0">
                <a:latin typeface="UbuntuMono-Regular"/>
              </a:rPr>
              <a:t>&lt;Abdul the Lawyer's </a:t>
            </a:r>
            <a:r>
              <a:rPr lang="en-US" dirty="0" err="1">
                <a:latin typeface="UbuntuMono-Regular"/>
              </a:rPr>
              <a:t>Pubkey</a:t>
            </a:r>
            <a:r>
              <a:rPr lang="en-US" dirty="0">
                <a:latin typeface="UbuntuMono-Regular"/>
              </a:rPr>
              <a:t>&gt; CHECKSIG</a:t>
            </a:r>
          </a:p>
          <a:p>
            <a:r>
              <a:rPr lang="tr-TR" dirty="0">
                <a:latin typeface="UbuntuMono-Regular"/>
              </a:rPr>
              <a:t>ENDIF</a:t>
            </a:r>
            <a:endParaRPr lang="tr-TR" dirty="0"/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06C08F7E-038C-4F72-B6AC-CA0CEAC45284}"/>
              </a:ext>
            </a:extLst>
          </p:cNvPr>
          <p:cNvSpPr/>
          <p:nvPr/>
        </p:nvSpPr>
        <p:spPr>
          <a:xfrm>
            <a:off x="224589" y="1639775"/>
            <a:ext cx="2709112" cy="978571"/>
          </a:xfrm>
          <a:prstGeom prst="round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dirty="0"/>
              <a:t>can only be used after 30 days have elapsed from the creation</a:t>
            </a:r>
            <a:r>
              <a:rPr lang="tr-TR" dirty="0"/>
              <a:t> of the UTXO</a:t>
            </a:r>
          </a:p>
        </p:txBody>
      </p:sp>
      <p:cxnSp>
        <p:nvCxnSpPr>
          <p:cNvPr id="9" name="Connector: Elbow 8">
            <a:extLst>
              <a:ext uri="{FF2B5EF4-FFF2-40B4-BE49-F238E27FC236}">
                <a16:creationId xmlns:a16="http://schemas.microsoft.com/office/drawing/2014/main" id="{2EDCBCC7-CA76-4EEF-94EB-9F38C56B1548}"/>
              </a:ext>
            </a:extLst>
          </p:cNvPr>
          <p:cNvCxnSpPr>
            <a:cxnSpLocks/>
            <a:stCxn id="7" idx="3"/>
          </p:cNvCxnSpPr>
          <p:nvPr/>
        </p:nvCxnSpPr>
        <p:spPr>
          <a:xfrm>
            <a:off x="2933701" y="2129061"/>
            <a:ext cx="1493920" cy="1560715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tangle 10">
            <a:extLst>
              <a:ext uri="{FF2B5EF4-FFF2-40B4-BE49-F238E27FC236}">
                <a16:creationId xmlns:a16="http://schemas.microsoft.com/office/drawing/2014/main" id="{27738D6B-7F2F-4516-BCE3-4BFC275A4F7C}"/>
              </a:ext>
            </a:extLst>
          </p:cNvPr>
          <p:cNvSpPr/>
          <p:nvPr/>
        </p:nvSpPr>
        <p:spPr>
          <a:xfrm>
            <a:off x="4753027" y="2566789"/>
            <a:ext cx="405739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>
                <a:latin typeface="UbuntuMono-Regular"/>
              </a:rPr>
              <a:t>2nd Execution path unlocking script</a:t>
            </a:r>
          </a:p>
          <a:p>
            <a:r>
              <a:rPr lang="da-DK" dirty="0"/>
              <a:t>0 &lt;Saeed's Sig&gt; &lt;Abdul's Sig&gt; FALSE TRUE</a:t>
            </a:r>
            <a:endParaRPr lang="tr-TR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EF361D45-EFC3-498A-8185-A7AF7246D0DA}"/>
              </a:ext>
            </a:extLst>
          </p:cNvPr>
          <p:cNvSpPr/>
          <p:nvPr/>
        </p:nvSpPr>
        <p:spPr>
          <a:xfrm>
            <a:off x="8128610" y="4336430"/>
            <a:ext cx="3774632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dirty="0">
                <a:latin typeface="MinionPro-Regular"/>
              </a:rPr>
              <a:t>sets the </a:t>
            </a:r>
            <a:r>
              <a:rPr lang="en-US" dirty="0">
                <a:latin typeface="MinionPro-Regular"/>
              </a:rPr>
              <a:t>quorum for the </a:t>
            </a:r>
            <a:r>
              <a:rPr lang="en-US" dirty="0" err="1">
                <a:latin typeface="MinionPro-Regular"/>
              </a:rPr>
              <a:t>multisig</a:t>
            </a:r>
            <a:r>
              <a:rPr lang="en-US" dirty="0">
                <a:latin typeface="MinionPro-Regular"/>
              </a:rPr>
              <a:t> to </a:t>
            </a:r>
            <a:r>
              <a:rPr lang="en-US" dirty="0">
                <a:latin typeface="UbuntuMono-Regular"/>
              </a:rPr>
              <a:t>1</a:t>
            </a:r>
            <a:endParaRPr lang="tr-TR" dirty="0"/>
          </a:p>
        </p:txBody>
      </p:sp>
      <p:cxnSp>
        <p:nvCxnSpPr>
          <p:cNvPr id="13" name="Connector: Elbow 12">
            <a:extLst>
              <a:ext uri="{FF2B5EF4-FFF2-40B4-BE49-F238E27FC236}">
                <a16:creationId xmlns:a16="http://schemas.microsoft.com/office/drawing/2014/main" id="{99519667-D3EE-415B-AD7C-58CF0970000D}"/>
              </a:ext>
            </a:extLst>
          </p:cNvPr>
          <p:cNvCxnSpPr/>
          <p:nvPr/>
        </p:nvCxnSpPr>
        <p:spPr>
          <a:xfrm rot="10800000">
            <a:off x="4638728" y="4336430"/>
            <a:ext cx="3489882" cy="184666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34129505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ED11E2B-7047-4C02-895B-ED390831FC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Mohammed’s Script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EF69D47E-A7ED-498E-BAB7-345CAF4AA147}"/>
              </a:ext>
            </a:extLst>
          </p:cNvPr>
          <p:cNvSpPr/>
          <p:nvPr/>
        </p:nvSpPr>
        <p:spPr>
          <a:xfrm>
            <a:off x="3048000" y="2566789"/>
            <a:ext cx="6096000" cy="397031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tr-TR" dirty="0">
                <a:latin typeface="UbuntuMono-Regular"/>
              </a:rPr>
              <a:t>IF</a:t>
            </a:r>
          </a:p>
          <a:p>
            <a:r>
              <a:rPr lang="tr-TR" dirty="0">
                <a:latin typeface="UbuntuMono-Regular"/>
              </a:rPr>
              <a:t>	IF</a:t>
            </a:r>
          </a:p>
          <a:p>
            <a:r>
              <a:rPr lang="tr-TR" dirty="0">
                <a:latin typeface="UbuntuMono-Regular"/>
              </a:rPr>
              <a:t>		2</a:t>
            </a:r>
          </a:p>
          <a:p>
            <a:r>
              <a:rPr lang="tr-TR" dirty="0">
                <a:latin typeface="UbuntuMono-Regular"/>
              </a:rPr>
              <a:t>	ELSE</a:t>
            </a:r>
          </a:p>
          <a:p>
            <a:r>
              <a:rPr lang="tr-TR" dirty="0">
                <a:latin typeface="UbuntuMono-Regular"/>
              </a:rPr>
              <a:t>		&lt;30 days&gt; CHECKSEQUENCEVERIFY DROP</a:t>
            </a:r>
          </a:p>
          <a:p>
            <a:r>
              <a:rPr lang="tr-TR" dirty="0">
                <a:latin typeface="UbuntuMono-Regular"/>
              </a:rPr>
              <a:t>		</a:t>
            </a:r>
            <a:r>
              <a:rPr lang="en-US" dirty="0">
                <a:latin typeface="UbuntuMono-Regular"/>
              </a:rPr>
              <a:t>&lt;Abdul the Lawyer's </a:t>
            </a:r>
            <a:r>
              <a:rPr lang="en-US" dirty="0" err="1">
                <a:latin typeface="UbuntuMono-Regular"/>
              </a:rPr>
              <a:t>Pubkey</a:t>
            </a:r>
            <a:r>
              <a:rPr lang="en-US" dirty="0">
                <a:latin typeface="UbuntuMono-Regular"/>
              </a:rPr>
              <a:t>&gt; CHECKSIGVERIFY</a:t>
            </a:r>
          </a:p>
          <a:p>
            <a:r>
              <a:rPr lang="tr-TR" dirty="0">
                <a:latin typeface="UbuntuMono-Regular"/>
              </a:rPr>
              <a:t>		1</a:t>
            </a:r>
          </a:p>
          <a:p>
            <a:r>
              <a:rPr lang="tr-TR" dirty="0">
                <a:latin typeface="UbuntuMono-Regular"/>
              </a:rPr>
              <a:t>	ENDIF</a:t>
            </a:r>
          </a:p>
          <a:p>
            <a:r>
              <a:rPr lang="tr-TR" dirty="0">
                <a:latin typeface="UbuntuMono-Regular"/>
              </a:rPr>
              <a:t>	&lt;Mohammed's Pubkey&gt; &lt;Saeed's Pubkey&gt; &lt;Zaira’s 	Pubkey&gt; 3 CHECKMULTISIG</a:t>
            </a:r>
          </a:p>
          <a:p>
            <a:r>
              <a:rPr lang="tr-TR" dirty="0">
                <a:latin typeface="UbuntuMono-Regular"/>
              </a:rPr>
              <a:t>ELSE</a:t>
            </a:r>
          </a:p>
          <a:p>
            <a:r>
              <a:rPr lang="tr-TR" dirty="0">
                <a:latin typeface="UbuntuMono-Regular"/>
              </a:rPr>
              <a:t>	&lt;90 days&gt; CHECKSEQUENCEVERIFY DROP</a:t>
            </a:r>
          </a:p>
          <a:p>
            <a:r>
              <a:rPr lang="tr-TR" dirty="0">
                <a:latin typeface="UbuntuMono-Regular"/>
              </a:rPr>
              <a:t>	</a:t>
            </a:r>
            <a:r>
              <a:rPr lang="en-US" dirty="0">
                <a:latin typeface="UbuntuMono-Regular"/>
              </a:rPr>
              <a:t>&lt;Abdul the Lawyer's </a:t>
            </a:r>
            <a:r>
              <a:rPr lang="en-US" dirty="0" err="1">
                <a:latin typeface="UbuntuMono-Regular"/>
              </a:rPr>
              <a:t>Pubkey</a:t>
            </a:r>
            <a:r>
              <a:rPr lang="en-US" dirty="0">
                <a:latin typeface="UbuntuMono-Regular"/>
              </a:rPr>
              <a:t>&gt; CHECKSIG</a:t>
            </a:r>
          </a:p>
          <a:p>
            <a:r>
              <a:rPr lang="tr-TR" dirty="0">
                <a:latin typeface="UbuntuMono-Regular"/>
              </a:rPr>
              <a:t>ENDIF</a:t>
            </a:r>
            <a:endParaRPr lang="tr-TR" dirty="0"/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06C08F7E-038C-4F72-B6AC-CA0CEAC45284}"/>
              </a:ext>
            </a:extLst>
          </p:cNvPr>
          <p:cNvSpPr/>
          <p:nvPr/>
        </p:nvSpPr>
        <p:spPr>
          <a:xfrm>
            <a:off x="0" y="5295094"/>
            <a:ext cx="2709112" cy="978571"/>
          </a:xfrm>
          <a:prstGeom prst="round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dirty="0"/>
              <a:t>can only be used after </a:t>
            </a:r>
            <a:r>
              <a:rPr lang="tr-TR" dirty="0"/>
              <a:t>9</a:t>
            </a:r>
            <a:r>
              <a:rPr lang="en-US" dirty="0"/>
              <a:t>0 days have elapsed from the creation</a:t>
            </a:r>
            <a:r>
              <a:rPr lang="tr-TR" dirty="0"/>
              <a:t> of the UTXO</a:t>
            </a:r>
          </a:p>
        </p:txBody>
      </p:sp>
      <p:cxnSp>
        <p:nvCxnSpPr>
          <p:cNvPr id="9" name="Connector: Elbow 8">
            <a:extLst>
              <a:ext uri="{FF2B5EF4-FFF2-40B4-BE49-F238E27FC236}">
                <a16:creationId xmlns:a16="http://schemas.microsoft.com/office/drawing/2014/main" id="{2EDCBCC7-CA76-4EEF-94EB-9F38C56B1548}"/>
              </a:ext>
            </a:extLst>
          </p:cNvPr>
          <p:cNvCxnSpPr>
            <a:cxnSpLocks/>
            <a:stCxn id="7" idx="3"/>
          </p:cNvCxnSpPr>
          <p:nvPr/>
        </p:nvCxnSpPr>
        <p:spPr>
          <a:xfrm>
            <a:off x="2709112" y="5784380"/>
            <a:ext cx="727937" cy="12700"/>
          </a:xfrm>
          <a:prstGeom prst="bentConnector3">
            <a:avLst>
              <a:gd name="adj1" fmla="val 50000"/>
            </a:avLst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tangle 10">
            <a:extLst>
              <a:ext uri="{FF2B5EF4-FFF2-40B4-BE49-F238E27FC236}">
                <a16:creationId xmlns:a16="http://schemas.microsoft.com/office/drawing/2014/main" id="{27738D6B-7F2F-4516-BCE3-4BFC275A4F7C}"/>
              </a:ext>
            </a:extLst>
          </p:cNvPr>
          <p:cNvSpPr/>
          <p:nvPr/>
        </p:nvSpPr>
        <p:spPr>
          <a:xfrm>
            <a:off x="7945406" y="5627334"/>
            <a:ext cx="347768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>
                <a:latin typeface="UbuntuMono-Regular"/>
              </a:rPr>
              <a:t>3rd Execution path unlocking script</a:t>
            </a:r>
          </a:p>
          <a:p>
            <a:r>
              <a:rPr lang="tr-TR" dirty="0"/>
              <a:t>&lt;Abdul's Sig&gt; FALSE</a:t>
            </a:r>
          </a:p>
        </p:txBody>
      </p:sp>
    </p:spTree>
    <p:extLst>
      <p:ext uri="{BB962C8B-B14F-4D97-AF65-F5344CB8AC3E}">
        <p14:creationId xmlns:p14="http://schemas.microsoft.com/office/powerpoint/2010/main" val="1272669772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21623799-6B7F-41B1-B7B4-F78C2828C75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8" name="Freeform 5">
              <a:extLst>
                <a:ext uri="{FF2B5EF4-FFF2-40B4-BE49-F238E27FC236}">
                  <a16:creationId xmlns:a16="http://schemas.microsoft.com/office/drawing/2014/main" id="{967C15C7-3131-4066-AB4E-48360172199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664FD385-BAB9-4368-8D28-0D361A9F588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E6A741B7-D871-4BE0-AE84-6ABD96DF602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5" name="Freeform 57">
            <a:extLst>
              <a:ext uri="{FF2B5EF4-FFF2-40B4-BE49-F238E27FC236}">
                <a16:creationId xmlns:a16="http://schemas.microsoft.com/office/drawing/2014/main" id="{9A396EE4-73AE-42F5-B20D-3AC542A59EC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CDA05887-E135-471E-BF04-F3572A3050C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2526E7F7-EE92-4AED-8B13-22818008EB9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21" name="Freeform 211">
              <a:extLst>
                <a:ext uri="{FF2B5EF4-FFF2-40B4-BE49-F238E27FC236}">
                  <a16:creationId xmlns:a16="http://schemas.microsoft.com/office/drawing/2014/main" id="{EDF5FBA7-23EA-4304-96CB-E695B5B128D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27" name="Straight Connector 19">
              <a:extLst>
                <a:ext uri="{FF2B5EF4-FFF2-40B4-BE49-F238E27FC236}">
                  <a16:creationId xmlns:a16="http://schemas.microsoft.com/office/drawing/2014/main" id="{71D9F16C-94B8-4AD0-8D90-B71DD3F5582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5" name="Picture 4" descr="A close up of a necklace&#10;&#10;Description generated with high confidence">
            <a:extLst>
              <a:ext uri="{FF2B5EF4-FFF2-40B4-BE49-F238E27FC236}">
                <a16:creationId xmlns:a16="http://schemas.microsoft.com/office/drawing/2014/main" id="{44705BF3-91A6-4CB6-9A5A-14F3DAB2AD10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4063"/>
          <a:stretch/>
        </p:blipFill>
        <p:spPr>
          <a:xfrm>
            <a:off x="-231" y="10"/>
            <a:ext cx="12192000" cy="6862703"/>
          </a:xfrm>
          <a:prstGeom prst="rect">
            <a:avLst/>
          </a:prstGeom>
        </p:spPr>
      </p:pic>
      <p:grpSp>
        <p:nvGrpSpPr>
          <p:cNvPr id="22" name="Group 21">
            <a:extLst>
              <a:ext uri="{FF2B5EF4-FFF2-40B4-BE49-F238E27FC236}">
                <a16:creationId xmlns:a16="http://schemas.microsoft.com/office/drawing/2014/main" id="{2D38A83F-8EBC-4C80-A2B8-A514BEE3091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2452688" y="1262063"/>
            <a:ext cx="7286625" cy="4333875"/>
            <a:chOff x="2452688" y="1262063"/>
            <a:chExt cx="7286625" cy="4333875"/>
          </a:xfrm>
        </p:grpSpPr>
        <p:sp>
          <p:nvSpPr>
            <p:cNvPr id="28" name="Freeform 159">
              <a:extLst>
                <a:ext uri="{FF2B5EF4-FFF2-40B4-BE49-F238E27FC236}">
                  <a16:creationId xmlns:a16="http://schemas.microsoft.com/office/drawing/2014/main" id="{92D99CBB-D8E1-4F47-B982-4AFC2305157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452688" y="1262063"/>
              <a:ext cx="7286625" cy="4333875"/>
            </a:xfrm>
            <a:custGeom>
              <a:avLst/>
              <a:gdLst/>
              <a:ahLst/>
              <a:cxnLst/>
              <a:rect l="0" t="0" r="r" b="b"/>
              <a:pathLst>
                <a:path w="4590" h="2730">
                  <a:moveTo>
                    <a:pt x="200" y="0"/>
                  </a:moveTo>
                  <a:lnTo>
                    <a:pt x="4390" y="0"/>
                  </a:lnTo>
                  <a:lnTo>
                    <a:pt x="4430" y="4"/>
                  </a:lnTo>
                  <a:lnTo>
                    <a:pt x="4468" y="15"/>
                  </a:lnTo>
                  <a:lnTo>
                    <a:pt x="4501" y="33"/>
                  </a:lnTo>
                  <a:lnTo>
                    <a:pt x="4532" y="59"/>
                  </a:lnTo>
                  <a:lnTo>
                    <a:pt x="4555" y="88"/>
                  </a:lnTo>
                  <a:lnTo>
                    <a:pt x="4575" y="123"/>
                  </a:lnTo>
                  <a:lnTo>
                    <a:pt x="4586" y="160"/>
                  </a:lnTo>
                  <a:lnTo>
                    <a:pt x="4590" y="201"/>
                  </a:lnTo>
                  <a:lnTo>
                    <a:pt x="4590" y="2529"/>
                  </a:lnTo>
                  <a:lnTo>
                    <a:pt x="4586" y="2570"/>
                  </a:lnTo>
                  <a:lnTo>
                    <a:pt x="4575" y="2607"/>
                  </a:lnTo>
                  <a:lnTo>
                    <a:pt x="4555" y="2642"/>
                  </a:lnTo>
                  <a:lnTo>
                    <a:pt x="4532" y="2672"/>
                  </a:lnTo>
                  <a:lnTo>
                    <a:pt x="4501" y="2697"/>
                  </a:lnTo>
                  <a:lnTo>
                    <a:pt x="4468" y="2715"/>
                  </a:lnTo>
                  <a:lnTo>
                    <a:pt x="4430" y="2726"/>
                  </a:lnTo>
                  <a:lnTo>
                    <a:pt x="4390" y="2730"/>
                  </a:lnTo>
                  <a:lnTo>
                    <a:pt x="200" y="2730"/>
                  </a:lnTo>
                  <a:lnTo>
                    <a:pt x="160" y="2726"/>
                  </a:lnTo>
                  <a:lnTo>
                    <a:pt x="122" y="2715"/>
                  </a:lnTo>
                  <a:lnTo>
                    <a:pt x="89" y="2697"/>
                  </a:lnTo>
                  <a:lnTo>
                    <a:pt x="58" y="2672"/>
                  </a:lnTo>
                  <a:lnTo>
                    <a:pt x="35" y="2642"/>
                  </a:lnTo>
                  <a:lnTo>
                    <a:pt x="15" y="2607"/>
                  </a:lnTo>
                  <a:lnTo>
                    <a:pt x="4" y="2570"/>
                  </a:lnTo>
                  <a:lnTo>
                    <a:pt x="0" y="2529"/>
                  </a:lnTo>
                  <a:lnTo>
                    <a:pt x="0" y="201"/>
                  </a:lnTo>
                  <a:lnTo>
                    <a:pt x="4" y="160"/>
                  </a:lnTo>
                  <a:lnTo>
                    <a:pt x="15" y="123"/>
                  </a:lnTo>
                  <a:lnTo>
                    <a:pt x="35" y="88"/>
                  </a:lnTo>
                  <a:lnTo>
                    <a:pt x="58" y="59"/>
                  </a:lnTo>
                  <a:lnTo>
                    <a:pt x="89" y="33"/>
                  </a:lnTo>
                  <a:lnTo>
                    <a:pt x="122" y="15"/>
                  </a:lnTo>
                  <a:lnTo>
                    <a:pt x="160" y="4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29" name="Freeform 164">
              <a:extLst>
                <a:ext uri="{FF2B5EF4-FFF2-40B4-BE49-F238E27FC236}">
                  <a16:creationId xmlns:a16="http://schemas.microsoft.com/office/drawing/2014/main" id="{772DB76A-B577-4057-B80A-A186F046C6C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643188" y="1452563"/>
              <a:ext cx="6905625" cy="3952875"/>
            </a:xfrm>
            <a:custGeom>
              <a:avLst/>
              <a:gdLst/>
              <a:ahLst/>
              <a:cxnLst/>
              <a:rect l="0" t="0" r="r" b="b"/>
              <a:pathLst>
                <a:path w="4350" h="2490">
                  <a:moveTo>
                    <a:pt x="80" y="28"/>
                  </a:moveTo>
                  <a:lnTo>
                    <a:pt x="63" y="30"/>
                  </a:lnTo>
                  <a:lnTo>
                    <a:pt x="50" y="38"/>
                  </a:lnTo>
                  <a:lnTo>
                    <a:pt x="38" y="49"/>
                  </a:lnTo>
                  <a:lnTo>
                    <a:pt x="30" y="63"/>
                  </a:lnTo>
                  <a:lnTo>
                    <a:pt x="28" y="79"/>
                  </a:lnTo>
                  <a:lnTo>
                    <a:pt x="28" y="2411"/>
                  </a:lnTo>
                  <a:lnTo>
                    <a:pt x="30" y="2427"/>
                  </a:lnTo>
                  <a:lnTo>
                    <a:pt x="38" y="2441"/>
                  </a:lnTo>
                  <a:lnTo>
                    <a:pt x="50" y="2452"/>
                  </a:lnTo>
                  <a:lnTo>
                    <a:pt x="63" y="2460"/>
                  </a:lnTo>
                  <a:lnTo>
                    <a:pt x="80" y="2462"/>
                  </a:lnTo>
                  <a:lnTo>
                    <a:pt x="4270" y="2462"/>
                  </a:lnTo>
                  <a:lnTo>
                    <a:pt x="4287" y="2460"/>
                  </a:lnTo>
                  <a:lnTo>
                    <a:pt x="4300" y="2452"/>
                  </a:lnTo>
                  <a:lnTo>
                    <a:pt x="4312" y="2441"/>
                  </a:lnTo>
                  <a:lnTo>
                    <a:pt x="4320" y="2427"/>
                  </a:lnTo>
                  <a:lnTo>
                    <a:pt x="4322" y="2411"/>
                  </a:lnTo>
                  <a:lnTo>
                    <a:pt x="4322" y="79"/>
                  </a:lnTo>
                  <a:lnTo>
                    <a:pt x="4320" y="63"/>
                  </a:lnTo>
                  <a:lnTo>
                    <a:pt x="4312" y="49"/>
                  </a:lnTo>
                  <a:lnTo>
                    <a:pt x="4300" y="38"/>
                  </a:lnTo>
                  <a:lnTo>
                    <a:pt x="4287" y="30"/>
                  </a:lnTo>
                  <a:lnTo>
                    <a:pt x="4270" y="28"/>
                  </a:lnTo>
                  <a:lnTo>
                    <a:pt x="80" y="28"/>
                  </a:lnTo>
                  <a:close/>
                  <a:moveTo>
                    <a:pt x="80" y="0"/>
                  </a:moveTo>
                  <a:lnTo>
                    <a:pt x="4270" y="0"/>
                  </a:lnTo>
                  <a:lnTo>
                    <a:pt x="4295" y="4"/>
                  </a:lnTo>
                  <a:lnTo>
                    <a:pt x="4317" y="16"/>
                  </a:lnTo>
                  <a:lnTo>
                    <a:pt x="4334" y="33"/>
                  </a:lnTo>
                  <a:lnTo>
                    <a:pt x="4346" y="54"/>
                  </a:lnTo>
                  <a:lnTo>
                    <a:pt x="4350" y="79"/>
                  </a:lnTo>
                  <a:lnTo>
                    <a:pt x="4350" y="2411"/>
                  </a:lnTo>
                  <a:lnTo>
                    <a:pt x="4346" y="2436"/>
                  </a:lnTo>
                  <a:lnTo>
                    <a:pt x="4334" y="2457"/>
                  </a:lnTo>
                  <a:lnTo>
                    <a:pt x="4317" y="2474"/>
                  </a:lnTo>
                  <a:lnTo>
                    <a:pt x="4295" y="2486"/>
                  </a:lnTo>
                  <a:lnTo>
                    <a:pt x="4270" y="2490"/>
                  </a:lnTo>
                  <a:lnTo>
                    <a:pt x="80" y="2490"/>
                  </a:lnTo>
                  <a:lnTo>
                    <a:pt x="55" y="2486"/>
                  </a:lnTo>
                  <a:lnTo>
                    <a:pt x="33" y="2474"/>
                  </a:lnTo>
                  <a:lnTo>
                    <a:pt x="16" y="2457"/>
                  </a:lnTo>
                  <a:lnTo>
                    <a:pt x="4" y="2436"/>
                  </a:lnTo>
                  <a:lnTo>
                    <a:pt x="0" y="2411"/>
                  </a:lnTo>
                  <a:lnTo>
                    <a:pt x="0" y="79"/>
                  </a:lnTo>
                  <a:lnTo>
                    <a:pt x="4" y="54"/>
                  </a:lnTo>
                  <a:lnTo>
                    <a:pt x="16" y="33"/>
                  </a:lnTo>
                  <a:lnTo>
                    <a:pt x="33" y="16"/>
                  </a:lnTo>
                  <a:lnTo>
                    <a:pt x="55" y="4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30" name="Straight Connector 24">
              <a:extLst>
                <a:ext uri="{FF2B5EF4-FFF2-40B4-BE49-F238E27FC236}">
                  <a16:creationId xmlns:a16="http://schemas.microsoft.com/office/drawing/2014/main" id="{51525BA0-631C-4DA8-AA5A-D0AD337A8C4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5410200" y="3862794"/>
              <a:ext cx="1371600" cy="0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5C6FBE0-F071-449F-82EC-4CC1A7FD8F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162301" y="1830578"/>
            <a:ext cx="5859724" cy="1572829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ctr">
              <a:lnSpc>
                <a:spcPct val="105000"/>
              </a:lnSpc>
            </a:pPr>
            <a:r>
              <a:rPr lang="en-US" sz="3900"/>
              <a:t>Discussions</a:t>
            </a:r>
          </a:p>
        </p:txBody>
      </p:sp>
      <p:graphicFrame>
        <p:nvGraphicFramePr>
          <p:cNvPr id="35" name="Diagram 2">
            <a:extLst>
              <a:ext uri="{FF2B5EF4-FFF2-40B4-BE49-F238E27FC236}">
                <a16:creationId xmlns:a16="http://schemas.microsoft.com/office/drawing/2014/main" id="{7BA7B142-D3D1-48A6-83AD-002E6545889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70992832"/>
              </p:ext>
            </p:extLst>
          </p:nvPr>
        </p:nvGraphicFramePr>
        <p:xfrm>
          <a:off x="3162301" y="2492375"/>
          <a:ext cx="6233003" cy="319616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2403429795"/>
      </p:ext>
    </p:extLst>
  </p:cSld>
  <p:clrMapOvr>
    <a:masterClrMapping/>
  </p:clrMapOvr>
</p:sld>
</file>

<file path=ppt/theme/theme1.xml><?xml version="1.0" encoding="utf-8"?>
<a:theme xmlns:a="http://schemas.openxmlformats.org/drawingml/2006/main" name="Feathered">
  <a:themeElements>
    <a:clrScheme name="Feathered">
      <a:dk1>
        <a:sysClr val="windowText" lastClr="000000"/>
      </a:dk1>
      <a:lt1>
        <a:sysClr val="window" lastClr="FFFFFF"/>
      </a:lt1>
      <a:dk2>
        <a:srgbClr val="121316"/>
      </a:dk2>
      <a:lt2>
        <a:srgbClr val="FEFCF7"/>
      </a:lt2>
      <a:accent1>
        <a:srgbClr val="606372"/>
      </a:accent1>
      <a:accent2>
        <a:srgbClr val="79A8A4"/>
      </a:accent2>
      <a:accent3>
        <a:srgbClr val="B2AD8F"/>
      </a:accent3>
      <a:accent4>
        <a:srgbClr val="AD8082"/>
      </a:accent4>
      <a:accent5>
        <a:srgbClr val="DEC18C"/>
      </a:accent5>
      <a:accent6>
        <a:srgbClr val="92A185"/>
      </a:accent6>
      <a:hlink>
        <a:srgbClr val="85C4D2"/>
      </a:hlink>
      <a:folHlink>
        <a:srgbClr val="8E8CA7"/>
      </a:folHlink>
    </a:clrScheme>
    <a:fontScheme name="Feathered">
      <a:majorFont>
        <a:latin typeface="Century Schoolbook" panose="02040604050505020304"/>
        <a:ea typeface=""/>
        <a:cs typeface=""/>
        <a:font script="Jpan" typeface="メイリオ"/>
        <a:font script="Hang" typeface="휴먼매직체"/>
        <a:font script="Hans" typeface="华文楷体"/>
        <a:font script="Hant" typeface="新細明體"/>
        <a:font script="Arab" typeface="Times New Roman"/>
        <a:font script="Hebr" typeface="Times New Roman"/>
        <a:font script="Thai" typeface="KodchiangUPC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Feathered">
      <a:fillStyleLst>
        <a:solidFill>
          <a:schemeClr val="phClr"/>
        </a:solidFill>
        <a:solidFill>
          <a:schemeClr val="phClr">
            <a:tint val="67000"/>
            <a:satMod val="105000"/>
          </a:schemeClr>
        </a:solidFill>
        <a:gradFill rotWithShape="1">
          <a:gsLst>
            <a:gs pos="0">
              <a:schemeClr val="phClr">
                <a:tint val="94000"/>
                <a:satMod val="103000"/>
                <a:lumMod val="102000"/>
              </a:schemeClr>
            </a:gs>
            <a:gs pos="50000">
              <a:schemeClr val="phClr">
                <a:shade val="100000"/>
                <a:satMod val="110000"/>
                <a:lumMod val="100000"/>
              </a:schemeClr>
            </a:gs>
            <a:gs pos="100000">
              <a:schemeClr val="phClr"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12700" cap="flat" cmpd="sng" algn="ctr">
          <a:solidFill>
            <a:schemeClr val="phClr"/>
          </a:solidFill>
          <a:prstDash val="solid"/>
        </a:ln>
        <a:ln w="19050" cap="flat" cmpd="sng" algn="ctr">
          <a:solidFill>
            <a:schemeClr val="phClr">
              <a:tint val="50000"/>
              <a:shade val="83000"/>
            </a:schemeClr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25400" dir="5400000" algn="ctr" rotWithShape="0">
              <a:srgbClr val="000000">
                <a:alpha val="20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hade val="98000"/>
                <a:satMod val="150000"/>
                <a:lumMod val="102000"/>
              </a:schemeClr>
            </a:gs>
            <a:gs pos="50000">
              <a:schemeClr val="phClr">
                <a:tint val="98000"/>
                <a:shade val="90000"/>
                <a:satMod val="13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Feathered" id="{EEC9B30E-2747-4D42-BCBE-A02BDEEEA114}" vid="{AACE42CE-5C67-4514-8A89-3472F564E146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</TotalTime>
  <Words>6450</Words>
  <Application>Microsoft Office PowerPoint</Application>
  <PresentationFormat>Geniş ekran</PresentationFormat>
  <Paragraphs>1164</Paragraphs>
  <Slides>127</Slides>
  <Notes>0</Notes>
  <HiddenSlides>0</HiddenSlides>
  <MMClips>0</MMClips>
  <ScaleCrop>false</ScaleCrop>
  <HeadingPairs>
    <vt:vector size="6" baseType="variant">
      <vt:variant>
        <vt:lpstr>Kullanılan Yazı Tipleri</vt:lpstr>
      </vt:variant>
      <vt:variant>
        <vt:i4>6</vt:i4>
      </vt:variant>
      <vt:variant>
        <vt:lpstr>Tema</vt:lpstr>
      </vt:variant>
      <vt:variant>
        <vt:i4>1</vt:i4>
      </vt:variant>
      <vt:variant>
        <vt:lpstr>Slayt Başlıkları</vt:lpstr>
      </vt:variant>
      <vt:variant>
        <vt:i4>127</vt:i4>
      </vt:variant>
    </vt:vector>
  </HeadingPairs>
  <TitlesOfParts>
    <vt:vector size="134" baseType="lpstr">
      <vt:lpstr>Calibri</vt:lpstr>
      <vt:lpstr>Century Schoolbook</vt:lpstr>
      <vt:lpstr>Corbel</vt:lpstr>
      <vt:lpstr>MinionPro-It</vt:lpstr>
      <vt:lpstr>MinionPro-Regular</vt:lpstr>
      <vt:lpstr>UbuntuMono-Regular</vt:lpstr>
      <vt:lpstr>Feathered</vt:lpstr>
      <vt:lpstr>Chapter 7 Advanced Transactions &amp; Scripting</vt:lpstr>
      <vt:lpstr>Content</vt:lpstr>
      <vt:lpstr>Introduction</vt:lpstr>
      <vt:lpstr>Introduction</vt:lpstr>
      <vt:lpstr>Introduction</vt:lpstr>
      <vt:lpstr>Multisignature</vt:lpstr>
      <vt:lpstr>Multisignature</vt:lpstr>
      <vt:lpstr>Multisignature Example</vt:lpstr>
      <vt:lpstr>Limitation with At most 15 Keys</vt:lpstr>
      <vt:lpstr>Locking Script</vt:lpstr>
      <vt:lpstr>Locking &amp; Unlocking Scripts</vt:lpstr>
      <vt:lpstr>Locking &amp; Unlocking Scripts</vt:lpstr>
      <vt:lpstr>A bug in CHECKMULTISIG execution</vt:lpstr>
      <vt:lpstr>Pay-to-Script-Hash (P2SH)</vt:lpstr>
      <vt:lpstr>Pay-to-Script-Hash (P2SH)</vt:lpstr>
      <vt:lpstr>Pay-to-Script-Hash (P2SH)</vt:lpstr>
      <vt:lpstr>Pay-to-Script-Hash (P2SH)</vt:lpstr>
      <vt:lpstr>PowerPoint Sunusu</vt:lpstr>
      <vt:lpstr>Explanation of Tables</vt:lpstr>
      <vt:lpstr>PowerPoint Sunusu</vt:lpstr>
      <vt:lpstr>Simplification</vt:lpstr>
      <vt:lpstr>Simplification</vt:lpstr>
      <vt:lpstr>Simplification</vt:lpstr>
      <vt:lpstr>Simplification</vt:lpstr>
      <vt:lpstr>P2SH Addresses</vt:lpstr>
      <vt:lpstr>P2SH Addresses</vt:lpstr>
      <vt:lpstr>P2SH Addresses</vt:lpstr>
      <vt:lpstr>Benefits of P2SH</vt:lpstr>
      <vt:lpstr>Benefits of P2SH</vt:lpstr>
      <vt:lpstr>Benefits of P2SH</vt:lpstr>
      <vt:lpstr>Redeem Script and Validation</vt:lpstr>
      <vt:lpstr>Redeem Script and Validation</vt:lpstr>
      <vt:lpstr>Redeem Script and Validation</vt:lpstr>
      <vt:lpstr>Redeem Script and Validation</vt:lpstr>
      <vt:lpstr>Redeem Script and Validation</vt:lpstr>
      <vt:lpstr>Redeem Script and Validation</vt:lpstr>
      <vt:lpstr>Data Recording Output (RETURN)</vt:lpstr>
      <vt:lpstr>Data Recording Output (RETURN)</vt:lpstr>
      <vt:lpstr>Data Recording Output (RETURN)</vt:lpstr>
      <vt:lpstr>Data Recording Output (RETURN)</vt:lpstr>
      <vt:lpstr>Data Recording Output (RETURN)</vt:lpstr>
      <vt:lpstr>Data Recording Output (RETURN)</vt:lpstr>
      <vt:lpstr>Data Recording Output (RETURN)</vt:lpstr>
      <vt:lpstr>Return Script</vt:lpstr>
      <vt:lpstr>Return Script</vt:lpstr>
      <vt:lpstr>Return Script</vt:lpstr>
      <vt:lpstr>Return Script</vt:lpstr>
      <vt:lpstr>Return Script</vt:lpstr>
      <vt:lpstr>Return Script Options</vt:lpstr>
      <vt:lpstr>Timelocks</vt:lpstr>
      <vt:lpstr>Timelocks</vt:lpstr>
      <vt:lpstr>Timelocks</vt:lpstr>
      <vt:lpstr>Transaction Locktime (nLocktime)</vt:lpstr>
      <vt:lpstr>Transaction Locktime (nLocktime)</vt:lpstr>
      <vt:lpstr>Transaction Locktime (nLocktime)</vt:lpstr>
      <vt:lpstr>Transaction Locktime (nLocktime)</vt:lpstr>
      <vt:lpstr>Transaction Locktime Limitations</vt:lpstr>
      <vt:lpstr>Alice to Bob: 3 Months Spending</vt:lpstr>
      <vt:lpstr>Alice to Bob: 3 Months Spending</vt:lpstr>
      <vt:lpstr>Check Lock Time Verify (CLTV)</vt:lpstr>
      <vt:lpstr>Check Lock Time Verify (CLTV)</vt:lpstr>
      <vt:lpstr>Check Lock Time Verify (CLTV)</vt:lpstr>
      <vt:lpstr>Locking an Output with CLTV</vt:lpstr>
      <vt:lpstr>Spending the UTXO</vt:lpstr>
      <vt:lpstr>Evaluation of the Transaction</vt:lpstr>
      <vt:lpstr>Conditions on Fail of CHECKLOCKTIMEVERIFY</vt:lpstr>
      <vt:lpstr>DROP in Scripts</vt:lpstr>
      <vt:lpstr>Relative Timelocks</vt:lpstr>
      <vt:lpstr>Relative Timelocks</vt:lpstr>
      <vt:lpstr>Relative Timelocks</vt:lpstr>
      <vt:lpstr>Relative Timelocks with nSequence</vt:lpstr>
      <vt:lpstr>Original Meaning of nSequence</vt:lpstr>
      <vt:lpstr>Original Meaning of nSequence</vt:lpstr>
      <vt:lpstr>nSequence Value Setting</vt:lpstr>
      <vt:lpstr>nSequence Value Setting</vt:lpstr>
      <vt:lpstr>nSequence as a Consensus-enforced Relative Timelock</vt:lpstr>
      <vt:lpstr>nSequence as a Consensus-enforced Relative Timelock</vt:lpstr>
      <vt:lpstr>nSequence as a Consensu- Enforced Relative Timelock</vt:lpstr>
      <vt:lpstr>nSequence as a Consensus-enforced Relative Timelock</vt:lpstr>
      <vt:lpstr>Figure 7-1. BIP-68 definition of nSequence encoding (Source: BIP-68)</vt:lpstr>
      <vt:lpstr>Relative Timelocks with CSV</vt:lpstr>
      <vt:lpstr>Relative Timelocks with CSV</vt:lpstr>
      <vt:lpstr>Relative Timelocks with CSV</vt:lpstr>
      <vt:lpstr>Relative Timelocks with CSV</vt:lpstr>
      <vt:lpstr>Median-Time-Past</vt:lpstr>
      <vt:lpstr>Median-Time-Past</vt:lpstr>
      <vt:lpstr>Median-Time-Past</vt:lpstr>
      <vt:lpstr>Median-Time-Past</vt:lpstr>
      <vt:lpstr>Median-Time-Past</vt:lpstr>
      <vt:lpstr>Median-Time-Past</vt:lpstr>
      <vt:lpstr>Median-Time-Past</vt:lpstr>
      <vt:lpstr>Median-Time-Past</vt:lpstr>
      <vt:lpstr>Median-Time-Past</vt:lpstr>
      <vt:lpstr>Timelock Defense Against Fee Sniping</vt:lpstr>
      <vt:lpstr>Timelock Defense Against Fee Sniping</vt:lpstr>
      <vt:lpstr>Timelock Defense Against Fee Sniping</vt:lpstr>
      <vt:lpstr>Timelock Defense Against Fee Sniping</vt:lpstr>
      <vt:lpstr>Timelock Defense Against Fee Sniping</vt:lpstr>
      <vt:lpstr>Timelock Defense Against Fee Sniping</vt:lpstr>
      <vt:lpstr>Timelock Defense Against Fee Sniping</vt:lpstr>
      <vt:lpstr>Timelock Defense Against Fee Sniping</vt:lpstr>
      <vt:lpstr>Timelock Defense Against Fee Sniping</vt:lpstr>
      <vt:lpstr>Scripts with Flow Control (Conditional Clauses)</vt:lpstr>
      <vt:lpstr>Scripts with Flow Control (Conditional Clauses)</vt:lpstr>
      <vt:lpstr>Scripts with Flow Control (Conditional Clauses)</vt:lpstr>
      <vt:lpstr>Scripts with Flow Control (Conditional Clauses)</vt:lpstr>
      <vt:lpstr>Traditional vs Stack Based Flow Control</vt:lpstr>
      <vt:lpstr>Conditional Clauses with VERIFY Opcodes</vt:lpstr>
      <vt:lpstr>Conditional Clauses with VERIFY Opcodes</vt:lpstr>
      <vt:lpstr>Example Script</vt:lpstr>
      <vt:lpstr>Example Script</vt:lpstr>
      <vt:lpstr>Equivalent Script with IF</vt:lpstr>
      <vt:lpstr>Using Flow Control in Scripts</vt:lpstr>
      <vt:lpstr>Using Flow Control in Scripts</vt:lpstr>
      <vt:lpstr>Using Flow Control in Scripts</vt:lpstr>
      <vt:lpstr>Using Flow Control in Scripts</vt:lpstr>
      <vt:lpstr>Using Flow Control in Scripts</vt:lpstr>
      <vt:lpstr>Using Flow Control in Scripts</vt:lpstr>
      <vt:lpstr>Complex Script Example</vt:lpstr>
      <vt:lpstr>Complex Script Example</vt:lpstr>
      <vt:lpstr>Mohammed, partners Saeed &amp; Zaira, Lawyer Abdul</vt:lpstr>
      <vt:lpstr>Mohammed, partners Saeed &amp; Zaira, Lawyer Abdul</vt:lpstr>
      <vt:lpstr>Conditions</vt:lpstr>
      <vt:lpstr>Mohammed’s Script</vt:lpstr>
      <vt:lpstr>Mohammed’s Script</vt:lpstr>
      <vt:lpstr>Mohammed’s Script</vt:lpstr>
      <vt:lpstr>Discussions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Chapter 7 Advanced Transactions &amp; Scripting</dc:title>
  <dc:creator>YUSUF ALTUNEL</dc:creator>
  <cp:lastModifiedBy>YUSUF ALTUNEL</cp:lastModifiedBy>
  <cp:revision>2</cp:revision>
  <dcterms:created xsi:type="dcterms:W3CDTF">2021-05-01T10:35:26Z</dcterms:created>
  <dcterms:modified xsi:type="dcterms:W3CDTF">2021-05-01T10:37:42Z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c66f6488-6f7b-4340-b880-828136ff7811_Enabled">
    <vt:lpwstr>true</vt:lpwstr>
  </property>
  <property fmtid="{D5CDD505-2E9C-101B-9397-08002B2CF9AE}" pid="3" name="MSIP_Label_c66f6488-6f7b-4340-b880-828136ff7811_SetDate">
    <vt:lpwstr>2021-05-01T10:37:39Z</vt:lpwstr>
  </property>
  <property fmtid="{D5CDD505-2E9C-101B-9397-08002B2CF9AE}" pid="4" name="MSIP_Label_c66f6488-6f7b-4340-b880-828136ff7811_Method">
    <vt:lpwstr>Privileged</vt:lpwstr>
  </property>
  <property fmtid="{D5CDD505-2E9C-101B-9397-08002B2CF9AE}" pid="5" name="MSIP_Label_c66f6488-6f7b-4340-b880-828136ff7811_Name">
    <vt:lpwstr>c66f6488-6f7b-4340-b880-828136ff7811</vt:lpwstr>
  </property>
  <property fmtid="{D5CDD505-2E9C-101B-9397-08002B2CF9AE}" pid="6" name="MSIP_Label_c66f6488-6f7b-4340-b880-828136ff7811_SiteId">
    <vt:lpwstr>832c1bc9-1e43-4f93-a086-708d36b0c95d</vt:lpwstr>
  </property>
  <property fmtid="{D5CDD505-2E9C-101B-9397-08002B2CF9AE}" pid="7" name="MSIP_Label_c66f6488-6f7b-4340-b880-828136ff7811_ActionId">
    <vt:lpwstr>97580b6f-a0ce-4f89-ad81-3bc46a910164</vt:lpwstr>
  </property>
  <property fmtid="{D5CDD505-2E9C-101B-9397-08002B2CF9AE}" pid="8" name="MSIP_Label_c66f6488-6f7b-4340-b880-828136ff7811_ContentBits">
    <vt:lpwstr>0</vt:lpwstr>
  </property>
</Properties>
</file>