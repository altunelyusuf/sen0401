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8.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9.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1" r:id="rId1"/>
  </p:sldMasterIdLst>
  <p:notesMasterIdLst>
    <p:notesMasterId r:id="rId57"/>
  </p:notesMasterIdLst>
  <p:sldIdLst>
    <p:sldId id="256" r:id="rId2"/>
    <p:sldId id="257" r:id="rId3"/>
    <p:sldId id="258" r:id="rId4"/>
    <p:sldId id="283" r:id="rId5"/>
    <p:sldId id="292" r:id="rId6"/>
    <p:sldId id="268" r:id="rId7"/>
    <p:sldId id="269" r:id="rId8"/>
    <p:sldId id="293" r:id="rId9"/>
    <p:sldId id="294" r:id="rId10"/>
    <p:sldId id="295" r:id="rId11"/>
    <p:sldId id="296" r:id="rId12"/>
    <p:sldId id="297" r:id="rId13"/>
    <p:sldId id="284" r:id="rId14"/>
    <p:sldId id="298" r:id="rId15"/>
    <p:sldId id="270" r:id="rId16"/>
    <p:sldId id="307" r:id="rId17"/>
    <p:sldId id="308" r:id="rId18"/>
    <p:sldId id="285" r:id="rId19"/>
    <p:sldId id="309" r:id="rId20"/>
    <p:sldId id="299" r:id="rId21"/>
    <p:sldId id="313" r:id="rId22"/>
    <p:sldId id="315" r:id="rId23"/>
    <p:sldId id="314" r:id="rId24"/>
    <p:sldId id="271" r:id="rId25"/>
    <p:sldId id="286" r:id="rId26"/>
    <p:sldId id="272" r:id="rId27"/>
    <p:sldId id="290" r:id="rId28"/>
    <p:sldId id="300" r:id="rId29"/>
    <p:sldId id="259" r:id="rId30"/>
    <p:sldId id="274" r:id="rId31"/>
    <p:sldId id="291" r:id="rId32"/>
    <p:sldId id="275" r:id="rId33"/>
    <p:sldId id="301" r:id="rId34"/>
    <p:sldId id="282" r:id="rId35"/>
    <p:sldId id="302" r:id="rId36"/>
    <p:sldId id="303" r:id="rId37"/>
    <p:sldId id="304" r:id="rId38"/>
    <p:sldId id="305" r:id="rId39"/>
    <p:sldId id="261" r:id="rId40"/>
    <p:sldId id="262" r:id="rId41"/>
    <p:sldId id="276" r:id="rId42"/>
    <p:sldId id="279" r:id="rId43"/>
    <p:sldId id="280" r:id="rId44"/>
    <p:sldId id="281" r:id="rId45"/>
    <p:sldId id="263" r:id="rId46"/>
    <p:sldId id="277" r:id="rId47"/>
    <p:sldId id="287" r:id="rId48"/>
    <p:sldId id="264" r:id="rId49"/>
    <p:sldId id="306" r:id="rId50"/>
    <p:sldId id="288" r:id="rId51"/>
    <p:sldId id="265" r:id="rId52"/>
    <p:sldId id="266" r:id="rId53"/>
    <p:sldId id="312" r:id="rId54"/>
    <p:sldId id="310" r:id="rId55"/>
    <p:sldId id="311"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68" autoAdjust="0"/>
    <p:restoredTop sz="87819" autoAdjust="0"/>
  </p:normalViewPr>
  <p:slideViewPr>
    <p:cSldViewPr snapToGrid="0">
      <p:cViewPr varScale="1">
        <p:scale>
          <a:sx n="71" d="100"/>
          <a:sy n="71" d="100"/>
        </p:scale>
        <p:origin x="115"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hyperlink" Target="https://github.com/bitcoin/bitcoin" TargetMode="Externa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diagrams/_rels/data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png"/></Relationships>
</file>

<file path=ppt/diagrams/_rels/data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png"/></Relationships>
</file>

<file path=ppt/diagrams/_rels/data8.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png"/></Relationships>
</file>

<file path=ppt/diagrams/_rels/data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_rels/data10.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png"/></Relationships>
</file>

<file path=ppt/diagrams/_rels/data11.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38.png"/></Relationships>
</file>

<file path=ppt/diagrams/_rels/data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_rels/data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ata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4" Type="http://schemas.openxmlformats.org/officeDocument/2006/relationships/image" Target="../media/image62.svg"/></Relationships>
</file>

<file path=ppt/diagrams/_rels/data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4.svg"/><Relationship Id="rId1" Type="http://schemas.openxmlformats.org/officeDocument/2006/relationships/image" Target="../media/image63.png"/><Relationship Id="rId4" Type="http://schemas.openxmlformats.org/officeDocument/2006/relationships/image" Target="../media/image58.svg"/></Relationships>
</file>

<file path=ppt/diagrams/_rels/data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4" Type="http://schemas.openxmlformats.org/officeDocument/2006/relationships/image" Target="../media/image69.svg"/></Relationships>
</file>

<file path=ppt/diagrams/_rels/data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4" Type="http://schemas.openxmlformats.org/officeDocument/2006/relationships/image" Target="../media/image73.svg"/></Relationships>
</file>

<file path=ppt/diagrams/_rels/data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s>
</file>

<file path=ppt/diagrams/_rels/data20.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svg"/><Relationship Id="rId1" Type="http://schemas.openxmlformats.org/officeDocument/2006/relationships/image" Target="../media/image85.png"/><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8.svg"/></Relationships>
</file>

<file path=ppt/diagrams/_rels/data2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svg"/><Relationship Id="rId1" Type="http://schemas.openxmlformats.org/officeDocument/2006/relationships/image" Target="../media/image93.png"/><Relationship Id="rId4" Type="http://schemas.openxmlformats.org/officeDocument/2006/relationships/image" Target="../media/image96.svg"/></Relationships>
</file>

<file path=ppt/diagrams/_rels/data2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98.svg"/></Relationships>
</file>

<file path=ppt/diagrams/_rels/data24.xml.rels><?xml version="1.0" encoding="UTF-8" standalone="yes"?>
<Relationships xmlns="http://schemas.openxmlformats.org/package/2006/relationships"><Relationship Id="rId2" Type="http://schemas.openxmlformats.org/officeDocument/2006/relationships/hyperlink" Target="http://www.cypherspace.org/adam/" TargetMode="External"/><Relationship Id="rId1" Type="http://schemas.openxmlformats.org/officeDocument/2006/relationships/hyperlink" Target="http://www.weidai.com/" TargetMode="External"/></Relationships>
</file>

<file path=ppt/diagrams/_rels/data2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hyperlink" Target="http://www.cypherspace.org/adam/" TargetMode="External"/><Relationship Id="rId1" Type="http://schemas.openxmlformats.org/officeDocument/2006/relationships/hyperlink" Target="http://www.weidai.com/" TargetMode="External"/><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image" Target="../media/image104.svg"/></Relationships>
</file>

<file path=ppt/diagrams/_rels/data2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svg"/><Relationship Id="rId1" Type="http://schemas.openxmlformats.org/officeDocument/2006/relationships/image" Target="../media/image108.png"/><Relationship Id="rId4" Type="http://schemas.openxmlformats.org/officeDocument/2006/relationships/image" Target="../media/image111.svg"/></Relationships>
</file>

<file path=ppt/diagrams/_rels/data2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svg"/><Relationship Id="rId1" Type="http://schemas.openxmlformats.org/officeDocument/2006/relationships/image" Target="../media/image114.png"/><Relationship Id="rId4" Type="http://schemas.openxmlformats.org/officeDocument/2006/relationships/image" Target="../media/image117.svg"/></Relationships>
</file>

<file path=ppt/diagrams/_rels/data2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svg"/><Relationship Id="rId1" Type="http://schemas.openxmlformats.org/officeDocument/2006/relationships/image" Target="../media/image118.png"/><Relationship Id="rId4" Type="http://schemas.openxmlformats.org/officeDocument/2006/relationships/image" Target="../media/image121.svg"/></Relationships>
</file>

<file path=ppt/diagrams/_rels/data3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svg"/><Relationship Id="rId1" Type="http://schemas.openxmlformats.org/officeDocument/2006/relationships/image" Target="../media/image122.png"/><Relationship Id="rId4" Type="http://schemas.openxmlformats.org/officeDocument/2006/relationships/image" Target="../media/image125.svg"/></Relationships>
</file>

<file path=ppt/diagrams/_rels/data3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svg"/><Relationship Id="rId1" Type="http://schemas.openxmlformats.org/officeDocument/2006/relationships/image" Target="../media/image126.png"/><Relationship Id="rId4" Type="http://schemas.openxmlformats.org/officeDocument/2006/relationships/image" Target="../media/image129.svg"/></Relationships>
</file>

<file path=ppt/diagrams/_rels/data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31.svg"/><Relationship Id="rId1" Type="http://schemas.openxmlformats.org/officeDocument/2006/relationships/image" Target="../media/image130.png"/><Relationship Id="rId4" Type="http://schemas.openxmlformats.org/officeDocument/2006/relationships/image" Target="../media/image98.svg"/></Relationships>
</file>

<file path=ppt/diagrams/_rels/data3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svg"/><Relationship Id="rId1" Type="http://schemas.openxmlformats.org/officeDocument/2006/relationships/image" Target="../media/image132.png"/><Relationship Id="rId4" Type="http://schemas.openxmlformats.org/officeDocument/2006/relationships/image" Target="../media/image135.svg"/></Relationships>
</file>

<file path=ppt/diagrams/_rels/data3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139.svg"/><Relationship Id="rId5" Type="http://schemas.openxmlformats.org/officeDocument/2006/relationships/image" Target="../media/image138.png"/><Relationship Id="rId4" Type="http://schemas.openxmlformats.org/officeDocument/2006/relationships/image" Target="../media/image137.svg"/></Relationships>
</file>

<file path=ppt/diagrams/_rels/data38.xml.rels><?xml version="1.0" encoding="UTF-8" standalone="yes"?>
<Relationships xmlns="http://schemas.openxmlformats.org/package/2006/relationships"><Relationship Id="rId8" Type="http://schemas.openxmlformats.org/officeDocument/2006/relationships/image" Target="../media/image145.sv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143.svg"/><Relationship Id="rId5" Type="http://schemas.openxmlformats.org/officeDocument/2006/relationships/image" Target="../media/image142.png"/><Relationship Id="rId10" Type="http://schemas.openxmlformats.org/officeDocument/2006/relationships/image" Target="../media/image147.svg"/><Relationship Id="rId4" Type="http://schemas.openxmlformats.org/officeDocument/2006/relationships/image" Target="../media/image141.svg"/><Relationship Id="rId9" Type="http://schemas.openxmlformats.org/officeDocument/2006/relationships/image" Target="../media/image146.png"/></Relationships>
</file>

<file path=ppt/diagrams/_rels/data39.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image" Target="../media/image149.svg"/><Relationship Id="rId1" Type="http://schemas.openxmlformats.org/officeDocument/2006/relationships/image" Target="../media/image148.pn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151.svg"/></Relationships>
</file>

<file path=ppt/diagrams/_rels/data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57.svg"/><Relationship Id="rId1" Type="http://schemas.openxmlformats.org/officeDocument/2006/relationships/image" Target="../media/image156.png"/><Relationship Id="rId6" Type="http://schemas.openxmlformats.org/officeDocument/2006/relationships/image" Target="../media/image159.svg"/><Relationship Id="rId5" Type="http://schemas.openxmlformats.org/officeDocument/2006/relationships/image" Target="../media/image158.png"/><Relationship Id="rId4" Type="http://schemas.openxmlformats.org/officeDocument/2006/relationships/image" Target="../media/image25.svg"/></Relationships>
</file>

<file path=ppt/diagrams/_rels/data4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svg"/><Relationship Id="rId1" Type="http://schemas.openxmlformats.org/officeDocument/2006/relationships/image" Target="../media/image160.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63.svg"/></Relationships>
</file>

<file path=ppt/diagrams/_rels/data4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svg"/><Relationship Id="rId1" Type="http://schemas.openxmlformats.org/officeDocument/2006/relationships/image" Target="../media/image164.png"/><Relationship Id="rId6" Type="http://schemas.openxmlformats.org/officeDocument/2006/relationships/image" Target="../media/image169.svg"/><Relationship Id="rId5" Type="http://schemas.openxmlformats.org/officeDocument/2006/relationships/image" Target="../media/image168.png"/><Relationship Id="rId4" Type="http://schemas.openxmlformats.org/officeDocument/2006/relationships/image" Target="../media/image167.svg"/></Relationships>
</file>

<file path=ppt/diagrams/_rels/data4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svg"/><Relationship Id="rId1" Type="http://schemas.openxmlformats.org/officeDocument/2006/relationships/image" Target="../media/image170.png"/><Relationship Id="rId4" Type="http://schemas.openxmlformats.org/officeDocument/2006/relationships/image" Target="../media/image173.svg"/></Relationships>
</file>

<file path=ppt/diagrams/_rels/data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46.xml.rels><?xml version="1.0" encoding="UTF-8" standalone="yes"?>
<Relationships xmlns="http://schemas.openxmlformats.org/package/2006/relationships"><Relationship Id="rId8" Type="http://schemas.openxmlformats.org/officeDocument/2006/relationships/image" Target="../media/image175.svg"/><Relationship Id="rId13" Type="http://schemas.openxmlformats.org/officeDocument/2006/relationships/image" Target="../media/image180.png"/><Relationship Id="rId3" Type="http://schemas.openxmlformats.org/officeDocument/2006/relationships/hyperlink" Target="https://www.cmegroup.com/trading/cryptocurrency-indices/cf-bitcoin-reference-rate.html" TargetMode="External"/><Relationship Id="rId7" Type="http://schemas.openxmlformats.org/officeDocument/2006/relationships/image" Target="../media/image174.png"/><Relationship Id="rId12" Type="http://schemas.openxmlformats.org/officeDocument/2006/relationships/image" Target="../media/image179.svg"/><Relationship Id="rId2" Type="http://schemas.openxmlformats.org/officeDocument/2006/relationships/hyperlink" Target="https://coinmarketcap.com/" TargetMode="External"/><Relationship Id="rId16" Type="http://schemas.openxmlformats.org/officeDocument/2006/relationships/image" Target="../media/image183.svg"/><Relationship Id="rId1" Type="http://schemas.openxmlformats.org/officeDocument/2006/relationships/hyperlink" Target="https://bitcoinaverage.com/" TargetMode="External"/><Relationship Id="rId6" Type="http://schemas.openxmlformats.org/officeDocument/2006/relationships/hyperlink" Target="https://coincap.io/" TargetMode="External"/><Relationship Id="rId11" Type="http://schemas.openxmlformats.org/officeDocument/2006/relationships/image" Target="../media/image178.png"/><Relationship Id="rId5" Type="http://schemas.openxmlformats.org/officeDocument/2006/relationships/hyperlink" Target="https://www.coindesk.com/" TargetMode="External"/><Relationship Id="rId15" Type="http://schemas.openxmlformats.org/officeDocument/2006/relationships/image" Target="../media/image182.png"/><Relationship Id="rId10" Type="http://schemas.openxmlformats.org/officeDocument/2006/relationships/image" Target="../media/image177.svg"/><Relationship Id="rId4" Type="http://schemas.openxmlformats.org/officeDocument/2006/relationships/hyperlink" Target="https://www.cmegroup.com/trading/cryptocurrency-indices.html" TargetMode="External"/><Relationship Id="rId9" Type="http://schemas.openxmlformats.org/officeDocument/2006/relationships/image" Target="../media/image176.png"/><Relationship Id="rId14" Type="http://schemas.openxmlformats.org/officeDocument/2006/relationships/image" Target="../media/image18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hyperlink" Target="https://github.com/bitcoin/bitcoin" TargetMode="External"/><Relationship Id="rId7" Type="http://schemas.openxmlformats.org/officeDocument/2006/relationships/image" Target="../media/image20.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image" Target="../media/image29.png"/></Relationships>
</file>

<file path=ppt/diagrams/_rels/drawing7.xml.rels><?xml version="1.0" encoding="UTF-8" standalone="yes"?>
<Relationships xmlns="http://schemas.openxmlformats.org/package/2006/relationships"><Relationship Id="rId2" Type="http://schemas.openxmlformats.org/officeDocument/2006/relationships/image" Target="../media/image32.svg"/><Relationship Id="rId1" Type="http://schemas.openxmlformats.org/officeDocument/2006/relationships/image" Target="../media/image31.png"/></Relationships>
</file>

<file path=ppt/diagrams/_rels/drawing8.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image" Target="../media/image33.png"/></Relationships>
</file>

<file path=ppt/diagrams/_rels/drawing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_rels/drawing10.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png"/></Relationships>
</file>

<file path=ppt/diagrams/_rels/drawing11.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38.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4" Type="http://schemas.openxmlformats.org/officeDocument/2006/relationships/image" Target="../media/image62.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4.svg"/><Relationship Id="rId1" Type="http://schemas.openxmlformats.org/officeDocument/2006/relationships/image" Target="../media/image63.png"/><Relationship Id="rId4" Type="http://schemas.openxmlformats.org/officeDocument/2006/relationships/image" Target="../media/image58.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4" Type="http://schemas.openxmlformats.org/officeDocument/2006/relationships/image" Target="../media/image69.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4" Type="http://schemas.openxmlformats.org/officeDocument/2006/relationships/image" Target="../media/image73.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svg"/><Relationship Id="rId1" Type="http://schemas.openxmlformats.org/officeDocument/2006/relationships/image" Target="../media/image79.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svg"/><Relationship Id="rId1" Type="http://schemas.openxmlformats.org/officeDocument/2006/relationships/image" Target="../media/image85.png"/><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8.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svg"/><Relationship Id="rId1" Type="http://schemas.openxmlformats.org/officeDocument/2006/relationships/image" Target="../media/image93.png"/><Relationship Id="rId4" Type="http://schemas.openxmlformats.org/officeDocument/2006/relationships/image" Target="../media/image96.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98.svg"/></Relationships>
</file>

<file path=ppt/diagrams/_rels/drawing24.xml.rels><?xml version="1.0" encoding="UTF-8" standalone="yes"?>
<Relationships xmlns="http://schemas.openxmlformats.org/package/2006/relationships"><Relationship Id="rId2" Type="http://schemas.openxmlformats.org/officeDocument/2006/relationships/hyperlink" Target="http://www.weidai.com/" TargetMode="External"/><Relationship Id="rId1" Type="http://schemas.openxmlformats.org/officeDocument/2006/relationships/hyperlink" Target="http://www.cypherspace.org/adam/" TargetMode="External"/></Relationships>
</file>

<file path=ppt/diagrams/_rels/drawing25.xml.rels><?xml version="1.0" encoding="UTF-8" standalone="yes"?>
<Relationships xmlns="http://schemas.openxmlformats.org/package/2006/relationships"><Relationship Id="rId3" Type="http://schemas.openxmlformats.org/officeDocument/2006/relationships/hyperlink" Target="http://www.weidai.com/" TargetMode="External"/><Relationship Id="rId2" Type="http://schemas.openxmlformats.org/officeDocument/2006/relationships/image" Target="../media/image104.svg"/><Relationship Id="rId1" Type="http://schemas.openxmlformats.org/officeDocument/2006/relationships/image" Target="../media/image103.png"/><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hyperlink" Target="http://www.cypherspace.org/adam/" TargetMode="External"/></Relationships>
</file>

<file path=ppt/diagrams/_rels/drawing2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svg"/><Relationship Id="rId1" Type="http://schemas.openxmlformats.org/officeDocument/2006/relationships/image" Target="../media/image108.png"/><Relationship Id="rId4" Type="http://schemas.openxmlformats.org/officeDocument/2006/relationships/image" Target="../media/image111.svg"/></Relationships>
</file>

<file path=ppt/diagrams/_rels/drawing2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svg"/><Relationship Id="rId1" Type="http://schemas.openxmlformats.org/officeDocument/2006/relationships/image" Target="../media/image114.png"/><Relationship Id="rId4" Type="http://schemas.openxmlformats.org/officeDocument/2006/relationships/image" Target="../media/image117.svg"/></Relationships>
</file>

<file path=ppt/diagrams/_rels/drawing2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svg"/><Relationship Id="rId1" Type="http://schemas.openxmlformats.org/officeDocument/2006/relationships/image" Target="../media/image118.png"/><Relationship Id="rId4" Type="http://schemas.openxmlformats.org/officeDocument/2006/relationships/image" Target="../media/image121.svg"/></Relationships>
</file>

<file path=ppt/diagrams/_rels/drawing3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svg"/><Relationship Id="rId1" Type="http://schemas.openxmlformats.org/officeDocument/2006/relationships/image" Target="../media/image122.png"/><Relationship Id="rId4" Type="http://schemas.openxmlformats.org/officeDocument/2006/relationships/image" Target="../media/image125.svg"/></Relationships>
</file>

<file path=ppt/diagrams/_rels/drawing3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svg"/><Relationship Id="rId1" Type="http://schemas.openxmlformats.org/officeDocument/2006/relationships/image" Target="../media/image126.png"/><Relationship Id="rId4" Type="http://schemas.openxmlformats.org/officeDocument/2006/relationships/image" Target="../media/image129.svg"/></Relationships>
</file>

<file path=ppt/diagrams/_rels/drawing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31.svg"/><Relationship Id="rId1" Type="http://schemas.openxmlformats.org/officeDocument/2006/relationships/image" Target="../media/image130.png"/><Relationship Id="rId4" Type="http://schemas.openxmlformats.org/officeDocument/2006/relationships/image" Target="../media/image98.svg"/></Relationships>
</file>

<file path=ppt/diagrams/_rels/drawing3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svg"/><Relationship Id="rId1" Type="http://schemas.openxmlformats.org/officeDocument/2006/relationships/image" Target="../media/image132.png"/><Relationship Id="rId4" Type="http://schemas.openxmlformats.org/officeDocument/2006/relationships/image" Target="../media/image135.svg"/></Relationships>
</file>

<file path=ppt/diagrams/_rels/drawing3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94.svg"/><Relationship Id="rId1" Type="http://schemas.openxmlformats.org/officeDocument/2006/relationships/image" Target="../media/image93.png"/><Relationship Id="rId6" Type="http://schemas.openxmlformats.org/officeDocument/2006/relationships/image" Target="../media/image139.svg"/><Relationship Id="rId5" Type="http://schemas.openxmlformats.org/officeDocument/2006/relationships/image" Target="../media/image138.png"/><Relationship Id="rId4" Type="http://schemas.openxmlformats.org/officeDocument/2006/relationships/image" Target="../media/image137.svg"/></Relationships>
</file>

<file path=ppt/diagrams/_rels/drawing38.xml.rels><?xml version="1.0" encoding="UTF-8" standalone="yes"?>
<Relationships xmlns="http://schemas.openxmlformats.org/package/2006/relationships"><Relationship Id="rId8" Type="http://schemas.openxmlformats.org/officeDocument/2006/relationships/image" Target="../media/image145.sv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143.svg"/><Relationship Id="rId5" Type="http://schemas.openxmlformats.org/officeDocument/2006/relationships/image" Target="../media/image142.png"/><Relationship Id="rId10" Type="http://schemas.openxmlformats.org/officeDocument/2006/relationships/image" Target="../media/image147.svg"/><Relationship Id="rId4" Type="http://schemas.openxmlformats.org/officeDocument/2006/relationships/image" Target="../media/image141.svg"/><Relationship Id="rId9" Type="http://schemas.openxmlformats.org/officeDocument/2006/relationships/image" Target="../media/image146.png"/></Relationships>
</file>

<file path=ppt/diagrams/_rels/drawing39.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image" Target="../media/image149.svg"/><Relationship Id="rId1" Type="http://schemas.openxmlformats.org/officeDocument/2006/relationships/image" Target="../media/image148.pn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151.svg"/></Relationships>
</file>

<file path=ppt/diagrams/_rels/drawing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57.svg"/><Relationship Id="rId1" Type="http://schemas.openxmlformats.org/officeDocument/2006/relationships/image" Target="../media/image156.png"/><Relationship Id="rId6" Type="http://schemas.openxmlformats.org/officeDocument/2006/relationships/image" Target="../media/image159.svg"/><Relationship Id="rId5" Type="http://schemas.openxmlformats.org/officeDocument/2006/relationships/image" Target="../media/image158.png"/><Relationship Id="rId4" Type="http://schemas.openxmlformats.org/officeDocument/2006/relationships/image" Target="../media/image25.svg"/></Relationships>
</file>

<file path=ppt/diagrams/_rels/drawing4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svg"/><Relationship Id="rId1" Type="http://schemas.openxmlformats.org/officeDocument/2006/relationships/image" Target="../media/image160.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63.svg"/></Relationships>
</file>

<file path=ppt/diagrams/_rels/drawing4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svg"/><Relationship Id="rId1" Type="http://schemas.openxmlformats.org/officeDocument/2006/relationships/image" Target="../media/image164.png"/><Relationship Id="rId6" Type="http://schemas.openxmlformats.org/officeDocument/2006/relationships/image" Target="../media/image169.svg"/><Relationship Id="rId5" Type="http://schemas.openxmlformats.org/officeDocument/2006/relationships/image" Target="../media/image168.png"/><Relationship Id="rId4" Type="http://schemas.openxmlformats.org/officeDocument/2006/relationships/image" Target="../media/image167.svg"/></Relationships>
</file>

<file path=ppt/diagrams/_rels/drawing4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svg"/><Relationship Id="rId1" Type="http://schemas.openxmlformats.org/officeDocument/2006/relationships/image" Target="../media/image170.png"/><Relationship Id="rId4" Type="http://schemas.openxmlformats.org/officeDocument/2006/relationships/image" Target="../media/image173.svg"/></Relationships>
</file>

<file path=ppt/diagrams/_rels/drawing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9.svg"/><Relationship Id="rId1" Type="http://schemas.openxmlformats.org/officeDocument/2006/relationships/image" Target="../media/image118.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46.xml.rels><?xml version="1.0" encoding="UTF-8" standalone="yes"?>
<Relationships xmlns="http://schemas.openxmlformats.org/package/2006/relationships"><Relationship Id="rId8" Type="http://schemas.openxmlformats.org/officeDocument/2006/relationships/hyperlink" Target="https://bitcoinaverage.com/" TargetMode="External"/><Relationship Id="rId13" Type="http://schemas.openxmlformats.org/officeDocument/2006/relationships/image" Target="../media/image183.svg"/><Relationship Id="rId3" Type="http://schemas.openxmlformats.org/officeDocument/2006/relationships/image" Target="../media/image176.png"/><Relationship Id="rId7" Type="http://schemas.openxmlformats.org/officeDocument/2006/relationships/image" Target="../media/image179.svg"/><Relationship Id="rId12" Type="http://schemas.openxmlformats.org/officeDocument/2006/relationships/image" Target="../media/image182.png"/><Relationship Id="rId2" Type="http://schemas.openxmlformats.org/officeDocument/2006/relationships/image" Target="../media/image175.svg"/><Relationship Id="rId1" Type="http://schemas.openxmlformats.org/officeDocument/2006/relationships/image" Target="../media/image174.png"/><Relationship Id="rId6" Type="http://schemas.openxmlformats.org/officeDocument/2006/relationships/image" Target="../media/image178.png"/><Relationship Id="rId11" Type="http://schemas.openxmlformats.org/officeDocument/2006/relationships/hyperlink" Target="https://coincap.io/" TargetMode="External"/><Relationship Id="rId5" Type="http://schemas.openxmlformats.org/officeDocument/2006/relationships/hyperlink" Target="https://www.coindesk.com/" TargetMode="External"/><Relationship Id="rId10" Type="http://schemas.openxmlformats.org/officeDocument/2006/relationships/image" Target="../media/image181.svg"/><Relationship Id="rId4" Type="http://schemas.openxmlformats.org/officeDocument/2006/relationships/image" Target="../media/image177.svg"/><Relationship Id="rId9" Type="http://schemas.openxmlformats.org/officeDocument/2006/relationships/image" Target="../media/image180.png"/><Relationship Id="rId14" Type="http://schemas.openxmlformats.org/officeDocument/2006/relationships/hyperlink" Target="https://www.cmegroup.com/trading/cryptocurrency-indices.html"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6CD9BA-3BC9-42D8-9812-E969FA4374E4}" type="doc">
      <dgm:prSet loTypeId="urn:microsoft.com/office/officeart/2005/8/layout/list1" loCatId="list" qsTypeId="urn:microsoft.com/office/officeart/2005/8/quickstyle/simple2" qsCatId="simple" csTypeId="urn:microsoft.com/office/officeart/2005/8/colors/accent1_2" csCatId="accent1"/>
      <dgm:spPr/>
      <dgm:t>
        <a:bodyPr/>
        <a:lstStyle/>
        <a:p>
          <a:endParaRPr lang="tr-TR"/>
        </a:p>
      </dgm:t>
    </dgm:pt>
    <dgm:pt modelId="{59420FA1-0837-42DD-B01C-6EE51033A7BF}">
      <dgm:prSet/>
      <dgm:spPr/>
      <dgm:t>
        <a:bodyPr/>
        <a:lstStyle/>
        <a:p>
          <a:r>
            <a:rPr lang="tr-TR"/>
            <a:t>What is Bitcoin?</a:t>
          </a:r>
        </a:p>
      </dgm:t>
    </dgm:pt>
    <dgm:pt modelId="{DE097A55-6987-45B9-A7CB-F95EB4662F95}" type="parTrans" cxnId="{8C35DBFB-4226-4D47-B74A-D2C511013C32}">
      <dgm:prSet/>
      <dgm:spPr/>
      <dgm:t>
        <a:bodyPr/>
        <a:lstStyle/>
        <a:p>
          <a:endParaRPr lang="tr-TR"/>
        </a:p>
      </dgm:t>
    </dgm:pt>
    <dgm:pt modelId="{DD98EA49-E53C-4A30-AFBB-4A83EDF0CB66}" type="sibTrans" cxnId="{8C35DBFB-4226-4D47-B74A-D2C511013C32}">
      <dgm:prSet/>
      <dgm:spPr/>
      <dgm:t>
        <a:bodyPr/>
        <a:lstStyle/>
        <a:p>
          <a:endParaRPr lang="tr-TR"/>
        </a:p>
      </dgm:t>
    </dgm:pt>
    <dgm:pt modelId="{E7618D15-0C46-4905-B0CC-F493A9D49EE1}">
      <dgm:prSet/>
      <dgm:spPr/>
      <dgm:t>
        <a:bodyPr/>
        <a:lstStyle/>
        <a:p>
          <a:r>
            <a:rPr lang="tr-TR"/>
            <a:t>History of Bitcoin</a:t>
          </a:r>
        </a:p>
      </dgm:t>
    </dgm:pt>
    <dgm:pt modelId="{62FA03D3-8D2F-4242-9303-643A94B4E9ED}" type="parTrans" cxnId="{46FE2B37-21A5-4CE8-8E11-35F9577A8FB7}">
      <dgm:prSet/>
      <dgm:spPr/>
      <dgm:t>
        <a:bodyPr/>
        <a:lstStyle/>
        <a:p>
          <a:endParaRPr lang="tr-TR"/>
        </a:p>
      </dgm:t>
    </dgm:pt>
    <dgm:pt modelId="{D6FF59EF-DA16-4F66-B0E3-B849EC579588}" type="sibTrans" cxnId="{46FE2B37-21A5-4CE8-8E11-35F9577A8FB7}">
      <dgm:prSet/>
      <dgm:spPr/>
      <dgm:t>
        <a:bodyPr/>
        <a:lstStyle/>
        <a:p>
          <a:endParaRPr lang="tr-TR"/>
        </a:p>
      </dgm:t>
    </dgm:pt>
    <dgm:pt modelId="{356944EC-B604-4561-B427-22F1E509E024}">
      <dgm:prSet/>
      <dgm:spPr/>
      <dgm:t>
        <a:bodyPr/>
        <a:lstStyle/>
        <a:p>
          <a:r>
            <a:rPr lang="en-US"/>
            <a:t>Bitcoin Uses, Users, and Their Stories</a:t>
          </a:r>
          <a:endParaRPr lang="tr-TR"/>
        </a:p>
      </dgm:t>
    </dgm:pt>
    <dgm:pt modelId="{4CD54883-909F-471A-A4A1-F2841772ED2E}" type="parTrans" cxnId="{F424E64F-4D02-4F75-B93F-07AC5F50B7C0}">
      <dgm:prSet/>
      <dgm:spPr/>
      <dgm:t>
        <a:bodyPr/>
        <a:lstStyle/>
        <a:p>
          <a:endParaRPr lang="tr-TR"/>
        </a:p>
      </dgm:t>
    </dgm:pt>
    <dgm:pt modelId="{0B8496F1-4266-45AC-A0E2-8CF3C0D8EA09}" type="sibTrans" cxnId="{F424E64F-4D02-4F75-B93F-07AC5F50B7C0}">
      <dgm:prSet/>
      <dgm:spPr/>
      <dgm:t>
        <a:bodyPr/>
        <a:lstStyle/>
        <a:p>
          <a:endParaRPr lang="tr-TR"/>
        </a:p>
      </dgm:t>
    </dgm:pt>
    <dgm:pt modelId="{2CE9E217-4F6B-47B9-94CB-4DBA7E4CE179}">
      <dgm:prSet/>
      <dgm:spPr/>
      <dgm:t>
        <a:bodyPr/>
        <a:lstStyle/>
        <a:p>
          <a:r>
            <a:rPr lang="tr-TR"/>
            <a:t>Getting Started</a:t>
          </a:r>
        </a:p>
      </dgm:t>
    </dgm:pt>
    <dgm:pt modelId="{2936BE8E-9C30-415E-964A-E3A7B6746C15}" type="parTrans" cxnId="{DFEB668F-569D-4CD0-8E81-D319D40465EC}">
      <dgm:prSet/>
      <dgm:spPr/>
      <dgm:t>
        <a:bodyPr/>
        <a:lstStyle/>
        <a:p>
          <a:endParaRPr lang="tr-TR"/>
        </a:p>
      </dgm:t>
    </dgm:pt>
    <dgm:pt modelId="{6C92DEFB-7DD1-4D03-B1FD-9CD00D6B9337}" type="sibTrans" cxnId="{DFEB668F-569D-4CD0-8E81-D319D40465EC}">
      <dgm:prSet/>
      <dgm:spPr/>
      <dgm:t>
        <a:bodyPr/>
        <a:lstStyle/>
        <a:p>
          <a:endParaRPr lang="tr-TR"/>
        </a:p>
      </dgm:t>
    </dgm:pt>
    <dgm:pt modelId="{5CB823E7-2110-4151-9803-0894D56EE239}" type="pres">
      <dgm:prSet presAssocID="{246CD9BA-3BC9-42D8-9812-E969FA4374E4}" presName="linear" presStyleCnt="0">
        <dgm:presLayoutVars>
          <dgm:dir/>
          <dgm:animLvl val="lvl"/>
          <dgm:resizeHandles val="exact"/>
        </dgm:presLayoutVars>
      </dgm:prSet>
      <dgm:spPr/>
    </dgm:pt>
    <dgm:pt modelId="{6FE7F061-A612-47EE-A9AF-0256B36B58FD}" type="pres">
      <dgm:prSet presAssocID="{59420FA1-0837-42DD-B01C-6EE51033A7BF}" presName="parentLin" presStyleCnt="0"/>
      <dgm:spPr/>
    </dgm:pt>
    <dgm:pt modelId="{00DE990F-9CBE-4ADF-B117-E7909DFBE182}" type="pres">
      <dgm:prSet presAssocID="{59420FA1-0837-42DD-B01C-6EE51033A7BF}" presName="parentLeftMargin" presStyleLbl="node1" presStyleIdx="0" presStyleCnt="4"/>
      <dgm:spPr/>
    </dgm:pt>
    <dgm:pt modelId="{2E4218D8-1F5B-47A9-9A98-5C41873D0FF9}" type="pres">
      <dgm:prSet presAssocID="{59420FA1-0837-42DD-B01C-6EE51033A7BF}" presName="parentText" presStyleLbl="node1" presStyleIdx="0" presStyleCnt="4">
        <dgm:presLayoutVars>
          <dgm:chMax val="0"/>
          <dgm:bulletEnabled val="1"/>
        </dgm:presLayoutVars>
      </dgm:prSet>
      <dgm:spPr/>
    </dgm:pt>
    <dgm:pt modelId="{78A1D932-921F-4029-8D99-1F87A7A8808F}" type="pres">
      <dgm:prSet presAssocID="{59420FA1-0837-42DD-B01C-6EE51033A7BF}" presName="negativeSpace" presStyleCnt="0"/>
      <dgm:spPr/>
    </dgm:pt>
    <dgm:pt modelId="{EEFDD430-E083-4B21-8B1F-D4243DB99DD6}" type="pres">
      <dgm:prSet presAssocID="{59420FA1-0837-42DD-B01C-6EE51033A7BF}" presName="childText" presStyleLbl="conFgAcc1" presStyleIdx="0" presStyleCnt="4">
        <dgm:presLayoutVars>
          <dgm:bulletEnabled val="1"/>
        </dgm:presLayoutVars>
      </dgm:prSet>
      <dgm:spPr/>
    </dgm:pt>
    <dgm:pt modelId="{E812A813-BD27-451F-96F2-E1B5CC5A84F4}" type="pres">
      <dgm:prSet presAssocID="{DD98EA49-E53C-4A30-AFBB-4A83EDF0CB66}" presName="spaceBetweenRectangles" presStyleCnt="0"/>
      <dgm:spPr/>
    </dgm:pt>
    <dgm:pt modelId="{1735BAAF-4A78-499E-910E-7805D6D57FF7}" type="pres">
      <dgm:prSet presAssocID="{E7618D15-0C46-4905-B0CC-F493A9D49EE1}" presName="parentLin" presStyleCnt="0"/>
      <dgm:spPr/>
    </dgm:pt>
    <dgm:pt modelId="{C3281F26-5B69-4F59-AC99-CCB6AE8F40BD}" type="pres">
      <dgm:prSet presAssocID="{E7618D15-0C46-4905-B0CC-F493A9D49EE1}" presName="parentLeftMargin" presStyleLbl="node1" presStyleIdx="0" presStyleCnt="4"/>
      <dgm:spPr/>
    </dgm:pt>
    <dgm:pt modelId="{31DF849E-E638-44C1-84F1-3C99F745084F}" type="pres">
      <dgm:prSet presAssocID="{E7618D15-0C46-4905-B0CC-F493A9D49EE1}" presName="parentText" presStyleLbl="node1" presStyleIdx="1" presStyleCnt="4">
        <dgm:presLayoutVars>
          <dgm:chMax val="0"/>
          <dgm:bulletEnabled val="1"/>
        </dgm:presLayoutVars>
      </dgm:prSet>
      <dgm:spPr/>
    </dgm:pt>
    <dgm:pt modelId="{CDECF9D0-CCF3-4E90-AD35-BC963C6734BF}" type="pres">
      <dgm:prSet presAssocID="{E7618D15-0C46-4905-B0CC-F493A9D49EE1}" presName="negativeSpace" presStyleCnt="0"/>
      <dgm:spPr/>
    </dgm:pt>
    <dgm:pt modelId="{771703C6-AB8C-4AFE-9546-07F0E9C5B365}" type="pres">
      <dgm:prSet presAssocID="{E7618D15-0C46-4905-B0CC-F493A9D49EE1}" presName="childText" presStyleLbl="conFgAcc1" presStyleIdx="1" presStyleCnt="4">
        <dgm:presLayoutVars>
          <dgm:bulletEnabled val="1"/>
        </dgm:presLayoutVars>
      </dgm:prSet>
      <dgm:spPr/>
    </dgm:pt>
    <dgm:pt modelId="{BAF7F8AE-1D1D-4E02-8B55-54A3C4A654E2}" type="pres">
      <dgm:prSet presAssocID="{D6FF59EF-DA16-4F66-B0E3-B849EC579588}" presName="spaceBetweenRectangles" presStyleCnt="0"/>
      <dgm:spPr/>
    </dgm:pt>
    <dgm:pt modelId="{21AAE8DF-71C2-4168-955B-7368609B5A45}" type="pres">
      <dgm:prSet presAssocID="{356944EC-B604-4561-B427-22F1E509E024}" presName="parentLin" presStyleCnt="0"/>
      <dgm:spPr/>
    </dgm:pt>
    <dgm:pt modelId="{E2E55CDD-59DF-44C1-8474-384C8A99B5DA}" type="pres">
      <dgm:prSet presAssocID="{356944EC-B604-4561-B427-22F1E509E024}" presName="parentLeftMargin" presStyleLbl="node1" presStyleIdx="1" presStyleCnt="4"/>
      <dgm:spPr/>
    </dgm:pt>
    <dgm:pt modelId="{345BD854-4BC0-45FF-A1E5-0CC8E136ABC9}" type="pres">
      <dgm:prSet presAssocID="{356944EC-B604-4561-B427-22F1E509E024}" presName="parentText" presStyleLbl="node1" presStyleIdx="2" presStyleCnt="4">
        <dgm:presLayoutVars>
          <dgm:chMax val="0"/>
          <dgm:bulletEnabled val="1"/>
        </dgm:presLayoutVars>
      </dgm:prSet>
      <dgm:spPr/>
    </dgm:pt>
    <dgm:pt modelId="{E937DED0-71EF-4C43-8DD0-0771B3433E76}" type="pres">
      <dgm:prSet presAssocID="{356944EC-B604-4561-B427-22F1E509E024}" presName="negativeSpace" presStyleCnt="0"/>
      <dgm:spPr/>
    </dgm:pt>
    <dgm:pt modelId="{456C47FE-A6FA-4A26-B2A2-7BD9B3E92158}" type="pres">
      <dgm:prSet presAssocID="{356944EC-B604-4561-B427-22F1E509E024}" presName="childText" presStyleLbl="conFgAcc1" presStyleIdx="2" presStyleCnt="4">
        <dgm:presLayoutVars>
          <dgm:bulletEnabled val="1"/>
        </dgm:presLayoutVars>
      </dgm:prSet>
      <dgm:spPr/>
    </dgm:pt>
    <dgm:pt modelId="{4238005E-0395-41FC-99BF-01695BEFD7B7}" type="pres">
      <dgm:prSet presAssocID="{0B8496F1-4266-45AC-A0E2-8CF3C0D8EA09}" presName="spaceBetweenRectangles" presStyleCnt="0"/>
      <dgm:spPr/>
    </dgm:pt>
    <dgm:pt modelId="{C10714A2-F0CA-4738-B882-E605C477332A}" type="pres">
      <dgm:prSet presAssocID="{2CE9E217-4F6B-47B9-94CB-4DBA7E4CE179}" presName="parentLin" presStyleCnt="0"/>
      <dgm:spPr/>
    </dgm:pt>
    <dgm:pt modelId="{32C95856-B3F4-4C19-9FE6-2282E2E6E0B3}" type="pres">
      <dgm:prSet presAssocID="{2CE9E217-4F6B-47B9-94CB-4DBA7E4CE179}" presName="parentLeftMargin" presStyleLbl="node1" presStyleIdx="2" presStyleCnt="4"/>
      <dgm:spPr/>
    </dgm:pt>
    <dgm:pt modelId="{867C57E0-CA18-4F9F-9E3F-63A36E82B758}" type="pres">
      <dgm:prSet presAssocID="{2CE9E217-4F6B-47B9-94CB-4DBA7E4CE179}" presName="parentText" presStyleLbl="node1" presStyleIdx="3" presStyleCnt="4">
        <dgm:presLayoutVars>
          <dgm:chMax val="0"/>
          <dgm:bulletEnabled val="1"/>
        </dgm:presLayoutVars>
      </dgm:prSet>
      <dgm:spPr/>
    </dgm:pt>
    <dgm:pt modelId="{88456D6B-1E3F-4298-BFC7-CF465FB3C56D}" type="pres">
      <dgm:prSet presAssocID="{2CE9E217-4F6B-47B9-94CB-4DBA7E4CE179}" presName="negativeSpace" presStyleCnt="0"/>
      <dgm:spPr/>
    </dgm:pt>
    <dgm:pt modelId="{25C45133-5A75-40D0-A939-F34B1861E75A}" type="pres">
      <dgm:prSet presAssocID="{2CE9E217-4F6B-47B9-94CB-4DBA7E4CE179}" presName="childText" presStyleLbl="conFgAcc1" presStyleIdx="3" presStyleCnt="4">
        <dgm:presLayoutVars>
          <dgm:bulletEnabled val="1"/>
        </dgm:presLayoutVars>
      </dgm:prSet>
      <dgm:spPr/>
    </dgm:pt>
  </dgm:ptLst>
  <dgm:cxnLst>
    <dgm:cxn modelId="{57DEA50E-4F53-445C-997F-E1EE8A3DE6B4}" type="presOf" srcId="{2CE9E217-4F6B-47B9-94CB-4DBA7E4CE179}" destId="{867C57E0-CA18-4F9F-9E3F-63A36E82B758}" srcOrd="1" destOrd="0" presId="urn:microsoft.com/office/officeart/2005/8/layout/list1"/>
    <dgm:cxn modelId="{B80D3B19-4783-43DF-BBF5-32049863727E}" type="presOf" srcId="{356944EC-B604-4561-B427-22F1E509E024}" destId="{345BD854-4BC0-45FF-A1E5-0CC8E136ABC9}" srcOrd="1" destOrd="0" presId="urn:microsoft.com/office/officeart/2005/8/layout/list1"/>
    <dgm:cxn modelId="{BFE9D122-B1D8-476D-9D16-252153083341}" type="presOf" srcId="{59420FA1-0837-42DD-B01C-6EE51033A7BF}" destId="{2E4218D8-1F5B-47A9-9A98-5C41873D0FF9}" srcOrd="1" destOrd="0" presId="urn:microsoft.com/office/officeart/2005/8/layout/list1"/>
    <dgm:cxn modelId="{46FE2B37-21A5-4CE8-8E11-35F9577A8FB7}" srcId="{246CD9BA-3BC9-42D8-9812-E969FA4374E4}" destId="{E7618D15-0C46-4905-B0CC-F493A9D49EE1}" srcOrd="1" destOrd="0" parTransId="{62FA03D3-8D2F-4242-9303-643A94B4E9ED}" sibTransId="{D6FF59EF-DA16-4F66-B0E3-B849EC579588}"/>
    <dgm:cxn modelId="{F5ED2A3C-296A-485A-AF99-05F9D4155225}" type="presOf" srcId="{246CD9BA-3BC9-42D8-9812-E969FA4374E4}" destId="{5CB823E7-2110-4151-9803-0894D56EE239}" srcOrd="0" destOrd="0" presId="urn:microsoft.com/office/officeart/2005/8/layout/list1"/>
    <dgm:cxn modelId="{2EF2E269-1ED4-4D47-8FC4-68FB6D4B40CF}" type="presOf" srcId="{E7618D15-0C46-4905-B0CC-F493A9D49EE1}" destId="{C3281F26-5B69-4F59-AC99-CCB6AE8F40BD}" srcOrd="0" destOrd="0" presId="urn:microsoft.com/office/officeart/2005/8/layout/list1"/>
    <dgm:cxn modelId="{F424E64F-4D02-4F75-B93F-07AC5F50B7C0}" srcId="{246CD9BA-3BC9-42D8-9812-E969FA4374E4}" destId="{356944EC-B604-4561-B427-22F1E509E024}" srcOrd="2" destOrd="0" parTransId="{4CD54883-909F-471A-A4A1-F2841772ED2E}" sibTransId="{0B8496F1-4266-45AC-A0E2-8CF3C0D8EA09}"/>
    <dgm:cxn modelId="{DFEB668F-569D-4CD0-8E81-D319D40465EC}" srcId="{246CD9BA-3BC9-42D8-9812-E969FA4374E4}" destId="{2CE9E217-4F6B-47B9-94CB-4DBA7E4CE179}" srcOrd="3" destOrd="0" parTransId="{2936BE8E-9C30-415E-964A-E3A7B6746C15}" sibTransId="{6C92DEFB-7DD1-4D03-B1FD-9CD00D6B9337}"/>
    <dgm:cxn modelId="{369FC69B-B1BC-4ADC-BEFE-2BFE0524BF53}" type="presOf" srcId="{2CE9E217-4F6B-47B9-94CB-4DBA7E4CE179}" destId="{32C95856-B3F4-4C19-9FE6-2282E2E6E0B3}" srcOrd="0" destOrd="0" presId="urn:microsoft.com/office/officeart/2005/8/layout/list1"/>
    <dgm:cxn modelId="{AF431BA9-A5A1-416B-8176-B46554B99D95}" type="presOf" srcId="{59420FA1-0837-42DD-B01C-6EE51033A7BF}" destId="{00DE990F-9CBE-4ADF-B117-E7909DFBE182}" srcOrd="0" destOrd="0" presId="urn:microsoft.com/office/officeart/2005/8/layout/list1"/>
    <dgm:cxn modelId="{BFE4A3CF-6463-4333-891C-9DCFBF48CAF0}" type="presOf" srcId="{E7618D15-0C46-4905-B0CC-F493A9D49EE1}" destId="{31DF849E-E638-44C1-84F1-3C99F745084F}" srcOrd="1" destOrd="0" presId="urn:microsoft.com/office/officeart/2005/8/layout/list1"/>
    <dgm:cxn modelId="{A82E1DF3-B2D5-4DA2-81E3-240C33FD0DD9}" type="presOf" srcId="{356944EC-B604-4561-B427-22F1E509E024}" destId="{E2E55CDD-59DF-44C1-8474-384C8A99B5DA}" srcOrd="0" destOrd="0" presId="urn:microsoft.com/office/officeart/2005/8/layout/list1"/>
    <dgm:cxn modelId="{8C35DBFB-4226-4D47-B74A-D2C511013C32}" srcId="{246CD9BA-3BC9-42D8-9812-E969FA4374E4}" destId="{59420FA1-0837-42DD-B01C-6EE51033A7BF}" srcOrd="0" destOrd="0" parTransId="{DE097A55-6987-45B9-A7CB-F95EB4662F95}" sibTransId="{DD98EA49-E53C-4A30-AFBB-4A83EDF0CB66}"/>
    <dgm:cxn modelId="{9D224FF0-32BB-41D3-A198-380FE9983F1D}" type="presParOf" srcId="{5CB823E7-2110-4151-9803-0894D56EE239}" destId="{6FE7F061-A612-47EE-A9AF-0256B36B58FD}" srcOrd="0" destOrd="0" presId="urn:microsoft.com/office/officeart/2005/8/layout/list1"/>
    <dgm:cxn modelId="{61402EB1-3EE1-43CE-9B15-9BFF79C4E919}" type="presParOf" srcId="{6FE7F061-A612-47EE-A9AF-0256B36B58FD}" destId="{00DE990F-9CBE-4ADF-B117-E7909DFBE182}" srcOrd="0" destOrd="0" presId="urn:microsoft.com/office/officeart/2005/8/layout/list1"/>
    <dgm:cxn modelId="{4A36470A-E952-4453-9291-4007DEAD502E}" type="presParOf" srcId="{6FE7F061-A612-47EE-A9AF-0256B36B58FD}" destId="{2E4218D8-1F5B-47A9-9A98-5C41873D0FF9}" srcOrd="1" destOrd="0" presId="urn:microsoft.com/office/officeart/2005/8/layout/list1"/>
    <dgm:cxn modelId="{5C9C071D-B95E-4543-BF81-987C7E651DE8}" type="presParOf" srcId="{5CB823E7-2110-4151-9803-0894D56EE239}" destId="{78A1D932-921F-4029-8D99-1F87A7A8808F}" srcOrd="1" destOrd="0" presId="urn:microsoft.com/office/officeart/2005/8/layout/list1"/>
    <dgm:cxn modelId="{A7535F6B-C1F4-4BCB-B772-96FAC2573BC4}" type="presParOf" srcId="{5CB823E7-2110-4151-9803-0894D56EE239}" destId="{EEFDD430-E083-4B21-8B1F-D4243DB99DD6}" srcOrd="2" destOrd="0" presId="urn:microsoft.com/office/officeart/2005/8/layout/list1"/>
    <dgm:cxn modelId="{7139789E-5A0A-4A9E-BC08-8D799B5C7A57}" type="presParOf" srcId="{5CB823E7-2110-4151-9803-0894D56EE239}" destId="{E812A813-BD27-451F-96F2-E1B5CC5A84F4}" srcOrd="3" destOrd="0" presId="urn:microsoft.com/office/officeart/2005/8/layout/list1"/>
    <dgm:cxn modelId="{D0DF1358-311E-492F-8F52-17E8D423CEC3}" type="presParOf" srcId="{5CB823E7-2110-4151-9803-0894D56EE239}" destId="{1735BAAF-4A78-499E-910E-7805D6D57FF7}" srcOrd="4" destOrd="0" presId="urn:microsoft.com/office/officeart/2005/8/layout/list1"/>
    <dgm:cxn modelId="{1C7FA6E9-8B3B-4B19-A104-0FB643A5E752}" type="presParOf" srcId="{1735BAAF-4A78-499E-910E-7805D6D57FF7}" destId="{C3281F26-5B69-4F59-AC99-CCB6AE8F40BD}" srcOrd="0" destOrd="0" presId="urn:microsoft.com/office/officeart/2005/8/layout/list1"/>
    <dgm:cxn modelId="{A1460233-5144-4605-B2C9-422D07EA34EF}" type="presParOf" srcId="{1735BAAF-4A78-499E-910E-7805D6D57FF7}" destId="{31DF849E-E638-44C1-84F1-3C99F745084F}" srcOrd="1" destOrd="0" presId="urn:microsoft.com/office/officeart/2005/8/layout/list1"/>
    <dgm:cxn modelId="{28EDD6BA-6E81-4050-9D5A-5338AD209630}" type="presParOf" srcId="{5CB823E7-2110-4151-9803-0894D56EE239}" destId="{CDECF9D0-CCF3-4E90-AD35-BC963C6734BF}" srcOrd="5" destOrd="0" presId="urn:microsoft.com/office/officeart/2005/8/layout/list1"/>
    <dgm:cxn modelId="{7F6F8B6D-BDBC-44D4-B4DB-CB6A5CC1B6EA}" type="presParOf" srcId="{5CB823E7-2110-4151-9803-0894D56EE239}" destId="{771703C6-AB8C-4AFE-9546-07F0E9C5B365}" srcOrd="6" destOrd="0" presId="urn:microsoft.com/office/officeart/2005/8/layout/list1"/>
    <dgm:cxn modelId="{C4357A03-6708-41C0-96E5-0E306EBC5240}" type="presParOf" srcId="{5CB823E7-2110-4151-9803-0894D56EE239}" destId="{BAF7F8AE-1D1D-4E02-8B55-54A3C4A654E2}" srcOrd="7" destOrd="0" presId="urn:microsoft.com/office/officeart/2005/8/layout/list1"/>
    <dgm:cxn modelId="{85E82D3F-D9C3-4183-B723-EABF3C016A2F}" type="presParOf" srcId="{5CB823E7-2110-4151-9803-0894D56EE239}" destId="{21AAE8DF-71C2-4168-955B-7368609B5A45}" srcOrd="8" destOrd="0" presId="urn:microsoft.com/office/officeart/2005/8/layout/list1"/>
    <dgm:cxn modelId="{49782176-06C4-4504-BE1E-0B1E43536080}" type="presParOf" srcId="{21AAE8DF-71C2-4168-955B-7368609B5A45}" destId="{E2E55CDD-59DF-44C1-8474-384C8A99B5DA}" srcOrd="0" destOrd="0" presId="urn:microsoft.com/office/officeart/2005/8/layout/list1"/>
    <dgm:cxn modelId="{43296097-B877-43AC-AE88-C117002233C4}" type="presParOf" srcId="{21AAE8DF-71C2-4168-955B-7368609B5A45}" destId="{345BD854-4BC0-45FF-A1E5-0CC8E136ABC9}" srcOrd="1" destOrd="0" presId="urn:microsoft.com/office/officeart/2005/8/layout/list1"/>
    <dgm:cxn modelId="{14320A6C-1E1C-42CE-B1B6-0E953FEB5F5C}" type="presParOf" srcId="{5CB823E7-2110-4151-9803-0894D56EE239}" destId="{E937DED0-71EF-4C43-8DD0-0771B3433E76}" srcOrd="9" destOrd="0" presId="urn:microsoft.com/office/officeart/2005/8/layout/list1"/>
    <dgm:cxn modelId="{65984426-F894-4185-92B8-1345AD39DF68}" type="presParOf" srcId="{5CB823E7-2110-4151-9803-0894D56EE239}" destId="{456C47FE-A6FA-4A26-B2A2-7BD9B3E92158}" srcOrd="10" destOrd="0" presId="urn:microsoft.com/office/officeart/2005/8/layout/list1"/>
    <dgm:cxn modelId="{8946D115-2ECA-4ED7-AB06-15397B1ABE69}" type="presParOf" srcId="{5CB823E7-2110-4151-9803-0894D56EE239}" destId="{4238005E-0395-41FC-99BF-01695BEFD7B7}" srcOrd="11" destOrd="0" presId="urn:microsoft.com/office/officeart/2005/8/layout/list1"/>
    <dgm:cxn modelId="{098F6531-56A2-44FC-82BD-1201C21504C1}" type="presParOf" srcId="{5CB823E7-2110-4151-9803-0894D56EE239}" destId="{C10714A2-F0CA-4738-B882-E605C477332A}" srcOrd="12" destOrd="0" presId="urn:microsoft.com/office/officeart/2005/8/layout/list1"/>
    <dgm:cxn modelId="{C746708B-E7B5-4962-BE22-DE611FC6D66E}" type="presParOf" srcId="{C10714A2-F0CA-4738-B882-E605C477332A}" destId="{32C95856-B3F4-4C19-9FE6-2282E2E6E0B3}" srcOrd="0" destOrd="0" presId="urn:microsoft.com/office/officeart/2005/8/layout/list1"/>
    <dgm:cxn modelId="{44F3AD8F-5851-451A-827A-EC5D9AA29D4E}" type="presParOf" srcId="{C10714A2-F0CA-4738-B882-E605C477332A}" destId="{867C57E0-CA18-4F9F-9E3F-63A36E82B758}" srcOrd="1" destOrd="0" presId="urn:microsoft.com/office/officeart/2005/8/layout/list1"/>
    <dgm:cxn modelId="{BCC8E617-E217-428F-A2C5-4D24A3064C32}" type="presParOf" srcId="{5CB823E7-2110-4151-9803-0894D56EE239}" destId="{88456D6B-1E3F-4298-BFC7-CF465FB3C56D}" srcOrd="13" destOrd="0" presId="urn:microsoft.com/office/officeart/2005/8/layout/list1"/>
    <dgm:cxn modelId="{79C819A3-D99A-49E4-96F6-8F986570025B}" type="presParOf" srcId="{5CB823E7-2110-4151-9803-0894D56EE239}" destId="{25C45133-5A75-40D0-A939-F34B1861E75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15B01E-E97D-4D44-9947-7B7006D84F5E}"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lang="tr-TR"/>
        </a:p>
      </dgm:t>
    </dgm:pt>
    <dgm:pt modelId="{0A5A5E91-42A8-4561-A0C1-C0214E05F066}">
      <dgm:prSet/>
      <dgm:spPr/>
      <dgm:t>
        <a:bodyPr/>
        <a:lstStyle/>
        <a:p>
          <a:pPr>
            <a:lnSpc>
              <a:spcPct val="100000"/>
            </a:lnSpc>
            <a:defRPr b="1"/>
          </a:pPr>
          <a:r>
            <a:rPr lang="tr-TR"/>
            <a:t>Concept and technologies</a:t>
          </a:r>
          <a:r>
            <a:rPr lang="en-US"/>
            <a:t> </a:t>
          </a:r>
          <a:endParaRPr lang="tr-TR"/>
        </a:p>
      </dgm:t>
    </dgm:pt>
    <dgm:pt modelId="{1C95573F-03A2-4C76-B6F1-CD4D19E4CFB0}" type="parTrans" cxnId="{2BD4FE5A-4EDC-4C13-AAD5-FB8756377EAF}">
      <dgm:prSet/>
      <dgm:spPr/>
      <dgm:t>
        <a:bodyPr/>
        <a:lstStyle/>
        <a:p>
          <a:endParaRPr lang="tr-TR"/>
        </a:p>
      </dgm:t>
    </dgm:pt>
    <dgm:pt modelId="{2B82FE6E-4E46-42E0-A828-BF1319DED5BE}" type="sibTrans" cxnId="{2BD4FE5A-4EDC-4C13-AAD5-FB8756377EAF}">
      <dgm:prSet/>
      <dgm:spPr/>
      <dgm:t>
        <a:bodyPr/>
        <a:lstStyle/>
        <a:p>
          <a:endParaRPr lang="tr-TR"/>
        </a:p>
      </dgm:t>
    </dgm:pt>
    <dgm:pt modelId="{CF449DB8-B0D4-41C2-AE2E-C3B5818C3985}">
      <dgm:prSet/>
      <dgm:spPr/>
      <dgm:t>
        <a:bodyPr/>
        <a:lstStyle/>
        <a:p>
          <a:pPr>
            <a:lnSpc>
              <a:spcPct val="100000"/>
            </a:lnSpc>
          </a:pPr>
          <a:r>
            <a:rPr lang="tr-TR" dirty="0"/>
            <a:t>form</a:t>
          </a:r>
          <a:r>
            <a:rPr lang="en-US" dirty="0"/>
            <a:t> basis of</a:t>
          </a:r>
          <a:endParaRPr lang="tr-TR" dirty="0"/>
        </a:p>
      </dgm:t>
    </dgm:pt>
    <dgm:pt modelId="{29C1C02E-CE48-42DD-AC3A-76B754761B4D}" type="parTrans" cxnId="{2145D0B2-7393-45B2-A586-17222AB1ED6D}">
      <dgm:prSet/>
      <dgm:spPr/>
      <dgm:t>
        <a:bodyPr/>
        <a:lstStyle/>
        <a:p>
          <a:endParaRPr lang="tr-TR"/>
        </a:p>
      </dgm:t>
    </dgm:pt>
    <dgm:pt modelId="{333FFFE3-834C-4866-AD29-29E21B3A1168}" type="sibTrans" cxnId="{2145D0B2-7393-45B2-A586-17222AB1ED6D}">
      <dgm:prSet/>
      <dgm:spPr/>
      <dgm:t>
        <a:bodyPr/>
        <a:lstStyle/>
        <a:p>
          <a:endParaRPr lang="tr-TR"/>
        </a:p>
      </dgm:t>
    </dgm:pt>
    <dgm:pt modelId="{643D4702-5C8B-4725-A333-CBB408D4CF95}">
      <dgm:prSet/>
      <dgm:spPr/>
      <dgm:t>
        <a:bodyPr/>
        <a:lstStyle/>
        <a:p>
          <a:pPr>
            <a:lnSpc>
              <a:spcPct val="100000"/>
            </a:lnSpc>
            <a:defRPr b="1"/>
          </a:pPr>
          <a:r>
            <a:rPr lang="en-US"/>
            <a:t>Units of currency </a:t>
          </a:r>
          <a:endParaRPr lang="tr-TR"/>
        </a:p>
      </dgm:t>
    </dgm:pt>
    <dgm:pt modelId="{80B82086-AF6A-4E2E-A8AD-94C1E0D6D2C7}" type="parTrans" cxnId="{22B68FAF-60B5-4DA8-B131-7B38A07A4B69}">
      <dgm:prSet/>
      <dgm:spPr/>
      <dgm:t>
        <a:bodyPr/>
        <a:lstStyle/>
        <a:p>
          <a:endParaRPr lang="tr-TR"/>
        </a:p>
      </dgm:t>
    </dgm:pt>
    <dgm:pt modelId="{15C42E10-88CA-425F-9338-3FCD33FC5B91}" type="sibTrans" cxnId="{22B68FAF-60B5-4DA8-B131-7B38A07A4B69}">
      <dgm:prSet/>
      <dgm:spPr/>
      <dgm:t>
        <a:bodyPr/>
        <a:lstStyle/>
        <a:p>
          <a:endParaRPr lang="tr-TR"/>
        </a:p>
      </dgm:t>
    </dgm:pt>
    <dgm:pt modelId="{41727312-A83A-41A9-9C8F-FDFEF1300BC0}">
      <dgm:prSet/>
      <dgm:spPr/>
      <dgm:t>
        <a:bodyPr/>
        <a:lstStyle/>
        <a:p>
          <a:pPr>
            <a:lnSpc>
              <a:spcPct val="100000"/>
            </a:lnSpc>
          </a:pPr>
          <a:r>
            <a:rPr lang="en-US" dirty="0"/>
            <a:t>to store and transmit</a:t>
          </a:r>
          <a:r>
            <a:rPr lang="tr-TR" dirty="0"/>
            <a:t> </a:t>
          </a:r>
          <a:r>
            <a:rPr lang="en-US" b="1" dirty="0"/>
            <a:t>value</a:t>
          </a:r>
          <a:endParaRPr lang="tr-TR" b="1" dirty="0"/>
        </a:p>
      </dgm:t>
    </dgm:pt>
    <dgm:pt modelId="{7792928F-86D8-458B-8E75-DAB9B6EFDF4A}" type="parTrans" cxnId="{95F336EC-8FC1-4355-9F16-6FA4BCE5FAA8}">
      <dgm:prSet/>
      <dgm:spPr/>
      <dgm:t>
        <a:bodyPr/>
        <a:lstStyle/>
        <a:p>
          <a:endParaRPr lang="tr-TR"/>
        </a:p>
      </dgm:t>
    </dgm:pt>
    <dgm:pt modelId="{41879367-65FD-4CED-8F90-401D2EFBF50B}" type="sibTrans" cxnId="{95F336EC-8FC1-4355-9F16-6FA4BCE5FAA8}">
      <dgm:prSet/>
      <dgm:spPr/>
      <dgm:t>
        <a:bodyPr/>
        <a:lstStyle/>
        <a:p>
          <a:endParaRPr lang="tr-TR"/>
        </a:p>
      </dgm:t>
    </dgm:pt>
    <dgm:pt modelId="{E7E1B733-34D1-48A2-B2E5-166C0194D951}">
      <dgm:prSet/>
      <dgm:spPr/>
      <dgm:t>
        <a:bodyPr/>
        <a:lstStyle/>
        <a:p>
          <a:pPr>
            <a:lnSpc>
              <a:spcPct val="100000"/>
            </a:lnSpc>
          </a:pPr>
          <a:r>
            <a:rPr lang="en-US" dirty="0"/>
            <a:t>a </a:t>
          </a:r>
          <a:r>
            <a:rPr lang="en-US" b="1" dirty="0"/>
            <a:t>digital</a:t>
          </a:r>
          <a:r>
            <a:rPr lang="tr-TR" b="1" dirty="0"/>
            <a:t> </a:t>
          </a:r>
          <a:r>
            <a:rPr lang="en-US" b="1" dirty="0"/>
            <a:t>money </a:t>
          </a:r>
          <a:r>
            <a:rPr lang="en-US" dirty="0"/>
            <a:t>ecosystem</a:t>
          </a:r>
          <a:endParaRPr lang="tr-TR" dirty="0"/>
        </a:p>
      </dgm:t>
    </dgm:pt>
    <dgm:pt modelId="{5F3D903B-3EA2-42D1-B6F4-6DF0C2AC63EB}" type="parTrans" cxnId="{B344A98D-9E8B-4129-846A-CDF94BF0C226}">
      <dgm:prSet/>
      <dgm:spPr/>
    </dgm:pt>
    <dgm:pt modelId="{F0C21100-EDEB-45C4-AFA0-8BEEA45F88D7}" type="sibTrans" cxnId="{B344A98D-9E8B-4129-846A-CDF94BF0C226}">
      <dgm:prSet/>
      <dgm:spPr/>
    </dgm:pt>
    <dgm:pt modelId="{8A27DFD2-BF03-4D13-8E75-C27D4AE4E92F}">
      <dgm:prSet/>
      <dgm:spPr/>
      <dgm:t>
        <a:bodyPr/>
        <a:lstStyle/>
        <a:p>
          <a:pPr>
            <a:lnSpc>
              <a:spcPct val="100000"/>
            </a:lnSpc>
          </a:pPr>
          <a:r>
            <a:rPr lang="en-US"/>
            <a:t>among </a:t>
          </a:r>
          <a:r>
            <a:rPr lang="en-US" dirty="0"/>
            <a:t>participants</a:t>
          </a:r>
          <a:endParaRPr lang="tr-TR" dirty="0"/>
        </a:p>
      </dgm:t>
    </dgm:pt>
    <dgm:pt modelId="{3A23A852-BB7E-488F-9E01-63710D7195C3}" type="parTrans" cxnId="{8990E808-9FB6-4F48-BF01-E16678160CB7}">
      <dgm:prSet/>
      <dgm:spPr/>
    </dgm:pt>
    <dgm:pt modelId="{51BBD380-3D61-4A5F-993D-1459567DF584}" type="sibTrans" cxnId="{8990E808-9FB6-4F48-BF01-E16678160CB7}">
      <dgm:prSet/>
      <dgm:spPr/>
    </dgm:pt>
    <dgm:pt modelId="{900A2EE0-3C8F-4D85-9626-34CE92278568}" type="pres">
      <dgm:prSet presAssocID="{9E15B01E-E97D-4D44-9947-7B7006D84F5E}" presName="root" presStyleCnt="0">
        <dgm:presLayoutVars>
          <dgm:dir/>
          <dgm:resizeHandles val="exact"/>
        </dgm:presLayoutVars>
      </dgm:prSet>
      <dgm:spPr/>
    </dgm:pt>
    <dgm:pt modelId="{CE252FD8-C1F3-47D0-97DD-494EDAB3915B}" type="pres">
      <dgm:prSet presAssocID="{0A5A5E91-42A8-4561-A0C1-C0214E05F066}" presName="compNode" presStyleCnt="0"/>
      <dgm:spPr/>
    </dgm:pt>
    <dgm:pt modelId="{4AC9DF1C-0208-4C40-8396-5B342DBB224F}" type="pres">
      <dgm:prSet presAssocID="{0A5A5E91-42A8-4561-A0C1-C0214E05F06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1AC3308C-997E-4691-A27C-8E2191C9F636}" type="pres">
      <dgm:prSet presAssocID="{0A5A5E91-42A8-4561-A0C1-C0214E05F066}" presName="iconSpace" presStyleCnt="0"/>
      <dgm:spPr/>
    </dgm:pt>
    <dgm:pt modelId="{52652618-1631-4D78-B8B8-4E7F93C0DEF2}" type="pres">
      <dgm:prSet presAssocID="{0A5A5E91-42A8-4561-A0C1-C0214E05F066}" presName="parTx" presStyleLbl="revTx" presStyleIdx="0" presStyleCnt="4">
        <dgm:presLayoutVars>
          <dgm:chMax val="0"/>
          <dgm:chPref val="0"/>
        </dgm:presLayoutVars>
      </dgm:prSet>
      <dgm:spPr/>
    </dgm:pt>
    <dgm:pt modelId="{63348529-1E97-4769-AF65-8D5A1C773557}" type="pres">
      <dgm:prSet presAssocID="{0A5A5E91-42A8-4561-A0C1-C0214E05F066}" presName="txSpace" presStyleCnt="0"/>
      <dgm:spPr/>
    </dgm:pt>
    <dgm:pt modelId="{32B60985-C76D-476E-ABF8-C0B9270BD1D4}" type="pres">
      <dgm:prSet presAssocID="{0A5A5E91-42A8-4561-A0C1-C0214E05F066}" presName="desTx" presStyleLbl="revTx" presStyleIdx="1" presStyleCnt="4">
        <dgm:presLayoutVars/>
      </dgm:prSet>
      <dgm:spPr/>
    </dgm:pt>
    <dgm:pt modelId="{4C16FA03-A400-40BC-BC36-FBBB7366C6E7}" type="pres">
      <dgm:prSet presAssocID="{2B82FE6E-4E46-42E0-A828-BF1319DED5BE}" presName="sibTrans" presStyleCnt="0"/>
      <dgm:spPr/>
    </dgm:pt>
    <dgm:pt modelId="{CE72994E-A2B7-4D79-9664-230245C066F5}" type="pres">
      <dgm:prSet presAssocID="{643D4702-5C8B-4725-A333-CBB408D4CF95}" presName="compNode" presStyleCnt="0"/>
      <dgm:spPr/>
    </dgm:pt>
    <dgm:pt modelId="{06644D51-18C6-4007-A040-33F7F2D95CF8}" type="pres">
      <dgm:prSet presAssocID="{643D4702-5C8B-4725-A333-CBB408D4CF9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A6753E2-555A-47D2-8B30-5207848C7386}" type="pres">
      <dgm:prSet presAssocID="{643D4702-5C8B-4725-A333-CBB408D4CF95}" presName="iconSpace" presStyleCnt="0"/>
      <dgm:spPr/>
    </dgm:pt>
    <dgm:pt modelId="{D57FD98A-33AC-44FC-A98B-4A6FF1F4EA8C}" type="pres">
      <dgm:prSet presAssocID="{643D4702-5C8B-4725-A333-CBB408D4CF95}" presName="parTx" presStyleLbl="revTx" presStyleIdx="2" presStyleCnt="4">
        <dgm:presLayoutVars>
          <dgm:chMax val="0"/>
          <dgm:chPref val="0"/>
        </dgm:presLayoutVars>
      </dgm:prSet>
      <dgm:spPr/>
    </dgm:pt>
    <dgm:pt modelId="{EAC3BE8B-0AF2-46A3-BB28-9CA0F5AB547C}" type="pres">
      <dgm:prSet presAssocID="{643D4702-5C8B-4725-A333-CBB408D4CF95}" presName="txSpace" presStyleCnt="0"/>
      <dgm:spPr/>
    </dgm:pt>
    <dgm:pt modelId="{140BB107-B533-4D07-823B-F3D740B01F47}" type="pres">
      <dgm:prSet presAssocID="{643D4702-5C8B-4725-A333-CBB408D4CF95}" presName="desTx" presStyleLbl="revTx" presStyleIdx="3" presStyleCnt="4">
        <dgm:presLayoutVars/>
      </dgm:prSet>
      <dgm:spPr/>
    </dgm:pt>
  </dgm:ptLst>
  <dgm:cxnLst>
    <dgm:cxn modelId="{8990E808-9FB6-4F48-BF01-E16678160CB7}" srcId="{643D4702-5C8B-4725-A333-CBB408D4CF95}" destId="{8A27DFD2-BF03-4D13-8E75-C27D4AE4E92F}" srcOrd="1" destOrd="0" parTransId="{3A23A852-BB7E-488F-9E01-63710D7195C3}" sibTransId="{51BBD380-3D61-4A5F-993D-1459567DF584}"/>
    <dgm:cxn modelId="{DED4450A-5D71-4310-97E2-B28A75C996B8}" type="presOf" srcId="{643D4702-5C8B-4725-A333-CBB408D4CF95}" destId="{D57FD98A-33AC-44FC-A98B-4A6FF1F4EA8C}" srcOrd="0" destOrd="0" presId="urn:microsoft.com/office/officeart/2018/5/layout/CenteredIconLabelDescriptionList"/>
    <dgm:cxn modelId="{F4B9FA6B-DABE-459F-A6A6-1E21D2EB2C97}" type="presOf" srcId="{8A27DFD2-BF03-4D13-8E75-C27D4AE4E92F}" destId="{140BB107-B533-4D07-823B-F3D740B01F47}" srcOrd="0" destOrd="1" presId="urn:microsoft.com/office/officeart/2018/5/layout/CenteredIconLabelDescriptionList"/>
    <dgm:cxn modelId="{42CABC78-4AD0-4C9E-B489-E494B17CB811}" type="presOf" srcId="{9E15B01E-E97D-4D44-9947-7B7006D84F5E}" destId="{900A2EE0-3C8F-4D85-9626-34CE92278568}" srcOrd="0" destOrd="0" presId="urn:microsoft.com/office/officeart/2018/5/layout/CenteredIconLabelDescriptionList"/>
    <dgm:cxn modelId="{AF5A5259-C49F-4BE9-9112-CB05C3CF0D6C}" type="presOf" srcId="{0A5A5E91-42A8-4561-A0C1-C0214E05F066}" destId="{52652618-1631-4D78-B8B8-4E7F93C0DEF2}" srcOrd="0" destOrd="0" presId="urn:microsoft.com/office/officeart/2018/5/layout/CenteredIconLabelDescriptionList"/>
    <dgm:cxn modelId="{2BD4FE5A-4EDC-4C13-AAD5-FB8756377EAF}" srcId="{9E15B01E-E97D-4D44-9947-7B7006D84F5E}" destId="{0A5A5E91-42A8-4561-A0C1-C0214E05F066}" srcOrd="0" destOrd="0" parTransId="{1C95573F-03A2-4C76-B6F1-CD4D19E4CFB0}" sibTransId="{2B82FE6E-4E46-42E0-A828-BF1319DED5BE}"/>
    <dgm:cxn modelId="{B344A98D-9E8B-4129-846A-CDF94BF0C226}" srcId="{0A5A5E91-42A8-4561-A0C1-C0214E05F066}" destId="{E7E1B733-34D1-48A2-B2E5-166C0194D951}" srcOrd="1" destOrd="0" parTransId="{5F3D903B-3EA2-42D1-B6F4-6DF0C2AC63EB}" sibTransId="{F0C21100-EDEB-45C4-AFA0-8BEEA45F88D7}"/>
    <dgm:cxn modelId="{22B68FAF-60B5-4DA8-B131-7B38A07A4B69}" srcId="{9E15B01E-E97D-4D44-9947-7B7006D84F5E}" destId="{643D4702-5C8B-4725-A333-CBB408D4CF95}" srcOrd="1" destOrd="0" parTransId="{80B82086-AF6A-4E2E-A8AD-94C1E0D6D2C7}" sibTransId="{15C42E10-88CA-425F-9338-3FCD33FC5B91}"/>
    <dgm:cxn modelId="{2145D0B2-7393-45B2-A586-17222AB1ED6D}" srcId="{0A5A5E91-42A8-4561-A0C1-C0214E05F066}" destId="{CF449DB8-B0D4-41C2-AE2E-C3B5818C3985}" srcOrd="0" destOrd="0" parTransId="{29C1C02E-CE48-42DD-AC3A-76B754761B4D}" sibTransId="{333FFFE3-834C-4866-AD29-29E21B3A1168}"/>
    <dgm:cxn modelId="{C1473BC2-8999-4361-902E-89E9A8938074}" type="presOf" srcId="{E7E1B733-34D1-48A2-B2E5-166C0194D951}" destId="{32B60985-C76D-476E-ABF8-C0B9270BD1D4}" srcOrd="0" destOrd="1" presId="urn:microsoft.com/office/officeart/2018/5/layout/CenteredIconLabelDescriptionList"/>
    <dgm:cxn modelId="{663370CF-CEE1-42F7-B051-9ED4C31F6537}" type="presOf" srcId="{41727312-A83A-41A9-9C8F-FDFEF1300BC0}" destId="{140BB107-B533-4D07-823B-F3D740B01F47}" srcOrd="0" destOrd="0" presId="urn:microsoft.com/office/officeart/2018/5/layout/CenteredIconLabelDescriptionList"/>
    <dgm:cxn modelId="{235CC2D5-BEF0-43B2-BB27-2EB6C8530107}" type="presOf" srcId="{CF449DB8-B0D4-41C2-AE2E-C3B5818C3985}" destId="{32B60985-C76D-476E-ABF8-C0B9270BD1D4}" srcOrd="0" destOrd="0" presId="urn:microsoft.com/office/officeart/2018/5/layout/CenteredIconLabelDescriptionList"/>
    <dgm:cxn modelId="{95F336EC-8FC1-4355-9F16-6FA4BCE5FAA8}" srcId="{643D4702-5C8B-4725-A333-CBB408D4CF95}" destId="{41727312-A83A-41A9-9C8F-FDFEF1300BC0}" srcOrd="0" destOrd="0" parTransId="{7792928F-86D8-458B-8E75-DAB9B6EFDF4A}" sibTransId="{41879367-65FD-4CED-8F90-401D2EFBF50B}"/>
    <dgm:cxn modelId="{867DF5A0-B70B-4271-8790-C329EB4185D9}" type="presParOf" srcId="{900A2EE0-3C8F-4D85-9626-34CE92278568}" destId="{CE252FD8-C1F3-47D0-97DD-494EDAB3915B}" srcOrd="0" destOrd="0" presId="urn:microsoft.com/office/officeart/2018/5/layout/CenteredIconLabelDescriptionList"/>
    <dgm:cxn modelId="{7411C3E5-2B50-4398-AEA7-17CA1F200EF0}" type="presParOf" srcId="{CE252FD8-C1F3-47D0-97DD-494EDAB3915B}" destId="{4AC9DF1C-0208-4C40-8396-5B342DBB224F}" srcOrd="0" destOrd="0" presId="urn:microsoft.com/office/officeart/2018/5/layout/CenteredIconLabelDescriptionList"/>
    <dgm:cxn modelId="{5EBE5A1E-A288-4240-9D8C-7D0695D661C7}" type="presParOf" srcId="{CE252FD8-C1F3-47D0-97DD-494EDAB3915B}" destId="{1AC3308C-997E-4691-A27C-8E2191C9F636}" srcOrd="1" destOrd="0" presId="urn:microsoft.com/office/officeart/2018/5/layout/CenteredIconLabelDescriptionList"/>
    <dgm:cxn modelId="{A7E2C7FC-D1FA-4BED-89C0-8304BCECF012}" type="presParOf" srcId="{CE252FD8-C1F3-47D0-97DD-494EDAB3915B}" destId="{52652618-1631-4D78-B8B8-4E7F93C0DEF2}" srcOrd="2" destOrd="0" presId="urn:microsoft.com/office/officeart/2018/5/layout/CenteredIconLabelDescriptionList"/>
    <dgm:cxn modelId="{51B9267E-702D-443C-862F-A571834C25D6}" type="presParOf" srcId="{CE252FD8-C1F3-47D0-97DD-494EDAB3915B}" destId="{63348529-1E97-4769-AF65-8D5A1C773557}" srcOrd="3" destOrd="0" presId="urn:microsoft.com/office/officeart/2018/5/layout/CenteredIconLabelDescriptionList"/>
    <dgm:cxn modelId="{05AB8221-B4A8-4B93-AAA5-AA5C21C2DFA1}" type="presParOf" srcId="{CE252FD8-C1F3-47D0-97DD-494EDAB3915B}" destId="{32B60985-C76D-476E-ABF8-C0B9270BD1D4}" srcOrd="4" destOrd="0" presId="urn:microsoft.com/office/officeart/2018/5/layout/CenteredIconLabelDescriptionList"/>
    <dgm:cxn modelId="{F0435497-629D-4F01-8898-C245F6364FC6}" type="presParOf" srcId="{900A2EE0-3C8F-4D85-9626-34CE92278568}" destId="{4C16FA03-A400-40BC-BC36-FBBB7366C6E7}" srcOrd="1" destOrd="0" presId="urn:microsoft.com/office/officeart/2018/5/layout/CenteredIconLabelDescriptionList"/>
    <dgm:cxn modelId="{5BEC62DC-EBE3-4AAC-AF31-B0D770BA0024}" type="presParOf" srcId="{900A2EE0-3C8F-4D85-9626-34CE92278568}" destId="{CE72994E-A2B7-4D79-9664-230245C066F5}" srcOrd="2" destOrd="0" presId="urn:microsoft.com/office/officeart/2018/5/layout/CenteredIconLabelDescriptionList"/>
    <dgm:cxn modelId="{151E4B66-60B5-44E6-9959-7F52D8EBB03A}" type="presParOf" srcId="{CE72994E-A2B7-4D79-9664-230245C066F5}" destId="{06644D51-18C6-4007-A040-33F7F2D95CF8}" srcOrd="0" destOrd="0" presId="urn:microsoft.com/office/officeart/2018/5/layout/CenteredIconLabelDescriptionList"/>
    <dgm:cxn modelId="{CC1E9CC1-34CD-4768-8752-6ACCD38CACF2}" type="presParOf" srcId="{CE72994E-A2B7-4D79-9664-230245C066F5}" destId="{EA6753E2-555A-47D2-8B30-5207848C7386}" srcOrd="1" destOrd="0" presId="urn:microsoft.com/office/officeart/2018/5/layout/CenteredIconLabelDescriptionList"/>
    <dgm:cxn modelId="{69A72164-87EA-489B-B4A0-2F0D4BF4921F}" type="presParOf" srcId="{CE72994E-A2B7-4D79-9664-230245C066F5}" destId="{D57FD98A-33AC-44FC-A98B-4A6FF1F4EA8C}" srcOrd="2" destOrd="0" presId="urn:microsoft.com/office/officeart/2018/5/layout/CenteredIconLabelDescriptionList"/>
    <dgm:cxn modelId="{626B6039-1332-4ED4-B1E4-AAAD2F316580}" type="presParOf" srcId="{CE72994E-A2B7-4D79-9664-230245C066F5}" destId="{EAC3BE8B-0AF2-46A3-BB28-9CA0F5AB547C}" srcOrd="3" destOrd="0" presId="urn:microsoft.com/office/officeart/2018/5/layout/CenteredIconLabelDescriptionList"/>
    <dgm:cxn modelId="{14DB3535-DB0B-481A-A1F2-79824A70CE3A}" type="presParOf" srcId="{CE72994E-A2B7-4D79-9664-230245C066F5}" destId="{140BB107-B533-4D07-823B-F3D740B01F47}"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15B01E-E97D-4D44-9947-7B7006D84F5E}"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tr-TR"/>
        </a:p>
      </dgm:t>
    </dgm:pt>
    <dgm:pt modelId="{3A84DFC8-64C1-4733-8F85-0FA2131E32B0}">
      <dgm:prSet/>
      <dgm:spPr/>
      <dgm:t>
        <a:bodyPr/>
        <a:lstStyle/>
        <a:p>
          <a:pPr>
            <a:lnSpc>
              <a:spcPct val="100000"/>
            </a:lnSpc>
            <a:defRPr b="1"/>
          </a:pPr>
          <a:r>
            <a:rPr lang="tr-TR"/>
            <a:t>Protocol</a:t>
          </a:r>
        </a:p>
      </dgm:t>
    </dgm:pt>
    <dgm:pt modelId="{75297FE2-1CB4-4834-9716-5810C694208A}" type="parTrans" cxnId="{8587F9CF-7209-444F-9C1B-B74C3D2AA60F}">
      <dgm:prSet/>
      <dgm:spPr/>
      <dgm:t>
        <a:bodyPr/>
        <a:lstStyle/>
        <a:p>
          <a:endParaRPr lang="tr-TR"/>
        </a:p>
      </dgm:t>
    </dgm:pt>
    <dgm:pt modelId="{00DF38AA-A3F2-4FFF-837B-230C6EAFC3A1}" type="sibTrans" cxnId="{8587F9CF-7209-444F-9C1B-B74C3D2AA60F}">
      <dgm:prSet/>
      <dgm:spPr/>
      <dgm:t>
        <a:bodyPr/>
        <a:lstStyle/>
        <a:p>
          <a:endParaRPr lang="tr-TR"/>
        </a:p>
      </dgm:t>
    </dgm:pt>
    <dgm:pt modelId="{1494403F-398B-4B48-9661-1C119224F264}">
      <dgm:prSet/>
      <dgm:spPr/>
      <dgm:t>
        <a:bodyPr/>
        <a:lstStyle/>
        <a:p>
          <a:pPr>
            <a:lnSpc>
              <a:spcPct val="100000"/>
            </a:lnSpc>
          </a:pPr>
          <a:r>
            <a:rPr lang="tr-TR" dirty="0"/>
            <a:t>Bitcoin users communicate with</a:t>
          </a:r>
          <a:endParaRPr lang="tr-TR" b="1" dirty="0"/>
        </a:p>
      </dgm:t>
    </dgm:pt>
    <dgm:pt modelId="{890A676C-6EFB-4153-B990-0D27CED20C46}" type="parTrans" cxnId="{D90BB82A-EDC9-4DA4-95CF-B09DBE3BD7B6}">
      <dgm:prSet/>
      <dgm:spPr/>
      <dgm:t>
        <a:bodyPr/>
        <a:lstStyle/>
        <a:p>
          <a:endParaRPr lang="tr-TR"/>
        </a:p>
      </dgm:t>
    </dgm:pt>
    <dgm:pt modelId="{04BB964F-A79D-4E57-894B-AB806834529F}" type="sibTrans" cxnId="{D90BB82A-EDC9-4DA4-95CF-B09DBE3BD7B6}">
      <dgm:prSet/>
      <dgm:spPr/>
      <dgm:t>
        <a:bodyPr/>
        <a:lstStyle/>
        <a:p>
          <a:endParaRPr lang="tr-TR"/>
        </a:p>
      </dgm:t>
    </dgm:pt>
    <dgm:pt modelId="{55106E1A-9963-405E-8DB0-1C75B99CD5F4}">
      <dgm:prSet/>
      <dgm:spPr/>
      <dgm:t>
        <a:bodyPr/>
        <a:lstStyle/>
        <a:p>
          <a:pPr>
            <a:lnSpc>
              <a:spcPct val="100000"/>
            </a:lnSpc>
          </a:pPr>
          <a:r>
            <a:rPr lang="en-US" dirty="0"/>
            <a:t>the </a:t>
          </a:r>
          <a:r>
            <a:rPr lang="tr-TR" dirty="0"/>
            <a:t>internet or transport networks</a:t>
          </a:r>
        </a:p>
      </dgm:t>
    </dgm:pt>
    <dgm:pt modelId="{191CA3AB-BDD6-4F4A-979E-805A68ABA6D5}" type="parTrans" cxnId="{D064EE4C-8F97-4445-9198-50BC07A947C0}">
      <dgm:prSet/>
      <dgm:spPr/>
      <dgm:t>
        <a:bodyPr/>
        <a:lstStyle/>
        <a:p>
          <a:endParaRPr lang="tr-TR"/>
        </a:p>
      </dgm:t>
    </dgm:pt>
    <dgm:pt modelId="{8D46A0C8-DB0B-405E-9DA8-AE30CD08AD70}" type="sibTrans" cxnId="{D064EE4C-8F97-4445-9198-50BC07A947C0}">
      <dgm:prSet/>
      <dgm:spPr/>
      <dgm:t>
        <a:bodyPr/>
        <a:lstStyle/>
        <a:p>
          <a:endParaRPr lang="tr-TR"/>
        </a:p>
      </dgm:t>
    </dgm:pt>
    <dgm:pt modelId="{5A6B846A-D7CE-41CF-872B-E93D273F897A}">
      <dgm:prSet/>
      <dgm:spPr/>
      <dgm:t>
        <a:bodyPr/>
        <a:lstStyle/>
        <a:p>
          <a:pPr>
            <a:lnSpc>
              <a:spcPct val="100000"/>
            </a:lnSpc>
            <a:defRPr b="1"/>
          </a:pPr>
          <a:r>
            <a:rPr lang="en-US" b="1"/>
            <a:t>bitcoin protocol</a:t>
          </a:r>
          <a:endParaRPr lang="tr-TR" b="1"/>
        </a:p>
      </dgm:t>
    </dgm:pt>
    <dgm:pt modelId="{573E9C68-91E4-4382-B6E7-0976B29F8629}" type="parTrans" cxnId="{E572ECB2-BF94-4F00-BA5F-C6785875BCF3}">
      <dgm:prSet/>
      <dgm:spPr/>
      <dgm:t>
        <a:bodyPr/>
        <a:lstStyle/>
        <a:p>
          <a:endParaRPr lang="tr-TR"/>
        </a:p>
      </dgm:t>
    </dgm:pt>
    <dgm:pt modelId="{C8CA0BCB-4CAE-4EA7-85F8-E34DD656E836}" type="sibTrans" cxnId="{E572ECB2-BF94-4F00-BA5F-C6785875BCF3}">
      <dgm:prSet/>
      <dgm:spPr/>
      <dgm:t>
        <a:bodyPr/>
        <a:lstStyle/>
        <a:p>
          <a:endParaRPr lang="tr-TR"/>
        </a:p>
      </dgm:t>
    </dgm:pt>
    <dgm:pt modelId="{4A1CE0A4-C578-4ED8-AB63-173D0009F74B}" type="pres">
      <dgm:prSet presAssocID="{9E15B01E-E97D-4D44-9947-7B7006D84F5E}" presName="root" presStyleCnt="0">
        <dgm:presLayoutVars>
          <dgm:dir/>
          <dgm:resizeHandles val="exact"/>
        </dgm:presLayoutVars>
      </dgm:prSet>
      <dgm:spPr/>
    </dgm:pt>
    <dgm:pt modelId="{4AA38EB4-22E2-47FA-92AF-AC75AAA24165}" type="pres">
      <dgm:prSet presAssocID="{3A84DFC8-64C1-4733-8F85-0FA2131E32B0}" presName="compNode" presStyleCnt="0"/>
      <dgm:spPr/>
    </dgm:pt>
    <dgm:pt modelId="{8BD40D0B-4049-44D6-A61B-657EB4291323}" type="pres">
      <dgm:prSet presAssocID="{3A84DFC8-64C1-4733-8F85-0FA2131E32B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8BAB6328-B352-47DB-9F2B-27A69B7C98DF}" type="pres">
      <dgm:prSet presAssocID="{3A84DFC8-64C1-4733-8F85-0FA2131E32B0}" presName="iconSpace" presStyleCnt="0"/>
      <dgm:spPr/>
    </dgm:pt>
    <dgm:pt modelId="{468E63DD-AE58-4729-8046-A45E6E08BC4A}" type="pres">
      <dgm:prSet presAssocID="{3A84DFC8-64C1-4733-8F85-0FA2131E32B0}" presName="parTx" presStyleLbl="revTx" presStyleIdx="0" presStyleCnt="4">
        <dgm:presLayoutVars>
          <dgm:chMax val="0"/>
          <dgm:chPref val="0"/>
        </dgm:presLayoutVars>
      </dgm:prSet>
      <dgm:spPr/>
    </dgm:pt>
    <dgm:pt modelId="{88E0EB95-47F3-4562-8BC8-970FDF5F2D04}" type="pres">
      <dgm:prSet presAssocID="{3A84DFC8-64C1-4733-8F85-0FA2131E32B0}" presName="txSpace" presStyleCnt="0"/>
      <dgm:spPr/>
    </dgm:pt>
    <dgm:pt modelId="{74188C31-7E7F-481C-BB1B-830AE93A900A}" type="pres">
      <dgm:prSet presAssocID="{3A84DFC8-64C1-4733-8F85-0FA2131E32B0}" presName="desTx" presStyleLbl="revTx" presStyleIdx="1" presStyleCnt="4">
        <dgm:presLayoutVars/>
      </dgm:prSet>
      <dgm:spPr/>
    </dgm:pt>
    <dgm:pt modelId="{156B2492-46E2-4FC4-9FAD-A4FEF03AC8F7}" type="pres">
      <dgm:prSet presAssocID="{00DF38AA-A3F2-4FFF-837B-230C6EAFC3A1}" presName="sibTrans" presStyleCnt="0"/>
      <dgm:spPr/>
    </dgm:pt>
    <dgm:pt modelId="{030AA8F7-E780-4E57-9F95-EC7629D75097}" type="pres">
      <dgm:prSet presAssocID="{5A6B846A-D7CE-41CF-872B-E93D273F897A}" presName="compNode" presStyleCnt="0"/>
      <dgm:spPr/>
    </dgm:pt>
    <dgm:pt modelId="{8C53EC5F-CF0F-467C-BB88-57C6D42F8E1B}" type="pres">
      <dgm:prSet presAssocID="{5A6B846A-D7CE-41CF-872B-E93D273F897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572688F1-76B9-4348-B2E9-6B3C19EDAD67}" type="pres">
      <dgm:prSet presAssocID="{5A6B846A-D7CE-41CF-872B-E93D273F897A}" presName="iconSpace" presStyleCnt="0"/>
      <dgm:spPr/>
    </dgm:pt>
    <dgm:pt modelId="{DAD47DF0-6C84-4A3E-AAB4-E0CEE7C72CBD}" type="pres">
      <dgm:prSet presAssocID="{5A6B846A-D7CE-41CF-872B-E93D273F897A}" presName="parTx" presStyleLbl="revTx" presStyleIdx="2" presStyleCnt="4">
        <dgm:presLayoutVars>
          <dgm:chMax val="0"/>
          <dgm:chPref val="0"/>
        </dgm:presLayoutVars>
      </dgm:prSet>
      <dgm:spPr/>
    </dgm:pt>
    <dgm:pt modelId="{F4F3C750-0AA6-4239-ACDB-FB7264421343}" type="pres">
      <dgm:prSet presAssocID="{5A6B846A-D7CE-41CF-872B-E93D273F897A}" presName="txSpace" presStyleCnt="0"/>
      <dgm:spPr/>
    </dgm:pt>
    <dgm:pt modelId="{F106BCFF-B397-4061-B417-B5325F2FEF1E}" type="pres">
      <dgm:prSet presAssocID="{5A6B846A-D7CE-41CF-872B-E93D273F897A}" presName="desTx" presStyleLbl="revTx" presStyleIdx="3" presStyleCnt="4">
        <dgm:presLayoutVars/>
      </dgm:prSet>
      <dgm:spPr/>
    </dgm:pt>
  </dgm:ptLst>
  <dgm:cxnLst>
    <dgm:cxn modelId="{D90BB82A-EDC9-4DA4-95CF-B09DBE3BD7B6}" srcId="{3A84DFC8-64C1-4733-8F85-0FA2131E32B0}" destId="{1494403F-398B-4B48-9661-1C119224F264}" srcOrd="0" destOrd="0" parTransId="{890A676C-6EFB-4153-B990-0D27CED20C46}" sibTransId="{04BB964F-A79D-4E57-894B-AB806834529F}"/>
    <dgm:cxn modelId="{D064EE4C-8F97-4445-9198-50BC07A947C0}" srcId="{5A6B846A-D7CE-41CF-872B-E93D273F897A}" destId="{55106E1A-9963-405E-8DB0-1C75B99CD5F4}" srcOrd="0" destOrd="0" parTransId="{191CA3AB-BDD6-4F4A-979E-805A68ABA6D5}" sibTransId="{8D46A0C8-DB0B-405E-9DA8-AE30CD08AD70}"/>
    <dgm:cxn modelId="{E572ECB2-BF94-4F00-BA5F-C6785875BCF3}" srcId="{9E15B01E-E97D-4D44-9947-7B7006D84F5E}" destId="{5A6B846A-D7CE-41CF-872B-E93D273F897A}" srcOrd="1" destOrd="0" parTransId="{573E9C68-91E4-4382-B6E7-0976B29F8629}" sibTransId="{C8CA0BCB-4CAE-4EA7-85F8-E34DD656E836}"/>
    <dgm:cxn modelId="{EE16D3C7-6073-4E08-A04A-945176A80B6F}" type="presOf" srcId="{3A84DFC8-64C1-4733-8F85-0FA2131E32B0}" destId="{468E63DD-AE58-4729-8046-A45E6E08BC4A}" srcOrd="0" destOrd="0" presId="urn:microsoft.com/office/officeart/2018/5/layout/CenteredIconLabelDescriptionList"/>
    <dgm:cxn modelId="{8587F9CF-7209-444F-9C1B-B74C3D2AA60F}" srcId="{9E15B01E-E97D-4D44-9947-7B7006D84F5E}" destId="{3A84DFC8-64C1-4733-8F85-0FA2131E32B0}" srcOrd="0" destOrd="0" parTransId="{75297FE2-1CB4-4834-9716-5810C694208A}" sibTransId="{00DF38AA-A3F2-4FFF-837B-230C6EAFC3A1}"/>
    <dgm:cxn modelId="{4F641DD4-4CF2-4300-8801-8EFFEC43B135}" type="presOf" srcId="{55106E1A-9963-405E-8DB0-1C75B99CD5F4}" destId="{F106BCFF-B397-4061-B417-B5325F2FEF1E}" srcOrd="0" destOrd="0" presId="urn:microsoft.com/office/officeart/2018/5/layout/CenteredIconLabelDescriptionList"/>
    <dgm:cxn modelId="{DF9979DF-2CA9-47AC-AD6A-74883FDF118B}" type="presOf" srcId="{5A6B846A-D7CE-41CF-872B-E93D273F897A}" destId="{DAD47DF0-6C84-4A3E-AAB4-E0CEE7C72CBD}" srcOrd="0" destOrd="0" presId="urn:microsoft.com/office/officeart/2018/5/layout/CenteredIconLabelDescriptionList"/>
    <dgm:cxn modelId="{7E408CE8-953C-4908-9A99-36911A99B5B3}" type="presOf" srcId="{1494403F-398B-4B48-9661-1C119224F264}" destId="{74188C31-7E7F-481C-BB1B-830AE93A900A}" srcOrd="0" destOrd="0" presId="urn:microsoft.com/office/officeart/2018/5/layout/CenteredIconLabelDescriptionList"/>
    <dgm:cxn modelId="{C2475EEC-F3D6-45D7-B6D2-25F865E5F13F}" type="presOf" srcId="{9E15B01E-E97D-4D44-9947-7B7006D84F5E}" destId="{4A1CE0A4-C578-4ED8-AB63-173D0009F74B}" srcOrd="0" destOrd="0" presId="urn:microsoft.com/office/officeart/2018/5/layout/CenteredIconLabelDescriptionList"/>
    <dgm:cxn modelId="{77D7172C-A053-42AD-BA8E-05DA42300EA0}" type="presParOf" srcId="{4A1CE0A4-C578-4ED8-AB63-173D0009F74B}" destId="{4AA38EB4-22E2-47FA-92AF-AC75AAA24165}" srcOrd="0" destOrd="0" presId="urn:microsoft.com/office/officeart/2018/5/layout/CenteredIconLabelDescriptionList"/>
    <dgm:cxn modelId="{746F6C99-23BB-487F-85C1-CD93DDACBE67}" type="presParOf" srcId="{4AA38EB4-22E2-47FA-92AF-AC75AAA24165}" destId="{8BD40D0B-4049-44D6-A61B-657EB4291323}" srcOrd="0" destOrd="0" presId="urn:microsoft.com/office/officeart/2018/5/layout/CenteredIconLabelDescriptionList"/>
    <dgm:cxn modelId="{D75D6DA1-9B8D-4DAA-B2C2-12C134DD8758}" type="presParOf" srcId="{4AA38EB4-22E2-47FA-92AF-AC75AAA24165}" destId="{8BAB6328-B352-47DB-9F2B-27A69B7C98DF}" srcOrd="1" destOrd="0" presId="urn:microsoft.com/office/officeart/2018/5/layout/CenteredIconLabelDescriptionList"/>
    <dgm:cxn modelId="{C17C7048-5A55-4181-B511-0F07392B2CD7}" type="presParOf" srcId="{4AA38EB4-22E2-47FA-92AF-AC75AAA24165}" destId="{468E63DD-AE58-4729-8046-A45E6E08BC4A}" srcOrd="2" destOrd="0" presId="urn:microsoft.com/office/officeart/2018/5/layout/CenteredIconLabelDescriptionList"/>
    <dgm:cxn modelId="{7A121E5B-0DE2-496F-AB15-E190C9EEA8E2}" type="presParOf" srcId="{4AA38EB4-22E2-47FA-92AF-AC75AAA24165}" destId="{88E0EB95-47F3-4562-8BC8-970FDF5F2D04}" srcOrd="3" destOrd="0" presId="urn:microsoft.com/office/officeart/2018/5/layout/CenteredIconLabelDescriptionList"/>
    <dgm:cxn modelId="{3F6EFCD3-CEE0-4A3C-9A00-60338F1E4BB9}" type="presParOf" srcId="{4AA38EB4-22E2-47FA-92AF-AC75AAA24165}" destId="{74188C31-7E7F-481C-BB1B-830AE93A900A}" srcOrd="4" destOrd="0" presId="urn:microsoft.com/office/officeart/2018/5/layout/CenteredIconLabelDescriptionList"/>
    <dgm:cxn modelId="{F31A137A-61E6-4F41-B521-C3263F543DE8}" type="presParOf" srcId="{4A1CE0A4-C578-4ED8-AB63-173D0009F74B}" destId="{156B2492-46E2-4FC4-9FAD-A4FEF03AC8F7}" srcOrd="1" destOrd="0" presId="urn:microsoft.com/office/officeart/2018/5/layout/CenteredIconLabelDescriptionList"/>
    <dgm:cxn modelId="{3A6A99D9-08FE-4986-8A8A-B47809DCD777}" type="presParOf" srcId="{4A1CE0A4-C578-4ED8-AB63-173D0009F74B}" destId="{030AA8F7-E780-4E57-9F95-EC7629D75097}" srcOrd="2" destOrd="0" presId="urn:microsoft.com/office/officeart/2018/5/layout/CenteredIconLabelDescriptionList"/>
    <dgm:cxn modelId="{9EE5C5B5-6BE3-479C-9E27-AC68F877652C}" type="presParOf" srcId="{030AA8F7-E780-4E57-9F95-EC7629D75097}" destId="{8C53EC5F-CF0F-467C-BB88-57C6D42F8E1B}" srcOrd="0" destOrd="0" presId="urn:microsoft.com/office/officeart/2018/5/layout/CenteredIconLabelDescriptionList"/>
    <dgm:cxn modelId="{4047DFFD-36D6-49C7-A9EE-6EB80E3D3CCD}" type="presParOf" srcId="{030AA8F7-E780-4E57-9F95-EC7629D75097}" destId="{572688F1-76B9-4348-B2E9-6B3C19EDAD67}" srcOrd="1" destOrd="0" presId="urn:microsoft.com/office/officeart/2018/5/layout/CenteredIconLabelDescriptionList"/>
    <dgm:cxn modelId="{7EA56395-E0F6-48A4-900B-049E9E3B7355}" type="presParOf" srcId="{030AA8F7-E780-4E57-9F95-EC7629D75097}" destId="{DAD47DF0-6C84-4A3E-AAB4-E0CEE7C72CBD}" srcOrd="2" destOrd="0" presId="urn:microsoft.com/office/officeart/2018/5/layout/CenteredIconLabelDescriptionList"/>
    <dgm:cxn modelId="{4F2CCAE3-AA94-4550-97C0-765EF964632A}" type="presParOf" srcId="{030AA8F7-E780-4E57-9F95-EC7629D75097}" destId="{F4F3C750-0AA6-4239-ACDB-FB7264421343}" srcOrd="3" destOrd="0" presId="urn:microsoft.com/office/officeart/2018/5/layout/CenteredIconLabelDescriptionList"/>
    <dgm:cxn modelId="{BD4CB7D8-3F95-4EA3-9B50-17D098BDF82F}" type="presParOf" srcId="{030AA8F7-E780-4E57-9F95-EC7629D75097}" destId="{F106BCFF-B397-4061-B417-B5325F2FEF1E}"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15B01E-E97D-4D44-9947-7B7006D84F5E}"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tr-TR"/>
        </a:p>
      </dgm:t>
    </dgm:pt>
    <dgm:pt modelId="{3A84DFC8-64C1-4733-8F85-0FA2131E32B0}">
      <dgm:prSet/>
      <dgm:spPr/>
      <dgm:t>
        <a:bodyPr/>
        <a:lstStyle/>
        <a:p>
          <a:pPr>
            <a:lnSpc>
              <a:spcPct val="100000"/>
            </a:lnSpc>
            <a:defRPr b="1"/>
          </a:pPr>
          <a:r>
            <a:rPr lang="tr-TR"/>
            <a:t>Bitcoin</a:t>
          </a:r>
        </a:p>
      </dgm:t>
    </dgm:pt>
    <dgm:pt modelId="{75297FE2-1CB4-4834-9716-5810C694208A}" type="parTrans" cxnId="{8587F9CF-7209-444F-9C1B-B74C3D2AA60F}">
      <dgm:prSet/>
      <dgm:spPr/>
      <dgm:t>
        <a:bodyPr/>
        <a:lstStyle/>
        <a:p>
          <a:endParaRPr lang="tr-TR"/>
        </a:p>
      </dgm:t>
    </dgm:pt>
    <dgm:pt modelId="{00DF38AA-A3F2-4FFF-837B-230C6EAFC3A1}" type="sibTrans" cxnId="{8587F9CF-7209-444F-9C1B-B74C3D2AA60F}">
      <dgm:prSet/>
      <dgm:spPr/>
      <dgm:t>
        <a:bodyPr/>
        <a:lstStyle/>
        <a:p>
          <a:endParaRPr lang="tr-TR"/>
        </a:p>
      </dgm:t>
    </dgm:pt>
    <dgm:pt modelId="{37B8076D-821D-4E66-920D-E5781F2149A2}">
      <dgm:prSet/>
      <dgm:spPr/>
      <dgm:t>
        <a:bodyPr/>
        <a:lstStyle/>
        <a:p>
          <a:pPr>
            <a:lnSpc>
              <a:spcPct val="100000"/>
            </a:lnSpc>
          </a:pPr>
          <a:r>
            <a:rPr lang="en-US"/>
            <a:t>open source</a:t>
          </a:r>
          <a:r>
            <a:rPr lang="tr-TR"/>
            <a:t> </a:t>
          </a:r>
          <a:r>
            <a:rPr lang="en-US"/>
            <a:t>software</a:t>
          </a:r>
          <a:endParaRPr lang="tr-TR"/>
        </a:p>
      </dgm:t>
    </dgm:pt>
    <dgm:pt modelId="{C5ED3BB3-E41C-4CF1-BC59-CD0279F14AEE}" type="parTrans" cxnId="{39CAE8FF-66E5-4E1B-B376-86485B7393D5}">
      <dgm:prSet/>
      <dgm:spPr/>
      <dgm:t>
        <a:bodyPr/>
        <a:lstStyle/>
        <a:p>
          <a:endParaRPr lang="tr-TR"/>
        </a:p>
      </dgm:t>
    </dgm:pt>
    <dgm:pt modelId="{AEB9FCDE-C608-497E-956C-2C6DB58EA04F}" type="sibTrans" cxnId="{39CAE8FF-66E5-4E1B-B376-86485B7393D5}">
      <dgm:prSet/>
      <dgm:spPr/>
      <dgm:t>
        <a:bodyPr/>
        <a:lstStyle/>
        <a:p>
          <a:endParaRPr lang="tr-TR"/>
        </a:p>
      </dgm:t>
    </dgm:pt>
    <dgm:pt modelId="{46921CC1-82DA-44B1-83F4-8A0F6A95F6C2}">
      <dgm:prSet/>
      <dgm:spPr/>
      <dgm:t>
        <a:bodyPr/>
        <a:lstStyle/>
        <a:p>
          <a:pPr>
            <a:lnSpc>
              <a:spcPct val="100000"/>
            </a:lnSpc>
            <a:defRPr b="1"/>
          </a:pPr>
          <a:r>
            <a:rPr lang="tr-TR"/>
            <a:t>Runs on various hardware</a:t>
          </a:r>
        </a:p>
      </dgm:t>
    </dgm:pt>
    <dgm:pt modelId="{030097D6-C3DC-4EA5-9024-F300AB502AAA}" type="parTrans" cxnId="{E28B72BC-CAFA-4E67-A05C-F5AD8BFAEC5B}">
      <dgm:prSet/>
      <dgm:spPr/>
      <dgm:t>
        <a:bodyPr/>
        <a:lstStyle/>
        <a:p>
          <a:endParaRPr lang="tr-TR"/>
        </a:p>
      </dgm:t>
    </dgm:pt>
    <dgm:pt modelId="{9F92D634-FAB9-448C-B06C-049641D1C18B}" type="sibTrans" cxnId="{E28B72BC-CAFA-4E67-A05C-F5AD8BFAEC5B}">
      <dgm:prSet/>
      <dgm:spPr/>
      <dgm:t>
        <a:bodyPr/>
        <a:lstStyle/>
        <a:p>
          <a:endParaRPr lang="tr-TR"/>
        </a:p>
      </dgm:t>
    </dgm:pt>
    <dgm:pt modelId="{27FA5A84-19A1-4318-A559-7D5FCBD79972}">
      <dgm:prSet/>
      <dgm:spPr/>
      <dgm:t>
        <a:bodyPr/>
        <a:lstStyle/>
        <a:p>
          <a:pPr>
            <a:lnSpc>
              <a:spcPct val="100000"/>
            </a:lnSpc>
          </a:pPr>
          <a:r>
            <a:rPr lang="en-US"/>
            <a:t>available </a:t>
          </a:r>
          <a:r>
            <a:rPr lang="tr-TR">
              <a:hlinkClick xmlns:r="http://schemas.openxmlformats.org/officeDocument/2006/relationships" r:id="rId1"/>
            </a:rPr>
            <a:t>GitHub</a:t>
          </a:r>
          <a:endParaRPr lang="tr-TR"/>
        </a:p>
      </dgm:t>
    </dgm:pt>
    <dgm:pt modelId="{04721C43-1FE8-442A-AEDB-F1A5E493CD99}" type="parTrans" cxnId="{1D750780-C808-45C0-837C-4FC4F910AE97}">
      <dgm:prSet/>
      <dgm:spPr/>
      <dgm:t>
        <a:bodyPr/>
        <a:lstStyle/>
        <a:p>
          <a:endParaRPr lang="tr-TR"/>
        </a:p>
      </dgm:t>
    </dgm:pt>
    <dgm:pt modelId="{317A973F-2DC0-4C57-BAA6-719BFFB29A33}" type="sibTrans" cxnId="{1D750780-C808-45C0-837C-4FC4F910AE97}">
      <dgm:prSet/>
      <dgm:spPr/>
      <dgm:t>
        <a:bodyPr/>
        <a:lstStyle/>
        <a:p>
          <a:endParaRPr lang="tr-TR"/>
        </a:p>
      </dgm:t>
    </dgm:pt>
    <dgm:pt modelId="{FFCFB16D-6F00-4A0C-AE82-41C4E97450AF}">
      <dgm:prSet/>
      <dgm:spPr/>
      <dgm:t>
        <a:bodyPr/>
        <a:lstStyle/>
        <a:p>
          <a:pPr>
            <a:lnSpc>
              <a:spcPct val="100000"/>
            </a:lnSpc>
            <a:defRPr b="1"/>
          </a:pPr>
          <a:r>
            <a:rPr lang="tr-TR"/>
            <a:t>Operating systems</a:t>
          </a:r>
        </a:p>
      </dgm:t>
    </dgm:pt>
    <dgm:pt modelId="{98422DFF-9A0E-4021-8A17-6F909EF18067}" type="parTrans" cxnId="{DCA1861C-BEF2-4D9A-A187-D4ABB94E9039}">
      <dgm:prSet/>
      <dgm:spPr/>
      <dgm:t>
        <a:bodyPr/>
        <a:lstStyle/>
        <a:p>
          <a:endParaRPr lang="tr-TR"/>
        </a:p>
      </dgm:t>
    </dgm:pt>
    <dgm:pt modelId="{B99EAF20-7BAE-422B-BA80-C025616365CA}" type="sibTrans" cxnId="{DCA1861C-BEF2-4D9A-A187-D4ABB94E9039}">
      <dgm:prSet/>
      <dgm:spPr/>
      <dgm:t>
        <a:bodyPr/>
        <a:lstStyle/>
        <a:p>
          <a:endParaRPr lang="tr-TR"/>
        </a:p>
      </dgm:t>
    </dgm:pt>
    <dgm:pt modelId="{8ADEE8AF-4D39-40B2-AD85-B7F430B62858}">
      <dgm:prSet/>
      <dgm:spPr/>
      <dgm:t>
        <a:bodyPr/>
        <a:lstStyle/>
        <a:p>
          <a:pPr>
            <a:lnSpc>
              <a:spcPct val="100000"/>
            </a:lnSpc>
          </a:pPr>
          <a:r>
            <a:rPr lang="en-US"/>
            <a:t>laptops</a:t>
          </a:r>
          <a:endParaRPr lang="tr-TR"/>
        </a:p>
      </dgm:t>
    </dgm:pt>
    <dgm:pt modelId="{74743013-238A-48AE-ACCF-5F10BBF721B0}" type="parTrans" cxnId="{C836D743-7C8B-4AB2-91AF-ABF9D14C7168}">
      <dgm:prSet/>
      <dgm:spPr/>
      <dgm:t>
        <a:bodyPr/>
        <a:lstStyle/>
        <a:p>
          <a:endParaRPr lang="tr-TR"/>
        </a:p>
      </dgm:t>
    </dgm:pt>
    <dgm:pt modelId="{4B0F9BA4-684F-4571-8E77-9A447538023B}" type="sibTrans" cxnId="{C836D743-7C8B-4AB2-91AF-ABF9D14C7168}">
      <dgm:prSet/>
      <dgm:spPr/>
      <dgm:t>
        <a:bodyPr/>
        <a:lstStyle/>
        <a:p>
          <a:endParaRPr lang="tr-TR"/>
        </a:p>
      </dgm:t>
    </dgm:pt>
    <dgm:pt modelId="{EE63A429-166D-450A-9F16-EAE941809FB0}">
      <dgm:prSet/>
      <dgm:spPr/>
      <dgm:t>
        <a:bodyPr/>
        <a:lstStyle/>
        <a:p>
          <a:pPr>
            <a:lnSpc>
              <a:spcPct val="100000"/>
            </a:lnSpc>
          </a:pPr>
          <a:r>
            <a:rPr lang="en-US"/>
            <a:t>smartphones</a:t>
          </a:r>
          <a:endParaRPr lang="tr-TR"/>
        </a:p>
      </dgm:t>
    </dgm:pt>
    <dgm:pt modelId="{71A772B5-FA9E-4731-8BA4-5346BDDF7A05}" type="parTrans" cxnId="{C23B2F99-65AF-4E2E-B379-47B9871C71C6}">
      <dgm:prSet/>
      <dgm:spPr/>
      <dgm:t>
        <a:bodyPr/>
        <a:lstStyle/>
        <a:p>
          <a:endParaRPr lang="tr-TR"/>
        </a:p>
      </dgm:t>
    </dgm:pt>
    <dgm:pt modelId="{0C94A16A-E1EE-4521-B8D9-DFF76C7B9952}" type="sibTrans" cxnId="{C23B2F99-65AF-4E2E-B379-47B9871C71C6}">
      <dgm:prSet/>
      <dgm:spPr/>
      <dgm:t>
        <a:bodyPr/>
        <a:lstStyle/>
        <a:p>
          <a:endParaRPr lang="tr-TR"/>
        </a:p>
      </dgm:t>
    </dgm:pt>
    <dgm:pt modelId="{28692D44-8C5B-4C73-B667-8FFC995ECCC1}">
      <dgm:prSet/>
      <dgm:spPr/>
      <dgm:t>
        <a:bodyPr/>
        <a:lstStyle/>
        <a:p>
          <a:pPr>
            <a:lnSpc>
              <a:spcPct val="100000"/>
            </a:lnSpc>
          </a:pPr>
          <a:r>
            <a:rPr lang="tr-TR"/>
            <a:t>MS Windows</a:t>
          </a:r>
        </a:p>
      </dgm:t>
    </dgm:pt>
    <dgm:pt modelId="{4EB6B969-5621-4794-91FA-B374A264FE94}" type="parTrans" cxnId="{485946E4-2A50-4461-B4FD-B6E89B3F1D0E}">
      <dgm:prSet/>
      <dgm:spPr/>
      <dgm:t>
        <a:bodyPr/>
        <a:lstStyle/>
        <a:p>
          <a:endParaRPr lang="tr-TR"/>
        </a:p>
      </dgm:t>
    </dgm:pt>
    <dgm:pt modelId="{0FFFA212-4959-4360-B455-B427E38A0F4D}" type="sibTrans" cxnId="{485946E4-2A50-4461-B4FD-B6E89B3F1D0E}">
      <dgm:prSet/>
      <dgm:spPr/>
      <dgm:t>
        <a:bodyPr/>
        <a:lstStyle/>
        <a:p>
          <a:endParaRPr lang="tr-TR"/>
        </a:p>
      </dgm:t>
    </dgm:pt>
    <dgm:pt modelId="{CDE64F84-988E-46D8-83CD-8E1372114E30}">
      <dgm:prSet/>
      <dgm:spPr/>
      <dgm:t>
        <a:bodyPr/>
        <a:lstStyle/>
        <a:p>
          <a:pPr>
            <a:lnSpc>
              <a:spcPct val="100000"/>
            </a:lnSpc>
          </a:pPr>
          <a:r>
            <a:rPr lang="tr-TR"/>
            <a:t>LINUX</a:t>
          </a:r>
        </a:p>
      </dgm:t>
    </dgm:pt>
    <dgm:pt modelId="{0B0D9F8E-EFF7-403A-9EC3-5D66EE1F757B}" type="parTrans" cxnId="{C73558FE-064B-4181-B663-F4D9789FBD42}">
      <dgm:prSet/>
      <dgm:spPr/>
      <dgm:t>
        <a:bodyPr/>
        <a:lstStyle/>
        <a:p>
          <a:endParaRPr lang="tr-TR"/>
        </a:p>
      </dgm:t>
    </dgm:pt>
    <dgm:pt modelId="{03BDA217-EC04-493E-BB42-37B3E8DFCB9E}" type="sibTrans" cxnId="{C73558FE-064B-4181-B663-F4D9789FBD42}">
      <dgm:prSet/>
      <dgm:spPr/>
      <dgm:t>
        <a:bodyPr/>
        <a:lstStyle/>
        <a:p>
          <a:endParaRPr lang="tr-TR"/>
        </a:p>
      </dgm:t>
    </dgm:pt>
    <dgm:pt modelId="{6F9A1E0E-C9C3-406C-986B-15D9DD8E7AF4}">
      <dgm:prSet/>
      <dgm:spPr/>
      <dgm:t>
        <a:bodyPr/>
        <a:lstStyle/>
        <a:p>
          <a:pPr>
            <a:lnSpc>
              <a:spcPct val="100000"/>
            </a:lnSpc>
          </a:pPr>
          <a:r>
            <a:rPr lang="tr-TR"/>
            <a:t>Mac OS X</a:t>
          </a:r>
        </a:p>
      </dgm:t>
    </dgm:pt>
    <dgm:pt modelId="{E14F0FD6-517E-489F-8D92-C1A54A3BFE2C}" type="parTrans" cxnId="{84E83376-E4B6-47DD-9084-7135B2EED738}">
      <dgm:prSet/>
      <dgm:spPr/>
      <dgm:t>
        <a:bodyPr/>
        <a:lstStyle/>
        <a:p>
          <a:endParaRPr lang="tr-TR"/>
        </a:p>
      </dgm:t>
    </dgm:pt>
    <dgm:pt modelId="{0B5391FC-07E7-4436-87B0-B848C23009ED}" type="sibTrans" cxnId="{84E83376-E4B6-47DD-9084-7135B2EED738}">
      <dgm:prSet/>
      <dgm:spPr/>
      <dgm:t>
        <a:bodyPr/>
        <a:lstStyle/>
        <a:p>
          <a:endParaRPr lang="tr-TR"/>
        </a:p>
      </dgm:t>
    </dgm:pt>
    <dgm:pt modelId="{76CAAA7C-3DEF-4F70-9700-3A7624897D8E}" type="pres">
      <dgm:prSet presAssocID="{9E15B01E-E97D-4D44-9947-7B7006D84F5E}" presName="root" presStyleCnt="0">
        <dgm:presLayoutVars>
          <dgm:dir/>
          <dgm:resizeHandles val="exact"/>
        </dgm:presLayoutVars>
      </dgm:prSet>
      <dgm:spPr/>
    </dgm:pt>
    <dgm:pt modelId="{895DCDC0-F258-44ED-932F-C4DC1D411A65}" type="pres">
      <dgm:prSet presAssocID="{3A84DFC8-64C1-4733-8F85-0FA2131E32B0}" presName="compNode" presStyleCnt="0"/>
      <dgm:spPr/>
    </dgm:pt>
    <dgm:pt modelId="{1DD608D3-4340-4472-81E2-4ACF82EFD2A3}" type="pres">
      <dgm:prSet presAssocID="{3A84DFC8-64C1-4733-8F85-0FA2131E32B0}"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58C59FD8-6285-433C-B03B-47D1C881CABF}" type="pres">
      <dgm:prSet presAssocID="{3A84DFC8-64C1-4733-8F85-0FA2131E32B0}" presName="iconSpace" presStyleCnt="0"/>
      <dgm:spPr/>
    </dgm:pt>
    <dgm:pt modelId="{93508545-62BC-4166-BF42-485837C12001}" type="pres">
      <dgm:prSet presAssocID="{3A84DFC8-64C1-4733-8F85-0FA2131E32B0}" presName="parTx" presStyleLbl="revTx" presStyleIdx="0" presStyleCnt="6">
        <dgm:presLayoutVars>
          <dgm:chMax val="0"/>
          <dgm:chPref val="0"/>
        </dgm:presLayoutVars>
      </dgm:prSet>
      <dgm:spPr/>
    </dgm:pt>
    <dgm:pt modelId="{F0D06EED-DD3B-4912-8798-BA2A0E0A35C7}" type="pres">
      <dgm:prSet presAssocID="{3A84DFC8-64C1-4733-8F85-0FA2131E32B0}" presName="txSpace" presStyleCnt="0"/>
      <dgm:spPr/>
    </dgm:pt>
    <dgm:pt modelId="{51989DA1-368E-4FFF-84A7-B7EE6AE09E66}" type="pres">
      <dgm:prSet presAssocID="{3A84DFC8-64C1-4733-8F85-0FA2131E32B0}" presName="desTx" presStyleLbl="revTx" presStyleIdx="1" presStyleCnt="6">
        <dgm:presLayoutVars/>
      </dgm:prSet>
      <dgm:spPr/>
    </dgm:pt>
    <dgm:pt modelId="{12ED6C9B-561D-4FB9-A89A-117165A6A985}" type="pres">
      <dgm:prSet presAssocID="{00DF38AA-A3F2-4FFF-837B-230C6EAFC3A1}" presName="sibTrans" presStyleCnt="0"/>
      <dgm:spPr/>
    </dgm:pt>
    <dgm:pt modelId="{83F0AED8-E303-4B51-B5F6-9BFD057123D5}" type="pres">
      <dgm:prSet presAssocID="{46921CC1-82DA-44B1-83F4-8A0F6A95F6C2}" presName="compNode" presStyleCnt="0"/>
      <dgm:spPr/>
    </dgm:pt>
    <dgm:pt modelId="{4C17D050-0C13-4C3D-B709-AC83E5CD1A87}" type="pres">
      <dgm:prSet presAssocID="{46921CC1-82DA-44B1-83F4-8A0F6A95F6C2}"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mart Phone"/>
        </a:ext>
      </dgm:extLst>
    </dgm:pt>
    <dgm:pt modelId="{082F360D-0A6E-47DD-AD6E-1BEA6F65843F}" type="pres">
      <dgm:prSet presAssocID="{46921CC1-82DA-44B1-83F4-8A0F6A95F6C2}" presName="iconSpace" presStyleCnt="0"/>
      <dgm:spPr/>
    </dgm:pt>
    <dgm:pt modelId="{8C6AEEDA-5C34-4379-B465-85DC81A15B89}" type="pres">
      <dgm:prSet presAssocID="{46921CC1-82DA-44B1-83F4-8A0F6A95F6C2}" presName="parTx" presStyleLbl="revTx" presStyleIdx="2" presStyleCnt="6">
        <dgm:presLayoutVars>
          <dgm:chMax val="0"/>
          <dgm:chPref val="0"/>
        </dgm:presLayoutVars>
      </dgm:prSet>
      <dgm:spPr/>
    </dgm:pt>
    <dgm:pt modelId="{B1C0A115-3AC0-4886-B408-67CDF88470EE}" type="pres">
      <dgm:prSet presAssocID="{46921CC1-82DA-44B1-83F4-8A0F6A95F6C2}" presName="txSpace" presStyleCnt="0"/>
      <dgm:spPr/>
    </dgm:pt>
    <dgm:pt modelId="{6AB23007-0412-42DA-AF11-F092AD74B3E9}" type="pres">
      <dgm:prSet presAssocID="{46921CC1-82DA-44B1-83F4-8A0F6A95F6C2}" presName="desTx" presStyleLbl="revTx" presStyleIdx="3" presStyleCnt="6">
        <dgm:presLayoutVars/>
      </dgm:prSet>
      <dgm:spPr/>
    </dgm:pt>
    <dgm:pt modelId="{8C7D7D78-2DCE-45ED-BFBF-92894F2D2B22}" type="pres">
      <dgm:prSet presAssocID="{9F92D634-FAB9-448C-B06C-049641D1C18B}" presName="sibTrans" presStyleCnt="0"/>
      <dgm:spPr/>
    </dgm:pt>
    <dgm:pt modelId="{59C1815A-54C7-4FEA-8504-1C4D9912874D}" type="pres">
      <dgm:prSet presAssocID="{FFCFB16D-6F00-4A0C-AE82-41C4E97450AF}" presName="compNode" presStyleCnt="0"/>
      <dgm:spPr/>
    </dgm:pt>
    <dgm:pt modelId="{3429B73C-16AA-4D73-B54F-B82DB60C67F5}" type="pres">
      <dgm:prSet presAssocID="{FFCFB16D-6F00-4A0C-AE82-41C4E97450AF}"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Computer"/>
        </a:ext>
      </dgm:extLst>
    </dgm:pt>
    <dgm:pt modelId="{1D3C8627-4F99-4402-8F68-1F797C573981}" type="pres">
      <dgm:prSet presAssocID="{FFCFB16D-6F00-4A0C-AE82-41C4E97450AF}" presName="iconSpace" presStyleCnt="0"/>
      <dgm:spPr/>
    </dgm:pt>
    <dgm:pt modelId="{8C9F93ED-F3D5-494A-BA3A-866C8DC2A8E1}" type="pres">
      <dgm:prSet presAssocID="{FFCFB16D-6F00-4A0C-AE82-41C4E97450AF}" presName="parTx" presStyleLbl="revTx" presStyleIdx="4" presStyleCnt="6">
        <dgm:presLayoutVars>
          <dgm:chMax val="0"/>
          <dgm:chPref val="0"/>
        </dgm:presLayoutVars>
      </dgm:prSet>
      <dgm:spPr/>
    </dgm:pt>
    <dgm:pt modelId="{CC847C79-2621-4B01-8B67-00E8C419E130}" type="pres">
      <dgm:prSet presAssocID="{FFCFB16D-6F00-4A0C-AE82-41C4E97450AF}" presName="txSpace" presStyleCnt="0"/>
      <dgm:spPr/>
    </dgm:pt>
    <dgm:pt modelId="{DD54AB1B-B9A9-4E8A-83DA-F33C5156116A}" type="pres">
      <dgm:prSet presAssocID="{FFCFB16D-6F00-4A0C-AE82-41C4E97450AF}" presName="desTx" presStyleLbl="revTx" presStyleIdx="5" presStyleCnt="6">
        <dgm:presLayoutVars/>
      </dgm:prSet>
      <dgm:spPr/>
    </dgm:pt>
  </dgm:ptLst>
  <dgm:cxnLst>
    <dgm:cxn modelId="{DCA1861C-BEF2-4D9A-A187-D4ABB94E9039}" srcId="{9E15B01E-E97D-4D44-9947-7B7006D84F5E}" destId="{FFCFB16D-6F00-4A0C-AE82-41C4E97450AF}" srcOrd="2" destOrd="0" parTransId="{98422DFF-9A0E-4021-8A17-6F909EF18067}" sibTransId="{B99EAF20-7BAE-422B-BA80-C025616365CA}"/>
    <dgm:cxn modelId="{92887D20-85C2-4930-8E4B-E72E4CBE9E11}" type="presOf" srcId="{CDE64F84-988E-46D8-83CD-8E1372114E30}" destId="{DD54AB1B-B9A9-4E8A-83DA-F33C5156116A}" srcOrd="0" destOrd="1" presId="urn:microsoft.com/office/officeart/2018/2/layout/IconLabelDescriptionList"/>
    <dgm:cxn modelId="{C836D743-7C8B-4AB2-91AF-ABF9D14C7168}" srcId="{46921CC1-82DA-44B1-83F4-8A0F6A95F6C2}" destId="{8ADEE8AF-4D39-40B2-AD85-B7F430B62858}" srcOrd="0" destOrd="0" parTransId="{74743013-238A-48AE-ACCF-5F10BBF721B0}" sibTransId="{4B0F9BA4-684F-4571-8E77-9A447538023B}"/>
    <dgm:cxn modelId="{E9F5C548-4B52-4509-8F20-9FF4DE256C15}" type="presOf" srcId="{37B8076D-821D-4E66-920D-E5781F2149A2}" destId="{51989DA1-368E-4FFF-84A7-B7EE6AE09E66}" srcOrd="0" destOrd="0" presId="urn:microsoft.com/office/officeart/2018/2/layout/IconLabelDescriptionList"/>
    <dgm:cxn modelId="{ED07464C-1891-48AA-8458-21D0B8A83C54}" type="presOf" srcId="{46921CC1-82DA-44B1-83F4-8A0F6A95F6C2}" destId="{8C6AEEDA-5C34-4379-B465-85DC81A15B89}" srcOrd="0" destOrd="0" presId="urn:microsoft.com/office/officeart/2018/2/layout/IconLabelDescriptionList"/>
    <dgm:cxn modelId="{84E83376-E4B6-47DD-9084-7135B2EED738}" srcId="{FFCFB16D-6F00-4A0C-AE82-41C4E97450AF}" destId="{6F9A1E0E-C9C3-406C-986B-15D9DD8E7AF4}" srcOrd="2" destOrd="0" parTransId="{E14F0FD6-517E-489F-8D92-C1A54A3BFE2C}" sibTransId="{0B5391FC-07E7-4436-87B0-B848C23009ED}"/>
    <dgm:cxn modelId="{F04FC17D-4911-4584-B19A-9E5F4DAC2486}" type="presOf" srcId="{28692D44-8C5B-4C73-B667-8FFC995ECCC1}" destId="{DD54AB1B-B9A9-4E8A-83DA-F33C5156116A}" srcOrd="0" destOrd="0" presId="urn:microsoft.com/office/officeart/2018/2/layout/IconLabelDescriptionList"/>
    <dgm:cxn modelId="{1D750780-C808-45C0-837C-4FC4F910AE97}" srcId="{3A84DFC8-64C1-4733-8F85-0FA2131E32B0}" destId="{27FA5A84-19A1-4318-A559-7D5FCBD79972}" srcOrd="1" destOrd="0" parTransId="{04721C43-1FE8-442A-AEDB-F1A5E493CD99}" sibTransId="{317A973F-2DC0-4C57-BAA6-719BFFB29A33}"/>
    <dgm:cxn modelId="{66AB1393-BEBB-46E0-9EFF-542B90E4DD96}" type="presOf" srcId="{FFCFB16D-6F00-4A0C-AE82-41C4E97450AF}" destId="{8C9F93ED-F3D5-494A-BA3A-866C8DC2A8E1}" srcOrd="0" destOrd="0" presId="urn:microsoft.com/office/officeart/2018/2/layout/IconLabelDescriptionList"/>
    <dgm:cxn modelId="{C23B2F99-65AF-4E2E-B379-47B9871C71C6}" srcId="{46921CC1-82DA-44B1-83F4-8A0F6A95F6C2}" destId="{EE63A429-166D-450A-9F16-EAE941809FB0}" srcOrd="1" destOrd="0" parTransId="{71A772B5-FA9E-4731-8BA4-5346BDDF7A05}" sibTransId="{0C94A16A-E1EE-4521-B8D9-DFF76C7B9952}"/>
    <dgm:cxn modelId="{7ED2AAA2-60CF-41FD-BA56-284BBE73E938}" type="presOf" srcId="{3A84DFC8-64C1-4733-8F85-0FA2131E32B0}" destId="{93508545-62BC-4166-BF42-485837C12001}" srcOrd="0" destOrd="0" presId="urn:microsoft.com/office/officeart/2018/2/layout/IconLabelDescriptionList"/>
    <dgm:cxn modelId="{D825EBA2-6C31-45E5-8301-766E1F1E6B8D}" type="presOf" srcId="{9E15B01E-E97D-4D44-9947-7B7006D84F5E}" destId="{76CAAA7C-3DEF-4F70-9700-3A7624897D8E}" srcOrd="0" destOrd="0" presId="urn:microsoft.com/office/officeart/2018/2/layout/IconLabelDescriptionList"/>
    <dgm:cxn modelId="{B3F9C8A8-BFDE-43EA-921F-FB3DA14535BE}" type="presOf" srcId="{8ADEE8AF-4D39-40B2-AD85-B7F430B62858}" destId="{6AB23007-0412-42DA-AF11-F092AD74B3E9}" srcOrd="0" destOrd="0" presId="urn:microsoft.com/office/officeart/2018/2/layout/IconLabelDescriptionList"/>
    <dgm:cxn modelId="{E28B72BC-CAFA-4E67-A05C-F5AD8BFAEC5B}" srcId="{9E15B01E-E97D-4D44-9947-7B7006D84F5E}" destId="{46921CC1-82DA-44B1-83F4-8A0F6A95F6C2}" srcOrd="1" destOrd="0" parTransId="{030097D6-C3DC-4EA5-9024-F300AB502AAA}" sibTransId="{9F92D634-FAB9-448C-B06C-049641D1C18B}"/>
    <dgm:cxn modelId="{474F45C0-6EA1-4B62-82A0-F8B7DE35445B}" type="presOf" srcId="{EE63A429-166D-450A-9F16-EAE941809FB0}" destId="{6AB23007-0412-42DA-AF11-F092AD74B3E9}" srcOrd="0" destOrd="1" presId="urn:microsoft.com/office/officeart/2018/2/layout/IconLabelDescriptionList"/>
    <dgm:cxn modelId="{1CC9B6C3-7377-497D-9970-F36B731BA488}" type="presOf" srcId="{6F9A1E0E-C9C3-406C-986B-15D9DD8E7AF4}" destId="{DD54AB1B-B9A9-4E8A-83DA-F33C5156116A}" srcOrd="0" destOrd="2" presId="urn:microsoft.com/office/officeart/2018/2/layout/IconLabelDescriptionList"/>
    <dgm:cxn modelId="{C6B304CC-2447-4B1F-956A-7F3158F49518}" type="presOf" srcId="{27FA5A84-19A1-4318-A559-7D5FCBD79972}" destId="{51989DA1-368E-4FFF-84A7-B7EE6AE09E66}" srcOrd="0" destOrd="1" presId="urn:microsoft.com/office/officeart/2018/2/layout/IconLabelDescriptionList"/>
    <dgm:cxn modelId="{8587F9CF-7209-444F-9C1B-B74C3D2AA60F}" srcId="{9E15B01E-E97D-4D44-9947-7B7006D84F5E}" destId="{3A84DFC8-64C1-4733-8F85-0FA2131E32B0}" srcOrd="0" destOrd="0" parTransId="{75297FE2-1CB4-4834-9716-5810C694208A}" sibTransId="{00DF38AA-A3F2-4FFF-837B-230C6EAFC3A1}"/>
    <dgm:cxn modelId="{485946E4-2A50-4461-B4FD-B6E89B3F1D0E}" srcId="{FFCFB16D-6F00-4A0C-AE82-41C4E97450AF}" destId="{28692D44-8C5B-4C73-B667-8FFC995ECCC1}" srcOrd="0" destOrd="0" parTransId="{4EB6B969-5621-4794-91FA-B374A264FE94}" sibTransId="{0FFFA212-4959-4360-B455-B427E38A0F4D}"/>
    <dgm:cxn modelId="{C73558FE-064B-4181-B663-F4D9789FBD42}" srcId="{FFCFB16D-6F00-4A0C-AE82-41C4E97450AF}" destId="{CDE64F84-988E-46D8-83CD-8E1372114E30}" srcOrd="1" destOrd="0" parTransId="{0B0D9F8E-EFF7-403A-9EC3-5D66EE1F757B}" sibTransId="{03BDA217-EC04-493E-BB42-37B3E8DFCB9E}"/>
    <dgm:cxn modelId="{39CAE8FF-66E5-4E1B-B376-86485B7393D5}" srcId="{3A84DFC8-64C1-4733-8F85-0FA2131E32B0}" destId="{37B8076D-821D-4E66-920D-E5781F2149A2}" srcOrd="0" destOrd="0" parTransId="{C5ED3BB3-E41C-4CF1-BC59-CD0279F14AEE}" sibTransId="{AEB9FCDE-C608-497E-956C-2C6DB58EA04F}"/>
    <dgm:cxn modelId="{FB231F20-9D30-42D4-BCDE-81E584D23A2E}" type="presParOf" srcId="{76CAAA7C-3DEF-4F70-9700-3A7624897D8E}" destId="{895DCDC0-F258-44ED-932F-C4DC1D411A65}" srcOrd="0" destOrd="0" presId="urn:microsoft.com/office/officeart/2018/2/layout/IconLabelDescriptionList"/>
    <dgm:cxn modelId="{9F73BEBB-7A76-41BC-BD81-34C255097DF9}" type="presParOf" srcId="{895DCDC0-F258-44ED-932F-C4DC1D411A65}" destId="{1DD608D3-4340-4472-81E2-4ACF82EFD2A3}" srcOrd="0" destOrd="0" presId="urn:microsoft.com/office/officeart/2018/2/layout/IconLabelDescriptionList"/>
    <dgm:cxn modelId="{97378CBD-C00D-4CAA-81E6-6814F7911443}" type="presParOf" srcId="{895DCDC0-F258-44ED-932F-C4DC1D411A65}" destId="{58C59FD8-6285-433C-B03B-47D1C881CABF}" srcOrd="1" destOrd="0" presId="urn:microsoft.com/office/officeart/2018/2/layout/IconLabelDescriptionList"/>
    <dgm:cxn modelId="{D4D9A914-6EE9-4CD7-9B0E-5ACFCA4797A3}" type="presParOf" srcId="{895DCDC0-F258-44ED-932F-C4DC1D411A65}" destId="{93508545-62BC-4166-BF42-485837C12001}" srcOrd="2" destOrd="0" presId="urn:microsoft.com/office/officeart/2018/2/layout/IconLabelDescriptionList"/>
    <dgm:cxn modelId="{F926CD6A-DDEC-4EB9-A03E-13C1E49163A7}" type="presParOf" srcId="{895DCDC0-F258-44ED-932F-C4DC1D411A65}" destId="{F0D06EED-DD3B-4912-8798-BA2A0E0A35C7}" srcOrd="3" destOrd="0" presId="urn:microsoft.com/office/officeart/2018/2/layout/IconLabelDescriptionList"/>
    <dgm:cxn modelId="{6DDFEFBB-F546-445A-A7C8-D48A4DD470B4}" type="presParOf" srcId="{895DCDC0-F258-44ED-932F-C4DC1D411A65}" destId="{51989DA1-368E-4FFF-84A7-B7EE6AE09E66}" srcOrd="4" destOrd="0" presId="urn:microsoft.com/office/officeart/2018/2/layout/IconLabelDescriptionList"/>
    <dgm:cxn modelId="{E5A303D7-265E-4689-A45B-3CA308D9131A}" type="presParOf" srcId="{76CAAA7C-3DEF-4F70-9700-3A7624897D8E}" destId="{12ED6C9B-561D-4FB9-A89A-117165A6A985}" srcOrd="1" destOrd="0" presId="urn:microsoft.com/office/officeart/2018/2/layout/IconLabelDescriptionList"/>
    <dgm:cxn modelId="{F1B71957-BEAF-4AD2-8078-E2BC79BA5AF9}" type="presParOf" srcId="{76CAAA7C-3DEF-4F70-9700-3A7624897D8E}" destId="{83F0AED8-E303-4B51-B5F6-9BFD057123D5}" srcOrd="2" destOrd="0" presId="urn:microsoft.com/office/officeart/2018/2/layout/IconLabelDescriptionList"/>
    <dgm:cxn modelId="{1EA904CB-FE51-4287-94DA-813C18358C67}" type="presParOf" srcId="{83F0AED8-E303-4B51-B5F6-9BFD057123D5}" destId="{4C17D050-0C13-4C3D-B709-AC83E5CD1A87}" srcOrd="0" destOrd="0" presId="urn:microsoft.com/office/officeart/2018/2/layout/IconLabelDescriptionList"/>
    <dgm:cxn modelId="{FDB94D4A-5263-4B6A-8BDF-23DAAC0D2DC4}" type="presParOf" srcId="{83F0AED8-E303-4B51-B5F6-9BFD057123D5}" destId="{082F360D-0A6E-47DD-AD6E-1BEA6F65843F}" srcOrd="1" destOrd="0" presId="urn:microsoft.com/office/officeart/2018/2/layout/IconLabelDescriptionList"/>
    <dgm:cxn modelId="{800290EC-7BFA-4FFE-AAC1-A70D8378710F}" type="presParOf" srcId="{83F0AED8-E303-4B51-B5F6-9BFD057123D5}" destId="{8C6AEEDA-5C34-4379-B465-85DC81A15B89}" srcOrd="2" destOrd="0" presId="urn:microsoft.com/office/officeart/2018/2/layout/IconLabelDescriptionList"/>
    <dgm:cxn modelId="{39998769-57D5-4056-B595-6C5D16FD717A}" type="presParOf" srcId="{83F0AED8-E303-4B51-B5F6-9BFD057123D5}" destId="{B1C0A115-3AC0-4886-B408-67CDF88470EE}" srcOrd="3" destOrd="0" presId="urn:microsoft.com/office/officeart/2018/2/layout/IconLabelDescriptionList"/>
    <dgm:cxn modelId="{5002CD44-987F-4104-A394-3DF3DC0DB298}" type="presParOf" srcId="{83F0AED8-E303-4B51-B5F6-9BFD057123D5}" destId="{6AB23007-0412-42DA-AF11-F092AD74B3E9}" srcOrd="4" destOrd="0" presId="urn:microsoft.com/office/officeart/2018/2/layout/IconLabelDescriptionList"/>
    <dgm:cxn modelId="{5047A9C5-4EFF-4819-8405-EE451F037ECF}" type="presParOf" srcId="{76CAAA7C-3DEF-4F70-9700-3A7624897D8E}" destId="{8C7D7D78-2DCE-45ED-BFBF-92894F2D2B22}" srcOrd="3" destOrd="0" presId="urn:microsoft.com/office/officeart/2018/2/layout/IconLabelDescriptionList"/>
    <dgm:cxn modelId="{F03074F7-E17A-403C-9CD7-A6DA7E9F9DF8}" type="presParOf" srcId="{76CAAA7C-3DEF-4F70-9700-3A7624897D8E}" destId="{59C1815A-54C7-4FEA-8504-1C4D9912874D}" srcOrd="4" destOrd="0" presId="urn:microsoft.com/office/officeart/2018/2/layout/IconLabelDescriptionList"/>
    <dgm:cxn modelId="{7497DD98-6684-4457-A710-D4B79320AD7C}" type="presParOf" srcId="{59C1815A-54C7-4FEA-8504-1C4D9912874D}" destId="{3429B73C-16AA-4D73-B54F-B82DB60C67F5}" srcOrd="0" destOrd="0" presId="urn:microsoft.com/office/officeart/2018/2/layout/IconLabelDescriptionList"/>
    <dgm:cxn modelId="{B790450B-5E90-478C-AF14-473BCBFE8A09}" type="presParOf" srcId="{59C1815A-54C7-4FEA-8504-1C4D9912874D}" destId="{1D3C8627-4F99-4402-8F68-1F797C573981}" srcOrd="1" destOrd="0" presId="urn:microsoft.com/office/officeart/2018/2/layout/IconLabelDescriptionList"/>
    <dgm:cxn modelId="{44D54303-45C4-42EC-84FE-9A6D5522E955}" type="presParOf" srcId="{59C1815A-54C7-4FEA-8504-1C4D9912874D}" destId="{8C9F93ED-F3D5-494A-BA3A-866C8DC2A8E1}" srcOrd="2" destOrd="0" presId="urn:microsoft.com/office/officeart/2018/2/layout/IconLabelDescriptionList"/>
    <dgm:cxn modelId="{F10C801A-43BD-42F0-A2B3-710D95902211}" type="presParOf" srcId="{59C1815A-54C7-4FEA-8504-1C4D9912874D}" destId="{CC847C79-2621-4B01-8B67-00E8C419E130}" srcOrd="3" destOrd="0" presId="urn:microsoft.com/office/officeart/2018/2/layout/IconLabelDescriptionList"/>
    <dgm:cxn modelId="{256E028F-B313-4E2C-9D06-FAB8332DE1A2}" type="presParOf" srcId="{59C1815A-54C7-4FEA-8504-1C4D9912874D}" destId="{DD54AB1B-B9A9-4E8A-83DA-F33C5156116A}"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81E816-B356-4357-B2A3-1FBFED5FB99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tr-TR"/>
        </a:p>
      </dgm:t>
    </dgm:pt>
    <dgm:pt modelId="{6118B967-8BE2-43DC-8F4F-E5956D5E5238}">
      <dgm:prSet/>
      <dgm:spPr/>
      <dgm:t>
        <a:bodyPr/>
        <a:lstStyle/>
        <a:p>
          <a:pPr>
            <a:lnSpc>
              <a:spcPct val="100000"/>
            </a:lnSpc>
            <a:defRPr b="1"/>
          </a:pPr>
          <a:r>
            <a:rPr lang="tr-TR"/>
            <a:t>Transfer Bitcoin</a:t>
          </a:r>
        </a:p>
      </dgm:t>
    </dgm:pt>
    <dgm:pt modelId="{DC36960E-2AF5-4CF0-89C4-AA16DB7EA420}" type="parTrans" cxnId="{4A885998-E7A2-4EB8-878D-4755F9619294}">
      <dgm:prSet/>
      <dgm:spPr/>
      <dgm:t>
        <a:bodyPr/>
        <a:lstStyle/>
        <a:p>
          <a:endParaRPr lang="tr-TR"/>
        </a:p>
      </dgm:t>
    </dgm:pt>
    <dgm:pt modelId="{47923658-0395-4CAE-927F-9C03A54109B9}" type="sibTrans" cxnId="{4A885998-E7A2-4EB8-878D-4755F9619294}">
      <dgm:prSet/>
      <dgm:spPr/>
      <dgm:t>
        <a:bodyPr/>
        <a:lstStyle/>
        <a:p>
          <a:endParaRPr lang="tr-TR"/>
        </a:p>
      </dgm:t>
    </dgm:pt>
    <dgm:pt modelId="{99D9B778-294C-48CB-B488-E8ED144C1325}">
      <dgm:prSet/>
      <dgm:spPr/>
      <dgm:t>
        <a:bodyPr/>
        <a:lstStyle/>
        <a:p>
          <a:pPr>
            <a:lnSpc>
              <a:spcPct val="100000"/>
            </a:lnSpc>
          </a:pPr>
          <a:r>
            <a:rPr lang="en-US" dirty="0"/>
            <a:t>Users can transfer bitcoin over the network</a:t>
          </a:r>
          <a:endParaRPr lang="tr-TR" dirty="0"/>
        </a:p>
      </dgm:t>
    </dgm:pt>
    <dgm:pt modelId="{256C9AB5-CEF8-4820-9A7C-1C8335C6A52F}" type="parTrans" cxnId="{058684CD-F17B-41FE-A9CF-D65A9B002CF6}">
      <dgm:prSet/>
      <dgm:spPr/>
      <dgm:t>
        <a:bodyPr/>
        <a:lstStyle/>
        <a:p>
          <a:endParaRPr lang="tr-TR"/>
        </a:p>
      </dgm:t>
    </dgm:pt>
    <dgm:pt modelId="{BFBC6253-8AAC-49F8-A585-48CD7B863C29}" type="sibTrans" cxnId="{058684CD-F17B-41FE-A9CF-D65A9B002CF6}">
      <dgm:prSet/>
      <dgm:spPr/>
      <dgm:t>
        <a:bodyPr/>
        <a:lstStyle/>
        <a:p>
          <a:endParaRPr lang="tr-TR"/>
        </a:p>
      </dgm:t>
    </dgm:pt>
    <dgm:pt modelId="{EC416376-E1C5-46A6-88B1-B0A8E18554BC}">
      <dgm:prSet/>
      <dgm:spPr/>
      <dgm:t>
        <a:bodyPr/>
        <a:lstStyle/>
        <a:p>
          <a:pPr>
            <a:lnSpc>
              <a:spcPct val="100000"/>
            </a:lnSpc>
            <a:defRPr b="1"/>
          </a:pPr>
          <a:r>
            <a:rPr lang="tr-TR"/>
            <a:t>Currency operations</a:t>
          </a:r>
        </a:p>
      </dgm:t>
    </dgm:pt>
    <dgm:pt modelId="{2F58A5DE-2199-4419-8D1D-B7DD6C809975}" type="parTrans" cxnId="{A59F2464-AB62-4032-906E-A1E5595C67D4}">
      <dgm:prSet/>
      <dgm:spPr/>
      <dgm:t>
        <a:bodyPr/>
        <a:lstStyle/>
        <a:p>
          <a:endParaRPr lang="tr-TR"/>
        </a:p>
      </dgm:t>
    </dgm:pt>
    <dgm:pt modelId="{4C12C2F6-A3FC-44C9-BAD2-B357C9B73DF9}" type="sibTrans" cxnId="{A59F2464-AB62-4032-906E-A1E5595C67D4}">
      <dgm:prSet/>
      <dgm:spPr/>
      <dgm:t>
        <a:bodyPr/>
        <a:lstStyle/>
        <a:p>
          <a:endParaRPr lang="tr-TR"/>
        </a:p>
      </dgm:t>
    </dgm:pt>
    <dgm:pt modelId="{624698DF-644C-4A75-8D45-67327DBB885D}">
      <dgm:prSet/>
      <dgm:spPr/>
      <dgm:t>
        <a:bodyPr/>
        <a:lstStyle/>
        <a:p>
          <a:pPr>
            <a:lnSpc>
              <a:spcPct val="100000"/>
            </a:lnSpc>
            <a:defRPr b="1"/>
          </a:pPr>
          <a:r>
            <a:rPr lang="tr-TR"/>
            <a:t>Conventional currency</a:t>
          </a:r>
        </a:p>
      </dgm:t>
    </dgm:pt>
    <dgm:pt modelId="{ED37908A-D3E5-4008-95C4-1BE0F518C324}" type="parTrans" cxnId="{18096ACA-F9C4-4F1D-A8A2-D2BE899651D7}">
      <dgm:prSet/>
      <dgm:spPr/>
      <dgm:t>
        <a:bodyPr/>
        <a:lstStyle/>
        <a:p>
          <a:endParaRPr lang="tr-TR"/>
        </a:p>
      </dgm:t>
    </dgm:pt>
    <dgm:pt modelId="{8D318163-1F78-43BF-A761-8A438DB89B36}" type="sibTrans" cxnId="{18096ACA-F9C4-4F1D-A8A2-D2BE899651D7}">
      <dgm:prSet/>
      <dgm:spPr/>
      <dgm:t>
        <a:bodyPr/>
        <a:lstStyle/>
        <a:p>
          <a:endParaRPr lang="tr-TR"/>
        </a:p>
      </dgm:t>
    </dgm:pt>
    <dgm:pt modelId="{5D67B3D0-9365-4F92-9960-2DD46E2D6ECC}">
      <dgm:prSet/>
      <dgm:spPr/>
      <dgm:t>
        <a:bodyPr/>
        <a:lstStyle/>
        <a:p>
          <a:pPr>
            <a:lnSpc>
              <a:spcPct val="100000"/>
            </a:lnSpc>
          </a:pPr>
          <a:r>
            <a:rPr lang="en-US" dirty="0"/>
            <a:t>buy and sell goods</a:t>
          </a:r>
          <a:endParaRPr lang="tr-TR" dirty="0"/>
        </a:p>
      </dgm:t>
    </dgm:pt>
    <dgm:pt modelId="{D1DAF6E1-BAB5-47BB-B58B-FB53720E8256}" type="parTrans" cxnId="{16AF47E9-28BB-41C1-870B-66087BECA70F}">
      <dgm:prSet/>
      <dgm:spPr/>
      <dgm:t>
        <a:bodyPr/>
        <a:lstStyle/>
        <a:p>
          <a:endParaRPr lang="tr-TR"/>
        </a:p>
      </dgm:t>
    </dgm:pt>
    <dgm:pt modelId="{F1FEF5FF-9D3D-4708-8537-17067CDBCE17}" type="sibTrans" cxnId="{16AF47E9-28BB-41C1-870B-66087BECA70F}">
      <dgm:prSet/>
      <dgm:spPr/>
      <dgm:t>
        <a:bodyPr/>
        <a:lstStyle/>
        <a:p>
          <a:endParaRPr lang="tr-TR"/>
        </a:p>
      </dgm:t>
    </dgm:pt>
    <dgm:pt modelId="{A28D150D-363E-45E3-9163-2685C20FDCB6}">
      <dgm:prSet/>
      <dgm:spPr/>
      <dgm:t>
        <a:bodyPr/>
        <a:lstStyle/>
        <a:p>
          <a:pPr>
            <a:lnSpc>
              <a:spcPct val="100000"/>
            </a:lnSpc>
          </a:pPr>
          <a:r>
            <a:rPr lang="en-US" dirty="0"/>
            <a:t>send money to people</a:t>
          </a:r>
          <a:r>
            <a:rPr lang="tr-TR" dirty="0"/>
            <a:t> </a:t>
          </a:r>
          <a:r>
            <a:rPr lang="en-US" dirty="0"/>
            <a:t>or organizations</a:t>
          </a:r>
          <a:endParaRPr lang="tr-TR" dirty="0"/>
        </a:p>
      </dgm:t>
    </dgm:pt>
    <dgm:pt modelId="{C8FD1D08-AC1A-4E4B-980F-DDF3B2B331D7}" type="parTrans" cxnId="{62AD569C-6341-4D58-A9E3-64529882BEC9}">
      <dgm:prSet/>
      <dgm:spPr/>
      <dgm:t>
        <a:bodyPr/>
        <a:lstStyle/>
        <a:p>
          <a:endParaRPr lang="tr-TR"/>
        </a:p>
      </dgm:t>
    </dgm:pt>
    <dgm:pt modelId="{D3643C96-69F4-4DAE-AFCA-743CE95BFBF8}" type="sibTrans" cxnId="{62AD569C-6341-4D58-A9E3-64529882BEC9}">
      <dgm:prSet/>
      <dgm:spPr/>
      <dgm:t>
        <a:bodyPr/>
        <a:lstStyle/>
        <a:p>
          <a:endParaRPr lang="tr-TR"/>
        </a:p>
      </dgm:t>
    </dgm:pt>
    <dgm:pt modelId="{96F55E8D-51CD-4340-9DDE-E5ED86AD5A7B}">
      <dgm:prSet/>
      <dgm:spPr/>
      <dgm:t>
        <a:bodyPr/>
        <a:lstStyle/>
        <a:p>
          <a:pPr>
            <a:lnSpc>
              <a:spcPct val="100000"/>
            </a:lnSpc>
          </a:pPr>
          <a:r>
            <a:rPr lang="en-US" dirty="0"/>
            <a:t>extend credit</a:t>
          </a:r>
          <a:endParaRPr lang="tr-TR" dirty="0"/>
        </a:p>
      </dgm:t>
    </dgm:pt>
    <dgm:pt modelId="{A8A5942C-47DB-418A-88CA-CC38FC77A165}" type="parTrans" cxnId="{CBFA0621-8E6D-45DC-8C27-8BE6D4D5A1EF}">
      <dgm:prSet/>
      <dgm:spPr/>
      <dgm:t>
        <a:bodyPr/>
        <a:lstStyle/>
        <a:p>
          <a:endParaRPr lang="tr-TR"/>
        </a:p>
      </dgm:t>
    </dgm:pt>
    <dgm:pt modelId="{1C79F5C1-CC97-4EB7-9175-B77A74C54A58}" type="sibTrans" cxnId="{CBFA0621-8E6D-45DC-8C27-8BE6D4D5A1EF}">
      <dgm:prSet/>
      <dgm:spPr/>
      <dgm:t>
        <a:bodyPr/>
        <a:lstStyle/>
        <a:p>
          <a:endParaRPr lang="tr-TR"/>
        </a:p>
      </dgm:t>
    </dgm:pt>
    <dgm:pt modelId="{FA1A9B6A-FC2C-4A75-A9CE-7E84A302B4FE}">
      <dgm:prSet/>
      <dgm:spPr/>
      <dgm:t>
        <a:bodyPr/>
        <a:lstStyle/>
        <a:p>
          <a:pPr>
            <a:lnSpc>
              <a:spcPct val="100000"/>
            </a:lnSpc>
          </a:pPr>
          <a:r>
            <a:rPr lang="tr-TR" dirty="0"/>
            <a:t>Sell &amp; Purchase</a:t>
          </a:r>
        </a:p>
      </dgm:t>
    </dgm:pt>
    <dgm:pt modelId="{722B3DF7-03F1-485B-BC9F-B18A1E80317E}" type="parTrans" cxnId="{52739DB5-57F6-455E-8341-650CB88F7E4D}">
      <dgm:prSet/>
      <dgm:spPr/>
      <dgm:t>
        <a:bodyPr/>
        <a:lstStyle/>
        <a:p>
          <a:endParaRPr lang="tr-TR"/>
        </a:p>
      </dgm:t>
    </dgm:pt>
    <dgm:pt modelId="{00E596A1-8A3D-43C1-93F3-D870D9CB782D}" type="sibTrans" cxnId="{52739DB5-57F6-455E-8341-650CB88F7E4D}">
      <dgm:prSet/>
      <dgm:spPr/>
      <dgm:t>
        <a:bodyPr/>
        <a:lstStyle/>
        <a:p>
          <a:endParaRPr lang="tr-TR"/>
        </a:p>
      </dgm:t>
    </dgm:pt>
    <dgm:pt modelId="{9CBDDE19-18C8-42E8-B5BF-B36142EEEB7F}">
      <dgm:prSet/>
      <dgm:spPr/>
      <dgm:t>
        <a:bodyPr/>
        <a:lstStyle/>
        <a:p>
          <a:pPr>
            <a:lnSpc>
              <a:spcPct val="100000"/>
            </a:lnSpc>
          </a:pPr>
          <a:r>
            <a:rPr lang="tr-TR" dirty="0"/>
            <a:t>Exchange Bitcoin with </a:t>
          </a:r>
          <a:r>
            <a:rPr lang="tr-TR"/>
            <a:t>other currencies</a:t>
          </a:r>
          <a:endParaRPr lang="tr-TR" dirty="0"/>
        </a:p>
      </dgm:t>
    </dgm:pt>
    <dgm:pt modelId="{5911C548-471C-47BB-B659-86997F79714A}" type="parTrans" cxnId="{C5320546-C966-4D1E-A5AA-59B79CE01836}">
      <dgm:prSet/>
      <dgm:spPr/>
      <dgm:t>
        <a:bodyPr/>
        <a:lstStyle/>
        <a:p>
          <a:endParaRPr lang="tr-TR"/>
        </a:p>
      </dgm:t>
    </dgm:pt>
    <dgm:pt modelId="{6A26EC67-BFC6-4820-9289-19E219078A03}" type="sibTrans" cxnId="{C5320546-C966-4D1E-A5AA-59B79CE01836}">
      <dgm:prSet/>
      <dgm:spPr/>
      <dgm:t>
        <a:bodyPr/>
        <a:lstStyle/>
        <a:p>
          <a:endParaRPr lang="tr-TR"/>
        </a:p>
      </dgm:t>
    </dgm:pt>
    <dgm:pt modelId="{49F36424-A255-402B-B9AD-C7E82015C075}" type="pres">
      <dgm:prSet presAssocID="{B381E816-B356-4357-B2A3-1FBFED5FB996}" presName="root" presStyleCnt="0">
        <dgm:presLayoutVars>
          <dgm:dir/>
          <dgm:resizeHandles val="exact"/>
        </dgm:presLayoutVars>
      </dgm:prSet>
      <dgm:spPr/>
    </dgm:pt>
    <dgm:pt modelId="{08D56D97-7CE1-40F8-9904-8FD46F70B4D8}" type="pres">
      <dgm:prSet presAssocID="{6118B967-8BE2-43DC-8F4F-E5956D5E5238}" presName="compNode" presStyleCnt="0"/>
      <dgm:spPr/>
    </dgm:pt>
    <dgm:pt modelId="{BB2D4CDB-10B2-45BB-9013-B18CF0ECE6F1}" type="pres">
      <dgm:prSet presAssocID="{6118B967-8BE2-43DC-8F4F-E5956D5E523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458BF67C-2389-4F4E-B480-C7A02DA6025A}" type="pres">
      <dgm:prSet presAssocID="{6118B967-8BE2-43DC-8F4F-E5956D5E5238}" presName="iconSpace" presStyleCnt="0"/>
      <dgm:spPr/>
    </dgm:pt>
    <dgm:pt modelId="{E59BFBAF-6407-43F2-97E4-06B48DA92E47}" type="pres">
      <dgm:prSet presAssocID="{6118B967-8BE2-43DC-8F4F-E5956D5E5238}" presName="parTx" presStyleLbl="revTx" presStyleIdx="0" presStyleCnt="6">
        <dgm:presLayoutVars>
          <dgm:chMax val="0"/>
          <dgm:chPref val="0"/>
        </dgm:presLayoutVars>
      </dgm:prSet>
      <dgm:spPr/>
    </dgm:pt>
    <dgm:pt modelId="{61D7B815-D3D7-4F84-B45D-CBFAD3ACC22A}" type="pres">
      <dgm:prSet presAssocID="{6118B967-8BE2-43DC-8F4F-E5956D5E5238}" presName="txSpace" presStyleCnt="0"/>
      <dgm:spPr/>
    </dgm:pt>
    <dgm:pt modelId="{F3C82930-014C-4CD3-AC37-B37E4D131C3E}" type="pres">
      <dgm:prSet presAssocID="{6118B967-8BE2-43DC-8F4F-E5956D5E5238}" presName="desTx" presStyleLbl="revTx" presStyleIdx="1" presStyleCnt="6">
        <dgm:presLayoutVars/>
      </dgm:prSet>
      <dgm:spPr/>
    </dgm:pt>
    <dgm:pt modelId="{92191DBC-5B73-40AA-97B2-AC8929E7A29E}" type="pres">
      <dgm:prSet presAssocID="{47923658-0395-4CAE-927F-9C03A54109B9}" presName="sibTrans" presStyleCnt="0"/>
      <dgm:spPr/>
    </dgm:pt>
    <dgm:pt modelId="{14322032-F7FD-494E-9522-32F8F5CE85DA}" type="pres">
      <dgm:prSet presAssocID="{624698DF-644C-4A75-8D45-67327DBB885D}" presName="compNode" presStyleCnt="0"/>
      <dgm:spPr/>
    </dgm:pt>
    <dgm:pt modelId="{B27CA3DB-40AD-4DE9-BB63-6D8A9D3F386F}" type="pres">
      <dgm:prSet presAssocID="{624698DF-644C-4A75-8D45-67327DBB88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91707D17-0956-455A-9978-D15358D8FFE6}" type="pres">
      <dgm:prSet presAssocID="{624698DF-644C-4A75-8D45-67327DBB885D}" presName="iconSpace" presStyleCnt="0"/>
      <dgm:spPr/>
    </dgm:pt>
    <dgm:pt modelId="{B1E60E66-E25B-4146-9A3F-B12970795BE7}" type="pres">
      <dgm:prSet presAssocID="{624698DF-644C-4A75-8D45-67327DBB885D}" presName="parTx" presStyleLbl="revTx" presStyleIdx="2" presStyleCnt="6">
        <dgm:presLayoutVars>
          <dgm:chMax val="0"/>
          <dgm:chPref val="0"/>
        </dgm:presLayoutVars>
      </dgm:prSet>
      <dgm:spPr/>
    </dgm:pt>
    <dgm:pt modelId="{8E9958F7-D418-4246-8CA8-92E7C19E7E03}" type="pres">
      <dgm:prSet presAssocID="{624698DF-644C-4A75-8D45-67327DBB885D}" presName="txSpace" presStyleCnt="0"/>
      <dgm:spPr/>
    </dgm:pt>
    <dgm:pt modelId="{8C83E99B-4A14-4247-BF89-4B31CDD90198}" type="pres">
      <dgm:prSet presAssocID="{624698DF-644C-4A75-8D45-67327DBB885D}" presName="desTx" presStyleLbl="revTx" presStyleIdx="3" presStyleCnt="6">
        <dgm:presLayoutVars/>
      </dgm:prSet>
      <dgm:spPr/>
    </dgm:pt>
    <dgm:pt modelId="{A636CD93-E4DC-444C-985B-1EE7CB162363}" type="pres">
      <dgm:prSet presAssocID="{8D318163-1F78-43BF-A761-8A438DB89B36}" presName="sibTrans" presStyleCnt="0"/>
      <dgm:spPr/>
    </dgm:pt>
    <dgm:pt modelId="{2DE3616D-1C1F-43C1-B705-BEE104DBDB0A}" type="pres">
      <dgm:prSet presAssocID="{EC416376-E1C5-46A6-88B1-B0A8E18554BC}" presName="compNode" presStyleCnt="0"/>
      <dgm:spPr/>
    </dgm:pt>
    <dgm:pt modelId="{A581A96E-375F-4D4E-99DF-B64019A9978B}" type="pres">
      <dgm:prSet presAssocID="{EC416376-E1C5-46A6-88B1-B0A8E18554B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5A887E21-37AA-477D-B226-91E975763ACC}" type="pres">
      <dgm:prSet presAssocID="{EC416376-E1C5-46A6-88B1-B0A8E18554BC}" presName="iconSpace" presStyleCnt="0"/>
      <dgm:spPr/>
    </dgm:pt>
    <dgm:pt modelId="{3AF27D7B-19A0-4C86-AF05-1C1F3E39B4FE}" type="pres">
      <dgm:prSet presAssocID="{EC416376-E1C5-46A6-88B1-B0A8E18554BC}" presName="parTx" presStyleLbl="revTx" presStyleIdx="4" presStyleCnt="6">
        <dgm:presLayoutVars>
          <dgm:chMax val="0"/>
          <dgm:chPref val="0"/>
        </dgm:presLayoutVars>
      </dgm:prSet>
      <dgm:spPr/>
    </dgm:pt>
    <dgm:pt modelId="{26538840-62ED-4D99-B1CA-4C5104C2C977}" type="pres">
      <dgm:prSet presAssocID="{EC416376-E1C5-46A6-88B1-B0A8E18554BC}" presName="txSpace" presStyleCnt="0"/>
      <dgm:spPr/>
    </dgm:pt>
    <dgm:pt modelId="{F3E12948-6432-4FCE-A543-7D082DFFD31D}" type="pres">
      <dgm:prSet presAssocID="{EC416376-E1C5-46A6-88B1-B0A8E18554BC}" presName="desTx" presStyleLbl="revTx" presStyleIdx="5" presStyleCnt="6">
        <dgm:presLayoutVars/>
      </dgm:prSet>
      <dgm:spPr/>
    </dgm:pt>
  </dgm:ptLst>
  <dgm:cxnLst>
    <dgm:cxn modelId="{2882DD0C-5B75-49C4-933B-53FFE85C60F7}" type="presOf" srcId="{5D67B3D0-9365-4F92-9960-2DD46E2D6ECC}" destId="{8C83E99B-4A14-4247-BF89-4B31CDD90198}" srcOrd="0" destOrd="0" presId="urn:microsoft.com/office/officeart/2018/5/layout/CenteredIconLabelDescriptionList"/>
    <dgm:cxn modelId="{ED80C50E-4745-4986-B190-95A21469F977}" type="presOf" srcId="{9CBDDE19-18C8-42E8-B5BF-B36142EEEB7F}" destId="{F3E12948-6432-4FCE-A543-7D082DFFD31D}" srcOrd="0" destOrd="1" presId="urn:microsoft.com/office/officeart/2018/5/layout/CenteredIconLabelDescriptionList"/>
    <dgm:cxn modelId="{1E24131B-331B-4369-BFAB-EE10D5BC069E}" type="presOf" srcId="{624698DF-644C-4A75-8D45-67327DBB885D}" destId="{B1E60E66-E25B-4146-9A3F-B12970795BE7}" srcOrd="0" destOrd="0" presId="urn:microsoft.com/office/officeart/2018/5/layout/CenteredIconLabelDescriptionList"/>
    <dgm:cxn modelId="{0E40DE20-D272-4C26-B6DF-D5756DC2FCB9}" type="presOf" srcId="{A28D150D-363E-45E3-9163-2685C20FDCB6}" destId="{8C83E99B-4A14-4247-BF89-4B31CDD90198}" srcOrd="0" destOrd="1" presId="urn:microsoft.com/office/officeart/2018/5/layout/CenteredIconLabelDescriptionList"/>
    <dgm:cxn modelId="{CBFA0621-8E6D-45DC-8C27-8BE6D4D5A1EF}" srcId="{624698DF-644C-4A75-8D45-67327DBB885D}" destId="{96F55E8D-51CD-4340-9DDE-E5ED86AD5A7B}" srcOrd="2" destOrd="0" parTransId="{A8A5942C-47DB-418A-88CA-CC38FC77A165}" sibTransId="{1C79F5C1-CC97-4EB7-9175-B77A74C54A58}"/>
    <dgm:cxn modelId="{AE20B32E-443A-4D08-ABC0-339974812DB7}" type="presOf" srcId="{EC416376-E1C5-46A6-88B1-B0A8E18554BC}" destId="{3AF27D7B-19A0-4C86-AF05-1C1F3E39B4FE}" srcOrd="0" destOrd="0" presId="urn:microsoft.com/office/officeart/2018/5/layout/CenteredIconLabelDescriptionList"/>
    <dgm:cxn modelId="{A59F2464-AB62-4032-906E-A1E5595C67D4}" srcId="{B381E816-B356-4357-B2A3-1FBFED5FB996}" destId="{EC416376-E1C5-46A6-88B1-B0A8E18554BC}" srcOrd="2" destOrd="0" parTransId="{2F58A5DE-2199-4419-8D1D-B7DD6C809975}" sibTransId="{4C12C2F6-A3FC-44C9-BAD2-B357C9B73DF9}"/>
    <dgm:cxn modelId="{C5320546-C966-4D1E-A5AA-59B79CE01836}" srcId="{EC416376-E1C5-46A6-88B1-B0A8E18554BC}" destId="{9CBDDE19-18C8-42E8-B5BF-B36142EEEB7F}" srcOrd="1" destOrd="0" parTransId="{5911C548-471C-47BB-B659-86997F79714A}" sibTransId="{6A26EC67-BFC6-4820-9289-19E219078A03}"/>
    <dgm:cxn modelId="{F1582168-595B-4248-8870-F9CC0AC9704A}" type="presOf" srcId="{6118B967-8BE2-43DC-8F4F-E5956D5E5238}" destId="{E59BFBAF-6407-43F2-97E4-06B48DA92E47}" srcOrd="0" destOrd="0" presId="urn:microsoft.com/office/officeart/2018/5/layout/CenteredIconLabelDescriptionList"/>
    <dgm:cxn modelId="{305F0054-8901-4C0A-8CEE-D4DF0E86381C}" type="presOf" srcId="{FA1A9B6A-FC2C-4A75-A9CE-7E84A302B4FE}" destId="{F3E12948-6432-4FCE-A543-7D082DFFD31D}" srcOrd="0" destOrd="0" presId="urn:microsoft.com/office/officeart/2018/5/layout/CenteredIconLabelDescriptionList"/>
    <dgm:cxn modelId="{3A356385-7E5C-4A88-AC80-1957308D73D5}" type="presOf" srcId="{B381E816-B356-4357-B2A3-1FBFED5FB996}" destId="{49F36424-A255-402B-B9AD-C7E82015C075}" srcOrd="0" destOrd="0" presId="urn:microsoft.com/office/officeart/2018/5/layout/CenteredIconLabelDescriptionList"/>
    <dgm:cxn modelId="{4A885998-E7A2-4EB8-878D-4755F9619294}" srcId="{B381E816-B356-4357-B2A3-1FBFED5FB996}" destId="{6118B967-8BE2-43DC-8F4F-E5956D5E5238}" srcOrd="0" destOrd="0" parTransId="{DC36960E-2AF5-4CF0-89C4-AA16DB7EA420}" sibTransId="{47923658-0395-4CAE-927F-9C03A54109B9}"/>
    <dgm:cxn modelId="{3ADD7A99-3670-4211-811F-F024DCD4352F}" type="presOf" srcId="{99D9B778-294C-48CB-B488-E8ED144C1325}" destId="{F3C82930-014C-4CD3-AC37-B37E4D131C3E}" srcOrd="0" destOrd="0" presId="urn:microsoft.com/office/officeart/2018/5/layout/CenteredIconLabelDescriptionList"/>
    <dgm:cxn modelId="{62AD569C-6341-4D58-A9E3-64529882BEC9}" srcId="{624698DF-644C-4A75-8D45-67327DBB885D}" destId="{A28D150D-363E-45E3-9163-2685C20FDCB6}" srcOrd="1" destOrd="0" parTransId="{C8FD1D08-AC1A-4E4B-980F-DDF3B2B331D7}" sibTransId="{D3643C96-69F4-4DAE-AFCA-743CE95BFBF8}"/>
    <dgm:cxn modelId="{52739DB5-57F6-455E-8341-650CB88F7E4D}" srcId="{EC416376-E1C5-46A6-88B1-B0A8E18554BC}" destId="{FA1A9B6A-FC2C-4A75-A9CE-7E84A302B4FE}" srcOrd="0" destOrd="0" parTransId="{722B3DF7-03F1-485B-BC9F-B18A1E80317E}" sibTransId="{00E596A1-8A3D-43C1-93F3-D870D9CB782D}"/>
    <dgm:cxn modelId="{18096ACA-F9C4-4F1D-A8A2-D2BE899651D7}" srcId="{B381E816-B356-4357-B2A3-1FBFED5FB996}" destId="{624698DF-644C-4A75-8D45-67327DBB885D}" srcOrd="1" destOrd="0" parTransId="{ED37908A-D3E5-4008-95C4-1BE0F518C324}" sibTransId="{8D318163-1F78-43BF-A761-8A438DB89B36}"/>
    <dgm:cxn modelId="{058684CD-F17B-41FE-A9CF-D65A9B002CF6}" srcId="{6118B967-8BE2-43DC-8F4F-E5956D5E5238}" destId="{99D9B778-294C-48CB-B488-E8ED144C1325}" srcOrd="0" destOrd="0" parTransId="{256C9AB5-CEF8-4820-9A7C-1C8335C6A52F}" sibTransId="{BFBC6253-8AAC-49F8-A585-48CD7B863C29}"/>
    <dgm:cxn modelId="{16AF47E9-28BB-41C1-870B-66087BECA70F}" srcId="{624698DF-644C-4A75-8D45-67327DBB885D}" destId="{5D67B3D0-9365-4F92-9960-2DD46E2D6ECC}" srcOrd="0" destOrd="0" parTransId="{D1DAF6E1-BAB5-47BB-B58B-FB53720E8256}" sibTransId="{F1FEF5FF-9D3D-4708-8537-17067CDBCE17}"/>
    <dgm:cxn modelId="{6731C9F9-0666-4267-B476-B45FAB3CF008}" type="presOf" srcId="{96F55E8D-51CD-4340-9DDE-E5ED86AD5A7B}" destId="{8C83E99B-4A14-4247-BF89-4B31CDD90198}" srcOrd="0" destOrd="2" presId="urn:microsoft.com/office/officeart/2018/5/layout/CenteredIconLabelDescriptionList"/>
    <dgm:cxn modelId="{25ABD700-4C78-483D-9AC9-1425DE25537C}" type="presParOf" srcId="{49F36424-A255-402B-B9AD-C7E82015C075}" destId="{08D56D97-7CE1-40F8-9904-8FD46F70B4D8}" srcOrd="0" destOrd="0" presId="urn:microsoft.com/office/officeart/2018/5/layout/CenteredIconLabelDescriptionList"/>
    <dgm:cxn modelId="{C8631FA2-51A2-4267-945D-E3083463C934}" type="presParOf" srcId="{08D56D97-7CE1-40F8-9904-8FD46F70B4D8}" destId="{BB2D4CDB-10B2-45BB-9013-B18CF0ECE6F1}" srcOrd="0" destOrd="0" presId="urn:microsoft.com/office/officeart/2018/5/layout/CenteredIconLabelDescriptionList"/>
    <dgm:cxn modelId="{E34F8E27-5CAE-4668-B8FA-E62080E45952}" type="presParOf" srcId="{08D56D97-7CE1-40F8-9904-8FD46F70B4D8}" destId="{458BF67C-2389-4F4E-B480-C7A02DA6025A}" srcOrd="1" destOrd="0" presId="urn:microsoft.com/office/officeart/2018/5/layout/CenteredIconLabelDescriptionList"/>
    <dgm:cxn modelId="{33932025-EE73-45D8-B0BD-2A27649DA5E3}" type="presParOf" srcId="{08D56D97-7CE1-40F8-9904-8FD46F70B4D8}" destId="{E59BFBAF-6407-43F2-97E4-06B48DA92E47}" srcOrd="2" destOrd="0" presId="urn:microsoft.com/office/officeart/2018/5/layout/CenteredIconLabelDescriptionList"/>
    <dgm:cxn modelId="{99FA0296-CA8D-4FF2-859F-CB67521180F7}" type="presParOf" srcId="{08D56D97-7CE1-40F8-9904-8FD46F70B4D8}" destId="{61D7B815-D3D7-4F84-B45D-CBFAD3ACC22A}" srcOrd="3" destOrd="0" presId="urn:microsoft.com/office/officeart/2018/5/layout/CenteredIconLabelDescriptionList"/>
    <dgm:cxn modelId="{DEA28F8B-7CF4-46CB-9817-004073DA6997}" type="presParOf" srcId="{08D56D97-7CE1-40F8-9904-8FD46F70B4D8}" destId="{F3C82930-014C-4CD3-AC37-B37E4D131C3E}" srcOrd="4" destOrd="0" presId="urn:microsoft.com/office/officeart/2018/5/layout/CenteredIconLabelDescriptionList"/>
    <dgm:cxn modelId="{EB0BC25C-A7B7-45F0-AAE7-370F5220FF7C}" type="presParOf" srcId="{49F36424-A255-402B-B9AD-C7E82015C075}" destId="{92191DBC-5B73-40AA-97B2-AC8929E7A29E}" srcOrd="1" destOrd="0" presId="urn:microsoft.com/office/officeart/2018/5/layout/CenteredIconLabelDescriptionList"/>
    <dgm:cxn modelId="{6E0E9DB5-82E3-4604-8617-66EA6BEB7810}" type="presParOf" srcId="{49F36424-A255-402B-B9AD-C7E82015C075}" destId="{14322032-F7FD-494E-9522-32F8F5CE85DA}" srcOrd="2" destOrd="0" presId="urn:microsoft.com/office/officeart/2018/5/layout/CenteredIconLabelDescriptionList"/>
    <dgm:cxn modelId="{6127FE8A-819A-485F-8D99-FD4CDD07524C}" type="presParOf" srcId="{14322032-F7FD-494E-9522-32F8F5CE85DA}" destId="{B27CA3DB-40AD-4DE9-BB63-6D8A9D3F386F}" srcOrd="0" destOrd="0" presId="urn:microsoft.com/office/officeart/2018/5/layout/CenteredIconLabelDescriptionList"/>
    <dgm:cxn modelId="{FF518F6E-9C47-45A5-8BC2-AE39FC44DB0B}" type="presParOf" srcId="{14322032-F7FD-494E-9522-32F8F5CE85DA}" destId="{91707D17-0956-455A-9978-D15358D8FFE6}" srcOrd="1" destOrd="0" presId="urn:microsoft.com/office/officeart/2018/5/layout/CenteredIconLabelDescriptionList"/>
    <dgm:cxn modelId="{7C618FF4-7B6E-45D1-A024-979591FE6840}" type="presParOf" srcId="{14322032-F7FD-494E-9522-32F8F5CE85DA}" destId="{B1E60E66-E25B-4146-9A3F-B12970795BE7}" srcOrd="2" destOrd="0" presId="urn:microsoft.com/office/officeart/2018/5/layout/CenteredIconLabelDescriptionList"/>
    <dgm:cxn modelId="{138084FF-5261-4ADD-AAA2-B47832513A3E}" type="presParOf" srcId="{14322032-F7FD-494E-9522-32F8F5CE85DA}" destId="{8E9958F7-D418-4246-8CA8-92E7C19E7E03}" srcOrd="3" destOrd="0" presId="urn:microsoft.com/office/officeart/2018/5/layout/CenteredIconLabelDescriptionList"/>
    <dgm:cxn modelId="{DEC60A3E-9B6A-4D10-AB92-A4C7AC1CC5BF}" type="presParOf" srcId="{14322032-F7FD-494E-9522-32F8F5CE85DA}" destId="{8C83E99B-4A14-4247-BF89-4B31CDD90198}" srcOrd="4" destOrd="0" presId="urn:microsoft.com/office/officeart/2018/5/layout/CenteredIconLabelDescriptionList"/>
    <dgm:cxn modelId="{23BA617B-2636-486C-8D02-0CBBB08142EA}" type="presParOf" srcId="{49F36424-A255-402B-B9AD-C7E82015C075}" destId="{A636CD93-E4DC-444C-985B-1EE7CB162363}" srcOrd="3" destOrd="0" presId="urn:microsoft.com/office/officeart/2018/5/layout/CenteredIconLabelDescriptionList"/>
    <dgm:cxn modelId="{1CF4CB68-6793-4160-BE0A-E6B7628F006D}" type="presParOf" srcId="{49F36424-A255-402B-B9AD-C7E82015C075}" destId="{2DE3616D-1C1F-43C1-B705-BEE104DBDB0A}" srcOrd="4" destOrd="0" presId="urn:microsoft.com/office/officeart/2018/5/layout/CenteredIconLabelDescriptionList"/>
    <dgm:cxn modelId="{E41B48D9-FB27-4011-AA9A-2EE125813ED9}" type="presParOf" srcId="{2DE3616D-1C1F-43C1-B705-BEE104DBDB0A}" destId="{A581A96E-375F-4D4E-99DF-B64019A9978B}" srcOrd="0" destOrd="0" presId="urn:microsoft.com/office/officeart/2018/5/layout/CenteredIconLabelDescriptionList"/>
    <dgm:cxn modelId="{B807D0F7-66C2-4D98-9533-A452186FE2D0}" type="presParOf" srcId="{2DE3616D-1C1F-43C1-B705-BEE104DBDB0A}" destId="{5A887E21-37AA-477D-B226-91E975763ACC}" srcOrd="1" destOrd="0" presId="urn:microsoft.com/office/officeart/2018/5/layout/CenteredIconLabelDescriptionList"/>
    <dgm:cxn modelId="{0F403760-B92C-40A3-ADD5-09FF498C1ED0}" type="presParOf" srcId="{2DE3616D-1C1F-43C1-B705-BEE104DBDB0A}" destId="{3AF27D7B-19A0-4C86-AF05-1C1F3E39B4FE}" srcOrd="2" destOrd="0" presId="urn:microsoft.com/office/officeart/2018/5/layout/CenteredIconLabelDescriptionList"/>
    <dgm:cxn modelId="{0F392ECC-9B0B-4EDE-B381-09DC9B0462BF}" type="presParOf" srcId="{2DE3616D-1C1F-43C1-B705-BEE104DBDB0A}" destId="{26538840-62ED-4D99-B1CA-4C5104C2C977}" srcOrd="3" destOrd="0" presId="urn:microsoft.com/office/officeart/2018/5/layout/CenteredIconLabelDescriptionList"/>
    <dgm:cxn modelId="{789F08E1-5662-445E-8F22-698DBA47A479}" type="presParOf" srcId="{2DE3616D-1C1F-43C1-B705-BEE104DBDB0A}" destId="{F3E12948-6432-4FCE-A543-7D082DFFD31D}"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6_2" csCatId="accent6" phldr="1"/>
      <dgm:spPr/>
      <dgm:t>
        <a:bodyPr/>
        <a:lstStyle/>
        <a:p>
          <a:endParaRPr lang="en-US"/>
        </a:p>
      </dgm:t>
    </dgm:pt>
    <dgm:pt modelId="{8D23DB98-1FBD-4087-A9F3-6B09C1B09C62}">
      <dgm:prSet/>
      <dgm:spPr/>
      <dgm:t>
        <a:bodyPr/>
        <a:lstStyle/>
        <a:p>
          <a:pPr>
            <a:defRPr b="1"/>
          </a:pPr>
          <a:r>
            <a:rPr lang="tr-TR"/>
            <a:t>Virtual</a:t>
          </a:r>
          <a:endParaRPr lang="en-US"/>
        </a:p>
      </dgm:t>
    </dgm:pt>
    <dgm:pt modelId="{7F04F787-FCF9-4F92-8582-D60336C74134}" type="parTrans" cxnId="{4F6E5DF3-BB9B-45C4-8119-C8C88D9A543C}">
      <dgm:prSet/>
      <dgm:spPr/>
      <dgm:t>
        <a:bodyPr/>
        <a:lstStyle/>
        <a:p>
          <a:endParaRPr lang="en-US"/>
        </a:p>
      </dgm:t>
    </dgm:pt>
    <dgm:pt modelId="{62F9EF1E-19C3-456F-95B6-C7215F0FAE15}" type="sibTrans" cxnId="{4F6E5DF3-BB9B-45C4-8119-C8C88D9A543C}">
      <dgm:prSet/>
      <dgm:spPr/>
      <dgm:t>
        <a:bodyPr/>
        <a:lstStyle/>
        <a:p>
          <a:endParaRPr lang="en-US"/>
        </a:p>
      </dgm:t>
    </dgm:pt>
    <dgm:pt modelId="{CF570265-1D81-4C42-9F35-2A5E9E3A5148}">
      <dgm:prSet/>
      <dgm:spPr/>
      <dgm:t>
        <a:bodyPr/>
        <a:lstStyle/>
        <a:p>
          <a:r>
            <a:rPr lang="tr-TR"/>
            <a:t>No physical coins</a:t>
          </a:r>
          <a:endParaRPr lang="en-US"/>
        </a:p>
      </dgm:t>
    </dgm:pt>
    <dgm:pt modelId="{16AD84B8-45C1-474F-8291-4D3A10838198}" type="parTrans" cxnId="{F71A4CD1-4A76-4744-85B9-C00A22927A71}">
      <dgm:prSet/>
      <dgm:spPr/>
      <dgm:t>
        <a:bodyPr/>
        <a:lstStyle/>
        <a:p>
          <a:endParaRPr lang="en-US"/>
        </a:p>
      </dgm:t>
    </dgm:pt>
    <dgm:pt modelId="{2CA39EB7-971E-44A4-9571-F3D280D66027}" type="sibTrans" cxnId="{F71A4CD1-4A76-4744-85B9-C00A22927A71}">
      <dgm:prSet/>
      <dgm:spPr/>
      <dgm:t>
        <a:bodyPr/>
        <a:lstStyle/>
        <a:p>
          <a:endParaRPr lang="en-US"/>
        </a:p>
      </dgm:t>
    </dgm:pt>
    <dgm:pt modelId="{48FEB95F-C3ED-4466-8F62-2DE7F1330203}" type="pres">
      <dgm:prSet presAssocID="{E84E25AE-9535-4365-8D75-FB8F20323D80}" presName="root" presStyleCnt="0">
        <dgm:presLayoutVars>
          <dgm:dir/>
          <dgm:resizeHandles val="exact"/>
        </dgm:presLayoutVars>
      </dgm:prSet>
      <dgm:spPr/>
    </dgm:pt>
    <dgm:pt modelId="{F12A8369-2A3D-4D7B-B822-60C0338B0406}" type="pres">
      <dgm:prSet presAssocID="{8D23DB98-1FBD-4087-A9F3-6B09C1B09C62}" presName="compNode" presStyleCnt="0"/>
      <dgm:spPr/>
    </dgm:pt>
    <dgm:pt modelId="{FDF4937F-EB34-4C10-8837-888B746898EF}" type="pres">
      <dgm:prSet presAssocID="{8D23DB98-1FBD-4087-A9F3-6B09C1B09C62}"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9247235F-A0E5-4D96-8289-BF64F691E7AA}" type="pres">
      <dgm:prSet presAssocID="{8D23DB98-1FBD-4087-A9F3-6B09C1B09C62}" presName="iconSpace" presStyleCnt="0"/>
      <dgm:spPr/>
    </dgm:pt>
    <dgm:pt modelId="{549C6680-0247-4CD7-B429-E7127FEBE5FD}" type="pres">
      <dgm:prSet presAssocID="{8D23DB98-1FBD-4087-A9F3-6B09C1B09C62}" presName="parTx" presStyleLbl="revTx" presStyleIdx="0" presStyleCnt="2">
        <dgm:presLayoutVars>
          <dgm:chMax val="0"/>
          <dgm:chPref val="0"/>
        </dgm:presLayoutVars>
      </dgm:prSet>
      <dgm:spPr/>
    </dgm:pt>
    <dgm:pt modelId="{CC5428D4-6749-4780-B48A-86D32A3A2373}" type="pres">
      <dgm:prSet presAssocID="{8D23DB98-1FBD-4087-A9F3-6B09C1B09C62}" presName="txSpace" presStyleCnt="0"/>
      <dgm:spPr/>
    </dgm:pt>
    <dgm:pt modelId="{A42DC1E9-FD7C-4313-BAB3-2C966BE16DDE}" type="pres">
      <dgm:prSet presAssocID="{8D23DB98-1FBD-4087-A9F3-6B09C1B09C62}" presName="desTx" presStyleLbl="revTx" presStyleIdx="1" presStyleCnt="2">
        <dgm:presLayoutVars/>
      </dgm:prSet>
      <dgm:spPr/>
    </dgm:pt>
  </dgm:ptLst>
  <dgm:cxnLst>
    <dgm:cxn modelId="{B033DA81-68C3-407F-8EAD-AD5927611E9B}" type="presOf" srcId="{E84E25AE-9535-4365-8D75-FB8F20323D80}" destId="{48FEB95F-C3ED-4466-8F62-2DE7F1330203}" srcOrd="0" destOrd="0" presId="urn:microsoft.com/office/officeart/2018/5/layout/CenteredIconLabelDescriptionList"/>
    <dgm:cxn modelId="{BEE86F87-7DBD-4905-91A6-41F22B520980}" type="presOf" srcId="{CF570265-1D81-4C42-9F35-2A5E9E3A5148}" destId="{A42DC1E9-FD7C-4313-BAB3-2C966BE16DDE}" srcOrd="0" destOrd="0" presId="urn:microsoft.com/office/officeart/2018/5/layout/CenteredIconLabelDescriptionList"/>
    <dgm:cxn modelId="{2B2ED5AF-345D-4363-AA0F-2C12B9FE4024}" type="presOf" srcId="{8D23DB98-1FBD-4087-A9F3-6B09C1B09C62}" destId="{549C6680-0247-4CD7-B429-E7127FEBE5FD}" srcOrd="0" destOrd="0" presId="urn:microsoft.com/office/officeart/2018/5/layout/CenteredIconLabelDescriptionList"/>
    <dgm:cxn modelId="{F71A4CD1-4A76-4744-85B9-C00A22927A71}" srcId="{8D23DB98-1FBD-4087-A9F3-6B09C1B09C62}" destId="{CF570265-1D81-4C42-9F35-2A5E9E3A5148}" srcOrd="0" destOrd="0" parTransId="{16AD84B8-45C1-474F-8291-4D3A10838198}" sibTransId="{2CA39EB7-971E-44A4-9571-F3D280D66027}"/>
    <dgm:cxn modelId="{4F6E5DF3-BB9B-45C4-8119-C8C88D9A543C}" srcId="{E84E25AE-9535-4365-8D75-FB8F20323D80}" destId="{8D23DB98-1FBD-4087-A9F3-6B09C1B09C62}" srcOrd="0" destOrd="0" parTransId="{7F04F787-FCF9-4F92-8582-D60336C74134}" sibTransId="{62F9EF1E-19C3-456F-95B6-C7215F0FAE15}"/>
    <dgm:cxn modelId="{BE36F446-470F-4A1F-8492-363585C15AFD}" type="presParOf" srcId="{48FEB95F-C3ED-4466-8F62-2DE7F1330203}" destId="{F12A8369-2A3D-4D7B-B822-60C0338B0406}" srcOrd="0" destOrd="0" presId="urn:microsoft.com/office/officeart/2018/5/layout/CenteredIconLabelDescriptionList"/>
    <dgm:cxn modelId="{8C0EDDE4-CB89-4C80-98B4-1FA003F0E84E}" type="presParOf" srcId="{F12A8369-2A3D-4D7B-B822-60C0338B0406}" destId="{FDF4937F-EB34-4C10-8837-888B746898EF}" srcOrd="0" destOrd="0" presId="urn:microsoft.com/office/officeart/2018/5/layout/CenteredIconLabelDescriptionList"/>
    <dgm:cxn modelId="{0CADB8D2-BB39-4C52-A761-792FF4531300}" type="presParOf" srcId="{F12A8369-2A3D-4D7B-B822-60C0338B0406}" destId="{9247235F-A0E5-4D96-8289-BF64F691E7AA}" srcOrd="1" destOrd="0" presId="urn:microsoft.com/office/officeart/2018/5/layout/CenteredIconLabelDescriptionList"/>
    <dgm:cxn modelId="{9D6AB6C4-1895-4ED6-BEC7-A37BE4C4C730}" type="presParOf" srcId="{F12A8369-2A3D-4D7B-B822-60C0338B0406}" destId="{549C6680-0247-4CD7-B429-E7127FEBE5FD}" srcOrd="2" destOrd="0" presId="urn:microsoft.com/office/officeart/2018/5/layout/CenteredIconLabelDescriptionList"/>
    <dgm:cxn modelId="{0EC617BC-DCDA-4BA1-8779-1E2C6CCC2429}" type="presParOf" srcId="{F12A8369-2A3D-4D7B-B822-60C0338B0406}" destId="{CC5428D4-6749-4780-B48A-86D32A3A2373}" srcOrd="3" destOrd="0" presId="urn:microsoft.com/office/officeart/2018/5/layout/CenteredIconLabelDescriptionList"/>
    <dgm:cxn modelId="{D9A19F53-CA2A-4691-B04A-70DCB0E2B72E}" type="presParOf" srcId="{F12A8369-2A3D-4D7B-B822-60C0338B0406}" destId="{A42DC1E9-FD7C-4313-BAB3-2C966BE16DDE}"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8A5D0FB6-6860-4258-A917-FAB39849573D}">
      <dgm:prSet/>
      <dgm:spPr/>
      <dgm:t>
        <a:bodyPr/>
        <a:lstStyle/>
        <a:p>
          <a:pPr>
            <a:defRPr b="1"/>
          </a:pPr>
          <a:r>
            <a:rPr lang="tr-TR"/>
            <a:t>Borderless</a:t>
          </a:r>
          <a:endParaRPr lang="en-US"/>
        </a:p>
      </dgm:t>
    </dgm:pt>
    <dgm:pt modelId="{A85F9F8E-C319-4542-B612-EA740F7CD888}" type="parTrans" cxnId="{775E51F7-26EF-4253-AE54-1566BC333445}">
      <dgm:prSet/>
      <dgm:spPr/>
      <dgm:t>
        <a:bodyPr/>
        <a:lstStyle/>
        <a:p>
          <a:endParaRPr lang="tr-TR"/>
        </a:p>
      </dgm:t>
    </dgm:pt>
    <dgm:pt modelId="{3DD7D2E3-0D53-48DD-9E96-16EDDA572149}" type="sibTrans" cxnId="{775E51F7-26EF-4253-AE54-1566BC333445}">
      <dgm:prSet/>
      <dgm:spPr/>
      <dgm:t>
        <a:bodyPr/>
        <a:lstStyle/>
        <a:p>
          <a:endParaRPr lang="tr-TR"/>
        </a:p>
      </dgm:t>
    </dgm:pt>
    <dgm:pt modelId="{6B90196E-9A12-453A-A6C8-9E1E2B996F2D}">
      <dgm:prSet/>
      <dgm:spPr/>
      <dgm:t>
        <a:bodyPr/>
        <a:lstStyle/>
        <a:p>
          <a:r>
            <a:rPr lang="tr-TR"/>
            <a:t>Fast, secure &amp; borderless</a:t>
          </a:r>
          <a:endParaRPr lang="en-US"/>
        </a:p>
      </dgm:t>
    </dgm:pt>
    <dgm:pt modelId="{A26BF6E3-2922-4FFE-8A52-E8FBA9278FB6}" type="parTrans" cxnId="{C5581862-433A-4E6F-AA10-2750C1F40D8E}">
      <dgm:prSet/>
      <dgm:spPr/>
      <dgm:t>
        <a:bodyPr/>
        <a:lstStyle/>
        <a:p>
          <a:endParaRPr lang="tr-TR"/>
        </a:p>
      </dgm:t>
    </dgm:pt>
    <dgm:pt modelId="{74EB89FC-0F87-48CD-B902-F53F2563E2B8}" type="sibTrans" cxnId="{C5581862-433A-4E6F-AA10-2750C1F40D8E}">
      <dgm:prSet/>
      <dgm:spPr/>
      <dgm:t>
        <a:bodyPr/>
        <a:lstStyle/>
        <a:p>
          <a:endParaRPr lang="tr-TR"/>
        </a:p>
      </dgm:t>
    </dgm:pt>
    <dgm:pt modelId="{4C1AD97B-48CD-44C9-BAC9-C7BA66D0EDAC}">
      <dgm:prSet/>
      <dgm:spPr/>
      <dgm:t>
        <a:bodyPr/>
        <a:lstStyle/>
        <a:p>
          <a:r>
            <a:rPr lang="en-US"/>
            <a:t>Bitcoin in a sense is the perfect</a:t>
          </a:r>
          <a:r>
            <a:rPr lang="tr-TR"/>
            <a:t> </a:t>
          </a:r>
          <a:r>
            <a:rPr lang="en-US"/>
            <a:t>form of money for the internet because it is fast, secure, and borderless.</a:t>
          </a:r>
          <a:endParaRPr lang="tr-TR"/>
        </a:p>
      </dgm:t>
    </dgm:pt>
    <dgm:pt modelId="{46781AD6-6A07-4AE4-9C56-CC565D1EA6BA}" type="parTrans" cxnId="{26E694C2-A57B-4570-B4E1-167014B15D8F}">
      <dgm:prSet/>
      <dgm:spPr/>
      <dgm:t>
        <a:bodyPr/>
        <a:lstStyle/>
        <a:p>
          <a:endParaRPr lang="tr-TR"/>
        </a:p>
      </dgm:t>
    </dgm:pt>
    <dgm:pt modelId="{7BD1F8D8-1348-4F57-B048-0959DA88A21C}" type="sibTrans" cxnId="{26E694C2-A57B-4570-B4E1-167014B15D8F}">
      <dgm:prSet/>
      <dgm:spPr/>
      <dgm:t>
        <a:bodyPr/>
        <a:lstStyle/>
        <a:p>
          <a:endParaRPr lang="tr-TR"/>
        </a:p>
      </dgm:t>
    </dgm:pt>
    <dgm:pt modelId="{48FEB95F-C3ED-4466-8F62-2DE7F1330203}" type="pres">
      <dgm:prSet presAssocID="{E84E25AE-9535-4365-8D75-FB8F20323D80}" presName="root" presStyleCnt="0">
        <dgm:presLayoutVars>
          <dgm:dir/>
          <dgm:resizeHandles val="exact"/>
        </dgm:presLayoutVars>
      </dgm:prSet>
      <dgm:spPr/>
    </dgm:pt>
    <dgm:pt modelId="{08D4BA6D-13C6-4645-A998-3C511D6E7E31}" type="pres">
      <dgm:prSet presAssocID="{8A5D0FB6-6860-4258-A917-FAB39849573D}" presName="compNode" presStyleCnt="0"/>
      <dgm:spPr/>
    </dgm:pt>
    <dgm:pt modelId="{1DF402DB-0FD2-4EFA-8DDE-FD7FCB69FB0A}" type="pres">
      <dgm:prSet presAssocID="{8A5D0FB6-6860-4258-A917-FAB39849573D}"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5B2AEDF4-0BC8-4056-9E9C-C367A6410C0D}" type="pres">
      <dgm:prSet presAssocID="{8A5D0FB6-6860-4258-A917-FAB39849573D}" presName="iconSpace" presStyleCnt="0"/>
      <dgm:spPr/>
    </dgm:pt>
    <dgm:pt modelId="{5B819F20-2ADB-4457-A4CA-49AC44BC7927}" type="pres">
      <dgm:prSet presAssocID="{8A5D0FB6-6860-4258-A917-FAB39849573D}" presName="parTx" presStyleLbl="revTx" presStyleIdx="0" presStyleCnt="2">
        <dgm:presLayoutVars>
          <dgm:chMax val="0"/>
          <dgm:chPref val="0"/>
        </dgm:presLayoutVars>
      </dgm:prSet>
      <dgm:spPr/>
    </dgm:pt>
    <dgm:pt modelId="{EFFD099C-3B9B-45F6-8019-9F90C4874BB8}" type="pres">
      <dgm:prSet presAssocID="{8A5D0FB6-6860-4258-A917-FAB39849573D}" presName="txSpace" presStyleCnt="0"/>
      <dgm:spPr/>
    </dgm:pt>
    <dgm:pt modelId="{B20A0E77-D705-4BFC-BA18-04C620E30EBA}" type="pres">
      <dgm:prSet presAssocID="{8A5D0FB6-6860-4258-A917-FAB39849573D}" presName="desTx" presStyleLbl="revTx" presStyleIdx="1" presStyleCnt="2">
        <dgm:presLayoutVars/>
      </dgm:prSet>
      <dgm:spPr/>
    </dgm:pt>
  </dgm:ptLst>
  <dgm:cxnLst>
    <dgm:cxn modelId="{C5581862-433A-4E6F-AA10-2750C1F40D8E}" srcId="{8A5D0FB6-6860-4258-A917-FAB39849573D}" destId="{6B90196E-9A12-453A-A6C8-9E1E2B996F2D}" srcOrd="0" destOrd="0" parTransId="{A26BF6E3-2922-4FFE-8A52-E8FBA9278FB6}" sibTransId="{74EB89FC-0F87-48CD-B902-F53F2563E2B8}"/>
    <dgm:cxn modelId="{AC720155-12A3-4DDB-9F6E-3763872F45B9}" type="presOf" srcId="{6B90196E-9A12-453A-A6C8-9E1E2B996F2D}" destId="{B20A0E77-D705-4BFC-BA18-04C620E30EBA}" srcOrd="0" destOrd="0" presId="urn:microsoft.com/office/officeart/2018/5/layout/CenteredIconLabelDescriptionList"/>
    <dgm:cxn modelId="{B033DA81-68C3-407F-8EAD-AD5927611E9B}" type="presOf" srcId="{E84E25AE-9535-4365-8D75-FB8F20323D80}" destId="{48FEB95F-C3ED-4466-8F62-2DE7F1330203}" srcOrd="0" destOrd="0" presId="urn:microsoft.com/office/officeart/2018/5/layout/CenteredIconLabelDescriptionList"/>
    <dgm:cxn modelId="{208F96A9-7CC3-421D-B328-315E7B87CF49}" type="presOf" srcId="{4C1AD97B-48CD-44C9-BAC9-C7BA66D0EDAC}" destId="{B20A0E77-D705-4BFC-BA18-04C620E30EBA}" srcOrd="0" destOrd="1" presId="urn:microsoft.com/office/officeart/2018/5/layout/CenteredIconLabelDescriptionList"/>
    <dgm:cxn modelId="{26E694C2-A57B-4570-B4E1-167014B15D8F}" srcId="{8A5D0FB6-6860-4258-A917-FAB39849573D}" destId="{4C1AD97B-48CD-44C9-BAC9-C7BA66D0EDAC}" srcOrd="1" destOrd="0" parTransId="{46781AD6-6A07-4AE4-9C56-CC565D1EA6BA}" sibTransId="{7BD1F8D8-1348-4F57-B048-0959DA88A21C}"/>
    <dgm:cxn modelId="{4B20EADD-0147-4EBB-AF70-30403EF257FF}" type="presOf" srcId="{8A5D0FB6-6860-4258-A917-FAB39849573D}" destId="{5B819F20-2ADB-4457-A4CA-49AC44BC7927}" srcOrd="0" destOrd="0" presId="urn:microsoft.com/office/officeart/2018/5/layout/CenteredIconLabelDescriptionList"/>
    <dgm:cxn modelId="{775E51F7-26EF-4253-AE54-1566BC333445}" srcId="{E84E25AE-9535-4365-8D75-FB8F20323D80}" destId="{8A5D0FB6-6860-4258-A917-FAB39849573D}" srcOrd="0" destOrd="0" parTransId="{A85F9F8E-C319-4542-B612-EA740F7CD888}" sibTransId="{3DD7D2E3-0D53-48DD-9E96-16EDDA572149}"/>
    <dgm:cxn modelId="{37A83C9C-64F8-401C-ABED-20E941535BEA}" type="presParOf" srcId="{48FEB95F-C3ED-4466-8F62-2DE7F1330203}" destId="{08D4BA6D-13C6-4645-A998-3C511D6E7E31}" srcOrd="0" destOrd="0" presId="urn:microsoft.com/office/officeart/2018/5/layout/CenteredIconLabelDescriptionList"/>
    <dgm:cxn modelId="{ACCF6A57-202D-4B87-BD0E-A26DC89C6F66}" type="presParOf" srcId="{08D4BA6D-13C6-4645-A998-3C511D6E7E31}" destId="{1DF402DB-0FD2-4EFA-8DDE-FD7FCB69FB0A}" srcOrd="0" destOrd="0" presId="urn:microsoft.com/office/officeart/2018/5/layout/CenteredIconLabelDescriptionList"/>
    <dgm:cxn modelId="{7CA02EE1-62ED-42E6-8CC2-D55693842C7D}" type="presParOf" srcId="{08D4BA6D-13C6-4645-A998-3C511D6E7E31}" destId="{5B2AEDF4-0BC8-4056-9E9C-C367A6410C0D}" srcOrd="1" destOrd="0" presId="urn:microsoft.com/office/officeart/2018/5/layout/CenteredIconLabelDescriptionList"/>
    <dgm:cxn modelId="{78F04C41-5F4F-4736-84D5-22456A45840F}" type="presParOf" srcId="{08D4BA6D-13C6-4645-A998-3C511D6E7E31}" destId="{5B819F20-2ADB-4457-A4CA-49AC44BC7927}" srcOrd="2" destOrd="0" presId="urn:microsoft.com/office/officeart/2018/5/layout/CenteredIconLabelDescriptionList"/>
    <dgm:cxn modelId="{F849DEDD-02F9-4FE0-B73C-7EBB0FB6E703}" type="presParOf" srcId="{08D4BA6D-13C6-4645-A998-3C511D6E7E31}" destId="{EFFD099C-3B9B-45F6-8019-9F90C4874BB8}" srcOrd="3" destOrd="0" presId="urn:microsoft.com/office/officeart/2018/5/layout/CenteredIconLabelDescriptionList"/>
    <dgm:cxn modelId="{598851FF-D0F8-4C90-8095-1E44ACC2DFB4}" type="presParOf" srcId="{08D4BA6D-13C6-4645-A998-3C511D6E7E31}" destId="{B20A0E77-D705-4BFC-BA18-04C620E30EBA}"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DF11C82F-5E4D-4C95-A4BB-353F2A3F7F74}">
      <dgm:prSet/>
      <dgm:spPr/>
      <dgm:t>
        <a:bodyPr/>
        <a:lstStyle/>
        <a:p>
          <a:pPr>
            <a:defRPr b="1"/>
          </a:pPr>
          <a:r>
            <a:rPr lang="tr-TR"/>
            <a:t>Distributed</a:t>
          </a:r>
          <a:endParaRPr lang="en-US"/>
        </a:p>
      </dgm:t>
    </dgm:pt>
    <dgm:pt modelId="{3DB42175-3C69-431B-B425-4D9979E54E7B}" type="sibTrans" cxnId="{4EE1EE90-33C7-4C9B-B42F-DEAF0E73C9F4}">
      <dgm:prSet/>
      <dgm:spPr/>
      <dgm:t>
        <a:bodyPr/>
        <a:lstStyle/>
        <a:p>
          <a:endParaRPr lang="en-US"/>
        </a:p>
      </dgm:t>
    </dgm:pt>
    <dgm:pt modelId="{91C80054-A9CF-4750-B8E0-EDF4111143C4}" type="parTrans" cxnId="{4EE1EE90-33C7-4C9B-B42F-DEAF0E73C9F4}">
      <dgm:prSet/>
      <dgm:spPr/>
      <dgm:t>
        <a:bodyPr/>
        <a:lstStyle/>
        <a:p>
          <a:endParaRPr lang="en-US"/>
        </a:p>
      </dgm:t>
    </dgm:pt>
    <dgm:pt modelId="{EB101B46-FD91-47FB-809B-88573DCEB62D}">
      <dgm:prSet/>
      <dgm:spPr/>
      <dgm:t>
        <a:bodyPr/>
        <a:lstStyle/>
        <a:p>
          <a:r>
            <a:rPr lang="en-US"/>
            <a:t>peer-to-peer system</a:t>
          </a:r>
        </a:p>
      </dgm:t>
    </dgm:pt>
    <dgm:pt modelId="{AB73639E-3DC9-4830-AFC4-AB5971A9B350}" type="sibTrans" cxnId="{AF26DD5D-8054-408E-B3D0-28A346ED7A4E}">
      <dgm:prSet/>
      <dgm:spPr/>
      <dgm:t>
        <a:bodyPr/>
        <a:lstStyle/>
        <a:p>
          <a:endParaRPr lang="tr-TR"/>
        </a:p>
      </dgm:t>
    </dgm:pt>
    <dgm:pt modelId="{37AD7E06-0770-4754-AEDB-B111140F313C}" type="parTrans" cxnId="{AF26DD5D-8054-408E-B3D0-28A346ED7A4E}">
      <dgm:prSet/>
      <dgm:spPr/>
      <dgm:t>
        <a:bodyPr/>
        <a:lstStyle/>
        <a:p>
          <a:endParaRPr lang="tr-TR"/>
        </a:p>
      </dgm:t>
    </dgm:pt>
    <dgm:pt modelId="{F76D3D41-EA54-41D6-8BD4-0A5920E489FE}">
      <dgm:prSet/>
      <dgm:spPr/>
      <dgm:t>
        <a:bodyPr/>
        <a:lstStyle/>
        <a:p>
          <a:r>
            <a:rPr lang="en-US"/>
            <a:t>no “central” server or</a:t>
          </a:r>
          <a:r>
            <a:rPr lang="tr-TR"/>
            <a:t> point of control</a:t>
          </a:r>
          <a:endParaRPr lang="en-US"/>
        </a:p>
      </dgm:t>
    </dgm:pt>
    <dgm:pt modelId="{074EECE9-E6F6-418F-A661-565EAD8047A6}" type="sibTrans" cxnId="{1CC89FE6-B618-4F9B-9BB8-412FC38BE419}">
      <dgm:prSet/>
      <dgm:spPr/>
      <dgm:t>
        <a:bodyPr/>
        <a:lstStyle/>
        <a:p>
          <a:endParaRPr lang="en-US"/>
        </a:p>
      </dgm:t>
    </dgm:pt>
    <dgm:pt modelId="{670FD5A0-0A99-4300-A38C-0647D19589B8}" type="parTrans" cxnId="{1CC89FE6-B618-4F9B-9BB8-412FC38BE419}">
      <dgm:prSet/>
      <dgm:spPr/>
      <dgm:t>
        <a:bodyPr/>
        <a:lstStyle/>
        <a:p>
          <a:endParaRPr lang="en-US"/>
        </a:p>
      </dgm:t>
    </dgm:pt>
    <dgm:pt modelId="{48FEB95F-C3ED-4466-8F62-2DE7F1330203}" type="pres">
      <dgm:prSet presAssocID="{E84E25AE-9535-4365-8D75-FB8F20323D80}" presName="root" presStyleCnt="0">
        <dgm:presLayoutVars>
          <dgm:dir/>
          <dgm:resizeHandles val="exact"/>
        </dgm:presLayoutVars>
      </dgm:prSet>
      <dgm:spPr/>
    </dgm:pt>
    <dgm:pt modelId="{CD9DE875-9F58-4AD0-8B19-E809EAEA78ED}" type="pres">
      <dgm:prSet presAssocID="{DF11C82F-5E4D-4C95-A4BB-353F2A3F7F74}" presName="compNode" presStyleCnt="0"/>
      <dgm:spPr/>
    </dgm:pt>
    <dgm:pt modelId="{2B07A459-394F-4D57-BE7E-7C48972B2FEE}" type="pres">
      <dgm:prSet presAssocID="{DF11C82F-5E4D-4C95-A4BB-353F2A3F7F74}"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47A9EF40-BF6D-4AD6-BBEE-BCB45EA712EC}" type="pres">
      <dgm:prSet presAssocID="{DF11C82F-5E4D-4C95-A4BB-353F2A3F7F74}" presName="iconSpace" presStyleCnt="0"/>
      <dgm:spPr/>
    </dgm:pt>
    <dgm:pt modelId="{70C0A760-4C00-406E-9B9E-A91502CBE840}" type="pres">
      <dgm:prSet presAssocID="{DF11C82F-5E4D-4C95-A4BB-353F2A3F7F74}" presName="parTx" presStyleLbl="revTx" presStyleIdx="0" presStyleCnt="2">
        <dgm:presLayoutVars>
          <dgm:chMax val="0"/>
          <dgm:chPref val="0"/>
        </dgm:presLayoutVars>
      </dgm:prSet>
      <dgm:spPr/>
    </dgm:pt>
    <dgm:pt modelId="{0B10D7C3-45FB-43FB-8E90-1B7DBE20F341}" type="pres">
      <dgm:prSet presAssocID="{DF11C82F-5E4D-4C95-A4BB-353F2A3F7F74}" presName="txSpace" presStyleCnt="0"/>
      <dgm:spPr/>
    </dgm:pt>
    <dgm:pt modelId="{4A0778B0-FEE3-4170-B53D-1651EB6DBA39}" type="pres">
      <dgm:prSet presAssocID="{DF11C82F-5E4D-4C95-A4BB-353F2A3F7F74}" presName="desTx" presStyleLbl="revTx" presStyleIdx="1" presStyleCnt="2">
        <dgm:presLayoutVars/>
      </dgm:prSet>
      <dgm:spPr/>
    </dgm:pt>
  </dgm:ptLst>
  <dgm:cxnLst>
    <dgm:cxn modelId="{AF26DD5D-8054-408E-B3D0-28A346ED7A4E}" srcId="{DF11C82F-5E4D-4C95-A4BB-353F2A3F7F74}" destId="{EB101B46-FD91-47FB-809B-88573DCEB62D}" srcOrd="0" destOrd="0" parTransId="{37AD7E06-0770-4754-AEDB-B111140F313C}" sibTransId="{AB73639E-3DC9-4830-AFC4-AB5971A9B350}"/>
    <dgm:cxn modelId="{B033DA81-68C3-407F-8EAD-AD5927611E9B}" type="presOf" srcId="{E84E25AE-9535-4365-8D75-FB8F20323D80}" destId="{48FEB95F-C3ED-4466-8F62-2DE7F1330203}" srcOrd="0" destOrd="0" presId="urn:microsoft.com/office/officeart/2018/5/layout/CenteredIconLabelDescriptionList"/>
    <dgm:cxn modelId="{6BE10A83-6941-4BDC-9D6B-E48DC4D7222A}" type="presOf" srcId="{EB101B46-FD91-47FB-809B-88573DCEB62D}" destId="{4A0778B0-FEE3-4170-B53D-1651EB6DBA39}" srcOrd="0" destOrd="0" presId="urn:microsoft.com/office/officeart/2018/5/layout/CenteredIconLabelDescriptionList"/>
    <dgm:cxn modelId="{4EE1EE90-33C7-4C9B-B42F-DEAF0E73C9F4}" srcId="{E84E25AE-9535-4365-8D75-FB8F20323D80}" destId="{DF11C82F-5E4D-4C95-A4BB-353F2A3F7F74}" srcOrd="0" destOrd="0" parTransId="{91C80054-A9CF-4750-B8E0-EDF4111143C4}" sibTransId="{3DB42175-3C69-431B-B425-4D9979E54E7B}"/>
    <dgm:cxn modelId="{9536BDA3-48C7-416B-803A-9A567ABF59DD}" type="presOf" srcId="{F76D3D41-EA54-41D6-8BD4-0A5920E489FE}" destId="{4A0778B0-FEE3-4170-B53D-1651EB6DBA39}" srcOrd="0" destOrd="1" presId="urn:microsoft.com/office/officeart/2018/5/layout/CenteredIconLabelDescriptionList"/>
    <dgm:cxn modelId="{7B38FDCB-D025-4663-9D46-B0A877C3C0E5}" type="presOf" srcId="{DF11C82F-5E4D-4C95-A4BB-353F2A3F7F74}" destId="{70C0A760-4C00-406E-9B9E-A91502CBE840}" srcOrd="0" destOrd="0" presId="urn:microsoft.com/office/officeart/2018/5/layout/CenteredIconLabelDescriptionList"/>
    <dgm:cxn modelId="{1CC89FE6-B618-4F9B-9BB8-412FC38BE419}" srcId="{DF11C82F-5E4D-4C95-A4BB-353F2A3F7F74}" destId="{F76D3D41-EA54-41D6-8BD4-0A5920E489FE}" srcOrd="1" destOrd="0" parTransId="{670FD5A0-0A99-4300-A38C-0647D19589B8}" sibTransId="{074EECE9-E6F6-418F-A661-565EAD8047A6}"/>
    <dgm:cxn modelId="{3D9CCF35-1493-4E20-9915-19F5A8B65D5C}" type="presParOf" srcId="{48FEB95F-C3ED-4466-8F62-2DE7F1330203}" destId="{CD9DE875-9F58-4AD0-8B19-E809EAEA78ED}" srcOrd="0" destOrd="0" presId="urn:microsoft.com/office/officeart/2018/5/layout/CenteredIconLabelDescriptionList"/>
    <dgm:cxn modelId="{A4C1A3E0-C295-4E70-8527-0D677004385A}" type="presParOf" srcId="{CD9DE875-9F58-4AD0-8B19-E809EAEA78ED}" destId="{2B07A459-394F-4D57-BE7E-7C48972B2FEE}" srcOrd="0" destOrd="0" presId="urn:microsoft.com/office/officeart/2018/5/layout/CenteredIconLabelDescriptionList"/>
    <dgm:cxn modelId="{3BC624BB-421D-4DAB-AF08-83B342D83BE7}" type="presParOf" srcId="{CD9DE875-9F58-4AD0-8B19-E809EAEA78ED}" destId="{47A9EF40-BF6D-4AD6-BBEE-BCB45EA712EC}" srcOrd="1" destOrd="0" presId="urn:microsoft.com/office/officeart/2018/5/layout/CenteredIconLabelDescriptionList"/>
    <dgm:cxn modelId="{70AF8830-1CBB-4023-8D12-E07486850324}" type="presParOf" srcId="{CD9DE875-9F58-4AD0-8B19-E809EAEA78ED}" destId="{70C0A760-4C00-406E-9B9E-A91502CBE840}" srcOrd="2" destOrd="0" presId="urn:microsoft.com/office/officeart/2018/5/layout/CenteredIconLabelDescriptionList"/>
    <dgm:cxn modelId="{00FBB17E-9B36-48B1-AC4C-E6233C11365E}" type="presParOf" srcId="{CD9DE875-9F58-4AD0-8B19-E809EAEA78ED}" destId="{0B10D7C3-45FB-43FB-8E90-1B7DBE20F341}" srcOrd="3" destOrd="0" presId="urn:microsoft.com/office/officeart/2018/5/layout/CenteredIconLabelDescriptionList"/>
    <dgm:cxn modelId="{6C047053-2022-430B-9B83-6C005D3BC03C}" type="presParOf" srcId="{CD9DE875-9F58-4AD0-8B19-E809EAEA78ED}" destId="{4A0778B0-FEE3-4170-B53D-1651EB6DBA39}"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C85B773A-2EFB-4170-9A03-C48E58C8E9C5}">
      <dgm:prSet/>
      <dgm:spPr/>
      <dgm:t>
        <a:bodyPr/>
        <a:lstStyle/>
        <a:p>
          <a:pPr>
            <a:defRPr b="1"/>
          </a:pPr>
          <a:r>
            <a:rPr lang="tr-TR"/>
            <a:t>Decentralized</a:t>
          </a:r>
          <a:endParaRPr lang="en-US"/>
        </a:p>
      </dgm:t>
    </dgm:pt>
    <dgm:pt modelId="{438DE35A-CC36-4E55-8AD8-C0B9898D1138}" type="parTrans" cxnId="{74573A40-DA16-4AC0-A16E-CD055E9EAC50}">
      <dgm:prSet/>
      <dgm:spPr/>
      <dgm:t>
        <a:bodyPr/>
        <a:lstStyle/>
        <a:p>
          <a:endParaRPr lang="en-US"/>
        </a:p>
      </dgm:t>
    </dgm:pt>
    <dgm:pt modelId="{A99B9C4F-2EFE-4E84-9380-09AC561D9DAE}" type="sibTrans" cxnId="{74573A40-DA16-4AC0-A16E-CD055E9EAC50}">
      <dgm:prSet/>
      <dgm:spPr/>
      <dgm:t>
        <a:bodyPr/>
        <a:lstStyle/>
        <a:p>
          <a:endParaRPr lang="en-US"/>
        </a:p>
      </dgm:t>
    </dgm:pt>
    <dgm:pt modelId="{5398F49B-4B8C-4AAF-87E3-63607BF782BC}">
      <dgm:prSet/>
      <dgm:spPr/>
      <dgm:t>
        <a:bodyPr/>
        <a:lstStyle/>
        <a:p>
          <a:r>
            <a:rPr lang="en-US"/>
            <a:t>free of any central</a:t>
          </a:r>
          <a:r>
            <a:rPr lang="tr-TR"/>
            <a:t> </a:t>
          </a:r>
          <a:r>
            <a:rPr lang="en-US"/>
            <a:t>authority or point of control</a:t>
          </a:r>
        </a:p>
      </dgm:t>
    </dgm:pt>
    <dgm:pt modelId="{258C1C5D-B50A-4A83-BCC9-1F72FB17B329}" type="parTrans" cxnId="{1E4C0E5A-D273-43AA-B5BB-F789AC42D545}">
      <dgm:prSet/>
      <dgm:spPr/>
      <dgm:t>
        <a:bodyPr/>
        <a:lstStyle/>
        <a:p>
          <a:endParaRPr lang="en-US"/>
        </a:p>
      </dgm:t>
    </dgm:pt>
    <dgm:pt modelId="{BBC08255-EFC8-4B4D-87CB-CE14D9D9EB17}" type="sibTrans" cxnId="{1E4C0E5A-D273-43AA-B5BB-F789AC42D545}">
      <dgm:prSet/>
      <dgm:spPr/>
      <dgm:t>
        <a:bodyPr/>
        <a:lstStyle/>
        <a:p>
          <a:endParaRPr lang="en-US"/>
        </a:p>
      </dgm:t>
    </dgm:pt>
    <dgm:pt modelId="{CFF90F2B-6901-4C4F-BBE7-EB71972BA501}">
      <dgm:prSet/>
      <dgm:spPr/>
      <dgm:t>
        <a:bodyPr/>
        <a:lstStyle/>
        <a:p>
          <a:r>
            <a:rPr lang="en-US"/>
            <a:t>avoid a single point of</a:t>
          </a:r>
          <a:r>
            <a:rPr lang="tr-TR"/>
            <a:t> </a:t>
          </a:r>
          <a:r>
            <a:rPr lang="en-US"/>
            <a:t>attack</a:t>
          </a:r>
          <a:r>
            <a:rPr lang="tr-TR"/>
            <a:t> </a:t>
          </a:r>
          <a:r>
            <a:rPr lang="en-US"/>
            <a:t>or corrupt</a:t>
          </a:r>
          <a:r>
            <a:rPr lang="tr-TR"/>
            <a:t>ion</a:t>
          </a:r>
          <a:endParaRPr lang="en-US"/>
        </a:p>
      </dgm:t>
    </dgm:pt>
    <dgm:pt modelId="{BF8DD3CB-61F0-431D-8488-AA5FE8781572}" type="parTrans" cxnId="{D7F847C9-D397-41D0-A8C4-1CC4860F779B}">
      <dgm:prSet/>
      <dgm:spPr/>
      <dgm:t>
        <a:bodyPr/>
        <a:lstStyle/>
        <a:p>
          <a:endParaRPr lang="tr-TR"/>
        </a:p>
      </dgm:t>
    </dgm:pt>
    <dgm:pt modelId="{6E14D0ED-8E06-492E-8889-B2AA545B2B2F}" type="sibTrans" cxnId="{D7F847C9-D397-41D0-A8C4-1CC4860F779B}">
      <dgm:prSet/>
      <dgm:spPr/>
      <dgm:t>
        <a:bodyPr/>
        <a:lstStyle/>
        <a:p>
          <a:endParaRPr lang="tr-TR"/>
        </a:p>
      </dgm:t>
    </dgm:pt>
    <dgm:pt modelId="{48FEB95F-C3ED-4466-8F62-2DE7F1330203}" type="pres">
      <dgm:prSet presAssocID="{E84E25AE-9535-4365-8D75-FB8F20323D80}" presName="root" presStyleCnt="0">
        <dgm:presLayoutVars>
          <dgm:dir/>
          <dgm:resizeHandles val="exact"/>
        </dgm:presLayoutVars>
      </dgm:prSet>
      <dgm:spPr/>
    </dgm:pt>
    <dgm:pt modelId="{E6BFC03F-D8E4-42A0-905F-90F486343845}" type="pres">
      <dgm:prSet presAssocID="{C85B773A-2EFB-4170-9A03-C48E58C8E9C5}" presName="compNode" presStyleCnt="0"/>
      <dgm:spPr/>
    </dgm:pt>
    <dgm:pt modelId="{00443B3D-11DF-4FAB-AAB6-DD21B88DA0B7}" type="pres">
      <dgm:prSet presAssocID="{C85B773A-2EFB-4170-9A03-C48E58C8E9C5}"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B8D76673-69AA-4EA0-8743-A5CB285EA82D}" type="pres">
      <dgm:prSet presAssocID="{C85B773A-2EFB-4170-9A03-C48E58C8E9C5}" presName="iconSpace" presStyleCnt="0"/>
      <dgm:spPr/>
    </dgm:pt>
    <dgm:pt modelId="{022D5F9D-4F7E-4CD7-807F-3084294E0B76}" type="pres">
      <dgm:prSet presAssocID="{C85B773A-2EFB-4170-9A03-C48E58C8E9C5}" presName="parTx" presStyleLbl="revTx" presStyleIdx="0" presStyleCnt="2">
        <dgm:presLayoutVars>
          <dgm:chMax val="0"/>
          <dgm:chPref val="0"/>
        </dgm:presLayoutVars>
      </dgm:prSet>
      <dgm:spPr/>
    </dgm:pt>
    <dgm:pt modelId="{657389A2-6756-49D8-8C84-89963173EE25}" type="pres">
      <dgm:prSet presAssocID="{C85B773A-2EFB-4170-9A03-C48E58C8E9C5}" presName="txSpace" presStyleCnt="0"/>
      <dgm:spPr/>
    </dgm:pt>
    <dgm:pt modelId="{36D1AE88-8D99-4BF1-B46E-80768DDF65FB}" type="pres">
      <dgm:prSet presAssocID="{C85B773A-2EFB-4170-9A03-C48E58C8E9C5}" presName="desTx" presStyleLbl="revTx" presStyleIdx="1" presStyleCnt="2">
        <dgm:presLayoutVars/>
      </dgm:prSet>
      <dgm:spPr/>
    </dgm:pt>
  </dgm:ptLst>
  <dgm:cxnLst>
    <dgm:cxn modelId="{A5F54302-2A51-4EB7-A308-D5C02BAE3613}" type="presOf" srcId="{C85B773A-2EFB-4170-9A03-C48E58C8E9C5}" destId="{022D5F9D-4F7E-4CD7-807F-3084294E0B76}" srcOrd="0" destOrd="0" presId="urn:microsoft.com/office/officeart/2018/5/layout/CenteredIconLabelDescriptionList"/>
    <dgm:cxn modelId="{FA29231B-4F3A-44F6-B12A-5818F24A9D42}" type="presOf" srcId="{5398F49B-4B8C-4AAF-87E3-63607BF782BC}" destId="{36D1AE88-8D99-4BF1-B46E-80768DDF65FB}" srcOrd="0" destOrd="0" presId="urn:microsoft.com/office/officeart/2018/5/layout/CenteredIconLabelDescriptionList"/>
    <dgm:cxn modelId="{74573A40-DA16-4AC0-A16E-CD055E9EAC50}" srcId="{E84E25AE-9535-4365-8D75-FB8F20323D80}" destId="{C85B773A-2EFB-4170-9A03-C48E58C8E9C5}" srcOrd="0" destOrd="0" parTransId="{438DE35A-CC36-4E55-8AD8-C0B9898D1138}" sibTransId="{A99B9C4F-2EFE-4E84-9380-09AC561D9DAE}"/>
    <dgm:cxn modelId="{04186060-9AB1-4B45-8A71-17EED1FD3A38}" type="presOf" srcId="{CFF90F2B-6901-4C4F-BBE7-EB71972BA501}" destId="{36D1AE88-8D99-4BF1-B46E-80768DDF65FB}" srcOrd="0" destOrd="1" presId="urn:microsoft.com/office/officeart/2018/5/layout/CenteredIconLabelDescriptionList"/>
    <dgm:cxn modelId="{1E4C0E5A-D273-43AA-B5BB-F789AC42D545}" srcId="{C85B773A-2EFB-4170-9A03-C48E58C8E9C5}" destId="{5398F49B-4B8C-4AAF-87E3-63607BF782BC}" srcOrd="0" destOrd="0" parTransId="{258C1C5D-B50A-4A83-BCC9-1F72FB17B329}" sibTransId="{BBC08255-EFC8-4B4D-87CB-CE14D9D9EB17}"/>
    <dgm:cxn modelId="{B033DA81-68C3-407F-8EAD-AD5927611E9B}" type="presOf" srcId="{E84E25AE-9535-4365-8D75-FB8F20323D80}" destId="{48FEB95F-C3ED-4466-8F62-2DE7F1330203}" srcOrd="0" destOrd="0" presId="urn:microsoft.com/office/officeart/2018/5/layout/CenteredIconLabelDescriptionList"/>
    <dgm:cxn modelId="{D7F847C9-D397-41D0-A8C4-1CC4860F779B}" srcId="{C85B773A-2EFB-4170-9A03-C48E58C8E9C5}" destId="{CFF90F2B-6901-4C4F-BBE7-EB71972BA501}" srcOrd="1" destOrd="0" parTransId="{BF8DD3CB-61F0-431D-8488-AA5FE8781572}" sibTransId="{6E14D0ED-8E06-492E-8889-B2AA545B2B2F}"/>
    <dgm:cxn modelId="{6156ECA6-7799-4EDF-9F17-ACD8BE6053E7}" type="presParOf" srcId="{48FEB95F-C3ED-4466-8F62-2DE7F1330203}" destId="{E6BFC03F-D8E4-42A0-905F-90F486343845}" srcOrd="0" destOrd="0" presId="urn:microsoft.com/office/officeart/2018/5/layout/CenteredIconLabelDescriptionList"/>
    <dgm:cxn modelId="{23517F29-1CD4-4063-A0CF-4140D6E00A1A}" type="presParOf" srcId="{E6BFC03F-D8E4-42A0-905F-90F486343845}" destId="{00443B3D-11DF-4FAB-AAB6-DD21B88DA0B7}" srcOrd="0" destOrd="0" presId="urn:microsoft.com/office/officeart/2018/5/layout/CenteredIconLabelDescriptionList"/>
    <dgm:cxn modelId="{D2E00289-799D-4842-928E-BADA8E6FD7B0}" type="presParOf" srcId="{E6BFC03F-D8E4-42A0-905F-90F486343845}" destId="{B8D76673-69AA-4EA0-8743-A5CB285EA82D}" srcOrd="1" destOrd="0" presId="urn:microsoft.com/office/officeart/2018/5/layout/CenteredIconLabelDescriptionList"/>
    <dgm:cxn modelId="{7A54CFC5-CDDE-41AD-A5C0-05001F657873}" type="presParOf" srcId="{E6BFC03F-D8E4-42A0-905F-90F486343845}" destId="{022D5F9D-4F7E-4CD7-807F-3084294E0B76}" srcOrd="2" destOrd="0" presId="urn:microsoft.com/office/officeart/2018/5/layout/CenteredIconLabelDescriptionList"/>
    <dgm:cxn modelId="{2C1A60C3-2043-4C2B-A964-2ABF2850B72C}" type="presParOf" srcId="{E6BFC03F-D8E4-42A0-905F-90F486343845}" destId="{657389A2-6756-49D8-8C84-89963173EE25}" srcOrd="3" destOrd="0" presId="urn:microsoft.com/office/officeart/2018/5/layout/CenteredIconLabelDescriptionList"/>
    <dgm:cxn modelId="{278F8E1A-D00C-4F31-8C36-98A2F1E76D4C}" type="presParOf" srcId="{E6BFC03F-D8E4-42A0-905F-90F486343845}" destId="{36D1AE88-8D99-4BF1-B46E-80768DDF65FB}"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6_2" csCatId="accent6" phldr="1"/>
      <dgm:spPr/>
      <dgm:t>
        <a:bodyPr/>
        <a:lstStyle/>
        <a:p>
          <a:endParaRPr lang="en-US"/>
        </a:p>
      </dgm:t>
    </dgm:pt>
    <dgm:pt modelId="{B0C8362A-C412-4349-A01D-D472EBF9F4AB}">
      <dgm:prSet/>
      <dgm:spPr/>
      <dgm:t>
        <a:bodyPr/>
        <a:lstStyle/>
        <a:p>
          <a:pPr>
            <a:lnSpc>
              <a:spcPct val="100000"/>
            </a:lnSpc>
            <a:defRPr b="1"/>
          </a:pPr>
          <a:r>
            <a:rPr lang="en-US"/>
            <a:t>Robust</a:t>
          </a:r>
        </a:p>
      </dgm:t>
    </dgm:pt>
    <dgm:pt modelId="{C93539BC-68AB-4371-84AD-3F3B4249B3C1}" type="parTrans" cxnId="{987493E1-633C-41AB-80D2-D6075321C34B}">
      <dgm:prSet/>
      <dgm:spPr/>
      <dgm:t>
        <a:bodyPr/>
        <a:lstStyle/>
        <a:p>
          <a:endParaRPr lang="tr-TR"/>
        </a:p>
      </dgm:t>
    </dgm:pt>
    <dgm:pt modelId="{E858C462-60BE-4A1E-8E82-823AA40E2F4C}" type="sibTrans" cxnId="{987493E1-633C-41AB-80D2-D6075321C34B}">
      <dgm:prSet/>
      <dgm:spPr/>
      <dgm:t>
        <a:bodyPr/>
        <a:lstStyle/>
        <a:p>
          <a:endParaRPr lang="tr-TR"/>
        </a:p>
      </dgm:t>
    </dgm:pt>
    <dgm:pt modelId="{1C9392E3-B1D8-43AA-A641-8D28E0E9DEB2}">
      <dgm:prSet/>
      <dgm:spPr/>
      <dgm:t>
        <a:bodyPr/>
        <a:lstStyle/>
        <a:p>
          <a:pPr>
            <a:lnSpc>
              <a:spcPct val="100000"/>
            </a:lnSpc>
          </a:pPr>
          <a:r>
            <a:rPr lang="tr-TR" dirty="0"/>
            <a:t>Not </a:t>
          </a:r>
          <a:r>
            <a:rPr lang="tr-TR" dirty="0" err="1"/>
            <a:t>easy</a:t>
          </a:r>
          <a:r>
            <a:rPr lang="tr-TR" dirty="0"/>
            <a:t> </a:t>
          </a:r>
          <a:r>
            <a:rPr lang="tr-TR" dirty="0" err="1"/>
            <a:t>to</a:t>
          </a:r>
          <a:r>
            <a:rPr lang="tr-TR" dirty="0"/>
            <a:t> </a:t>
          </a:r>
          <a:r>
            <a:rPr lang="en-US" dirty="0" err="1"/>
            <a:t>intervent</a:t>
          </a:r>
          <a:endParaRPr lang="tr-TR" dirty="0"/>
        </a:p>
      </dgm:t>
    </dgm:pt>
    <dgm:pt modelId="{92815C71-4A16-42D5-9B5A-6BBC12A2AAAD}" type="parTrans" cxnId="{584FB526-0692-451A-BA0A-02A0064C1A34}">
      <dgm:prSet/>
      <dgm:spPr/>
      <dgm:t>
        <a:bodyPr/>
        <a:lstStyle/>
        <a:p>
          <a:endParaRPr lang="tr-TR"/>
        </a:p>
      </dgm:t>
    </dgm:pt>
    <dgm:pt modelId="{5D89BE6B-2828-4A41-AD0C-3529F392E709}" type="sibTrans" cxnId="{584FB526-0692-451A-BA0A-02A0064C1A34}">
      <dgm:prSet/>
      <dgm:spPr/>
      <dgm:t>
        <a:bodyPr/>
        <a:lstStyle/>
        <a:p>
          <a:endParaRPr lang="tr-TR"/>
        </a:p>
      </dgm:t>
    </dgm:pt>
    <dgm:pt modelId="{62C7FB92-D0B0-46EE-81DD-0813E3410243}">
      <dgm:prSet/>
      <dgm:spPr/>
      <dgm:t>
        <a:bodyPr/>
        <a:lstStyle/>
        <a:p>
          <a:pPr>
            <a:lnSpc>
              <a:spcPct val="100000"/>
            </a:lnSpc>
          </a:pPr>
          <a:r>
            <a:rPr lang="en-US" dirty="0"/>
            <a:t>legitimate governments</a:t>
          </a:r>
        </a:p>
      </dgm:t>
    </dgm:pt>
    <dgm:pt modelId="{B63CA6BD-E0FC-4B9F-9038-7F4CE54715C5}" type="parTrans" cxnId="{F28BA0C9-BBC9-462B-8C0A-8017596857AE}">
      <dgm:prSet/>
      <dgm:spPr/>
      <dgm:t>
        <a:bodyPr/>
        <a:lstStyle/>
        <a:p>
          <a:endParaRPr lang="en-US"/>
        </a:p>
      </dgm:t>
    </dgm:pt>
    <dgm:pt modelId="{ABC5DF33-BCAF-49DB-831C-1050BD57E7F7}" type="sibTrans" cxnId="{F28BA0C9-BBC9-462B-8C0A-8017596857AE}">
      <dgm:prSet/>
      <dgm:spPr/>
      <dgm:t>
        <a:bodyPr/>
        <a:lstStyle/>
        <a:p>
          <a:endParaRPr lang="en-US"/>
        </a:p>
      </dgm:t>
    </dgm:pt>
    <dgm:pt modelId="{B0F907E8-E286-45D8-A855-D68B93402035}">
      <dgm:prSet/>
      <dgm:spPr/>
      <dgm:t>
        <a:bodyPr/>
        <a:lstStyle/>
        <a:p>
          <a:pPr>
            <a:lnSpc>
              <a:spcPct val="100000"/>
            </a:lnSpc>
            <a:defRPr b="1"/>
          </a:pPr>
          <a:r>
            <a:rPr lang="tr-TR" dirty="0" err="1"/>
            <a:t>Possible</a:t>
          </a:r>
          <a:r>
            <a:rPr lang="tr-TR" dirty="0"/>
            <a:t> </a:t>
          </a:r>
          <a:r>
            <a:rPr lang="tr-TR" dirty="0" err="1"/>
            <a:t>actors</a:t>
          </a:r>
          <a:endParaRPr lang="en-US" dirty="0"/>
        </a:p>
      </dgm:t>
    </dgm:pt>
    <dgm:pt modelId="{F1B35502-DCF1-4566-8116-AC61DE277154}" type="parTrans" cxnId="{0C181B6C-4EEC-4636-9597-7B1795BC316B}">
      <dgm:prSet/>
      <dgm:spPr/>
      <dgm:t>
        <a:bodyPr/>
        <a:lstStyle/>
        <a:p>
          <a:endParaRPr lang="en-US"/>
        </a:p>
      </dgm:t>
    </dgm:pt>
    <dgm:pt modelId="{687D0B2B-A6F4-4A22-912C-6EE36F0FF048}" type="sibTrans" cxnId="{0C181B6C-4EEC-4636-9597-7B1795BC316B}">
      <dgm:prSet/>
      <dgm:spPr/>
      <dgm:t>
        <a:bodyPr/>
        <a:lstStyle/>
        <a:p>
          <a:endParaRPr lang="en-US"/>
        </a:p>
      </dgm:t>
    </dgm:pt>
    <dgm:pt modelId="{94E4192B-C9CA-4E07-A503-DCCC4AF491F1}">
      <dgm:prSet/>
      <dgm:spPr/>
      <dgm:t>
        <a:bodyPr/>
        <a:lstStyle/>
        <a:p>
          <a:pPr>
            <a:lnSpc>
              <a:spcPct val="100000"/>
            </a:lnSpc>
          </a:pPr>
          <a:r>
            <a:rPr lang="en-US" dirty="0"/>
            <a:t>criminal</a:t>
          </a:r>
          <a:r>
            <a:rPr lang="tr-TR" dirty="0"/>
            <a:t> </a:t>
          </a:r>
          <a:r>
            <a:rPr lang="en-US" dirty="0"/>
            <a:t>elements</a:t>
          </a:r>
        </a:p>
      </dgm:t>
    </dgm:pt>
    <dgm:pt modelId="{99614A07-9B14-43A9-B87E-6E4E986F0FA2}" type="parTrans" cxnId="{47D776B8-F408-4945-8BE1-CABDC803BAB4}">
      <dgm:prSet/>
      <dgm:spPr/>
      <dgm:t>
        <a:bodyPr/>
        <a:lstStyle/>
        <a:p>
          <a:endParaRPr lang="en-US"/>
        </a:p>
      </dgm:t>
    </dgm:pt>
    <dgm:pt modelId="{43C51831-7FDD-4F7D-84A5-C4E9B4D01837}" type="sibTrans" cxnId="{47D776B8-F408-4945-8BE1-CABDC803BAB4}">
      <dgm:prSet/>
      <dgm:spPr/>
      <dgm:t>
        <a:bodyPr/>
        <a:lstStyle/>
        <a:p>
          <a:endParaRPr lang="en-US"/>
        </a:p>
      </dgm:t>
    </dgm:pt>
    <dgm:pt modelId="{48FEB95F-C3ED-4466-8F62-2DE7F1330203}" type="pres">
      <dgm:prSet presAssocID="{E84E25AE-9535-4365-8D75-FB8F20323D80}" presName="root" presStyleCnt="0">
        <dgm:presLayoutVars>
          <dgm:dir/>
          <dgm:resizeHandles val="exact"/>
        </dgm:presLayoutVars>
      </dgm:prSet>
      <dgm:spPr/>
    </dgm:pt>
    <dgm:pt modelId="{E80625F7-2EEE-45DC-B13E-9915E114C18B}" type="pres">
      <dgm:prSet presAssocID="{B0C8362A-C412-4349-A01D-D472EBF9F4AB}" presName="compNode" presStyleCnt="0"/>
      <dgm:spPr/>
    </dgm:pt>
    <dgm:pt modelId="{B5323B63-3130-47E0-8FEE-6B37D95AB14E}" type="pres">
      <dgm:prSet presAssocID="{B0C8362A-C412-4349-A01D-D472EBF9F4A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5C91DAEA-6DD2-4D66-AB8E-5748ADC42AE2}" type="pres">
      <dgm:prSet presAssocID="{B0C8362A-C412-4349-A01D-D472EBF9F4AB}" presName="iconSpace" presStyleCnt="0"/>
      <dgm:spPr/>
    </dgm:pt>
    <dgm:pt modelId="{F9A1183E-9522-4189-8082-07C0894BD276}" type="pres">
      <dgm:prSet presAssocID="{B0C8362A-C412-4349-A01D-D472EBF9F4AB}" presName="parTx" presStyleLbl="revTx" presStyleIdx="0" presStyleCnt="4">
        <dgm:presLayoutVars>
          <dgm:chMax val="0"/>
          <dgm:chPref val="0"/>
        </dgm:presLayoutVars>
      </dgm:prSet>
      <dgm:spPr/>
    </dgm:pt>
    <dgm:pt modelId="{70DAD3B8-EB6E-441C-9DB8-4D2A02D398B1}" type="pres">
      <dgm:prSet presAssocID="{B0C8362A-C412-4349-A01D-D472EBF9F4AB}" presName="txSpace" presStyleCnt="0"/>
      <dgm:spPr/>
    </dgm:pt>
    <dgm:pt modelId="{DA88703C-80FC-494D-9C44-7DC834EEB91D}" type="pres">
      <dgm:prSet presAssocID="{B0C8362A-C412-4349-A01D-D472EBF9F4AB}" presName="desTx" presStyleLbl="revTx" presStyleIdx="1" presStyleCnt="4">
        <dgm:presLayoutVars/>
      </dgm:prSet>
      <dgm:spPr/>
    </dgm:pt>
    <dgm:pt modelId="{CA21ED3F-1A80-4E5B-8D7E-5FFC1C550CF5}" type="pres">
      <dgm:prSet presAssocID="{E858C462-60BE-4A1E-8E82-823AA40E2F4C}" presName="sibTrans" presStyleCnt="0"/>
      <dgm:spPr/>
    </dgm:pt>
    <dgm:pt modelId="{44BDBF36-E617-4EC8-A2B9-071588681D55}" type="pres">
      <dgm:prSet presAssocID="{B0F907E8-E286-45D8-A855-D68B93402035}" presName="compNode" presStyleCnt="0"/>
      <dgm:spPr/>
    </dgm:pt>
    <dgm:pt modelId="{8525C032-333B-4CCC-9F3D-CBF1AF38413C}" type="pres">
      <dgm:prSet presAssocID="{B0F907E8-E286-45D8-A855-D68B93402035}" presName="iconRect" presStyleLbl="node1" presStyleIdx="1"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8ED07689-3CEB-47F3-AA9C-18C4BE7A071F}" type="pres">
      <dgm:prSet presAssocID="{B0F907E8-E286-45D8-A855-D68B93402035}" presName="iconSpace" presStyleCnt="0"/>
      <dgm:spPr/>
    </dgm:pt>
    <dgm:pt modelId="{9059159D-DF8F-454F-ADB4-E7C180586F98}" type="pres">
      <dgm:prSet presAssocID="{B0F907E8-E286-45D8-A855-D68B93402035}" presName="parTx" presStyleLbl="revTx" presStyleIdx="2" presStyleCnt="4">
        <dgm:presLayoutVars>
          <dgm:chMax val="0"/>
          <dgm:chPref val="0"/>
        </dgm:presLayoutVars>
      </dgm:prSet>
      <dgm:spPr/>
    </dgm:pt>
    <dgm:pt modelId="{A27AAE8C-16E7-4C10-9BCB-6CDA05A8048E}" type="pres">
      <dgm:prSet presAssocID="{B0F907E8-E286-45D8-A855-D68B93402035}" presName="txSpace" presStyleCnt="0"/>
      <dgm:spPr/>
    </dgm:pt>
    <dgm:pt modelId="{92E7AEF7-6BC0-4DF3-A409-74EFA9D76B87}" type="pres">
      <dgm:prSet presAssocID="{B0F907E8-E286-45D8-A855-D68B93402035}" presName="desTx" presStyleLbl="revTx" presStyleIdx="3" presStyleCnt="4">
        <dgm:presLayoutVars/>
      </dgm:prSet>
      <dgm:spPr/>
    </dgm:pt>
  </dgm:ptLst>
  <dgm:cxnLst>
    <dgm:cxn modelId="{CFA14620-DAF5-4EBC-86EA-0077FF89079D}" type="presOf" srcId="{62C7FB92-D0B0-46EE-81DD-0813E3410243}" destId="{92E7AEF7-6BC0-4DF3-A409-74EFA9D76B87}" srcOrd="0" destOrd="0" presId="urn:microsoft.com/office/officeart/2018/5/layout/CenteredIconLabelDescriptionList"/>
    <dgm:cxn modelId="{584FB526-0692-451A-BA0A-02A0064C1A34}" srcId="{B0C8362A-C412-4349-A01D-D472EBF9F4AB}" destId="{1C9392E3-B1D8-43AA-A641-8D28E0E9DEB2}" srcOrd="0" destOrd="0" parTransId="{92815C71-4A16-42D5-9B5A-6BBC12A2AAAD}" sibTransId="{5D89BE6B-2828-4A41-AD0C-3529F392E709}"/>
    <dgm:cxn modelId="{24BF194A-F679-4D2C-A3A4-D944AB48C7D8}" type="presOf" srcId="{B0F907E8-E286-45D8-A855-D68B93402035}" destId="{9059159D-DF8F-454F-ADB4-E7C180586F98}" srcOrd="0" destOrd="0" presId="urn:microsoft.com/office/officeart/2018/5/layout/CenteredIconLabelDescriptionList"/>
    <dgm:cxn modelId="{0C181B6C-4EEC-4636-9597-7B1795BC316B}" srcId="{E84E25AE-9535-4365-8D75-FB8F20323D80}" destId="{B0F907E8-E286-45D8-A855-D68B93402035}" srcOrd="1" destOrd="0" parTransId="{F1B35502-DCF1-4566-8116-AC61DE277154}" sibTransId="{687D0B2B-A6F4-4A22-912C-6EE36F0FF048}"/>
    <dgm:cxn modelId="{A7518C58-52A1-4D7F-A761-779F7B35075A}" type="presOf" srcId="{B0C8362A-C412-4349-A01D-D472EBF9F4AB}" destId="{F9A1183E-9522-4189-8082-07C0894BD276}" srcOrd="0" destOrd="0" presId="urn:microsoft.com/office/officeart/2018/5/layout/CenteredIconLabelDescriptionList"/>
    <dgm:cxn modelId="{B033DA81-68C3-407F-8EAD-AD5927611E9B}" type="presOf" srcId="{E84E25AE-9535-4365-8D75-FB8F20323D80}" destId="{48FEB95F-C3ED-4466-8F62-2DE7F1330203}" srcOrd="0" destOrd="0" presId="urn:microsoft.com/office/officeart/2018/5/layout/CenteredIconLabelDescriptionList"/>
    <dgm:cxn modelId="{60CC0D94-6066-4184-AF51-0468B6E208E3}" type="presOf" srcId="{1C9392E3-B1D8-43AA-A641-8D28E0E9DEB2}" destId="{DA88703C-80FC-494D-9C44-7DC834EEB91D}" srcOrd="0" destOrd="0" presId="urn:microsoft.com/office/officeart/2018/5/layout/CenteredIconLabelDescriptionList"/>
    <dgm:cxn modelId="{C82325AF-27AA-4DC4-9723-7F6FA90FC6E4}" type="presOf" srcId="{94E4192B-C9CA-4E07-A503-DCCC4AF491F1}" destId="{92E7AEF7-6BC0-4DF3-A409-74EFA9D76B87}" srcOrd="0" destOrd="1" presId="urn:microsoft.com/office/officeart/2018/5/layout/CenteredIconLabelDescriptionList"/>
    <dgm:cxn modelId="{47D776B8-F408-4945-8BE1-CABDC803BAB4}" srcId="{B0F907E8-E286-45D8-A855-D68B93402035}" destId="{94E4192B-C9CA-4E07-A503-DCCC4AF491F1}" srcOrd="1" destOrd="0" parTransId="{99614A07-9B14-43A9-B87E-6E4E986F0FA2}" sibTransId="{43C51831-7FDD-4F7D-84A5-C4E9B4D01837}"/>
    <dgm:cxn modelId="{F28BA0C9-BBC9-462B-8C0A-8017596857AE}" srcId="{B0F907E8-E286-45D8-A855-D68B93402035}" destId="{62C7FB92-D0B0-46EE-81DD-0813E3410243}" srcOrd="0" destOrd="0" parTransId="{B63CA6BD-E0FC-4B9F-9038-7F4CE54715C5}" sibTransId="{ABC5DF33-BCAF-49DB-831C-1050BD57E7F7}"/>
    <dgm:cxn modelId="{987493E1-633C-41AB-80D2-D6075321C34B}" srcId="{E84E25AE-9535-4365-8D75-FB8F20323D80}" destId="{B0C8362A-C412-4349-A01D-D472EBF9F4AB}" srcOrd="0" destOrd="0" parTransId="{C93539BC-68AB-4371-84AD-3F3B4249B3C1}" sibTransId="{E858C462-60BE-4A1E-8E82-823AA40E2F4C}"/>
    <dgm:cxn modelId="{3700D1CD-E1C2-4668-8FCF-128A0D509A14}" type="presParOf" srcId="{48FEB95F-C3ED-4466-8F62-2DE7F1330203}" destId="{E80625F7-2EEE-45DC-B13E-9915E114C18B}" srcOrd="0" destOrd="0" presId="urn:microsoft.com/office/officeart/2018/5/layout/CenteredIconLabelDescriptionList"/>
    <dgm:cxn modelId="{C186BDEC-4A96-4717-8DD3-FBC4791DFD91}" type="presParOf" srcId="{E80625F7-2EEE-45DC-B13E-9915E114C18B}" destId="{B5323B63-3130-47E0-8FEE-6B37D95AB14E}" srcOrd="0" destOrd="0" presId="urn:microsoft.com/office/officeart/2018/5/layout/CenteredIconLabelDescriptionList"/>
    <dgm:cxn modelId="{42949E06-6051-464B-9A4B-03B3DB88D273}" type="presParOf" srcId="{E80625F7-2EEE-45DC-B13E-9915E114C18B}" destId="{5C91DAEA-6DD2-4D66-AB8E-5748ADC42AE2}" srcOrd="1" destOrd="0" presId="urn:microsoft.com/office/officeart/2018/5/layout/CenteredIconLabelDescriptionList"/>
    <dgm:cxn modelId="{B38CCB77-8273-4FB2-8ED5-EF5495C54622}" type="presParOf" srcId="{E80625F7-2EEE-45DC-B13E-9915E114C18B}" destId="{F9A1183E-9522-4189-8082-07C0894BD276}" srcOrd="2" destOrd="0" presId="urn:microsoft.com/office/officeart/2018/5/layout/CenteredIconLabelDescriptionList"/>
    <dgm:cxn modelId="{82487024-D3DA-4F7F-A107-E30098C38ED8}" type="presParOf" srcId="{E80625F7-2EEE-45DC-B13E-9915E114C18B}" destId="{70DAD3B8-EB6E-441C-9DB8-4D2A02D398B1}" srcOrd="3" destOrd="0" presId="urn:microsoft.com/office/officeart/2018/5/layout/CenteredIconLabelDescriptionList"/>
    <dgm:cxn modelId="{063308AA-CC72-443D-AE6D-7A6DA6985D98}" type="presParOf" srcId="{E80625F7-2EEE-45DC-B13E-9915E114C18B}" destId="{DA88703C-80FC-494D-9C44-7DC834EEB91D}" srcOrd="4" destOrd="0" presId="urn:microsoft.com/office/officeart/2018/5/layout/CenteredIconLabelDescriptionList"/>
    <dgm:cxn modelId="{DB87FB1D-4CD0-4CF4-9632-A2AFDA0C993D}" type="presParOf" srcId="{48FEB95F-C3ED-4466-8F62-2DE7F1330203}" destId="{CA21ED3F-1A80-4E5B-8D7E-5FFC1C550CF5}" srcOrd="1" destOrd="0" presId="urn:microsoft.com/office/officeart/2018/5/layout/CenteredIconLabelDescriptionList"/>
    <dgm:cxn modelId="{D6273745-2B36-417B-9BB4-4B35FEB80602}" type="presParOf" srcId="{48FEB95F-C3ED-4466-8F62-2DE7F1330203}" destId="{44BDBF36-E617-4EC8-A2B9-071588681D55}" srcOrd="2" destOrd="0" presId="urn:microsoft.com/office/officeart/2018/5/layout/CenteredIconLabelDescriptionList"/>
    <dgm:cxn modelId="{7640A6D6-12C1-435B-8DAD-87D39269CB36}" type="presParOf" srcId="{44BDBF36-E617-4EC8-A2B9-071588681D55}" destId="{8525C032-333B-4CCC-9F3D-CBF1AF38413C}" srcOrd="0" destOrd="0" presId="urn:microsoft.com/office/officeart/2018/5/layout/CenteredIconLabelDescriptionList"/>
    <dgm:cxn modelId="{A50DAE9F-9522-470D-8168-07B6DFCA0163}" type="presParOf" srcId="{44BDBF36-E617-4EC8-A2B9-071588681D55}" destId="{8ED07689-3CEB-47F3-AA9C-18C4BE7A071F}" srcOrd="1" destOrd="0" presId="urn:microsoft.com/office/officeart/2018/5/layout/CenteredIconLabelDescriptionList"/>
    <dgm:cxn modelId="{82D444E7-2A61-49A4-A724-5FD183913FBD}" type="presParOf" srcId="{44BDBF36-E617-4EC8-A2B9-071588681D55}" destId="{9059159D-DF8F-454F-ADB4-E7C180586F98}" srcOrd="2" destOrd="0" presId="urn:microsoft.com/office/officeart/2018/5/layout/CenteredIconLabelDescriptionList"/>
    <dgm:cxn modelId="{223CE79B-4E0E-4050-95FD-9C3CC163CF61}" type="presParOf" srcId="{44BDBF36-E617-4EC8-A2B9-071588681D55}" destId="{A27AAE8C-16E7-4C10-9BCB-6CDA05A8048E}" srcOrd="3" destOrd="0" presId="urn:microsoft.com/office/officeart/2018/5/layout/CenteredIconLabelDescriptionList"/>
    <dgm:cxn modelId="{8AB0D483-6E33-4AE7-B419-425F6A21CF6A}" type="presParOf" srcId="{44BDBF36-E617-4EC8-A2B9-071588681D55}" destId="{92E7AEF7-6BC0-4DF3-A409-74EFA9D76B87}"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997070B-889E-4D44-A802-F987AC8DE95F}">
      <dgm:prSet/>
      <dgm:spPr/>
      <dgm:t>
        <a:bodyPr/>
        <a:lstStyle/>
        <a:p>
          <a:pPr>
            <a:lnSpc>
              <a:spcPct val="100000"/>
            </a:lnSpc>
            <a:defRPr b="1"/>
          </a:pPr>
          <a:r>
            <a:rPr lang="tr-TR"/>
            <a:t>Ownership</a:t>
          </a:r>
          <a:endParaRPr lang="en-US"/>
        </a:p>
      </dgm:t>
    </dgm:pt>
    <dgm:pt modelId="{C51D8EBC-EA2F-437A-8C72-98E2913A0053}" type="parTrans" cxnId="{0E5C1805-FAB9-4125-91C6-DE16F0A3FE1A}">
      <dgm:prSet/>
      <dgm:spPr/>
      <dgm:t>
        <a:bodyPr/>
        <a:lstStyle/>
        <a:p>
          <a:endParaRPr lang="en-US"/>
        </a:p>
      </dgm:t>
    </dgm:pt>
    <dgm:pt modelId="{5810FF51-3F42-4D0A-8734-797C62DCC8DC}" type="sibTrans" cxnId="{0E5C1805-FAB9-4125-91C6-DE16F0A3FE1A}">
      <dgm:prSet/>
      <dgm:spPr/>
      <dgm:t>
        <a:bodyPr/>
        <a:lstStyle/>
        <a:p>
          <a:endParaRPr lang="en-US"/>
        </a:p>
      </dgm:t>
    </dgm:pt>
    <dgm:pt modelId="{50601F87-6B7C-447A-A004-E28D78378F83}">
      <dgm:prSet/>
      <dgm:spPr/>
      <dgm:t>
        <a:bodyPr/>
        <a:lstStyle/>
        <a:p>
          <a:pPr>
            <a:lnSpc>
              <a:spcPct val="100000"/>
            </a:lnSpc>
          </a:pPr>
          <a:r>
            <a:rPr lang="tr-TR" dirty="0"/>
            <a:t>Keys are the </a:t>
          </a:r>
          <a:r>
            <a:rPr lang="tr-TR" dirty="0" err="1"/>
            <a:t>only</a:t>
          </a:r>
          <a:r>
            <a:rPr lang="tr-TR" dirty="0"/>
            <a:t> </a:t>
          </a:r>
          <a:r>
            <a:rPr lang="tr-TR" dirty="0" err="1"/>
            <a:t>instruments</a:t>
          </a:r>
          <a:endParaRPr lang="en-US" dirty="0"/>
        </a:p>
      </dgm:t>
    </dgm:pt>
    <dgm:pt modelId="{3A0E8C61-1466-44CC-919E-724EC1C6AA34}" type="sibTrans" cxnId="{E597F72E-0F03-4F76-AD60-698DCCDC8859}">
      <dgm:prSet/>
      <dgm:spPr/>
      <dgm:t>
        <a:bodyPr/>
        <a:lstStyle/>
        <a:p>
          <a:endParaRPr lang="en-US"/>
        </a:p>
      </dgm:t>
    </dgm:pt>
    <dgm:pt modelId="{299CF42D-9F40-4643-A336-9AA749BDFB0F}" type="parTrans" cxnId="{E597F72E-0F03-4F76-AD60-698DCCDC8859}">
      <dgm:prSet/>
      <dgm:spPr/>
      <dgm:t>
        <a:bodyPr/>
        <a:lstStyle/>
        <a:p>
          <a:endParaRPr lang="en-US"/>
        </a:p>
      </dgm:t>
    </dgm:pt>
    <dgm:pt modelId="{A4868532-1F97-4C8C-981B-0763B7114A12}">
      <dgm:prSet/>
      <dgm:spPr/>
      <dgm:t>
        <a:bodyPr/>
        <a:lstStyle/>
        <a:p>
          <a:pPr>
            <a:lnSpc>
              <a:spcPct val="100000"/>
            </a:lnSpc>
          </a:pPr>
          <a:r>
            <a:rPr lang="tr-TR"/>
            <a:t>to </a:t>
          </a:r>
          <a:r>
            <a:rPr lang="tr-TR" dirty="0"/>
            <a:t>prove the ownership</a:t>
          </a:r>
          <a:endParaRPr lang="en-US" dirty="0"/>
        </a:p>
      </dgm:t>
    </dgm:pt>
    <dgm:pt modelId="{00C669A1-F3DB-4560-B2B7-6509B8BEC7D1}" type="parTrans" cxnId="{45B2954C-C20C-4BFE-8145-98E0653D411C}">
      <dgm:prSet/>
      <dgm:spPr/>
    </dgm:pt>
    <dgm:pt modelId="{B8CEFCCE-E9B5-4770-A7BD-C7CA5467439D}" type="sibTrans" cxnId="{45B2954C-C20C-4BFE-8145-98E0653D411C}">
      <dgm:prSet/>
      <dgm:spPr/>
    </dgm:pt>
    <dgm:pt modelId="{5FA7796F-7F9B-4478-9F8A-DB435AFF9064}" type="pres">
      <dgm:prSet presAssocID="{E84E25AE-9535-4365-8D75-FB8F20323D80}" presName="root" presStyleCnt="0">
        <dgm:presLayoutVars>
          <dgm:dir/>
          <dgm:resizeHandles val="exact"/>
        </dgm:presLayoutVars>
      </dgm:prSet>
      <dgm:spPr/>
    </dgm:pt>
    <dgm:pt modelId="{759820C7-D1F8-4D19-BB2C-55E7A2BE4E4E}" type="pres">
      <dgm:prSet presAssocID="{1997070B-889E-4D44-A802-F987AC8DE95F}" presName="compNode" presStyleCnt="0"/>
      <dgm:spPr/>
    </dgm:pt>
    <dgm:pt modelId="{BD5B39F2-93B2-467F-ADAE-2F9B661A355C}" type="pres">
      <dgm:prSet presAssocID="{1997070B-889E-4D44-A802-F987AC8DE95F}"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31102D74-E898-4D9E-B191-7A801B37645E}" type="pres">
      <dgm:prSet presAssocID="{1997070B-889E-4D44-A802-F987AC8DE95F}" presName="iconSpace" presStyleCnt="0"/>
      <dgm:spPr/>
    </dgm:pt>
    <dgm:pt modelId="{DA4895AB-32D7-4BB8-9A9F-2D11F69B40C2}" type="pres">
      <dgm:prSet presAssocID="{1997070B-889E-4D44-A802-F987AC8DE95F}" presName="parTx" presStyleLbl="revTx" presStyleIdx="0" presStyleCnt="2">
        <dgm:presLayoutVars>
          <dgm:chMax val="0"/>
          <dgm:chPref val="0"/>
        </dgm:presLayoutVars>
      </dgm:prSet>
      <dgm:spPr/>
    </dgm:pt>
    <dgm:pt modelId="{52F67EBB-FB5D-4CFB-BEC2-4E8D8D953DED}" type="pres">
      <dgm:prSet presAssocID="{1997070B-889E-4D44-A802-F987AC8DE95F}" presName="txSpace" presStyleCnt="0"/>
      <dgm:spPr/>
    </dgm:pt>
    <dgm:pt modelId="{F8DFE648-1B9A-467C-B57A-A86C1507BF38}" type="pres">
      <dgm:prSet presAssocID="{1997070B-889E-4D44-A802-F987AC8DE95F}" presName="desTx" presStyleLbl="revTx" presStyleIdx="1" presStyleCnt="2">
        <dgm:presLayoutVars/>
      </dgm:prSet>
      <dgm:spPr/>
    </dgm:pt>
  </dgm:ptLst>
  <dgm:cxnLst>
    <dgm:cxn modelId="{0E5C1805-FAB9-4125-91C6-DE16F0A3FE1A}" srcId="{E84E25AE-9535-4365-8D75-FB8F20323D80}" destId="{1997070B-889E-4D44-A802-F987AC8DE95F}" srcOrd="0" destOrd="0" parTransId="{C51D8EBC-EA2F-437A-8C72-98E2913A0053}" sibTransId="{5810FF51-3F42-4D0A-8734-797C62DCC8DC}"/>
    <dgm:cxn modelId="{7D36B90B-78E3-449C-AB02-9FDEC9F2954E}" type="presOf" srcId="{E84E25AE-9535-4365-8D75-FB8F20323D80}" destId="{5FA7796F-7F9B-4478-9F8A-DB435AFF9064}" srcOrd="0" destOrd="0" presId="urn:microsoft.com/office/officeart/2018/5/layout/CenteredIconLabelDescriptionList"/>
    <dgm:cxn modelId="{44BDB80E-60EF-45D5-94F3-A0A07D4C38DF}" type="presOf" srcId="{1997070B-889E-4D44-A802-F987AC8DE95F}" destId="{DA4895AB-32D7-4BB8-9A9F-2D11F69B40C2}" srcOrd="0" destOrd="0" presId="urn:microsoft.com/office/officeart/2018/5/layout/CenteredIconLabelDescriptionList"/>
    <dgm:cxn modelId="{E597F72E-0F03-4F76-AD60-698DCCDC8859}" srcId="{1997070B-889E-4D44-A802-F987AC8DE95F}" destId="{50601F87-6B7C-447A-A004-E28D78378F83}" srcOrd="0" destOrd="0" parTransId="{299CF42D-9F40-4643-A336-9AA749BDFB0F}" sibTransId="{3A0E8C61-1466-44CC-919E-724EC1C6AA34}"/>
    <dgm:cxn modelId="{3993DC31-79AF-41B6-8A6C-5B87ECBA8F88}" type="presOf" srcId="{A4868532-1F97-4C8C-981B-0763B7114A12}" destId="{F8DFE648-1B9A-467C-B57A-A86C1507BF38}" srcOrd="0" destOrd="1" presId="urn:microsoft.com/office/officeart/2018/5/layout/CenteredIconLabelDescriptionList"/>
    <dgm:cxn modelId="{45B2954C-C20C-4BFE-8145-98E0653D411C}" srcId="{1997070B-889E-4D44-A802-F987AC8DE95F}" destId="{A4868532-1F97-4C8C-981B-0763B7114A12}" srcOrd="1" destOrd="0" parTransId="{00C669A1-F3DB-4560-B2B7-6509B8BEC7D1}" sibTransId="{B8CEFCCE-E9B5-4770-A7BD-C7CA5467439D}"/>
    <dgm:cxn modelId="{A7C5FDC4-B9BD-41EA-AA5B-F004C64AAA32}" type="presOf" srcId="{50601F87-6B7C-447A-A004-E28D78378F83}" destId="{F8DFE648-1B9A-467C-B57A-A86C1507BF38}" srcOrd="0" destOrd="0" presId="urn:microsoft.com/office/officeart/2018/5/layout/CenteredIconLabelDescriptionList"/>
    <dgm:cxn modelId="{75166D12-2A2F-4BDA-885B-4D613DEDEC9A}" type="presParOf" srcId="{5FA7796F-7F9B-4478-9F8A-DB435AFF9064}" destId="{759820C7-D1F8-4D19-BB2C-55E7A2BE4E4E}" srcOrd="0" destOrd="0" presId="urn:microsoft.com/office/officeart/2018/5/layout/CenteredIconLabelDescriptionList"/>
    <dgm:cxn modelId="{24907736-0E82-488D-B8AC-89C923122ADF}" type="presParOf" srcId="{759820C7-D1F8-4D19-BB2C-55E7A2BE4E4E}" destId="{BD5B39F2-93B2-467F-ADAE-2F9B661A355C}" srcOrd="0" destOrd="0" presId="urn:microsoft.com/office/officeart/2018/5/layout/CenteredIconLabelDescriptionList"/>
    <dgm:cxn modelId="{1EF0BB96-94A6-48BD-8877-007F935FE318}" type="presParOf" srcId="{759820C7-D1F8-4D19-BB2C-55E7A2BE4E4E}" destId="{31102D74-E898-4D9E-B191-7A801B37645E}" srcOrd="1" destOrd="0" presId="urn:microsoft.com/office/officeart/2018/5/layout/CenteredIconLabelDescriptionList"/>
    <dgm:cxn modelId="{CE22307E-3BA1-4E67-9377-920A7294F01E}" type="presParOf" srcId="{759820C7-D1F8-4D19-BB2C-55E7A2BE4E4E}" destId="{DA4895AB-32D7-4BB8-9A9F-2D11F69B40C2}" srcOrd="2" destOrd="0" presId="urn:microsoft.com/office/officeart/2018/5/layout/CenteredIconLabelDescriptionList"/>
    <dgm:cxn modelId="{43F972B9-141C-4FD2-BAC8-9385091C70D3}" type="presParOf" srcId="{759820C7-D1F8-4D19-BB2C-55E7A2BE4E4E}" destId="{52F67EBB-FB5D-4CFB-BEC2-4E8D8D953DED}" srcOrd="3" destOrd="0" presId="urn:microsoft.com/office/officeart/2018/5/layout/CenteredIconLabelDescriptionList"/>
    <dgm:cxn modelId="{C8AFAC70-8B21-45EC-B0BE-F91E7177D5A3}" type="presParOf" srcId="{759820C7-D1F8-4D19-BB2C-55E7A2BE4E4E}" destId="{F8DFE648-1B9A-467C-B57A-A86C1507BF38}"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D2379E1-C7E6-4EF3-9F13-B90F055FB3B1}">
      <dgm:prSet/>
      <dgm:spPr/>
      <dgm:t>
        <a:bodyPr/>
        <a:lstStyle/>
        <a:p>
          <a:pPr>
            <a:lnSpc>
              <a:spcPct val="100000"/>
            </a:lnSpc>
            <a:defRPr b="1"/>
          </a:pPr>
          <a:r>
            <a:rPr lang="tr-TR"/>
            <a:t>Keys</a:t>
          </a:r>
          <a:endParaRPr lang="en-US"/>
        </a:p>
      </dgm:t>
    </dgm:pt>
    <dgm:pt modelId="{7097EFD0-2EF0-4A28-A307-58D81658BB02}" type="parTrans" cxnId="{AA74A295-4642-4990-8A10-A77B2126F5AF}">
      <dgm:prSet/>
      <dgm:spPr/>
      <dgm:t>
        <a:bodyPr/>
        <a:lstStyle/>
        <a:p>
          <a:endParaRPr lang="tr-TR"/>
        </a:p>
      </dgm:t>
    </dgm:pt>
    <dgm:pt modelId="{8FFDE2EE-68B1-4DD7-A551-14C169BF9277}" type="sibTrans" cxnId="{AA74A295-4642-4990-8A10-A77B2126F5AF}">
      <dgm:prSet/>
      <dgm:spPr/>
      <dgm:t>
        <a:bodyPr/>
        <a:lstStyle/>
        <a:p>
          <a:endParaRPr lang="tr-TR"/>
        </a:p>
      </dgm:t>
    </dgm:pt>
    <dgm:pt modelId="{C9E0CF82-EA3D-40C6-95E8-29A4FFBA124C}">
      <dgm:prSet/>
      <dgm:spPr/>
      <dgm:t>
        <a:bodyPr/>
        <a:lstStyle/>
        <a:p>
          <a:pPr>
            <a:lnSpc>
              <a:spcPct val="100000"/>
            </a:lnSpc>
          </a:pPr>
          <a:r>
            <a:rPr lang="tr-TR" err="1"/>
            <a:t>Signing</a:t>
          </a:r>
          <a:r>
            <a:rPr lang="tr-TR"/>
            <a:t> </a:t>
          </a:r>
          <a:r>
            <a:rPr lang="tr-TR" err="1"/>
            <a:t>transactions</a:t>
          </a:r>
          <a:endParaRPr lang="en-US"/>
        </a:p>
      </dgm:t>
    </dgm:pt>
    <dgm:pt modelId="{7142C9A8-6014-4206-A8CC-5FE5A4A293A4}" type="parTrans" cxnId="{77A98515-F058-4EA8-AF8F-1E8976442790}">
      <dgm:prSet/>
      <dgm:spPr/>
      <dgm:t>
        <a:bodyPr/>
        <a:lstStyle/>
        <a:p>
          <a:endParaRPr lang="tr-TR"/>
        </a:p>
      </dgm:t>
    </dgm:pt>
    <dgm:pt modelId="{C189F66A-B496-42A6-9EB9-2903CD75E8D5}" type="sibTrans" cxnId="{77A98515-F058-4EA8-AF8F-1E8976442790}">
      <dgm:prSet/>
      <dgm:spPr/>
      <dgm:t>
        <a:bodyPr/>
        <a:lstStyle/>
        <a:p>
          <a:endParaRPr lang="tr-TR"/>
        </a:p>
      </dgm:t>
    </dgm:pt>
    <dgm:pt modelId="{6AE5A7BD-13E0-4224-A0E2-84A161F92AEC}">
      <dgm:prSet/>
      <dgm:spPr/>
      <dgm:t>
        <a:bodyPr/>
        <a:lstStyle/>
        <a:p>
          <a:pPr>
            <a:lnSpc>
              <a:spcPct val="100000"/>
            </a:lnSpc>
          </a:pPr>
          <a:r>
            <a:rPr lang="en-US"/>
            <a:t>Transferring</a:t>
          </a:r>
          <a:r>
            <a:rPr lang="tr-TR"/>
            <a:t> </a:t>
          </a:r>
          <a:r>
            <a:rPr lang="tr-TR" err="1"/>
            <a:t>the</a:t>
          </a:r>
          <a:r>
            <a:rPr lang="tr-TR"/>
            <a:t> </a:t>
          </a:r>
          <a:r>
            <a:rPr lang="tr-TR" err="1"/>
            <a:t>ownership</a:t>
          </a:r>
          <a:endParaRPr lang="en-US"/>
        </a:p>
      </dgm:t>
    </dgm:pt>
    <dgm:pt modelId="{96A58906-87E5-448D-9EDD-76567A8AE72E}" type="parTrans" cxnId="{42240296-489C-417B-B217-DDFEBC6C28BD}">
      <dgm:prSet/>
      <dgm:spPr/>
      <dgm:t>
        <a:bodyPr/>
        <a:lstStyle/>
        <a:p>
          <a:endParaRPr lang="tr-TR"/>
        </a:p>
      </dgm:t>
    </dgm:pt>
    <dgm:pt modelId="{317FC682-22B0-40E2-A59B-09877ABCA49D}" type="sibTrans" cxnId="{42240296-489C-417B-B217-DDFEBC6C28BD}">
      <dgm:prSet/>
      <dgm:spPr/>
      <dgm:t>
        <a:bodyPr/>
        <a:lstStyle/>
        <a:p>
          <a:endParaRPr lang="tr-TR"/>
        </a:p>
      </dgm:t>
    </dgm:pt>
    <dgm:pt modelId="{2B40A43D-FBC9-46A2-BBB2-E84D65B0503E}">
      <dgm:prSet/>
      <dgm:spPr/>
      <dgm:t>
        <a:bodyPr/>
        <a:lstStyle/>
        <a:p>
          <a:pPr>
            <a:lnSpc>
              <a:spcPct val="100000"/>
            </a:lnSpc>
          </a:pPr>
          <a:r>
            <a:rPr lang="tr-TR" err="1"/>
            <a:t>users</a:t>
          </a:r>
          <a:r>
            <a:rPr lang="en-US"/>
            <a:t> can sign transactions</a:t>
          </a:r>
        </a:p>
      </dgm:t>
    </dgm:pt>
    <dgm:pt modelId="{E945CC3D-5E06-45D8-9B6B-B967A75C066C}" type="parTrans" cxnId="{1A315CA7-84A5-49E5-B2B9-3FC0C7D37671}">
      <dgm:prSet/>
      <dgm:spPr/>
      <dgm:t>
        <a:bodyPr/>
        <a:lstStyle/>
        <a:p>
          <a:endParaRPr lang="tr-TR"/>
        </a:p>
      </dgm:t>
    </dgm:pt>
    <dgm:pt modelId="{F2A145C2-4617-46BD-A4E1-276D0E3EB505}" type="sibTrans" cxnId="{1A315CA7-84A5-49E5-B2B9-3FC0C7D37671}">
      <dgm:prSet/>
      <dgm:spPr/>
      <dgm:t>
        <a:bodyPr/>
        <a:lstStyle/>
        <a:p>
          <a:endParaRPr lang="tr-TR"/>
        </a:p>
      </dgm:t>
    </dgm:pt>
    <dgm:pt modelId="{CE135B00-D6AA-4E85-98BC-6430DBEF7950}">
      <dgm:prSet/>
      <dgm:spPr/>
      <dgm:t>
        <a:bodyPr/>
        <a:lstStyle/>
        <a:p>
          <a:pPr>
            <a:lnSpc>
              <a:spcPct val="100000"/>
            </a:lnSpc>
            <a:defRPr b="1"/>
          </a:pPr>
          <a:r>
            <a:rPr lang="tr-TR" err="1"/>
            <a:t>Spending</a:t>
          </a:r>
          <a:endParaRPr lang="en-US"/>
        </a:p>
      </dgm:t>
    </dgm:pt>
    <dgm:pt modelId="{AE771AC0-4721-458C-BBD5-F40C73B337CF}" type="parTrans" cxnId="{02B6EA18-9C5C-4630-84F3-AB25B9B7B545}">
      <dgm:prSet/>
      <dgm:spPr/>
      <dgm:t>
        <a:bodyPr/>
        <a:lstStyle/>
        <a:p>
          <a:endParaRPr lang="tr-TR"/>
        </a:p>
      </dgm:t>
    </dgm:pt>
    <dgm:pt modelId="{950618E3-5EE7-4A47-91B2-DD7E9EC9E2DF}" type="sibTrans" cxnId="{02B6EA18-9C5C-4630-84F3-AB25B9B7B545}">
      <dgm:prSet/>
      <dgm:spPr/>
      <dgm:t>
        <a:bodyPr/>
        <a:lstStyle/>
        <a:p>
          <a:endParaRPr lang="tr-TR"/>
        </a:p>
      </dgm:t>
    </dgm:pt>
    <dgm:pt modelId="{EC6192FC-D36C-47FC-84C8-B81A1E354C55}">
      <dgm:prSet/>
      <dgm:spPr/>
      <dgm:t>
        <a:bodyPr/>
        <a:lstStyle/>
        <a:p>
          <a:pPr>
            <a:lnSpc>
              <a:spcPct val="100000"/>
            </a:lnSpc>
            <a:defRPr b="1"/>
          </a:pPr>
          <a:r>
            <a:rPr lang="tr-TR" err="1"/>
            <a:t>Signing</a:t>
          </a:r>
          <a:endParaRPr lang="en-US"/>
        </a:p>
      </dgm:t>
    </dgm:pt>
    <dgm:pt modelId="{C1561DFF-0CE7-495A-8A4E-2AADC1A56DC8}" type="parTrans" cxnId="{A72E6103-3A4F-494F-9E7A-3F5C9182A719}">
      <dgm:prSet/>
      <dgm:spPr/>
      <dgm:t>
        <a:bodyPr/>
        <a:lstStyle/>
        <a:p>
          <a:endParaRPr lang="tr-TR"/>
        </a:p>
      </dgm:t>
    </dgm:pt>
    <dgm:pt modelId="{FAD33C8A-3C4E-493E-80B1-78C14EC0D1EC}" type="sibTrans" cxnId="{A72E6103-3A4F-494F-9E7A-3F5C9182A719}">
      <dgm:prSet/>
      <dgm:spPr/>
      <dgm:t>
        <a:bodyPr/>
        <a:lstStyle/>
        <a:p>
          <a:endParaRPr lang="tr-TR"/>
        </a:p>
      </dgm:t>
    </dgm:pt>
    <dgm:pt modelId="{AED4A123-0DB4-468F-9B2C-F6D163EC6A0E}">
      <dgm:prSet/>
      <dgm:spPr/>
      <dgm:t>
        <a:bodyPr/>
        <a:lstStyle/>
        <a:p>
          <a:pPr>
            <a:lnSpc>
              <a:spcPct val="100000"/>
            </a:lnSpc>
          </a:pPr>
          <a:r>
            <a:rPr lang="en-US"/>
            <a:t>to</a:t>
          </a:r>
          <a:r>
            <a:rPr lang="tr-TR"/>
            <a:t> </a:t>
          </a:r>
          <a:r>
            <a:rPr lang="en-US"/>
            <a:t>unlock the value</a:t>
          </a:r>
        </a:p>
      </dgm:t>
    </dgm:pt>
    <dgm:pt modelId="{6CD15AFE-0597-4D07-B1E6-833FE1E985A6}" type="parTrans" cxnId="{0CC0EDB8-2547-40A8-A249-31C212158BEE}">
      <dgm:prSet/>
      <dgm:spPr/>
      <dgm:t>
        <a:bodyPr/>
        <a:lstStyle/>
        <a:p>
          <a:endParaRPr lang="tr-TR"/>
        </a:p>
      </dgm:t>
    </dgm:pt>
    <dgm:pt modelId="{C19B008F-66B1-4722-B41A-39FCE938238E}" type="sibTrans" cxnId="{0CC0EDB8-2547-40A8-A249-31C212158BEE}">
      <dgm:prSet/>
      <dgm:spPr/>
      <dgm:t>
        <a:bodyPr/>
        <a:lstStyle/>
        <a:p>
          <a:endParaRPr lang="tr-TR"/>
        </a:p>
      </dgm:t>
    </dgm:pt>
    <dgm:pt modelId="{0C44F625-142D-4485-B134-F5ED418FB0D3}">
      <dgm:prSet/>
      <dgm:spPr/>
      <dgm:t>
        <a:bodyPr/>
        <a:lstStyle/>
        <a:p>
          <a:pPr>
            <a:lnSpc>
              <a:spcPct val="100000"/>
            </a:lnSpc>
          </a:pPr>
          <a:r>
            <a:rPr lang="en-US"/>
            <a:t>to a new owner. </a:t>
          </a:r>
        </a:p>
      </dgm:t>
    </dgm:pt>
    <dgm:pt modelId="{C9C80E0F-F6ED-43FF-851B-974C2FB98863}" type="parTrans" cxnId="{0A5ED7A5-EDD7-4213-8731-7D263B5C463C}">
      <dgm:prSet/>
      <dgm:spPr/>
      <dgm:t>
        <a:bodyPr/>
        <a:lstStyle/>
        <a:p>
          <a:endParaRPr lang="tr-TR"/>
        </a:p>
      </dgm:t>
    </dgm:pt>
    <dgm:pt modelId="{4A063719-062C-4EF4-9EF0-353794FE543D}" type="sibTrans" cxnId="{0A5ED7A5-EDD7-4213-8731-7D263B5C463C}">
      <dgm:prSet/>
      <dgm:spPr/>
      <dgm:t>
        <a:bodyPr/>
        <a:lstStyle/>
        <a:p>
          <a:endParaRPr lang="tr-TR"/>
        </a:p>
      </dgm:t>
    </dgm:pt>
    <dgm:pt modelId="{5FA7796F-7F9B-4478-9F8A-DB435AFF9064}" type="pres">
      <dgm:prSet presAssocID="{E84E25AE-9535-4365-8D75-FB8F20323D80}" presName="root" presStyleCnt="0">
        <dgm:presLayoutVars>
          <dgm:dir/>
          <dgm:resizeHandles val="exact"/>
        </dgm:presLayoutVars>
      </dgm:prSet>
      <dgm:spPr/>
    </dgm:pt>
    <dgm:pt modelId="{32CDBFA6-AC6C-452B-BA74-DEA143577DD8}" type="pres">
      <dgm:prSet presAssocID="{7D2379E1-C7E6-4EF3-9F13-B90F055FB3B1}" presName="compNode" presStyleCnt="0"/>
      <dgm:spPr/>
    </dgm:pt>
    <dgm:pt modelId="{7C921152-9ECD-40E7-B30F-F5AF67F23EDE}" type="pres">
      <dgm:prSet presAssocID="{7D2379E1-C7E6-4EF3-9F13-B90F055FB3B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14DD9546-186C-47D3-8751-C2040F6385DF}" type="pres">
      <dgm:prSet presAssocID="{7D2379E1-C7E6-4EF3-9F13-B90F055FB3B1}" presName="iconSpace" presStyleCnt="0"/>
      <dgm:spPr/>
    </dgm:pt>
    <dgm:pt modelId="{1A30C672-109C-42A5-8211-313E39761D41}" type="pres">
      <dgm:prSet presAssocID="{7D2379E1-C7E6-4EF3-9F13-B90F055FB3B1}" presName="parTx" presStyleLbl="revTx" presStyleIdx="0" presStyleCnt="6">
        <dgm:presLayoutVars>
          <dgm:chMax val="0"/>
          <dgm:chPref val="0"/>
        </dgm:presLayoutVars>
      </dgm:prSet>
      <dgm:spPr/>
    </dgm:pt>
    <dgm:pt modelId="{0CD9DCEB-BCE1-49DB-ABE5-6B4746269920}" type="pres">
      <dgm:prSet presAssocID="{7D2379E1-C7E6-4EF3-9F13-B90F055FB3B1}" presName="txSpace" presStyleCnt="0"/>
      <dgm:spPr/>
    </dgm:pt>
    <dgm:pt modelId="{91696DA7-AB36-4C74-A0B4-4243B1ECEFEF}" type="pres">
      <dgm:prSet presAssocID="{7D2379E1-C7E6-4EF3-9F13-B90F055FB3B1}" presName="desTx" presStyleLbl="revTx" presStyleIdx="1" presStyleCnt="6">
        <dgm:presLayoutVars/>
      </dgm:prSet>
      <dgm:spPr/>
    </dgm:pt>
    <dgm:pt modelId="{09A0C5A1-66E0-454F-B646-98431A4C4C78}" type="pres">
      <dgm:prSet presAssocID="{8FFDE2EE-68B1-4DD7-A551-14C169BF9277}" presName="sibTrans" presStyleCnt="0"/>
      <dgm:spPr/>
    </dgm:pt>
    <dgm:pt modelId="{4F5F2E4B-998C-443C-A3C5-1580BD64887F}" type="pres">
      <dgm:prSet presAssocID="{EC6192FC-D36C-47FC-84C8-B81A1E354C55}" presName="compNode" presStyleCnt="0"/>
      <dgm:spPr/>
    </dgm:pt>
    <dgm:pt modelId="{3104ED01-568B-4980-B696-322AE7C3F665}" type="pres">
      <dgm:prSet presAssocID="{EC6192FC-D36C-47FC-84C8-B81A1E354C5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nlock"/>
        </a:ext>
      </dgm:extLst>
    </dgm:pt>
    <dgm:pt modelId="{1ADE7E0C-A2B2-4FD7-935F-07F5FCEA75ED}" type="pres">
      <dgm:prSet presAssocID="{EC6192FC-D36C-47FC-84C8-B81A1E354C55}" presName="iconSpace" presStyleCnt="0"/>
      <dgm:spPr/>
    </dgm:pt>
    <dgm:pt modelId="{CC124CE1-F680-40C4-BD3F-38304E688B0F}" type="pres">
      <dgm:prSet presAssocID="{EC6192FC-D36C-47FC-84C8-B81A1E354C55}" presName="parTx" presStyleLbl="revTx" presStyleIdx="2" presStyleCnt="6">
        <dgm:presLayoutVars>
          <dgm:chMax val="0"/>
          <dgm:chPref val="0"/>
        </dgm:presLayoutVars>
      </dgm:prSet>
      <dgm:spPr/>
    </dgm:pt>
    <dgm:pt modelId="{67645FA1-0E00-4A6A-9B7E-7B07A5E67B26}" type="pres">
      <dgm:prSet presAssocID="{EC6192FC-D36C-47FC-84C8-B81A1E354C55}" presName="txSpace" presStyleCnt="0"/>
      <dgm:spPr/>
    </dgm:pt>
    <dgm:pt modelId="{75711616-A00B-4B17-80FE-6927DC5E7F9A}" type="pres">
      <dgm:prSet presAssocID="{EC6192FC-D36C-47FC-84C8-B81A1E354C55}" presName="desTx" presStyleLbl="revTx" presStyleIdx="3" presStyleCnt="6">
        <dgm:presLayoutVars/>
      </dgm:prSet>
      <dgm:spPr/>
    </dgm:pt>
    <dgm:pt modelId="{59E92611-38DB-4016-A8C6-C78609AC6EE1}" type="pres">
      <dgm:prSet presAssocID="{FAD33C8A-3C4E-493E-80B1-78C14EC0D1EC}" presName="sibTrans" presStyleCnt="0"/>
      <dgm:spPr/>
    </dgm:pt>
    <dgm:pt modelId="{19A585E1-0F45-4CDD-B297-F64D650C45A9}" type="pres">
      <dgm:prSet presAssocID="{CE135B00-D6AA-4E85-98BC-6430DBEF7950}" presName="compNode" presStyleCnt="0"/>
      <dgm:spPr/>
    </dgm:pt>
    <dgm:pt modelId="{BB723F20-CB89-4D60-9E0E-FEDD22085EC1}" type="pres">
      <dgm:prSet presAssocID="{CE135B00-D6AA-4E85-98BC-6430DBEF79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itcoin"/>
        </a:ext>
      </dgm:extLst>
    </dgm:pt>
    <dgm:pt modelId="{405CDFA1-6BB9-44C4-82F9-79FFF1C7DD20}" type="pres">
      <dgm:prSet presAssocID="{CE135B00-D6AA-4E85-98BC-6430DBEF7950}" presName="iconSpace" presStyleCnt="0"/>
      <dgm:spPr/>
    </dgm:pt>
    <dgm:pt modelId="{2BCE15CC-0933-4F60-B30E-8F1A0DC2A6CF}" type="pres">
      <dgm:prSet presAssocID="{CE135B00-D6AA-4E85-98BC-6430DBEF7950}" presName="parTx" presStyleLbl="revTx" presStyleIdx="4" presStyleCnt="6">
        <dgm:presLayoutVars>
          <dgm:chMax val="0"/>
          <dgm:chPref val="0"/>
        </dgm:presLayoutVars>
      </dgm:prSet>
      <dgm:spPr/>
    </dgm:pt>
    <dgm:pt modelId="{8FDA336B-B2AA-4599-A2E2-4B7AFD9993FC}" type="pres">
      <dgm:prSet presAssocID="{CE135B00-D6AA-4E85-98BC-6430DBEF7950}" presName="txSpace" presStyleCnt="0"/>
      <dgm:spPr/>
    </dgm:pt>
    <dgm:pt modelId="{281116B5-E9E3-4B75-9332-22BBA6C3069F}" type="pres">
      <dgm:prSet presAssocID="{CE135B00-D6AA-4E85-98BC-6430DBEF7950}" presName="desTx" presStyleLbl="revTx" presStyleIdx="5" presStyleCnt="6">
        <dgm:presLayoutVars/>
      </dgm:prSet>
      <dgm:spPr/>
    </dgm:pt>
  </dgm:ptLst>
  <dgm:cxnLst>
    <dgm:cxn modelId="{E8B2C200-2844-43E2-AAB5-B2FCE8FA9CD3}" type="presOf" srcId="{CE135B00-D6AA-4E85-98BC-6430DBEF7950}" destId="{2BCE15CC-0933-4F60-B30E-8F1A0DC2A6CF}" srcOrd="0" destOrd="0" presId="urn:microsoft.com/office/officeart/2018/5/layout/CenteredIconLabelDescriptionList"/>
    <dgm:cxn modelId="{A72E6103-3A4F-494F-9E7A-3F5C9182A719}" srcId="{E84E25AE-9535-4365-8D75-FB8F20323D80}" destId="{EC6192FC-D36C-47FC-84C8-B81A1E354C55}" srcOrd="1" destOrd="0" parTransId="{C1561DFF-0CE7-495A-8A4E-2AADC1A56DC8}" sibTransId="{FAD33C8A-3C4E-493E-80B1-78C14EC0D1EC}"/>
    <dgm:cxn modelId="{7D36B90B-78E3-449C-AB02-9FDEC9F2954E}" type="presOf" srcId="{E84E25AE-9535-4365-8D75-FB8F20323D80}" destId="{5FA7796F-7F9B-4478-9F8A-DB435AFF9064}" srcOrd="0" destOrd="0" presId="urn:microsoft.com/office/officeart/2018/5/layout/CenteredIconLabelDescriptionList"/>
    <dgm:cxn modelId="{77A98515-F058-4EA8-AF8F-1E8976442790}" srcId="{7D2379E1-C7E6-4EF3-9F13-B90F055FB3B1}" destId="{C9E0CF82-EA3D-40C6-95E8-29A4FFBA124C}" srcOrd="0" destOrd="0" parTransId="{7142C9A8-6014-4206-A8CC-5FE5A4A293A4}" sibTransId="{C189F66A-B496-42A6-9EB9-2903CD75E8D5}"/>
    <dgm:cxn modelId="{02B6EA18-9C5C-4630-84F3-AB25B9B7B545}" srcId="{E84E25AE-9535-4365-8D75-FB8F20323D80}" destId="{CE135B00-D6AA-4E85-98BC-6430DBEF7950}" srcOrd="2" destOrd="0" parTransId="{AE771AC0-4721-458C-BBD5-F40C73B337CF}" sibTransId="{950618E3-5EE7-4A47-91B2-DD7E9EC9E2DF}"/>
    <dgm:cxn modelId="{7B98D22A-FF34-474E-BB50-E05A9ECBFFE1}" type="presOf" srcId="{6AE5A7BD-13E0-4224-A0E2-84A161F92AEC}" destId="{281116B5-E9E3-4B75-9332-22BBA6C3069F}" srcOrd="0" destOrd="0" presId="urn:microsoft.com/office/officeart/2018/5/layout/CenteredIconLabelDescriptionList"/>
    <dgm:cxn modelId="{C3F3612F-5118-4B8B-AB9C-A15D01FDEFEA}" type="presOf" srcId="{2B40A43D-FBC9-46A2-BBB2-E84D65B0503E}" destId="{75711616-A00B-4B17-80FE-6927DC5E7F9A}" srcOrd="0" destOrd="0" presId="urn:microsoft.com/office/officeart/2018/5/layout/CenteredIconLabelDescriptionList"/>
    <dgm:cxn modelId="{51509734-4256-4274-9029-E94F306B8F98}" type="presOf" srcId="{C9E0CF82-EA3D-40C6-95E8-29A4FFBA124C}" destId="{91696DA7-AB36-4C74-A0B4-4243B1ECEFEF}" srcOrd="0" destOrd="0" presId="urn:microsoft.com/office/officeart/2018/5/layout/CenteredIconLabelDescriptionList"/>
    <dgm:cxn modelId="{EA1A3F3B-F049-4041-85FD-E749FCCD7335}" type="presOf" srcId="{7D2379E1-C7E6-4EF3-9F13-B90F055FB3B1}" destId="{1A30C672-109C-42A5-8211-313E39761D41}" srcOrd="0" destOrd="0" presId="urn:microsoft.com/office/officeart/2018/5/layout/CenteredIconLabelDescriptionList"/>
    <dgm:cxn modelId="{8D61736A-D140-424F-BDF9-28EBD51B8036}" type="presOf" srcId="{EC6192FC-D36C-47FC-84C8-B81A1E354C55}" destId="{CC124CE1-F680-40C4-BD3F-38304E688B0F}" srcOrd="0" destOrd="0" presId="urn:microsoft.com/office/officeart/2018/5/layout/CenteredIconLabelDescriptionList"/>
    <dgm:cxn modelId="{AA74A295-4642-4990-8A10-A77B2126F5AF}" srcId="{E84E25AE-9535-4365-8D75-FB8F20323D80}" destId="{7D2379E1-C7E6-4EF3-9F13-B90F055FB3B1}" srcOrd="0" destOrd="0" parTransId="{7097EFD0-2EF0-4A28-A307-58D81658BB02}" sibTransId="{8FFDE2EE-68B1-4DD7-A551-14C169BF9277}"/>
    <dgm:cxn modelId="{42240296-489C-417B-B217-DDFEBC6C28BD}" srcId="{CE135B00-D6AA-4E85-98BC-6430DBEF7950}" destId="{6AE5A7BD-13E0-4224-A0E2-84A161F92AEC}" srcOrd="0" destOrd="0" parTransId="{96A58906-87E5-448D-9EDD-76567A8AE72E}" sibTransId="{317FC682-22B0-40E2-A59B-09877ABCA49D}"/>
    <dgm:cxn modelId="{0A5ED7A5-EDD7-4213-8731-7D263B5C463C}" srcId="{CE135B00-D6AA-4E85-98BC-6430DBEF7950}" destId="{0C44F625-142D-4485-B134-F5ED418FB0D3}" srcOrd="1" destOrd="0" parTransId="{C9C80E0F-F6ED-43FF-851B-974C2FB98863}" sibTransId="{4A063719-062C-4EF4-9EF0-353794FE543D}"/>
    <dgm:cxn modelId="{1A315CA7-84A5-49E5-B2B9-3FC0C7D37671}" srcId="{EC6192FC-D36C-47FC-84C8-B81A1E354C55}" destId="{2B40A43D-FBC9-46A2-BBB2-E84D65B0503E}" srcOrd="0" destOrd="0" parTransId="{E945CC3D-5E06-45D8-9B6B-B967A75C066C}" sibTransId="{F2A145C2-4617-46BD-A4E1-276D0E3EB505}"/>
    <dgm:cxn modelId="{861578AB-BA17-4F65-9F21-E852FF324D61}" type="presOf" srcId="{0C44F625-142D-4485-B134-F5ED418FB0D3}" destId="{281116B5-E9E3-4B75-9332-22BBA6C3069F}" srcOrd="0" destOrd="1" presId="urn:microsoft.com/office/officeart/2018/5/layout/CenteredIconLabelDescriptionList"/>
    <dgm:cxn modelId="{0CC0EDB8-2547-40A8-A249-31C212158BEE}" srcId="{EC6192FC-D36C-47FC-84C8-B81A1E354C55}" destId="{AED4A123-0DB4-468F-9B2C-F6D163EC6A0E}" srcOrd="1" destOrd="0" parTransId="{6CD15AFE-0597-4D07-B1E6-833FE1E985A6}" sibTransId="{C19B008F-66B1-4722-B41A-39FCE938238E}"/>
    <dgm:cxn modelId="{92C7ABE7-0337-4DB4-9E56-66D058FFB7F4}" type="presOf" srcId="{AED4A123-0DB4-468F-9B2C-F6D163EC6A0E}" destId="{75711616-A00B-4B17-80FE-6927DC5E7F9A}" srcOrd="0" destOrd="1" presId="urn:microsoft.com/office/officeart/2018/5/layout/CenteredIconLabelDescriptionList"/>
    <dgm:cxn modelId="{34E01C1C-3A20-4D32-90EC-390C6E9F26C3}" type="presParOf" srcId="{5FA7796F-7F9B-4478-9F8A-DB435AFF9064}" destId="{32CDBFA6-AC6C-452B-BA74-DEA143577DD8}" srcOrd="0" destOrd="0" presId="urn:microsoft.com/office/officeart/2018/5/layout/CenteredIconLabelDescriptionList"/>
    <dgm:cxn modelId="{326F4FBB-FC29-4C94-902A-A31784B3F47B}" type="presParOf" srcId="{32CDBFA6-AC6C-452B-BA74-DEA143577DD8}" destId="{7C921152-9ECD-40E7-B30F-F5AF67F23EDE}" srcOrd="0" destOrd="0" presId="urn:microsoft.com/office/officeart/2018/5/layout/CenteredIconLabelDescriptionList"/>
    <dgm:cxn modelId="{DB8A1DF6-4C19-494F-97C4-D974C4F19752}" type="presParOf" srcId="{32CDBFA6-AC6C-452B-BA74-DEA143577DD8}" destId="{14DD9546-186C-47D3-8751-C2040F6385DF}" srcOrd="1" destOrd="0" presId="urn:microsoft.com/office/officeart/2018/5/layout/CenteredIconLabelDescriptionList"/>
    <dgm:cxn modelId="{8D0D782A-FC65-401E-B4D0-6D9FADB28904}" type="presParOf" srcId="{32CDBFA6-AC6C-452B-BA74-DEA143577DD8}" destId="{1A30C672-109C-42A5-8211-313E39761D41}" srcOrd="2" destOrd="0" presId="urn:microsoft.com/office/officeart/2018/5/layout/CenteredIconLabelDescriptionList"/>
    <dgm:cxn modelId="{3B9B3890-55A6-41CA-9209-68C77D1159BA}" type="presParOf" srcId="{32CDBFA6-AC6C-452B-BA74-DEA143577DD8}" destId="{0CD9DCEB-BCE1-49DB-ABE5-6B4746269920}" srcOrd="3" destOrd="0" presId="urn:microsoft.com/office/officeart/2018/5/layout/CenteredIconLabelDescriptionList"/>
    <dgm:cxn modelId="{F49F2D29-BFA5-43F1-8680-E8BE34445FB5}" type="presParOf" srcId="{32CDBFA6-AC6C-452B-BA74-DEA143577DD8}" destId="{91696DA7-AB36-4C74-A0B4-4243B1ECEFEF}" srcOrd="4" destOrd="0" presId="urn:microsoft.com/office/officeart/2018/5/layout/CenteredIconLabelDescriptionList"/>
    <dgm:cxn modelId="{910E2851-811B-4527-A49B-785F08AE88D5}" type="presParOf" srcId="{5FA7796F-7F9B-4478-9F8A-DB435AFF9064}" destId="{09A0C5A1-66E0-454F-B646-98431A4C4C78}" srcOrd="1" destOrd="0" presId="urn:microsoft.com/office/officeart/2018/5/layout/CenteredIconLabelDescriptionList"/>
    <dgm:cxn modelId="{42A8A88A-2A2E-4D12-8440-04D181800D8C}" type="presParOf" srcId="{5FA7796F-7F9B-4478-9F8A-DB435AFF9064}" destId="{4F5F2E4B-998C-443C-A3C5-1580BD64887F}" srcOrd="2" destOrd="0" presId="urn:microsoft.com/office/officeart/2018/5/layout/CenteredIconLabelDescriptionList"/>
    <dgm:cxn modelId="{A3977916-385B-40DD-BEDB-22149C85E86F}" type="presParOf" srcId="{4F5F2E4B-998C-443C-A3C5-1580BD64887F}" destId="{3104ED01-568B-4980-B696-322AE7C3F665}" srcOrd="0" destOrd="0" presId="urn:microsoft.com/office/officeart/2018/5/layout/CenteredIconLabelDescriptionList"/>
    <dgm:cxn modelId="{16C21D24-5BED-45E4-94A5-D0F4A9244802}" type="presParOf" srcId="{4F5F2E4B-998C-443C-A3C5-1580BD64887F}" destId="{1ADE7E0C-A2B2-4FD7-935F-07F5FCEA75ED}" srcOrd="1" destOrd="0" presId="urn:microsoft.com/office/officeart/2018/5/layout/CenteredIconLabelDescriptionList"/>
    <dgm:cxn modelId="{447D7355-D449-4745-B7EE-6BAC436107DD}" type="presParOf" srcId="{4F5F2E4B-998C-443C-A3C5-1580BD64887F}" destId="{CC124CE1-F680-40C4-BD3F-38304E688B0F}" srcOrd="2" destOrd="0" presId="urn:microsoft.com/office/officeart/2018/5/layout/CenteredIconLabelDescriptionList"/>
    <dgm:cxn modelId="{AC470024-D2DE-4B7C-8143-C65134443FAC}" type="presParOf" srcId="{4F5F2E4B-998C-443C-A3C5-1580BD64887F}" destId="{67645FA1-0E00-4A6A-9B7E-7B07A5E67B26}" srcOrd="3" destOrd="0" presId="urn:microsoft.com/office/officeart/2018/5/layout/CenteredIconLabelDescriptionList"/>
    <dgm:cxn modelId="{14615D80-FD2E-4D33-85D6-C35D27E8A6B7}" type="presParOf" srcId="{4F5F2E4B-998C-443C-A3C5-1580BD64887F}" destId="{75711616-A00B-4B17-80FE-6927DC5E7F9A}" srcOrd="4" destOrd="0" presId="urn:microsoft.com/office/officeart/2018/5/layout/CenteredIconLabelDescriptionList"/>
    <dgm:cxn modelId="{B0639EA6-0A9D-425B-B558-77151959D54F}" type="presParOf" srcId="{5FA7796F-7F9B-4478-9F8A-DB435AFF9064}" destId="{59E92611-38DB-4016-A8C6-C78609AC6EE1}" srcOrd="3" destOrd="0" presId="urn:microsoft.com/office/officeart/2018/5/layout/CenteredIconLabelDescriptionList"/>
    <dgm:cxn modelId="{E580C7DC-9F22-4FA5-860F-12D22B5D9C5E}" type="presParOf" srcId="{5FA7796F-7F9B-4478-9F8A-DB435AFF9064}" destId="{19A585E1-0F45-4CDD-B297-F64D650C45A9}" srcOrd="4" destOrd="0" presId="urn:microsoft.com/office/officeart/2018/5/layout/CenteredIconLabelDescriptionList"/>
    <dgm:cxn modelId="{B59CCC6F-F734-495F-821F-EDC9E86221B1}" type="presParOf" srcId="{19A585E1-0F45-4CDD-B297-F64D650C45A9}" destId="{BB723F20-CB89-4D60-9E0E-FEDD22085EC1}" srcOrd="0" destOrd="0" presId="urn:microsoft.com/office/officeart/2018/5/layout/CenteredIconLabelDescriptionList"/>
    <dgm:cxn modelId="{7AA45610-88F5-469C-866E-B7965F37D5CE}" type="presParOf" srcId="{19A585E1-0F45-4CDD-B297-F64D650C45A9}" destId="{405CDFA1-6BB9-44C4-82F9-79FFF1C7DD20}" srcOrd="1" destOrd="0" presId="urn:microsoft.com/office/officeart/2018/5/layout/CenteredIconLabelDescriptionList"/>
    <dgm:cxn modelId="{F87A4BB9-1945-4329-B8CE-94748796F6E0}" type="presParOf" srcId="{19A585E1-0F45-4CDD-B297-F64D650C45A9}" destId="{2BCE15CC-0933-4F60-B30E-8F1A0DC2A6CF}" srcOrd="2" destOrd="0" presId="urn:microsoft.com/office/officeart/2018/5/layout/CenteredIconLabelDescriptionList"/>
    <dgm:cxn modelId="{0CF949D2-9517-4070-BC29-9B24BD81EB7D}" type="presParOf" srcId="{19A585E1-0F45-4CDD-B297-F64D650C45A9}" destId="{8FDA336B-B2AA-4599-A2E2-4B7AFD9993FC}" srcOrd="3" destOrd="0" presId="urn:microsoft.com/office/officeart/2018/5/layout/CenteredIconLabelDescriptionList"/>
    <dgm:cxn modelId="{C33B1EFE-4F6F-4E9F-9678-C82DB77B2E31}" type="presParOf" srcId="{19A585E1-0F45-4CDD-B297-F64D650C45A9}" destId="{281116B5-E9E3-4B75-9332-22BBA6C3069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74C90BF-51D8-4838-844E-7F0B04C62C44}">
      <dgm:prSet/>
      <dgm:spPr/>
      <dgm:t>
        <a:bodyPr/>
        <a:lstStyle/>
        <a:p>
          <a:pPr>
            <a:lnSpc>
              <a:spcPct val="100000"/>
            </a:lnSpc>
          </a:pPr>
          <a:r>
            <a:rPr lang="en-US"/>
            <a:t>Digital</a:t>
          </a:r>
          <a:r>
            <a:rPr lang="tr-TR"/>
            <a:t> </a:t>
          </a:r>
          <a:r>
            <a:rPr lang="en-US"/>
            <a:t>wallet</a:t>
          </a:r>
        </a:p>
      </dgm:t>
    </dgm:pt>
    <dgm:pt modelId="{93D4D142-38F6-4EBB-B091-5B9F9947B5BB}" type="parTrans" cxnId="{E8870694-0271-48A1-B942-7760ACC61E34}">
      <dgm:prSet/>
      <dgm:spPr/>
      <dgm:t>
        <a:bodyPr/>
        <a:lstStyle/>
        <a:p>
          <a:endParaRPr lang="tr-TR"/>
        </a:p>
      </dgm:t>
    </dgm:pt>
    <dgm:pt modelId="{8ED2E0EF-A9B5-4F30-818D-B05232B5CF4B}" type="sibTrans" cxnId="{E8870694-0271-48A1-B942-7760ACC61E34}">
      <dgm:prSet/>
      <dgm:spPr/>
      <dgm:t>
        <a:bodyPr/>
        <a:lstStyle/>
        <a:p>
          <a:endParaRPr lang="tr-TR"/>
        </a:p>
      </dgm:t>
    </dgm:pt>
    <dgm:pt modelId="{06D91489-1A93-4D9D-A296-AB93EC7CF340}">
      <dgm:prSet/>
      <dgm:spPr/>
      <dgm:t>
        <a:bodyPr/>
        <a:lstStyle/>
        <a:p>
          <a:pPr>
            <a:lnSpc>
              <a:spcPct val="100000"/>
            </a:lnSpc>
            <a:defRPr b="1"/>
          </a:pPr>
          <a:r>
            <a:rPr lang="tr-TR"/>
            <a:t>Offline </a:t>
          </a:r>
          <a:r>
            <a:rPr lang="tr-TR" err="1"/>
            <a:t>wallets</a:t>
          </a:r>
          <a:endParaRPr lang="en-US"/>
        </a:p>
      </dgm:t>
    </dgm:pt>
    <dgm:pt modelId="{8594BB8C-0CF7-40D6-ABD5-60B4ED363961}" type="parTrans" cxnId="{DC633A2C-204C-4A2B-B706-7D3F1982DC86}">
      <dgm:prSet/>
      <dgm:spPr/>
      <dgm:t>
        <a:bodyPr/>
        <a:lstStyle/>
        <a:p>
          <a:endParaRPr lang="tr-TR"/>
        </a:p>
      </dgm:t>
    </dgm:pt>
    <dgm:pt modelId="{03C133C5-D5D1-4642-840F-DDC717ED251D}" type="sibTrans" cxnId="{DC633A2C-204C-4A2B-B706-7D3F1982DC86}">
      <dgm:prSet/>
      <dgm:spPr/>
      <dgm:t>
        <a:bodyPr/>
        <a:lstStyle/>
        <a:p>
          <a:endParaRPr lang="tr-TR"/>
        </a:p>
      </dgm:t>
    </dgm:pt>
    <dgm:pt modelId="{6C2822DB-473B-4589-BF94-C185752C196E}">
      <dgm:prSet/>
      <dgm:spPr/>
      <dgm:t>
        <a:bodyPr/>
        <a:lstStyle/>
        <a:p>
          <a:pPr>
            <a:lnSpc>
              <a:spcPct val="100000"/>
            </a:lnSpc>
            <a:defRPr b="1"/>
          </a:pPr>
          <a:r>
            <a:rPr lang="tr-TR"/>
            <a:t>Wallets</a:t>
          </a:r>
          <a:endParaRPr lang="en-US"/>
        </a:p>
      </dgm:t>
    </dgm:pt>
    <dgm:pt modelId="{82DAAEB2-4AC8-4325-B7EA-A476EFFC9721}" type="sibTrans" cxnId="{8EEFD696-37DB-403A-BFC8-9C35D2892B62}">
      <dgm:prSet/>
      <dgm:spPr/>
      <dgm:t>
        <a:bodyPr/>
        <a:lstStyle/>
        <a:p>
          <a:endParaRPr lang="en-US"/>
        </a:p>
      </dgm:t>
    </dgm:pt>
    <dgm:pt modelId="{D89C57AA-9A8D-4919-B665-96C4811B8905}" type="parTrans" cxnId="{8EEFD696-37DB-403A-BFC8-9C35D2892B62}">
      <dgm:prSet/>
      <dgm:spPr/>
      <dgm:t>
        <a:bodyPr/>
        <a:lstStyle/>
        <a:p>
          <a:endParaRPr lang="en-US"/>
        </a:p>
      </dgm:t>
    </dgm:pt>
    <dgm:pt modelId="{7FF90C66-2A1A-4BC7-A797-0C0558877B73}">
      <dgm:prSet/>
      <dgm:spPr/>
      <dgm:t>
        <a:bodyPr/>
        <a:lstStyle/>
        <a:p>
          <a:pPr>
            <a:lnSpc>
              <a:spcPct val="100000"/>
            </a:lnSpc>
            <a:defRPr b="1"/>
          </a:pPr>
          <a:r>
            <a:rPr lang="en-US"/>
            <a:t>Digital</a:t>
          </a:r>
          <a:r>
            <a:rPr lang="tr-TR"/>
            <a:t> </a:t>
          </a:r>
          <a:r>
            <a:rPr lang="en-US"/>
            <a:t>wallet</a:t>
          </a:r>
        </a:p>
      </dgm:t>
    </dgm:pt>
    <dgm:pt modelId="{CAD55743-953B-4B56-8570-B48FB1C302E7}" type="parTrans" cxnId="{6A846414-750A-43F8-A078-F781237FBF53}">
      <dgm:prSet/>
      <dgm:spPr/>
      <dgm:t>
        <a:bodyPr/>
        <a:lstStyle/>
        <a:p>
          <a:endParaRPr lang="tr-TR"/>
        </a:p>
      </dgm:t>
    </dgm:pt>
    <dgm:pt modelId="{07F94815-583B-481B-B7C4-CD2EC4BE68EE}" type="sibTrans" cxnId="{6A846414-750A-43F8-A078-F781237FBF53}">
      <dgm:prSet/>
      <dgm:spPr/>
      <dgm:t>
        <a:bodyPr/>
        <a:lstStyle/>
        <a:p>
          <a:endParaRPr lang="tr-TR"/>
        </a:p>
      </dgm:t>
    </dgm:pt>
    <dgm:pt modelId="{E8CCA372-50AF-488C-B84A-A6A2566983D5}">
      <dgm:prSet/>
      <dgm:spPr/>
      <dgm:t>
        <a:bodyPr/>
        <a:lstStyle/>
        <a:p>
          <a:pPr>
            <a:lnSpc>
              <a:spcPct val="100000"/>
            </a:lnSpc>
          </a:pPr>
          <a:r>
            <a:rPr lang="en-US"/>
            <a:t>on user’s computer</a:t>
          </a:r>
        </a:p>
      </dgm:t>
    </dgm:pt>
    <dgm:pt modelId="{B2311587-6C20-4DD9-B419-6B48C2FB93BC}" type="parTrans" cxnId="{931F66A6-BA0F-4DFD-BBE4-D43E08A115F0}">
      <dgm:prSet/>
      <dgm:spPr/>
      <dgm:t>
        <a:bodyPr/>
        <a:lstStyle/>
        <a:p>
          <a:endParaRPr lang="tr-TR"/>
        </a:p>
      </dgm:t>
    </dgm:pt>
    <dgm:pt modelId="{A0A2CA0F-25F0-41D5-AF54-DB04449D9940}" type="sibTrans" cxnId="{931F66A6-BA0F-4DFD-BBE4-D43E08A115F0}">
      <dgm:prSet/>
      <dgm:spPr/>
      <dgm:t>
        <a:bodyPr/>
        <a:lstStyle/>
        <a:p>
          <a:endParaRPr lang="tr-TR"/>
        </a:p>
      </dgm:t>
    </dgm:pt>
    <dgm:pt modelId="{E15EB9A8-FDCC-4893-B868-7E0C201BEAB0}">
      <dgm:prSet/>
      <dgm:spPr/>
      <dgm:t>
        <a:bodyPr/>
        <a:lstStyle/>
        <a:p>
          <a:pPr>
            <a:lnSpc>
              <a:spcPct val="100000"/>
            </a:lnSpc>
          </a:pPr>
          <a:r>
            <a:rPr lang="en-US"/>
            <a:t>or smartphone</a:t>
          </a:r>
        </a:p>
      </dgm:t>
    </dgm:pt>
    <dgm:pt modelId="{5998F5D8-5A7B-4B82-A1D4-A3875124730C}" type="parTrans" cxnId="{DAA592F0-F2FA-44A3-83FF-CF70D3693469}">
      <dgm:prSet/>
      <dgm:spPr/>
      <dgm:t>
        <a:bodyPr/>
        <a:lstStyle/>
        <a:p>
          <a:endParaRPr lang="tr-TR"/>
        </a:p>
      </dgm:t>
    </dgm:pt>
    <dgm:pt modelId="{5B60FD36-136D-4437-91F2-FB30ABA471EF}" type="sibTrans" cxnId="{DAA592F0-F2FA-44A3-83FF-CF70D3693469}">
      <dgm:prSet/>
      <dgm:spPr/>
      <dgm:t>
        <a:bodyPr/>
        <a:lstStyle/>
        <a:p>
          <a:endParaRPr lang="tr-TR"/>
        </a:p>
      </dgm:t>
    </dgm:pt>
    <dgm:pt modelId="{8B1E465C-ACDD-4889-AA4E-9F0F46CBFF4D}">
      <dgm:prSet/>
      <dgm:spPr/>
      <dgm:t>
        <a:bodyPr/>
        <a:lstStyle/>
        <a:p>
          <a:pPr>
            <a:lnSpc>
              <a:spcPct val="100000"/>
            </a:lnSpc>
          </a:pPr>
          <a:r>
            <a:rPr lang="tr-TR" err="1"/>
            <a:t>print</a:t>
          </a:r>
          <a:endParaRPr lang="en-US"/>
        </a:p>
      </dgm:t>
    </dgm:pt>
    <dgm:pt modelId="{613191C9-9259-4AC5-B4AF-383AB139EA97}" type="parTrans" cxnId="{DDBCCEB2-B747-4282-ADF9-81138E8BB179}">
      <dgm:prSet/>
      <dgm:spPr/>
      <dgm:t>
        <a:bodyPr/>
        <a:lstStyle/>
        <a:p>
          <a:endParaRPr lang="tr-TR"/>
        </a:p>
      </dgm:t>
    </dgm:pt>
    <dgm:pt modelId="{80FC361F-4FFB-45AD-B1D7-FA8CD4832EEF}" type="sibTrans" cxnId="{DDBCCEB2-B747-4282-ADF9-81138E8BB179}">
      <dgm:prSet/>
      <dgm:spPr/>
      <dgm:t>
        <a:bodyPr/>
        <a:lstStyle/>
        <a:p>
          <a:endParaRPr lang="tr-TR"/>
        </a:p>
      </dgm:t>
    </dgm:pt>
    <dgm:pt modelId="{5DF7CA9D-A546-4B47-ADC8-E4E20727CC17}">
      <dgm:prSet/>
      <dgm:spPr/>
      <dgm:t>
        <a:bodyPr/>
        <a:lstStyle/>
        <a:p>
          <a:pPr>
            <a:lnSpc>
              <a:spcPct val="100000"/>
            </a:lnSpc>
          </a:pPr>
          <a:r>
            <a:rPr lang="tr-TR"/>
            <a:t>or physical forms</a:t>
          </a:r>
          <a:endParaRPr lang="en-US"/>
        </a:p>
      </dgm:t>
    </dgm:pt>
    <dgm:pt modelId="{8F0BD2D8-B1E8-417D-9F02-4A7A4C674530}" type="parTrans" cxnId="{512BA3BD-D46C-416F-8A4E-99207FFB3705}">
      <dgm:prSet/>
      <dgm:spPr/>
      <dgm:t>
        <a:bodyPr/>
        <a:lstStyle/>
        <a:p>
          <a:endParaRPr lang="tr-TR"/>
        </a:p>
      </dgm:t>
    </dgm:pt>
    <dgm:pt modelId="{D49D60C7-0E93-4992-A86C-E95D035AA58C}" type="sibTrans" cxnId="{512BA3BD-D46C-416F-8A4E-99207FFB3705}">
      <dgm:prSet/>
      <dgm:spPr/>
      <dgm:t>
        <a:bodyPr/>
        <a:lstStyle/>
        <a:p>
          <a:endParaRPr lang="tr-TR"/>
        </a:p>
      </dgm:t>
    </dgm:pt>
    <dgm:pt modelId="{F798E736-0298-4389-B34F-5CCE2838F11D}">
      <dgm:prSet/>
      <dgm:spPr/>
      <dgm:t>
        <a:bodyPr/>
        <a:lstStyle/>
        <a:p>
          <a:pPr>
            <a:lnSpc>
              <a:spcPct val="100000"/>
            </a:lnSpc>
          </a:pPr>
          <a:r>
            <a:rPr lang="tr-TR"/>
            <a:t>Offline </a:t>
          </a:r>
          <a:r>
            <a:rPr lang="tr-TR" err="1"/>
            <a:t>wallet</a:t>
          </a:r>
          <a:endParaRPr lang="en-US"/>
        </a:p>
      </dgm:t>
    </dgm:pt>
    <dgm:pt modelId="{2CD42192-C1F4-45EC-9AA6-1F9739D13C02}" type="parTrans" cxnId="{1E2CB117-90E8-4B99-A7AD-D1CC4585D6AD}">
      <dgm:prSet/>
      <dgm:spPr/>
      <dgm:t>
        <a:bodyPr/>
        <a:lstStyle/>
        <a:p>
          <a:endParaRPr lang="tr-TR"/>
        </a:p>
      </dgm:t>
    </dgm:pt>
    <dgm:pt modelId="{6D3AE343-49A8-459E-8D5A-D12F925815BF}" type="sibTrans" cxnId="{1E2CB117-90E8-4B99-A7AD-D1CC4585D6AD}">
      <dgm:prSet/>
      <dgm:spPr/>
      <dgm:t>
        <a:bodyPr/>
        <a:lstStyle/>
        <a:p>
          <a:endParaRPr lang="tr-TR"/>
        </a:p>
      </dgm:t>
    </dgm:pt>
    <dgm:pt modelId="{5FA7796F-7F9B-4478-9F8A-DB435AFF9064}" type="pres">
      <dgm:prSet presAssocID="{E84E25AE-9535-4365-8D75-FB8F20323D80}" presName="root" presStyleCnt="0">
        <dgm:presLayoutVars>
          <dgm:dir/>
          <dgm:resizeHandles val="exact"/>
        </dgm:presLayoutVars>
      </dgm:prSet>
      <dgm:spPr/>
    </dgm:pt>
    <dgm:pt modelId="{5A5D66A4-0D2A-422F-BC67-22C30299B169}" type="pres">
      <dgm:prSet presAssocID="{6C2822DB-473B-4589-BF94-C185752C196E}" presName="compNode" presStyleCnt="0"/>
      <dgm:spPr/>
    </dgm:pt>
    <dgm:pt modelId="{A1B99483-6ABA-4232-8B9D-5B899F22F74F}" type="pres">
      <dgm:prSet presAssocID="{6C2822DB-473B-4589-BF94-C185752C19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9292EBCD-0C69-49F4-A689-3985D051A90F}" type="pres">
      <dgm:prSet presAssocID="{6C2822DB-473B-4589-BF94-C185752C196E}" presName="iconSpace" presStyleCnt="0"/>
      <dgm:spPr/>
    </dgm:pt>
    <dgm:pt modelId="{0DD2345D-576E-4A24-8048-74F8DC5D1A7B}" type="pres">
      <dgm:prSet presAssocID="{6C2822DB-473B-4589-BF94-C185752C196E}" presName="parTx" presStyleLbl="revTx" presStyleIdx="0" presStyleCnt="6">
        <dgm:presLayoutVars>
          <dgm:chMax val="0"/>
          <dgm:chPref val="0"/>
        </dgm:presLayoutVars>
      </dgm:prSet>
      <dgm:spPr/>
    </dgm:pt>
    <dgm:pt modelId="{74255D63-E52E-4A97-A89D-B94400DCE369}" type="pres">
      <dgm:prSet presAssocID="{6C2822DB-473B-4589-BF94-C185752C196E}" presName="txSpace" presStyleCnt="0"/>
      <dgm:spPr/>
    </dgm:pt>
    <dgm:pt modelId="{6E6B9602-ECBB-4B8C-ABE3-E1927F06019C}" type="pres">
      <dgm:prSet presAssocID="{6C2822DB-473B-4589-BF94-C185752C196E}" presName="desTx" presStyleLbl="revTx" presStyleIdx="1" presStyleCnt="6">
        <dgm:presLayoutVars/>
      </dgm:prSet>
      <dgm:spPr/>
    </dgm:pt>
    <dgm:pt modelId="{D258757E-84D6-44A6-8D90-4FBF1E1CD0B6}" type="pres">
      <dgm:prSet presAssocID="{82DAAEB2-4AC8-4325-B7EA-A476EFFC9721}" presName="sibTrans" presStyleCnt="0"/>
      <dgm:spPr/>
    </dgm:pt>
    <dgm:pt modelId="{9ABDACE5-7988-4266-97F2-7A777F09B613}" type="pres">
      <dgm:prSet presAssocID="{7FF90C66-2A1A-4BC7-A797-0C0558877B73}" presName="compNode" presStyleCnt="0"/>
      <dgm:spPr/>
    </dgm:pt>
    <dgm:pt modelId="{35056B2D-8E11-44EB-B3C9-9F7E99EB38C1}" type="pres">
      <dgm:prSet presAssocID="{7FF90C66-2A1A-4BC7-A797-0C0558877B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3ECE05EB-A5F7-42E2-BB23-518A072568F2}" type="pres">
      <dgm:prSet presAssocID="{7FF90C66-2A1A-4BC7-A797-0C0558877B73}" presName="iconSpace" presStyleCnt="0"/>
      <dgm:spPr/>
    </dgm:pt>
    <dgm:pt modelId="{52812235-C9A2-4F2D-B263-D0676BE93226}" type="pres">
      <dgm:prSet presAssocID="{7FF90C66-2A1A-4BC7-A797-0C0558877B73}" presName="parTx" presStyleLbl="revTx" presStyleIdx="2" presStyleCnt="6">
        <dgm:presLayoutVars>
          <dgm:chMax val="0"/>
          <dgm:chPref val="0"/>
        </dgm:presLayoutVars>
      </dgm:prSet>
      <dgm:spPr/>
    </dgm:pt>
    <dgm:pt modelId="{528CA6BC-0518-4021-ACAC-1DF50BDFD2A1}" type="pres">
      <dgm:prSet presAssocID="{7FF90C66-2A1A-4BC7-A797-0C0558877B73}" presName="txSpace" presStyleCnt="0"/>
      <dgm:spPr/>
    </dgm:pt>
    <dgm:pt modelId="{A85911ED-AC1E-49E3-9A61-0278DC268EF8}" type="pres">
      <dgm:prSet presAssocID="{7FF90C66-2A1A-4BC7-A797-0C0558877B73}" presName="desTx" presStyleLbl="revTx" presStyleIdx="3" presStyleCnt="6">
        <dgm:presLayoutVars/>
      </dgm:prSet>
      <dgm:spPr/>
    </dgm:pt>
    <dgm:pt modelId="{2AAFE86C-14DD-469E-97AE-805E93459311}" type="pres">
      <dgm:prSet presAssocID="{07F94815-583B-481B-B7C4-CD2EC4BE68EE}" presName="sibTrans" presStyleCnt="0"/>
      <dgm:spPr/>
    </dgm:pt>
    <dgm:pt modelId="{DBD51310-A76E-4F09-9EEA-1A83ECE4F2FB}" type="pres">
      <dgm:prSet presAssocID="{06D91489-1A93-4D9D-A296-AB93EC7CF340}" presName="compNode" presStyleCnt="0"/>
      <dgm:spPr/>
    </dgm:pt>
    <dgm:pt modelId="{870132B6-38F7-4852-A518-FD769005844A}" type="pres">
      <dgm:prSet presAssocID="{06D91489-1A93-4D9D-A296-AB93EC7CF340}"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üzdan"/>
        </a:ext>
      </dgm:extLst>
    </dgm:pt>
    <dgm:pt modelId="{47B2AA50-6B01-486D-8EA8-66C679661D45}" type="pres">
      <dgm:prSet presAssocID="{06D91489-1A93-4D9D-A296-AB93EC7CF340}" presName="iconSpace" presStyleCnt="0"/>
      <dgm:spPr/>
    </dgm:pt>
    <dgm:pt modelId="{95DEA234-4BBA-4BAD-A043-BF720FA7DF5E}" type="pres">
      <dgm:prSet presAssocID="{06D91489-1A93-4D9D-A296-AB93EC7CF340}" presName="parTx" presStyleLbl="revTx" presStyleIdx="4" presStyleCnt="6">
        <dgm:presLayoutVars>
          <dgm:chMax val="0"/>
          <dgm:chPref val="0"/>
        </dgm:presLayoutVars>
      </dgm:prSet>
      <dgm:spPr/>
    </dgm:pt>
    <dgm:pt modelId="{F06C6F94-9D19-4F2E-8A31-8564DCF8F0A1}" type="pres">
      <dgm:prSet presAssocID="{06D91489-1A93-4D9D-A296-AB93EC7CF340}" presName="txSpace" presStyleCnt="0"/>
      <dgm:spPr/>
    </dgm:pt>
    <dgm:pt modelId="{75018AC5-BC26-46BA-8B96-F386053CFB7A}" type="pres">
      <dgm:prSet presAssocID="{06D91489-1A93-4D9D-A296-AB93EC7CF340}" presName="desTx" presStyleLbl="revTx" presStyleIdx="5" presStyleCnt="6">
        <dgm:presLayoutVars/>
      </dgm:prSet>
      <dgm:spPr/>
    </dgm:pt>
  </dgm:ptLst>
  <dgm:cxnLst>
    <dgm:cxn modelId="{7D36B90B-78E3-449C-AB02-9FDEC9F2954E}" type="presOf" srcId="{E84E25AE-9535-4365-8D75-FB8F20323D80}" destId="{5FA7796F-7F9B-4478-9F8A-DB435AFF9064}" srcOrd="0" destOrd="0" presId="urn:microsoft.com/office/officeart/2018/5/layout/CenteredIconLabelDescriptionList"/>
    <dgm:cxn modelId="{6A846414-750A-43F8-A078-F781237FBF53}" srcId="{E84E25AE-9535-4365-8D75-FB8F20323D80}" destId="{7FF90C66-2A1A-4BC7-A797-0C0558877B73}" srcOrd="1" destOrd="0" parTransId="{CAD55743-953B-4B56-8570-B48FB1C302E7}" sibTransId="{07F94815-583B-481B-B7C4-CD2EC4BE68EE}"/>
    <dgm:cxn modelId="{1E2CB117-90E8-4B99-A7AD-D1CC4585D6AD}" srcId="{6C2822DB-473B-4589-BF94-C185752C196E}" destId="{F798E736-0298-4389-B34F-5CCE2838F11D}" srcOrd="1" destOrd="0" parTransId="{2CD42192-C1F4-45EC-9AA6-1F9739D13C02}" sibTransId="{6D3AE343-49A8-459E-8D5A-D12F925815BF}"/>
    <dgm:cxn modelId="{B4CA082C-2775-4210-ACE4-03F64E3BA950}" type="presOf" srcId="{074C90BF-51D8-4838-844E-7F0B04C62C44}" destId="{6E6B9602-ECBB-4B8C-ABE3-E1927F06019C}" srcOrd="0" destOrd="0" presId="urn:microsoft.com/office/officeart/2018/5/layout/CenteredIconLabelDescriptionList"/>
    <dgm:cxn modelId="{DC633A2C-204C-4A2B-B706-7D3F1982DC86}" srcId="{E84E25AE-9535-4365-8D75-FB8F20323D80}" destId="{06D91489-1A93-4D9D-A296-AB93EC7CF340}" srcOrd="2" destOrd="0" parTransId="{8594BB8C-0CF7-40D6-ABD5-60B4ED363961}" sibTransId="{03C133C5-D5D1-4642-840F-DDC717ED251D}"/>
    <dgm:cxn modelId="{D2404B2F-996A-4C86-89E5-BE570168B6D5}" type="presOf" srcId="{7FF90C66-2A1A-4BC7-A797-0C0558877B73}" destId="{52812235-C9A2-4F2D-B263-D0676BE93226}" srcOrd="0" destOrd="0" presId="urn:microsoft.com/office/officeart/2018/5/layout/CenteredIconLabelDescriptionList"/>
    <dgm:cxn modelId="{DF699265-812F-4F1F-B6FD-D9632C4B86EE}" type="presOf" srcId="{5DF7CA9D-A546-4B47-ADC8-E4E20727CC17}" destId="{75018AC5-BC26-46BA-8B96-F386053CFB7A}" srcOrd="0" destOrd="1" presId="urn:microsoft.com/office/officeart/2018/5/layout/CenteredIconLabelDescriptionList"/>
    <dgm:cxn modelId="{9FD7108B-A33C-44D5-B4D4-FDCA69F1F8C5}" type="presOf" srcId="{F798E736-0298-4389-B34F-5CCE2838F11D}" destId="{6E6B9602-ECBB-4B8C-ABE3-E1927F06019C}" srcOrd="0" destOrd="1" presId="urn:microsoft.com/office/officeart/2018/5/layout/CenteredIconLabelDescriptionList"/>
    <dgm:cxn modelId="{E8870694-0271-48A1-B942-7760ACC61E34}" srcId="{6C2822DB-473B-4589-BF94-C185752C196E}" destId="{074C90BF-51D8-4838-844E-7F0B04C62C44}" srcOrd="0" destOrd="0" parTransId="{93D4D142-38F6-4EBB-B091-5B9F9947B5BB}" sibTransId="{8ED2E0EF-A9B5-4F30-818D-B05232B5CF4B}"/>
    <dgm:cxn modelId="{8EEFD696-37DB-403A-BFC8-9C35D2892B62}" srcId="{E84E25AE-9535-4365-8D75-FB8F20323D80}" destId="{6C2822DB-473B-4589-BF94-C185752C196E}" srcOrd="0" destOrd="0" parTransId="{D89C57AA-9A8D-4919-B665-96C4811B8905}" sibTransId="{82DAAEB2-4AC8-4325-B7EA-A476EFFC9721}"/>
    <dgm:cxn modelId="{931F66A6-BA0F-4DFD-BBE4-D43E08A115F0}" srcId="{7FF90C66-2A1A-4BC7-A797-0C0558877B73}" destId="{E8CCA372-50AF-488C-B84A-A6A2566983D5}" srcOrd="0" destOrd="0" parTransId="{B2311587-6C20-4DD9-B419-6B48C2FB93BC}" sibTransId="{A0A2CA0F-25F0-41D5-AF54-DB04449D9940}"/>
    <dgm:cxn modelId="{DC674AA6-5CAA-45F6-834F-8003F0D020A8}" type="presOf" srcId="{6C2822DB-473B-4589-BF94-C185752C196E}" destId="{0DD2345D-576E-4A24-8048-74F8DC5D1A7B}" srcOrd="0" destOrd="0" presId="urn:microsoft.com/office/officeart/2018/5/layout/CenteredIconLabelDescriptionList"/>
    <dgm:cxn modelId="{DDBCCEB2-B747-4282-ADF9-81138E8BB179}" srcId="{06D91489-1A93-4D9D-A296-AB93EC7CF340}" destId="{8B1E465C-ACDD-4889-AA4E-9F0F46CBFF4D}" srcOrd="0" destOrd="0" parTransId="{613191C9-9259-4AC5-B4AF-383AB139EA97}" sibTransId="{80FC361F-4FFB-45AD-B1D7-FA8CD4832EEF}"/>
    <dgm:cxn modelId="{512BA3BD-D46C-416F-8A4E-99207FFB3705}" srcId="{06D91489-1A93-4D9D-A296-AB93EC7CF340}" destId="{5DF7CA9D-A546-4B47-ADC8-E4E20727CC17}" srcOrd="1" destOrd="0" parTransId="{8F0BD2D8-B1E8-417D-9F02-4A7A4C674530}" sibTransId="{D49D60C7-0E93-4992-A86C-E95D035AA58C}"/>
    <dgm:cxn modelId="{75F50DBF-92D0-4872-8C7D-806F0E760260}" type="presOf" srcId="{E15EB9A8-FDCC-4893-B868-7E0C201BEAB0}" destId="{A85911ED-AC1E-49E3-9A61-0278DC268EF8}" srcOrd="0" destOrd="1" presId="urn:microsoft.com/office/officeart/2018/5/layout/CenteredIconLabelDescriptionList"/>
    <dgm:cxn modelId="{F27866D3-75E4-469B-A501-17021BB8FC6E}" type="presOf" srcId="{E8CCA372-50AF-488C-B84A-A6A2566983D5}" destId="{A85911ED-AC1E-49E3-9A61-0278DC268EF8}" srcOrd="0" destOrd="0" presId="urn:microsoft.com/office/officeart/2018/5/layout/CenteredIconLabelDescriptionList"/>
    <dgm:cxn modelId="{66910DDF-F321-40A6-9403-2F0C0ACCEFEB}" type="presOf" srcId="{8B1E465C-ACDD-4889-AA4E-9F0F46CBFF4D}" destId="{75018AC5-BC26-46BA-8B96-F386053CFB7A}" srcOrd="0" destOrd="0" presId="urn:microsoft.com/office/officeart/2018/5/layout/CenteredIconLabelDescriptionList"/>
    <dgm:cxn modelId="{DAA592F0-F2FA-44A3-83FF-CF70D3693469}" srcId="{7FF90C66-2A1A-4BC7-A797-0C0558877B73}" destId="{E15EB9A8-FDCC-4893-B868-7E0C201BEAB0}" srcOrd="1" destOrd="0" parTransId="{5998F5D8-5A7B-4B82-A1D4-A3875124730C}" sibTransId="{5B60FD36-136D-4437-91F2-FB30ABA471EF}"/>
    <dgm:cxn modelId="{869C79F6-74A9-490F-BB46-BB4C38816AF3}" type="presOf" srcId="{06D91489-1A93-4D9D-A296-AB93EC7CF340}" destId="{95DEA234-4BBA-4BAD-A043-BF720FA7DF5E}" srcOrd="0" destOrd="0" presId="urn:microsoft.com/office/officeart/2018/5/layout/CenteredIconLabelDescriptionList"/>
    <dgm:cxn modelId="{65E97F17-0C21-46A0-80A3-9F44CFA14F5F}" type="presParOf" srcId="{5FA7796F-7F9B-4478-9F8A-DB435AFF9064}" destId="{5A5D66A4-0D2A-422F-BC67-22C30299B169}" srcOrd="0" destOrd="0" presId="urn:microsoft.com/office/officeart/2018/5/layout/CenteredIconLabelDescriptionList"/>
    <dgm:cxn modelId="{9B3D1C76-DE64-4C3A-8125-F828CA313FFC}" type="presParOf" srcId="{5A5D66A4-0D2A-422F-BC67-22C30299B169}" destId="{A1B99483-6ABA-4232-8B9D-5B899F22F74F}" srcOrd="0" destOrd="0" presId="urn:microsoft.com/office/officeart/2018/5/layout/CenteredIconLabelDescriptionList"/>
    <dgm:cxn modelId="{21BADDDD-ABA8-4E5B-8E72-621CD88F73BA}" type="presParOf" srcId="{5A5D66A4-0D2A-422F-BC67-22C30299B169}" destId="{9292EBCD-0C69-49F4-A689-3985D051A90F}" srcOrd="1" destOrd="0" presId="urn:microsoft.com/office/officeart/2018/5/layout/CenteredIconLabelDescriptionList"/>
    <dgm:cxn modelId="{7B5E345E-7391-41CA-9414-77CDDE35C378}" type="presParOf" srcId="{5A5D66A4-0D2A-422F-BC67-22C30299B169}" destId="{0DD2345D-576E-4A24-8048-74F8DC5D1A7B}" srcOrd="2" destOrd="0" presId="urn:microsoft.com/office/officeart/2018/5/layout/CenteredIconLabelDescriptionList"/>
    <dgm:cxn modelId="{8B6FAD53-6617-4C6D-9664-C7B374036881}" type="presParOf" srcId="{5A5D66A4-0D2A-422F-BC67-22C30299B169}" destId="{74255D63-E52E-4A97-A89D-B94400DCE369}" srcOrd="3" destOrd="0" presId="urn:microsoft.com/office/officeart/2018/5/layout/CenteredIconLabelDescriptionList"/>
    <dgm:cxn modelId="{7712622E-FEDC-45AD-BE8D-2D8518464DEB}" type="presParOf" srcId="{5A5D66A4-0D2A-422F-BC67-22C30299B169}" destId="{6E6B9602-ECBB-4B8C-ABE3-E1927F06019C}" srcOrd="4" destOrd="0" presId="urn:microsoft.com/office/officeart/2018/5/layout/CenteredIconLabelDescriptionList"/>
    <dgm:cxn modelId="{961AF874-6A71-4FAC-AEBA-696F2F0CA96C}" type="presParOf" srcId="{5FA7796F-7F9B-4478-9F8A-DB435AFF9064}" destId="{D258757E-84D6-44A6-8D90-4FBF1E1CD0B6}" srcOrd="1" destOrd="0" presId="urn:microsoft.com/office/officeart/2018/5/layout/CenteredIconLabelDescriptionList"/>
    <dgm:cxn modelId="{95DF70EA-41D8-4D8C-AE8E-DFDDDB08E588}" type="presParOf" srcId="{5FA7796F-7F9B-4478-9F8A-DB435AFF9064}" destId="{9ABDACE5-7988-4266-97F2-7A777F09B613}" srcOrd="2" destOrd="0" presId="urn:microsoft.com/office/officeart/2018/5/layout/CenteredIconLabelDescriptionList"/>
    <dgm:cxn modelId="{64B53744-8884-4620-AB7D-23ABD7C8D70C}" type="presParOf" srcId="{9ABDACE5-7988-4266-97F2-7A777F09B613}" destId="{35056B2D-8E11-44EB-B3C9-9F7E99EB38C1}" srcOrd="0" destOrd="0" presId="urn:microsoft.com/office/officeart/2018/5/layout/CenteredIconLabelDescriptionList"/>
    <dgm:cxn modelId="{BD980FC0-9C7E-4A0C-9328-EE3A537B4864}" type="presParOf" srcId="{9ABDACE5-7988-4266-97F2-7A777F09B613}" destId="{3ECE05EB-A5F7-42E2-BB23-518A072568F2}" srcOrd="1" destOrd="0" presId="urn:microsoft.com/office/officeart/2018/5/layout/CenteredIconLabelDescriptionList"/>
    <dgm:cxn modelId="{D4770080-FE18-4246-AE18-959CF26661B6}" type="presParOf" srcId="{9ABDACE5-7988-4266-97F2-7A777F09B613}" destId="{52812235-C9A2-4F2D-B263-D0676BE93226}" srcOrd="2" destOrd="0" presId="urn:microsoft.com/office/officeart/2018/5/layout/CenteredIconLabelDescriptionList"/>
    <dgm:cxn modelId="{D052F064-EFC5-4B39-8F27-C277D9676DB4}" type="presParOf" srcId="{9ABDACE5-7988-4266-97F2-7A777F09B613}" destId="{528CA6BC-0518-4021-ACAC-1DF50BDFD2A1}" srcOrd="3" destOrd="0" presId="urn:microsoft.com/office/officeart/2018/5/layout/CenteredIconLabelDescriptionList"/>
    <dgm:cxn modelId="{04A912A6-BAEC-44D5-87BD-E01AE8927839}" type="presParOf" srcId="{9ABDACE5-7988-4266-97F2-7A777F09B613}" destId="{A85911ED-AC1E-49E3-9A61-0278DC268EF8}" srcOrd="4" destOrd="0" presId="urn:microsoft.com/office/officeart/2018/5/layout/CenteredIconLabelDescriptionList"/>
    <dgm:cxn modelId="{E9FADAB8-D85D-4049-890E-0AFC8FFF60E9}" type="presParOf" srcId="{5FA7796F-7F9B-4478-9F8A-DB435AFF9064}" destId="{2AAFE86C-14DD-469E-97AE-805E93459311}" srcOrd="3" destOrd="0" presId="urn:microsoft.com/office/officeart/2018/5/layout/CenteredIconLabelDescriptionList"/>
    <dgm:cxn modelId="{49CD70D6-754B-4ACE-80E0-234A3F3D5D21}" type="presParOf" srcId="{5FA7796F-7F9B-4478-9F8A-DB435AFF9064}" destId="{DBD51310-A76E-4F09-9EEA-1A83ECE4F2FB}" srcOrd="4" destOrd="0" presId="urn:microsoft.com/office/officeart/2018/5/layout/CenteredIconLabelDescriptionList"/>
    <dgm:cxn modelId="{698F70E5-DD3A-45BA-8CD7-34A8C7EFBB51}" type="presParOf" srcId="{DBD51310-A76E-4F09-9EEA-1A83ECE4F2FB}" destId="{870132B6-38F7-4852-A518-FD769005844A}" srcOrd="0" destOrd="0" presId="urn:microsoft.com/office/officeart/2018/5/layout/CenteredIconLabelDescriptionList"/>
    <dgm:cxn modelId="{B51F091F-9184-4FF8-868C-F0152C299CF0}" type="presParOf" srcId="{DBD51310-A76E-4F09-9EEA-1A83ECE4F2FB}" destId="{47B2AA50-6B01-486D-8EA8-66C679661D45}" srcOrd="1" destOrd="0" presId="urn:microsoft.com/office/officeart/2018/5/layout/CenteredIconLabelDescriptionList"/>
    <dgm:cxn modelId="{47EEFD10-4B4F-4203-A39C-EB6FD24F4E9E}" type="presParOf" srcId="{DBD51310-A76E-4F09-9EEA-1A83ECE4F2FB}" destId="{95DEA234-4BBA-4BAD-A043-BF720FA7DF5E}" srcOrd="2" destOrd="0" presId="urn:microsoft.com/office/officeart/2018/5/layout/CenteredIconLabelDescriptionList"/>
    <dgm:cxn modelId="{E4DA70E0-9B72-49C0-9C4C-473456E85F2D}" type="presParOf" srcId="{DBD51310-A76E-4F09-9EEA-1A83ECE4F2FB}" destId="{F06C6F94-9D19-4F2E-8A31-8564DCF8F0A1}" srcOrd="3" destOrd="0" presId="urn:microsoft.com/office/officeart/2018/5/layout/CenteredIconLabelDescriptionList"/>
    <dgm:cxn modelId="{4F8F454D-F0D8-47F5-884E-47CD4BEAAC8A}" type="presParOf" srcId="{DBD51310-A76E-4F09-9EEA-1A83ECE4F2FB}" destId="{75018AC5-BC26-46BA-8B96-F386053CFB7A}"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DC89298-7001-4D91-8FA4-FBA721B7FB23}">
      <dgm:prSet/>
      <dgm:spPr/>
      <dgm:t>
        <a:bodyPr/>
        <a:lstStyle/>
        <a:p>
          <a:pPr>
            <a:lnSpc>
              <a:spcPct val="100000"/>
            </a:lnSpc>
            <a:defRPr b="1"/>
          </a:pPr>
          <a:r>
            <a:rPr lang="tr-TR"/>
            <a:t>Mining</a:t>
          </a:r>
          <a:endParaRPr lang="en-US"/>
        </a:p>
      </dgm:t>
    </dgm:pt>
    <dgm:pt modelId="{5B46287F-C368-48AF-8077-44285D016CF4}" type="parTrans" cxnId="{D3F5600E-37BF-40D7-AFCE-7272DFC40A5E}">
      <dgm:prSet/>
      <dgm:spPr/>
      <dgm:t>
        <a:bodyPr/>
        <a:lstStyle/>
        <a:p>
          <a:endParaRPr lang="en-US"/>
        </a:p>
      </dgm:t>
    </dgm:pt>
    <dgm:pt modelId="{2DE6DFC2-A9B7-4AA4-8DD9-CE555A3F8CEC}" type="sibTrans" cxnId="{D3F5600E-37BF-40D7-AFCE-7272DFC40A5E}">
      <dgm:prSet/>
      <dgm:spPr/>
      <dgm:t>
        <a:bodyPr/>
        <a:lstStyle/>
        <a:p>
          <a:endParaRPr lang="en-US"/>
        </a:p>
      </dgm:t>
    </dgm:pt>
    <dgm:pt modelId="{F107E209-6DCE-4421-8A32-204C389AF156}">
      <dgm:prSet/>
      <dgm:spPr/>
      <dgm:t>
        <a:bodyPr/>
        <a:lstStyle/>
        <a:p>
          <a:pPr>
            <a:lnSpc>
              <a:spcPct val="100000"/>
            </a:lnSpc>
          </a:pPr>
          <a:r>
            <a:rPr lang="en-US"/>
            <a:t>competing</a:t>
          </a:r>
        </a:p>
      </dgm:t>
    </dgm:pt>
    <dgm:pt modelId="{E8445A9E-4121-4650-9DBA-FB174DD93C12}" type="parTrans" cxnId="{4716F74E-F477-4621-BDBD-1C4BCF4ACB57}">
      <dgm:prSet/>
      <dgm:spPr/>
      <dgm:t>
        <a:bodyPr/>
        <a:lstStyle/>
        <a:p>
          <a:endParaRPr lang="en-US"/>
        </a:p>
      </dgm:t>
    </dgm:pt>
    <dgm:pt modelId="{0F708A11-7CAA-4E27-8DD9-36EDA20E8756}" type="sibTrans" cxnId="{4716F74E-F477-4621-BDBD-1C4BCF4ACB57}">
      <dgm:prSet/>
      <dgm:spPr/>
      <dgm:t>
        <a:bodyPr/>
        <a:lstStyle/>
        <a:p>
          <a:endParaRPr lang="en-US"/>
        </a:p>
      </dgm:t>
    </dgm:pt>
    <dgm:pt modelId="{EF3262B0-0356-4052-B71D-176ADB11AA8E}">
      <dgm:prSet/>
      <dgm:spPr/>
      <dgm:t>
        <a:bodyPr/>
        <a:lstStyle/>
        <a:p>
          <a:pPr>
            <a:lnSpc>
              <a:spcPct val="100000"/>
            </a:lnSpc>
          </a:pPr>
          <a:r>
            <a:rPr lang="en-US"/>
            <a:t>processing bitcoin</a:t>
          </a:r>
          <a:r>
            <a:rPr lang="tr-TR"/>
            <a:t> </a:t>
          </a:r>
          <a:r>
            <a:rPr lang="tr-TR" err="1"/>
            <a:t>transactions</a:t>
          </a:r>
          <a:endParaRPr lang="en-US"/>
        </a:p>
      </dgm:t>
    </dgm:pt>
    <dgm:pt modelId="{E954A5FC-67B3-4383-A167-398647EAED3E}" type="parTrans" cxnId="{4F9F0D06-194F-450C-8B71-3F3645556D0C}">
      <dgm:prSet/>
      <dgm:spPr/>
      <dgm:t>
        <a:bodyPr/>
        <a:lstStyle/>
        <a:p>
          <a:endParaRPr lang="tr-TR"/>
        </a:p>
      </dgm:t>
    </dgm:pt>
    <dgm:pt modelId="{C9484F72-D126-4E2B-A4B9-88183E3ECF4A}" type="sibTrans" cxnId="{4F9F0D06-194F-450C-8B71-3F3645556D0C}">
      <dgm:prSet/>
      <dgm:spPr/>
      <dgm:t>
        <a:bodyPr/>
        <a:lstStyle/>
        <a:p>
          <a:endParaRPr lang="tr-TR"/>
        </a:p>
      </dgm:t>
    </dgm:pt>
    <dgm:pt modelId="{025BFD49-F149-47B0-A2D4-8265EEEE150A}">
      <dgm:prSet/>
      <dgm:spPr/>
      <dgm:t>
        <a:bodyPr/>
        <a:lstStyle/>
        <a:p>
          <a:pPr>
            <a:lnSpc>
              <a:spcPct val="100000"/>
            </a:lnSpc>
          </a:pPr>
          <a:r>
            <a:rPr lang="en-US"/>
            <a:t>to find solutions</a:t>
          </a:r>
        </a:p>
      </dgm:t>
    </dgm:pt>
    <dgm:pt modelId="{D0E75469-9000-4850-AEB5-1E158F3EB1F1}" type="parTrans" cxnId="{4DC0F620-D95D-45FE-87AE-38D49AE4ECB8}">
      <dgm:prSet/>
      <dgm:spPr/>
      <dgm:t>
        <a:bodyPr/>
        <a:lstStyle/>
        <a:p>
          <a:endParaRPr lang="tr-TR"/>
        </a:p>
      </dgm:t>
    </dgm:pt>
    <dgm:pt modelId="{0806F759-EBB2-4AD6-B947-1A78037F75FD}" type="sibTrans" cxnId="{4DC0F620-D95D-45FE-87AE-38D49AE4ECB8}">
      <dgm:prSet/>
      <dgm:spPr/>
      <dgm:t>
        <a:bodyPr/>
        <a:lstStyle/>
        <a:p>
          <a:endParaRPr lang="tr-TR"/>
        </a:p>
      </dgm:t>
    </dgm:pt>
    <dgm:pt modelId="{DBBA124C-97CA-4BBC-836E-D3EB13FEFF2F}">
      <dgm:prSet/>
      <dgm:spPr/>
      <dgm:t>
        <a:bodyPr/>
        <a:lstStyle/>
        <a:p>
          <a:pPr>
            <a:lnSpc>
              <a:spcPct val="100000"/>
            </a:lnSpc>
          </a:pPr>
          <a:r>
            <a:rPr lang="en-US"/>
            <a:t>to a mathematical problem</a:t>
          </a:r>
        </a:p>
      </dgm:t>
    </dgm:pt>
    <dgm:pt modelId="{0540EDAD-8A97-404F-8FCA-FBA7E73537A8}" type="parTrans" cxnId="{3266A184-5BEA-40C9-9136-78523DF452ED}">
      <dgm:prSet/>
      <dgm:spPr/>
      <dgm:t>
        <a:bodyPr/>
        <a:lstStyle/>
        <a:p>
          <a:endParaRPr lang="tr-TR"/>
        </a:p>
      </dgm:t>
    </dgm:pt>
    <dgm:pt modelId="{871C8675-7300-4E6F-937D-140BDCCB997F}" type="sibTrans" cxnId="{3266A184-5BEA-40C9-9136-78523DF452ED}">
      <dgm:prSet/>
      <dgm:spPr/>
      <dgm:t>
        <a:bodyPr/>
        <a:lstStyle/>
        <a:p>
          <a:endParaRPr lang="tr-TR"/>
        </a:p>
      </dgm:t>
    </dgm:pt>
    <dgm:pt modelId="{448F8CAF-56C3-4373-8FA8-662408B5EC34}">
      <dgm:prSet/>
      <dgm:spPr/>
      <dgm:t>
        <a:bodyPr/>
        <a:lstStyle/>
        <a:p>
          <a:pPr>
            <a:lnSpc>
              <a:spcPct val="100000"/>
            </a:lnSpc>
            <a:defRPr b="1"/>
          </a:pPr>
          <a:r>
            <a:rPr lang="tr-TR" err="1"/>
            <a:t>Coverage</a:t>
          </a:r>
          <a:endParaRPr lang="en-US"/>
        </a:p>
      </dgm:t>
    </dgm:pt>
    <dgm:pt modelId="{09F68E7F-C210-4B7A-8124-E4B4D68B5848}" type="parTrans" cxnId="{BC82F9B5-30E9-4A83-A7B7-6DCFDD0A1E20}">
      <dgm:prSet/>
      <dgm:spPr/>
      <dgm:t>
        <a:bodyPr/>
        <a:lstStyle/>
        <a:p>
          <a:endParaRPr lang="tr-TR"/>
        </a:p>
      </dgm:t>
    </dgm:pt>
    <dgm:pt modelId="{67285745-F062-4451-83B6-9796EFF47A34}" type="sibTrans" cxnId="{BC82F9B5-30E9-4A83-A7B7-6DCFDD0A1E20}">
      <dgm:prSet/>
      <dgm:spPr/>
      <dgm:t>
        <a:bodyPr/>
        <a:lstStyle/>
        <a:p>
          <a:endParaRPr lang="tr-TR"/>
        </a:p>
      </dgm:t>
    </dgm:pt>
    <dgm:pt modelId="{849AAD0B-98ED-4E87-B33F-285CFCD1D54D}">
      <dgm:prSet/>
      <dgm:spPr/>
      <dgm:t>
        <a:bodyPr/>
        <a:lstStyle/>
        <a:p>
          <a:pPr>
            <a:lnSpc>
              <a:spcPct val="100000"/>
            </a:lnSpc>
            <a:defRPr b="1"/>
          </a:pPr>
          <a:r>
            <a:rPr lang="tr-TR" err="1"/>
            <a:t>Validation</a:t>
          </a:r>
          <a:endParaRPr lang="en-US"/>
        </a:p>
      </dgm:t>
    </dgm:pt>
    <dgm:pt modelId="{39F1CB7D-90BA-451A-842B-2EED98897F69}" type="parTrans" cxnId="{327A5E5E-954E-434A-B51C-FDDBBD2569BA}">
      <dgm:prSet/>
      <dgm:spPr/>
      <dgm:t>
        <a:bodyPr/>
        <a:lstStyle/>
        <a:p>
          <a:endParaRPr lang="tr-TR"/>
        </a:p>
      </dgm:t>
    </dgm:pt>
    <dgm:pt modelId="{94951C3D-C4D0-450C-9AFD-AA1B07454D60}" type="sibTrans" cxnId="{327A5E5E-954E-434A-B51C-FDDBBD2569BA}">
      <dgm:prSet/>
      <dgm:spPr/>
      <dgm:t>
        <a:bodyPr/>
        <a:lstStyle/>
        <a:p>
          <a:endParaRPr lang="tr-TR"/>
        </a:p>
      </dgm:t>
    </dgm:pt>
    <dgm:pt modelId="{C336D82A-57B9-4018-8704-201C03C9FC10}">
      <dgm:prSet/>
      <dgm:spPr/>
      <dgm:t>
        <a:bodyPr/>
        <a:lstStyle/>
        <a:p>
          <a:pPr>
            <a:lnSpc>
              <a:spcPct val="100000"/>
            </a:lnSpc>
          </a:pPr>
          <a:r>
            <a:rPr lang="tr-TR" err="1"/>
            <a:t>The</a:t>
          </a:r>
          <a:r>
            <a:rPr lang="tr-TR"/>
            <a:t> </a:t>
          </a:r>
          <a:r>
            <a:rPr lang="tr-TR" err="1"/>
            <a:t>transactions</a:t>
          </a:r>
          <a:endParaRPr lang="en-US"/>
        </a:p>
      </dgm:t>
    </dgm:pt>
    <dgm:pt modelId="{118B07B2-9064-48E9-8403-C5A6E352DCBC}" type="parTrans" cxnId="{89BECC9B-DA33-489E-95CB-885D305D9221}">
      <dgm:prSet/>
      <dgm:spPr/>
      <dgm:t>
        <a:bodyPr/>
        <a:lstStyle/>
        <a:p>
          <a:endParaRPr lang="tr-TR"/>
        </a:p>
      </dgm:t>
    </dgm:pt>
    <dgm:pt modelId="{ECAD8A54-D22E-4D5D-A1B5-ADFF58A48636}" type="sibTrans" cxnId="{89BECC9B-DA33-489E-95CB-885D305D9221}">
      <dgm:prSet/>
      <dgm:spPr/>
      <dgm:t>
        <a:bodyPr/>
        <a:lstStyle/>
        <a:p>
          <a:endParaRPr lang="tr-TR"/>
        </a:p>
      </dgm:t>
    </dgm:pt>
    <dgm:pt modelId="{28847DB3-B2ED-41A6-B828-B6F8983DD25F}">
      <dgm:prSet/>
      <dgm:spPr/>
      <dgm:t>
        <a:bodyPr/>
        <a:lstStyle/>
        <a:p>
          <a:pPr>
            <a:lnSpc>
              <a:spcPct val="100000"/>
            </a:lnSpc>
          </a:pPr>
          <a:r>
            <a:rPr lang="tr-TR" err="1"/>
            <a:t>are</a:t>
          </a:r>
          <a:r>
            <a:rPr lang="tr-TR"/>
            <a:t> </a:t>
          </a:r>
          <a:r>
            <a:rPr lang="tr-TR" err="1"/>
            <a:t>valid</a:t>
          </a:r>
          <a:endParaRPr lang="en-US"/>
        </a:p>
      </dgm:t>
    </dgm:pt>
    <dgm:pt modelId="{72AE59C5-FA20-4207-8B6B-6F879F6434F1}" type="parTrans" cxnId="{5C1024D8-93BE-4510-91DF-3BD76386A6D1}">
      <dgm:prSet/>
      <dgm:spPr/>
      <dgm:t>
        <a:bodyPr/>
        <a:lstStyle/>
        <a:p>
          <a:endParaRPr lang="tr-TR"/>
        </a:p>
      </dgm:t>
    </dgm:pt>
    <dgm:pt modelId="{7149DE00-200A-41CF-822D-2C0B3E070F61}" type="sibTrans" cxnId="{5C1024D8-93BE-4510-91DF-3BD76386A6D1}">
      <dgm:prSet/>
      <dgm:spPr/>
      <dgm:t>
        <a:bodyPr/>
        <a:lstStyle/>
        <a:p>
          <a:endParaRPr lang="tr-TR"/>
        </a:p>
      </dgm:t>
    </dgm:pt>
    <dgm:pt modelId="{62A044B0-3774-46BE-BD5A-5C678E1643C0}">
      <dgm:prSet/>
      <dgm:spPr/>
      <dgm:t>
        <a:bodyPr/>
        <a:lstStyle/>
        <a:p>
          <a:pPr>
            <a:lnSpc>
              <a:spcPct val="100000"/>
            </a:lnSpc>
          </a:pPr>
          <a:r>
            <a:rPr lang="tr-TR" err="1"/>
            <a:t>are</a:t>
          </a:r>
          <a:r>
            <a:rPr lang="tr-TR"/>
            <a:t> </a:t>
          </a:r>
          <a:r>
            <a:rPr lang="tr-TR" err="1"/>
            <a:t>genuine</a:t>
          </a:r>
          <a:endParaRPr lang="en-US"/>
        </a:p>
      </dgm:t>
    </dgm:pt>
    <dgm:pt modelId="{37F413B3-6E71-466B-93E7-69264DAC7574}" type="parTrans" cxnId="{F55CDFCE-F11D-4B7C-978E-76ED92A70BCE}">
      <dgm:prSet/>
      <dgm:spPr/>
      <dgm:t>
        <a:bodyPr/>
        <a:lstStyle/>
        <a:p>
          <a:endParaRPr lang="tr-TR"/>
        </a:p>
      </dgm:t>
    </dgm:pt>
    <dgm:pt modelId="{9487CF5B-512F-49C4-A11A-743B95119104}" type="sibTrans" cxnId="{F55CDFCE-F11D-4B7C-978E-76ED92A70BCE}">
      <dgm:prSet/>
      <dgm:spPr/>
      <dgm:t>
        <a:bodyPr/>
        <a:lstStyle/>
        <a:p>
          <a:endParaRPr lang="tr-TR"/>
        </a:p>
      </dgm:t>
    </dgm:pt>
    <dgm:pt modelId="{A26FD8F6-1E46-4CA6-A115-5ED77BBC4D48}" type="pres">
      <dgm:prSet presAssocID="{FD36A979-FADF-4C85-A454-66DB2778E59A}" presName="root" presStyleCnt="0">
        <dgm:presLayoutVars>
          <dgm:dir/>
          <dgm:resizeHandles val="exact"/>
        </dgm:presLayoutVars>
      </dgm:prSet>
      <dgm:spPr/>
    </dgm:pt>
    <dgm:pt modelId="{3ED721D7-5515-44A5-BE09-8C34234689D6}" type="pres">
      <dgm:prSet presAssocID="{9DC89298-7001-4D91-8FA4-FBA721B7FB23}" presName="compNode" presStyleCnt="0"/>
      <dgm:spPr/>
    </dgm:pt>
    <dgm:pt modelId="{DDCC41B2-1212-42CE-8A41-16214D80BBB4}" type="pres">
      <dgm:prSet presAssocID="{9DC89298-7001-4D91-8FA4-FBA721B7FB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ning Tools"/>
        </a:ext>
      </dgm:extLst>
    </dgm:pt>
    <dgm:pt modelId="{E9A7E8D0-2884-48EB-A2B4-19C65CA2A98B}" type="pres">
      <dgm:prSet presAssocID="{9DC89298-7001-4D91-8FA4-FBA721B7FB23}" presName="iconSpace" presStyleCnt="0"/>
      <dgm:spPr/>
    </dgm:pt>
    <dgm:pt modelId="{47CC373F-4C73-4ADA-9C33-554282DF6277}" type="pres">
      <dgm:prSet presAssocID="{9DC89298-7001-4D91-8FA4-FBA721B7FB23}" presName="parTx" presStyleLbl="revTx" presStyleIdx="0" presStyleCnt="6">
        <dgm:presLayoutVars>
          <dgm:chMax val="0"/>
          <dgm:chPref val="0"/>
        </dgm:presLayoutVars>
      </dgm:prSet>
      <dgm:spPr/>
    </dgm:pt>
    <dgm:pt modelId="{3ADCD9FA-D800-485C-96E0-9A7AEF318A03}" type="pres">
      <dgm:prSet presAssocID="{9DC89298-7001-4D91-8FA4-FBA721B7FB23}" presName="txSpace" presStyleCnt="0"/>
      <dgm:spPr/>
    </dgm:pt>
    <dgm:pt modelId="{C6045BDE-6DE7-404B-8FCF-E7BD47A76152}" type="pres">
      <dgm:prSet presAssocID="{9DC89298-7001-4D91-8FA4-FBA721B7FB23}" presName="desTx" presStyleLbl="revTx" presStyleIdx="1" presStyleCnt="6">
        <dgm:presLayoutVars/>
      </dgm:prSet>
      <dgm:spPr/>
    </dgm:pt>
    <dgm:pt modelId="{0A855A99-1666-4A16-9933-95860B7DF735}" type="pres">
      <dgm:prSet presAssocID="{2DE6DFC2-A9B7-4AA4-8DD9-CE555A3F8CEC}" presName="sibTrans" presStyleCnt="0"/>
      <dgm:spPr/>
    </dgm:pt>
    <dgm:pt modelId="{8350973C-8030-4D78-94AA-7FD8452961D4}" type="pres">
      <dgm:prSet presAssocID="{448F8CAF-56C3-4373-8FA8-662408B5EC34}" presName="compNode" presStyleCnt="0"/>
      <dgm:spPr/>
    </dgm:pt>
    <dgm:pt modelId="{375B88C7-232B-40F4-AFB1-0DE81C7B81AE}" type="pres">
      <dgm:prSet presAssocID="{448F8CAF-56C3-4373-8FA8-662408B5EC3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gister"/>
        </a:ext>
      </dgm:extLst>
    </dgm:pt>
    <dgm:pt modelId="{49E54D9C-477F-4A0F-9EF5-DE93AD3DC024}" type="pres">
      <dgm:prSet presAssocID="{448F8CAF-56C3-4373-8FA8-662408B5EC34}" presName="iconSpace" presStyleCnt="0"/>
      <dgm:spPr/>
    </dgm:pt>
    <dgm:pt modelId="{CAC8EA65-BA8B-4448-8ECC-F85B422E1752}" type="pres">
      <dgm:prSet presAssocID="{448F8CAF-56C3-4373-8FA8-662408B5EC34}" presName="parTx" presStyleLbl="revTx" presStyleIdx="2" presStyleCnt="6">
        <dgm:presLayoutVars>
          <dgm:chMax val="0"/>
          <dgm:chPref val="0"/>
        </dgm:presLayoutVars>
      </dgm:prSet>
      <dgm:spPr/>
    </dgm:pt>
    <dgm:pt modelId="{536E3E9F-90B1-463A-9DF9-9ED2674785C2}" type="pres">
      <dgm:prSet presAssocID="{448F8CAF-56C3-4373-8FA8-662408B5EC34}" presName="txSpace" presStyleCnt="0"/>
      <dgm:spPr/>
    </dgm:pt>
    <dgm:pt modelId="{3C3E3F0B-AF31-4AD9-9160-DAA30D0D174B}" type="pres">
      <dgm:prSet presAssocID="{448F8CAF-56C3-4373-8FA8-662408B5EC34}" presName="desTx" presStyleLbl="revTx" presStyleIdx="3" presStyleCnt="6">
        <dgm:presLayoutVars/>
      </dgm:prSet>
      <dgm:spPr/>
    </dgm:pt>
    <dgm:pt modelId="{320B5F45-8AFC-4433-B65A-717EE9A63924}" type="pres">
      <dgm:prSet presAssocID="{67285745-F062-4451-83B6-9796EFF47A34}" presName="sibTrans" presStyleCnt="0"/>
      <dgm:spPr/>
    </dgm:pt>
    <dgm:pt modelId="{2AC971DB-A34B-4367-8D5D-B2D33991BFB7}" type="pres">
      <dgm:prSet presAssocID="{849AAD0B-98ED-4E87-B33F-285CFCD1D54D}" presName="compNode" presStyleCnt="0"/>
      <dgm:spPr/>
    </dgm:pt>
    <dgm:pt modelId="{EADC64AC-66C9-40B9-AAC4-45BC66971A98}" type="pres">
      <dgm:prSet presAssocID="{849AAD0B-98ED-4E87-B33F-285CFCD1D5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DD0A74CE-3F92-40D5-BD73-EBDABC8FB457}" type="pres">
      <dgm:prSet presAssocID="{849AAD0B-98ED-4E87-B33F-285CFCD1D54D}" presName="iconSpace" presStyleCnt="0"/>
      <dgm:spPr/>
    </dgm:pt>
    <dgm:pt modelId="{95108727-2D51-4D43-960F-CE39A0821CDB}" type="pres">
      <dgm:prSet presAssocID="{849AAD0B-98ED-4E87-B33F-285CFCD1D54D}" presName="parTx" presStyleLbl="revTx" presStyleIdx="4" presStyleCnt="6">
        <dgm:presLayoutVars>
          <dgm:chMax val="0"/>
          <dgm:chPref val="0"/>
        </dgm:presLayoutVars>
      </dgm:prSet>
      <dgm:spPr/>
    </dgm:pt>
    <dgm:pt modelId="{FD699ED3-6D8C-489D-9BE8-73AA26D1EFED}" type="pres">
      <dgm:prSet presAssocID="{849AAD0B-98ED-4E87-B33F-285CFCD1D54D}" presName="txSpace" presStyleCnt="0"/>
      <dgm:spPr/>
    </dgm:pt>
    <dgm:pt modelId="{8E8B024D-8F60-4D5E-96FD-8ADB7620CFE4}" type="pres">
      <dgm:prSet presAssocID="{849AAD0B-98ED-4E87-B33F-285CFCD1D54D}" presName="desTx" presStyleLbl="revTx" presStyleIdx="5" presStyleCnt="6">
        <dgm:presLayoutVars/>
      </dgm:prSet>
      <dgm:spPr/>
    </dgm:pt>
  </dgm:ptLst>
  <dgm:cxnLst>
    <dgm:cxn modelId="{4F9F0D06-194F-450C-8B71-3F3645556D0C}" srcId="{448F8CAF-56C3-4373-8FA8-662408B5EC34}" destId="{EF3262B0-0356-4052-B71D-176ADB11AA8E}" srcOrd="0" destOrd="0" parTransId="{E954A5FC-67B3-4383-A167-398647EAED3E}" sibTransId="{C9484F72-D126-4E2B-A4B9-88183E3ECF4A}"/>
    <dgm:cxn modelId="{D3F5600E-37BF-40D7-AFCE-7272DFC40A5E}" srcId="{FD36A979-FADF-4C85-A454-66DB2778E59A}" destId="{9DC89298-7001-4D91-8FA4-FBA721B7FB23}" srcOrd="0" destOrd="0" parTransId="{5B46287F-C368-48AF-8077-44285D016CF4}" sibTransId="{2DE6DFC2-A9B7-4AA4-8DD9-CE555A3F8CEC}"/>
    <dgm:cxn modelId="{8F82161B-EBBC-4A70-8355-D58DB88D76A5}" type="presOf" srcId="{448F8CAF-56C3-4373-8FA8-662408B5EC34}" destId="{CAC8EA65-BA8B-4448-8ECC-F85B422E1752}" srcOrd="0" destOrd="0" presId="urn:microsoft.com/office/officeart/2018/2/layout/IconLabelDescriptionList"/>
    <dgm:cxn modelId="{4DC0F620-D95D-45FE-87AE-38D49AE4ECB8}" srcId="{9DC89298-7001-4D91-8FA4-FBA721B7FB23}" destId="{025BFD49-F149-47B0-A2D4-8265EEEE150A}" srcOrd="1" destOrd="0" parTransId="{D0E75469-9000-4850-AEB5-1E158F3EB1F1}" sibTransId="{0806F759-EBB2-4AD6-B947-1A78037F75FD}"/>
    <dgm:cxn modelId="{03D27633-3BA2-43FC-A968-DE0B109156F6}" type="presOf" srcId="{849AAD0B-98ED-4E87-B33F-285CFCD1D54D}" destId="{95108727-2D51-4D43-960F-CE39A0821CDB}" srcOrd="0" destOrd="0" presId="urn:microsoft.com/office/officeart/2018/2/layout/IconLabelDescriptionList"/>
    <dgm:cxn modelId="{CD0ECE40-72E4-4B14-8781-C15EE4834E79}" type="presOf" srcId="{C336D82A-57B9-4018-8704-201C03C9FC10}" destId="{8E8B024D-8F60-4D5E-96FD-8ADB7620CFE4}" srcOrd="0" destOrd="0" presId="urn:microsoft.com/office/officeart/2018/2/layout/IconLabelDescriptionList"/>
    <dgm:cxn modelId="{327A5E5E-954E-434A-B51C-FDDBBD2569BA}" srcId="{FD36A979-FADF-4C85-A454-66DB2778E59A}" destId="{849AAD0B-98ED-4E87-B33F-285CFCD1D54D}" srcOrd="2" destOrd="0" parTransId="{39F1CB7D-90BA-451A-842B-2EED98897F69}" sibTransId="{94951C3D-C4D0-450C-9AFD-AA1B07454D60}"/>
    <dgm:cxn modelId="{1CA87A61-25A1-4B63-8D1C-CB653D373AEE}" type="presOf" srcId="{62A044B0-3774-46BE-BD5A-5C678E1643C0}" destId="{8E8B024D-8F60-4D5E-96FD-8ADB7620CFE4}" srcOrd="0" destOrd="2" presId="urn:microsoft.com/office/officeart/2018/2/layout/IconLabelDescriptionList"/>
    <dgm:cxn modelId="{60638861-B962-4C55-843D-26938C638E73}" type="presOf" srcId="{025BFD49-F149-47B0-A2D4-8265EEEE150A}" destId="{C6045BDE-6DE7-404B-8FCF-E7BD47A76152}" srcOrd="0" destOrd="1" presId="urn:microsoft.com/office/officeart/2018/2/layout/IconLabelDescriptionList"/>
    <dgm:cxn modelId="{542B9E61-76B3-4B83-A884-ADA799AAAF11}" type="presOf" srcId="{DBBA124C-97CA-4BBC-836E-D3EB13FEFF2F}" destId="{C6045BDE-6DE7-404B-8FCF-E7BD47A76152}" srcOrd="0" destOrd="2" presId="urn:microsoft.com/office/officeart/2018/2/layout/IconLabelDescriptionList"/>
    <dgm:cxn modelId="{4716F74E-F477-4621-BDBD-1C4BCF4ACB57}" srcId="{9DC89298-7001-4D91-8FA4-FBA721B7FB23}" destId="{F107E209-6DCE-4421-8A32-204C389AF156}" srcOrd="0" destOrd="0" parTransId="{E8445A9E-4121-4650-9DBA-FB174DD93C12}" sibTransId="{0F708A11-7CAA-4E27-8DD9-36EDA20E8756}"/>
    <dgm:cxn modelId="{3266A184-5BEA-40C9-9136-78523DF452ED}" srcId="{9DC89298-7001-4D91-8FA4-FBA721B7FB23}" destId="{DBBA124C-97CA-4BBC-836E-D3EB13FEFF2F}" srcOrd="2" destOrd="0" parTransId="{0540EDAD-8A97-404F-8FCA-FBA7E73537A8}" sibTransId="{871C8675-7300-4E6F-937D-140BDCCB997F}"/>
    <dgm:cxn modelId="{89BECC9B-DA33-489E-95CB-885D305D9221}" srcId="{849AAD0B-98ED-4E87-B33F-285CFCD1D54D}" destId="{C336D82A-57B9-4018-8704-201C03C9FC10}" srcOrd="0" destOrd="0" parTransId="{118B07B2-9064-48E9-8403-C5A6E352DCBC}" sibTransId="{ECAD8A54-D22E-4D5D-A1B5-ADFF58A48636}"/>
    <dgm:cxn modelId="{D37E1AA1-FF9C-4A66-AB97-8B0946435D86}" type="presOf" srcId="{28847DB3-B2ED-41A6-B828-B6F8983DD25F}" destId="{8E8B024D-8F60-4D5E-96FD-8ADB7620CFE4}" srcOrd="0" destOrd="1" presId="urn:microsoft.com/office/officeart/2018/2/layout/IconLabelDescriptionList"/>
    <dgm:cxn modelId="{BC82F9B5-30E9-4A83-A7B7-6DCFDD0A1E20}" srcId="{FD36A979-FADF-4C85-A454-66DB2778E59A}" destId="{448F8CAF-56C3-4373-8FA8-662408B5EC34}" srcOrd="1" destOrd="0" parTransId="{09F68E7F-C210-4B7A-8124-E4B4D68B5848}" sibTransId="{67285745-F062-4451-83B6-9796EFF47A34}"/>
    <dgm:cxn modelId="{675EE8BC-FEAF-4DE3-8D72-F81E874DB9F9}" type="presOf" srcId="{9DC89298-7001-4D91-8FA4-FBA721B7FB23}" destId="{47CC373F-4C73-4ADA-9C33-554282DF6277}" srcOrd="0" destOrd="0" presId="urn:microsoft.com/office/officeart/2018/2/layout/IconLabelDescriptionList"/>
    <dgm:cxn modelId="{F55CDFCE-F11D-4B7C-978E-76ED92A70BCE}" srcId="{849AAD0B-98ED-4E87-B33F-285CFCD1D54D}" destId="{62A044B0-3774-46BE-BD5A-5C678E1643C0}" srcOrd="2" destOrd="0" parTransId="{37F413B3-6E71-466B-93E7-69264DAC7574}" sibTransId="{9487CF5B-512F-49C4-A11A-743B95119104}"/>
    <dgm:cxn modelId="{5C1024D8-93BE-4510-91DF-3BD76386A6D1}" srcId="{849AAD0B-98ED-4E87-B33F-285CFCD1D54D}" destId="{28847DB3-B2ED-41A6-B828-B6F8983DD25F}" srcOrd="1" destOrd="0" parTransId="{72AE59C5-FA20-4207-8B6B-6F879F6434F1}" sibTransId="{7149DE00-200A-41CF-822D-2C0B3E070F61}"/>
    <dgm:cxn modelId="{EBA4C8E0-2B59-4A09-A20F-FE01D97471EF}" type="presOf" srcId="{FD36A979-FADF-4C85-A454-66DB2778E59A}" destId="{A26FD8F6-1E46-4CA6-A115-5ED77BBC4D48}" srcOrd="0" destOrd="0" presId="urn:microsoft.com/office/officeart/2018/2/layout/IconLabelDescriptionList"/>
    <dgm:cxn modelId="{5AED9BED-4248-4239-91FB-15F2C7FE7B72}" type="presOf" srcId="{EF3262B0-0356-4052-B71D-176ADB11AA8E}" destId="{3C3E3F0B-AF31-4AD9-9160-DAA30D0D174B}" srcOrd="0" destOrd="0" presId="urn:microsoft.com/office/officeart/2018/2/layout/IconLabelDescriptionList"/>
    <dgm:cxn modelId="{3F5C92F8-29C5-4288-A264-D0B642FD6DCC}" type="presOf" srcId="{F107E209-6DCE-4421-8A32-204C389AF156}" destId="{C6045BDE-6DE7-404B-8FCF-E7BD47A76152}" srcOrd="0" destOrd="0" presId="urn:microsoft.com/office/officeart/2018/2/layout/IconLabelDescriptionList"/>
    <dgm:cxn modelId="{542F334F-AB56-460C-98CA-B61DC14F249E}" type="presParOf" srcId="{A26FD8F6-1E46-4CA6-A115-5ED77BBC4D48}" destId="{3ED721D7-5515-44A5-BE09-8C34234689D6}" srcOrd="0" destOrd="0" presId="urn:microsoft.com/office/officeart/2018/2/layout/IconLabelDescriptionList"/>
    <dgm:cxn modelId="{C3C59C1E-2A6C-4D70-B533-C94B0C3A4C2E}" type="presParOf" srcId="{3ED721D7-5515-44A5-BE09-8C34234689D6}" destId="{DDCC41B2-1212-42CE-8A41-16214D80BBB4}" srcOrd="0" destOrd="0" presId="urn:microsoft.com/office/officeart/2018/2/layout/IconLabelDescriptionList"/>
    <dgm:cxn modelId="{8F1FD92E-87B4-43CF-AB9A-1FF7077E5672}" type="presParOf" srcId="{3ED721D7-5515-44A5-BE09-8C34234689D6}" destId="{E9A7E8D0-2884-48EB-A2B4-19C65CA2A98B}" srcOrd="1" destOrd="0" presId="urn:microsoft.com/office/officeart/2018/2/layout/IconLabelDescriptionList"/>
    <dgm:cxn modelId="{BD2B6303-EE52-4AD0-99E6-1D2B9AFB4018}" type="presParOf" srcId="{3ED721D7-5515-44A5-BE09-8C34234689D6}" destId="{47CC373F-4C73-4ADA-9C33-554282DF6277}" srcOrd="2" destOrd="0" presId="urn:microsoft.com/office/officeart/2018/2/layout/IconLabelDescriptionList"/>
    <dgm:cxn modelId="{BEDCAD50-B809-45B1-A5E9-B7F7453483A4}" type="presParOf" srcId="{3ED721D7-5515-44A5-BE09-8C34234689D6}" destId="{3ADCD9FA-D800-485C-96E0-9A7AEF318A03}" srcOrd="3" destOrd="0" presId="urn:microsoft.com/office/officeart/2018/2/layout/IconLabelDescriptionList"/>
    <dgm:cxn modelId="{8D9F922F-50E5-44E6-9B62-AD39CC2F6268}" type="presParOf" srcId="{3ED721D7-5515-44A5-BE09-8C34234689D6}" destId="{C6045BDE-6DE7-404B-8FCF-E7BD47A76152}" srcOrd="4" destOrd="0" presId="urn:microsoft.com/office/officeart/2018/2/layout/IconLabelDescriptionList"/>
    <dgm:cxn modelId="{7969670F-AE6F-4A39-BA3B-E5277799EE47}" type="presParOf" srcId="{A26FD8F6-1E46-4CA6-A115-5ED77BBC4D48}" destId="{0A855A99-1666-4A16-9933-95860B7DF735}" srcOrd="1" destOrd="0" presId="urn:microsoft.com/office/officeart/2018/2/layout/IconLabelDescriptionList"/>
    <dgm:cxn modelId="{8CBDD588-FAED-4572-A894-D1284F706ADB}" type="presParOf" srcId="{A26FD8F6-1E46-4CA6-A115-5ED77BBC4D48}" destId="{8350973C-8030-4D78-94AA-7FD8452961D4}" srcOrd="2" destOrd="0" presId="urn:microsoft.com/office/officeart/2018/2/layout/IconLabelDescriptionList"/>
    <dgm:cxn modelId="{F3CB005D-97F4-4ACA-B71E-2F7E01C9D435}" type="presParOf" srcId="{8350973C-8030-4D78-94AA-7FD8452961D4}" destId="{375B88C7-232B-40F4-AFB1-0DE81C7B81AE}" srcOrd="0" destOrd="0" presId="urn:microsoft.com/office/officeart/2018/2/layout/IconLabelDescriptionList"/>
    <dgm:cxn modelId="{2E2861FB-FE4F-4D92-913E-396938B16264}" type="presParOf" srcId="{8350973C-8030-4D78-94AA-7FD8452961D4}" destId="{49E54D9C-477F-4A0F-9EF5-DE93AD3DC024}" srcOrd="1" destOrd="0" presId="urn:microsoft.com/office/officeart/2018/2/layout/IconLabelDescriptionList"/>
    <dgm:cxn modelId="{C9D81B12-0B99-45C5-AC0E-451FB5FB6323}" type="presParOf" srcId="{8350973C-8030-4D78-94AA-7FD8452961D4}" destId="{CAC8EA65-BA8B-4448-8ECC-F85B422E1752}" srcOrd="2" destOrd="0" presId="urn:microsoft.com/office/officeart/2018/2/layout/IconLabelDescriptionList"/>
    <dgm:cxn modelId="{54671BEB-DBD1-494C-803A-94D3CF9D1AFF}" type="presParOf" srcId="{8350973C-8030-4D78-94AA-7FD8452961D4}" destId="{536E3E9F-90B1-463A-9DF9-9ED2674785C2}" srcOrd="3" destOrd="0" presId="urn:microsoft.com/office/officeart/2018/2/layout/IconLabelDescriptionList"/>
    <dgm:cxn modelId="{D57A5E7F-7F7A-4929-842B-DB4A3929F492}" type="presParOf" srcId="{8350973C-8030-4D78-94AA-7FD8452961D4}" destId="{3C3E3F0B-AF31-4AD9-9160-DAA30D0D174B}" srcOrd="4" destOrd="0" presId="urn:microsoft.com/office/officeart/2018/2/layout/IconLabelDescriptionList"/>
    <dgm:cxn modelId="{B554076C-AD94-4B37-BE88-14C82734895A}" type="presParOf" srcId="{A26FD8F6-1E46-4CA6-A115-5ED77BBC4D48}" destId="{320B5F45-8AFC-4433-B65A-717EE9A63924}" srcOrd="3" destOrd="0" presId="urn:microsoft.com/office/officeart/2018/2/layout/IconLabelDescriptionList"/>
    <dgm:cxn modelId="{B02ADDF5-E53A-45BC-8F8E-1001EF2CB1F8}" type="presParOf" srcId="{A26FD8F6-1E46-4CA6-A115-5ED77BBC4D48}" destId="{2AC971DB-A34B-4367-8D5D-B2D33991BFB7}" srcOrd="4" destOrd="0" presId="urn:microsoft.com/office/officeart/2018/2/layout/IconLabelDescriptionList"/>
    <dgm:cxn modelId="{DC73FA03-C80A-4157-8308-0F870A56559F}" type="presParOf" srcId="{2AC971DB-A34B-4367-8D5D-B2D33991BFB7}" destId="{EADC64AC-66C9-40B9-AAC4-45BC66971A98}" srcOrd="0" destOrd="0" presId="urn:microsoft.com/office/officeart/2018/2/layout/IconLabelDescriptionList"/>
    <dgm:cxn modelId="{AD4E776E-262E-43A1-B6FC-186B273F5C18}" type="presParOf" srcId="{2AC971DB-A34B-4367-8D5D-B2D33991BFB7}" destId="{DD0A74CE-3F92-40D5-BD73-EBDABC8FB457}" srcOrd="1" destOrd="0" presId="urn:microsoft.com/office/officeart/2018/2/layout/IconLabelDescriptionList"/>
    <dgm:cxn modelId="{D43F5440-2BE1-4F8B-B92A-46FCDE88D603}" type="presParOf" srcId="{2AC971DB-A34B-4367-8D5D-B2D33991BFB7}" destId="{95108727-2D51-4D43-960F-CE39A0821CDB}" srcOrd="2" destOrd="0" presId="urn:microsoft.com/office/officeart/2018/2/layout/IconLabelDescriptionList"/>
    <dgm:cxn modelId="{6F3B8D6C-EFAD-4F63-A61E-B7ED443A84F8}" type="presParOf" srcId="{2AC971DB-A34B-4367-8D5D-B2D33991BFB7}" destId="{FD699ED3-6D8C-489D-9BE8-73AA26D1EFED}" srcOrd="3" destOrd="0" presId="urn:microsoft.com/office/officeart/2018/2/layout/IconLabelDescriptionList"/>
    <dgm:cxn modelId="{91F980C8-92E7-4349-9787-EA5B043F4A3D}" type="presParOf" srcId="{2AC971DB-A34B-4367-8D5D-B2D33991BFB7}" destId="{8E8B024D-8F60-4D5E-96FD-8ADB7620CFE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0751682-F441-44A4-8B5D-1A8196FD4307}">
      <dgm:prSet/>
      <dgm:spPr/>
      <dgm:t>
        <a:bodyPr/>
        <a:lstStyle/>
        <a:p>
          <a:pPr>
            <a:lnSpc>
              <a:spcPct val="100000"/>
            </a:lnSpc>
            <a:defRPr b="1"/>
          </a:pPr>
          <a:r>
            <a:rPr lang="tr-TR"/>
            <a:t>Involvement</a:t>
          </a:r>
          <a:endParaRPr lang="en-US"/>
        </a:p>
      </dgm:t>
    </dgm:pt>
    <dgm:pt modelId="{9D6FEEEF-C683-4DA4-AA70-073B47E72A47}" type="parTrans" cxnId="{91AC62B3-017D-4143-BC93-0CAED70F1644}">
      <dgm:prSet/>
      <dgm:spPr/>
      <dgm:t>
        <a:bodyPr/>
        <a:lstStyle/>
        <a:p>
          <a:endParaRPr lang="en-US"/>
        </a:p>
      </dgm:t>
    </dgm:pt>
    <dgm:pt modelId="{D517C4A3-0E2A-460D-AC35-8B2E624E1FB7}" type="sibTrans" cxnId="{91AC62B3-017D-4143-BC93-0CAED70F1644}">
      <dgm:prSet/>
      <dgm:spPr/>
      <dgm:t>
        <a:bodyPr/>
        <a:lstStyle/>
        <a:p>
          <a:endParaRPr lang="en-US"/>
        </a:p>
      </dgm:t>
    </dgm:pt>
    <dgm:pt modelId="{36412028-780F-4728-9195-34D59403D6CC}">
      <dgm:prSet/>
      <dgm:spPr/>
      <dgm:t>
        <a:bodyPr/>
        <a:lstStyle/>
        <a:p>
          <a:pPr>
            <a:lnSpc>
              <a:spcPct val="100000"/>
            </a:lnSpc>
          </a:pPr>
          <a:r>
            <a:rPr lang="tr-TR"/>
            <a:t>anyone can participate</a:t>
          </a:r>
          <a:endParaRPr lang="en-US"/>
        </a:p>
      </dgm:t>
    </dgm:pt>
    <dgm:pt modelId="{78A47117-C2FA-4E92-9000-2D9F36E639C4}" type="parTrans" cxnId="{EB96A85B-D042-4348-93DF-0A1D4B35687B}">
      <dgm:prSet/>
      <dgm:spPr/>
      <dgm:t>
        <a:bodyPr/>
        <a:lstStyle/>
        <a:p>
          <a:endParaRPr lang="tr-TR"/>
        </a:p>
      </dgm:t>
    </dgm:pt>
    <dgm:pt modelId="{A0526650-07D0-48E8-BB01-8BD3D967EACC}" type="sibTrans" cxnId="{EB96A85B-D042-4348-93DF-0A1D4B35687B}">
      <dgm:prSet/>
      <dgm:spPr/>
      <dgm:t>
        <a:bodyPr/>
        <a:lstStyle/>
        <a:p>
          <a:endParaRPr lang="tr-TR"/>
        </a:p>
      </dgm:t>
    </dgm:pt>
    <dgm:pt modelId="{9C54F2EF-C145-43BE-A818-B1DC5A38DFBB}">
      <dgm:prSet/>
      <dgm:spPr/>
      <dgm:t>
        <a:bodyPr/>
        <a:lstStyle/>
        <a:p>
          <a:pPr>
            <a:lnSpc>
              <a:spcPct val="100000"/>
            </a:lnSpc>
          </a:pPr>
          <a:r>
            <a:rPr lang="tr-TR"/>
            <a:t>a </a:t>
          </a:r>
          <a:r>
            <a:rPr lang="tr-TR" err="1"/>
            <a:t>device</a:t>
          </a:r>
          <a:endParaRPr lang="en-US"/>
        </a:p>
      </dgm:t>
    </dgm:pt>
    <dgm:pt modelId="{76F96920-5A98-4611-8648-B33DD5167E27}" type="parTrans" cxnId="{6A9A8A5C-112B-4C05-8AFB-C870CD035B53}">
      <dgm:prSet/>
      <dgm:spPr/>
      <dgm:t>
        <a:bodyPr/>
        <a:lstStyle/>
        <a:p>
          <a:endParaRPr lang="tr-TR"/>
        </a:p>
      </dgm:t>
    </dgm:pt>
    <dgm:pt modelId="{EE5EB4CB-DC64-484C-8A9C-AD04DAD31172}" type="sibTrans" cxnId="{6A9A8A5C-112B-4C05-8AFB-C870CD035B53}">
      <dgm:prSet/>
      <dgm:spPr/>
      <dgm:t>
        <a:bodyPr/>
        <a:lstStyle/>
        <a:p>
          <a:endParaRPr lang="tr-TR"/>
        </a:p>
      </dgm:t>
    </dgm:pt>
    <dgm:pt modelId="{0967D958-F5C9-496F-AE20-2A7A0BB0E83D}">
      <dgm:prSet/>
      <dgm:spPr/>
      <dgm:t>
        <a:bodyPr/>
        <a:lstStyle/>
        <a:p>
          <a:pPr>
            <a:lnSpc>
              <a:spcPct val="100000"/>
            </a:lnSpc>
            <a:defRPr b="1"/>
          </a:pPr>
          <a:r>
            <a:rPr lang="tr-TR" err="1"/>
            <a:t>Requirement</a:t>
          </a:r>
          <a:endParaRPr lang="en-US"/>
        </a:p>
      </dgm:t>
    </dgm:pt>
    <dgm:pt modelId="{55968D5A-0046-40A6-ABAE-07D1A5EC9DE4}" type="parTrans" cxnId="{0A9A8839-CD09-491E-A065-F2AE2B3A7963}">
      <dgm:prSet/>
      <dgm:spPr/>
      <dgm:t>
        <a:bodyPr/>
        <a:lstStyle/>
        <a:p>
          <a:endParaRPr lang="tr-TR"/>
        </a:p>
      </dgm:t>
    </dgm:pt>
    <dgm:pt modelId="{0B99EACD-037E-4ED9-9B46-002D66CACB3B}" type="sibTrans" cxnId="{0A9A8839-CD09-491E-A065-F2AE2B3A7963}">
      <dgm:prSet/>
      <dgm:spPr/>
      <dgm:t>
        <a:bodyPr/>
        <a:lstStyle/>
        <a:p>
          <a:endParaRPr lang="tr-TR"/>
        </a:p>
      </dgm:t>
    </dgm:pt>
    <dgm:pt modelId="{647A936C-E02E-46A1-BFD3-DE00AB10B57F}">
      <dgm:prSet/>
      <dgm:spPr/>
      <dgm:t>
        <a:bodyPr/>
        <a:lstStyle/>
        <a:p>
          <a:pPr>
            <a:lnSpc>
              <a:spcPct val="100000"/>
            </a:lnSpc>
          </a:pPr>
          <a:r>
            <a:rPr lang="en-US"/>
            <a:t>running the full bitcoin protocol stack</a:t>
          </a:r>
        </a:p>
      </dgm:t>
    </dgm:pt>
    <dgm:pt modelId="{165E677A-411A-487F-BF3B-179B22980B67}" type="parTrans" cxnId="{D2238C92-6D83-4FA2-A65F-506A56F1D5A3}">
      <dgm:prSet/>
      <dgm:spPr/>
      <dgm:t>
        <a:bodyPr/>
        <a:lstStyle/>
        <a:p>
          <a:endParaRPr lang="tr-TR"/>
        </a:p>
      </dgm:t>
    </dgm:pt>
    <dgm:pt modelId="{E9E580E5-C81C-4EFE-8155-3089FE62E22D}" type="sibTrans" cxnId="{D2238C92-6D83-4FA2-A65F-506A56F1D5A3}">
      <dgm:prSet/>
      <dgm:spPr/>
      <dgm:t>
        <a:bodyPr/>
        <a:lstStyle/>
        <a:p>
          <a:endParaRPr lang="tr-TR"/>
        </a:p>
      </dgm:t>
    </dgm:pt>
    <dgm:pt modelId="{A26FD8F6-1E46-4CA6-A115-5ED77BBC4D48}" type="pres">
      <dgm:prSet presAssocID="{FD36A979-FADF-4C85-A454-66DB2778E59A}" presName="root" presStyleCnt="0">
        <dgm:presLayoutVars>
          <dgm:dir/>
          <dgm:resizeHandles val="exact"/>
        </dgm:presLayoutVars>
      </dgm:prSet>
      <dgm:spPr/>
    </dgm:pt>
    <dgm:pt modelId="{22DAF525-89D1-4DC3-9D5F-3F1481BAF435}" type="pres">
      <dgm:prSet presAssocID="{70751682-F441-44A4-8B5D-1A8196FD4307}" presName="compNode" presStyleCnt="0"/>
      <dgm:spPr/>
    </dgm:pt>
    <dgm:pt modelId="{52762B2F-4500-4E5C-955A-C78B7DA1B4B3}" type="pres">
      <dgm:prSet presAssocID="{70751682-F441-44A4-8B5D-1A8196FD430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D494C98-B27D-4B97-BCCB-E7C374959FAC}" type="pres">
      <dgm:prSet presAssocID="{70751682-F441-44A4-8B5D-1A8196FD4307}" presName="iconSpace" presStyleCnt="0"/>
      <dgm:spPr/>
    </dgm:pt>
    <dgm:pt modelId="{DF30E131-82DC-422E-8771-E1B1F80D0591}" type="pres">
      <dgm:prSet presAssocID="{70751682-F441-44A4-8B5D-1A8196FD4307}" presName="parTx" presStyleLbl="revTx" presStyleIdx="0" presStyleCnt="4">
        <dgm:presLayoutVars>
          <dgm:chMax val="0"/>
          <dgm:chPref val="0"/>
        </dgm:presLayoutVars>
      </dgm:prSet>
      <dgm:spPr/>
    </dgm:pt>
    <dgm:pt modelId="{A83303BA-3040-4322-9113-143CFCCCD1D0}" type="pres">
      <dgm:prSet presAssocID="{70751682-F441-44A4-8B5D-1A8196FD4307}" presName="txSpace" presStyleCnt="0"/>
      <dgm:spPr/>
    </dgm:pt>
    <dgm:pt modelId="{52248CD7-3864-48A8-BFDD-75EB9649D053}" type="pres">
      <dgm:prSet presAssocID="{70751682-F441-44A4-8B5D-1A8196FD4307}" presName="desTx" presStyleLbl="revTx" presStyleIdx="1" presStyleCnt="4">
        <dgm:presLayoutVars/>
      </dgm:prSet>
      <dgm:spPr/>
    </dgm:pt>
    <dgm:pt modelId="{E3000936-D417-4740-8C6F-4E3CF49E2F60}" type="pres">
      <dgm:prSet presAssocID="{D517C4A3-0E2A-460D-AC35-8B2E624E1FB7}" presName="sibTrans" presStyleCnt="0"/>
      <dgm:spPr/>
    </dgm:pt>
    <dgm:pt modelId="{D248449B-A1AB-4132-BB79-D624FFAD262A}" type="pres">
      <dgm:prSet presAssocID="{0967D958-F5C9-496F-AE20-2A7A0BB0E83D}" presName="compNode" presStyleCnt="0"/>
      <dgm:spPr/>
    </dgm:pt>
    <dgm:pt modelId="{058DEA02-7783-468B-A023-061A9E95D507}" type="pres">
      <dgm:prSet presAssocID="{0967D958-F5C9-496F-AE20-2A7A0BB0E83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E414ACE6-662A-497E-830F-1A8C8E8C42A6}" type="pres">
      <dgm:prSet presAssocID="{0967D958-F5C9-496F-AE20-2A7A0BB0E83D}" presName="iconSpace" presStyleCnt="0"/>
      <dgm:spPr/>
    </dgm:pt>
    <dgm:pt modelId="{93799FC8-47DE-4EA1-9072-D286A9DA275F}" type="pres">
      <dgm:prSet presAssocID="{0967D958-F5C9-496F-AE20-2A7A0BB0E83D}" presName="parTx" presStyleLbl="revTx" presStyleIdx="2" presStyleCnt="4">
        <dgm:presLayoutVars>
          <dgm:chMax val="0"/>
          <dgm:chPref val="0"/>
        </dgm:presLayoutVars>
      </dgm:prSet>
      <dgm:spPr/>
    </dgm:pt>
    <dgm:pt modelId="{59EC483E-5730-4011-A5E6-D8973A3C2E60}" type="pres">
      <dgm:prSet presAssocID="{0967D958-F5C9-496F-AE20-2A7A0BB0E83D}" presName="txSpace" presStyleCnt="0"/>
      <dgm:spPr/>
    </dgm:pt>
    <dgm:pt modelId="{74E9F8D9-3BD0-4B98-A5F2-658777C7B3C4}" type="pres">
      <dgm:prSet presAssocID="{0967D958-F5C9-496F-AE20-2A7A0BB0E83D}" presName="desTx" presStyleLbl="revTx" presStyleIdx="3" presStyleCnt="4">
        <dgm:presLayoutVars/>
      </dgm:prSet>
      <dgm:spPr/>
    </dgm:pt>
  </dgm:ptLst>
  <dgm:cxnLst>
    <dgm:cxn modelId="{1B53A301-DC58-46F6-A261-89FD180EA113}" type="presOf" srcId="{70751682-F441-44A4-8B5D-1A8196FD4307}" destId="{DF30E131-82DC-422E-8771-E1B1F80D0591}" srcOrd="0" destOrd="0" presId="urn:microsoft.com/office/officeart/2018/2/layout/IconLabelDescriptionList"/>
    <dgm:cxn modelId="{0A9A8839-CD09-491E-A065-F2AE2B3A7963}" srcId="{FD36A979-FADF-4C85-A454-66DB2778E59A}" destId="{0967D958-F5C9-496F-AE20-2A7A0BB0E83D}" srcOrd="1" destOrd="0" parTransId="{55968D5A-0046-40A6-ABAE-07D1A5EC9DE4}" sibTransId="{0B99EACD-037E-4ED9-9B46-002D66CACB3B}"/>
    <dgm:cxn modelId="{EB96A85B-D042-4348-93DF-0A1D4B35687B}" srcId="{70751682-F441-44A4-8B5D-1A8196FD4307}" destId="{36412028-780F-4728-9195-34D59403D6CC}" srcOrd="0" destOrd="0" parTransId="{78A47117-C2FA-4E92-9000-2D9F36E639C4}" sibTransId="{A0526650-07D0-48E8-BB01-8BD3D967EACC}"/>
    <dgm:cxn modelId="{6A9A8A5C-112B-4C05-8AFB-C870CD035B53}" srcId="{0967D958-F5C9-496F-AE20-2A7A0BB0E83D}" destId="{9C54F2EF-C145-43BE-A818-B1DC5A38DFBB}" srcOrd="0" destOrd="0" parTransId="{76F96920-5A98-4611-8648-B33DD5167E27}" sibTransId="{EE5EB4CB-DC64-484C-8A9C-AD04DAD31172}"/>
    <dgm:cxn modelId="{D34DF777-C3F3-410B-B899-AC4A576D438F}" type="presOf" srcId="{0967D958-F5C9-496F-AE20-2A7A0BB0E83D}" destId="{93799FC8-47DE-4EA1-9072-D286A9DA275F}" srcOrd="0" destOrd="0" presId="urn:microsoft.com/office/officeart/2018/2/layout/IconLabelDescriptionList"/>
    <dgm:cxn modelId="{8D00C285-ED82-4BFB-A63E-0ACD2137A8C1}" type="presOf" srcId="{647A936C-E02E-46A1-BFD3-DE00AB10B57F}" destId="{74E9F8D9-3BD0-4B98-A5F2-658777C7B3C4}" srcOrd="0" destOrd="1" presId="urn:microsoft.com/office/officeart/2018/2/layout/IconLabelDescriptionList"/>
    <dgm:cxn modelId="{D2238C92-6D83-4FA2-A65F-506A56F1D5A3}" srcId="{0967D958-F5C9-496F-AE20-2A7A0BB0E83D}" destId="{647A936C-E02E-46A1-BFD3-DE00AB10B57F}" srcOrd="1" destOrd="0" parTransId="{165E677A-411A-487F-BF3B-179B22980B67}" sibTransId="{E9E580E5-C81C-4EFE-8155-3089FE62E22D}"/>
    <dgm:cxn modelId="{91AC62B3-017D-4143-BC93-0CAED70F1644}" srcId="{FD36A979-FADF-4C85-A454-66DB2778E59A}" destId="{70751682-F441-44A4-8B5D-1A8196FD4307}" srcOrd="0" destOrd="0" parTransId="{9D6FEEEF-C683-4DA4-AA70-073B47E72A47}" sibTransId="{D517C4A3-0E2A-460D-AC35-8B2E624E1FB7}"/>
    <dgm:cxn modelId="{EDBDF8CC-8096-4997-8D3E-7B057B894F69}" type="presOf" srcId="{36412028-780F-4728-9195-34D59403D6CC}" destId="{52248CD7-3864-48A8-BFDD-75EB9649D053}" srcOrd="0" destOrd="0" presId="urn:microsoft.com/office/officeart/2018/2/layout/IconLabelDescriptionList"/>
    <dgm:cxn modelId="{11A70ADB-9567-4F63-91FC-68DF15BAAB07}" type="presOf" srcId="{9C54F2EF-C145-43BE-A818-B1DC5A38DFBB}" destId="{74E9F8D9-3BD0-4B98-A5F2-658777C7B3C4}" srcOrd="0" destOrd="0" presId="urn:microsoft.com/office/officeart/2018/2/layout/IconLabelDescriptionList"/>
    <dgm:cxn modelId="{EBA4C8E0-2B59-4A09-A20F-FE01D97471EF}" type="presOf" srcId="{FD36A979-FADF-4C85-A454-66DB2778E59A}" destId="{A26FD8F6-1E46-4CA6-A115-5ED77BBC4D48}" srcOrd="0" destOrd="0" presId="urn:microsoft.com/office/officeart/2018/2/layout/IconLabelDescriptionList"/>
    <dgm:cxn modelId="{C7A00B28-52C7-4383-96F9-EE1F2B6C50BE}" type="presParOf" srcId="{A26FD8F6-1E46-4CA6-A115-5ED77BBC4D48}" destId="{22DAF525-89D1-4DC3-9D5F-3F1481BAF435}" srcOrd="0" destOrd="0" presId="urn:microsoft.com/office/officeart/2018/2/layout/IconLabelDescriptionList"/>
    <dgm:cxn modelId="{CDC675FF-4F5A-4292-A8A4-B7DBA98DA016}" type="presParOf" srcId="{22DAF525-89D1-4DC3-9D5F-3F1481BAF435}" destId="{52762B2F-4500-4E5C-955A-C78B7DA1B4B3}" srcOrd="0" destOrd="0" presId="urn:microsoft.com/office/officeart/2018/2/layout/IconLabelDescriptionList"/>
    <dgm:cxn modelId="{8ED7658C-9F28-40A5-ABD7-8F370400548A}" type="presParOf" srcId="{22DAF525-89D1-4DC3-9D5F-3F1481BAF435}" destId="{2D494C98-B27D-4B97-BCCB-E7C374959FAC}" srcOrd="1" destOrd="0" presId="urn:microsoft.com/office/officeart/2018/2/layout/IconLabelDescriptionList"/>
    <dgm:cxn modelId="{F8854CF9-557B-45AE-8353-459D7A2E7314}" type="presParOf" srcId="{22DAF525-89D1-4DC3-9D5F-3F1481BAF435}" destId="{DF30E131-82DC-422E-8771-E1B1F80D0591}" srcOrd="2" destOrd="0" presId="urn:microsoft.com/office/officeart/2018/2/layout/IconLabelDescriptionList"/>
    <dgm:cxn modelId="{65DA8B50-27B3-468F-93B0-53F7B8B531EA}" type="presParOf" srcId="{22DAF525-89D1-4DC3-9D5F-3F1481BAF435}" destId="{A83303BA-3040-4322-9113-143CFCCCD1D0}" srcOrd="3" destOrd="0" presId="urn:microsoft.com/office/officeart/2018/2/layout/IconLabelDescriptionList"/>
    <dgm:cxn modelId="{5A201A9A-F377-4721-9C6C-8B853C62160E}" type="presParOf" srcId="{22DAF525-89D1-4DC3-9D5F-3F1481BAF435}" destId="{52248CD7-3864-48A8-BFDD-75EB9649D053}" srcOrd="4" destOrd="0" presId="urn:microsoft.com/office/officeart/2018/2/layout/IconLabelDescriptionList"/>
    <dgm:cxn modelId="{6B5375AA-7A4F-43EA-A6E2-91B5EC3C053E}" type="presParOf" srcId="{A26FD8F6-1E46-4CA6-A115-5ED77BBC4D48}" destId="{E3000936-D417-4740-8C6F-4E3CF49E2F60}" srcOrd="1" destOrd="0" presId="urn:microsoft.com/office/officeart/2018/2/layout/IconLabelDescriptionList"/>
    <dgm:cxn modelId="{315B1EE5-AAB2-418C-9ACB-8E051C9FBC4C}" type="presParOf" srcId="{A26FD8F6-1E46-4CA6-A115-5ED77BBC4D48}" destId="{D248449B-A1AB-4132-BB79-D624FFAD262A}" srcOrd="2" destOrd="0" presId="urn:microsoft.com/office/officeart/2018/2/layout/IconLabelDescriptionList"/>
    <dgm:cxn modelId="{65B8C78A-B6CA-4615-B853-7F1D0381CD71}" type="presParOf" srcId="{D248449B-A1AB-4132-BB79-D624FFAD262A}" destId="{058DEA02-7783-468B-A023-061A9E95D507}" srcOrd="0" destOrd="0" presId="urn:microsoft.com/office/officeart/2018/2/layout/IconLabelDescriptionList"/>
    <dgm:cxn modelId="{85626E75-05E1-48C5-A164-D765E94B4972}" type="presParOf" srcId="{D248449B-A1AB-4132-BB79-D624FFAD262A}" destId="{E414ACE6-662A-497E-830F-1A8C8E8C42A6}" srcOrd="1" destOrd="0" presId="urn:microsoft.com/office/officeart/2018/2/layout/IconLabelDescriptionList"/>
    <dgm:cxn modelId="{15F984F9-8FAD-4839-A58E-44BC035B690E}" type="presParOf" srcId="{D248449B-A1AB-4132-BB79-D624FFAD262A}" destId="{93799FC8-47DE-4EA1-9072-D286A9DA275F}" srcOrd="2" destOrd="0" presId="urn:microsoft.com/office/officeart/2018/2/layout/IconLabelDescriptionList"/>
    <dgm:cxn modelId="{5056BBED-F10A-4591-A8A1-6BCB7C733C1E}" type="presParOf" srcId="{D248449B-A1AB-4132-BB79-D624FFAD262A}" destId="{59EC483E-5730-4011-A5E6-D8973A3C2E60}" srcOrd="3" destOrd="0" presId="urn:microsoft.com/office/officeart/2018/2/layout/IconLabelDescriptionList"/>
    <dgm:cxn modelId="{9B8324C4-7863-4583-AF5B-26B311AF940B}" type="presParOf" srcId="{D248449B-A1AB-4132-BB79-D624FFAD262A}" destId="{74E9F8D9-3BD0-4B98-A5F2-658777C7B3C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29C5F43-E8F2-461C-AFD8-2991E586BBEE}">
      <dgm:prSet/>
      <dgm:spPr/>
      <dgm:t>
        <a:bodyPr/>
        <a:lstStyle/>
        <a:p>
          <a:pPr>
            <a:lnSpc>
              <a:spcPct val="100000"/>
            </a:lnSpc>
            <a:defRPr b="1"/>
          </a:pPr>
          <a:r>
            <a:rPr lang="tr-TR" err="1"/>
            <a:t>Duration</a:t>
          </a:r>
          <a:endParaRPr lang="en-US"/>
        </a:p>
      </dgm:t>
    </dgm:pt>
    <dgm:pt modelId="{242A4F21-F48C-497D-898E-A6F7B43A562A}" type="parTrans" cxnId="{A84A4F3A-86E4-4F89-B7BC-E9A7C41599CD}">
      <dgm:prSet/>
      <dgm:spPr/>
      <dgm:t>
        <a:bodyPr/>
        <a:lstStyle/>
        <a:p>
          <a:endParaRPr lang="en-US"/>
        </a:p>
      </dgm:t>
    </dgm:pt>
    <dgm:pt modelId="{5231EFE2-45EB-442F-BF4C-FCD1C0172183}" type="sibTrans" cxnId="{A84A4F3A-86E4-4F89-B7BC-E9A7C41599CD}">
      <dgm:prSet/>
      <dgm:spPr/>
      <dgm:t>
        <a:bodyPr/>
        <a:lstStyle/>
        <a:p>
          <a:endParaRPr lang="en-US"/>
        </a:p>
      </dgm:t>
    </dgm:pt>
    <dgm:pt modelId="{85FADD84-AF4B-42F3-BB7B-8C436BA43752}">
      <dgm:prSet/>
      <dgm:spPr/>
      <dgm:t>
        <a:bodyPr/>
        <a:lstStyle/>
        <a:p>
          <a:pPr>
            <a:lnSpc>
              <a:spcPct val="100000"/>
            </a:lnSpc>
          </a:pPr>
          <a:r>
            <a:rPr lang="en-US"/>
            <a:t>on average</a:t>
          </a:r>
        </a:p>
      </dgm:t>
    </dgm:pt>
    <dgm:pt modelId="{14157535-C6CB-4509-A148-5A686FDD2294}" type="parTrans" cxnId="{6FE0360F-9F2E-405B-B7ED-03EA587AADA7}">
      <dgm:prSet/>
      <dgm:spPr/>
      <dgm:t>
        <a:bodyPr/>
        <a:lstStyle/>
        <a:p>
          <a:endParaRPr lang="en-US"/>
        </a:p>
      </dgm:t>
    </dgm:pt>
    <dgm:pt modelId="{74B4D017-1B1A-47B2-A1E5-11A6C199AF9E}" type="sibTrans" cxnId="{6FE0360F-9F2E-405B-B7ED-03EA587AADA7}">
      <dgm:prSet/>
      <dgm:spPr/>
      <dgm:t>
        <a:bodyPr/>
        <a:lstStyle/>
        <a:p>
          <a:endParaRPr lang="en-US"/>
        </a:p>
      </dgm:t>
    </dgm:pt>
    <dgm:pt modelId="{0B0B8DE1-0160-4E61-85E2-E27DFB7AECCF}">
      <dgm:prSet/>
      <dgm:spPr/>
      <dgm:t>
        <a:bodyPr/>
        <a:lstStyle/>
        <a:p>
          <a:pPr>
            <a:lnSpc>
              <a:spcPct val="100000"/>
            </a:lnSpc>
          </a:pPr>
          <a:r>
            <a:rPr lang="en-US"/>
            <a:t>to validate the transactions</a:t>
          </a:r>
        </a:p>
      </dgm:t>
    </dgm:pt>
    <dgm:pt modelId="{01F7D5C6-EFE2-477A-9934-72F1B97A45E3}" type="parTrans" cxnId="{6261487A-87F4-4DFA-A12C-6C407FA22710}">
      <dgm:prSet/>
      <dgm:spPr/>
    </dgm:pt>
    <dgm:pt modelId="{6BCE8133-0DFF-412D-8AE4-E0302C65D271}" type="sibTrans" cxnId="{6261487A-87F4-4DFA-A12C-6C407FA22710}">
      <dgm:prSet/>
      <dgm:spPr/>
    </dgm:pt>
    <dgm:pt modelId="{20A2526B-FC24-4222-901A-A301089AB0FA}">
      <dgm:prSet/>
      <dgm:spPr/>
      <dgm:t>
        <a:bodyPr/>
        <a:lstStyle/>
        <a:p>
          <a:pPr>
            <a:lnSpc>
              <a:spcPct val="100000"/>
            </a:lnSpc>
          </a:pPr>
          <a:r>
            <a:rPr lang="en-US"/>
            <a:t>a bitcoin miner is able</a:t>
          </a:r>
        </a:p>
      </dgm:t>
    </dgm:pt>
    <dgm:pt modelId="{9D378489-2107-4361-AD94-9CC4BEFCE44A}" type="parTrans" cxnId="{36C6036F-8933-4F0F-BE13-0B5D89363F4E}">
      <dgm:prSet/>
      <dgm:spPr/>
    </dgm:pt>
    <dgm:pt modelId="{4E695FAB-9004-411B-933B-D7E486B1C29E}" type="sibTrans" cxnId="{36C6036F-8933-4F0F-BE13-0B5D89363F4E}">
      <dgm:prSet/>
      <dgm:spPr/>
    </dgm:pt>
    <dgm:pt modelId="{34D4C981-C160-4019-8487-0C330A297CB4}">
      <dgm:prSet/>
      <dgm:spPr/>
      <dgm:t>
        <a:bodyPr/>
        <a:lstStyle/>
        <a:p>
          <a:pPr>
            <a:lnSpc>
              <a:spcPct val="100000"/>
            </a:lnSpc>
            <a:defRPr b="1"/>
          </a:pPr>
          <a:r>
            <a:rPr lang="tr-TR"/>
            <a:t>10 </a:t>
          </a:r>
          <a:r>
            <a:rPr lang="tr-TR" err="1"/>
            <a:t>Minutes</a:t>
          </a:r>
          <a:endParaRPr lang="en-US"/>
        </a:p>
      </dgm:t>
    </dgm:pt>
    <dgm:pt modelId="{0EED22ED-8704-4761-94C1-5F3C25C2BF6F}" type="parTrans" cxnId="{DD05D4D2-FCB5-47C7-A8B2-5722EA1379A3}">
      <dgm:prSet/>
      <dgm:spPr/>
    </dgm:pt>
    <dgm:pt modelId="{616C2B71-6569-404A-8247-BBD04F9F06D5}" type="sibTrans" cxnId="{DD05D4D2-FCB5-47C7-A8B2-5722EA1379A3}">
      <dgm:prSet/>
      <dgm:spPr/>
    </dgm:pt>
    <dgm:pt modelId="{92B0064B-36EF-41EF-9458-6AFEF4580B0B}">
      <dgm:prSet/>
      <dgm:spPr/>
      <dgm:t>
        <a:bodyPr/>
        <a:lstStyle/>
        <a:p>
          <a:pPr>
            <a:lnSpc>
              <a:spcPct val="100000"/>
            </a:lnSpc>
          </a:pPr>
          <a:r>
            <a:rPr lang="tr-TR" err="1"/>
            <a:t>To</a:t>
          </a:r>
          <a:r>
            <a:rPr lang="tr-TR"/>
            <a:t> </a:t>
          </a:r>
          <a:r>
            <a:rPr lang="tr-TR" err="1"/>
            <a:t>validate</a:t>
          </a:r>
          <a:endParaRPr lang="en-US"/>
        </a:p>
      </dgm:t>
    </dgm:pt>
    <dgm:pt modelId="{0D7A3C02-C459-491C-B0CE-28D7E9F2927F}" type="parTrans" cxnId="{1FFE4E8A-9AF1-4297-9D81-E6D14AEE3B1E}">
      <dgm:prSet/>
      <dgm:spPr/>
    </dgm:pt>
    <dgm:pt modelId="{3B7BF952-CCC7-4E5C-B668-652B6B9B12D6}" type="sibTrans" cxnId="{1FFE4E8A-9AF1-4297-9D81-E6D14AEE3B1E}">
      <dgm:prSet/>
      <dgm:spPr/>
    </dgm:pt>
    <dgm:pt modelId="{4BB7163D-9862-4BD2-A1B3-B9F92A3BB1AA}">
      <dgm:prSet/>
      <dgm:spPr/>
      <dgm:t>
        <a:bodyPr/>
        <a:lstStyle/>
        <a:p>
          <a:pPr>
            <a:lnSpc>
              <a:spcPct val="100000"/>
            </a:lnSpc>
          </a:pPr>
          <a:r>
            <a:rPr lang="tr-TR" err="1"/>
            <a:t>One</a:t>
          </a:r>
          <a:r>
            <a:rPr lang="tr-TR"/>
            <a:t> </a:t>
          </a:r>
          <a:r>
            <a:rPr lang="tr-TR" err="1"/>
            <a:t>block</a:t>
          </a:r>
          <a:r>
            <a:rPr lang="tr-TR"/>
            <a:t> of </a:t>
          </a:r>
          <a:r>
            <a:rPr lang="tr-TR" err="1"/>
            <a:t>transaction</a:t>
          </a:r>
          <a:endParaRPr lang="en-US"/>
        </a:p>
      </dgm:t>
    </dgm:pt>
    <dgm:pt modelId="{1ED39515-71F2-4D6A-A27A-D6BB7BF93911}" type="parTrans" cxnId="{2A557E3E-8DBD-4CD4-9405-0725ED0922FE}">
      <dgm:prSet/>
      <dgm:spPr/>
    </dgm:pt>
    <dgm:pt modelId="{9FAC297A-E58B-4579-BDF4-C9939D339C7A}" type="sibTrans" cxnId="{2A557E3E-8DBD-4CD4-9405-0725ED0922FE}">
      <dgm:prSet/>
      <dgm:spPr/>
    </dgm:pt>
    <dgm:pt modelId="{A26FD8F6-1E46-4CA6-A115-5ED77BBC4D48}" type="pres">
      <dgm:prSet presAssocID="{FD36A979-FADF-4C85-A454-66DB2778E59A}" presName="root" presStyleCnt="0">
        <dgm:presLayoutVars>
          <dgm:dir/>
          <dgm:resizeHandles val="exact"/>
        </dgm:presLayoutVars>
      </dgm:prSet>
      <dgm:spPr/>
    </dgm:pt>
    <dgm:pt modelId="{B5B0C5D6-4239-4403-9E58-7B58316580C7}" type="pres">
      <dgm:prSet presAssocID="{D29C5F43-E8F2-461C-AFD8-2991E586BBEE}" presName="compNode" presStyleCnt="0"/>
      <dgm:spPr/>
    </dgm:pt>
    <dgm:pt modelId="{2019AA18-A79E-4328-A5E2-11115B7D9DDF}" type="pres">
      <dgm:prSet presAssocID="{D29C5F43-E8F2-461C-AFD8-2991E586BB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A86D4778-7AC9-4FBA-90AC-69FAB2A1BE74}" type="pres">
      <dgm:prSet presAssocID="{D29C5F43-E8F2-461C-AFD8-2991E586BBEE}" presName="iconSpace" presStyleCnt="0"/>
      <dgm:spPr/>
    </dgm:pt>
    <dgm:pt modelId="{4799F133-5BE2-4530-BB1E-411AA261E52F}" type="pres">
      <dgm:prSet presAssocID="{D29C5F43-E8F2-461C-AFD8-2991E586BBEE}" presName="parTx" presStyleLbl="revTx" presStyleIdx="0" presStyleCnt="4">
        <dgm:presLayoutVars>
          <dgm:chMax val="0"/>
          <dgm:chPref val="0"/>
        </dgm:presLayoutVars>
      </dgm:prSet>
      <dgm:spPr/>
    </dgm:pt>
    <dgm:pt modelId="{1FDDD10C-ECC9-4D90-BA16-6DB5E57B0F77}" type="pres">
      <dgm:prSet presAssocID="{D29C5F43-E8F2-461C-AFD8-2991E586BBEE}" presName="txSpace" presStyleCnt="0"/>
      <dgm:spPr/>
    </dgm:pt>
    <dgm:pt modelId="{0599B9E8-0FAC-4933-93D7-261DBD0EED2A}" type="pres">
      <dgm:prSet presAssocID="{D29C5F43-E8F2-461C-AFD8-2991E586BBEE}" presName="desTx" presStyleLbl="revTx" presStyleIdx="1" presStyleCnt="4">
        <dgm:presLayoutVars/>
      </dgm:prSet>
      <dgm:spPr/>
    </dgm:pt>
    <dgm:pt modelId="{EBDC9FF7-9C95-487E-BF04-04711CF2290A}" type="pres">
      <dgm:prSet presAssocID="{5231EFE2-45EB-442F-BF4C-FCD1C0172183}" presName="sibTrans" presStyleCnt="0"/>
      <dgm:spPr/>
    </dgm:pt>
    <dgm:pt modelId="{42073DCE-7BF4-449E-8882-9D337677E807}" type="pres">
      <dgm:prSet presAssocID="{34D4C981-C160-4019-8487-0C330A297CB4}" presName="compNode" presStyleCnt="0"/>
      <dgm:spPr/>
    </dgm:pt>
    <dgm:pt modelId="{3B7B0B38-4970-44DE-BCA0-6BC8DE7F6726}" type="pres">
      <dgm:prSet presAssocID="{34D4C981-C160-4019-8487-0C330A297CB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0C73264-E0E0-43C5-9575-09B491BFF20E}" type="pres">
      <dgm:prSet presAssocID="{34D4C981-C160-4019-8487-0C330A297CB4}" presName="iconSpace" presStyleCnt="0"/>
      <dgm:spPr/>
    </dgm:pt>
    <dgm:pt modelId="{B505A747-C116-47EE-B1D8-195B7E0CB8C3}" type="pres">
      <dgm:prSet presAssocID="{34D4C981-C160-4019-8487-0C330A297CB4}" presName="parTx" presStyleLbl="revTx" presStyleIdx="2" presStyleCnt="4">
        <dgm:presLayoutVars>
          <dgm:chMax val="0"/>
          <dgm:chPref val="0"/>
        </dgm:presLayoutVars>
      </dgm:prSet>
      <dgm:spPr/>
    </dgm:pt>
    <dgm:pt modelId="{32382E25-F875-48FF-BA6D-14F39A58CB24}" type="pres">
      <dgm:prSet presAssocID="{34D4C981-C160-4019-8487-0C330A297CB4}" presName="txSpace" presStyleCnt="0"/>
      <dgm:spPr/>
    </dgm:pt>
    <dgm:pt modelId="{CA220093-FE82-4816-BDC7-0D38EF6CD822}" type="pres">
      <dgm:prSet presAssocID="{34D4C981-C160-4019-8487-0C330A297CB4}" presName="desTx" presStyleLbl="revTx" presStyleIdx="3" presStyleCnt="4">
        <dgm:presLayoutVars/>
      </dgm:prSet>
      <dgm:spPr/>
    </dgm:pt>
  </dgm:ptLst>
  <dgm:cxnLst>
    <dgm:cxn modelId="{41F64002-8F9F-4305-82B8-0F929C93A879}" type="presOf" srcId="{34D4C981-C160-4019-8487-0C330A297CB4}" destId="{B505A747-C116-47EE-B1D8-195B7E0CB8C3}" srcOrd="0" destOrd="0" presId="urn:microsoft.com/office/officeart/2018/2/layout/IconLabelDescriptionList"/>
    <dgm:cxn modelId="{6FE0360F-9F2E-405B-B7ED-03EA587AADA7}" srcId="{D29C5F43-E8F2-461C-AFD8-2991E586BBEE}" destId="{85FADD84-AF4B-42F3-BB7B-8C436BA43752}" srcOrd="0" destOrd="0" parTransId="{14157535-C6CB-4509-A148-5A686FDD2294}" sibTransId="{74B4D017-1B1A-47B2-A1E5-11A6C199AF9E}"/>
    <dgm:cxn modelId="{7DF9EE14-EDB1-4A0F-BDCE-986F9BBB9E03}" type="presOf" srcId="{4BB7163D-9862-4BD2-A1B3-B9F92A3BB1AA}" destId="{CA220093-FE82-4816-BDC7-0D38EF6CD822}" srcOrd="0" destOrd="1" presId="urn:microsoft.com/office/officeart/2018/2/layout/IconLabelDescriptionList"/>
    <dgm:cxn modelId="{A84A4F3A-86E4-4F89-B7BC-E9A7C41599CD}" srcId="{FD36A979-FADF-4C85-A454-66DB2778E59A}" destId="{D29C5F43-E8F2-461C-AFD8-2991E586BBEE}" srcOrd="0" destOrd="0" parTransId="{242A4F21-F48C-497D-898E-A6F7B43A562A}" sibTransId="{5231EFE2-45EB-442F-BF4C-FCD1C0172183}"/>
    <dgm:cxn modelId="{DE20E83D-EB8A-412C-969D-EED0557A6787}" type="presOf" srcId="{92B0064B-36EF-41EF-9458-6AFEF4580B0B}" destId="{CA220093-FE82-4816-BDC7-0D38EF6CD822}" srcOrd="0" destOrd="0" presId="urn:microsoft.com/office/officeart/2018/2/layout/IconLabelDescriptionList"/>
    <dgm:cxn modelId="{2A557E3E-8DBD-4CD4-9405-0725ED0922FE}" srcId="{34D4C981-C160-4019-8487-0C330A297CB4}" destId="{4BB7163D-9862-4BD2-A1B3-B9F92A3BB1AA}" srcOrd="1" destOrd="0" parTransId="{1ED39515-71F2-4D6A-A27A-D6BB7BF93911}" sibTransId="{9FAC297A-E58B-4579-BDF4-C9939D339C7A}"/>
    <dgm:cxn modelId="{98335567-FF0D-40EA-BCAE-5C9116270EBE}" type="presOf" srcId="{D29C5F43-E8F2-461C-AFD8-2991E586BBEE}" destId="{4799F133-5BE2-4530-BB1E-411AA261E52F}" srcOrd="0" destOrd="0" presId="urn:microsoft.com/office/officeart/2018/2/layout/IconLabelDescriptionList"/>
    <dgm:cxn modelId="{36C6036F-8933-4F0F-BE13-0B5D89363F4E}" srcId="{D29C5F43-E8F2-461C-AFD8-2991E586BBEE}" destId="{20A2526B-FC24-4222-901A-A301089AB0FA}" srcOrd="1" destOrd="0" parTransId="{9D378489-2107-4361-AD94-9CC4BEFCE44A}" sibTransId="{4E695FAB-9004-411B-933B-D7E486B1C29E}"/>
    <dgm:cxn modelId="{6261487A-87F4-4DFA-A12C-6C407FA22710}" srcId="{D29C5F43-E8F2-461C-AFD8-2991E586BBEE}" destId="{0B0B8DE1-0160-4E61-85E2-E27DFB7AECCF}" srcOrd="2" destOrd="0" parTransId="{01F7D5C6-EFE2-477A-9934-72F1B97A45E3}" sibTransId="{6BCE8133-0DFF-412D-8AE4-E0302C65D271}"/>
    <dgm:cxn modelId="{1FFE4E8A-9AF1-4297-9D81-E6D14AEE3B1E}" srcId="{34D4C981-C160-4019-8487-0C330A297CB4}" destId="{92B0064B-36EF-41EF-9458-6AFEF4580B0B}" srcOrd="0" destOrd="0" parTransId="{0D7A3C02-C459-491C-B0CE-28D7E9F2927F}" sibTransId="{3B7BF952-CCC7-4E5C-B668-652B6B9B12D6}"/>
    <dgm:cxn modelId="{F6CC5491-F939-496A-8721-66F1843B8C01}" type="presOf" srcId="{0B0B8DE1-0160-4E61-85E2-E27DFB7AECCF}" destId="{0599B9E8-0FAC-4933-93D7-261DBD0EED2A}" srcOrd="0" destOrd="2" presId="urn:microsoft.com/office/officeart/2018/2/layout/IconLabelDescriptionList"/>
    <dgm:cxn modelId="{936E66A4-2FA2-42C8-9715-01380335D098}" type="presOf" srcId="{85FADD84-AF4B-42F3-BB7B-8C436BA43752}" destId="{0599B9E8-0FAC-4933-93D7-261DBD0EED2A}" srcOrd="0" destOrd="0" presId="urn:microsoft.com/office/officeart/2018/2/layout/IconLabelDescriptionList"/>
    <dgm:cxn modelId="{37C8A1CA-211B-4A34-896E-200B4CA41880}" type="presOf" srcId="{20A2526B-FC24-4222-901A-A301089AB0FA}" destId="{0599B9E8-0FAC-4933-93D7-261DBD0EED2A}" srcOrd="0" destOrd="1" presId="urn:microsoft.com/office/officeart/2018/2/layout/IconLabelDescriptionList"/>
    <dgm:cxn modelId="{DD05D4D2-FCB5-47C7-A8B2-5722EA1379A3}" srcId="{FD36A979-FADF-4C85-A454-66DB2778E59A}" destId="{34D4C981-C160-4019-8487-0C330A297CB4}" srcOrd="1" destOrd="0" parTransId="{0EED22ED-8704-4761-94C1-5F3C25C2BF6F}" sibTransId="{616C2B71-6569-404A-8247-BBD04F9F06D5}"/>
    <dgm:cxn modelId="{EBA4C8E0-2B59-4A09-A20F-FE01D97471EF}" type="presOf" srcId="{FD36A979-FADF-4C85-A454-66DB2778E59A}" destId="{A26FD8F6-1E46-4CA6-A115-5ED77BBC4D48}" srcOrd="0" destOrd="0" presId="urn:microsoft.com/office/officeart/2018/2/layout/IconLabelDescriptionList"/>
    <dgm:cxn modelId="{E1BB1768-C111-4918-959B-767444F1744F}" type="presParOf" srcId="{A26FD8F6-1E46-4CA6-A115-5ED77BBC4D48}" destId="{B5B0C5D6-4239-4403-9E58-7B58316580C7}" srcOrd="0" destOrd="0" presId="urn:microsoft.com/office/officeart/2018/2/layout/IconLabelDescriptionList"/>
    <dgm:cxn modelId="{C69C1E26-C24A-4ABF-A6E0-5E1D0B04A567}" type="presParOf" srcId="{B5B0C5D6-4239-4403-9E58-7B58316580C7}" destId="{2019AA18-A79E-4328-A5E2-11115B7D9DDF}" srcOrd="0" destOrd="0" presId="urn:microsoft.com/office/officeart/2018/2/layout/IconLabelDescriptionList"/>
    <dgm:cxn modelId="{A01C6467-8B92-4ACA-B9F5-D24617081C0A}" type="presParOf" srcId="{B5B0C5D6-4239-4403-9E58-7B58316580C7}" destId="{A86D4778-7AC9-4FBA-90AC-69FAB2A1BE74}" srcOrd="1" destOrd="0" presId="urn:microsoft.com/office/officeart/2018/2/layout/IconLabelDescriptionList"/>
    <dgm:cxn modelId="{3339932B-F2E3-4319-AC41-15F3436F39E6}" type="presParOf" srcId="{B5B0C5D6-4239-4403-9E58-7B58316580C7}" destId="{4799F133-5BE2-4530-BB1E-411AA261E52F}" srcOrd="2" destOrd="0" presId="urn:microsoft.com/office/officeart/2018/2/layout/IconLabelDescriptionList"/>
    <dgm:cxn modelId="{8FF560B8-EA7B-49F5-A9B3-44F2ECCFAF17}" type="presParOf" srcId="{B5B0C5D6-4239-4403-9E58-7B58316580C7}" destId="{1FDDD10C-ECC9-4D90-BA16-6DB5E57B0F77}" srcOrd="3" destOrd="0" presId="urn:microsoft.com/office/officeart/2018/2/layout/IconLabelDescriptionList"/>
    <dgm:cxn modelId="{9A664E3C-DE47-4A26-8A7A-D560CF5A343E}" type="presParOf" srcId="{B5B0C5D6-4239-4403-9E58-7B58316580C7}" destId="{0599B9E8-0FAC-4933-93D7-261DBD0EED2A}" srcOrd="4" destOrd="0" presId="urn:microsoft.com/office/officeart/2018/2/layout/IconLabelDescriptionList"/>
    <dgm:cxn modelId="{5AA98A99-CABE-4972-BCAB-EFEF48AEFD4B}" type="presParOf" srcId="{A26FD8F6-1E46-4CA6-A115-5ED77BBC4D48}" destId="{EBDC9FF7-9C95-487E-BF04-04711CF2290A}" srcOrd="1" destOrd="0" presId="urn:microsoft.com/office/officeart/2018/2/layout/IconLabelDescriptionList"/>
    <dgm:cxn modelId="{DE96C895-24C3-4404-BEE2-2780B4D89FAF}" type="presParOf" srcId="{A26FD8F6-1E46-4CA6-A115-5ED77BBC4D48}" destId="{42073DCE-7BF4-449E-8882-9D337677E807}" srcOrd="2" destOrd="0" presId="urn:microsoft.com/office/officeart/2018/2/layout/IconLabelDescriptionList"/>
    <dgm:cxn modelId="{1C9549D5-5625-49C4-88E7-2B7B97DAEBEF}" type="presParOf" srcId="{42073DCE-7BF4-449E-8882-9D337677E807}" destId="{3B7B0B38-4970-44DE-BCA0-6BC8DE7F6726}" srcOrd="0" destOrd="0" presId="urn:microsoft.com/office/officeart/2018/2/layout/IconLabelDescriptionList"/>
    <dgm:cxn modelId="{3CD61AD2-94AC-40ED-A871-4AAFD04DA70B}" type="presParOf" srcId="{42073DCE-7BF4-449E-8882-9D337677E807}" destId="{50C73264-E0E0-43C5-9575-09B491BFF20E}" srcOrd="1" destOrd="0" presId="urn:microsoft.com/office/officeart/2018/2/layout/IconLabelDescriptionList"/>
    <dgm:cxn modelId="{AC5066B9-EC57-4818-BF38-4D03E2F7E40B}" type="presParOf" srcId="{42073DCE-7BF4-449E-8882-9D337677E807}" destId="{B505A747-C116-47EE-B1D8-195B7E0CB8C3}" srcOrd="2" destOrd="0" presId="urn:microsoft.com/office/officeart/2018/2/layout/IconLabelDescriptionList"/>
    <dgm:cxn modelId="{CAB2A23A-E64E-4589-8C61-6A8D1D8D3D95}" type="presParOf" srcId="{42073DCE-7BF4-449E-8882-9D337677E807}" destId="{32382E25-F875-48FF-BA6D-14F39A58CB24}" srcOrd="3" destOrd="0" presId="urn:microsoft.com/office/officeart/2018/2/layout/IconLabelDescriptionList"/>
    <dgm:cxn modelId="{18090FB7-1BC0-449A-9C7D-0ABEF18F8CE9}" type="presParOf" srcId="{42073DCE-7BF4-449E-8882-9D337677E807}" destId="{CA220093-FE82-4816-BDC7-0D38EF6CD82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3041769B-9D87-4686-971F-805A77D3E9DA}">
      <dgm:prSet/>
      <dgm:spPr/>
      <dgm:t>
        <a:bodyPr/>
        <a:lstStyle/>
        <a:p>
          <a:pPr>
            <a:lnSpc>
              <a:spcPct val="100000"/>
            </a:lnSpc>
            <a:defRPr b="1"/>
          </a:pPr>
          <a:r>
            <a:rPr lang="tr-TR"/>
            <a:t>Minting</a:t>
          </a:r>
          <a:endParaRPr lang="en-US"/>
        </a:p>
      </dgm:t>
    </dgm:pt>
    <dgm:pt modelId="{757A512D-DF5B-4911-B16E-FBE220C9C97D}" type="parTrans" cxnId="{A22568BC-E9B7-428E-B0D3-0DA6F812AE06}">
      <dgm:prSet/>
      <dgm:spPr/>
      <dgm:t>
        <a:bodyPr/>
        <a:lstStyle/>
        <a:p>
          <a:endParaRPr lang="tr-TR"/>
        </a:p>
      </dgm:t>
    </dgm:pt>
    <dgm:pt modelId="{3F08EB4D-2B10-4397-93B9-1332EBB372B9}" type="sibTrans" cxnId="{A22568BC-E9B7-428E-B0D3-0DA6F812AE06}">
      <dgm:prSet/>
      <dgm:spPr/>
      <dgm:t>
        <a:bodyPr/>
        <a:lstStyle/>
        <a:p>
          <a:endParaRPr lang="tr-TR"/>
        </a:p>
      </dgm:t>
    </dgm:pt>
    <dgm:pt modelId="{98534FBA-32EE-4C18-9201-023C7B1DD7E6}">
      <dgm:prSet/>
      <dgm:spPr/>
      <dgm:t>
        <a:bodyPr/>
        <a:lstStyle/>
        <a:p>
          <a:pPr>
            <a:lnSpc>
              <a:spcPct val="100000"/>
            </a:lnSpc>
          </a:pPr>
          <a:r>
            <a:rPr lang="en-US"/>
            <a:t>Bitcoin are created</a:t>
          </a:r>
        </a:p>
      </dgm:t>
    </dgm:pt>
    <dgm:pt modelId="{7B925EF5-23BB-4306-BA8E-3B7E2D68E8F1}" type="parTrans" cxnId="{3A3551CF-8DED-4FA8-9388-4FB43C1F2754}">
      <dgm:prSet/>
      <dgm:spPr/>
      <dgm:t>
        <a:bodyPr/>
        <a:lstStyle/>
        <a:p>
          <a:endParaRPr lang="tr-TR"/>
        </a:p>
      </dgm:t>
    </dgm:pt>
    <dgm:pt modelId="{2075E720-C378-4217-92E4-58DCF724FE38}" type="sibTrans" cxnId="{3A3551CF-8DED-4FA8-9388-4FB43C1F2754}">
      <dgm:prSet/>
      <dgm:spPr/>
      <dgm:t>
        <a:bodyPr/>
        <a:lstStyle/>
        <a:p>
          <a:endParaRPr lang="tr-TR"/>
        </a:p>
      </dgm:t>
    </dgm:pt>
    <dgm:pt modelId="{F6AD182B-5A82-4F00-A28B-D1381429661B}">
      <dgm:prSet/>
      <dgm:spPr/>
      <dgm:t>
        <a:bodyPr/>
        <a:lstStyle/>
        <a:p>
          <a:pPr>
            <a:lnSpc>
              <a:spcPct val="100000"/>
            </a:lnSpc>
            <a:defRPr b="1"/>
          </a:pPr>
          <a:r>
            <a:rPr lang="tr-TR"/>
            <a:t>Reward</a:t>
          </a:r>
          <a:endParaRPr lang="en-US"/>
        </a:p>
      </dgm:t>
    </dgm:pt>
    <dgm:pt modelId="{FB3D754E-58CB-4044-8232-CB94D4214532}" type="parTrans" cxnId="{DD6A3236-7A7B-46D5-BAB6-1ED807FAE82A}">
      <dgm:prSet/>
      <dgm:spPr/>
      <dgm:t>
        <a:bodyPr/>
        <a:lstStyle/>
        <a:p>
          <a:endParaRPr lang="tr-TR"/>
        </a:p>
      </dgm:t>
    </dgm:pt>
    <dgm:pt modelId="{8CFDB0C7-4F55-40E5-BFBB-2B26D1A29504}" type="sibTrans" cxnId="{DD6A3236-7A7B-46D5-BAB6-1ED807FAE82A}">
      <dgm:prSet/>
      <dgm:spPr/>
      <dgm:t>
        <a:bodyPr/>
        <a:lstStyle/>
        <a:p>
          <a:endParaRPr lang="tr-TR"/>
        </a:p>
      </dgm:t>
    </dgm:pt>
    <dgm:pt modelId="{ADEB3FFD-9937-4A8D-9D84-21EF3659AB35}">
      <dgm:prSet/>
      <dgm:spPr/>
      <dgm:t>
        <a:bodyPr/>
        <a:lstStyle/>
        <a:p>
          <a:pPr>
            <a:lnSpc>
              <a:spcPct val="100000"/>
            </a:lnSpc>
          </a:pPr>
          <a:r>
            <a:rPr lang="tr-TR" err="1"/>
            <a:t>Miner</a:t>
          </a:r>
          <a:r>
            <a:rPr lang="en-US"/>
            <a:t> is</a:t>
          </a:r>
          <a:r>
            <a:rPr lang="tr-TR"/>
            <a:t> </a:t>
          </a:r>
          <a:r>
            <a:rPr lang="en-US"/>
            <a:t>rewarded</a:t>
          </a:r>
        </a:p>
      </dgm:t>
    </dgm:pt>
    <dgm:pt modelId="{766F9DA9-393D-47A1-B26A-3BBB451187A6}" type="parTrans" cxnId="{54FE3E34-6911-4AC4-81FC-DF72FD0FBF65}">
      <dgm:prSet/>
      <dgm:spPr/>
      <dgm:t>
        <a:bodyPr/>
        <a:lstStyle/>
        <a:p>
          <a:endParaRPr lang="tr-TR"/>
        </a:p>
      </dgm:t>
    </dgm:pt>
    <dgm:pt modelId="{4F7A2FE9-EA04-4B08-B935-FBEFA591036E}" type="sibTrans" cxnId="{54FE3E34-6911-4AC4-81FC-DF72FD0FBF65}">
      <dgm:prSet/>
      <dgm:spPr/>
      <dgm:t>
        <a:bodyPr/>
        <a:lstStyle/>
        <a:p>
          <a:endParaRPr lang="tr-TR"/>
        </a:p>
      </dgm:t>
    </dgm:pt>
    <dgm:pt modelId="{2D24F70C-327D-47D1-9D1D-8F5CDCB4E0C9}">
      <dgm:prSet/>
      <dgm:spPr/>
      <dgm:t>
        <a:bodyPr/>
        <a:lstStyle/>
        <a:p>
          <a:pPr>
            <a:lnSpc>
              <a:spcPct val="100000"/>
            </a:lnSpc>
          </a:pPr>
          <a:r>
            <a:rPr lang="en-US"/>
            <a:t>through mining</a:t>
          </a:r>
        </a:p>
      </dgm:t>
    </dgm:pt>
    <dgm:pt modelId="{FFB0A65B-B3F9-40CB-8B52-5AC13AEDE22D}" type="parTrans" cxnId="{424E6C30-6E5D-450B-97D2-86368261F0BB}">
      <dgm:prSet/>
      <dgm:spPr/>
      <dgm:t>
        <a:bodyPr/>
        <a:lstStyle/>
        <a:p>
          <a:endParaRPr lang="tr-TR"/>
        </a:p>
      </dgm:t>
    </dgm:pt>
    <dgm:pt modelId="{8D32B630-DE72-4A7D-8927-9BC7D8E32E7A}" type="sibTrans" cxnId="{424E6C30-6E5D-450B-97D2-86368261F0BB}">
      <dgm:prSet/>
      <dgm:spPr/>
      <dgm:t>
        <a:bodyPr/>
        <a:lstStyle/>
        <a:p>
          <a:endParaRPr lang="tr-TR"/>
        </a:p>
      </dgm:t>
    </dgm:pt>
    <dgm:pt modelId="{E4CB7395-C8BB-415F-8544-E7104EBCA0F0}">
      <dgm:prSet/>
      <dgm:spPr/>
      <dgm:t>
        <a:bodyPr/>
        <a:lstStyle/>
        <a:p>
          <a:pPr>
            <a:lnSpc>
              <a:spcPct val="100000"/>
            </a:lnSpc>
          </a:pPr>
          <a:r>
            <a:rPr lang="en-US"/>
            <a:t>with brand new bitcoin</a:t>
          </a:r>
        </a:p>
      </dgm:t>
    </dgm:pt>
    <dgm:pt modelId="{91B35891-F25D-4BDC-9700-0798EC2076E2}" type="parTrans" cxnId="{E3D529A6-9064-4274-81F8-866F6D16AF79}">
      <dgm:prSet/>
      <dgm:spPr/>
      <dgm:t>
        <a:bodyPr/>
        <a:lstStyle/>
        <a:p>
          <a:endParaRPr lang="tr-TR"/>
        </a:p>
      </dgm:t>
    </dgm:pt>
    <dgm:pt modelId="{6B43603C-2DA8-410D-BF9B-014756ECDEE3}" type="sibTrans" cxnId="{E3D529A6-9064-4274-81F8-866F6D16AF79}">
      <dgm:prSet/>
      <dgm:spPr/>
      <dgm:t>
        <a:bodyPr/>
        <a:lstStyle/>
        <a:p>
          <a:endParaRPr lang="tr-TR"/>
        </a:p>
      </dgm:t>
    </dgm:pt>
    <dgm:pt modelId="{81C8D893-F66D-41A9-B82F-D3FB9D2CD205}" type="pres">
      <dgm:prSet presAssocID="{FD36A979-FADF-4C85-A454-66DB2778E59A}" presName="root" presStyleCnt="0">
        <dgm:presLayoutVars>
          <dgm:dir/>
          <dgm:resizeHandles val="exact"/>
        </dgm:presLayoutVars>
      </dgm:prSet>
      <dgm:spPr/>
    </dgm:pt>
    <dgm:pt modelId="{34BD947D-6E3F-4116-8F91-006928DD27D0}" type="pres">
      <dgm:prSet presAssocID="{3041769B-9D87-4686-971F-805A77D3E9DA}" presName="compNode" presStyleCnt="0"/>
      <dgm:spPr/>
    </dgm:pt>
    <dgm:pt modelId="{EB4E8940-8200-4AEA-BF60-4E5981075374}" type="pres">
      <dgm:prSet presAssocID="{3041769B-9D87-4686-971F-805A77D3E9D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old bars"/>
        </a:ext>
      </dgm:extLst>
    </dgm:pt>
    <dgm:pt modelId="{71AA298A-7FA8-4754-A95D-92405F05D8E4}" type="pres">
      <dgm:prSet presAssocID="{3041769B-9D87-4686-971F-805A77D3E9DA}" presName="iconSpace" presStyleCnt="0"/>
      <dgm:spPr/>
    </dgm:pt>
    <dgm:pt modelId="{6E1F38FB-49AB-4747-81EE-E313DCA3829F}" type="pres">
      <dgm:prSet presAssocID="{3041769B-9D87-4686-971F-805A77D3E9DA}" presName="parTx" presStyleLbl="revTx" presStyleIdx="0" presStyleCnt="4">
        <dgm:presLayoutVars>
          <dgm:chMax val="0"/>
          <dgm:chPref val="0"/>
        </dgm:presLayoutVars>
      </dgm:prSet>
      <dgm:spPr/>
    </dgm:pt>
    <dgm:pt modelId="{D69027FA-8AE6-4F85-A0A3-601A0A007383}" type="pres">
      <dgm:prSet presAssocID="{3041769B-9D87-4686-971F-805A77D3E9DA}" presName="txSpace" presStyleCnt="0"/>
      <dgm:spPr/>
    </dgm:pt>
    <dgm:pt modelId="{C24DED39-8D1C-417A-AFAD-77DFA7E33B9A}" type="pres">
      <dgm:prSet presAssocID="{3041769B-9D87-4686-971F-805A77D3E9DA}" presName="desTx" presStyleLbl="revTx" presStyleIdx="1" presStyleCnt="4">
        <dgm:presLayoutVars/>
      </dgm:prSet>
      <dgm:spPr/>
    </dgm:pt>
    <dgm:pt modelId="{50AF89C5-FD90-4521-AC82-E0DD2ECDA860}" type="pres">
      <dgm:prSet presAssocID="{3F08EB4D-2B10-4397-93B9-1332EBB372B9}" presName="sibTrans" presStyleCnt="0"/>
      <dgm:spPr/>
    </dgm:pt>
    <dgm:pt modelId="{6E907755-808B-4ACB-8CF0-F9378551359E}" type="pres">
      <dgm:prSet presAssocID="{F6AD182B-5A82-4F00-A28B-D1381429661B}" presName="compNode" presStyleCnt="0"/>
      <dgm:spPr/>
    </dgm:pt>
    <dgm:pt modelId="{FD4C3AEF-C0BC-47A0-867F-A0893932F028}" type="pres">
      <dgm:prSet presAssocID="{F6AD182B-5A82-4F00-A28B-D138142966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ot of Gold"/>
        </a:ext>
      </dgm:extLst>
    </dgm:pt>
    <dgm:pt modelId="{921B8A82-7FE5-4BDE-9C8D-B87F871A83AE}" type="pres">
      <dgm:prSet presAssocID="{F6AD182B-5A82-4F00-A28B-D1381429661B}" presName="iconSpace" presStyleCnt="0"/>
      <dgm:spPr/>
    </dgm:pt>
    <dgm:pt modelId="{427F1797-12E2-4B93-840C-63B9A28C96A7}" type="pres">
      <dgm:prSet presAssocID="{F6AD182B-5A82-4F00-A28B-D1381429661B}" presName="parTx" presStyleLbl="revTx" presStyleIdx="2" presStyleCnt="4">
        <dgm:presLayoutVars>
          <dgm:chMax val="0"/>
          <dgm:chPref val="0"/>
        </dgm:presLayoutVars>
      </dgm:prSet>
      <dgm:spPr/>
    </dgm:pt>
    <dgm:pt modelId="{CEE69CD4-2926-4236-A658-F8F65D8ED676}" type="pres">
      <dgm:prSet presAssocID="{F6AD182B-5A82-4F00-A28B-D1381429661B}" presName="txSpace" presStyleCnt="0"/>
      <dgm:spPr/>
    </dgm:pt>
    <dgm:pt modelId="{5933FB09-B342-4956-9A63-64077DB98F34}" type="pres">
      <dgm:prSet presAssocID="{F6AD182B-5A82-4F00-A28B-D1381429661B}" presName="desTx" presStyleLbl="revTx" presStyleIdx="3" presStyleCnt="4">
        <dgm:presLayoutVars/>
      </dgm:prSet>
      <dgm:spPr/>
    </dgm:pt>
  </dgm:ptLst>
  <dgm:cxnLst>
    <dgm:cxn modelId="{424E6C30-6E5D-450B-97D2-86368261F0BB}" srcId="{3041769B-9D87-4686-971F-805A77D3E9DA}" destId="{2D24F70C-327D-47D1-9D1D-8F5CDCB4E0C9}" srcOrd="1" destOrd="0" parTransId="{FFB0A65B-B3F9-40CB-8B52-5AC13AEDE22D}" sibTransId="{8D32B630-DE72-4A7D-8927-9BC7D8E32E7A}"/>
    <dgm:cxn modelId="{54FE3E34-6911-4AC4-81FC-DF72FD0FBF65}" srcId="{F6AD182B-5A82-4F00-A28B-D1381429661B}" destId="{ADEB3FFD-9937-4A8D-9D84-21EF3659AB35}" srcOrd="0" destOrd="0" parTransId="{766F9DA9-393D-47A1-B26A-3BBB451187A6}" sibTransId="{4F7A2FE9-EA04-4B08-B935-FBEFA591036E}"/>
    <dgm:cxn modelId="{DD6A3236-7A7B-46D5-BAB6-1ED807FAE82A}" srcId="{FD36A979-FADF-4C85-A454-66DB2778E59A}" destId="{F6AD182B-5A82-4F00-A28B-D1381429661B}" srcOrd="1" destOrd="0" parTransId="{FB3D754E-58CB-4044-8232-CB94D4214532}" sibTransId="{8CFDB0C7-4F55-40E5-BFBB-2B26D1A29504}"/>
    <dgm:cxn modelId="{D4E4C240-8C3C-4E0B-9504-08EB6F26AF82}" type="presOf" srcId="{3041769B-9D87-4686-971F-805A77D3E9DA}" destId="{6E1F38FB-49AB-4747-81EE-E313DCA3829F}" srcOrd="0" destOrd="0" presId="urn:microsoft.com/office/officeart/2018/2/layout/IconLabelDescriptionList"/>
    <dgm:cxn modelId="{BD61496D-B46F-4AA5-B641-526D56A23D08}" type="presOf" srcId="{FD36A979-FADF-4C85-A454-66DB2778E59A}" destId="{81C8D893-F66D-41A9-B82F-D3FB9D2CD205}" srcOrd="0" destOrd="0" presId="urn:microsoft.com/office/officeart/2018/2/layout/IconLabelDescriptionList"/>
    <dgm:cxn modelId="{F4C3CE9D-88A6-4616-A56B-DC89858AA876}" type="presOf" srcId="{E4CB7395-C8BB-415F-8544-E7104EBCA0F0}" destId="{5933FB09-B342-4956-9A63-64077DB98F34}" srcOrd="0" destOrd="1" presId="urn:microsoft.com/office/officeart/2018/2/layout/IconLabelDescriptionList"/>
    <dgm:cxn modelId="{BCA9B99F-34F0-414B-9B2E-FC6DDA0D4D00}" type="presOf" srcId="{2D24F70C-327D-47D1-9D1D-8F5CDCB4E0C9}" destId="{C24DED39-8D1C-417A-AFAD-77DFA7E33B9A}" srcOrd="0" destOrd="1" presId="urn:microsoft.com/office/officeart/2018/2/layout/IconLabelDescriptionList"/>
    <dgm:cxn modelId="{E3D529A6-9064-4274-81F8-866F6D16AF79}" srcId="{F6AD182B-5A82-4F00-A28B-D1381429661B}" destId="{E4CB7395-C8BB-415F-8544-E7104EBCA0F0}" srcOrd="1" destOrd="0" parTransId="{91B35891-F25D-4BDC-9700-0798EC2076E2}" sibTransId="{6B43603C-2DA8-410D-BF9B-014756ECDEE3}"/>
    <dgm:cxn modelId="{A22568BC-E9B7-428E-B0D3-0DA6F812AE06}" srcId="{FD36A979-FADF-4C85-A454-66DB2778E59A}" destId="{3041769B-9D87-4686-971F-805A77D3E9DA}" srcOrd="0" destOrd="0" parTransId="{757A512D-DF5B-4911-B16E-FBE220C9C97D}" sibTransId="{3F08EB4D-2B10-4397-93B9-1332EBB372B9}"/>
    <dgm:cxn modelId="{6C4C76CC-C3F5-4C0E-8FDF-812C17126C9D}" type="presOf" srcId="{F6AD182B-5A82-4F00-A28B-D1381429661B}" destId="{427F1797-12E2-4B93-840C-63B9A28C96A7}" srcOrd="0" destOrd="0" presId="urn:microsoft.com/office/officeart/2018/2/layout/IconLabelDescriptionList"/>
    <dgm:cxn modelId="{3A3551CF-8DED-4FA8-9388-4FB43C1F2754}" srcId="{3041769B-9D87-4686-971F-805A77D3E9DA}" destId="{98534FBA-32EE-4C18-9201-023C7B1DD7E6}" srcOrd="0" destOrd="0" parTransId="{7B925EF5-23BB-4306-BA8E-3B7E2D68E8F1}" sibTransId="{2075E720-C378-4217-92E4-58DCF724FE38}"/>
    <dgm:cxn modelId="{0D7EC7EB-EB7D-4D3D-B97B-D17A1D62285E}" type="presOf" srcId="{ADEB3FFD-9937-4A8D-9D84-21EF3659AB35}" destId="{5933FB09-B342-4956-9A63-64077DB98F34}" srcOrd="0" destOrd="0" presId="urn:microsoft.com/office/officeart/2018/2/layout/IconLabelDescriptionList"/>
    <dgm:cxn modelId="{848C09F2-C05B-4756-BCB2-4A0211CA1D7D}" type="presOf" srcId="{98534FBA-32EE-4C18-9201-023C7B1DD7E6}" destId="{C24DED39-8D1C-417A-AFAD-77DFA7E33B9A}" srcOrd="0" destOrd="0" presId="urn:microsoft.com/office/officeart/2018/2/layout/IconLabelDescriptionList"/>
    <dgm:cxn modelId="{B2D558F6-D59F-41B4-B9D1-3A179E53B685}" type="presParOf" srcId="{81C8D893-F66D-41A9-B82F-D3FB9D2CD205}" destId="{34BD947D-6E3F-4116-8F91-006928DD27D0}" srcOrd="0" destOrd="0" presId="urn:microsoft.com/office/officeart/2018/2/layout/IconLabelDescriptionList"/>
    <dgm:cxn modelId="{A3DAFDF4-33A6-4017-8F74-A51648DEF715}" type="presParOf" srcId="{34BD947D-6E3F-4116-8F91-006928DD27D0}" destId="{EB4E8940-8200-4AEA-BF60-4E5981075374}" srcOrd="0" destOrd="0" presId="urn:microsoft.com/office/officeart/2018/2/layout/IconLabelDescriptionList"/>
    <dgm:cxn modelId="{C35C140A-2DDD-44E1-9045-12942F9CBF0F}" type="presParOf" srcId="{34BD947D-6E3F-4116-8F91-006928DD27D0}" destId="{71AA298A-7FA8-4754-A95D-92405F05D8E4}" srcOrd="1" destOrd="0" presId="urn:microsoft.com/office/officeart/2018/2/layout/IconLabelDescriptionList"/>
    <dgm:cxn modelId="{7A5FE083-417E-4614-8DD3-C5C62A2DE1DF}" type="presParOf" srcId="{34BD947D-6E3F-4116-8F91-006928DD27D0}" destId="{6E1F38FB-49AB-4747-81EE-E313DCA3829F}" srcOrd="2" destOrd="0" presId="urn:microsoft.com/office/officeart/2018/2/layout/IconLabelDescriptionList"/>
    <dgm:cxn modelId="{E30E274B-35BD-4E8E-9BD7-2342A10A8424}" type="presParOf" srcId="{34BD947D-6E3F-4116-8F91-006928DD27D0}" destId="{D69027FA-8AE6-4F85-A0A3-601A0A007383}" srcOrd="3" destOrd="0" presId="urn:microsoft.com/office/officeart/2018/2/layout/IconLabelDescriptionList"/>
    <dgm:cxn modelId="{1DF5DB90-F1DB-4620-B88E-A2F7B124186B}" type="presParOf" srcId="{34BD947D-6E3F-4116-8F91-006928DD27D0}" destId="{C24DED39-8D1C-417A-AFAD-77DFA7E33B9A}" srcOrd="4" destOrd="0" presId="urn:microsoft.com/office/officeart/2018/2/layout/IconLabelDescriptionList"/>
    <dgm:cxn modelId="{AE7B8690-C95F-42CB-9F03-D04C0A0C0995}" type="presParOf" srcId="{81C8D893-F66D-41A9-B82F-D3FB9D2CD205}" destId="{50AF89C5-FD90-4521-AC82-E0DD2ECDA860}" srcOrd="1" destOrd="0" presId="urn:microsoft.com/office/officeart/2018/2/layout/IconLabelDescriptionList"/>
    <dgm:cxn modelId="{E68BEA46-C9AE-4DF5-B2B9-EB51C94B74CC}" type="presParOf" srcId="{81C8D893-F66D-41A9-B82F-D3FB9D2CD205}" destId="{6E907755-808B-4ACB-8CF0-F9378551359E}" srcOrd="2" destOrd="0" presId="urn:microsoft.com/office/officeart/2018/2/layout/IconLabelDescriptionList"/>
    <dgm:cxn modelId="{080449F9-53CE-4EA3-944C-98BB156EF567}" type="presParOf" srcId="{6E907755-808B-4ACB-8CF0-F9378551359E}" destId="{FD4C3AEF-C0BC-47A0-867F-A0893932F028}" srcOrd="0" destOrd="0" presId="urn:microsoft.com/office/officeart/2018/2/layout/IconLabelDescriptionList"/>
    <dgm:cxn modelId="{93F8B5FB-A874-4282-A2C7-364C182805AF}" type="presParOf" srcId="{6E907755-808B-4ACB-8CF0-F9378551359E}" destId="{921B8A82-7FE5-4BDE-9C8D-B87F871A83AE}" srcOrd="1" destOrd="0" presId="urn:microsoft.com/office/officeart/2018/2/layout/IconLabelDescriptionList"/>
    <dgm:cxn modelId="{18C7B81D-F9A4-4538-AA92-5A70DC1140C3}" type="presParOf" srcId="{6E907755-808B-4ACB-8CF0-F9378551359E}" destId="{427F1797-12E2-4B93-840C-63B9A28C96A7}" srcOrd="2" destOrd="0" presId="urn:microsoft.com/office/officeart/2018/2/layout/IconLabelDescriptionList"/>
    <dgm:cxn modelId="{79ABF4DE-20C7-4EB2-818E-886B35BDE025}" type="presParOf" srcId="{6E907755-808B-4ACB-8CF0-F9378551359E}" destId="{CEE69CD4-2926-4236-A658-F8F65D8ED676}" srcOrd="3" destOrd="0" presId="urn:microsoft.com/office/officeart/2018/2/layout/IconLabelDescriptionList"/>
    <dgm:cxn modelId="{1A0959E3-8A66-4467-A1A2-5BFD85B93F62}" type="presParOf" srcId="{6E907755-808B-4ACB-8CF0-F9378551359E}" destId="{5933FB09-B342-4956-9A63-64077DB98F3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7CB3C934-590A-42FC-A938-0E1E16265E1B}">
      <dgm:prSet/>
      <dgm:spPr/>
      <dgm:t>
        <a:bodyPr/>
        <a:lstStyle/>
        <a:p>
          <a:pPr>
            <a:lnSpc>
              <a:spcPct val="100000"/>
            </a:lnSpc>
            <a:defRPr b="1"/>
          </a:pPr>
          <a:r>
            <a:rPr lang="tr-TR"/>
            <a:t>Decentralization</a:t>
          </a:r>
          <a:endParaRPr lang="en-US"/>
        </a:p>
      </dgm:t>
    </dgm:pt>
    <dgm:pt modelId="{68674993-A67D-48E9-B341-B90ED5180AA3}" type="parTrans" cxnId="{0E29B394-FB69-48D2-B95A-E8EB5713FAEB}">
      <dgm:prSet/>
      <dgm:spPr/>
      <dgm:t>
        <a:bodyPr/>
        <a:lstStyle/>
        <a:p>
          <a:endParaRPr lang="en-US"/>
        </a:p>
      </dgm:t>
    </dgm:pt>
    <dgm:pt modelId="{31D039F7-8C7C-4CB7-BE9A-12D6ABA24216}" type="sibTrans" cxnId="{0E29B394-FB69-48D2-B95A-E8EB5713FAEB}">
      <dgm:prSet/>
      <dgm:spPr/>
      <dgm:t>
        <a:bodyPr/>
        <a:lstStyle/>
        <a:p>
          <a:endParaRPr lang="en-US"/>
        </a:p>
      </dgm:t>
    </dgm:pt>
    <dgm:pt modelId="{B59E1836-1B83-44CA-982D-17D52738AE67}">
      <dgm:prSet/>
      <dgm:spPr/>
      <dgm:t>
        <a:bodyPr/>
        <a:lstStyle/>
        <a:p>
          <a:pPr>
            <a:lnSpc>
              <a:spcPct val="100000"/>
            </a:lnSpc>
          </a:pPr>
          <a:r>
            <a:rPr lang="tr-TR" err="1"/>
            <a:t>bitcoin</a:t>
          </a:r>
          <a:r>
            <a:rPr lang="tr-TR"/>
            <a:t> </a:t>
          </a:r>
          <a:r>
            <a:rPr lang="tr-TR" err="1"/>
            <a:t>mining</a:t>
          </a:r>
          <a:endParaRPr lang="en-US"/>
        </a:p>
      </dgm:t>
    </dgm:pt>
    <dgm:pt modelId="{C93F3124-CEAE-46BD-9F07-235AA031901D}" type="parTrans" cxnId="{29263D3F-3F76-4F08-B625-BFC360219B3D}">
      <dgm:prSet/>
      <dgm:spPr/>
      <dgm:t>
        <a:bodyPr/>
        <a:lstStyle/>
        <a:p>
          <a:endParaRPr lang="en-US"/>
        </a:p>
      </dgm:t>
    </dgm:pt>
    <dgm:pt modelId="{58F0BC78-4C42-45E4-8933-C8BCB2E03079}" type="sibTrans" cxnId="{29263D3F-3F76-4F08-B625-BFC360219B3D}">
      <dgm:prSet/>
      <dgm:spPr/>
      <dgm:t>
        <a:bodyPr/>
        <a:lstStyle/>
        <a:p>
          <a:endParaRPr lang="en-US"/>
        </a:p>
      </dgm:t>
    </dgm:pt>
    <dgm:pt modelId="{54345383-16A5-4F63-A081-7B19F4B995B7}">
      <dgm:prSet/>
      <dgm:spPr/>
      <dgm:t>
        <a:bodyPr/>
        <a:lstStyle/>
        <a:p>
          <a:pPr>
            <a:lnSpc>
              <a:spcPct val="100000"/>
            </a:lnSpc>
          </a:pPr>
          <a:r>
            <a:rPr lang="en-US"/>
            <a:t>clearing functions </a:t>
          </a:r>
          <a:r>
            <a:rPr lang="tr-TR" err="1"/>
            <a:t>and</a:t>
          </a:r>
          <a:r>
            <a:rPr lang="tr-TR"/>
            <a:t> </a:t>
          </a:r>
          <a:r>
            <a:rPr lang="en-US"/>
            <a:t>need</a:t>
          </a:r>
        </a:p>
      </dgm:t>
    </dgm:pt>
    <dgm:pt modelId="{6B1EDBC5-C00E-4AF9-A82E-54C450C6C889}" type="parTrans" cxnId="{07F6A515-8BEA-4C94-ACD8-E8A61CFCC77E}">
      <dgm:prSet/>
      <dgm:spPr/>
      <dgm:t>
        <a:bodyPr/>
        <a:lstStyle/>
        <a:p>
          <a:endParaRPr lang="en-US"/>
        </a:p>
      </dgm:t>
    </dgm:pt>
    <dgm:pt modelId="{DFAE1E63-E7AB-4DD0-9AA9-03479E0F755A}" type="sibTrans" cxnId="{07F6A515-8BEA-4C94-ACD8-E8A61CFCC77E}">
      <dgm:prSet/>
      <dgm:spPr/>
      <dgm:t>
        <a:bodyPr/>
        <a:lstStyle/>
        <a:p>
          <a:endParaRPr lang="en-US"/>
        </a:p>
      </dgm:t>
    </dgm:pt>
    <dgm:pt modelId="{83DB800D-0AE0-472B-AEF6-9D8037D05F9E}">
      <dgm:prSet/>
      <dgm:spPr/>
      <dgm:t>
        <a:bodyPr/>
        <a:lstStyle/>
        <a:p>
          <a:pPr>
            <a:lnSpc>
              <a:spcPct val="100000"/>
            </a:lnSpc>
          </a:pPr>
          <a:r>
            <a:rPr lang="tr-TR" err="1"/>
            <a:t>Decentralizes</a:t>
          </a:r>
          <a:r>
            <a:rPr lang="tr-TR"/>
            <a:t> </a:t>
          </a:r>
          <a:r>
            <a:rPr lang="tr-TR" err="1"/>
            <a:t>the</a:t>
          </a:r>
          <a:r>
            <a:rPr lang="tr-TR"/>
            <a:t> </a:t>
          </a:r>
          <a:r>
            <a:rPr lang="en-US"/>
            <a:t>currency-issuance </a:t>
          </a:r>
        </a:p>
      </dgm:t>
    </dgm:pt>
    <dgm:pt modelId="{814CCA35-04D4-4B80-BD52-0A41176139E2}" type="parTrans" cxnId="{B51EC36D-6EB3-4A56-9294-AB95A4856885}">
      <dgm:prSet/>
      <dgm:spPr/>
      <dgm:t>
        <a:bodyPr/>
        <a:lstStyle/>
        <a:p>
          <a:endParaRPr lang="tr-TR"/>
        </a:p>
      </dgm:t>
    </dgm:pt>
    <dgm:pt modelId="{3FA4C581-B32B-4977-A881-24FE11AB27BB}" type="sibTrans" cxnId="{B51EC36D-6EB3-4A56-9294-AB95A4856885}">
      <dgm:prSet/>
      <dgm:spPr/>
      <dgm:t>
        <a:bodyPr/>
        <a:lstStyle/>
        <a:p>
          <a:endParaRPr lang="tr-TR"/>
        </a:p>
      </dgm:t>
    </dgm:pt>
    <dgm:pt modelId="{EE41CDE4-F18E-4759-B7C2-CC5A6D4DACA8}">
      <dgm:prSet/>
      <dgm:spPr/>
      <dgm:t>
        <a:bodyPr/>
        <a:lstStyle/>
        <a:p>
          <a:pPr>
            <a:lnSpc>
              <a:spcPct val="100000"/>
            </a:lnSpc>
            <a:defRPr b="1"/>
          </a:pPr>
          <a:r>
            <a:rPr lang="tr-TR"/>
            <a:t>No </a:t>
          </a:r>
          <a:r>
            <a:rPr lang="tr-TR" err="1"/>
            <a:t>central</a:t>
          </a:r>
          <a:r>
            <a:rPr lang="tr-TR"/>
            <a:t> </a:t>
          </a:r>
          <a:r>
            <a:rPr lang="tr-TR" err="1"/>
            <a:t>banks</a:t>
          </a:r>
          <a:endParaRPr lang="en-US"/>
        </a:p>
      </dgm:t>
    </dgm:pt>
    <dgm:pt modelId="{F0ACD47F-598C-4C89-94A6-A3B3A9696AA5}" type="parTrans" cxnId="{31AFE9BA-0B21-423B-8F26-C63732A1185B}">
      <dgm:prSet/>
      <dgm:spPr/>
      <dgm:t>
        <a:bodyPr/>
        <a:lstStyle/>
        <a:p>
          <a:endParaRPr lang="tr-TR"/>
        </a:p>
      </dgm:t>
    </dgm:pt>
    <dgm:pt modelId="{79260C5B-6843-448F-89F7-6283FDBE9342}" type="sibTrans" cxnId="{31AFE9BA-0B21-423B-8F26-C63732A1185B}">
      <dgm:prSet/>
      <dgm:spPr/>
      <dgm:t>
        <a:bodyPr/>
        <a:lstStyle/>
        <a:p>
          <a:endParaRPr lang="tr-TR"/>
        </a:p>
      </dgm:t>
    </dgm:pt>
    <dgm:pt modelId="{3A6DF249-AF69-450B-A8C5-7BDE4E0C977C}">
      <dgm:prSet/>
      <dgm:spPr/>
      <dgm:t>
        <a:bodyPr/>
        <a:lstStyle/>
        <a:p>
          <a:pPr>
            <a:lnSpc>
              <a:spcPct val="100000"/>
            </a:lnSpc>
          </a:pPr>
          <a:r>
            <a:rPr lang="en-US"/>
            <a:t>for</a:t>
          </a:r>
          <a:r>
            <a:rPr lang="tr-TR"/>
            <a:t> any central bank.</a:t>
          </a:r>
          <a:endParaRPr lang="en-US"/>
        </a:p>
      </dgm:t>
    </dgm:pt>
    <dgm:pt modelId="{0C767ACA-721E-4B65-86E4-343FE54C3A8B}" type="parTrans" cxnId="{899A33B8-C7BE-43D4-BBBC-5B0FA6D3F03C}">
      <dgm:prSet/>
      <dgm:spPr/>
      <dgm:t>
        <a:bodyPr/>
        <a:lstStyle/>
        <a:p>
          <a:endParaRPr lang="tr-TR"/>
        </a:p>
      </dgm:t>
    </dgm:pt>
    <dgm:pt modelId="{A717E3C3-7F7A-465E-B9A9-AD273AA08004}" type="sibTrans" cxnId="{899A33B8-C7BE-43D4-BBBC-5B0FA6D3F03C}">
      <dgm:prSet/>
      <dgm:spPr/>
      <dgm:t>
        <a:bodyPr/>
        <a:lstStyle/>
        <a:p>
          <a:endParaRPr lang="tr-TR"/>
        </a:p>
      </dgm:t>
    </dgm:pt>
    <dgm:pt modelId="{81C8D893-F66D-41A9-B82F-D3FB9D2CD205}" type="pres">
      <dgm:prSet presAssocID="{FD36A979-FADF-4C85-A454-66DB2778E59A}" presName="root" presStyleCnt="0">
        <dgm:presLayoutVars>
          <dgm:dir/>
          <dgm:resizeHandles val="exact"/>
        </dgm:presLayoutVars>
      </dgm:prSet>
      <dgm:spPr/>
    </dgm:pt>
    <dgm:pt modelId="{FB239FA2-9482-4903-AC56-27CB0594B54C}" type="pres">
      <dgm:prSet presAssocID="{7CB3C934-590A-42FC-A938-0E1E16265E1B}" presName="compNode" presStyleCnt="0"/>
      <dgm:spPr/>
    </dgm:pt>
    <dgm:pt modelId="{882FF702-683A-46DB-B215-FFE8A9A77596}" type="pres">
      <dgm:prSet presAssocID="{7CB3C934-590A-42FC-A938-0E1E16265E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bbon"/>
        </a:ext>
      </dgm:extLst>
    </dgm:pt>
    <dgm:pt modelId="{F1C4BE63-0CCD-4360-AF3F-2EB85DC0239E}" type="pres">
      <dgm:prSet presAssocID="{7CB3C934-590A-42FC-A938-0E1E16265E1B}" presName="iconSpace" presStyleCnt="0"/>
      <dgm:spPr/>
    </dgm:pt>
    <dgm:pt modelId="{650D625A-9C40-4860-A074-D4AC8F9DAA0B}" type="pres">
      <dgm:prSet presAssocID="{7CB3C934-590A-42FC-A938-0E1E16265E1B}" presName="parTx" presStyleLbl="revTx" presStyleIdx="0" presStyleCnt="4">
        <dgm:presLayoutVars>
          <dgm:chMax val="0"/>
          <dgm:chPref val="0"/>
        </dgm:presLayoutVars>
      </dgm:prSet>
      <dgm:spPr/>
    </dgm:pt>
    <dgm:pt modelId="{CB5A51E6-FC04-49C4-9AA7-3DD79462D9ED}" type="pres">
      <dgm:prSet presAssocID="{7CB3C934-590A-42FC-A938-0E1E16265E1B}" presName="txSpace" presStyleCnt="0"/>
      <dgm:spPr/>
    </dgm:pt>
    <dgm:pt modelId="{D43A110A-4D5D-419E-9899-EA36A12A902A}" type="pres">
      <dgm:prSet presAssocID="{7CB3C934-590A-42FC-A938-0E1E16265E1B}" presName="desTx" presStyleLbl="revTx" presStyleIdx="1" presStyleCnt="4">
        <dgm:presLayoutVars/>
      </dgm:prSet>
      <dgm:spPr/>
    </dgm:pt>
    <dgm:pt modelId="{6DD9A8F4-E3CA-4982-B74D-A2559D61EE54}" type="pres">
      <dgm:prSet presAssocID="{31D039F7-8C7C-4CB7-BE9A-12D6ABA24216}" presName="sibTrans" presStyleCnt="0"/>
      <dgm:spPr/>
    </dgm:pt>
    <dgm:pt modelId="{7B86CE81-187F-4466-BC44-0E41CA66179B}" type="pres">
      <dgm:prSet presAssocID="{EE41CDE4-F18E-4759-B7C2-CC5A6D4DACA8}" presName="compNode" presStyleCnt="0"/>
      <dgm:spPr/>
    </dgm:pt>
    <dgm:pt modelId="{605C2EC1-01CA-4380-881A-C2E638C8BCC4}" type="pres">
      <dgm:prSet presAssocID="{EE41CDE4-F18E-4759-B7C2-CC5A6D4DACA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k"/>
        </a:ext>
      </dgm:extLst>
    </dgm:pt>
    <dgm:pt modelId="{B8B4F7CF-6CCD-4759-959F-C76595C3B893}" type="pres">
      <dgm:prSet presAssocID="{EE41CDE4-F18E-4759-B7C2-CC5A6D4DACA8}" presName="iconSpace" presStyleCnt="0"/>
      <dgm:spPr/>
    </dgm:pt>
    <dgm:pt modelId="{A046A7B6-0F70-492F-847F-102F10FCAB0A}" type="pres">
      <dgm:prSet presAssocID="{EE41CDE4-F18E-4759-B7C2-CC5A6D4DACA8}" presName="parTx" presStyleLbl="revTx" presStyleIdx="2" presStyleCnt="4">
        <dgm:presLayoutVars>
          <dgm:chMax val="0"/>
          <dgm:chPref val="0"/>
        </dgm:presLayoutVars>
      </dgm:prSet>
      <dgm:spPr/>
    </dgm:pt>
    <dgm:pt modelId="{71083505-D9B7-4A94-B967-6A69804EA542}" type="pres">
      <dgm:prSet presAssocID="{EE41CDE4-F18E-4759-B7C2-CC5A6D4DACA8}" presName="txSpace" presStyleCnt="0"/>
      <dgm:spPr/>
    </dgm:pt>
    <dgm:pt modelId="{8C6E41CD-FD7C-4EFD-9267-3E784404784C}" type="pres">
      <dgm:prSet presAssocID="{EE41CDE4-F18E-4759-B7C2-CC5A6D4DACA8}" presName="desTx" presStyleLbl="revTx" presStyleIdx="3" presStyleCnt="4">
        <dgm:presLayoutVars/>
      </dgm:prSet>
      <dgm:spPr/>
    </dgm:pt>
  </dgm:ptLst>
  <dgm:cxnLst>
    <dgm:cxn modelId="{3D700106-E6FB-4610-B095-8B7E0D11DE89}" type="presOf" srcId="{B59E1836-1B83-44CA-982D-17D52738AE67}" destId="{D43A110A-4D5D-419E-9899-EA36A12A902A}" srcOrd="0" destOrd="0" presId="urn:microsoft.com/office/officeart/2018/2/layout/IconLabelDescriptionList"/>
    <dgm:cxn modelId="{07F6A515-8BEA-4C94-ACD8-E8A61CFCC77E}" srcId="{EE41CDE4-F18E-4759-B7C2-CC5A6D4DACA8}" destId="{54345383-16A5-4F63-A081-7B19F4B995B7}" srcOrd="0" destOrd="0" parTransId="{6B1EDBC5-C00E-4AF9-A82E-54C450C6C889}" sibTransId="{DFAE1E63-E7AB-4DD0-9AA9-03479E0F755A}"/>
    <dgm:cxn modelId="{44A0EF1E-9983-404C-A884-6AA11B5188C1}" type="presOf" srcId="{7CB3C934-590A-42FC-A938-0E1E16265E1B}" destId="{650D625A-9C40-4860-A074-D4AC8F9DAA0B}" srcOrd="0" destOrd="0" presId="urn:microsoft.com/office/officeart/2018/2/layout/IconLabelDescriptionList"/>
    <dgm:cxn modelId="{36A2AB2F-D5DE-4237-AB82-71C80CDA39F4}" type="presOf" srcId="{54345383-16A5-4F63-A081-7B19F4B995B7}" destId="{8C6E41CD-FD7C-4EFD-9267-3E784404784C}" srcOrd="0" destOrd="0" presId="urn:microsoft.com/office/officeart/2018/2/layout/IconLabelDescriptionList"/>
    <dgm:cxn modelId="{29263D3F-3F76-4F08-B625-BFC360219B3D}" srcId="{7CB3C934-590A-42FC-A938-0E1E16265E1B}" destId="{B59E1836-1B83-44CA-982D-17D52738AE67}" srcOrd="0" destOrd="0" parTransId="{C93F3124-CEAE-46BD-9F07-235AA031901D}" sibTransId="{58F0BC78-4C42-45E4-8933-C8BCB2E03079}"/>
    <dgm:cxn modelId="{BD61496D-B46F-4AA5-B641-526D56A23D08}" type="presOf" srcId="{FD36A979-FADF-4C85-A454-66DB2778E59A}" destId="{81C8D893-F66D-41A9-B82F-D3FB9D2CD205}" srcOrd="0" destOrd="0" presId="urn:microsoft.com/office/officeart/2018/2/layout/IconLabelDescriptionList"/>
    <dgm:cxn modelId="{B51EC36D-6EB3-4A56-9294-AB95A4856885}" srcId="{7CB3C934-590A-42FC-A938-0E1E16265E1B}" destId="{83DB800D-0AE0-472B-AEF6-9D8037D05F9E}" srcOrd="1" destOrd="0" parTransId="{814CCA35-04D4-4B80-BD52-0A41176139E2}" sibTransId="{3FA4C581-B32B-4977-A881-24FE11AB27BB}"/>
    <dgm:cxn modelId="{0F49DE84-6915-4A95-975B-B458744FB499}" type="presOf" srcId="{EE41CDE4-F18E-4759-B7C2-CC5A6D4DACA8}" destId="{A046A7B6-0F70-492F-847F-102F10FCAB0A}" srcOrd="0" destOrd="0" presId="urn:microsoft.com/office/officeart/2018/2/layout/IconLabelDescriptionList"/>
    <dgm:cxn modelId="{0E29B394-FB69-48D2-B95A-E8EB5713FAEB}" srcId="{FD36A979-FADF-4C85-A454-66DB2778E59A}" destId="{7CB3C934-590A-42FC-A938-0E1E16265E1B}" srcOrd="0" destOrd="0" parTransId="{68674993-A67D-48E9-B341-B90ED5180AA3}" sibTransId="{31D039F7-8C7C-4CB7-BE9A-12D6ABA24216}"/>
    <dgm:cxn modelId="{940DEEA8-77D5-4017-AE04-8F2B9CB726CC}" type="presOf" srcId="{83DB800D-0AE0-472B-AEF6-9D8037D05F9E}" destId="{D43A110A-4D5D-419E-9899-EA36A12A902A}" srcOrd="0" destOrd="1" presId="urn:microsoft.com/office/officeart/2018/2/layout/IconLabelDescriptionList"/>
    <dgm:cxn modelId="{899A33B8-C7BE-43D4-BBBC-5B0FA6D3F03C}" srcId="{EE41CDE4-F18E-4759-B7C2-CC5A6D4DACA8}" destId="{3A6DF249-AF69-450B-A8C5-7BDE4E0C977C}" srcOrd="1" destOrd="0" parTransId="{0C767ACA-721E-4B65-86E4-343FE54C3A8B}" sibTransId="{A717E3C3-7F7A-465E-B9A9-AD273AA08004}"/>
    <dgm:cxn modelId="{31AFE9BA-0B21-423B-8F26-C63732A1185B}" srcId="{FD36A979-FADF-4C85-A454-66DB2778E59A}" destId="{EE41CDE4-F18E-4759-B7C2-CC5A6D4DACA8}" srcOrd="1" destOrd="0" parTransId="{F0ACD47F-598C-4C89-94A6-A3B3A9696AA5}" sibTransId="{79260C5B-6843-448F-89F7-6283FDBE9342}"/>
    <dgm:cxn modelId="{C67EB2C6-9162-4F17-933A-FA226FCC8B66}" type="presOf" srcId="{3A6DF249-AF69-450B-A8C5-7BDE4E0C977C}" destId="{8C6E41CD-FD7C-4EFD-9267-3E784404784C}" srcOrd="0" destOrd="1" presId="urn:microsoft.com/office/officeart/2018/2/layout/IconLabelDescriptionList"/>
    <dgm:cxn modelId="{9DB2150C-DC5F-460E-8859-1C8278E40D16}" type="presParOf" srcId="{81C8D893-F66D-41A9-B82F-D3FB9D2CD205}" destId="{FB239FA2-9482-4903-AC56-27CB0594B54C}" srcOrd="0" destOrd="0" presId="urn:microsoft.com/office/officeart/2018/2/layout/IconLabelDescriptionList"/>
    <dgm:cxn modelId="{8116788A-4C6F-499C-99DC-CB80DD8EEB66}" type="presParOf" srcId="{FB239FA2-9482-4903-AC56-27CB0594B54C}" destId="{882FF702-683A-46DB-B215-FFE8A9A77596}" srcOrd="0" destOrd="0" presId="urn:microsoft.com/office/officeart/2018/2/layout/IconLabelDescriptionList"/>
    <dgm:cxn modelId="{63791EFE-4A8B-466A-B459-77226AFDD570}" type="presParOf" srcId="{FB239FA2-9482-4903-AC56-27CB0594B54C}" destId="{F1C4BE63-0CCD-4360-AF3F-2EB85DC0239E}" srcOrd="1" destOrd="0" presId="urn:microsoft.com/office/officeart/2018/2/layout/IconLabelDescriptionList"/>
    <dgm:cxn modelId="{A3D10AA9-EBCC-4A2D-88EC-A692C6E9B86A}" type="presParOf" srcId="{FB239FA2-9482-4903-AC56-27CB0594B54C}" destId="{650D625A-9C40-4860-A074-D4AC8F9DAA0B}" srcOrd="2" destOrd="0" presId="urn:microsoft.com/office/officeart/2018/2/layout/IconLabelDescriptionList"/>
    <dgm:cxn modelId="{5EA5BBBA-B7EF-4697-97D8-84C28C7B14BC}" type="presParOf" srcId="{FB239FA2-9482-4903-AC56-27CB0594B54C}" destId="{CB5A51E6-FC04-49C4-9AA7-3DD79462D9ED}" srcOrd="3" destOrd="0" presId="urn:microsoft.com/office/officeart/2018/2/layout/IconLabelDescriptionList"/>
    <dgm:cxn modelId="{506B1790-C6B1-4E3A-B7CE-D615514B3973}" type="presParOf" srcId="{FB239FA2-9482-4903-AC56-27CB0594B54C}" destId="{D43A110A-4D5D-419E-9899-EA36A12A902A}" srcOrd="4" destOrd="0" presId="urn:microsoft.com/office/officeart/2018/2/layout/IconLabelDescriptionList"/>
    <dgm:cxn modelId="{601558DA-376A-47BA-9B81-3D86D0135413}" type="presParOf" srcId="{81C8D893-F66D-41A9-B82F-D3FB9D2CD205}" destId="{6DD9A8F4-E3CA-4982-B74D-A2559D61EE54}" srcOrd="1" destOrd="0" presId="urn:microsoft.com/office/officeart/2018/2/layout/IconLabelDescriptionList"/>
    <dgm:cxn modelId="{687123DC-74F0-4DAF-99C1-A1C332BE967A}" type="presParOf" srcId="{81C8D893-F66D-41A9-B82F-D3FB9D2CD205}" destId="{7B86CE81-187F-4466-BC44-0E41CA66179B}" srcOrd="2" destOrd="0" presId="urn:microsoft.com/office/officeart/2018/2/layout/IconLabelDescriptionList"/>
    <dgm:cxn modelId="{AEE5F07C-1DB6-4C2F-8E4F-6E42C4185800}" type="presParOf" srcId="{7B86CE81-187F-4466-BC44-0E41CA66179B}" destId="{605C2EC1-01CA-4380-881A-C2E638C8BCC4}" srcOrd="0" destOrd="0" presId="urn:microsoft.com/office/officeart/2018/2/layout/IconLabelDescriptionList"/>
    <dgm:cxn modelId="{8FFB9095-1738-4036-9424-8418FB56AF42}" type="presParOf" srcId="{7B86CE81-187F-4466-BC44-0E41CA66179B}" destId="{B8B4F7CF-6CCD-4759-959F-C76595C3B893}" srcOrd="1" destOrd="0" presId="urn:microsoft.com/office/officeart/2018/2/layout/IconLabelDescriptionList"/>
    <dgm:cxn modelId="{84D91A31-3D01-4800-ACFB-A700F7FE8264}" type="presParOf" srcId="{7B86CE81-187F-4466-BC44-0E41CA66179B}" destId="{A046A7B6-0F70-492F-847F-102F10FCAB0A}" srcOrd="2" destOrd="0" presId="urn:microsoft.com/office/officeart/2018/2/layout/IconLabelDescriptionList"/>
    <dgm:cxn modelId="{23E3F310-172D-4449-B201-29CCDED6BF74}" type="presParOf" srcId="{7B86CE81-187F-4466-BC44-0E41CA66179B}" destId="{71083505-D9B7-4A94-B967-6A69804EA542}" srcOrd="3" destOrd="0" presId="urn:microsoft.com/office/officeart/2018/2/layout/IconLabelDescriptionList"/>
    <dgm:cxn modelId="{946BB9EE-E8C4-46AC-B59C-F710760AC97B}" type="presParOf" srcId="{7B86CE81-187F-4466-BC44-0E41CA66179B}" destId="{8C6E41CD-FD7C-4EFD-9267-3E784404784C}"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1A31A6D-3BED-45C7-AF7C-8C7DB8CBE8D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34DA74B4-2669-40C4-91C8-947A615A2DEA}">
      <dgm:prSet/>
      <dgm:spPr/>
      <dgm:t>
        <a:bodyPr/>
        <a:lstStyle/>
        <a:p>
          <a:pPr>
            <a:lnSpc>
              <a:spcPct val="100000"/>
            </a:lnSpc>
          </a:pPr>
          <a:r>
            <a:rPr lang="tr-TR" dirty="0"/>
            <a:t>Regulation</a:t>
          </a:r>
          <a:endParaRPr lang="en-US" dirty="0"/>
        </a:p>
      </dgm:t>
    </dgm:pt>
    <dgm:pt modelId="{4BBF4C32-9DB7-4932-B052-97181194418D}" type="parTrans" cxnId="{606E280E-3AB3-48A6-8957-7341571F3A24}">
      <dgm:prSet/>
      <dgm:spPr/>
      <dgm:t>
        <a:bodyPr/>
        <a:lstStyle/>
        <a:p>
          <a:endParaRPr lang="en-US"/>
        </a:p>
      </dgm:t>
    </dgm:pt>
    <dgm:pt modelId="{D549D6D8-6D64-4A59-9638-D0C63C8E86AC}" type="sibTrans" cxnId="{606E280E-3AB3-48A6-8957-7341571F3A24}">
      <dgm:prSet/>
      <dgm:spPr/>
      <dgm:t>
        <a:bodyPr/>
        <a:lstStyle/>
        <a:p>
          <a:endParaRPr lang="en-US"/>
        </a:p>
      </dgm:t>
    </dgm:pt>
    <dgm:pt modelId="{2C6D45CB-DC9F-435C-854D-CBBB8F11C2FE}">
      <dgm:prSet/>
      <dgm:spPr/>
      <dgm:t>
        <a:bodyPr/>
        <a:lstStyle/>
        <a:p>
          <a:pPr>
            <a:lnSpc>
              <a:spcPct val="100000"/>
            </a:lnSpc>
          </a:pPr>
          <a:r>
            <a:rPr lang="tr-TR" dirty="0"/>
            <a:t>10 Minutes</a:t>
          </a:r>
          <a:endParaRPr lang="en-US" dirty="0"/>
        </a:p>
      </dgm:t>
    </dgm:pt>
    <dgm:pt modelId="{16563CB4-F004-4BAE-A56A-E2924CFA4DC2}" type="parTrans" cxnId="{DDB726FB-155D-48C0-A500-C5C5CA191E47}">
      <dgm:prSet/>
      <dgm:spPr/>
      <dgm:t>
        <a:bodyPr/>
        <a:lstStyle/>
        <a:p>
          <a:endParaRPr lang="en-US"/>
        </a:p>
      </dgm:t>
    </dgm:pt>
    <dgm:pt modelId="{3343F5D2-938C-456E-95C4-31EE698C32E5}" type="sibTrans" cxnId="{DDB726FB-155D-48C0-A500-C5C5CA191E47}">
      <dgm:prSet/>
      <dgm:spPr/>
      <dgm:t>
        <a:bodyPr/>
        <a:lstStyle/>
        <a:p>
          <a:endParaRPr lang="en-US"/>
        </a:p>
      </dgm:t>
    </dgm:pt>
    <dgm:pt modelId="{C3F34A09-1D34-43A8-B63B-EFE087F3A189}">
      <dgm:prSet/>
      <dgm:spPr/>
      <dgm:t>
        <a:bodyPr/>
        <a:lstStyle/>
        <a:p>
          <a:pPr>
            <a:lnSpc>
              <a:spcPct val="100000"/>
            </a:lnSpc>
          </a:pPr>
          <a:r>
            <a:rPr lang="en-US" dirty="0"/>
            <a:t>The difficulty of the processing task</a:t>
          </a:r>
          <a:r>
            <a:rPr lang="tr-TR" dirty="0"/>
            <a:t> </a:t>
          </a:r>
          <a:r>
            <a:rPr lang="en-US" dirty="0"/>
            <a:t>miners must perform</a:t>
          </a:r>
        </a:p>
      </dgm:t>
    </dgm:pt>
    <dgm:pt modelId="{D4A3AC33-232E-4AC3-AED7-3E06EDDD1094}" type="parTrans" cxnId="{47C97D68-DAA6-4CB7-B20F-BE5A3F88086B}">
      <dgm:prSet/>
      <dgm:spPr/>
      <dgm:t>
        <a:bodyPr/>
        <a:lstStyle/>
        <a:p>
          <a:endParaRPr lang="en-US"/>
        </a:p>
      </dgm:t>
    </dgm:pt>
    <dgm:pt modelId="{1A46D071-E18B-48B5-83FC-2C3AF0AFFC68}" type="sibTrans" cxnId="{47C97D68-DAA6-4CB7-B20F-BE5A3F88086B}">
      <dgm:prSet/>
      <dgm:spPr/>
      <dgm:t>
        <a:bodyPr/>
        <a:lstStyle/>
        <a:p>
          <a:endParaRPr lang="en-US"/>
        </a:p>
      </dgm:t>
    </dgm:pt>
    <dgm:pt modelId="{B12F7B75-A0FA-4F69-97F4-DE9E8C83DBD1}">
      <dgm:prSet/>
      <dgm:spPr/>
      <dgm:t>
        <a:bodyPr/>
        <a:lstStyle/>
        <a:p>
          <a:pPr>
            <a:lnSpc>
              <a:spcPct val="100000"/>
            </a:lnSpc>
          </a:pPr>
          <a:r>
            <a:rPr lang="en-US" dirty="0"/>
            <a:t>includes built-in algorithms</a:t>
          </a:r>
        </a:p>
      </dgm:t>
    </dgm:pt>
    <dgm:pt modelId="{8694838E-F99D-402C-96D2-3B6E3A8C9FFE}" type="parTrans" cxnId="{82AC1848-D392-4130-82E5-C6D519F20828}">
      <dgm:prSet/>
      <dgm:spPr/>
      <dgm:t>
        <a:bodyPr/>
        <a:lstStyle/>
        <a:p>
          <a:endParaRPr lang="tr-TR"/>
        </a:p>
      </dgm:t>
    </dgm:pt>
    <dgm:pt modelId="{03E0A5C3-0103-4466-9FEA-53127AE9C1B1}" type="sibTrans" cxnId="{82AC1848-D392-4130-82E5-C6D519F20828}">
      <dgm:prSet/>
      <dgm:spPr/>
      <dgm:t>
        <a:bodyPr/>
        <a:lstStyle/>
        <a:p>
          <a:endParaRPr lang="tr-TR"/>
        </a:p>
      </dgm:t>
    </dgm:pt>
    <dgm:pt modelId="{BA81A42A-EDA8-43C1-99C5-310B6C426032}">
      <dgm:prSet/>
      <dgm:spPr/>
      <dgm:t>
        <a:bodyPr/>
        <a:lstStyle/>
        <a:p>
          <a:pPr>
            <a:lnSpc>
              <a:spcPct val="100000"/>
            </a:lnSpc>
          </a:pPr>
          <a:r>
            <a:rPr lang="en-US" dirty="0"/>
            <a:t>regulate</a:t>
          </a:r>
          <a:r>
            <a:rPr lang="tr-TR" dirty="0"/>
            <a:t>s</a:t>
          </a:r>
          <a:r>
            <a:rPr lang="en-US" dirty="0"/>
            <a:t> the mining function</a:t>
          </a:r>
          <a:r>
            <a:rPr lang="tr-TR" dirty="0"/>
            <a:t> </a:t>
          </a:r>
          <a:r>
            <a:rPr lang="en-US" dirty="0"/>
            <a:t>across the network</a:t>
          </a:r>
        </a:p>
      </dgm:t>
    </dgm:pt>
    <dgm:pt modelId="{1EBCDA2C-4217-4842-A6FC-EDBE116AF962}" type="parTrans" cxnId="{91CDCEC3-15D2-44C7-AE96-8C31DDE476E3}">
      <dgm:prSet/>
      <dgm:spPr/>
      <dgm:t>
        <a:bodyPr/>
        <a:lstStyle/>
        <a:p>
          <a:endParaRPr lang="tr-TR"/>
        </a:p>
      </dgm:t>
    </dgm:pt>
    <dgm:pt modelId="{C6A905D9-C0BD-44B7-8905-EEAD2F423E55}" type="sibTrans" cxnId="{91CDCEC3-15D2-44C7-AE96-8C31DDE476E3}">
      <dgm:prSet/>
      <dgm:spPr/>
      <dgm:t>
        <a:bodyPr/>
        <a:lstStyle/>
        <a:p>
          <a:endParaRPr lang="tr-TR"/>
        </a:p>
      </dgm:t>
    </dgm:pt>
    <dgm:pt modelId="{1A5F68D7-5FE3-4945-B2BB-D3E3D9E2C49D}">
      <dgm:prSet/>
      <dgm:spPr/>
      <dgm:t>
        <a:bodyPr/>
        <a:lstStyle/>
        <a:p>
          <a:pPr>
            <a:lnSpc>
              <a:spcPct val="100000"/>
            </a:lnSpc>
          </a:pPr>
          <a:r>
            <a:rPr lang="tr-TR" dirty="0"/>
            <a:t>Difficulty</a:t>
          </a:r>
          <a:endParaRPr lang="en-US" dirty="0"/>
        </a:p>
      </dgm:t>
    </dgm:pt>
    <dgm:pt modelId="{40754757-5499-4023-8324-DA9B657EB4CE}" type="parTrans" cxnId="{977E7A11-3C71-46F5-8547-5EBE3AE8405D}">
      <dgm:prSet/>
      <dgm:spPr/>
      <dgm:t>
        <a:bodyPr/>
        <a:lstStyle/>
        <a:p>
          <a:endParaRPr lang="tr-TR"/>
        </a:p>
      </dgm:t>
    </dgm:pt>
    <dgm:pt modelId="{B3F6C340-2A8D-4C0D-B7B3-EB4AA6D93D18}" type="sibTrans" cxnId="{977E7A11-3C71-46F5-8547-5EBE3AE8405D}">
      <dgm:prSet/>
      <dgm:spPr/>
      <dgm:t>
        <a:bodyPr/>
        <a:lstStyle/>
        <a:p>
          <a:endParaRPr lang="tr-TR"/>
        </a:p>
      </dgm:t>
    </dgm:pt>
    <dgm:pt modelId="{4A013A96-A321-44FD-B744-7000E177758B}">
      <dgm:prSet/>
      <dgm:spPr/>
      <dgm:t>
        <a:bodyPr/>
        <a:lstStyle/>
        <a:p>
          <a:pPr>
            <a:lnSpc>
              <a:spcPct val="100000"/>
            </a:lnSpc>
          </a:pPr>
          <a:r>
            <a:rPr lang="en-US" dirty="0"/>
            <a:t>someone succeeds every 10 minutes</a:t>
          </a:r>
        </a:p>
      </dgm:t>
    </dgm:pt>
    <dgm:pt modelId="{DC200E7F-C464-47AB-922C-340BC0BE181F}" type="parTrans" cxnId="{BC207269-C638-4BC0-A913-8D27E5259CA4}">
      <dgm:prSet/>
      <dgm:spPr/>
      <dgm:t>
        <a:bodyPr/>
        <a:lstStyle/>
        <a:p>
          <a:endParaRPr lang="tr-TR"/>
        </a:p>
      </dgm:t>
    </dgm:pt>
    <dgm:pt modelId="{6D632F57-F628-4B0F-A405-1E93EB4E7DD7}" type="sibTrans" cxnId="{BC207269-C638-4BC0-A913-8D27E5259CA4}">
      <dgm:prSet/>
      <dgm:spPr/>
      <dgm:t>
        <a:bodyPr/>
        <a:lstStyle/>
        <a:p>
          <a:endParaRPr lang="tr-TR"/>
        </a:p>
      </dgm:t>
    </dgm:pt>
    <dgm:pt modelId="{97B31732-9030-45D2-8BEF-E82E4DE8139A}">
      <dgm:prSet/>
      <dgm:spPr/>
      <dgm:t>
        <a:bodyPr/>
        <a:lstStyle/>
        <a:p>
          <a:pPr>
            <a:lnSpc>
              <a:spcPct val="100000"/>
            </a:lnSpc>
          </a:pPr>
          <a:r>
            <a:rPr lang="en-US"/>
            <a:t>regardless</a:t>
          </a:r>
          <a:r>
            <a:rPr lang="tr-TR"/>
            <a:t> </a:t>
          </a:r>
          <a:r>
            <a:rPr lang="en-US" dirty="0"/>
            <a:t>of miners</a:t>
          </a:r>
          <a:r>
            <a:rPr lang="tr-TR" dirty="0"/>
            <a:t> and computation power of network</a:t>
          </a:r>
          <a:endParaRPr lang="en-US" dirty="0"/>
        </a:p>
      </dgm:t>
    </dgm:pt>
    <dgm:pt modelId="{DB11AF69-8D84-4352-A8E8-7ED80C0B97E8}" type="parTrans" cxnId="{B89FCC5E-7125-4A20-8FD4-7718682B9972}">
      <dgm:prSet/>
      <dgm:spPr/>
      <dgm:t>
        <a:bodyPr/>
        <a:lstStyle/>
        <a:p>
          <a:endParaRPr lang="tr-TR"/>
        </a:p>
      </dgm:t>
    </dgm:pt>
    <dgm:pt modelId="{533B2B79-5277-4DA4-BE3C-442A1A279416}" type="sibTrans" cxnId="{B89FCC5E-7125-4A20-8FD4-7718682B9972}">
      <dgm:prSet/>
      <dgm:spPr/>
      <dgm:t>
        <a:bodyPr/>
        <a:lstStyle/>
        <a:p>
          <a:endParaRPr lang="tr-TR"/>
        </a:p>
      </dgm:t>
    </dgm:pt>
    <dgm:pt modelId="{1A0CC23F-7F8B-4EEB-A830-9E9AD3233056}">
      <dgm:prSet/>
      <dgm:spPr/>
      <dgm:t>
        <a:bodyPr/>
        <a:lstStyle/>
        <a:p>
          <a:pPr>
            <a:lnSpc>
              <a:spcPct val="100000"/>
            </a:lnSpc>
          </a:pPr>
          <a:r>
            <a:rPr lang="en-US"/>
            <a:t>adjusted dynamically</a:t>
          </a:r>
          <a:endParaRPr lang="en-US" dirty="0"/>
        </a:p>
      </dgm:t>
    </dgm:pt>
    <dgm:pt modelId="{96465956-4D34-43B9-82F6-FACAA2C4ACD6}" type="parTrans" cxnId="{994C2CAB-7FE6-4E50-95BF-AF45C0FB9C81}">
      <dgm:prSet/>
      <dgm:spPr/>
      <dgm:t>
        <a:bodyPr/>
        <a:lstStyle/>
        <a:p>
          <a:endParaRPr lang="tr-TR"/>
        </a:p>
      </dgm:t>
    </dgm:pt>
    <dgm:pt modelId="{3D9D834B-BEB1-4BB0-926C-76F258C793B3}" type="sibTrans" cxnId="{994C2CAB-7FE6-4E50-95BF-AF45C0FB9C81}">
      <dgm:prSet/>
      <dgm:spPr/>
      <dgm:t>
        <a:bodyPr/>
        <a:lstStyle/>
        <a:p>
          <a:endParaRPr lang="tr-TR"/>
        </a:p>
      </dgm:t>
    </dgm:pt>
    <dgm:pt modelId="{112A0DF3-11D2-4D6B-A5FA-474606D4A4CB}" type="pres">
      <dgm:prSet presAssocID="{F1A31A6D-3BED-45C7-AF7C-8C7DB8CBE8D8}" presName="root" presStyleCnt="0">
        <dgm:presLayoutVars>
          <dgm:dir/>
          <dgm:resizeHandles val="exact"/>
        </dgm:presLayoutVars>
      </dgm:prSet>
      <dgm:spPr/>
    </dgm:pt>
    <dgm:pt modelId="{7F0BFEE5-1EC9-4877-855B-05AFCAA7B939}" type="pres">
      <dgm:prSet presAssocID="{34DA74B4-2669-40C4-91C8-947A615A2DEA}" presName="compNode" presStyleCnt="0"/>
      <dgm:spPr/>
    </dgm:pt>
    <dgm:pt modelId="{13092AD3-3D97-482D-9384-A4E20989DA33}" type="pres">
      <dgm:prSet presAssocID="{34DA74B4-2669-40C4-91C8-947A615A2DEA}" presName="bgRect" presStyleLbl="bgShp" presStyleIdx="0" presStyleCnt="3"/>
      <dgm:spPr/>
    </dgm:pt>
    <dgm:pt modelId="{C675D057-EC45-4132-AAC6-4B42A893AD94}" type="pres">
      <dgm:prSet presAssocID="{34DA74B4-2669-40C4-91C8-947A615A2DE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2F4B838E-9131-46B9-BEC3-F35CCFF9E1B0}" type="pres">
      <dgm:prSet presAssocID="{34DA74B4-2669-40C4-91C8-947A615A2DEA}" presName="spaceRect" presStyleCnt="0"/>
      <dgm:spPr/>
    </dgm:pt>
    <dgm:pt modelId="{5807DB44-5D65-49B6-9DAF-8BE027B61794}" type="pres">
      <dgm:prSet presAssocID="{34DA74B4-2669-40C4-91C8-947A615A2DEA}" presName="parTx" presStyleLbl="revTx" presStyleIdx="0" presStyleCnt="6">
        <dgm:presLayoutVars>
          <dgm:chMax val="0"/>
          <dgm:chPref val="0"/>
        </dgm:presLayoutVars>
      </dgm:prSet>
      <dgm:spPr/>
    </dgm:pt>
    <dgm:pt modelId="{40CF4186-539F-43E7-86A7-7ACDF8371CCA}" type="pres">
      <dgm:prSet presAssocID="{34DA74B4-2669-40C4-91C8-947A615A2DEA}" presName="desTx" presStyleLbl="revTx" presStyleIdx="1" presStyleCnt="6">
        <dgm:presLayoutVars/>
      </dgm:prSet>
      <dgm:spPr/>
    </dgm:pt>
    <dgm:pt modelId="{7AD12331-EEE4-4EC9-A030-CFF94A842B63}" type="pres">
      <dgm:prSet presAssocID="{D549D6D8-6D64-4A59-9638-D0C63C8E86AC}" presName="sibTrans" presStyleCnt="0"/>
      <dgm:spPr/>
    </dgm:pt>
    <dgm:pt modelId="{9F639719-AF1C-4841-9432-805FA7F1DE1B}" type="pres">
      <dgm:prSet presAssocID="{2C6D45CB-DC9F-435C-854D-CBBB8F11C2FE}" presName="compNode" presStyleCnt="0"/>
      <dgm:spPr/>
    </dgm:pt>
    <dgm:pt modelId="{5BEEEEBA-95D4-425A-9D35-92EAE97D8B73}" type="pres">
      <dgm:prSet presAssocID="{2C6D45CB-DC9F-435C-854D-CBBB8F11C2FE}" presName="bgRect" presStyleLbl="bgShp" presStyleIdx="1" presStyleCnt="3"/>
      <dgm:spPr/>
    </dgm:pt>
    <dgm:pt modelId="{37AB74A6-3A9F-43AE-9703-DE7778D3C291}" type="pres">
      <dgm:prSet presAssocID="{2C6D45CB-DC9F-435C-854D-CBBB8F11C2F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C191EDC4-D66C-470D-A93F-FE9398FFAE61}" type="pres">
      <dgm:prSet presAssocID="{2C6D45CB-DC9F-435C-854D-CBBB8F11C2FE}" presName="spaceRect" presStyleCnt="0"/>
      <dgm:spPr/>
    </dgm:pt>
    <dgm:pt modelId="{F872720A-03C3-416D-B8BD-78386B6DCFDE}" type="pres">
      <dgm:prSet presAssocID="{2C6D45CB-DC9F-435C-854D-CBBB8F11C2FE}" presName="parTx" presStyleLbl="revTx" presStyleIdx="2" presStyleCnt="6">
        <dgm:presLayoutVars>
          <dgm:chMax val="0"/>
          <dgm:chPref val="0"/>
        </dgm:presLayoutVars>
      </dgm:prSet>
      <dgm:spPr/>
    </dgm:pt>
    <dgm:pt modelId="{38019B00-87D0-4E90-A921-0B45FA26AE75}" type="pres">
      <dgm:prSet presAssocID="{2C6D45CB-DC9F-435C-854D-CBBB8F11C2FE}" presName="desTx" presStyleLbl="revTx" presStyleIdx="3" presStyleCnt="6">
        <dgm:presLayoutVars/>
      </dgm:prSet>
      <dgm:spPr/>
    </dgm:pt>
    <dgm:pt modelId="{3AAD8EE5-0335-4FBB-91D2-A622BB16582B}" type="pres">
      <dgm:prSet presAssocID="{3343F5D2-938C-456E-95C4-31EE698C32E5}" presName="sibTrans" presStyleCnt="0"/>
      <dgm:spPr/>
    </dgm:pt>
    <dgm:pt modelId="{8ABBF0C4-7AE5-4867-966C-2F9B2E8C03EF}" type="pres">
      <dgm:prSet presAssocID="{1A5F68D7-5FE3-4945-B2BB-D3E3D9E2C49D}" presName="compNode" presStyleCnt="0"/>
      <dgm:spPr/>
    </dgm:pt>
    <dgm:pt modelId="{60730AA3-181E-4B57-B80F-6572496B9F64}" type="pres">
      <dgm:prSet presAssocID="{1A5F68D7-5FE3-4945-B2BB-D3E3D9E2C49D}" presName="bgRect" presStyleLbl="bgShp" presStyleIdx="2" presStyleCnt="3"/>
      <dgm:spPr/>
    </dgm:pt>
    <dgm:pt modelId="{58D8D4A6-058F-4454-BFF7-CCCD0C06E2D6}" type="pres">
      <dgm:prSet presAssocID="{1A5F68D7-5FE3-4945-B2BB-D3E3D9E2C49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ed Bump"/>
        </a:ext>
      </dgm:extLst>
    </dgm:pt>
    <dgm:pt modelId="{A12E5952-BE27-44D7-9906-9790FFB12F7D}" type="pres">
      <dgm:prSet presAssocID="{1A5F68D7-5FE3-4945-B2BB-D3E3D9E2C49D}" presName="spaceRect" presStyleCnt="0"/>
      <dgm:spPr/>
    </dgm:pt>
    <dgm:pt modelId="{5F2CB7A3-CAD4-4E60-A4FA-8DDAC358C1B1}" type="pres">
      <dgm:prSet presAssocID="{1A5F68D7-5FE3-4945-B2BB-D3E3D9E2C49D}" presName="parTx" presStyleLbl="revTx" presStyleIdx="4" presStyleCnt="6">
        <dgm:presLayoutVars>
          <dgm:chMax val="0"/>
          <dgm:chPref val="0"/>
        </dgm:presLayoutVars>
      </dgm:prSet>
      <dgm:spPr/>
    </dgm:pt>
    <dgm:pt modelId="{822FB3CA-B8D7-4F80-A7F7-C3B2F9399344}" type="pres">
      <dgm:prSet presAssocID="{1A5F68D7-5FE3-4945-B2BB-D3E3D9E2C49D}" presName="desTx" presStyleLbl="revTx" presStyleIdx="5" presStyleCnt="6">
        <dgm:presLayoutVars/>
      </dgm:prSet>
      <dgm:spPr/>
    </dgm:pt>
  </dgm:ptLst>
  <dgm:cxnLst>
    <dgm:cxn modelId="{606E280E-3AB3-48A6-8957-7341571F3A24}" srcId="{F1A31A6D-3BED-45C7-AF7C-8C7DB8CBE8D8}" destId="{34DA74B4-2669-40C4-91C8-947A615A2DEA}" srcOrd="0" destOrd="0" parTransId="{4BBF4C32-9DB7-4932-B052-97181194418D}" sibTransId="{D549D6D8-6D64-4A59-9638-D0C63C8E86AC}"/>
    <dgm:cxn modelId="{977E7A11-3C71-46F5-8547-5EBE3AE8405D}" srcId="{F1A31A6D-3BED-45C7-AF7C-8C7DB8CBE8D8}" destId="{1A5F68D7-5FE3-4945-B2BB-D3E3D9E2C49D}" srcOrd="2" destOrd="0" parTransId="{40754757-5499-4023-8324-DA9B657EB4CE}" sibTransId="{B3F6C340-2A8D-4C0D-B7B3-EB4AA6D93D18}"/>
    <dgm:cxn modelId="{FFE41E27-BE0B-4099-B173-45275004FC0B}" type="presOf" srcId="{C3F34A09-1D34-43A8-B63B-EFE087F3A189}" destId="{822FB3CA-B8D7-4F80-A7F7-C3B2F9399344}" srcOrd="0" destOrd="0" presId="urn:microsoft.com/office/officeart/2018/2/layout/IconVerticalSolidList"/>
    <dgm:cxn modelId="{27752727-A8BB-4A91-B607-7679E917783B}" type="presOf" srcId="{4A013A96-A321-44FD-B744-7000E177758B}" destId="{38019B00-87D0-4E90-A921-0B45FA26AE75}" srcOrd="0" destOrd="0" presId="urn:microsoft.com/office/officeart/2018/2/layout/IconVerticalSolidList"/>
    <dgm:cxn modelId="{EA3B4033-E2A8-415B-91EF-6A26580E7BE2}" type="presOf" srcId="{97B31732-9030-45D2-8BEF-E82E4DE8139A}" destId="{38019B00-87D0-4E90-A921-0B45FA26AE75}" srcOrd="0" destOrd="1" presId="urn:microsoft.com/office/officeart/2018/2/layout/IconVerticalSolidList"/>
    <dgm:cxn modelId="{B89FCC5E-7125-4A20-8FD4-7718682B9972}" srcId="{2C6D45CB-DC9F-435C-854D-CBBB8F11C2FE}" destId="{97B31732-9030-45D2-8BEF-E82E4DE8139A}" srcOrd="1" destOrd="0" parTransId="{DB11AF69-8D84-4352-A8E8-7ED80C0B97E8}" sibTransId="{533B2B79-5277-4DA4-BE3C-442A1A279416}"/>
    <dgm:cxn modelId="{82AC1848-D392-4130-82E5-C6D519F20828}" srcId="{34DA74B4-2669-40C4-91C8-947A615A2DEA}" destId="{B12F7B75-A0FA-4F69-97F4-DE9E8C83DBD1}" srcOrd="0" destOrd="0" parTransId="{8694838E-F99D-402C-96D2-3B6E3A8C9FFE}" sibTransId="{03E0A5C3-0103-4466-9FEA-53127AE9C1B1}"/>
    <dgm:cxn modelId="{47C97D68-DAA6-4CB7-B20F-BE5A3F88086B}" srcId="{1A5F68D7-5FE3-4945-B2BB-D3E3D9E2C49D}" destId="{C3F34A09-1D34-43A8-B63B-EFE087F3A189}" srcOrd="0" destOrd="0" parTransId="{D4A3AC33-232E-4AC3-AED7-3E06EDDD1094}" sibTransId="{1A46D071-E18B-48B5-83FC-2C3AF0AFFC68}"/>
    <dgm:cxn modelId="{BC207269-C638-4BC0-A913-8D27E5259CA4}" srcId="{2C6D45CB-DC9F-435C-854D-CBBB8F11C2FE}" destId="{4A013A96-A321-44FD-B744-7000E177758B}" srcOrd="0" destOrd="0" parTransId="{DC200E7F-C464-47AB-922C-340BC0BE181F}" sibTransId="{6D632F57-F628-4B0F-A405-1E93EB4E7DD7}"/>
    <dgm:cxn modelId="{A96CCB6A-8763-48B7-AF1B-4FD81EBAA8E6}" type="presOf" srcId="{1A0CC23F-7F8B-4EEB-A830-9E9AD3233056}" destId="{822FB3CA-B8D7-4F80-A7F7-C3B2F9399344}" srcOrd="0" destOrd="1" presId="urn:microsoft.com/office/officeart/2018/2/layout/IconVerticalSolidList"/>
    <dgm:cxn modelId="{B032CC4F-F270-4373-9DE3-64EBCBFCDE68}" type="presOf" srcId="{34DA74B4-2669-40C4-91C8-947A615A2DEA}" destId="{5807DB44-5D65-49B6-9DAF-8BE027B61794}" srcOrd="0" destOrd="0" presId="urn:microsoft.com/office/officeart/2018/2/layout/IconVerticalSolidList"/>
    <dgm:cxn modelId="{3D7ECE6F-99BB-45B8-94A7-199554C62330}" type="presOf" srcId="{B12F7B75-A0FA-4F69-97F4-DE9E8C83DBD1}" destId="{40CF4186-539F-43E7-86A7-7ACDF8371CCA}" srcOrd="0" destOrd="0" presId="urn:microsoft.com/office/officeart/2018/2/layout/IconVerticalSolidList"/>
    <dgm:cxn modelId="{34088191-E839-40EC-ADAF-DC1B1BC43BCC}" type="presOf" srcId="{F1A31A6D-3BED-45C7-AF7C-8C7DB8CBE8D8}" destId="{112A0DF3-11D2-4D6B-A5FA-474606D4A4CB}" srcOrd="0" destOrd="0" presId="urn:microsoft.com/office/officeart/2018/2/layout/IconVerticalSolidList"/>
    <dgm:cxn modelId="{994C2CAB-7FE6-4E50-95BF-AF45C0FB9C81}" srcId="{1A5F68D7-5FE3-4945-B2BB-D3E3D9E2C49D}" destId="{1A0CC23F-7F8B-4EEB-A830-9E9AD3233056}" srcOrd="1" destOrd="0" parTransId="{96465956-4D34-43B9-82F6-FACAA2C4ACD6}" sibTransId="{3D9D834B-BEB1-4BB0-926C-76F258C793B3}"/>
    <dgm:cxn modelId="{AE4FA2BD-6997-4421-A422-715409AD8CE2}" type="presOf" srcId="{BA81A42A-EDA8-43C1-99C5-310B6C426032}" destId="{40CF4186-539F-43E7-86A7-7ACDF8371CCA}" srcOrd="0" destOrd="1" presId="urn:microsoft.com/office/officeart/2018/2/layout/IconVerticalSolidList"/>
    <dgm:cxn modelId="{91CDCEC3-15D2-44C7-AE96-8C31DDE476E3}" srcId="{34DA74B4-2669-40C4-91C8-947A615A2DEA}" destId="{BA81A42A-EDA8-43C1-99C5-310B6C426032}" srcOrd="1" destOrd="0" parTransId="{1EBCDA2C-4217-4842-A6FC-EDBE116AF962}" sibTransId="{C6A905D9-C0BD-44B7-8905-EEAD2F423E55}"/>
    <dgm:cxn modelId="{A6924DE9-2995-4B4E-B0A1-60A41FA8C777}" type="presOf" srcId="{2C6D45CB-DC9F-435C-854D-CBBB8F11C2FE}" destId="{F872720A-03C3-416D-B8BD-78386B6DCFDE}" srcOrd="0" destOrd="0" presId="urn:microsoft.com/office/officeart/2018/2/layout/IconVerticalSolidList"/>
    <dgm:cxn modelId="{7309D6E9-4BCA-4104-937F-3F35B9BAAA82}" type="presOf" srcId="{1A5F68D7-5FE3-4945-B2BB-D3E3D9E2C49D}" destId="{5F2CB7A3-CAD4-4E60-A4FA-8DDAC358C1B1}" srcOrd="0" destOrd="0" presId="urn:microsoft.com/office/officeart/2018/2/layout/IconVerticalSolidList"/>
    <dgm:cxn modelId="{DDB726FB-155D-48C0-A500-C5C5CA191E47}" srcId="{F1A31A6D-3BED-45C7-AF7C-8C7DB8CBE8D8}" destId="{2C6D45CB-DC9F-435C-854D-CBBB8F11C2FE}" srcOrd="1" destOrd="0" parTransId="{16563CB4-F004-4BAE-A56A-E2924CFA4DC2}" sibTransId="{3343F5D2-938C-456E-95C4-31EE698C32E5}"/>
    <dgm:cxn modelId="{6DCDBF2B-33B9-438F-9454-3D5305701928}" type="presParOf" srcId="{112A0DF3-11D2-4D6B-A5FA-474606D4A4CB}" destId="{7F0BFEE5-1EC9-4877-855B-05AFCAA7B939}" srcOrd="0" destOrd="0" presId="urn:microsoft.com/office/officeart/2018/2/layout/IconVerticalSolidList"/>
    <dgm:cxn modelId="{C24AD9B4-723B-4A6D-8DF0-9FE170E2A74B}" type="presParOf" srcId="{7F0BFEE5-1EC9-4877-855B-05AFCAA7B939}" destId="{13092AD3-3D97-482D-9384-A4E20989DA33}" srcOrd="0" destOrd="0" presId="urn:microsoft.com/office/officeart/2018/2/layout/IconVerticalSolidList"/>
    <dgm:cxn modelId="{D43AD692-4D72-4BC7-BCE9-5CCCA09B0746}" type="presParOf" srcId="{7F0BFEE5-1EC9-4877-855B-05AFCAA7B939}" destId="{C675D057-EC45-4132-AAC6-4B42A893AD94}" srcOrd="1" destOrd="0" presId="urn:microsoft.com/office/officeart/2018/2/layout/IconVerticalSolidList"/>
    <dgm:cxn modelId="{82CAE7B7-6985-4BC0-86DA-0FADF7E446B1}" type="presParOf" srcId="{7F0BFEE5-1EC9-4877-855B-05AFCAA7B939}" destId="{2F4B838E-9131-46B9-BEC3-F35CCFF9E1B0}" srcOrd="2" destOrd="0" presId="urn:microsoft.com/office/officeart/2018/2/layout/IconVerticalSolidList"/>
    <dgm:cxn modelId="{F5A05C82-8D0B-42E9-850B-461CCEC3C3B7}" type="presParOf" srcId="{7F0BFEE5-1EC9-4877-855B-05AFCAA7B939}" destId="{5807DB44-5D65-49B6-9DAF-8BE027B61794}" srcOrd="3" destOrd="0" presId="urn:microsoft.com/office/officeart/2018/2/layout/IconVerticalSolidList"/>
    <dgm:cxn modelId="{3A7B9A81-AE9A-4BE3-BFE1-B22C2283E28C}" type="presParOf" srcId="{7F0BFEE5-1EC9-4877-855B-05AFCAA7B939}" destId="{40CF4186-539F-43E7-86A7-7ACDF8371CCA}" srcOrd="4" destOrd="0" presId="urn:microsoft.com/office/officeart/2018/2/layout/IconVerticalSolidList"/>
    <dgm:cxn modelId="{F9CF1D78-380B-4C79-88FF-910F5537E9C0}" type="presParOf" srcId="{112A0DF3-11D2-4D6B-A5FA-474606D4A4CB}" destId="{7AD12331-EEE4-4EC9-A030-CFF94A842B63}" srcOrd="1" destOrd="0" presId="urn:microsoft.com/office/officeart/2018/2/layout/IconVerticalSolidList"/>
    <dgm:cxn modelId="{245326DC-F74C-44A1-B1B5-E8E5E0224E2E}" type="presParOf" srcId="{112A0DF3-11D2-4D6B-A5FA-474606D4A4CB}" destId="{9F639719-AF1C-4841-9432-805FA7F1DE1B}" srcOrd="2" destOrd="0" presId="urn:microsoft.com/office/officeart/2018/2/layout/IconVerticalSolidList"/>
    <dgm:cxn modelId="{58685FA6-FB3F-4950-B24E-FF44CDAEB407}" type="presParOf" srcId="{9F639719-AF1C-4841-9432-805FA7F1DE1B}" destId="{5BEEEEBA-95D4-425A-9D35-92EAE97D8B73}" srcOrd="0" destOrd="0" presId="urn:microsoft.com/office/officeart/2018/2/layout/IconVerticalSolidList"/>
    <dgm:cxn modelId="{FB97A565-7EC7-4A6E-A7A2-6AAB12C45453}" type="presParOf" srcId="{9F639719-AF1C-4841-9432-805FA7F1DE1B}" destId="{37AB74A6-3A9F-43AE-9703-DE7778D3C291}" srcOrd="1" destOrd="0" presId="urn:microsoft.com/office/officeart/2018/2/layout/IconVerticalSolidList"/>
    <dgm:cxn modelId="{D7645910-3A21-4B33-B379-A9D23778D578}" type="presParOf" srcId="{9F639719-AF1C-4841-9432-805FA7F1DE1B}" destId="{C191EDC4-D66C-470D-A93F-FE9398FFAE61}" srcOrd="2" destOrd="0" presId="urn:microsoft.com/office/officeart/2018/2/layout/IconVerticalSolidList"/>
    <dgm:cxn modelId="{376A96FB-9E11-4862-9D7C-38F4D26FB858}" type="presParOf" srcId="{9F639719-AF1C-4841-9432-805FA7F1DE1B}" destId="{F872720A-03C3-416D-B8BD-78386B6DCFDE}" srcOrd="3" destOrd="0" presId="urn:microsoft.com/office/officeart/2018/2/layout/IconVerticalSolidList"/>
    <dgm:cxn modelId="{C819BBC1-EB27-4481-A73E-A62B4CEF19DE}" type="presParOf" srcId="{9F639719-AF1C-4841-9432-805FA7F1DE1B}" destId="{38019B00-87D0-4E90-A921-0B45FA26AE75}" srcOrd="4" destOrd="0" presId="urn:microsoft.com/office/officeart/2018/2/layout/IconVerticalSolidList"/>
    <dgm:cxn modelId="{F4892741-C245-4C07-8AE3-011446EC0239}" type="presParOf" srcId="{112A0DF3-11D2-4D6B-A5FA-474606D4A4CB}" destId="{3AAD8EE5-0335-4FBB-91D2-A622BB16582B}" srcOrd="3" destOrd="0" presId="urn:microsoft.com/office/officeart/2018/2/layout/IconVerticalSolidList"/>
    <dgm:cxn modelId="{6C7DAB53-CEE4-44BB-86E3-54EB7033EEB3}" type="presParOf" srcId="{112A0DF3-11D2-4D6B-A5FA-474606D4A4CB}" destId="{8ABBF0C4-7AE5-4867-966C-2F9B2E8C03EF}" srcOrd="4" destOrd="0" presId="urn:microsoft.com/office/officeart/2018/2/layout/IconVerticalSolidList"/>
    <dgm:cxn modelId="{F78D1675-E052-4438-A1E4-3056BB73B32A}" type="presParOf" srcId="{8ABBF0C4-7AE5-4867-966C-2F9B2E8C03EF}" destId="{60730AA3-181E-4B57-B80F-6572496B9F64}" srcOrd="0" destOrd="0" presId="urn:microsoft.com/office/officeart/2018/2/layout/IconVerticalSolidList"/>
    <dgm:cxn modelId="{AC9A26CC-8128-4C56-8E6C-066239A7D4CF}" type="presParOf" srcId="{8ABBF0C4-7AE5-4867-966C-2F9B2E8C03EF}" destId="{58D8D4A6-058F-4454-BFF7-CCCD0C06E2D6}" srcOrd="1" destOrd="0" presId="urn:microsoft.com/office/officeart/2018/2/layout/IconVerticalSolidList"/>
    <dgm:cxn modelId="{72B57928-C868-47BD-B52A-4960EB4CC7BF}" type="presParOf" srcId="{8ABBF0C4-7AE5-4867-966C-2F9B2E8C03EF}" destId="{A12E5952-BE27-44D7-9906-9790FFB12F7D}" srcOrd="2" destOrd="0" presId="urn:microsoft.com/office/officeart/2018/2/layout/IconVerticalSolidList"/>
    <dgm:cxn modelId="{4E3A6901-4EDF-482C-B787-9E506523F8D5}" type="presParOf" srcId="{8ABBF0C4-7AE5-4867-966C-2F9B2E8C03EF}" destId="{5F2CB7A3-CAD4-4E60-A4FA-8DDAC358C1B1}" srcOrd="3" destOrd="0" presId="urn:microsoft.com/office/officeart/2018/2/layout/IconVerticalSolidList"/>
    <dgm:cxn modelId="{5E1BC63C-73E7-4316-91E5-4DBA169F2465}" type="presParOf" srcId="{8ABBF0C4-7AE5-4867-966C-2F9B2E8C03EF}" destId="{822FB3CA-B8D7-4F80-A7F7-C3B2F9399344}"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1A31A6D-3BED-45C7-AF7C-8C7DB8CBE8D8}"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CF53E403-8D44-4D3E-93AE-1AAC5302DD06}">
      <dgm:prSet/>
      <dgm:spPr/>
      <dgm:t>
        <a:bodyPr/>
        <a:lstStyle/>
        <a:p>
          <a:pPr>
            <a:lnSpc>
              <a:spcPct val="100000"/>
            </a:lnSpc>
            <a:defRPr b="1"/>
          </a:pPr>
          <a:r>
            <a:rPr lang="tr-TR"/>
            <a:t>4 years period</a:t>
          </a:r>
          <a:endParaRPr lang="en-US"/>
        </a:p>
      </dgm:t>
    </dgm:pt>
    <dgm:pt modelId="{51384C8B-280B-4DD0-BBF8-10DB101959A9}" type="parTrans" cxnId="{720E082B-91C3-4C5A-A9CA-F1B36CBC8C83}">
      <dgm:prSet/>
      <dgm:spPr/>
      <dgm:t>
        <a:bodyPr/>
        <a:lstStyle/>
        <a:p>
          <a:endParaRPr lang="en-US"/>
        </a:p>
      </dgm:t>
    </dgm:pt>
    <dgm:pt modelId="{02D2DD6F-640E-495C-AF1C-721DA62D505C}" type="sibTrans" cxnId="{720E082B-91C3-4C5A-A9CA-F1B36CBC8C83}">
      <dgm:prSet/>
      <dgm:spPr/>
      <dgm:t>
        <a:bodyPr/>
        <a:lstStyle/>
        <a:p>
          <a:endParaRPr lang="en-US"/>
        </a:p>
      </dgm:t>
    </dgm:pt>
    <dgm:pt modelId="{DDA3238D-9FF9-42AE-BD8B-8223F7B20D8C}">
      <dgm:prSet/>
      <dgm:spPr/>
      <dgm:t>
        <a:bodyPr/>
        <a:lstStyle/>
        <a:p>
          <a:pPr>
            <a:lnSpc>
              <a:spcPct val="100000"/>
            </a:lnSpc>
          </a:pPr>
          <a:r>
            <a:rPr lang="en-US" dirty="0"/>
            <a:t>The protocol halves the rate</a:t>
          </a:r>
        </a:p>
      </dgm:t>
    </dgm:pt>
    <dgm:pt modelId="{FF7AD836-490B-4FF1-8657-8F050BB0CA64}" type="parTrans" cxnId="{58A4A6A7-0616-4F70-9076-B98146C4D456}">
      <dgm:prSet/>
      <dgm:spPr/>
      <dgm:t>
        <a:bodyPr/>
        <a:lstStyle/>
        <a:p>
          <a:endParaRPr lang="en-US"/>
        </a:p>
      </dgm:t>
    </dgm:pt>
    <dgm:pt modelId="{E2EBE002-4A42-4D3B-984E-B83B1CAACA1D}" type="sibTrans" cxnId="{58A4A6A7-0616-4F70-9076-B98146C4D456}">
      <dgm:prSet/>
      <dgm:spPr/>
      <dgm:t>
        <a:bodyPr/>
        <a:lstStyle/>
        <a:p>
          <a:endParaRPr lang="en-US"/>
        </a:p>
      </dgm:t>
    </dgm:pt>
    <dgm:pt modelId="{E53E8F3B-FEA6-4EFD-BA39-360164FBC5B9}">
      <dgm:prSet/>
      <dgm:spPr/>
      <dgm:t>
        <a:bodyPr/>
        <a:lstStyle/>
        <a:p>
          <a:pPr>
            <a:lnSpc>
              <a:spcPct val="100000"/>
            </a:lnSpc>
            <a:defRPr b="1"/>
          </a:pPr>
          <a:r>
            <a:rPr lang="tr-TR"/>
            <a:t>21M Coins</a:t>
          </a:r>
          <a:endParaRPr lang="en-US"/>
        </a:p>
      </dgm:t>
    </dgm:pt>
    <dgm:pt modelId="{A50F08D8-588E-409F-8640-B62B7C5DD86C}" type="parTrans" cxnId="{5EB464CD-90BF-4DB7-A986-0F1F54306CFB}">
      <dgm:prSet/>
      <dgm:spPr/>
      <dgm:t>
        <a:bodyPr/>
        <a:lstStyle/>
        <a:p>
          <a:endParaRPr lang="en-US"/>
        </a:p>
      </dgm:t>
    </dgm:pt>
    <dgm:pt modelId="{A68FCCE5-FFBA-44D4-B919-61A15C3BC7CC}" type="sibTrans" cxnId="{5EB464CD-90BF-4DB7-A986-0F1F54306CFB}">
      <dgm:prSet/>
      <dgm:spPr/>
      <dgm:t>
        <a:bodyPr/>
        <a:lstStyle/>
        <a:p>
          <a:endParaRPr lang="en-US"/>
        </a:p>
      </dgm:t>
    </dgm:pt>
    <dgm:pt modelId="{60853D96-4B95-42E7-A041-BAA211D3552D}">
      <dgm:prSet/>
      <dgm:spPr/>
      <dgm:t>
        <a:bodyPr/>
        <a:lstStyle/>
        <a:p>
          <a:pPr>
            <a:lnSpc>
              <a:spcPct val="100000"/>
            </a:lnSpc>
          </a:pPr>
          <a:r>
            <a:rPr lang="en-US" dirty="0"/>
            <a:t>the total number of bitcoin</a:t>
          </a:r>
          <a:r>
            <a:rPr lang="tr-TR" dirty="0"/>
            <a:t>s</a:t>
          </a:r>
          <a:endParaRPr lang="en-US" dirty="0"/>
        </a:p>
      </dgm:t>
    </dgm:pt>
    <dgm:pt modelId="{0DF63507-390D-4970-B85C-5FBB91851ED2}" type="parTrans" cxnId="{88A2ACFF-9339-4875-ABB9-C6075DEAA9F4}">
      <dgm:prSet/>
      <dgm:spPr/>
      <dgm:t>
        <a:bodyPr/>
        <a:lstStyle/>
        <a:p>
          <a:endParaRPr lang="en-US"/>
        </a:p>
      </dgm:t>
    </dgm:pt>
    <dgm:pt modelId="{DB70F20C-32A4-479A-97C0-87475552F9E5}" type="sibTrans" cxnId="{88A2ACFF-9339-4875-ABB9-C6075DEAA9F4}">
      <dgm:prSet/>
      <dgm:spPr/>
      <dgm:t>
        <a:bodyPr/>
        <a:lstStyle/>
        <a:p>
          <a:endParaRPr lang="en-US"/>
        </a:p>
      </dgm:t>
    </dgm:pt>
    <dgm:pt modelId="{B8324BEC-9B45-4227-BD17-F2F5A8E12466}">
      <dgm:prSet/>
      <dgm:spPr/>
      <dgm:t>
        <a:bodyPr/>
        <a:lstStyle/>
        <a:p>
          <a:pPr>
            <a:lnSpc>
              <a:spcPct val="100000"/>
            </a:lnSpc>
          </a:pPr>
          <a:r>
            <a:rPr lang="en-US" dirty="0"/>
            <a:t>Bitcoin</a:t>
          </a:r>
          <a:r>
            <a:rPr lang="tr-TR" dirty="0"/>
            <a:t> has </a:t>
          </a:r>
          <a:r>
            <a:rPr lang="en-US" dirty="0"/>
            <a:t>diminishing rate of issuance</a:t>
          </a:r>
        </a:p>
      </dgm:t>
    </dgm:pt>
    <dgm:pt modelId="{49D2DEE2-A92D-4905-BFE8-75A500BE055B}" type="parTrans" cxnId="{1D8E1F51-3D18-4A90-8471-F6DE0BCFCB45}">
      <dgm:prSet/>
      <dgm:spPr/>
      <dgm:t>
        <a:bodyPr/>
        <a:lstStyle/>
        <a:p>
          <a:endParaRPr lang="en-US"/>
        </a:p>
      </dgm:t>
    </dgm:pt>
    <dgm:pt modelId="{829C33FF-FB99-4B32-9D9B-752A94A74959}" type="sibTrans" cxnId="{1D8E1F51-3D18-4A90-8471-F6DE0BCFCB45}">
      <dgm:prSet/>
      <dgm:spPr/>
      <dgm:t>
        <a:bodyPr/>
        <a:lstStyle/>
        <a:p>
          <a:endParaRPr lang="en-US"/>
        </a:p>
      </dgm:t>
    </dgm:pt>
    <dgm:pt modelId="{0562A9F0-D6C0-42B9-BD51-969483FC6444}">
      <dgm:prSet/>
      <dgm:spPr/>
      <dgm:t>
        <a:bodyPr/>
        <a:lstStyle/>
        <a:p>
          <a:pPr>
            <a:lnSpc>
              <a:spcPct val="100000"/>
            </a:lnSpc>
            <a:defRPr b="1"/>
          </a:pPr>
          <a:r>
            <a:rPr lang="tr-TR"/>
            <a:t>Deflationary</a:t>
          </a:r>
          <a:endParaRPr lang="en-US"/>
        </a:p>
      </dgm:t>
    </dgm:pt>
    <dgm:pt modelId="{81E50EEB-8AB7-41D3-831D-160EFCC56E18}" type="parTrans" cxnId="{7AF96DCD-51B9-42FF-8F3C-793C5B486EBD}">
      <dgm:prSet/>
      <dgm:spPr/>
      <dgm:t>
        <a:bodyPr/>
        <a:lstStyle/>
        <a:p>
          <a:endParaRPr lang="en-US"/>
        </a:p>
      </dgm:t>
    </dgm:pt>
    <dgm:pt modelId="{E221035C-C870-4D0B-ACFF-827EB449A178}" type="sibTrans" cxnId="{7AF96DCD-51B9-42FF-8F3C-793C5B486EBD}">
      <dgm:prSet/>
      <dgm:spPr/>
      <dgm:t>
        <a:bodyPr/>
        <a:lstStyle/>
        <a:p>
          <a:endParaRPr lang="en-US"/>
        </a:p>
      </dgm:t>
    </dgm:pt>
    <dgm:pt modelId="{430216AE-7CAC-4CFD-80ED-880E31CD74D8}">
      <dgm:prSet/>
      <dgm:spPr/>
      <dgm:t>
        <a:bodyPr/>
        <a:lstStyle/>
        <a:p>
          <a:pPr>
            <a:lnSpc>
              <a:spcPct val="100000"/>
            </a:lnSpc>
          </a:pPr>
          <a:r>
            <a:rPr lang="en-US"/>
            <a:t>Cannot</a:t>
          </a:r>
          <a:r>
            <a:rPr lang="tr-TR"/>
            <a:t> </a:t>
          </a:r>
          <a:r>
            <a:rPr lang="en-US"/>
            <a:t>be inflated by “printing” new money </a:t>
          </a:r>
          <a:endParaRPr lang="tr-TR"/>
        </a:p>
        <a:p>
          <a:pPr>
            <a:lnSpc>
              <a:spcPct val="100000"/>
            </a:lnSpc>
          </a:pPr>
          <a:r>
            <a:rPr lang="en-US"/>
            <a:t>above and beyond</a:t>
          </a:r>
          <a:r>
            <a:rPr lang="tr-TR"/>
            <a:t> </a:t>
          </a:r>
          <a:r>
            <a:rPr lang="en-US"/>
            <a:t>the expected issuance rate</a:t>
          </a:r>
        </a:p>
      </dgm:t>
    </dgm:pt>
    <dgm:pt modelId="{B9C49440-486F-40E7-9095-8188F2C18629}" type="parTrans" cxnId="{39E1A267-0F77-4279-9713-86367A790FC4}">
      <dgm:prSet/>
      <dgm:spPr/>
      <dgm:t>
        <a:bodyPr/>
        <a:lstStyle/>
        <a:p>
          <a:endParaRPr lang="en-US"/>
        </a:p>
      </dgm:t>
    </dgm:pt>
    <dgm:pt modelId="{FD81891A-64BE-4C19-BE65-D9E04283443D}" type="sibTrans" cxnId="{39E1A267-0F77-4279-9713-86367A790FC4}">
      <dgm:prSet/>
      <dgm:spPr/>
      <dgm:t>
        <a:bodyPr/>
        <a:lstStyle/>
        <a:p>
          <a:endParaRPr lang="en-US"/>
        </a:p>
      </dgm:t>
    </dgm:pt>
    <dgm:pt modelId="{27721529-3A66-4384-A439-C9C33597E575}">
      <dgm:prSet/>
      <dgm:spPr/>
      <dgm:t>
        <a:bodyPr/>
        <a:lstStyle/>
        <a:p>
          <a:pPr>
            <a:lnSpc>
              <a:spcPct val="100000"/>
            </a:lnSpc>
          </a:pPr>
          <a:r>
            <a:rPr lang="en-US"/>
            <a:t>new bitcoin</a:t>
          </a:r>
          <a:r>
            <a:rPr lang="tr-TR"/>
            <a:t>s</a:t>
          </a:r>
          <a:r>
            <a:rPr lang="en-US"/>
            <a:t> are created</a:t>
          </a:r>
        </a:p>
      </dgm:t>
    </dgm:pt>
    <dgm:pt modelId="{3F640093-BA82-4258-84EF-B062E02E4FE5}" type="parTrans" cxnId="{B8FB2BA4-253A-41DB-860C-C5E3EF45C491}">
      <dgm:prSet/>
      <dgm:spPr/>
      <dgm:t>
        <a:bodyPr/>
        <a:lstStyle/>
        <a:p>
          <a:endParaRPr lang="tr-TR"/>
        </a:p>
      </dgm:t>
    </dgm:pt>
    <dgm:pt modelId="{D872AC84-CF2F-4A5D-8CFE-DED6D16E6DE9}" type="sibTrans" cxnId="{B8FB2BA4-253A-41DB-860C-C5E3EF45C491}">
      <dgm:prSet/>
      <dgm:spPr/>
      <dgm:t>
        <a:bodyPr/>
        <a:lstStyle/>
        <a:p>
          <a:endParaRPr lang="tr-TR"/>
        </a:p>
      </dgm:t>
    </dgm:pt>
    <dgm:pt modelId="{5BA0BBAD-3ED5-4569-9339-A77556D15894}">
      <dgm:prSet/>
      <dgm:spPr/>
      <dgm:t>
        <a:bodyPr/>
        <a:lstStyle/>
        <a:p>
          <a:pPr>
            <a:lnSpc>
              <a:spcPct val="100000"/>
            </a:lnSpc>
            <a:defRPr b="1"/>
          </a:pPr>
          <a:r>
            <a:rPr lang="tr-TR"/>
            <a:t>2140</a:t>
          </a:r>
          <a:endParaRPr lang="en-US"/>
        </a:p>
      </dgm:t>
    </dgm:pt>
    <dgm:pt modelId="{986CB757-195B-4B5B-A251-0888908082DC}" type="parTrans" cxnId="{D18914BD-B33C-4E96-B99F-9FBB86980003}">
      <dgm:prSet/>
      <dgm:spPr/>
      <dgm:t>
        <a:bodyPr/>
        <a:lstStyle/>
        <a:p>
          <a:endParaRPr lang="tr-TR"/>
        </a:p>
      </dgm:t>
    </dgm:pt>
    <dgm:pt modelId="{85B602AB-2E7B-423A-91C7-A923374A99E0}" type="sibTrans" cxnId="{D18914BD-B33C-4E96-B99F-9FBB86980003}">
      <dgm:prSet/>
      <dgm:spPr/>
      <dgm:t>
        <a:bodyPr/>
        <a:lstStyle/>
        <a:p>
          <a:endParaRPr lang="tr-TR"/>
        </a:p>
      </dgm:t>
    </dgm:pt>
    <dgm:pt modelId="{D53252EC-D7E4-43C4-B150-F7AF50AC36A6}">
      <dgm:prSet/>
      <dgm:spPr/>
      <dgm:t>
        <a:bodyPr/>
        <a:lstStyle/>
        <a:p>
          <a:pPr>
            <a:lnSpc>
              <a:spcPct val="100000"/>
            </a:lnSpc>
          </a:pPr>
          <a:r>
            <a:rPr lang="en-US" dirty="0"/>
            <a:t>over the long term</a:t>
          </a:r>
          <a:endParaRPr lang="tr-TR" dirty="0"/>
        </a:p>
      </dgm:t>
    </dgm:pt>
    <dgm:pt modelId="{3CA0BDC7-BFF0-49DE-BF57-25034E17C48B}" type="parTrans" cxnId="{2EF77CC6-A943-4CA6-B577-B0CE2634383A}">
      <dgm:prSet/>
      <dgm:spPr/>
    </dgm:pt>
    <dgm:pt modelId="{35069BCB-0D85-4289-8CD2-41FECFCCF2CD}" type="sibTrans" cxnId="{2EF77CC6-A943-4CA6-B577-B0CE2634383A}">
      <dgm:prSet/>
      <dgm:spPr/>
    </dgm:pt>
    <dgm:pt modelId="{A55ADB7A-5F6E-4624-9374-91BD6F39EE3C}">
      <dgm:prSet/>
      <dgm:spPr/>
      <dgm:t>
        <a:bodyPr/>
        <a:lstStyle/>
        <a:p>
          <a:pPr>
            <a:lnSpc>
              <a:spcPct val="100000"/>
            </a:lnSpc>
          </a:pPr>
          <a:r>
            <a:rPr lang="tr-TR" dirty="0" err="1"/>
            <a:t>to</a:t>
          </a:r>
          <a:r>
            <a:rPr lang="tr-TR" dirty="0"/>
            <a:t> be </a:t>
          </a:r>
          <a:r>
            <a:rPr lang="tr-TR" dirty="0" err="1"/>
            <a:t>completed</a:t>
          </a:r>
          <a:endParaRPr lang="en-US" dirty="0"/>
        </a:p>
      </dgm:t>
    </dgm:pt>
    <dgm:pt modelId="{633FF297-327F-4072-B206-330C8CF6DEA4}" type="parTrans" cxnId="{EEE09BAE-8697-4BE8-B8B3-2156D3F568EC}">
      <dgm:prSet/>
      <dgm:spPr/>
    </dgm:pt>
    <dgm:pt modelId="{048C1408-555D-4DEE-8AD0-0E02BE76204D}" type="sibTrans" cxnId="{EEE09BAE-8697-4BE8-B8B3-2156D3F568EC}">
      <dgm:prSet/>
      <dgm:spPr/>
    </dgm:pt>
    <dgm:pt modelId="{ED509F6A-B53C-48CE-9FFC-5F681DC6B45D}">
      <dgm:prSet/>
      <dgm:spPr/>
      <dgm:t>
        <a:bodyPr/>
        <a:lstStyle/>
        <a:p>
          <a:pPr>
            <a:lnSpc>
              <a:spcPct val="100000"/>
            </a:lnSpc>
          </a:pPr>
          <a:r>
            <a:rPr lang="en-US"/>
            <a:t>every </a:t>
          </a:r>
          <a:r>
            <a:rPr lang="en-US" dirty="0"/>
            <a:t>4 years</a:t>
          </a:r>
        </a:p>
      </dgm:t>
    </dgm:pt>
    <dgm:pt modelId="{A551E56B-9CC1-4290-B19E-609ABB063E5A}" type="parTrans" cxnId="{A50DE423-04C0-4D31-84FE-A8616C1B3546}">
      <dgm:prSet/>
      <dgm:spPr/>
    </dgm:pt>
    <dgm:pt modelId="{7C5BAFA7-5CC5-4A2A-B346-2E07D64FFE24}" type="sibTrans" cxnId="{A50DE423-04C0-4D31-84FE-A8616C1B3546}">
      <dgm:prSet/>
      <dgm:spPr/>
    </dgm:pt>
    <dgm:pt modelId="{D0F5D528-7E53-4E1F-BA3F-7A0E95F296E5}">
      <dgm:prSet/>
      <dgm:spPr/>
      <dgm:t>
        <a:bodyPr/>
        <a:lstStyle/>
        <a:p>
          <a:pPr>
            <a:lnSpc>
              <a:spcPct val="100000"/>
            </a:lnSpc>
          </a:pPr>
          <a:r>
            <a:rPr lang="tr-TR" dirty="0" err="1"/>
            <a:t>to</a:t>
          </a:r>
          <a:r>
            <a:rPr lang="en-US" dirty="0"/>
            <a:t> be created</a:t>
          </a:r>
          <a:r>
            <a:rPr lang="tr-TR" dirty="0"/>
            <a:t> </a:t>
          </a:r>
          <a:r>
            <a:rPr lang="en-US" dirty="0"/>
            <a:t>fixed total</a:t>
          </a:r>
        </a:p>
      </dgm:t>
    </dgm:pt>
    <dgm:pt modelId="{536C56C7-35CA-443A-8B44-A2364527D311}" type="parTrans" cxnId="{40CE4F7F-A056-4BA8-868A-52DADE08AF1D}">
      <dgm:prSet/>
      <dgm:spPr/>
    </dgm:pt>
    <dgm:pt modelId="{8380CCD2-BB54-439B-B90F-42B9B64E4448}" type="sibTrans" cxnId="{40CE4F7F-A056-4BA8-868A-52DADE08AF1D}">
      <dgm:prSet/>
      <dgm:spPr/>
    </dgm:pt>
    <dgm:pt modelId="{43367E3C-8B83-46B7-BD95-06D5DE4D5120}">
      <dgm:prSet/>
      <dgm:spPr/>
      <dgm:t>
        <a:bodyPr/>
        <a:lstStyle/>
        <a:p>
          <a:pPr>
            <a:lnSpc>
              <a:spcPct val="100000"/>
            </a:lnSpc>
          </a:pPr>
          <a:r>
            <a:rPr lang="en-US"/>
            <a:t>just </a:t>
          </a:r>
          <a:r>
            <a:rPr lang="en-US" dirty="0"/>
            <a:t>below 21</a:t>
          </a:r>
          <a:r>
            <a:rPr lang="tr-TR" dirty="0"/>
            <a:t> </a:t>
          </a:r>
          <a:r>
            <a:rPr lang="tr-TR" dirty="0" err="1"/>
            <a:t>million</a:t>
          </a:r>
          <a:r>
            <a:rPr lang="tr-TR" dirty="0"/>
            <a:t> </a:t>
          </a:r>
          <a:r>
            <a:rPr lang="tr-TR" dirty="0" err="1"/>
            <a:t>coins</a:t>
          </a:r>
          <a:endParaRPr lang="en-US" dirty="0"/>
        </a:p>
      </dgm:t>
    </dgm:pt>
    <dgm:pt modelId="{06949788-8232-490B-AA67-AA0B4FADFDB5}" type="parTrans" cxnId="{6D1DC48F-4CFC-492A-9A6A-DE61E71C5BB9}">
      <dgm:prSet/>
      <dgm:spPr/>
    </dgm:pt>
    <dgm:pt modelId="{F6D93A1D-D428-4D0F-8F75-F2A64BFCDBD4}" type="sibTrans" cxnId="{6D1DC48F-4CFC-492A-9A6A-DE61E71C5BB9}">
      <dgm:prSet/>
      <dgm:spPr/>
    </dgm:pt>
    <dgm:pt modelId="{51E747EA-A667-43F1-8862-F6A6A50849DF}">
      <dgm:prSet/>
      <dgm:spPr/>
      <dgm:t>
        <a:bodyPr/>
        <a:lstStyle/>
        <a:p>
          <a:pPr>
            <a:lnSpc>
              <a:spcPct val="100000"/>
            </a:lnSpc>
          </a:pPr>
          <a:r>
            <a:rPr lang="tr-TR"/>
            <a:t>by </a:t>
          </a:r>
          <a:r>
            <a:rPr lang="tr-TR" dirty="0" err="1"/>
            <a:t>the</a:t>
          </a:r>
          <a:r>
            <a:rPr lang="tr-TR" dirty="0"/>
            <a:t> </a:t>
          </a:r>
          <a:r>
            <a:rPr lang="tr-TR" dirty="0" err="1"/>
            <a:t>year</a:t>
          </a:r>
          <a:r>
            <a:rPr lang="tr-TR" dirty="0"/>
            <a:t> 2140</a:t>
          </a:r>
          <a:endParaRPr lang="en-US" dirty="0"/>
        </a:p>
      </dgm:t>
    </dgm:pt>
    <dgm:pt modelId="{A3FFC3F0-608B-4567-9364-EE7A4661DD97}" type="parTrans" cxnId="{0425FE56-8207-46A0-ACFC-20E6717314FD}">
      <dgm:prSet/>
      <dgm:spPr/>
    </dgm:pt>
    <dgm:pt modelId="{644A78C4-23F7-4CB6-AA7D-D0064DBAE2C2}" type="sibTrans" cxnId="{0425FE56-8207-46A0-ACFC-20E6717314FD}">
      <dgm:prSet/>
      <dgm:spPr/>
    </dgm:pt>
    <dgm:pt modelId="{44D0ED03-1947-456E-88C0-521422F5BA62}" type="pres">
      <dgm:prSet presAssocID="{F1A31A6D-3BED-45C7-AF7C-8C7DB8CBE8D8}" presName="root" presStyleCnt="0">
        <dgm:presLayoutVars>
          <dgm:dir/>
          <dgm:resizeHandles val="exact"/>
        </dgm:presLayoutVars>
      </dgm:prSet>
      <dgm:spPr/>
    </dgm:pt>
    <dgm:pt modelId="{5E103DCE-3FCF-4D8C-9FA6-0F5DC83430BF}" type="pres">
      <dgm:prSet presAssocID="{CF53E403-8D44-4D3E-93AE-1AAC5302DD06}" presName="compNode" presStyleCnt="0"/>
      <dgm:spPr/>
    </dgm:pt>
    <dgm:pt modelId="{26657EBB-2DD8-4745-999A-84B443972DE7}" type="pres">
      <dgm:prSet presAssocID="{CF53E403-8D44-4D3E-93AE-1AAC5302DD0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nay işareti"/>
        </a:ext>
      </dgm:extLst>
    </dgm:pt>
    <dgm:pt modelId="{6C55CBCD-DDD3-42A2-930F-F0E4F0B199B6}" type="pres">
      <dgm:prSet presAssocID="{CF53E403-8D44-4D3E-93AE-1AAC5302DD06}" presName="iconSpace" presStyleCnt="0"/>
      <dgm:spPr/>
    </dgm:pt>
    <dgm:pt modelId="{A34D830F-2038-4364-9721-4140978B2BB4}" type="pres">
      <dgm:prSet presAssocID="{CF53E403-8D44-4D3E-93AE-1AAC5302DD06}" presName="parTx" presStyleLbl="revTx" presStyleIdx="0" presStyleCnt="8">
        <dgm:presLayoutVars>
          <dgm:chMax val="0"/>
          <dgm:chPref val="0"/>
        </dgm:presLayoutVars>
      </dgm:prSet>
      <dgm:spPr/>
    </dgm:pt>
    <dgm:pt modelId="{D66DFAA6-5F44-42A9-B559-329AD771C8D3}" type="pres">
      <dgm:prSet presAssocID="{CF53E403-8D44-4D3E-93AE-1AAC5302DD06}" presName="txSpace" presStyleCnt="0"/>
      <dgm:spPr/>
    </dgm:pt>
    <dgm:pt modelId="{3E46D3F8-7B66-4DA7-AD42-E2B5A7714744}" type="pres">
      <dgm:prSet presAssocID="{CF53E403-8D44-4D3E-93AE-1AAC5302DD06}" presName="desTx" presStyleLbl="revTx" presStyleIdx="1" presStyleCnt="8">
        <dgm:presLayoutVars/>
      </dgm:prSet>
      <dgm:spPr/>
    </dgm:pt>
    <dgm:pt modelId="{03F5F563-5D07-4002-A323-5A1D2B8E14A4}" type="pres">
      <dgm:prSet presAssocID="{02D2DD6F-640E-495C-AF1C-721DA62D505C}" presName="sibTrans" presStyleCnt="0"/>
      <dgm:spPr/>
    </dgm:pt>
    <dgm:pt modelId="{FF0771CB-B83F-4453-A841-A33C05FF4D0E}" type="pres">
      <dgm:prSet presAssocID="{E53E8F3B-FEA6-4EFD-BA39-360164FBC5B9}" presName="compNode" presStyleCnt="0"/>
      <dgm:spPr/>
    </dgm:pt>
    <dgm:pt modelId="{47D785E4-56A9-4456-AEE8-60026B774B67}" type="pres">
      <dgm:prSet presAssocID="{E53E8F3B-FEA6-4EFD-BA39-360164FBC5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deni paralar"/>
        </a:ext>
      </dgm:extLst>
    </dgm:pt>
    <dgm:pt modelId="{B710CE12-90E1-4977-8728-797E0796BB86}" type="pres">
      <dgm:prSet presAssocID="{E53E8F3B-FEA6-4EFD-BA39-360164FBC5B9}" presName="iconSpace" presStyleCnt="0"/>
      <dgm:spPr/>
    </dgm:pt>
    <dgm:pt modelId="{4309E795-ACF5-4A64-91AF-C293537A14F6}" type="pres">
      <dgm:prSet presAssocID="{E53E8F3B-FEA6-4EFD-BA39-360164FBC5B9}" presName="parTx" presStyleLbl="revTx" presStyleIdx="2" presStyleCnt="8">
        <dgm:presLayoutVars>
          <dgm:chMax val="0"/>
          <dgm:chPref val="0"/>
        </dgm:presLayoutVars>
      </dgm:prSet>
      <dgm:spPr/>
    </dgm:pt>
    <dgm:pt modelId="{A721F6A7-5A99-4C6D-AD07-E8D77E5009E4}" type="pres">
      <dgm:prSet presAssocID="{E53E8F3B-FEA6-4EFD-BA39-360164FBC5B9}" presName="txSpace" presStyleCnt="0"/>
      <dgm:spPr/>
    </dgm:pt>
    <dgm:pt modelId="{C49E999F-2E37-4EA9-A8D7-0CFE09EB3AE5}" type="pres">
      <dgm:prSet presAssocID="{E53E8F3B-FEA6-4EFD-BA39-360164FBC5B9}" presName="desTx" presStyleLbl="revTx" presStyleIdx="3" presStyleCnt="8">
        <dgm:presLayoutVars/>
      </dgm:prSet>
      <dgm:spPr/>
    </dgm:pt>
    <dgm:pt modelId="{A02891B8-EB3B-4D0E-B395-CC31D081A438}" type="pres">
      <dgm:prSet presAssocID="{A68FCCE5-FFBA-44D4-B919-61A15C3BC7CC}" presName="sibTrans" presStyleCnt="0"/>
      <dgm:spPr/>
    </dgm:pt>
    <dgm:pt modelId="{C0B57A22-BF03-4124-B4A7-C07131E67468}" type="pres">
      <dgm:prSet presAssocID="{5BA0BBAD-3ED5-4569-9339-A77556D15894}" presName="compNode" presStyleCnt="0"/>
      <dgm:spPr/>
    </dgm:pt>
    <dgm:pt modelId="{783DC34C-8C04-4A6B-9D43-2954A3676793}" type="pres">
      <dgm:prSet presAssocID="{5BA0BBAD-3ED5-4569-9339-A77556D1589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ar"/>
        </a:ext>
      </dgm:extLst>
    </dgm:pt>
    <dgm:pt modelId="{C0F140C4-7014-49FD-B57A-C9EABEECDB0D}" type="pres">
      <dgm:prSet presAssocID="{5BA0BBAD-3ED5-4569-9339-A77556D15894}" presName="iconSpace" presStyleCnt="0"/>
      <dgm:spPr/>
    </dgm:pt>
    <dgm:pt modelId="{32845AF7-6FC1-4758-983D-4643CB01AEAB}" type="pres">
      <dgm:prSet presAssocID="{5BA0BBAD-3ED5-4569-9339-A77556D15894}" presName="parTx" presStyleLbl="revTx" presStyleIdx="4" presStyleCnt="8">
        <dgm:presLayoutVars>
          <dgm:chMax val="0"/>
          <dgm:chPref val="0"/>
        </dgm:presLayoutVars>
      </dgm:prSet>
      <dgm:spPr/>
    </dgm:pt>
    <dgm:pt modelId="{0F36AE93-5B39-49B7-9E31-C7A8C7F883FC}" type="pres">
      <dgm:prSet presAssocID="{5BA0BBAD-3ED5-4569-9339-A77556D15894}" presName="txSpace" presStyleCnt="0"/>
      <dgm:spPr/>
    </dgm:pt>
    <dgm:pt modelId="{303624E6-CFC3-4FA2-9852-73171F819F2E}" type="pres">
      <dgm:prSet presAssocID="{5BA0BBAD-3ED5-4569-9339-A77556D15894}" presName="desTx" presStyleLbl="revTx" presStyleIdx="5" presStyleCnt="8">
        <dgm:presLayoutVars/>
      </dgm:prSet>
      <dgm:spPr/>
    </dgm:pt>
    <dgm:pt modelId="{AD909E82-9089-45FE-B312-D57FE770CBE0}" type="pres">
      <dgm:prSet presAssocID="{85B602AB-2E7B-423A-91C7-A923374A99E0}" presName="sibTrans" presStyleCnt="0"/>
      <dgm:spPr/>
    </dgm:pt>
    <dgm:pt modelId="{E6E36E55-E0AB-4921-948B-9145E39CD3CB}" type="pres">
      <dgm:prSet presAssocID="{0562A9F0-D6C0-42B9-BD51-969483FC6444}" presName="compNode" presStyleCnt="0"/>
      <dgm:spPr/>
    </dgm:pt>
    <dgm:pt modelId="{FB61680E-FA6B-4444-B493-83AE600C7092}" type="pres">
      <dgm:prSet presAssocID="{0562A9F0-D6C0-42B9-BD51-969483FC64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C45F2251-12F9-4A9F-9D33-427DD01E0CE8}" type="pres">
      <dgm:prSet presAssocID="{0562A9F0-D6C0-42B9-BD51-969483FC6444}" presName="iconSpace" presStyleCnt="0"/>
      <dgm:spPr/>
    </dgm:pt>
    <dgm:pt modelId="{DF9D41A7-E36E-4908-A95A-FF13CB877DD3}" type="pres">
      <dgm:prSet presAssocID="{0562A9F0-D6C0-42B9-BD51-969483FC6444}" presName="parTx" presStyleLbl="revTx" presStyleIdx="6" presStyleCnt="8">
        <dgm:presLayoutVars>
          <dgm:chMax val="0"/>
          <dgm:chPref val="0"/>
        </dgm:presLayoutVars>
      </dgm:prSet>
      <dgm:spPr/>
    </dgm:pt>
    <dgm:pt modelId="{8662DBF3-8DE4-441D-AB17-B8EC464AA5B8}" type="pres">
      <dgm:prSet presAssocID="{0562A9F0-D6C0-42B9-BD51-969483FC6444}" presName="txSpace" presStyleCnt="0"/>
      <dgm:spPr/>
    </dgm:pt>
    <dgm:pt modelId="{A52CE924-69CA-47A7-93E4-AD6DD13BBD18}" type="pres">
      <dgm:prSet presAssocID="{0562A9F0-D6C0-42B9-BD51-969483FC6444}" presName="desTx" presStyleLbl="revTx" presStyleIdx="7" presStyleCnt="8">
        <dgm:presLayoutVars/>
      </dgm:prSet>
      <dgm:spPr/>
    </dgm:pt>
  </dgm:ptLst>
  <dgm:cxnLst>
    <dgm:cxn modelId="{2D31B60C-2C92-4722-B1E2-11972989AF41}" type="presOf" srcId="{CF53E403-8D44-4D3E-93AE-1AAC5302DD06}" destId="{A34D830F-2038-4364-9721-4140978B2BB4}" srcOrd="0" destOrd="0" presId="urn:microsoft.com/office/officeart/2018/5/layout/CenteredIconLabelDescriptionList"/>
    <dgm:cxn modelId="{418DA311-645F-422C-8089-75B7B11C16FB}" type="presOf" srcId="{DDA3238D-9FF9-42AE-BD8B-8223F7B20D8C}" destId="{3E46D3F8-7B66-4DA7-AD42-E2B5A7714744}" srcOrd="0" destOrd="0" presId="urn:microsoft.com/office/officeart/2018/5/layout/CenteredIconLabelDescriptionList"/>
    <dgm:cxn modelId="{36822E1E-A3C0-4C2C-9950-EB475320A68C}" type="presOf" srcId="{0562A9F0-D6C0-42B9-BD51-969483FC6444}" destId="{DF9D41A7-E36E-4908-A95A-FF13CB877DD3}" srcOrd="0" destOrd="0" presId="urn:microsoft.com/office/officeart/2018/5/layout/CenteredIconLabelDescriptionList"/>
    <dgm:cxn modelId="{A50DE423-04C0-4D31-84FE-A8616C1B3546}" srcId="{CF53E403-8D44-4D3E-93AE-1AAC5302DD06}" destId="{ED509F6A-B53C-48CE-9FFC-5F681DC6B45D}" srcOrd="1" destOrd="0" parTransId="{A551E56B-9CC1-4290-B19E-609ABB063E5A}" sibTransId="{7C5BAFA7-5CC5-4A2A-B346-2E07D64FFE24}"/>
    <dgm:cxn modelId="{720E082B-91C3-4C5A-A9CA-F1B36CBC8C83}" srcId="{F1A31A6D-3BED-45C7-AF7C-8C7DB8CBE8D8}" destId="{CF53E403-8D44-4D3E-93AE-1AAC5302DD06}" srcOrd="0" destOrd="0" parTransId="{51384C8B-280B-4DD0-BBF8-10DB101959A9}" sibTransId="{02D2DD6F-640E-495C-AF1C-721DA62D505C}"/>
    <dgm:cxn modelId="{968E622E-3AE5-4587-925F-08B0EB326419}" type="presOf" srcId="{51E747EA-A667-43F1-8862-F6A6A50849DF}" destId="{303624E6-CFC3-4FA2-9852-73171F819F2E}" srcOrd="0" destOrd="3" presId="urn:microsoft.com/office/officeart/2018/5/layout/CenteredIconLabelDescriptionList"/>
    <dgm:cxn modelId="{3BDA715E-AC50-445B-B50B-056CA53D4919}" type="presOf" srcId="{D0F5D528-7E53-4E1F-BA3F-7A0E95F296E5}" destId="{C49E999F-2E37-4EA9-A8D7-0CFE09EB3AE5}" srcOrd="0" destOrd="1" presId="urn:microsoft.com/office/officeart/2018/5/layout/CenteredIconLabelDescriptionList"/>
    <dgm:cxn modelId="{39E1A267-0F77-4279-9713-86367A790FC4}" srcId="{0562A9F0-D6C0-42B9-BD51-969483FC6444}" destId="{430216AE-7CAC-4CFD-80ED-880E31CD74D8}" srcOrd="0" destOrd="0" parTransId="{B9C49440-486F-40E7-9095-8188F2C18629}" sibTransId="{FD81891A-64BE-4C19-BE65-D9E04283443D}"/>
    <dgm:cxn modelId="{1D8E1F51-3D18-4A90-8471-F6DE0BCFCB45}" srcId="{5BA0BBAD-3ED5-4569-9339-A77556D15894}" destId="{B8324BEC-9B45-4227-BD17-F2F5A8E12466}" srcOrd="0" destOrd="0" parTransId="{49D2DEE2-A92D-4905-BFE8-75A500BE055B}" sibTransId="{829C33FF-FB99-4B32-9D9B-752A94A74959}"/>
    <dgm:cxn modelId="{2AD4D774-D129-4891-8033-2C328C1A8C42}" type="presOf" srcId="{E53E8F3B-FEA6-4EFD-BA39-360164FBC5B9}" destId="{4309E795-ACF5-4A64-91AF-C293537A14F6}" srcOrd="0" destOrd="0" presId="urn:microsoft.com/office/officeart/2018/5/layout/CenteredIconLabelDescriptionList"/>
    <dgm:cxn modelId="{4FAB6355-A072-4D79-8E40-5C0D3CEF8BA8}" type="presOf" srcId="{B8324BEC-9B45-4227-BD17-F2F5A8E12466}" destId="{303624E6-CFC3-4FA2-9852-73171F819F2E}" srcOrd="0" destOrd="0" presId="urn:microsoft.com/office/officeart/2018/5/layout/CenteredIconLabelDescriptionList"/>
    <dgm:cxn modelId="{0425FE56-8207-46A0-ACFC-20E6717314FD}" srcId="{5BA0BBAD-3ED5-4569-9339-A77556D15894}" destId="{51E747EA-A667-43F1-8862-F6A6A50849DF}" srcOrd="3" destOrd="0" parTransId="{A3FFC3F0-608B-4567-9364-EE7A4661DD97}" sibTransId="{644A78C4-23F7-4CB6-AA7D-D0064DBAE2C2}"/>
    <dgm:cxn modelId="{40CE4F7F-A056-4BA8-868A-52DADE08AF1D}" srcId="{E53E8F3B-FEA6-4EFD-BA39-360164FBC5B9}" destId="{D0F5D528-7E53-4E1F-BA3F-7A0E95F296E5}" srcOrd="1" destOrd="0" parTransId="{536C56C7-35CA-443A-8B44-A2364527D311}" sibTransId="{8380CCD2-BB54-439B-B90F-42B9B64E4448}"/>
    <dgm:cxn modelId="{5DE9EC7F-E9F5-497B-A9ED-A032C554EAE1}" type="presOf" srcId="{F1A31A6D-3BED-45C7-AF7C-8C7DB8CBE8D8}" destId="{44D0ED03-1947-456E-88C0-521422F5BA62}" srcOrd="0" destOrd="0" presId="urn:microsoft.com/office/officeart/2018/5/layout/CenteredIconLabelDescriptionList"/>
    <dgm:cxn modelId="{C2305185-CDB1-4008-836D-61D07C3B8739}" type="presOf" srcId="{ED509F6A-B53C-48CE-9FFC-5F681DC6B45D}" destId="{3E46D3F8-7B66-4DA7-AD42-E2B5A7714744}" srcOrd="0" destOrd="1" presId="urn:microsoft.com/office/officeart/2018/5/layout/CenteredIconLabelDescriptionList"/>
    <dgm:cxn modelId="{6D1DC48F-4CFC-492A-9A6A-DE61E71C5BB9}" srcId="{E53E8F3B-FEA6-4EFD-BA39-360164FBC5B9}" destId="{43367E3C-8B83-46B7-BD95-06D5DE4D5120}" srcOrd="2" destOrd="0" parTransId="{06949788-8232-490B-AA67-AA0B4FADFDB5}" sibTransId="{F6D93A1D-D428-4D0F-8F75-F2A64BFCDBD4}"/>
    <dgm:cxn modelId="{B8FB2BA4-253A-41DB-860C-C5E3EF45C491}" srcId="{CF53E403-8D44-4D3E-93AE-1AAC5302DD06}" destId="{27721529-3A66-4384-A439-C9C33597E575}" srcOrd="2" destOrd="0" parTransId="{3F640093-BA82-4258-84EF-B062E02E4FE5}" sibTransId="{D872AC84-CF2F-4A5D-8CFE-DED6D16E6DE9}"/>
    <dgm:cxn modelId="{58A4A6A7-0616-4F70-9076-B98146C4D456}" srcId="{CF53E403-8D44-4D3E-93AE-1AAC5302DD06}" destId="{DDA3238D-9FF9-42AE-BD8B-8223F7B20D8C}" srcOrd="0" destOrd="0" parTransId="{FF7AD836-490B-4FF1-8657-8F050BB0CA64}" sibTransId="{E2EBE002-4A42-4D3B-984E-B83B1CAACA1D}"/>
    <dgm:cxn modelId="{EEE09BAE-8697-4BE8-B8B3-2156D3F568EC}" srcId="{5BA0BBAD-3ED5-4569-9339-A77556D15894}" destId="{A55ADB7A-5F6E-4624-9374-91BD6F39EE3C}" srcOrd="2" destOrd="0" parTransId="{633FF297-327F-4072-B206-330C8CF6DEA4}" sibTransId="{048C1408-555D-4DEE-8AD0-0E02BE76204D}"/>
    <dgm:cxn modelId="{F98FDBB5-4707-4B1A-83FE-5E7C77F3CB6D}" type="presOf" srcId="{27721529-3A66-4384-A439-C9C33597E575}" destId="{3E46D3F8-7B66-4DA7-AD42-E2B5A7714744}" srcOrd="0" destOrd="2" presId="urn:microsoft.com/office/officeart/2018/5/layout/CenteredIconLabelDescriptionList"/>
    <dgm:cxn modelId="{D18914BD-B33C-4E96-B99F-9FBB86980003}" srcId="{F1A31A6D-3BED-45C7-AF7C-8C7DB8CBE8D8}" destId="{5BA0BBAD-3ED5-4569-9339-A77556D15894}" srcOrd="2" destOrd="0" parTransId="{986CB757-195B-4B5B-A251-0888908082DC}" sibTransId="{85B602AB-2E7B-423A-91C7-A923374A99E0}"/>
    <dgm:cxn modelId="{266A55BF-CA97-4DB5-AA44-D1CC03456D23}" type="presOf" srcId="{60853D96-4B95-42E7-A041-BAA211D3552D}" destId="{C49E999F-2E37-4EA9-A8D7-0CFE09EB3AE5}" srcOrd="0" destOrd="0" presId="urn:microsoft.com/office/officeart/2018/5/layout/CenteredIconLabelDescriptionList"/>
    <dgm:cxn modelId="{34C40DC0-FF97-427C-8C32-14AE26006EDB}" type="presOf" srcId="{430216AE-7CAC-4CFD-80ED-880E31CD74D8}" destId="{A52CE924-69CA-47A7-93E4-AD6DD13BBD18}" srcOrd="0" destOrd="0" presId="urn:microsoft.com/office/officeart/2018/5/layout/CenteredIconLabelDescriptionList"/>
    <dgm:cxn modelId="{2EF77CC6-A943-4CA6-B577-B0CE2634383A}" srcId="{5BA0BBAD-3ED5-4569-9339-A77556D15894}" destId="{D53252EC-D7E4-43C4-B150-F7AF50AC36A6}" srcOrd="1" destOrd="0" parTransId="{3CA0BDC7-BFF0-49DE-BF57-25034E17C48B}" sibTransId="{35069BCB-0D85-4289-8CD2-41FECFCCF2CD}"/>
    <dgm:cxn modelId="{493095C7-78F8-4BF4-8F67-9CF9130EDF0D}" type="presOf" srcId="{5BA0BBAD-3ED5-4569-9339-A77556D15894}" destId="{32845AF7-6FC1-4758-983D-4643CB01AEAB}" srcOrd="0" destOrd="0" presId="urn:microsoft.com/office/officeart/2018/5/layout/CenteredIconLabelDescriptionList"/>
    <dgm:cxn modelId="{5EB464CD-90BF-4DB7-A986-0F1F54306CFB}" srcId="{F1A31A6D-3BED-45C7-AF7C-8C7DB8CBE8D8}" destId="{E53E8F3B-FEA6-4EFD-BA39-360164FBC5B9}" srcOrd="1" destOrd="0" parTransId="{A50F08D8-588E-409F-8640-B62B7C5DD86C}" sibTransId="{A68FCCE5-FFBA-44D4-B919-61A15C3BC7CC}"/>
    <dgm:cxn modelId="{7AF96DCD-51B9-42FF-8F3C-793C5B486EBD}" srcId="{F1A31A6D-3BED-45C7-AF7C-8C7DB8CBE8D8}" destId="{0562A9F0-D6C0-42B9-BD51-969483FC6444}" srcOrd="3" destOrd="0" parTransId="{81E50EEB-8AB7-41D3-831D-160EFCC56E18}" sibTransId="{E221035C-C870-4D0B-ACFF-827EB449A178}"/>
    <dgm:cxn modelId="{F46A81DF-979F-45F5-B2B2-44949B80B2D1}" type="presOf" srcId="{D53252EC-D7E4-43C4-B150-F7AF50AC36A6}" destId="{303624E6-CFC3-4FA2-9852-73171F819F2E}" srcOrd="0" destOrd="1" presId="urn:microsoft.com/office/officeart/2018/5/layout/CenteredIconLabelDescriptionList"/>
    <dgm:cxn modelId="{FD5CBFF5-00E6-4A56-A193-6E05B2FAF8AB}" type="presOf" srcId="{43367E3C-8B83-46B7-BD95-06D5DE4D5120}" destId="{C49E999F-2E37-4EA9-A8D7-0CFE09EB3AE5}" srcOrd="0" destOrd="2" presId="urn:microsoft.com/office/officeart/2018/5/layout/CenteredIconLabelDescriptionList"/>
    <dgm:cxn modelId="{19CF8CF9-12C3-4395-B3DC-B05B6C478E78}" type="presOf" srcId="{A55ADB7A-5F6E-4624-9374-91BD6F39EE3C}" destId="{303624E6-CFC3-4FA2-9852-73171F819F2E}" srcOrd="0" destOrd="2" presId="urn:microsoft.com/office/officeart/2018/5/layout/CenteredIconLabelDescriptionList"/>
    <dgm:cxn modelId="{88A2ACFF-9339-4875-ABB9-C6075DEAA9F4}" srcId="{E53E8F3B-FEA6-4EFD-BA39-360164FBC5B9}" destId="{60853D96-4B95-42E7-A041-BAA211D3552D}" srcOrd="0" destOrd="0" parTransId="{0DF63507-390D-4970-B85C-5FBB91851ED2}" sibTransId="{DB70F20C-32A4-479A-97C0-87475552F9E5}"/>
    <dgm:cxn modelId="{5AFBDD74-ECB5-4981-95BC-5F2BFBC62C89}" type="presParOf" srcId="{44D0ED03-1947-456E-88C0-521422F5BA62}" destId="{5E103DCE-3FCF-4D8C-9FA6-0F5DC83430BF}" srcOrd="0" destOrd="0" presId="urn:microsoft.com/office/officeart/2018/5/layout/CenteredIconLabelDescriptionList"/>
    <dgm:cxn modelId="{76E956FB-5A96-49EA-A7AC-1F333A53B34A}" type="presParOf" srcId="{5E103DCE-3FCF-4D8C-9FA6-0F5DC83430BF}" destId="{26657EBB-2DD8-4745-999A-84B443972DE7}" srcOrd="0" destOrd="0" presId="urn:microsoft.com/office/officeart/2018/5/layout/CenteredIconLabelDescriptionList"/>
    <dgm:cxn modelId="{89F101E3-6D50-4584-9D78-59B58932CD4B}" type="presParOf" srcId="{5E103DCE-3FCF-4D8C-9FA6-0F5DC83430BF}" destId="{6C55CBCD-DDD3-42A2-930F-F0E4F0B199B6}" srcOrd="1" destOrd="0" presId="urn:microsoft.com/office/officeart/2018/5/layout/CenteredIconLabelDescriptionList"/>
    <dgm:cxn modelId="{BD548C71-CC3A-46AA-8012-011E70BCD420}" type="presParOf" srcId="{5E103DCE-3FCF-4D8C-9FA6-0F5DC83430BF}" destId="{A34D830F-2038-4364-9721-4140978B2BB4}" srcOrd="2" destOrd="0" presId="urn:microsoft.com/office/officeart/2018/5/layout/CenteredIconLabelDescriptionList"/>
    <dgm:cxn modelId="{4D645E9C-A08B-4F66-AF3C-9FCFC21CED6A}" type="presParOf" srcId="{5E103DCE-3FCF-4D8C-9FA6-0F5DC83430BF}" destId="{D66DFAA6-5F44-42A9-B559-329AD771C8D3}" srcOrd="3" destOrd="0" presId="urn:microsoft.com/office/officeart/2018/5/layout/CenteredIconLabelDescriptionList"/>
    <dgm:cxn modelId="{C2F44348-D751-4855-9791-1D2164C428A6}" type="presParOf" srcId="{5E103DCE-3FCF-4D8C-9FA6-0F5DC83430BF}" destId="{3E46D3F8-7B66-4DA7-AD42-E2B5A7714744}" srcOrd="4" destOrd="0" presId="urn:microsoft.com/office/officeart/2018/5/layout/CenteredIconLabelDescriptionList"/>
    <dgm:cxn modelId="{3B52183E-F094-4B00-8C9A-95F44276503F}" type="presParOf" srcId="{44D0ED03-1947-456E-88C0-521422F5BA62}" destId="{03F5F563-5D07-4002-A323-5A1D2B8E14A4}" srcOrd="1" destOrd="0" presId="urn:microsoft.com/office/officeart/2018/5/layout/CenteredIconLabelDescriptionList"/>
    <dgm:cxn modelId="{BED7607B-3305-4C9E-96BC-4347983A660E}" type="presParOf" srcId="{44D0ED03-1947-456E-88C0-521422F5BA62}" destId="{FF0771CB-B83F-4453-A841-A33C05FF4D0E}" srcOrd="2" destOrd="0" presId="urn:microsoft.com/office/officeart/2018/5/layout/CenteredIconLabelDescriptionList"/>
    <dgm:cxn modelId="{D87D6CA9-A842-423C-80DD-FA3C6A570050}" type="presParOf" srcId="{FF0771CB-B83F-4453-A841-A33C05FF4D0E}" destId="{47D785E4-56A9-4456-AEE8-60026B774B67}" srcOrd="0" destOrd="0" presId="urn:microsoft.com/office/officeart/2018/5/layout/CenteredIconLabelDescriptionList"/>
    <dgm:cxn modelId="{4FFDFA9A-9788-46D1-B8E2-42F775C6E3BE}" type="presParOf" srcId="{FF0771CB-B83F-4453-A841-A33C05FF4D0E}" destId="{B710CE12-90E1-4977-8728-797E0796BB86}" srcOrd="1" destOrd="0" presId="urn:microsoft.com/office/officeart/2018/5/layout/CenteredIconLabelDescriptionList"/>
    <dgm:cxn modelId="{6F3F5AF6-9DEF-4E5D-A880-C913668EC34F}" type="presParOf" srcId="{FF0771CB-B83F-4453-A841-A33C05FF4D0E}" destId="{4309E795-ACF5-4A64-91AF-C293537A14F6}" srcOrd="2" destOrd="0" presId="urn:microsoft.com/office/officeart/2018/5/layout/CenteredIconLabelDescriptionList"/>
    <dgm:cxn modelId="{13ECFA93-D89E-4C49-8F24-15BD280A66FD}" type="presParOf" srcId="{FF0771CB-B83F-4453-A841-A33C05FF4D0E}" destId="{A721F6A7-5A99-4C6D-AD07-E8D77E5009E4}" srcOrd="3" destOrd="0" presId="urn:microsoft.com/office/officeart/2018/5/layout/CenteredIconLabelDescriptionList"/>
    <dgm:cxn modelId="{B0C9264F-EF97-40E6-8E2F-A6B3582D4D4F}" type="presParOf" srcId="{FF0771CB-B83F-4453-A841-A33C05FF4D0E}" destId="{C49E999F-2E37-4EA9-A8D7-0CFE09EB3AE5}" srcOrd="4" destOrd="0" presId="urn:microsoft.com/office/officeart/2018/5/layout/CenteredIconLabelDescriptionList"/>
    <dgm:cxn modelId="{9B9CDDE1-1370-444D-9296-83C15707840B}" type="presParOf" srcId="{44D0ED03-1947-456E-88C0-521422F5BA62}" destId="{A02891B8-EB3B-4D0E-B395-CC31D081A438}" srcOrd="3" destOrd="0" presId="urn:microsoft.com/office/officeart/2018/5/layout/CenteredIconLabelDescriptionList"/>
    <dgm:cxn modelId="{952FD86F-6A4A-48EC-B07D-F5C20A82E7EA}" type="presParOf" srcId="{44D0ED03-1947-456E-88C0-521422F5BA62}" destId="{C0B57A22-BF03-4124-B4A7-C07131E67468}" srcOrd="4" destOrd="0" presId="urn:microsoft.com/office/officeart/2018/5/layout/CenteredIconLabelDescriptionList"/>
    <dgm:cxn modelId="{756498B9-7E13-4E89-A9A4-65F4EA2F16E4}" type="presParOf" srcId="{C0B57A22-BF03-4124-B4A7-C07131E67468}" destId="{783DC34C-8C04-4A6B-9D43-2954A3676793}" srcOrd="0" destOrd="0" presId="urn:microsoft.com/office/officeart/2018/5/layout/CenteredIconLabelDescriptionList"/>
    <dgm:cxn modelId="{4D925A07-0291-4BCA-9843-263CB331E88C}" type="presParOf" srcId="{C0B57A22-BF03-4124-B4A7-C07131E67468}" destId="{C0F140C4-7014-49FD-B57A-C9EABEECDB0D}" srcOrd="1" destOrd="0" presId="urn:microsoft.com/office/officeart/2018/5/layout/CenteredIconLabelDescriptionList"/>
    <dgm:cxn modelId="{8BDCCF34-8F2D-48EE-BC67-B834C3E668B5}" type="presParOf" srcId="{C0B57A22-BF03-4124-B4A7-C07131E67468}" destId="{32845AF7-6FC1-4758-983D-4643CB01AEAB}" srcOrd="2" destOrd="0" presId="urn:microsoft.com/office/officeart/2018/5/layout/CenteredIconLabelDescriptionList"/>
    <dgm:cxn modelId="{DE4E388B-40BA-4523-875B-89AC17C61E15}" type="presParOf" srcId="{C0B57A22-BF03-4124-B4A7-C07131E67468}" destId="{0F36AE93-5B39-49B7-9E31-C7A8C7F883FC}" srcOrd="3" destOrd="0" presId="urn:microsoft.com/office/officeart/2018/5/layout/CenteredIconLabelDescriptionList"/>
    <dgm:cxn modelId="{C239A9A8-110C-4A57-BA1B-F49246605EAC}" type="presParOf" srcId="{C0B57A22-BF03-4124-B4A7-C07131E67468}" destId="{303624E6-CFC3-4FA2-9852-73171F819F2E}" srcOrd="4" destOrd="0" presId="urn:microsoft.com/office/officeart/2018/5/layout/CenteredIconLabelDescriptionList"/>
    <dgm:cxn modelId="{A6C46EA4-B968-4FEA-8201-6B33FA64D7B8}" type="presParOf" srcId="{44D0ED03-1947-456E-88C0-521422F5BA62}" destId="{AD909E82-9089-45FE-B312-D57FE770CBE0}" srcOrd="5" destOrd="0" presId="urn:microsoft.com/office/officeart/2018/5/layout/CenteredIconLabelDescriptionList"/>
    <dgm:cxn modelId="{D33DD2C4-7102-4E49-B8EE-0D1DB089FF3E}" type="presParOf" srcId="{44D0ED03-1947-456E-88C0-521422F5BA62}" destId="{E6E36E55-E0AB-4921-948B-9145E39CD3CB}" srcOrd="6" destOrd="0" presId="urn:microsoft.com/office/officeart/2018/5/layout/CenteredIconLabelDescriptionList"/>
    <dgm:cxn modelId="{8001A61D-1666-4F8E-929E-C0006A35ECB8}" type="presParOf" srcId="{E6E36E55-E0AB-4921-948B-9145E39CD3CB}" destId="{FB61680E-FA6B-4444-B493-83AE600C7092}" srcOrd="0" destOrd="0" presId="urn:microsoft.com/office/officeart/2018/5/layout/CenteredIconLabelDescriptionList"/>
    <dgm:cxn modelId="{99E2D178-E279-4F9D-A87E-F8B60C35B3C2}" type="presParOf" srcId="{E6E36E55-E0AB-4921-948B-9145E39CD3CB}" destId="{C45F2251-12F9-4A9F-9D33-427DD01E0CE8}" srcOrd="1" destOrd="0" presId="urn:microsoft.com/office/officeart/2018/5/layout/CenteredIconLabelDescriptionList"/>
    <dgm:cxn modelId="{CFFDDDFA-E226-4B55-AC1C-80F271660F18}" type="presParOf" srcId="{E6E36E55-E0AB-4921-948B-9145E39CD3CB}" destId="{DF9D41A7-E36E-4908-A95A-FF13CB877DD3}" srcOrd="2" destOrd="0" presId="urn:microsoft.com/office/officeart/2018/5/layout/CenteredIconLabelDescriptionList"/>
    <dgm:cxn modelId="{CB762F5D-CC5E-44B3-875E-1397129FB865}" type="presParOf" srcId="{E6E36E55-E0AB-4921-948B-9145E39CD3CB}" destId="{8662DBF3-8DE4-441D-AB17-B8EC464AA5B8}" srcOrd="3" destOrd="0" presId="urn:microsoft.com/office/officeart/2018/5/layout/CenteredIconLabelDescriptionList"/>
    <dgm:cxn modelId="{9C3D3671-01C3-4C77-9A32-8D379F219F23}" type="presParOf" srcId="{E6E36E55-E0AB-4921-948B-9145E39CD3CB}" destId="{A52CE924-69CA-47A7-93E4-AD6DD13BBD1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5D7ED0A-E1B2-48AD-9C72-EDCC020253CD}"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8EA7AB-2EBC-474C-A248-C2938FA86B9C}">
      <dgm:prSet/>
      <dgm:spPr/>
      <dgm:t>
        <a:bodyPr/>
        <a:lstStyle/>
        <a:p>
          <a:pPr>
            <a:defRPr b="1"/>
          </a:pPr>
          <a:r>
            <a:rPr lang="tr-TR"/>
            <a:t>4 key innovations</a:t>
          </a:r>
          <a:endParaRPr lang="en-US"/>
        </a:p>
      </dgm:t>
    </dgm:pt>
    <dgm:pt modelId="{52375435-85F3-48CA-9D97-8C96CF23CE8B}" type="parTrans" cxnId="{5A72202E-00B8-4ECF-BFCA-7F59A1491716}">
      <dgm:prSet/>
      <dgm:spPr/>
      <dgm:t>
        <a:bodyPr/>
        <a:lstStyle/>
        <a:p>
          <a:endParaRPr lang="en-US"/>
        </a:p>
      </dgm:t>
    </dgm:pt>
    <dgm:pt modelId="{600882B9-2A6F-48B6-AAFE-2A7896492B41}" type="sibTrans" cxnId="{5A72202E-00B8-4ECF-BFCA-7F59A1491716}">
      <dgm:prSet/>
      <dgm:spPr/>
      <dgm:t>
        <a:bodyPr/>
        <a:lstStyle/>
        <a:p>
          <a:endParaRPr lang="en-US"/>
        </a:p>
      </dgm:t>
    </dgm:pt>
    <dgm:pt modelId="{D1ADFCAF-16DE-4732-871D-8BFF615DF2B2}">
      <dgm:prSet/>
      <dgm:spPr/>
      <dgm:t>
        <a:bodyPr/>
        <a:lstStyle/>
        <a:p>
          <a:r>
            <a:rPr lang="tr-TR"/>
            <a:t>1. Bitcoin protocol</a:t>
          </a:r>
          <a:endParaRPr lang="en-US"/>
        </a:p>
      </dgm:t>
    </dgm:pt>
    <dgm:pt modelId="{C30AC4B7-8DE8-4519-B693-E2F2F514FB9C}" type="parTrans" cxnId="{0FADEFC7-0A3E-4D46-8E81-8A6F869357D7}">
      <dgm:prSet/>
      <dgm:spPr/>
      <dgm:t>
        <a:bodyPr/>
        <a:lstStyle/>
        <a:p>
          <a:endParaRPr lang="tr-TR"/>
        </a:p>
      </dgm:t>
    </dgm:pt>
    <dgm:pt modelId="{8E375C6C-AE22-41AF-8757-C63DC8FDA4A4}" type="sibTrans" cxnId="{0FADEFC7-0A3E-4D46-8E81-8A6F869357D7}">
      <dgm:prSet/>
      <dgm:spPr/>
      <dgm:t>
        <a:bodyPr/>
        <a:lstStyle/>
        <a:p>
          <a:endParaRPr lang="tr-TR"/>
        </a:p>
      </dgm:t>
    </dgm:pt>
    <dgm:pt modelId="{1C971F0B-6315-468D-BA7C-DA7E9B4160E4}">
      <dgm:prSet/>
      <dgm:spPr/>
      <dgm:t>
        <a:bodyPr/>
        <a:lstStyle/>
        <a:p>
          <a:r>
            <a:rPr lang="tr-TR"/>
            <a:t>2. The blockchain</a:t>
          </a:r>
        </a:p>
        <a:p>
          <a:r>
            <a:rPr lang="tr-TR"/>
            <a:t>3. Consensus rules</a:t>
          </a:r>
        </a:p>
        <a:p>
          <a:r>
            <a:rPr lang="tr-TR"/>
            <a:t>4. </a:t>
          </a:r>
          <a:r>
            <a:rPr lang="en-US"/>
            <a:t>Proof-of-Work algorithm </a:t>
          </a:r>
          <a:endParaRPr lang="tr-TR"/>
        </a:p>
      </dgm:t>
    </dgm:pt>
    <dgm:pt modelId="{567E6125-C4FF-4385-AD4F-F639E69E0528}" type="parTrans" cxnId="{E2B4C563-F430-485C-88A6-6F0500533006}">
      <dgm:prSet/>
      <dgm:spPr/>
      <dgm:t>
        <a:bodyPr/>
        <a:lstStyle/>
        <a:p>
          <a:endParaRPr lang="tr-TR"/>
        </a:p>
      </dgm:t>
    </dgm:pt>
    <dgm:pt modelId="{82CDB9BD-2627-425A-AD3A-DD95708EE4FA}" type="sibTrans" cxnId="{E2B4C563-F430-485C-88A6-6F0500533006}">
      <dgm:prSet/>
      <dgm:spPr/>
      <dgm:t>
        <a:bodyPr/>
        <a:lstStyle/>
        <a:p>
          <a:endParaRPr lang="tr-TR"/>
        </a:p>
      </dgm:t>
    </dgm:pt>
    <dgm:pt modelId="{65B803F4-8E47-416B-A29D-643D1F648482}">
      <dgm:prSet/>
      <dgm:spPr/>
      <dgm:t>
        <a:bodyPr/>
        <a:lstStyle/>
        <a:p>
          <a:pPr>
            <a:defRPr b="1"/>
          </a:pPr>
          <a:r>
            <a:rPr lang="tr-TR" dirty="0"/>
            <a:t>4 key innovations</a:t>
          </a:r>
          <a:endParaRPr lang="en-US" dirty="0"/>
        </a:p>
      </dgm:t>
    </dgm:pt>
    <dgm:pt modelId="{EFE23BA3-E7DB-422A-A5EA-3796B8AC909B}" type="parTrans" cxnId="{949D59CA-58EF-4F9E-8063-3BE1C98557FC}">
      <dgm:prSet/>
      <dgm:spPr/>
      <dgm:t>
        <a:bodyPr/>
        <a:lstStyle/>
        <a:p>
          <a:endParaRPr lang="tr-TR"/>
        </a:p>
      </dgm:t>
    </dgm:pt>
    <dgm:pt modelId="{23F59E58-3D1D-4C21-94B5-0A713D2E9BD2}" type="sibTrans" cxnId="{949D59CA-58EF-4F9E-8063-3BE1C98557FC}">
      <dgm:prSet/>
      <dgm:spPr/>
      <dgm:t>
        <a:bodyPr/>
        <a:lstStyle/>
        <a:p>
          <a:endParaRPr lang="en-US"/>
        </a:p>
      </dgm:t>
    </dgm:pt>
    <dgm:pt modelId="{976FB17F-8CA8-4CAC-AB15-B68F16CC82F3}">
      <dgm:prSet/>
      <dgm:spPr/>
      <dgm:t>
        <a:bodyPr/>
        <a:lstStyle/>
        <a:p>
          <a:r>
            <a:rPr lang="en-US"/>
            <a:t>A</a:t>
          </a:r>
          <a:r>
            <a:rPr lang="tr-TR"/>
            <a:t> </a:t>
          </a:r>
          <a:r>
            <a:rPr lang="en-US"/>
            <a:t>unique and powerful combination</a:t>
          </a:r>
        </a:p>
      </dgm:t>
    </dgm:pt>
    <dgm:pt modelId="{21BE393C-998B-4EB3-B92C-2341444D6CE9}" type="parTrans" cxnId="{3E756FD0-613B-4419-A06A-05DC63DC8C10}">
      <dgm:prSet/>
      <dgm:spPr/>
      <dgm:t>
        <a:bodyPr/>
        <a:lstStyle/>
        <a:p>
          <a:endParaRPr lang="tr-TR"/>
        </a:p>
      </dgm:t>
    </dgm:pt>
    <dgm:pt modelId="{3DD9337E-24D7-4B27-B84C-DB4E74D0A265}" type="sibTrans" cxnId="{3E756FD0-613B-4419-A06A-05DC63DC8C10}">
      <dgm:prSet/>
      <dgm:spPr/>
      <dgm:t>
        <a:bodyPr/>
        <a:lstStyle/>
        <a:p>
          <a:endParaRPr lang="tr-TR"/>
        </a:p>
      </dgm:t>
    </dgm:pt>
    <dgm:pt modelId="{92227ED5-C404-4352-AC18-EB51327B7E87}">
      <dgm:prSet/>
      <dgm:spPr/>
      <dgm:t>
        <a:bodyPr/>
        <a:lstStyle/>
        <a:p>
          <a:r>
            <a:rPr lang="en-US"/>
            <a:t>Brought</a:t>
          </a:r>
          <a:r>
            <a:rPr lang="tr-TR"/>
            <a:t> </a:t>
          </a:r>
          <a:r>
            <a:rPr lang="en-US"/>
            <a:t>together</a:t>
          </a:r>
        </a:p>
      </dgm:t>
    </dgm:pt>
    <dgm:pt modelId="{1BD08D45-AA3A-416A-8332-D0D28F1F32A4}" type="parTrans" cxnId="{4816A071-E4F9-4083-8DB2-722981E93FD0}">
      <dgm:prSet/>
      <dgm:spPr/>
      <dgm:t>
        <a:bodyPr/>
        <a:lstStyle/>
        <a:p>
          <a:endParaRPr lang="tr-TR"/>
        </a:p>
      </dgm:t>
    </dgm:pt>
    <dgm:pt modelId="{8FAA2507-5A68-478A-A6CC-4420DD09A562}" type="sibTrans" cxnId="{4816A071-E4F9-4083-8DB2-722981E93FD0}">
      <dgm:prSet/>
      <dgm:spPr/>
      <dgm:t>
        <a:bodyPr/>
        <a:lstStyle/>
        <a:p>
          <a:endParaRPr lang="tr-TR"/>
        </a:p>
      </dgm:t>
    </dgm:pt>
    <dgm:pt modelId="{3A39D1B5-0ECF-413C-BA54-EDD7668A1F48}" type="pres">
      <dgm:prSet presAssocID="{45D7ED0A-E1B2-48AD-9C72-EDCC020253CD}" presName="root" presStyleCnt="0">
        <dgm:presLayoutVars>
          <dgm:dir/>
          <dgm:resizeHandles val="exact"/>
        </dgm:presLayoutVars>
      </dgm:prSet>
      <dgm:spPr/>
    </dgm:pt>
    <dgm:pt modelId="{85F0CBD9-EEF5-47AC-ADEF-78659FDCB4F4}" type="pres">
      <dgm:prSet presAssocID="{65B803F4-8E47-416B-A29D-643D1F648482}" presName="compNode" presStyleCnt="0"/>
      <dgm:spPr/>
    </dgm:pt>
    <dgm:pt modelId="{A520B84C-4821-4B77-BF27-AF77B8131E72}" type="pres">
      <dgm:prSet presAssocID="{65B803F4-8E47-416B-A29D-643D1F6484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6060858C-FE41-4E05-A191-57FE72F9CCEF}" type="pres">
      <dgm:prSet presAssocID="{65B803F4-8E47-416B-A29D-643D1F648482}" presName="iconSpace" presStyleCnt="0"/>
      <dgm:spPr/>
    </dgm:pt>
    <dgm:pt modelId="{58876CCE-0C33-4245-94CB-9A0A5EBA1700}" type="pres">
      <dgm:prSet presAssocID="{65B803F4-8E47-416B-A29D-643D1F648482}" presName="parTx" presStyleLbl="revTx" presStyleIdx="0" presStyleCnt="4">
        <dgm:presLayoutVars>
          <dgm:chMax val="0"/>
          <dgm:chPref val="0"/>
        </dgm:presLayoutVars>
      </dgm:prSet>
      <dgm:spPr/>
    </dgm:pt>
    <dgm:pt modelId="{2DE87119-2896-405D-AF6D-BAF4EAC23FDA}" type="pres">
      <dgm:prSet presAssocID="{65B803F4-8E47-416B-A29D-643D1F648482}" presName="txSpace" presStyleCnt="0"/>
      <dgm:spPr/>
    </dgm:pt>
    <dgm:pt modelId="{18A510AA-56D8-4192-A7EA-B7AB27E35607}" type="pres">
      <dgm:prSet presAssocID="{65B803F4-8E47-416B-A29D-643D1F648482}" presName="desTx" presStyleLbl="revTx" presStyleIdx="1" presStyleCnt="4">
        <dgm:presLayoutVars/>
      </dgm:prSet>
      <dgm:spPr/>
    </dgm:pt>
    <dgm:pt modelId="{C4CD009D-74E6-4D94-95E0-CA63149E229F}" type="pres">
      <dgm:prSet presAssocID="{23F59E58-3D1D-4C21-94B5-0A713D2E9BD2}" presName="sibTrans" presStyleCnt="0"/>
      <dgm:spPr/>
    </dgm:pt>
    <dgm:pt modelId="{03135869-7341-4FED-8A4D-2CC4FEFC98C4}" type="pres">
      <dgm:prSet presAssocID="{C98EA7AB-2EBC-474C-A248-C2938FA86B9C}" presName="compNode" presStyleCnt="0"/>
      <dgm:spPr/>
    </dgm:pt>
    <dgm:pt modelId="{D23E9F49-28FD-4828-8652-8AE79DB3096A}" type="pres">
      <dgm:prSet presAssocID="{C98EA7AB-2EBC-474C-A248-C2938FA86B9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8CD7C34E-2152-452B-9EE7-0EE665A78266}" type="pres">
      <dgm:prSet presAssocID="{C98EA7AB-2EBC-474C-A248-C2938FA86B9C}" presName="iconSpace" presStyleCnt="0"/>
      <dgm:spPr/>
    </dgm:pt>
    <dgm:pt modelId="{F84EAF06-533B-4E4B-ADD6-8E4EC8D83855}" type="pres">
      <dgm:prSet presAssocID="{C98EA7AB-2EBC-474C-A248-C2938FA86B9C}" presName="parTx" presStyleLbl="revTx" presStyleIdx="2" presStyleCnt="4">
        <dgm:presLayoutVars>
          <dgm:chMax val="0"/>
          <dgm:chPref val="0"/>
        </dgm:presLayoutVars>
      </dgm:prSet>
      <dgm:spPr/>
    </dgm:pt>
    <dgm:pt modelId="{E64EF44C-9545-49CB-B9D9-23A332083824}" type="pres">
      <dgm:prSet presAssocID="{C98EA7AB-2EBC-474C-A248-C2938FA86B9C}" presName="txSpace" presStyleCnt="0"/>
      <dgm:spPr/>
    </dgm:pt>
    <dgm:pt modelId="{40F4CDA7-7ED2-45F8-B35D-398DBA71BC48}" type="pres">
      <dgm:prSet presAssocID="{C98EA7AB-2EBC-474C-A248-C2938FA86B9C}" presName="desTx" presStyleLbl="revTx" presStyleIdx="3" presStyleCnt="4">
        <dgm:presLayoutVars/>
      </dgm:prSet>
      <dgm:spPr/>
    </dgm:pt>
  </dgm:ptLst>
  <dgm:cxnLst>
    <dgm:cxn modelId="{9853E41E-CEA9-443B-A8A6-442D23AA664B}" type="presOf" srcId="{65B803F4-8E47-416B-A29D-643D1F648482}" destId="{58876CCE-0C33-4245-94CB-9A0A5EBA1700}" srcOrd="0" destOrd="0" presId="urn:microsoft.com/office/officeart/2018/5/layout/CenteredIconLabelDescriptionList"/>
    <dgm:cxn modelId="{5A72202E-00B8-4ECF-BFCA-7F59A1491716}" srcId="{45D7ED0A-E1B2-48AD-9C72-EDCC020253CD}" destId="{C98EA7AB-2EBC-474C-A248-C2938FA86B9C}" srcOrd="1" destOrd="0" parTransId="{52375435-85F3-48CA-9D97-8C96CF23CE8B}" sibTransId="{600882B9-2A6F-48B6-AAFE-2A7896492B41}"/>
    <dgm:cxn modelId="{E2B4C563-F430-485C-88A6-6F0500533006}" srcId="{C98EA7AB-2EBC-474C-A248-C2938FA86B9C}" destId="{1C971F0B-6315-468D-BA7C-DA7E9B4160E4}" srcOrd="1" destOrd="0" parTransId="{567E6125-C4FF-4385-AD4F-F639E69E0528}" sibTransId="{82CDB9BD-2627-425A-AD3A-DD95708EE4FA}"/>
    <dgm:cxn modelId="{4816A071-E4F9-4083-8DB2-722981E93FD0}" srcId="{65B803F4-8E47-416B-A29D-643D1F648482}" destId="{92227ED5-C404-4352-AC18-EB51327B7E87}" srcOrd="0" destOrd="0" parTransId="{1BD08D45-AA3A-416A-8332-D0D28F1F32A4}" sibTransId="{8FAA2507-5A68-478A-A6CC-4420DD09A562}"/>
    <dgm:cxn modelId="{668C2581-BBA1-48F3-8FBF-44F0002B2CBD}" type="presOf" srcId="{C98EA7AB-2EBC-474C-A248-C2938FA86B9C}" destId="{F84EAF06-533B-4E4B-ADD6-8E4EC8D83855}" srcOrd="0" destOrd="0" presId="urn:microsoft.com/office/officeart/2018/5/layout/CenteredIconLabelDescriptionList"/>
    <dgm:cxn modelId="{9EA5B9AD-CA0D-4552-B9DC-F8BF1F16E03E}" type="presOf" srcId="{92227ED5-C404-4352-AC18-EB51327B7E87}" destId="{18A510AA-56D8-4192-A7EA-B7AB27E35607}" srcOrd="0" destOrd="0" presId="urn:microsoft.com/office/officeart/2018/5/layout/CenteredIconLabelDescriptionList"/>
    <dgm:cxn modelId="{EB4746B7-3552-4943-8BDA-E3AC78EBF99D}" type="presOf" srcId="{1C971F0B-6315-468D-BA7C-DA7E9B4160E4}" destId="{40F4CDA7-7ED2-45F8-B35D-398DBA71BC48}" srcOrd="0" destOrd="1" presId="urn:microsoft.com/office/officeart/2018/5/layout/CenteredIconLabelDescriptionList"/>
    <dgm:cxn modelId="{9045C5B9-38CA-4A66-8623-56A97C4FAB0B}" type="presOf" srcId="{D1ADFCAF-16DE-4732-871D-8BFF615DF2B2}" destId="{40F4CDA7-7ED2-45F8-B35D-398DBA71BC48}" srcOrd="0" destOrd="0" presId="urn:microsoft.com/office/officeart/2018/5/layout/CenteredIconLabelDescriptionList"/>
    <dgm:cxn modelId="{0FADEFC7-0A3E-4D46-8E81-8A6F869357D7}" srcId="{C98EA7AB-2EBC-474C-A248-C2938FA86B9C}" destId="{D1ADFCAF-16DE-4732-871D-8BFF615DF2B2}" srcOrd="0" destOrd="0" parTransId="{C30AC4B7-8DE8-4519-B693-E2F2F514FB9C}" sibTransId="{8E375C6C-AE22-41AF-8757-C63DC8FDA4A4}"/>
    <dgm:cxn modelId="{949D59CA-58EF-4F9E-8063-3BE1C98557FC}" srcId="{45D7ED0A-E1B2-48AD-9C72-EDCC020253CD}" destId="{65B803F4-8E47-416B-A29D-643D1F648482}" srcOrd="0" destOrd="0" parTransId="{EFE23BA3-E7DB-422A-A5EA-3796B8AC909B}" sibTransId="{23F59E58-3D1D-4C21-94B5-0A713D2E9BD2}"/>
    <dgm:cxn modelId="{82638ACB-DA06-4956-B6CA-C22F042F7719}" type="presOf" srcId="{45D7ED0A-E1B2-48AD-9C72-EDCC020253CD}" destId="{3A39D1B5-0ECF-413C-BA54-EDD7668A1F48}" srcOrd="0" destOrd="0" presId="urn:microsoft.com/office/officeart/2018/5/layout/CenteredIconLabelDescriptionList"/>
    <dgm:cxn modelId="{8C08EFCE-CD6F-43D9-800B-E1777BD673F8}" type="presOf" srcId="{976FB17F-8CA8-4CAC-AB15-B68F16CC82F3}" destId="{18A510AA-56D8-4192-A7EA-B7AB27E35607}" srcOrd="0" destOrd="1" presId="urn:microsoft.com/office/officeart/2018/5/layout/CenteredIconLabelDescriptionList"/>
    <dgm:cxn modelId="{3E756FD0-613B-4419-A06A-05DC63DC8C10}" srcId="{65B803F4-8E47-416B-A29D-643D1F648482}" destId="{976FB17F-8CA8-4CAC-AB15-B68F16CC82F3}" srcOrd="1" destOrd="0" parTransId="{21BE393C-998B-4EB3-B92C-2341444D6CE9}" sibTransId="{3DD9337E-24D7-4B27-B84C-DB4E74D0A265}"/>
    <dgm:cxn modelId="{4A2A4521-E88B-4905-A8CA-39E7A7FE121C}" type="presParOf" srcId="{3A39D1B5-0ECF-413C-BA54-EDD7668A1F48}" destId="{85F0CBD9-EEF5-47AC-ADEF-78659FDCB4F4}" srcOrd="0" destOrd="0" presId="urn:microsoft.com/office/officeart/2018/5/layout/CenteredIconLabelDescriptionList"/>
    <dgm:cxn modelId="{292B2C30-EE23-47B7-9936-7C3153FB926D}" type="presParOf" srcId="{85F0CBD9-EEF5-47AC-ADEF-78659FDCB4F4}" destId="{A520B84C-4821-4B77-BF27-AF77B8131E72}" srcOrd="0" destOrd="0" presId="urn:microsoft.com/office/officeart/2018/5/layout/CenteredIconLabelDescriptionList"/>
    <dgm:cxn modelId="{C36C563F-9279-4620-B819-98F28CB93265}" type="presParOf" srcId="{85F0CBD9-EEF5-47AC-ADEF-78659FDCB4F4}" destId="{6060858C-FE41-4E05-A191-57FE72F9CCEF}" srcOrd="1" destOrd="0" presId="urn:microsoft.com/office/officeart/2018/5/layout/CenteredIconLabelDescriptionList"/>
    <dgm:cxn modelId="{47D47D5E-86C4-4C23-9CB9-350A863B8896}" type="presParOf" srcId="{85F0CBD9-EEF5-47AC-ADEF-78659FDCB4F4}" destId="{58876CCE-0C33-4245-94CB-9A0A5EBA1700}" srcOrd="2" destOrd="0" presId="urn:microsoft.com/office/officeart/2018/5/layout/CenteredIconLabelDescriptionList"/>
    <dgm:cxn modelId="{F0D17DE9-7175-4CDC-940C-D0B0C31CEBCF}" type="presParOf" srcId="{85F0CBD9-EEF5-47AC-ADEF-78659FDCB4F4}" destId="{2DE87119-2896-405D-AF6D-BAF4EAC23FDA}" srcOrd="3" destOrd="0" presId="urn:microsoft.com/office/officeart/2018/5/layout/CenteredIconLabelDescriptionList"/>
    <dgm:cxn modelId="{CDA13C97-7D1D-47A1-82CA-56E78F8E0EA1}" type="presParOf" srcId="{85F0CBD9-EEF5-47AC-ADEF-78659FDCB4F4}" destId="{18A510AA-56D8-4192-A7EA-B7AB27E35607}" srcOrd="4" destOrd="0" presId="urn:microsoft.com/office/officeart/2018/5/layout/CenteredIconLabelDescriptionList"/>
    <dgm:cxn modelId="{AD0FE3EA-B34C-462D-9EE6-79E235349211}" type="presParOf" srcId="{3A39D1B5-0ECF-413C-BA54-EDD7668A1F48}" destId="{C4CD009D-74E6-4D94-95E0-CA63149E229F}" srcOrd="1" destOrd="0" presId="urn:microsoft.com/office/officeart/2018/5/layout/CenteredIconLabelDescriptionList"/>
    <dgm:cxn modelId="{46BC8F1F-0E80-4AC0-9F5F-8B0B54164234}" type="presParOf" srcId="{3A39D1B5-0ECF-413C-BA54-EDD7668A1F48}" destId="{03135869-7341-4FED-8A4D-2CC4FEFC98C4}" srcOrd="2" destOrd="0" presId="urn:microsoft.com/office/officeart/2018/5/layout/CenteredIconLabelDescriptionList"/>
    <dgm:cxn modelId="{FACA1676-AC46-46DE-B2D6-B7A8F7204FF4}" type="presParOf" srcId="{03135869-7341-4FED-8A4D-2CC4FEFC98C4}" destId="{D23E9F49-28FD-4828-8652-8AE79DB3096A}" srcOrd="0" destOrd="0" presId="urn:microsoft.com/office/officeart/2018/5/layout/CenteredIconLabelDescriptionList"/>
    <dgm:cxn modelId="{A30052B6-EF45-4E5C-8953-19E26EBBB7DC}" type="presParOf" srcId="{03135869-7341-4FED-8A4D-2CC4FEFC98C4}" destId="{8CD7C34E-2152-452B-9EE7-0EE665A78266}" srcOrd="1" destOrd="0" presId="urn:microsoft.com/office/officeart/2018/5/layout/CenteredIconLabelDescriptionList"/>
    <dgm:cxn modelId="{28F0F5E5-E5F8-4E47-AA5A-78643B36FE90}" type="presParOf" srcId="{03135869-7341-4FED-8A4D-2CC4FEFC98C4}" destId="{F84EAF06-533B-4E4B-ADD6-8E4EC8D83855}" srcOrd="2" destOrd="0" presId="urn:microsoft.com/office/officeart/2018/5/layout/CenteredIconLabelDescriptionList"/>
    <dgm:cxn modelId="{C92CE4D1-79C6-4D0E-AD46-635C759362C8}" type="presParOf" srcId="{03135869-7341-4FED-8A4D-2CC4FEFC98C4}" destId="{E64EF44C-9545-49CB-B9D9-23A332083824}" srcOrd="3" destOrd="0" presId="urn:microsoft.com/office/officeart/2018/5/layout/CenteredIconLabelDescriptionList"/>
    <dgm:cxn modelId="{C25E89E0-D4D6-4A45-B088-239AC3CADCD7}" type="presParOf" srcId="{03135869-7341-4FED-8A4D-2CC4FEFC98C4}" destId="{40F4CDA7-7ED2-45F8-B35D-398DBA71BC4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5D7ED0A-E1B2-48AD-9C72-EDCC020253C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81A739F-55CF-4A11-9858-CDA21080CF18}">
      <dgm:prSet/>
      <dgm:spPr/>
      <dgm:t>
        <a:bodyPr/>
        <a:lstStyle/>
        <a:p>
          <a:pPr>
            <a:lnSpc>
              <a:spcPct val="100000"/>
            </a:lnSpc>
          </a:pPr>
          <a:r>
            <a:rPr lang="tr-TR" dirty="0"/>
            <a:t>1. </a:t>
          </a:r>
          <a:r>
            <a:rPr lang="en-US" dirty="0"/>
            <a:t>The</a:t>
          </a:r>
          <a:r>
            <a:rPr lang="tr-TR" dirty="0"/>
            <a:t> </a:t>
          </a:r>
          <a:r>
            <a:rPr lang="en-US" dirty="0"/>
            <a:t>bitcoin protocol </a:t>
          </a:r>
        </a:p>
      </dgm:t>
    </dgm:pt>
    <dgm:pt modelId="{DB7FD6D3-9E05-41F3-8AD5-58C0A24F134B}" type="parTrans" cxnId="{F7DB9A72-A434-47DB-A964-0BCEB2AD62B5}">
      <dgm:prSet/>
      <dgm:spPr/>
      <dgm:t>
        <a:bodyPr/>
        <a:lstStyle/>
        <a:p>
          <a:endParaRPr lang="en-US"/>
        </a:p>
      </dgm:t>
    </dgm:pt>
    <dgm:pt modelId="{53AEA3EB-2DE0-4007-A788-DC0748C76D13}" type="sibTrans" cxnId="{F7DB9A72-A434-47DB-A964-0BCEB2AD62B5}">
      <dgm:prSet/>
      <dgm:spPr/>
      <dgm:t>
        <a:bodyPr/>
        <a:lstStyle/>
        <a:p>
          <a:endParaRPr lang="en-US"/>
        </a:p>
      </dgm:t>
    </dgm:pt>
    <dgm:pt modelId="{CFC4D5A5-E393-4DD3-8457-DA89811CAF5A}">
      <dgm:prSet/>
      <dgm:spPr/>
      <dgm:t>
        <a:bodyPr/>
        <a:lstStyle/>
        <a:p>
          <a:pPr>
            <a:lnSpc>
              <a:spcPct val="100000"/>
            </a:lnSpc>
          </a:pPr>
          <a:r>
            <a:rPr lang="en-US"/>
            <a:t>A decentralized peer-to-peer network</a:t>
          </a:r>
        </a:p>
      </dgm:t>
    </dgm:pt>
    <dgm:pt modelId="{A9A18E91-61A1-4F24-A6E5-D65BB06CE8CC}" type="parTrans" cxnId="{BBBF82B0-A31B-4EC1-A94F-2157A620851A}">
      <dgm:prSet/>
      <dgm:spPr/>
      <dgm:t>
        <a:bodyPr/>
        <a:lstStyle/>
        <a:p>
          <a:endParaRPr lang="en-US"/>
        </a:p>
      </dgm:t>
    </dgm:pt>
    <dgm:pt modelId="{F13E7021-082C-4FC2-A826-CF0619AB3662}" type="sibTrans" cxnId="{BBBF82B0-A31B-4EC1-A94F-2157A620851A}">
      <dgm:prSet/>
      <dgm:spPr/>
      <dgm:t>
        <a:bodyPr/>
        <a:lstStyle/>
        <a:p>
          <a:endParaRPr lang="en-US"/>
        </a:p>
      </dgm:t>
    </dgm:pt>
    <dgm:pt modelId="{6E440954-44C3-49B8-ABCB-3554F533DE31}">
      <dgm:prSet/>
      <dgm:spPr/>
      <dgm:t>
        <a:bodyPr/>
        <a:lstStyle/>
        <a:p>
          <a:pPr>
            <a:lnSpc>
              <a:spcPct val="100000"/>
            </a:lnSpc>
          </a:pPr>
          <a:r>
            <a:rPr lang="tr-TR" dirty="0"/>
            <a:t>2. </a:t>
          </a:r>
          <a:r>
            <a:rPr lang="en-US" dirty="0"/>
            <a:t>The</a:t>
          </a:r>
          <a:r>
            <a:rPr lang="tr-TR" dirty="0"/>
            <a:t> </a:t>
          </a:r>
          <a:r>
            <a:rPr lang="en-US" dirty="0"/>
            <a:t>blockchain </a:t>
          </a:r>
        </a:p>
      </dgm:t>
    </dgm:pt>
    <dgm:pt modelId="{B06335EE-C585-4B7A-8911-5DC89FE0F22F}" type="parTrans" cxnId="{5D5F0B48-3204-4991-BDD1-73D0426B620F}">
      <dgm:prSet/>
      <dgm:spPr/>
      <dgm:t>
        <a:bodyPr/>
        <a:lstStyle/>
        <a:p>
          <a:endParaRPr lang="en-US"/>
        </a:p>
      </dgm:t>
    </dgm:pt>
    <dgm:pt modelId="{9432869E-C8E6-40CD-88B8-A1E3EA8037E0}" type="sibTrans" cxnId="{5D5F0B48-3204-4991-BDD1-73D0426B620F}">
      <dgm:prSet/>
      <dgm:spPr/>
      <dgm:t>
        <a:bodyPr/>
        <a:lstStyle/>
        <a:p>
          <a:endParaRPr lang="en-US"/>
        </a:p>
      </dgm:t>
    </dgm:pt>
    <dgm:pt modelId="{FE71A4F5-1EF7-4080-A439-3A765F598839}">
      <dgm:prSet/>
      <dgm:spPr/>
      <dgm:t>
        <a:bodyPr/>
        <a:lstStyle/>
        <a:p>
          <a:pPr>
            <a:lnSpc>
              <a:spcPct val="100000"/>
            </a:lnSpc>
          </a:pPr>
          <a:r>
            <a:rPr lang="en-US"/>
            <a:t>A public transaction ledger</a:t>
          </a:r>
        </a:p>
      </dgm:t>
    </dgm:pt>
    <dgm:pt modelId="{A81B226D-11A4-4940-8C3F-749E93659263}" type="parTrans" cxnId="{64A6F593-9BCE-464E-95B8-879B0D599B62}">
      <dgm:prSet/>
      <dgm:spPr/>
      <dgm:t>
        <a:bodyPr/>
        <a:lstStyle/>
        <a:p>
          <a:endParaRPr lang="en-US"/>
        </a:p>
      </dgm:t>
    </dgm:pt>
    <dgm:pt modelId="{C759C22E-4D22-4B02-9057-E71769778CA6}" type="sibTrans" cxnId="{64A6F593-9BCE-464E-95B8-879B0D599B62}">
      <dgm:prSet/>
      <dgm:spPr/>
      <dgm:t>
        <a:bodyPr/>
        <a:lstStyle/>
        <a:p>
          <a:endParaRPr lang="en-US"/>
        </a:p>
      </dgm:t>
    </dgm:pt>
    <dgm:pt modelId="{735F3938-303D-495A-A356-346C7C208DC4}">
      <dgm:prSet/>
      <dgm:spPr/>
      <dgm:t>
        <a:bodyPr/>
        <a:lstStyle/>
        <a:p>
          <a:pPr>
            <a:lnSpc>
              <a:spcPct val="100000"/>
            </a:lnSpc>
          </a:pPr>
          <a:r>
            <a:rPr lang="tr-TR" dirty="0"/>
            <a:t>3. </a:t>
          </a:r>
          <a:r>
            <a:rPr lang="en-US" dirty="0"/>
            <a:t>Consensus</a:t>
          </a:r>
          <a:r>
            <a:rPr lang="tr-TR" dirty="0"/>
            <a:t> </a:t>
          </a:r>
          <a:r>
            <a:rPr lang="en-US" dirty="0"/>
            <a:t>rules </a:t>
          </a:r>
        </a:p>
      </dgm:t>
    </dgm:pt>
    <dgm:pt modelId="{74EF625D-1383-403D-B60A-12DE5997E56A}" type="parTrans" cxnId="{E96465A6-28E4-4A6F-9DA5-5582ED04BC06}">
      <dgm:prSet/>
      <dgm:spPr/>
      <dgm:t>
        <a:bodyPr/>
        <a:lstStyle/>
        <a:p>
          <a:endParaRPr lang="en-US"/>
        </a:p>
      </dgm:t>
    </dgm:pt>
    <dgm:pt modelId="{8E10403A-BAC0-4833-9D64-2D6618C7F161}" type="sibTrans" cxnId="{E96465A6-28E4-4A6F-9DA5-5582ED04BC06}">
      <dgm:prSet/>
      <dgm:spPr/>
      <dgm:t>
        <a:bodyPr/>
        <a:lstStyle/>
        <a:p>
          <a:endParaRPr lang="en-US"/>
        </a:p>
      </dgm:t>
    </dgm:pt>
    <dgm:pt modelId="{F429FD06-EDBB-4BAC-83A2-8C15D96D4A71}">
      <dgm:prSet/>
      <dgm:spPr/>
      <dgm:t>
        <a:bodyPr/>
        <a:lstStyle/>
        <a:p>
          <a:pPr>
            <a:lnSpc>
              <a:spcPct val="100000"/>
            </a:lnSpc>
          </a:pPr>
          <a:r>
            <a:rPr lang="en-US" dirty="0"/>
            <a:t>A set of rules for independent transaction validation and currency issuance</a:t>
          </a:r>
        </a:p>
      </dgm:t>
    </dgm:pt>
    <dgm:pt modelId="{3604EF15-E1DA-4A92-AAF7-A8D93E4F16D8}" type="parTrans" cxnId="{A69E462E-7E53-47D8-936C-5DE9918325D2}">
      <dgm:prSet/>
      <dgm:spPr/>
      <dgm:t>
        <a:bodyPr/>
        <a:lstStyle/>
        <a:p>
          <a:endParaRPr lang="en-US"/>
        </a:p>
      </dgm:t>
    </dgm:pt>
    <dgm:pt modelId="{1567ABA8-8AF2-4659-A2E6-5A77BDDD339A}" type="sibTrans" cxnId="{A69E462E-7E53-47D8-936C-5DE9918325D2}">
      <dgm:prSet/>
      <dgm:spPr/>
      <dgm:t>
        <a:bodyPr/>
        <a:lstStyle/>
        <a:p>
          <a:endParaRPr lang="en-US"/>
        </a:p>
      </dgm:t>
    </dgm:pt>
    <dgm:pt modelId="{29B4D769-C926-4CF8-99B8-E7534EF5D8C8}">
      <dgm:prSet/>
      <dgm:spPr/>
      <dgm:t>
        <a:bodyPr/>
        <a:lstStyle/>
        <a:p>
          <a:pPr>
            <a:lnSpc>
              <a:spcPct val="100000"/>
            </a:lnSpc>
          </a:pPr>
          <a:r>
            <a:rPr lang="tr-TR" dirty="0"/>
            <a:t>4. </a:t>
          </a:r>
          <a:r>
            <a:rPr lang="en-US" dirty="0"/>
            <a:t>Proof-of-Work algorithm </a:t>
          </a:r>
        </a:p>
      </dgm:t>
    </dgm:pt>
    <dgm:pt modelId="{18DA48A1-C44F-49BA-B5C3-44784E44C089}" type="parTrans" cxnId="{420037DC-C166-427B-8DB7-B6219C4F7C4A}">
      <dgm:prSet/>
      <dgm:spPr/>
      <dgm:t>
        <a:bodyPr/>
        <a:lstStyle/>
        <a:p>
          <a:endParaRPr lang="en-US"/>
        </a:p>
      </dgm:t>
    </dgm:pt>
    <dgm:pt modelId="{5C1B35F8-E909-441F-B221-E1BCE0B9BDC9}" type="sibTrans" cxnId="{420037DC-C166-427B-8DB7-B6219C4F7C4A}">
      <dgm:prSet/>
      <dgm:spPr/>
      <dgm:t>
        <a:bodyPr/>
        <a:lstStyle/>
        <a:p>
          <a:endParaRPr lang="en-US"/>
        </a:p>
      </dgm:t>
    </dgm:pt>
    <dgm:pt modelId="{656B16E0-A972-4AC1-A6E6-A4C1FF4ADC71}">
      <dgm:prSet/>
      <dgm:spPr/>
      <dgm:t>
        <a:bodyPr/>
        <a:lstStyle/>
        <a:p>
          <a:pPr>
            <a:lnSpc>
              <a:spcPct val="100000"/>
            </a:lnSpc>
          </a:pPr>
          <a:r>
            <a:rPr lang="en-US" dirty="0"/>
            <a:t>A mechanism for reaching global decentralized consensus on the valid blockchain</a:t>
          </a:r>
        </a:p>
      </dgm:t>
    </dgm:pt>
    <dgm:pt modelId="{E96DC939-AA97-4DB3-BC5F-8A5CD8BEAAFF}" type="parTrans" cxnId="{15BCDE1C-0AD8-4655-A2E8-5E748CD16C42}">
      <dgm:prSet/>
      <dgm:spPr/>
      <dgm:t>
        <a:bodyPr/>
        <a:lstStyle/>
        <a:p>
          <a:endParaRPr lang="en-US"/>
        </a:p>
      </dgm:t>
    </dgm:pt>
    <dgm:pt modelId="{B41A14D8-63D9-44E5-961B-E56C3C15BB24}" type="sibTrans" cxnId="{15BCDE1C-0AD8-4655-A2E8-5E748CD16C42}">
      <dgm:prSet/>
      <dgm:spPr/>
      <dgm:t>
        <a:bodyPr/>
        <a:lstStyle/>
        <a:p>
          <a:endParaRPr lang="en-US"/>
        </a:p>
      </dgm:t>
    </dgm:pt>
    <dgm:pt modelId="{9C3E3F12-8E59-44AF-A62F-2D222B53F70D}" type="pres">
      <dgm:prSet presAssocID="{45D7ED0A-E1B2-48AD-9C72-EDCC020253CD}" presName="root" presStyleCnt="0">
        <dgm:presLayoutVars>
          <dgm:dir/>
          <dgm:resizeHandles val="exact"/>
        </dgm:presLayoutVars>
      </dgm:prSet>
      <dgm:spPr/>
    </dgm:pt>
    <dgm:pt modelId="{99B15809-0B26-43FA-8AEC-288DB5BFBA07}" type="pres">
      <dgm:prSet presAssocID="{281A739F-55CF-4A11-9858-CDA21080CF18}" presName="compNode" presStyleCnt="0"/>
      <dgm:spPr/>
    </dgm:pt>
    <dgm:pt modelId="{FC9DFC8E-19C7-44C2-945D-CE9D2E816F59}" type="pres">
      <dgm:prSet presAssocID="{281A739F-55CF-4A11-9858-CDA21080CF18}" presName="bgRect" presStyleLbl="bgShp" presStyleIdx="0" presStyleCnt="4"/>
      <dgm:spPr/>
    </dgm:pt>
    <dgm:pt modelId="{7442277E-015C-410E-84C0-1586290BC7A2}" type="pres">
      <dgm:prSet presAssocID="{281A739F-55CF-4A11-9858-CDA21080CF1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85428956-EF94-457F-B94D-4205B76C51B7}" type="pres">
      <dgm:prSet presAssocID="{281A739F-55CF-4A11-9858-CDA21080CF18}" presName="spaceRect" presStyleCnt="0"/>
      <dgm:spPr/>
    </dgm:pt>
    <dgm:pt modelId="{987DA060-2586-4050-B737-674D860A4129}" type="pres">
      <dgm:prSet presAssocID="{281A739F-55CF-4A11-9858-CDA21080CF18}" presName="parTx" presStyleLbl="revTx" presStyleIdx="0" presStyleCnt="8">
        <dgm:presLayoutVars>
          <dgm:chMax val="0"/>
          <dgm:chPref val="0"/>
        </dgm:presLayoutVars>
      </dgm:prSet>
      <dgm:spPr/>
    </dgm:pt>
    <dgm:pt modelId="{D1BE7255-5E39-48C1-911E-61F06FBA66C5}" type="pres">
      <dgm:prSet presAssocID="{281A739F-55CF-4A11-9858-CDA21080CF18}" presName="desTx" presStyleLbl="revTx" presStyleIdx="1" presStyleCnt="8">
        <dgm:presLayoutVars/>
      </dgm:prSet>
      <dgm:spPr/>
    </dgm:pt>
    <dgm:pt modelId="{03FAB4E7-86CF-4BBF-82E5-A8AB55AB112C}" type="pres">
      <dgm:prSet presAssocID="{53AEA3EB-2DE0-4007-A788-DC0748C76D13}" presName="sibTrans" presStyleCnt="0"/>
      <dgm:spPr/>
    </dgm:pt>
    <dgm:pt modelId="{9E8E0756-885E-460C-814E-49E7EFDE7CE5}" type="pres">
      <dgm:prSet presAssocID="{6E440954-44C3-49B8-ABCB-3554F533DE31}" presName="compNode" presStyleCnt="0"/>
      <dgm:spPr/>
    </dgm:pt>
    <dgm:pt modelId="{6E8A1719-16AB-4688-A5AD-DDF766C871C2}" type="pres">
      <dgm:prSet presAssocID="{6E440954-44C3-49B8-ABCB-3554F533DE31}" presName="bgRect" presStyleLbl="bgShp" presStyleIdx="1" presStyleCnt="4"/>
      <dgm:spPr/>
    </dgm:pt>
    <dgm:pt modelId="{E87F247F-AF03-492B-B1B1-A2462B4D2E88}" type="pres">
      <dgm:prSet presAssocID="{6E440954-44C3-49B8-ABCB-3554F533DE3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C47A418A-6C3A-4647-859C-D251B18B08DF}" type="pres">
      <dgm:prSet presAssocID="{6E440954-44C3-49B8-ABCB-3554F533DE31}" presName="spaceRect" presStyleCnt="0"/>
      <dgm:spPr/>
    </dgm:pt>
    <dgm:pt modelId="{F2E4CCD4-EA09-4DF2-8235-446435336118}" type="pres">
      <dgm:prSet presAssocID="{6E440954-44C3-49B8-ABCB-3554F533DE31}" presName="parTx" presStyleLbl="revTx" presStyleIdx="2" presStyleCnt="8">
        <dgm:presLayoutVars>
          <dgm:chMax val="0"/>
          <dgm:chPref val="0"/>
        </dgm:presLayoutVars>
      </dgm:prSet>
      <dgm:spPr/>
    </dgm:pt>
    <dgm:pt modelId="{6BA7DA27-03DB-401B-9FEA-66C00D2C9B0B}" type="pres">
      <dgm:prSet presAssocID="{6E440954-44C3-49B8-ABCB-3554F533DE31}" presName="desTx" presStyleLbl="revTx" presStyleIdx="3" presStyleCnt="8">
        <dgm:presLayoutVars/>
      </dgm:prSet>
      <dgm:spPr/>
    </dgm:pt>
    <dgm:pt modelId="{AD5286A3-B52C-4D6C-9F47-C4B5DA7BFD04}" type="pres">
      <dgm:prSet presAssocID="{9432869E-C8E6-40CD-88B8-A1E3EA8037E0}" presName="sibTrans" presStyleCnt="0"/>
      <dgm:spPr/>
    </dgm:pt>
    <dgm:pt modelId="{F3046EC6-18D1-4E83-BFB0-C53DEE3F02FC}" type="pres">
      <dgm:prSet presAssocID="{735F3938-303D-495A-A356-346C7C208DC4}" presName="compNode" presStyleCnt="0"/>
      <dgm:spPr/>
    </dgm:pt>
    <dgm:pt modelId="{D7BFDCC8-C617-4934-8784-D8E1070BEBF5}" type="pres">
      <dgm:prSet presAssocID="{735F3938-303D-495A-A356-346C7C208DC4}" presName="bgRect" presStyleLbl="bgShp" presStyleIdx="2" presStyleCnt="4"/>
      <dgm:spPr/>
    </dgm:pt>
    <dgm:pt modelId="{92BE192F-1D44-4158-943C-F8E5EAD3AFA1}" type="pres">
      <dgm:prSet presAssocID="{735F3938-303D-495A-A356-346C7C208DC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86F6F510-2275-4B2C-9CD2-7056FF475BEA}" type="pres">
      <dgm:prSet presAssocID="{735F3938-303D-495A-A356-346C7C208DC4}" presName="spaceRect" presStyleCnt="0"/>
      <dgm:spPr/>
    </dgm:pt>
    <dgm:pt modelId="{FDBFE174-F896-49E9-9874-87E7A243FC7B}" type="pres">
      <dgm:prSet presAssocID="{735F3938-303D-495A-A356-346C7C208DC4}" presName="parTx" presStyleLbl="revTx" presStyleIdx="4" presStyleCnt="8">
        <dgm:presLayoutVars>
          <dgm:chMax val="0"/>
          <dgm:chPref val="0"/>
        </dgm:presLayoutVars>
      </dgm:prSet>
      <dgm:spPr/>
    </dgm:pt>
    <dgm:pt modelId="{313BD5C5-783D-42B2-B3CF-5023B2DE37E1}" type="pres">
      <dgm:prSet presAssocID="{735F3938-303D-495A-A356-346C7C208DC4}" presName="desTx" presStyleLbl="revTx" presStyleIdx="5" presStyleCnt="8">
        <dgm:presLayoutVars/>
      </dgm:prSet>
      <dgm:spPr/>
    </dgm:pt>
    <dgm:pt modelId="{76213E26-7F3E-48C2-915E-4BE4470174A2}" type="pres">
      <dgm:prSet presAssocID="{8E10403A-BAC0-4833-9D64-2D6618C7F161}" presName="sibTrans" presStyleCnt="0"/>
      <dgm:spPr/>
    </dgm:pt>
    <dgm:pt modelId="{804F04B9-5389-4DDB-9BEF-F08AACFD1C36}" type="pres">
      <dgm:prSet presAssocID="{29B4D769-C926-4CF8-99B8-E7534EF5D8C8}" presName="compNode" presStyleCnt="0"/>
      <dgm:spPr/>
    </dgm:pt>
    <dgm:pt modelId="{8B802541-AE1A-445C-B957-B41BD9B870CE}" type="pres">
      <dgm:prSet presAssocID="{29B4D769-C926-4CF8-99B8-E7534EF5D8C8}" presName="bgRect" presStyleLbl="bgShp" presStyleIdx="3" presStyleCnt="4"/>
      <dgm:spPr/>
    </dgm:pt>
    <dgm:pt modelId="{ECDDB11A-0AE6-471F-9AAE-88D52E59FF53}" type="pres">
      <dgm:prSet presAssocID="{29B4D769-C926-4CF8-99B8-E7534EF5D8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83F94EF0-7C94-4848-BFFB-A67E438E0D1F}" type="pres">
      <dgm:prSet presAssocID="{29B4D769-C926-4CF8-99B8-E7534EF5D8C8}" presName="spaceRect" presStyleCnt="0"/>
      <dgm:spPr/>
    </dgm:pt>
    <dgm:pt modelId="{22D764DE-B041-4BD5-B90B-9B5686A7FBE4}" type="pres">
      <dgm:prSet presAssocID="{29B4D769-C926-4CF8-99B8-E7534EF5D8C8}" presName="parTx" presStyleLbl="revTx" presStyleIdx="6" presStyleCnt="8">
        <dgm:presLayoutVars>
          <dgm:chMax val="0"/>
          <dgm:chPref val="0"/>
        </dgm:presLayoutVars>
      </dgm:prSet>
      <dgm:spPr/>
    </dgm:pt>
    <dgm:pt modelId="{A049CFDE-0089-47EE-AAEB-D33D4E5BE5FA}" type="pres">
      <dgm:prSet presAssocID="{29B4D769-C926-4CF8-99B8-E7534EF5D8C8}" presName="desTx" presStyleLbl="revTx" presStyleIdx="7" presStyleCnt="8">
        <dgm:presLayoutVars/>
      </dgm:prSet>
      <dgm:spPr/>
    </dgm:pt>
  </dgm:ptLst>
  <dgm:cxnLst>
    <dgm:cxn modelId="{EDCCD307-281A-4014-BB55-E1438F5868E6}" type="presOf" srcId="{281A739F-55CF-4A11-9858-CDA21080CF18}" destId="{987DA060-2586-4050-B737-674D860A4129}" srcOrd="0" destOrd="0" presId="urn:microsoft.com/office/officeart/2018/2/layout/IconVerticalSolidList"/>
    <dgm:cxn modelId="{DA81151A-9AC4-4822-955D-1A4BFDC324D6}" type="presOf" srcId="{CFC4D5A5-E393-4DD3-8457-DA89811CAF5A}" destId="{D1BE7255-5E39-48C1-911E-61F06FBA66C5}" srcOrd="0" destOrd="0" presId="urn:microsoft.com/office/officeart/2018/2/layout/IconVerticalSolidList"/>
    <dgm:cxn modelId="{15BCDE1C-0AD8-4655-A2E8-5E748CD16C42}" srcId="{29B4D769-C926-4CF8-99B8-E7534EF5D8C8}" destId="{656B16E0-A972-4AC1-A6E6-A4C1FF4ADC71}" srcOrd="0" destOrd="0" parTransId="{E96DC939-AA97-4DB3-BC5F-8A5CD8BEAAFF}" sibTransId="{B41A14D8-63D9-44E5-961B-E56C3C15BB24}"/>
    <dgm:cxn modelId="{A69E462E-7E53-47D8-936C-5DE9918325D2}" srcId="{735F3938-303D-495A-A356-346C7C208DC4}" destId="{F429FD06-EDBB-4BAC-83A2-8C15D96D4A71}" srcOrd="0" destOrd="0" parTransId="{3604EF15-E1DA-4A92-AAF7-A8D93E4F16D8}" sibTransId="{1567ABA8-8AF2-4659-A2E6-5A77BDDD339A}"/>
    <dgm:cxn modelId="{D34B4F30-FF1A-4972-BC1E-FC77B5D7F5BF}" type="presOf" srcId="{45D7ED0A-E1B2-48AD-9C72-EDCC020253CD}" destId="{9C3E3F12-8E59-44AF-A62F-2D222B53F70D}" srcOrd="0" destOrd="0" presId="urn:microsoft.com/office/officeart/2018/2/layout/IconVerticalSolidList"/>
    <dgm:cxn modelId="{5D5F0B48-3204-4991-BDD1-73D0426B620F}" srcId="{45D7ED0A-E1B2-48AD-9C72-EDCC020253CD}" destId="{6E440954-44C3-49B8-ABCB-3554F533DE31}" srcOrd="1" destOrd="0" parTransId="{B06335EE-C585-4B7A-8911-5DC89FE0F22F}" sibTransId="{9432869E-C8E6-40CD-88B8-A1E3EA8037E0}"/>
    <dgm:cxn modelId="{098E7568-2F85-4276-9062-AD747AE77441}" type="presOf" srcId="{FE71A4F5-1EF7-4080-A439-3A765F598839}" destId="{6BA7DA27-03DB-401B-9FEA-66C00D2C9B0B}" srcOrd="0" destOrd="0" presId="urn:microsoft.com/office/officeart/2018/2/layout/IconVerticalSolidList"/>
    <dgm:cxn modelId="{C457B850-5429-4254-B12C-A29DC5D855D3}" type="presOf" srcId="{735F3938-303D-495A-A356-346C7C208DC4}" destId="{FDBFE174-F896-49E9-9874-87E7A243FC7B}" srcOrd="0" destOrd="0" presId="urn:microsoft.com/office/officeart/2018/2/layout/IconVerticalSolidList"/>
    <dgm:cxn modelId="{F7DB9A72-A434-47DB-A964-0BCEB2AD62B5}" srcId="{45D7ED0A-E1B2-48AD-9C72-EDCC020253CD}" destId="{281A739F-55CF-4A11-9858-CDA21080CF18}" srcOrd="0" destOrd="0" parTransId="{DB7FD6D3-9E05-41F3-8AD5-58C0A24F134B}" sibTransId="{53AEA3EB-2DE0-4007-A788-DC0748C76D13}"/>
    <dgm:cxn modelId="{53406775-C2AD-430E-A10C-3D455BEA23C4}" type="presOf" srcId="{F429FD06-EDBB-4BAC-83A2-8C15D96D4A71}" destId="{313BD5C5-783D-42B2-B3CF-5023B2DE37E1}" srcOrd="0" destOrd="0" presId="urn:microsoft.com/office/officeart/2018/2/layout/IconVerticalSolidList"/>
    <dgm:cxn modelId="{64A6F593-9BCE-464E-95B8-879B0D599B62}" srcId="{6E440954-44C3-49B8-ABCB-3554F533DE31}" destId="{FE71A4F5-1EF7-4080-A439-3A765F598839}" srcOrd="0" destOrd="0" parTransId="{A81B226D-11A4-4940-8C3F-749E93659263}" sibTransId="{C759C22E-4D22-4B02-9057-E71769778CA6}"/>
    <dgm:cxn modelId="{8E2EDD97-F437-447C-968D-C649D21D0B4C}" type="presOf" srcId="{29B4D769-C926-4CF8-99B8-E7534EF5D8C8}" destId="{22D764DE-B041-4BD5-B90B-9B5686A7FBE4}" srcOrd="0" destOrd="0" presId="urn:microsoft.com/office/officeart/2018/2/layout/IconVerticalSolidList"/>
    <dgm:cxn modelId="{2000C0A4-398D-48A3-9FDE-D10C72F88C9D}" type="presOf" srcId="{6E440954-44C3-49B8-ABCB-3554F533DE31}" destId="{F2E4CCD4-EA09-4DF2-8235-446435336118}" srcOrd="0" destOrd="0" presId="urn:microsoft.com/office/officeart/2018/2/layout/IconVerticalSolidList"/>
    <dgm:cxn modelId="{E96465A6-28E4-4A6F-9DA5-5582ED04BC06}" srcId="{45D7ED0A-E1B2-48AD-9C72-EDCC020253CD}" destId="{735F3938-303D-495A-A356-346C7C208DC4}" srcOrd="2" destOrd="0" parTransId="{74EF625D-1383-403D-B60A-12DE5997E56A}" sibTransId="{8E10403A-BAC0-4833-9D64-2D6618C7F161}"/>
    <dgm:cxn modelId="{BBBF82B0-A31B-4EC1-A94F-2157A620851A}" srcId="{281A739F-55CF-4A11-9858-CDA21080CF18}" destId="{CFC4D5A5-E393-4DD3-8457-DA89811CAF5A}" srcOrd="0" destOrd="0" parTransId="{A9A18E91-61A1-4F24-A6E5-D65BB06CE8CC}" sibTransId="{F13E7021-082C-4FC2-A826-CF0619AB3662}"/>
    <dgm:cxn modelId="{420037DC-C166-427B-8DB7-B6219C4F7C4A}" srcId="{45D7ED0A-E1B2-48AD-9C72-EDCC020253CD}" destId="{29B4D769-C926-4CF8-99B8-E7534EF5D8C8}" srcOrd="3" destOrd="0" parTransId="{18DA48A1-C44F-49BA-B5C3-44784E44C089}" sibTransId="{5C1B35F8-E909-441F-B221-E1BCE0B9BDC9}"/>
    <dgm:cxn modelId="{3B85C3F1-D87D-4464-A092-1C3549C5AD77}" type="presOf" srcId="{656B16E0-A972-4AC1-A6E6-A4C1FF4ADC71}" destId="{A049CFDE-0089-47EE-AAEB-D33D4E5BE5FA}" srcOrd="0" destOrd="0" presId="urn:microsoft.com/office/officeart/2018/2/layout/IconVerticalSolidList"/>
    <dgm:cxn modelId="{8ED58FDA-7CAE-4BE8-AA04-AF7F2A167638}" type="presParOf" srcId="{9C3E3F12-8E59-44AF-A62F-2D222B53F70D}" destId="{99B15809-0B26-43FA-8AEC-288DB5BFBA07}" srcOrd="0" destOrd="0" presId="urn:microsoft.com/office/officeart/2018/2/layout/IconVerticalSolidList"/>
    <dgm:cxn modelId="{F3A50FA4-354A-4A20-B16C-5994032BB6EE}" type="presParOf" srcId="{99B15809-0B26-43FA-8AEC-288DB5BFBA07}" destId="{FC9DFC8E-19C7-44C2-945D-CE9D2E816F59}" srcOrd="0" destOrd="0" presId="urn:microsoft.com/office/officeart/2018/2/layout/IconVerticalSolidList"/>
    <dgm:cxn modelId="{BD97D37C-AA9C-46A3-9631-457FE06F14BF}" type="presParOf" srcId="{99B15809-0B26-43FA-8AEC-288DB5BFBA07}" destId="{7442277E-015C-410E-84C0-1586290BC7A2}" srcOrd="1" destOrd="0" presId="urn:microsoft.com/office/officeart/2018/2/layout/IconVerticalSolidList"/>
    <dgm:cxn modelId="{C37D47AE-51CC-40DC-BAF3-EC0462FDD557}" type="presParOf" srcId="{99B15809-0B26-43FA-8AEC-288DB5BFBA07}" destId="{85428956-EF94-457F-B94D-4205B76C51B7}" srcOrd="2" destOrd="0" presId="urn:microsoft.com/office/officeart/2018/2/layout/IconVerticalSolidList"/>
    <dgm:cxn modelId="{17E4641E-E35B-4255-A455-08C21242E568}" type="presParOf" srcId="{99B15809-0B26-43FA-8AEC-288DB5BFBA07}" destId="{987DA060-2586-4050-B737-674D860A4129}" srcOrd="3" destOrd="0" presId="urn:microsoft.com/office/officeart/2018/2/layout/IconVerticalSolidList"/>
    <dgm:cxn modelId="{6DEA8187-F905-45B5-AD32-04505F6F1411}" type="presParOf" srcId="{99B15809-0B26-43FA-8AEC-288DB5BFBA07}" destId="{D1BE7255-5E39-48C1-911E-61F06FBA66C5}" srcOrd="4" destOrd="0" presId="urn:microsoft.com/office/officeart/2018/2/layout/IconVerticalSolidList"/>
    <dgm:cxn modelId="{5F0415CE-DAB2-403D-BB94-5C7F05432CB5}" type="presParOf" srcId="{9C3E3F12-8E59-44AF-A62F-2D222B53F70D}" destId="{03FAB4E7-86CF-4BBF-82E5-A8AB55AB112C}" srcOrd="1" destOrd="0" presId="urn:microsoft.com/office/officeart/2018/2/layout/IconVerticalSolidList"/>
    <dgm:cxn modelId="{D3668A9C-EA6C-4D84-AB51-CD58D4A05566}" type="presParOf" srcId="{9C3E3F12-8E59-44AF-A62F-2D222B53F70D}" destId="{9E8E0756-885E-460C-814E-49E7EFDE7CE5}" srcOrd="2" destOrd="0" presId="urn:microsoft.com/office/officeart/2018/2/layout/IconVerticalSolidList"/>
    <dgm:cxn modelId="{4B05A2D6-6E33-4701-B0FE-66A2E746390B}" type="presParOf" srcId="{9E8E0756-885E-460C-814E-49E7EFDE7CE5}" destId="{6E8A1719-16AB-4688-A5AD-DDF766C871C2}" srcOrd="0" destOrd="0" presId="urn:microsoft.com/office/officeart/2018/2/layout/IconVerticalSolidList"/>
    <dgm:cxn modelId="{B3C068C6-1541-4A2F-A6E3-63A4E6809C03}" type="presParOf" srcId="{9E8E0756-885E-460C-814E-49E7EFDE7CE5}" destId="{E87F247F-AF03-492B-B1B1-A2462B4D2E88}" srcOrd="1" destOrd="0" presId="urn:microsoft.com/office/officeart/2018/2/layout/IconVerticalSolidList"/>
    <dgm:cxn modelId="{141D7BD0-F11D-4D20-806E-AC7DC5149231}" type="presParOf" srcId="{9E8E0756-885E-460C-814E-49E7EFDE7CE5}" destId="{C47A418A-6C3A-4647-859C-D251B18B08DF}" srcOrd="2" destOrd="0" presId="urn:microsoft.com/office/officeart/2018/2/layout/IconVerticalSolidList"/>
    <dgm:cxn modelId="{D5C2C869-4343-4729-9966-2F6642D00607}" type="presParOf" srcId="{9E8E0756-885E-460C-814E-49E7EFDE7CE5}" destId="{F2E4CCD4-EA09-4DF2-8235-446435336118}" srcOrd="3" destOrd="0" presId="urn:microsoft.com/office/officeart/2018/2/layout/IconVerticalSolidList"/>
    <dgm:cxn modelId="{FBF46EA0-E4C7-48FD-9E88-67E90C16B2C4}" type="presParOf" srcId="{9E8E0756-885E-460C-814E-49E7EFDE7CE5}" destId="{6BA7DA27-03DB-401B-9FEA-66C00D2C9B0B}" srcOrd="4" destOrd="0" presId="urn:microsoft.com/office/officeart/2018/2/layout/IconVerticalSolidList"/>
    <dgm:cxn modelId="{65F71B37-1B06-47B9-BDF7-AE9C9ED8C652}" type="presParOf" srcId="{9C3E3F12-8E59-44AF-A62F-2D222B53F70D}" destId="{AD5286A3-B52C-4D6C-9F47-C4B5DA7BFD04}" srcOrd="3" destOrd="0" presId="urn:microsoft.com/office/officeart/2018/2/layout/IconVerticalSolidList"/>
    <dgm:cxn modelId="{30C13489-6F8A-4581-AE3A-8E6861270811}" type="presParOf" srcId="{9C3E3F12-8E59-44AF-A62F-2D222B53F70D}" destId="{F3046EC6-18D1-4E83-BFB0-C53DEE3F02FC}" srcOrd="4" destOrd="0" presId="urn:microsoft.com/office/officeart/2018/2/layout/IconVerticalSolidList"/>
    <dgm:cxn modelId="{79C5B985-C77D-4528-8747-AD83188A7064}" type="presParOf" srcId="{F3046EC6-18D1-4E83-BFB0-C53DEE3F02FC}" destId="{D7BFDCC8-C617-4934-8784-D8E1070BEBF5}" srcOrd="0" destOrd="0" presId="urn:microsoft.com/office/officeart/2018/2/layout/IconVerticalSolidList"/>
    <dgm:cxn modelId="{D1469073-6119-44B7-8FAE-C0846FA0E0D6}" type="presParOf" srcId="{F3046EC6-18D1-4E83-BFB0-C53DEE3F02FC}" destId="{92BE192F-1D44-4158-943C-F8E5EAD3AFA1}" srcOrd="1" destOrd="0" presId="urn:microsoft.com/office/officeart/2018/2/layout/IconVerticalSolidList"/>
    <dgm:cxn modelId="{83BBE173-F8FC-426C-B2ED-9C730E6D5540}" type="presParOf" srcId="{F3046EC6-18D1-4E83-BFB0-C53DEE3F02FC}" destId="{86F6F510-2275-4B2C-9CD2-7056FF475BEA}" srcOrd="2" destOrd="0" presId="urn:microsoft.com/office/officeart/2018/2/layout/IconVerticalSolidList"/>
    <dgm:cxn modelId="{C656CF9B-B9C1-48D4-830F-C5C74653172E}" type="presParOf" srcId="{F3046EC6-18D1-4E83-BFB0-C53DEE3F02FC}" destId="{FDBFE174-F896-49E9-9874-87E7A243FC7B}" srcOrd="3" destOrd="0" presId="urn:microsoft.com/office/officeart/2018/2/layout/IconVerticalSolidList"/>
    <dgm:cxn modelId="{57001C2B-E244-4D7C-B7F3-F324C666984D}" type="presParOf" srcId="{F3046EC6-18D1-4E83-BFB0-C53DEE3F02FC}" destId="{313BD5C5-783D-42B2-B3CF-5023B2DE37E1}" srcOrd="4" destOrd="0" presId="urn:microsoft.com/office/officeart/2018/2/layout/IconVerticalSolidList"/>
    <dgm:cxn modelId="{093A08B3-4558-4C67-92E3-F0756C612673}" type="presParOf" srcId="{9C3E3F12-8E59-44AF-A62F-2D222B53F70D}" destId="{76213E26-7F3E-48C2-915E-4BE4470174A2}" srcOrd="5" destOrd="0" presId="urn:microsoft.com/office/officeart/2018/2/layout/IconVerticalSolidList"/>
    <dgm:cxn modelId="{3179CC8C-DB43-420B-9E11-7E1E8B132A37}" type="presParOf" srcId="{9C3E3F12-8E59-44AF-A62F-2D222B53F70D}" destId="{804F04B9-5389-4DDB-9BEF-F08AACFD1C36}" srcOrd="6" destOrd="0" presId="urn:microsoft.com/office/officeart/2018/2/layout/IconVerticalSolidList"/>
    <dgm:cxn modelId="{0020B073-BB6F-476E-83BC-EFF189A75219}" type="presParOf" srcId="{804F04B9-5389-4DDB-9BEF-F08AACFD1C36}" destId="{8B802541-AE1A-445C-B957-B41BD9B870CE}" srcOrd="0" destOrd="0" presId="urn:microsoft.com/office/officeart/2018/2/layout/IconVerticalSolidList"/>
    <dgm:cxn modelId="{11D49B06-805B-4B19-A5B2-B4304088007E}" type="presParOf" srcId="{804F04B9-5389-4DDB-9BEF-F08AACFD1C36}" destId="{ECDDB11A-0AE6-471F-9AAE-88D52E59FF53}" srcOrd="1" destOrd="0" presId="urn:microsoft.com/office/officeart/2018/2/layout/IconVerticalSolidList"/>
    <dgm:cxn modelId="{3DC95724-9581-4EF3-A221-31C9967EDA5A}" type="presParOf" srcId="{804F04B9-5389-4DDB-9BEF-F08AACFD1C36}" destId="{83F94EF0-7C94-4848-BFFB-A67E438E0D1F}" srcOrd="2" destOrd="0" presId="urn:microsoft.com/office/officeart/2018/2/layout/IconVerticalSolidList"/>
    <dgm:cxn modelId="{88EB2DE0-F656-4FA8-BBCD-47AE110F2EB2}" type="presParOf" srcId="{804F04B9-5389-4DDB-9BEF-F08AACFD1C36}" destId="{22D764DE-B041-4BD5-B90B-9B5686A7FBE4}" srcOrd="3" destOrd="0" presId="urn:microsoft.com/office/officeart/2018/2/layout/IconVerticalSolidList"/>
    <dgm:cxn modelId="{50709AFA-5CD9-4609-8661-022A27B43E75}" type="presParOf" srcId="{804F04B9-5389-4DDB-9BEF-F08AACFD1C36}" destId="{A049CFDE-0089-47EE-AAEB-D33D4E5BE5FA}"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6E808DD-C8DA-44F1-8DB8-22887CEC907C}" type="doc">
      <dgm:prSet loTypeId="urn:microsoft.com/office/officeart/2005/8/layout/cycle6" loCatId="cycle" qsTypeId="urn:microsoft.com/office/officeart/2005/8/quickstyle/simple1" qsCatId="simple" csTypeId="urn:microsoft.com/office/officeart/2005/8/colors/colorful2" csCatId="colorful" phldr="1"/>
      <dgm:spPr/>
      <dgm:t>
        <a:bodyPr/>
        <a:lstStyle/>
        <a:p>
          <a:endParaRPr lang="en-US"/>
        </a:p>
      </dgm:t>
    </dgm:pt>
    <dgm:pt modelId="{CEF65D15-F953-49E9-BD95-C85D27B53DAC}">
      <dgm:prSet/>
      <dgm:spPr/>
      <dgm:t>
        <a:bodyPr/>
        <a:lstStyle/>
        <a:p>
          <a:r>
            <a:rPr lang="tr-TR" dirty="0"/>
            <a:t>Internet </a:t>
          </a:r>
          <a:r>
            <a:rPr lang="en-US" dirty="0"/>
            <a:t>of money </a:t>
          </a:r>
        </a:p>
      </dgm:t>
    </dgm:pt>
    <dgm:pt modelId="{0B1913D0-1F01-4A2E-A8FE-84E95A67088B}" type="parTrans" cxnId="{013EBB9A-38F6-44E2-A8E0-7084649EB0D9}">
      <dgm:prSet/>
      <dgm:spPr/>
      <dgm:t>
        <a:bodyPr/>
        <a:lstStyle/>
        <a:p>
          <a:endParaRPr lang="en-US"/>
        </a:p>
      </dgm:t>
    </dgm:pt>
    <dgm:pt modelId="{A75287AD-95C6-4242-9859-DABBB081F362}" type="sibTrans" cxnId="{013EBB9A-38F6-44E2-A8E0-7084649EB0D9}">
      <dgm:prSet/>
      <dgm:spPr/>
      <dgm:t>
        <a:bodyPr/>
        <a:lstStyle/>
        <a:p>
          <a:endParaRPr lang="en-US"/>
        </a:p>
      </dgm:t>
    </dgm:pt>
    <dgm:pt modelId="{1F3C1A9B-2137-4D87-A382-1A78EAD69A3B}">
      <dgm:prSet/>
      <dgm:spPr/>
      <dgm:t>
        <a:bodyPr/>
        <a:lstStyle/>
        <a:p>
          <a:r>
            <a:rPr lang="en-US" dirty="0"/>
            <a:t>A</a:t>
          </a:r>
          <a:r>
            <a:rPr lang="tr-TR" dirty="0"/>
            <a:t> </a:t>
          </a:r>
          <a:r>
            <a:rPr lang="en-US" dirty="0"/>
            <a:t>network</a:t>
          </a:r>
        </a:p>
      </dgm:t>
    </dgm:pt>
    <dgm:pt modelId="{7017ED22-FB8C-41BD-9639-BEEAE2F57ED0}" type="parTrans" cxnId="{998B2EC3-8176-468D-924C-00BEB0BB6EEE}">
      <dgm:prSet/>
      <dgm:spPr/>
      <dgm:t>
        <a:bodyPr/>
        <a:lstStyle/>
        <a:p>
          <a:endParaRPr lang="en-US"/>
        </a:p>
      </dgm:t>
    </dgm:pt>
    <dgm:pt modelId="{83F83FC9-B729-4CA0-8F2E-69BE1921A687}" type="sibTrans" cxnId="{998B2EC3-8176-468D-924C-00BEB0BB6EEE}">
      <dgm:prSet/>
      <dgm:spPr/>
      <dgm:t>
        <a:bodyPr/>
        <a:lstStyle/>
        <a:p>
          <a:endParaRPr lang="en-US"/>
        </a:p>
      </dgm:t>
    </dgm:pt>
    <dgm:pt modelId="{373F8058-EE2C-41A5-BD61-233CF11FDD6F}">
      <dgm:prSet/>
      <dgm:spPr/>
      <dgm:t>
        <a:bodyPr/>
        <a:lstStyle/>
        <a:p>
          <a:r>
            <a:rPr lang="en-US" dirty="0"/>
            <a:t>via distributed computation</a:t>
          </a:r>
        </a:p>
      </dgm:t>
    </dgm:pt>
    <dgm:pt modelId="{6C2CCE53-27A2-4018-B7AE-2D4C557591BC}" type="parTrans" cxnId="{07C48F1C-DE97-4698-9B29-676152220A22}">
      <dgm:prSet/>
      <dgm:spPr/>
      <dgm:t>
        <a:bodyPr/>
        <a:lstStyle/>
        <a:p>
          <a:endParaRPr lang="en-US"/>
        </a:p>
      </dgm:t>
    </dgm:pt>
    <dgm:pt modelId="{22356990-0963-4A9A-93CC-DDFF1BC21F3C}" type="sibTrans" cxnId="{07C48F1C-DE97-4698-9B29-676152220A22}">
      <dgm:prSet/>
      <dgm:spPr/>
      <dgm:t>
        <a:bodyPr/>
        <a:lstStyle/>
        <a:p>
          <a:endParaRPr lang="en-US"/>
        </a:p>
      </dgm:t>
    </dgm:pt>
    <dgm:pt modelId="{A211C594-969E-4531-82E3-290A299F4CE3}">
      <dgm:prSet/>
      <dgm:spPr/>
      <dgm:t>
        <a:bodyPr/>
        <a:lstStyle/>
        <a:p>
          <a:r>
            <a:rPr lang="en-US"/>
            <a:t>for </a:t>
          </a:r>
          <a:r>
            <a:rPr lang="en-US" dirty="0"/>
            <a:t>propagating</a:t>
          </a:r>
          <a:r>
            <a:rPr lang="tr-TR" dirty="0"/>
            <a:t> </a:t>
          </a:r>
          <a:r>
            <a:rPr lang="en-US"/>
            <a:t>value and securing the ownership of digital assets </a:t>
          </a:r>
        </a:p>
      </dgm:t>
    </dgm:pt>
    <dgm:pt modelId="{53E32198-E052-49CE-91C7-F34F3A07CA1D}" type="parTrans" cxnId="{F544E9D3-51E5-4A67-B919-ABF070F26622}">
      <dgm:prSet/>
      <dgm:spPr/>
      <dgm:t>
        <a:bodyPr/>
        <a:lstStyle/>
        <a:p>
          <a:endParaRPr lang="tr-TR"/>
        </a:p>
      </dgm:t>
    </dgm:pt>
    <dgm:pt modelId="{C06A9DC6-DEE9-4C7A-9DD9-8674EAFDB066}" type="sibTrans" cxnId="{F544E9D3-51E5-4A67-B919-ABF070F26622}">
      <dgm:prSet/>
      <dgm:spPr/>
      <dgm:t>
        <a:bodyPr/>
        <a:lstStyle/>
        <a:p>
          <a:endParaRPr lang="tr-TR"/>
        </a:p>
      </dgm:t>
    </dgm:pt>
    <dgm:pt modelId="{AD8C515A-6305-4915-8681-509017E1B1DE}" type="pres">
      <dgm:prSet presAssocID="{16E808DD-C8DA-44F1-8DB8-22887CEC907C}" presName="cycle" presStyleCnt="0">
        <dgm:presLayoutVars>
          <dgm:dir/>
          <dgm:resizeHandles val="exact"/>
        </dgm:presLayoutVars>
      </dgm:prSet>
      <dgm:spPr/>
    </dgm:pt>
    <dgm:pt modelId="{8E0F2B37-6FDB-4964-BDE1-FAF22D824A0B}" type="pres">
      <dgm:prSet presAssocID="{CEF65D15-F953-49E9-BD95-C85D27B53DAC}" presName="node" presStyleLbl="node1" presStyleIdx="0" presStyleCnt="2">
        <dgm:presLayoutVars>
          <dgm:bulletEnabled val="1"/>
        </dgm:presLayoutVars>
      </dgm:prSet>
      <dgm:spPr/>
    </dgm:pt>
    <dgm:pt modelId="{AE8004D5-FE08-433B-84D2-55685B91480F}" type="pres">
      <dgm:prSet presAssocID="{CEF65D15-F953-49E9-BD95-C85D27B53DAC}" presName="spNode" presStyleCnt="0"/>
      <dgm:spPr/>
    </dgm:pt>
    <dgm:pt modelId="{2956CFA6-6D24-4AA3-AB19-0B47B83169C2}" type="pres">
      <dgm:prSet presAssocID="{A75287AD-95C6-4242-9859-DABBB081F362}" presName="sibTrans" presStyleLbl="sibTrans1D1" presStyleIdx="0" presStyleCnt="2"/>
      <dgm:spPr/>
    </dgm:pt>
    <dgm:pt modelId="{030AFC04-8875-48ED-8DC5-3979BC43D81B}" type="pres">
      <dgm:prSet presAssocID="{1F3C1A9B-2137-4D87-A382-1A78EAD69A3B}" presName="node" presStyleLbl="node1" presStyleIdx="1" presStyleCnt="2">
        <dgm:presLayoutVars>
          <dgm:bulletEnabled val="1"/>
        </dgm:presLayoutVars>
      </dgm:prSet>
      <dgm:spPr/>
    </dgm:pt>
    <dgm:pt modelId="{A185AD66-F3C4-466C-B2C5-0607CE8DD1CD}" type="pres">
      <dgm:prSet presAssocID="{1F3C1A9B-2137-4D87-A382-1A78EAD69A3B}" presName="spNode" presStyleCnt="0"/>
      <dgm:spPr/>
    </dgm:pt>
    <dgm:pt modelId="{3209BC1A-9CB7-4A02-9B97-7583F7CFDF9F}" type="pres">
      <dgm:prSet presAssocID="{83F83FC9-B729-4CA0-8F2E-69BE1921A687}" presName="sibTrans" presStyleLbl="sibTrans1D1" presStyleIdx="1" presStyleCnt="2"/>
      <dgm:spPr/>
    </dgm:pt>
  </dgm:ptLst>
  <dgm:cxnLst>
    <dgm:cxn modelId="{F4B9460D-DF75-4FF2-9D9C-034D29F72C2C}" type="presOf" srcId="{1F3C1A9B-2137-4D87-A382-1A78EAD69A3B}" destId="{030AFC04-8875-48ED-8DC5-3979BC43D81B}" srcOrd="0" destOrd="0" presId="urn:microsoft.com/office/officeart/2005/8/layout/cycle6"/>
    <dgm:cxn modelId="{07C48F1C-DE97-4698-9B29-676152220A22}" srcId="{1F3C1A9B-2137-4D87-A382-1A78EAD69A3B}" destId="{373F8058-EE2C-41A5-BD61-233CF11FDD6F}" srcOrd="1" destOrd="0" parTransId="{6C2CCE53-27A2-4018-B7AE-2D4C557591BC}" sibTransId="{22356990-0963-4A9A-93CC-DDFF1BC21F3C}"/>
    <dgm:cxn modelId="{85AF4C5C-BF65-4E2E-B596-F3058CD9C9CC}" type="presOf" srcId="{83F83FC9-B729-4CA0-8F2E-69BE1921A687}" destId="{3209BC1A-9CB7-4A02-9B97-7583F7CFDF9F}" srcOrd="0" destOrd="0" presId="urn:microsoft.com/office/officeart/2005/8/layout/cycle6"/>
    <dgm:cxn modelId="{91314D51-3D95-48F6-93F7-B6D2F7C87019}" type="presOf" srcId="{16E808DD-C8DA-44F1-8DB8-22887CEC907C}" destId="{AD8C515A-6305-4915-8681-509017E1B1DE}" srcOrd="0" destOrd="0" presId="urn:microsoft.com/office/officeart/2005/8/layout/cycle6"/>
    <dgm:cxn modelId="{867D6A93-8C21-49B0-8493-E0DDBAB55F5F}" type="presOf" srcId="{A211C594-969E-4531-82E3-290A299F4CE3}" destId="{030AFC04-8875-48ED-8DC5-3979BC43D81B}" srcOrd="0" destOrd="1" presId="urn:microsoft.com/office/officeart/2005/8/layout/cycle6"/>
    <dgm:cxn modelId="{F587D493-957F-458A-B523-74AA5EB2E4F3}" type="presOf" srcId="{A75287AD-95C6-4242-9859-DABBB081F362}" destId="{2956CFA6-6D24-4AA3-AB19-0B47B83169C2}" srcOrd="0" destOrd="0" presId="urn:microsoft.com/office/officeart/2005/8/layout/cycle6"/>
    <dgm:cxn modelId="{013EBB9A-38F6-44E2-A8E0-7084649EB0D9}" srcId="{16E808DD-C8DA-44F1-8DB8-22887CEC907C}" destId="{CEF65D15-F953-49E9-BD95-C85D27B53DAC}" srcOrd="0" destOrd="0" parTransId="{0B1913D0-1F01-4A2E-A8FE-84E95A67088B}" sibTransId="{A75287AD-95C6-4242-9859-DABBB081F362}"/>
    <dgm:cxn modelId="{AF68EFBE-7B35-4787-9145-55F99E3F1220}" type="presOf" srcId="{373F8058-EE2C-41A5-BD61-233CF11FDD6F}" destId="{030AFC04-8875-48ED-8DC5-3979BC43D81B}" srcOrd="0" destOrd="2" presId="urn:microsoft.com/office/officeart/2005/8/layout/cycle6"/>
    <dgm:cxn modelId="{998B2EC3-8176-468D-924C-00BEB0BB6EEE}" srcId="{16E808DD-C8DA-44F1-8DB8-22887CEC907C}" destId="{1F3C1A9B-2137-4D87-A382-1A78EAD69A3B}" srcOrd="1" destOrd="0" parTransId="{7017ED22-FB8C-41BD-9639-BEEAE2F57ED0}" sibTransId="{83F83FC9-B729-4CA0-8F2E-69BE1921A687}"/>
    <dgm:cxn modelId="{F544E9D3-51E5-4A67-B919-ABF070F26622}" srcId="{1F3C1A9B-2137-4D87-A382-1A78EAD69A3B}" destId="{A211C594-969E-4531-82E3-290A299F4CE3}" srcOrd="0" destOrd="0" parTransId="{53E32198-E052-49CE-91C7-F34F3A07CA1D}" sibTransId="{C06A9DC6-DEE9-4C7A-9DD9-8674EAFDB066}"/>
    <dgm:cxn modelId="{2B756BFC-7B22-43EF-B426-ECBA898B0097}" type="presOf" srcId="{CEF65D15-F953-49E9-BD95-C85D27B53DAC}" destId="{8E0F2B37-6FDB-4964-BDE1-FAF22D824A0B}" srcOrd="0" destOrd="0" presId="urn:microsoft.com/office/officeart/2005/8/layout/cycle6"/>
    <dgm:cxn modelId="{1E7AFB00-85B5-48C8-8D9B-AD32CB38DAB6}" type="presParOf" srcId="{AD8C515A-6305-4915-8681-509017E1B1DE}" destId="{8E0F2B37-6FDB-4964-BDE1-FAF22D824A0B}" srcOrd="0" destOrd="0" presId="urn:microsoft.com/office/officeart/2005/8/layout/cycle6"/>
    <dgm:cxn modelId="{9421096F-6C7A-4513-8FB1-1DFA7789D01E}" type="presParOf" srcId="{AD8C515A-6305-4915-8681-509017E1B1DE}" destId="{AE8004D5-FE08-433B-84D2-55685B91480F}" srcOrd="1" destOrd="0" presId="urn:microsoft.com/office/officeart/2005/8/layout/cycle6"/>
    <dgm:cxn modelId="{25EFA7B0-502D-40E9-89D9-DC2AB6A7DD98}" type="presParOf" srcId="{AD8C515A-6305-4915-8681-509017E1B1DE}" destId="{2956CFA6-6D24-4AA3-AB19-0B47B83169C2}" srcOrd="2" destOrd="0" presId="urn:microsoft.com/office/officeart/2005/8/layout/cycle6"/>
    <dgm:cxn modelId="{C590C3F3-A723-44B7-9E8B-10022F073AF1}" type="presParOf" srcId="{AD8C515A-6305-4915-8681-509017E1B1DE}" destId="{030AFC04-8875-48ED-8DC5-3979BC43D81B}" srcOrd="3" destOrd="0" presId="urn:microsoft.com/office/officeart/2005/8/layout/cycle6"/>
    <dgm:cxn modelId="{FFC4BD20-9A41-43D1-988D-6D99B391F94C}" type="presParOf" srcId="{AD8C515A-6305-4915-8681-509017E1B1DE}" destId="{A185AD66-F3C4-466C-B2C5-0607CE8DD1CD}" srcOrd="4" destOrd="0" presId="urn:microsoft.com/office/officeart/2005/8/layout/cycle6"/>
    <dgm:cxn modelId="{A3AEB6B0-5346-4576-B511-507D4F8797D2}" type="presParOf" srcId="{AD8C515A-6305-4915-8681-509017E1B1DE}" destId="{3209BC1A-9CB7-4A02-9B97-7583F7CFDF9F}" srcOrd="5"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C264764-BD57-47FB-B731-02F3858F8CAA}" type="doc">
      <dgm:prSet loTypeId="urn:microsoft.com/office/officeart/2017/3/layout/HorizontalPathTimeline" loCatId="process" qsTypeId="urn:microsoft.com/office/officeart/2005/8/quickstyle/simple1" qsCatId="simple" csTypeId="urn:microsoft.com/office/officeart/2005/8/colors/colorful5" csCatId="colorful" phldr="1"/>
      <dgm:spPr/>
      <dgm:t>
        <a:bodyPr/>
        <a:lstStyle/>
        <a:p>
          <a:endParaRPr lang="en-US"/>
        </a:p>
      </dgm:t>
    </dgm:pt>
    <dgm:pt modelId="{966B1683-61A7-492A-83C0-DE44817F68C4}">
      <dgm:prSet/>
      <dgm:spPr/>
      <dgm:t>
        <a:bodyPr/>
        <a:lstStyle/>
        <a:p>
          <a:pPr>
            <a:defRPr b="1"/>
          </a:pPr>
          <a:r>
            <a:rPr lang="en-US" dirty="0"/>
            <a:t>2008</a:t>
          </a:r>
        </a:p>
      </dgm:t>
    </dgm:pt>
    <dgm:pt modelId="{E690D676-4ABD-407E-813F-1BCE3893518D}" type="parTrans" cxnId="{A507ACCF-F8DE-410E-956C-7841C0EE5736}">
      <dgm:prSet/>
      <dgm:spPr/>
      <dgm:t>
        <a:bodyPr/>
        <a:lstStyle/>
        <a:p>
          <a:endParaRPr lang="en-US"/>
        </a:p>
      </dgm:t>
    </dgm:pt>
    <dgm:pt modelId="{5DEA40DD-6EE8-44C0-ACE2-B5DE6E4AF383}" type="sibTrans" cxnId="{A507ACCF-F8DE-410E-956C-7841C0EE5736}">
      <dgm:prSet/>
      <dgm:spPr/>
      <dgm:t>
        <a:bodyPr/>
        <a:lstStyle/>
        <a:p>
          <a:endParaRPr lang="en-US"/>
        </a:p>
      </dgm:t>
    </dgm:pt>
    <dgm:pt modelId="{2B3B00AC-92DF-44FE-B86B-4FC53FEE7594}">
      <dgm:prSet/>
      <dgm:spPr/>
      <dgm:t>
        <a:bodyPr/>
        <a:lstStyle/>
        <a:p>
          <a:r>
            <a:rPr lang="tr-TR" dirty="0"/>
            <a:t>Bitcoin is invented</a:t>
          </a:r>
          <a:endParaRPr lang="en-US" dirty="0"/>
        </a:p>
      </dgm:t>
    </dgm:pt>
    <dgm:pt modelId="{D75E48ED-0326-4A61-9256-7793A5E6D23D}" type="parTrans" cxnId="{8AF82660-1083-4A52-A64D-1218C51D2C1A}">
      <dgm:prSet/>
      <dgm:spPr/>
      <dgm:t>
        <a:bodyPr/>
        <a:lstStyle/>
        <a:p>
          <a:endParaRPr lang="en-US"/>
        </a:p>
      </dgm:t>
    </dgm:pt>
    <dgm:pt modelId="{FEB889FE-47A6-49B9-A238-19DE6F02C7C4}" type="sibTrans" cxnId="{8AF82660-1083-4A52-A64D-1218C51D2C1A}">
      <dgm:prSet/>
      <dgm:spPr/>
      <dgm:t>
        <a:bodyPr/>
        <a:lstStyle/>
        <a:p>
          <a:endParaRPr lang="en-US"/>
        </a:p>
      </dgm:t>
    </dgm:pt>
    <dgm:pt modelId="{8B0E5510-9E79-42F5-8950-952AC5C94CC0}">
      <dgm:prSet/>
      <dgm:spPr/>
      <dgm:t>
        <a:bodyPr/>
        <a:lstStyle/>
        <a:p>
          <a:r>
            <a:rPr lang="en-US" dirty="0"/>
            <a:t>publication of a </a:t>
          </a:r>
          <a:r>
            <a:rPr lang="tr-TR" dirty="0"/>
            <a:t>white </a:t>
          </a:r>
          <a:r>
            <a:rPr lang="en-US" dirty="0"/>
            <a:t>paper</a:t>
          </a:r>
        </a:p>
      </dgm:t>
    </dgm:pt>
    <dgm:pt modelId="{DCB6F584-0C32-45DA-AB86-23250E319D59}" type="parTrans" cxnId="{50ED7F28-A159-4D97-9FFA-54B65379D332}">
      <dgm:prSet/>
      <dgm:spPr/>
      <dgm:t>
        <a:bodyPr/>
        <a:lstStyle/>
        <a:p>
          <a:endParaRPr lang="en-US"/>
        </a:p>
      </dgm:t>
    </dgm:pt>
    <dgm:pt modelId="{813AB70B-96AF-40B7-819A-5D0F5C2F7DB1}" type="sibTrans" cxnId="{50ED7F28-A159-4D97-9FFA-54B65379D332}">
      <dgm:prSet/>
      <dgm:spPr/>
      <dgm:t>
        <a:bodyPr/>
        <a:lstStyle/>
        <a:p>
          <a:endParaRPr lang="en-US"/>
        </a:p>
      </dgm:t>
    </dgm:pt>
    <dgm:pt modelId="{D21D73BA-2C94-4D8E-8675-0D6260D640B6}">
      <dgm:prSet/>
      <dgm:spPr/>
      <dgm:t>
        <a:bodyPr/>
        <a:lstStyle/>
        <a:p>
          <a:pPr>
            <a:defRPr b="1"/>
          </a:pPr>
          <a:r>
            <a:rPr lang="en-US"/>
            <a:t>2009</a:t>
          </a:r>
        </a:p>
      </dgm:t>
    </dgm:pt>
    <dgm:pt modelId="{1A8CAC7E-7ABB-4546-A6AB-89D093C923DE}" type="parTrans" cxnId="{F10BF0ED-CD92-4BC0-9B47-971BA70E5056}">
      <dgm:prSet/>
      <dgm:spPr/>
      <dgm:t>
        <a:bodyPr/>
        <a:lstStyle/>
        <a:p>
          <a:endParaRPr lang="en-US"/>
        </a:p>
      </dgm:t>
    </dgm:pt>
    <dgm:pt modelId="{C4F3FB12-751F-4533-96A9-03F0CA9FAC94}" type="sibTrans" cxnId="{F10BF0ED-CD92-4BC0-9B47-971BA70E5056}">
      <dgm:prSet/>
      <dgm:spPr/>
      <dgm:t>
        <a:bodyPr/>
        <a:lstStyle/>
        <a:p>
          <a:endParaRPr lang="en-US"/>
        </a:p>
      </dgm:t>
    </dgm:pt>
    <dgm:pt modelId="{ED915874-0556-4DE7-96D7-D91BABF85467}">
      <dgm:prSet/>
      <dgm:spPr/>
      <dgm:t>
        <a:bodyPr/>
        <a:lstStyle/>
        <a:p>
          <a:r>
            <a:rPr lang="en-US"/>
            <a:t>The bitcoin network started in 2009</a:t>
          </a:r>
        </a:p>
      </dgm:t>
    </dgm:pt>
    <dgm:pt modelId="{6159A083-21E4-405E-84C6-DFAA61604C94}" type="parTrans" cxnId="{A88E31D1-B1F1-4034-BC3A-255CB6EAF019}">
      <dgm:prSet/>
      <dgm:spPr/>
      <dgm:t>
        <a:bodyPr/>
        <a:lstStyle/>
        <a:p>
          <a:endParaRPr lang="en-US"/>
        </a:p>
      </dgm:t>
    </dgm:pt>
    <dgm:pt modelId="{E7D6FCB0-F5C8-4A4B-9278-6D2F751B22ED}" type="sibTrans" cxnId="{A88E31D1-B1F1-4034-BC3A-255CB6EAF019}">
      <dgm:prSet/>
      <dgm:spPr/>
      <dgm:t>
        <a:bodyPr/>
        <a:lstStyle/>
        <a:p>
          <a:endParaRPr lang="en-US"/>
        </a:p>
      </dgm:t>
    </dgm:pt>
    <dgm:pt modelId="{A56B3416-5C10-4DBF-94B7-319F239028A2}">
      <dgm:prSet/>
      <dgm:spPr/>
      <dgm:t>
        <a:bodyPr/>
        <a:lstStyle/>
        <a:p>
          <a:r>
            <a:rPr lang="en-US" dirty="0"/>
            <a:t>Proof-of-Work algorithm (mining) that provides security and resilience for bitcoin has increased in power exponentially</a:t>
          </a:r>
        </a:p>
      </dgm:t>
    </dgm:pt>
    <dgm:pt modelId="{0A3AEEE8-1767-4F9D-BA89-EA466759F924}" type="parTrans" cxnId="{F6F0061E-B102-49CD-886A-1124B92A163E}">
      <dgm:prSet/>
      <dgm:spPr/>
      <dgm:t>
        <a:bodyPr/>
        <a:lstStyle/>
        <a:p>
          <a:endParaRPr lang="en-US"/>
        </a:p>
      </dgm:t>
    </dgm:pt>
    <dgm:pt modelId="{E88A1451-5286-4B75-873F-7ED708B6DECB}" type="sibTrans" cxnId="{F6F0061E-B102-49CD-886A-1124B92A163E}">
      <dgm:prSet/>
      <dgm:spPr/>
      <dgm:t>
        <a:bodyPr/>
        <a:lstStyle/>
        <a:p>
          <a:endParaRPr lang="en-US"/>
        </a:p>
      </dgm:t>
    </dgm:pt>
    <dgm:pt modelId="{EB09BACD-3FD9-4C99-99F5-22D37ED3D63D}">
      <dgm:prSet/>
      <dgm:spPr/>
      <dgm:t>
        <a:bodyPr/>
        <a:lstStyle/>
        <a:p>
          <a:pPr>
            <a:defRPr b="1"/>
          </a:pPr>
          <a:r>
            <a:rPr lang="en-US" dirty="0"/>
            <a:t>Apr. 2011</a:t>
          </a:r>
        </a:p>
      </dgm:t>
    </dgm:pt>
    <dgm:pt modelId="{12D09827-1291-422F-9623-A09CCAD6A2C6}" type="parTrans" cxnId="{7FC40E08-65D8-4FD0-9B45-ACBF77084FF1}">
      <dgm:prSet/>
      <dgm:spPr/>
      <dgm:t>
        <a:bodyPr/>
        <a:lstStyle/>
        <a:p>
          <a:endParaRPr lang="en-US"/>
        </a:p>
      </dgm:t>
    </dgm:pt>
    <dgm:pt modelId="{2D1CDCA5-CD66-4A96-9EBB-7CD31D7DAB9A}" type="sibTrans" cxnId="{7FC40E08-65D8-4FD0-9B45-ACBF77084FF1}">
      <dgm:prSet/>
      <dgm:spPr/>
      <dgm:t>
        <a:bodyPr/>
        <a:lstStyle/>
        <a:p>
          <a:endParaRPr lang="en-US"/>
        </a:p>
      </dgm:t>
    </dgm:pt>
    <dgm:pt modelId="{688E8F3C-3DBB-4E21-B409-3B42B6BC0A60}">
      <dgm:prSet/>
      <dgm:spPr/>
      <dgm:t>
        <a:bodyPr/>
        <a:lstStyle/>
        <a:p>
          <a:r>
            <a:rPr lang="en-US" dirty="0"/>
            <a:t>Satoshi Nakamoto withdrew from the public</a:t>
          </a:r>
        </a:p>
      </dgm:t>
    </dgm:pt>
    <dgm:pt modelId="{022B6DC6-8403-4EEB-AAF0-0A5ED76175B3}" type="parTrans" cxnId="{33425387-DDC6-4188-9980-045DD60BDAAB}">
      <dgm:prSet/>
      <dgm:spPr/>
      <dgm:t>
        <a:bodyPr/>
        <a:lstStyle/>
        <a:p>
          <a:endParaRPr lang="en-US"/>
        </a:p>
      </dgm:t>
    </dgm:pt>
    <dgm:pt modelId="{9EA6E762-9C6E-4237-B54F-1B6D3D67BA2E}" type="sibTrans" cxnId="{33425387-DDC6-4188-9980-045DD60BDAAB}">
      <dgm:prSet/>
      <dgm:spPr/>
      <dgm:t>
        <a:bodyPr/>
        <a:lstStyle/>
        <a:p>
          <a:endParaRPr lang="en-US"/>
        </a:p>
      </dgm:t>
    </dgm:pt>
    <dgm:pt modelId="{94A70A33-2126-4CC2-A6D0-2515E077EF42}">
      <dgm:prSet/>
      <dgm:spPr/>
      <dgm:t>
        <a:bodyPr/>
        <a:lstStyle/>
        <a:p>
          <a:r>
            <a:rPr lang="en-US" dirty="0"/>
            <a:t>developing the code and network to a group of volunteers</a:t>
          </a:r>
        </a:p>
      </dgm:t>
    </dgm:pt>
    <dgm:pt modelId="{E8876239-A3CA-4B59-895F-8016F60F06C9}" type="parTrans" cxnId="{AC3B77D0-8F9F-4ECB-A965-4B1E58C11DEB}">
      <dgm:prSet/>
      <dgm:spPr/>
      <dgm:t>
        <a:bodyPr/>
        <a:lstStyle/>
        <a:p>
          <a:endParaRPr lang="en-US"/>
        </a:p>
      </dgm:t>
    </dgm:pt>
    <dgm:pt modelId="{D59EF6B3-232E-4A41-A334-4A21EEFAB0B6}" type="sibTrans" cxnId="{AC3B77D0-8F9F-4ECB-A965-4B1E58C11DEB}">
      <dgm:prSet/>
      <dgm:spPr/>
      <dgm:t>
        <a:bodyPr/>
        <a:lstStyle/>
        <a:p>
          <a:endParaRPr lang="en-US"/>
        </a:p>
      </dgm:t>
    </dgm:pt>
    <dgm:pt modelId="{9CE36683-360B-4C5D-AB5A-837EDB621559}">
      <dgm:prSet/>
      <dgm:spPr/>
      <dgm:t>
        <a:bodyPr/>
        <a:lstStyle/>
        <a:p>
          <a:r>
            <a:rPr lang="en-US" dirty="0"/>
            <a:t>“Bitcoin: A </a:t>
          </a:r>
          <a:r>
            <a:rPr lang="en-US" dirty="0" err="1"/>
            <a:t>Peerto</a:t>
          </a:r>
          <a:r>
            <a:rPr lang="en-US" dirty="0"/>
            <a:t>-Peer Electronic Cash System,” written under the alias of Satoshi Nakamoto</a:t>
          </a:r>
        </a:p>
      </dgm:t>
    </dgm:pt>
    <dgm:pt modelId="{7BBC9ACE-2A82-4575-9A36-F034261428B4}" type="parTrans" cxnId="{C3E6145A-E5AB-4A92-92CB-06F19F0E310A}">
      <dgm:prSet/>
      <dgm:spPr/>
      <dgm:t>
        <a:bodyPr/>
        <a:lstStyle/>
        <a:p>
          <a:endParaRPr lang="tr-TR"/>
        </a:p>
      </dgm:t>
    </dgm:pt>
    <dgm:pt modelId="{A651312F-B519-4CAF-ACFD-64DB0F5A924D}" type="sibTrans" cxnId="{C3E6145A-E5AB-4A92-92CB-06F19F0E310A}">
      <dgm:prSet/>
      <dgm:spPr/>
      <dgm:t>
        <a:bodyPr/>
        <a:lstStyle/>
        <a:p>
          <a:endParaRPr lang="tr-TR"/>
        </a:p>
      </dgm:t>
    </dgm:pt>
    <dgm:pt modelId="{F6C2D378-B002-48B6-8B60-D1BFE750EAED}">
      <dgm:prSet/>
      <dgm:spPr/>
      <dgm:t>
        <a:bodyPr/>
        <a:lstStyle/>
        <a:p>
          <a:pPr>
            <a:defRPr b="1"/>
          </a:pPr>
          <a:r>
            <a:rPr lang="tr-TR" dirty="0"/>
            <a:t>1997</a:t>
          </a:r>
          <a:endParaRPr lang="en-US" dirty="0"/>
        </a:p>
      </dgm:t>
    </dgm:pt>
    <dgm:pt modelId="{A4B3FC11-090F-454F-8CFE-97CA127F48D6}" type="parTrans" cxnId="{CC591947-197C-412E-88FC-13E1BF671888}">
      <dgm:prSet/>
      <dgm:spPr/>
      <dgm:t>
        <a:bodyPr/>
        <a:lstStyle/>
        <a:p>
          <a:endParaRPr lang="tr-TR"/>
        </a:p>
      </dgm:t>
    </dgm:pt>
    <dgm:pt modelId="{F597806E-DF83-4863-BA43-6F439F33CB39}" type="sibTrans" cxnId="{CC591947-197C-412E-88FC-13E1BF671888}">
      <dgm:prSet/>
      <dgm:spPr/>
      <dgm:t>
        <a:bodyPr/>
        <a:lstStyle/>
        <a:p>
          <a:endParaRPr lang="tr-TR"/>
        </a:p>
      </dgm:t>
    </dgm:pt>
    <dgm:pt modelId="{E6ADF26B-807A-4AB2-9708-CB7DAEE09FB4}">
      <dgm:prSet/>
      <dgm:spPr/>
      <dgm:t>
        <a:bodyPr/>
        <a:lstStyle/>
        <a:p>
          <a:r>
            <a:rPr lang="en-US"/>
            <a:t>b-money</a:t>
          </a:r>
          <a:r>
            <a:rPr lang="tr-TR" dirty="0"/>
            <a:t>, </a:t>
          </a:r>
          <a:r>
            <a:rPr lang="tr-TR" b="0" i="0" dirty="0"/>
            <a:t>1998, by computer scientist </a:t>
          </a:r>
          <a:r>
            <a:rPr lang="tr-TR" b="0" i="0" dirty="0">
              <a:hlinkClick xmlns:r="http://schemas.openxmlformats.org/officeDocument/2006/relationships" r:id="rId1"/>
            </a:rPr>
            <a:t>Wei Dai</a:t>
          </a:r>
          <a:endParaRPr lang="en-US" dirty="0"/>
        </a:p>
      </dgm:t>
    </dgm:pt>
    <dgm:pt modelId="{88E0542E-348D-43F1-AF9E-6C48320FBFD4}" type="parTrans" cxnId="{76719C22-4831-4B7B-92F1-6DC4CF2E33A4}">
      <dgm:prSet/>
      <dgm:spPr/>
      <dgm:t>
        <a:bodyPr/>
        <a:lstStyle/>
        <a:p>
          <a:endParaRPr lang="tr-TR"/>
        </a:p>
      </dgm:t>
    </dgm:pt>
    <dgm:pt modelId="{7BF2681B-6399-40F7-88A5-9C60874A2D9D}" type="sibTrans" cxnId="{76719C22-4831-4B7B-92F1-6DC4CF2E33A4}">
      <dgm:prSet/>
      <dgm:spPr/>
      <dgm:t>
        <a:bodyPr/>
        <a:lstStyle/>
        <a:p>
          <a:endParaRPr lang="tr-TR"/>
        </a:p>
      </dgm:t>
    </dgm:pt>
    <dgm:pt modelId="{CF4ADA49-BABA-451E-8188-92FFAA61BF9C}">
      <dgm:prSet/>
      <dgm:spPr/>
      <dgm:t>
        <a:bodyPr/>
        <a:lstStyle/>
        <a:p>
          <a:pPr>
            <a:defRPr b="1"/>
          </a:pPr>
          <a:r>
            <a:rPr lang="tr-TR"/>
            <a:t>1998</a:t>
          </a:r>
          <a:endParaRPr lang="en-US" dirty="0"/>
        </a:p>
      </dgm:t>
    </dgm:pt>
    <dgm:pt modelId="{CD83D61F-292E-45EC-9859-AB71E45981F6}" type="parTrans" cxnId="{42477715-4CD9-4A69-B9D3-38AD12A6A2B4}">
      <dgm:prSet/>
      <dgm:spPr/>
      <dgm:t>
        <a:bodyPr/>
        <a:lstStyle/>
        <a:p>
          <a:endParaRPr lang="tr-TR"/>
        </a:p>
      </dgm:t>
    </dgm:pt>
    <dgm:pt modelId="{9C73EC08-D3B8-479C-8E38-ADB090995235}" type="sibTrans" cxnId="{42477715-4CD9-4A69-B9D3-38AD12A6A2B4}">
      <dgm:prSet/>
      <dgm:spPr/>
      <dgm:t>
        <a:bodyPr/>
        <a:lstStyle/>
        <a:p>
          <a:endParaRPr lang="tr-TR"/>
        </a:p>
      </dgm:t>
    </dgm:pt>
    <dgm:pt modelId="{B47A5209-B3A4-4B49-96E2-D2E3DEFBDBCB}">
      <dgm:prSet/>
      <dgm:spPr/>
      <dgm:t>
        <a:bodyPr/>
        <a:lstStyle/>
        <a:p>
          <a:pPr>
            <a:defRPr b="1"/>
          </a:pPr>
          <a:r>
            <a:rPr lang="en-US" dirty="0" err="1"/>
            <a:t>HashCash</a:t>
          </a:r>
          <a:r>
            <a:rPr lang="tr-TR" dirty="0"/>
            <a:t>, 1997, </a:t>
          </a:r>
          <a:r>
            <a:rPr lang="tr-TR" b="0" i="0" dirty="0">
              <a:hlinkClick xmlns:r="http://schemas.openxmlformats.org/officeDocument/2006/relationships" r:id="rId2"/>
            </a:rPr>
            <a:t>Adam Back</a:t>
          </a:r>
          <a:endParaRPr lang="en-US" dirty="0"/>
        </a:p>
      </dgm:t>
    </dgm:pt>
    <dgm:pt modelId="{8F290A05-2D67-4FA5-AAB3-C5AAB31B199C}" type="parTrans" cxnId="{404F7D19-F518-403C-826A-261DC6ED4F25}">
      <dgm:prSet/>
      <dgm:spPr/>
      <dgm:t>
        <a:bodyPr/>
        <a:lstStyle/>
        <a:p>
          <a:endParaRPr lang="tr-TR"/>
        </a:p>
      </dgm:t>
    </dgm:pt>
    <dgm:pt modelId="{27FE45D4-EE3A-49D2-8591-50AFE5F5D293}" type="sibTrans" cxnId="{404F7D19-F518-403C-826A-261DC6ED4F25}">
      <dgm:prSet/>
      <dgm:spPr/>
      <dgm:t>
        <a:bodyPr/>
        <a:lstStyle/>
        <a:p>
          <a:endParaRPr lang="tr-TR"/>
        </a:p>
      </dgm:t>
    </dgm:pt>
    <dgm:pt modelId="{20046FBC-9711-411F-99F1-3A3A0C894645}" type="pres">
      <dgm:prSet presAssocID="{0C264764-BD57-47FB-B731-02F3858F8CAA}" presName="root" presStyleCnt="0">
        <dgm:presLayoutVars>
          <dgm:chMax/>
          <dgm:chPref/>
          <dgm:animLvl val="lvl"/>
        </dgm:presLayoutVars>
      </dgm:prSet>
      <dgm:spPr/>
    </dgm:pt>
    <dgm:pt modelId="{72AF92B3-D71C-4E23-91BB-E58C8CCAA407}" type="pres">
      <dgm:prSet presAssocID="{0C264764-BD57-47FB-B731-02F3858F8CAA}" presName="divider" presStyleLbl="node1" presStyleIdx="0" presStyleCnt="1"/>
      <dgm:spPr/>
    </dgm:pt>
    <dgm:pt modelId="{69C5CDD6-867A-43E5-9F9F-7DAA5E9C3D5C}" type="pres">
      <dgm:prSet presAssocID="{0C264764-BD57-47FB-B731-02F3858F8CAA}" presName="nodes" presStyleCnt="0">
        <dgm:presLayoutVars>
          <dgm:chMax/>
          <dgm:chPref/>
          <dgm:animLvl val="lvl"/>
        </dgm:presLayoutVars>
      </dgm:prSet>
      <dgm:spPr/>
    </dgm:pt>
    <dgm:pt modelId="{8B2A4FE8-1336-477F-897E-5E361852DDD3}" type="pres">
      <dgm:prSet presAssocID="{F6C2D378-B002-48B6-8B60-D1BFE750EAED}" presName="composite" presStyleCnt="0"/>
      <dgm:spPr/>
    </dgm:pt>
    <dgm:pt modelId="{1E394D0A-160A-41AB-A7DA-4A2EB5F2846D}" type="pres">
      <dgm:prSet presAssocID="{F6C2D378-B002-48B6-8B60-D1BFE750EAED}" presName="L1TextContainer" presStyleLbl="revTx" presStyleIdx="0" presStyleCnt="5">
        <dgm:presLayoutVars>
          <dgm:chMax val="1"/>
          <dgm:chPref val="1"/>
          <dgm:bulletEnabled val="1"/>
        </dgm:presLayoutVars>
      </dgm:prSet>
      <dgm:spPr/>
    </dgm:pt>
    <dgm:pt modelId="{ACC1C7E3-73CD-4C60-928D-64C8F5B3C823}" type="pres">
      <dgm:prSet presAssocID="{F6C2D378-B002-48B6-8B60-D1BFE750EAED}" presName="L2TextContainerWrapper" presStyleCnt="0">
        <dgm:presLayoutVars>
          <dgm:chMax val="0"/>
          <dgm:chPref val="0"/>
          <dgm:bulletEnabled val="1"/>
        </dgm:presLayoutVars>
      </dgm:prSet>
      <dgm:spPr/>
    </dgm:pt>
    <dgm:pt modelId="{98766EB7-AAE0-434A-914E-8BF14D766A86}" type="pres">
      <dgm:prSet presAssocID="{F6C2D378-B002-48B6-8B60-D1BFE750EAED}" presName="L2TextContainer" presStyleLbl="bgAccFollowNode1" presStyleIdx="0" presStyleCnt="5"/>
      <dgm:spPr/>
    </dgm:pt>
    <dgm:pt modelId="{4C98C8B7-F6AD-429D-9862-592B63C599F2}" type="pres">
      <dgm:prSet presAssocID="{F6C2D378-B002-48B6-8B60-D1BFE750EAED}" presName="FlexibleEmptyPlaceHolder" presStyleCnt="0"/>
      <dgm:spPr/>
    </dgm:pt>
    <dgm:pt modelId="{C9F59CD9-BEB9-4C8C-85A4-0974E55852C8}" type="pres">
      <dgm:prSet presAssocID="{F6C2D378-B002-48B6-8B60-D1BFE750EAED}" presName="ConnectLine" presStyleLbl="alignNode1" presStyleIdx="0"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ln>
        <a:effectLst/>
      </dgm:spPr>
    </dgm:pt>
    <dgm:pt modelId="{4AE1E8A7-9AD3-4501-B0EA-3C938029565A}" type="pres">
      <dgm:prSet presAssocID="{F6C2D378-B002-48B6-8B60-D1BFE750EAED}" presName="ConnectorPoint" presStyleLbl="fgAcc1" presStyleIdx="0" presStyleCnt="5"/>
      <dgm:spPr>
        <a:solidFill>
          <a:schemeClr val="lt1">
            <a:alpha val="90000"/>
            <a:hueOff val="0"/>
            <a:satOff val="0"/>
            <a:lumOff val="0"/>
            <a:alphaOff val="0"/>
          </a:schemeClr>
        </a:solidFill>
        <a:ln w="12700" cap="flat" cmpd="sng" algn="ctr">
          <a:noFill/>
          <a:prstDash val="solid"/>
        </a:ln>
        <a:effectLst/>
      </dgm:spPr>
    </dgm:pt>
    <dgm:pt modelId="{7F153224-156A-4291-8933-9CDCF8614320}" type="pres">
      <dgm:prSet presAssocID="{F6C2D378-B002-48B6-8B60-D1BFE750EAED}" presName="EmptyPlaceHolder" presStyleCnt="0"/>
      <dgm:spPr/>
    </dgm:pt>
    <dgm:pt modelId="{8F2741B6-E558-4972-9ACF-5B8FD1E00B42}" type="pres">
      <dgm:prSet presAssocID="{F597806E-DF83-4863-BA43-6F439F33CB39}" presName="spaceBetweenRectangles" presStyleCnt="0"/>
      <dgm:spPr/>
    </dgm:pt>
    <dgm:pt modelId="{45576CCB-7CE9-4801-94B1-8D73A8278E2A}" type="pres">
      <dgm:prSet presAssocID="{CF4ADA49-BABA-451E-8188-92FFAA61BF9C}" presName="composite" presStyleCnt="0"/>
      <dgm:spPr/>
    </dgm:pt>
    <dgm:pt modelId="{2774C82A-9E17-46D5-AD17-7F107D80FB32}" type="pres">
      <dgm:prSet presAssocID="{CF4ADA49-BABA-451E-8188-92FFAA61BF9C}" presName="L1TextContainer" presStyleLbl="revTx" presStyleIdx="1" presStyleCnt="5">
        <dgm:presLayoutVars>
          <dgm:chMax val="1"/>
          <dgm:chPref val="1"/>
          <dgm:bulletEnabled val="1"/>
        </dgm:presLayoutVars>
      </dgm:prSet>
      <dgm:spPr/>
    </dgm:pt>
    <dgm:pt modelId="{58FC1B2A-D738-4F0B-A3F2-F757DD8CCD03}" type="pres">
      <dgm:prSet presAssocID="{CF4ADA49-BABA-451E-8188-92FFAA61BF9C}" presName="L2TextContainerWrapper" presStyleCnt="0">
        <dgm:presLayoutVars>
          <dgm:chMax val="0"/>
          <dgm:chPref val="0"/>
          <dgm:bulletEnabled val="1"/>
        </dgm:presLayoutVars>
      </dgm:prSet>
      <dgm:spPr/>
    </dgm:pt>
    <dgm:pt modelId="{3A3718BD-5740-4434-B8C7-F400192F0B2F}" type="pres">
      <dgm:prSet presAssocID="{CF4ADA49-BABA-451E-8188-92FFAA61BF9C}" presName="L2TextContainer" presStyleLbl="bgAccFollowNode1" presStyleIdx="1" presStyleCnt="5"/>
      <dgm:spPr/>
    </dgm:pt>
    <dgm:pt modelId="{D7BD13CA-8C26-4973-AF74-AD87E4734BD8}" type="pres">
      <dgm:prSet presAssocID="{CF4ADA49-BABA-451E-8188-92FFAA61BF9C}" presName="FlexibleEmptyPlaceHolder" presStyleCnt="0"/>
      <dgm:spPr/>
    </dgm:pt>
    <dgm:pt modelId="{5DA65184-6B4E-4E60-85C5-C5081BD670A2}" type="pres">
      <dgm:prSet presAssocID="{CF4ADA49-BABA-451E-8188-92FFAA61BF9C}" presName="ConnectLine" presStyleLbl="alignNode1" presStyleIdx="1" presStyleCnt="5"/>
      <dgm:spPr>
        <a:solidFill>
          <a:schemeClr val="accent5">
            <a:hueOff val="800431"/>
            <a:satOff val="-10611"/>
            <a:lumOff val="-3333"/>
            <a:alphaOff val="0"/>
          </a:schemeClr>
        </a:solidFill>
        <a:ln w="6350" cap="flat" cmpd="sng" algn="ctr">
          <a:solidFill>
            <a:schemeClr val="accent5">
              <a:hueOff val="800431"/>
              <a:satOff val="-10611"/>
              <a:lumOff val="-3333"/>
              <a:alphaOff val="0"/>
            </a:schemeClr>
          </a:solidFill>
          <a:prstDash val="dash"/>
        </a:ln>
        <a:effectLst/>
      </dgm:spPr>
    </dgm:pt>
    <dgm:pt modelId="{F515ABF1-8677-4851-B49F-7A12EDA7A181}" type="pres">
      <dgm:prSet presAssocID="{CF4ADA49-BABA-451E-8188-92FFAA61BF9C}" presName="ConnectorPoint" presStyleLbl="fgAcc1" presStyleIdx="1" presStyleCnt="5"/>
      <dgm:spPr>
        <a:solidFill>
          <a:schemeClr val="lt1">
            <a:alpha val="90000"/>
            <a:hueOff val="0"/>
            <a:satOff val="0"/>
            <a:lumOff val="0"/>
            <a:alphaOff val="0"/>
          </a:schemeClr>
        </a:solidFill>
        <a:ln w="12700" cap="flat" cmpd="sng" algn="ctr">
          <a:noFill/>
          <a:prstDash val="solid"/>
        </a:ln>
        <a:effectLst/>
      </dgm:spPr>
    </dgm:pt>
    <dgm:pt modelId="{F80BDF18-BD54-4B73-9E82-86CF9414716A}" type="pres">
      <dgm:prSet presAssocID="{CF4ADA49-BABA-451E-8188-92FFAA61BF9C}" presName="EmptyPlaceHolder" presStyleCnt="0"/>
      <dgm:spPr/>
    </dgm:pt>
    <dgm:pt modelId="{0F204017-A998-4A64-8A36-E8559307DE45}" type="pres">
      <dgm:prSet presAssocID="{9C73EC08-D3B8-479C-8E38-ADB090995235}" presName="spaceBetweenRectangles" presStyleCnt="0"/>
      <dgm:spPr/>
    </dgm:pt>
    <dgm:pt modelId="{3C766046-9E14-4914-AB5E-74CC257626F2}" type="pres">
      <dgm:prSet presAssocID="{966B1683-61A7-492A-83C0-DE44817F68C4}" presName="composite" presStyleCnt="0"/>
      <dgm:spPr/>
    </dgm:pt>
    <dgm:pt modelId="{CA70FD10-4B2F-4024-B9A4-93F5B9A6C93A}" type="pres">
      <dgm:prSet presAssocID="{966B1683-61A7-492A-83C0-DE44817F68C4}" presName="L1TextContainer" presStyleLbl="revTx" presStyleIdx="2" presStyleCnt="5">
        <dgm:presLayoutVars>
          <dgm:chMax val="1"/>
          <dgm:chPref val="1"/>
          <dgm:bulletEnabled val="1"/>
        </dgm:presLayoutVars>
      </dgm:prSet>
      <dgm:spPr/>
    </dgm:pt>
    <dgm:pt modelId="{3D6B886F-738A-4DF6-B05D-5EDEBDC77DC4}" type="pres">
      <dgm:prSet presAssocID="{966B1683-61A7-492A-83C0-DE44817F68C4}" presName="L2TextContainerWrapper" presStyleCnt="0">
        <dgm:presLayoutVars>
          <dgm:chMax val="0"/>
          <dgm:chPref val="0"/>
          <dgm:bulletEnabled val="1"/>
        </dgm:presLayoutVars>
      </dgm:prSet>
      <dgm:spPr/>
    </dgm:pt>
    <dgm:pt modelId="{506E1F4B-8609-4868-B127-6DB5D347E5D6}" type="pres">
      <dgm:prSet presAssocID="{966B1683-61A7-492A-83C0-DE44817F68C4}" presName="L2TextContainer" presStyleLbl="bgAccFollowNode1" presStyleIdx="2" presStyleCnt="5"/>
      <dgm:spPr/>
    </dgm:pt>
    <dgm:pt modelId="{60BE18F1-9672-459B-8736-6D89FA8EE391}" type="pres">
      <dgm:prSet presAssocID="{966B1683-61A7-492A-83C0-DE44817F68C4}" presName="FlexibleEmptyPlaceHolder" presStyleCnt="0"/>
      <dgm:spPr/>
    </dgm:pt>
    <dgm:pt modelId="{F09B77CD-A485-4C52-97EC-30E12EFC4ABF}" type="pres">
      <dgm:prSet presAssocID="{966B1683-61A7-492A-83C0-DE44817F68C4}" presName="ConnectLine" presStyleLbl="alignNode1" presStyleIdx="2" presStyleCnt="5"/>
      <dgm:spPr>
        <a:solidFill>
          <a:schemeClr val="accent5">
            <a:hueOff val="1600863"/>
            <a:satOff val="-21221"/>
            <a:lumOff val="-6666"/>
            <a:alphaOff val="0"/>
          </a:schemeClr>
        </a:solidFill>
        <a:ln w="6350" cap="flat" cmpd="sng" algn="ctr">
          <a:solidFill>
            <a:schemeClr val="accent5">
              <a:hueOff val="1600863"/>
              <a:satOff val="-21221"/>
              <a:lumOff val="-6666"/>
              <a:alphaOff val="0"/>
            </a:schemeClr>
          </a:solidFill>
          <a:prstDash val="dash"/>
        </a:ln>
        <a:effectLst/>
      </dgm:spPr>
    </dgm:pt>
    <dgm:pt modelId="{2DECC735-7B58-4CAA-8919-D114A4FDBD83}" type="pres">
      <dgm:prSet presAssocID="{966B1683-61A7-492A-83C0-DE44817F68C4}" presName="ConnectorPoint" presStyleLbl="fgAcc1" presStyleIdx="2" presStyleCnt="5"/>
      <dgm:spPr>
        <a:solidFill>
          <a:schemeClr val="lt1">
            <a:alpha val="90000"/>
            <a:hueOff val="0"/>
            <a:satOff val="0"/>
            <a:lumOff val="0"/>
            <a:alphaOff val="0"/>
          </a:schemeClr>
        </a:solidFill>
        <a:ln w="12700" cap="flat" cmpd="sng" algn="ctr">
          <a:noFill/>
          <a:prstDash val="solid"/>
        </a:ln>
        <a:effectLst/>
      </dgm:spPr>
    </dgm:pt>
    <dgm:pt modelId="{C01E5BFE-4CAD-408F-ADBC-F8F900872520}" type="pres">
      <dgm:prSet presAssocID="{966B1683-61A7-492A-83C0-DE44817F68C4}" presName="EmptyPlaceHolder" presStyleCnt="0"/>
      <dgm:spPr/>
    </dgm:pt>
    <dgm:pt modelId="{F9B52C8F-12D7-46FC-AE30-8233812E60A3}" type="pres">
      <dgm:prSet presAssocID="{5DEA40DD-6EE8-44C0-ACE2-B5DE6E4AF383}" presName="spaceBetweenRectangles" presStyleCnt="0"/>
      <dgm:spPr/>
    </dgm:pt>
    <dgm:pt modelId="{2E3BB733-26CD-4626-9C05-87719ECA751F}" type="pres">
      <dgm:prSet presAssocID="{D21D73BA-2C94-4D8E-8675-0D6260D640B6}" presName="composite" presStyleCnt="0"/>
      <dgm:spPr/>
    </dgm:pt>
    <dgm:pt modelId="{A97B8E8B-C126-438B-B725-CCBDCB50472F}" type="pres">
      <dgm:prSet presAssocID="{D21D73BA-2C94-4D8E-8675-0D6260D640B6}" presName="L1TextContainer" presStyleLbl="revTx" presStyleIdx="3" presStyleCnt="5">
        <dgm:presLayoutVars>
          <dgm:chMax val="1"/>
          <dgm:chPref val="1"/>
          <dgm:bulletEnabled val="1"/>
        </dgm:presLayoutVars>
      </dgm:prSet>
      <dgm:spPr/>
    </dgm:pt>
    <dgm:pt modelId="{FC5C86CF-063C-4F9A-AAF2-99A4FB79253B}" type="pres">
      <dgm:prSet presAssocID="{D21D73BA-2C94-4D8E-8675-0D6260D640B6}" presName="L2TextContainerWrapper" presStyleCnt="0">
        <dgm:presLayoutVars>
          <dgm:chMax val="0"/>
          <dgm:chPref val="0"/>
          <dgm:bulletEnabled val="1"/>
        </dgm:presLayoutVars>
      </dgm:prSet>
      <dgm:spPr/>
    </dgm:pt>
    <dgm:pt modelId="{2813CF06-C92D-4641-8F07-C925E967943A}" type="pres">
      <dgm:prSet presAssocID="{D21D73BA-2C94-4D8E-8675-0D6260D640B6}" presName="L2TextContainer" presStyleLbl="bgAccFollowNode1" presStyleIdx="3" presStyleCnt="5" custLinFactNeighborX="945" custLinFactNeighborY="-12351"/>
      <dgm:spPr/>
    </dgm:pt>
    <dgm:pt modelId="{FB846CCB-CBF8-4354-BAB0-10A52D44C43F}" type="pres">
      <dgm:prSet presAssocID="{D21D73BA-2C94-4D8E-8675-0D6260D640B6}" presName="FlexibleEmptyPlaceHolder" presStyleCnt="0"/>
      <dgm:spPr/>
    </dgm:pt>
    <dgm:pt modelId="{0B6D4C85-A3D8-4503-A097-DD0648C3919D}" type="pres">
      <dgm:prSet presAssocID="{D21D73BA-2C94-4D8E-8675-0D6260D640B6}" presName="ConnectLine" presStyleLbl="alignNode1" presStyleIdx="3" presStyleCnt="5"/>
      <dgm:spPr>
        <a:solidFill>
          <a:schemeClr val="accent5">
            <a:hueOff val="2401294"/>
            <a:satOff val="-31832"/>
            <a:lumOff val="-10000"/>
            <a:alphaOff val="0"/>
          </a:schemeClr>
        </a:solidFill>
        <a:ln w="6350" cap="flat" cmpd="sng" algn="ctr">
          <a:solidFill>
            <a:schemeClr val="accent5">
              <a:hueOff val="2401294"/>
              <a:satOff val="-31832"/>
              <a:lumOff val="-10000"/>
              <a:alphaOff val="0"/>
            </a:schemeClr>
          </a:solidFill>
          <a:prstDash val="dash"/>
        </a:ln>
        <a:effectLst/>
      </dgm:spPr>
    </dgm:pt>
    <dgm:pt modelId="{43E07A81-50A3-49ED-9C8B-3120B57E7C05}" type="pres">
      <dgm:prSet presAssocID="{D21D73BA-2C94-4D8E-8675-0D6260D640B6}" presName="ConnectorPoint" presStyleLbl="fgAcc1" presStyleIdx="3" presStyleCnt="5"/>
      <dgm:spPr>
        <a:solidFill>
          <a:schemeClr val="lt1">
            <a:alpha val="90000"/>
            <a:hueOff val="0"/>
            <a:satOff val="0"/>
            <a:lumOff val="0"/>
            <a:alphaOff val="0"/>
          </a:schemeClr>
        </a:solidFill>
        <a:ln w="12700" cap="flat" cmpd="sng" algn="ctr">
          <a:noFill/>
          <a:prstDash val="solid"/>
        </a:ln>
        <a:effectLst/>
      </dgm:spPr>
    </dgm:pt>
    <dgm:pt modelId="{EB3358AC-8BE6-4DEB-A03E-7314BBFD6537}" type="pres">
      <dgm:prSet presAssocID="{D21D73BA-2C94-4D8E-8675-0D6260D640B6}" presName="EmptyPlaceHolder" presStyleCnt="0"/>
      <dgm:spPr/>
    </dgm:pt>
    <dgm:pt modelId="{02CAB939-BAE7-4A8D-8274-45DAEC498DB1}" type="pres">
      <dgm:prSet presAssocID="{C4F3FB12-751F-4533-96A9-03F0CA9FAC94}" presName="spaceBetweenRectangles" presStyleCnt="0"/>
      <dgm:spPr/>
    </dgm:pt>
    <dgm:pt modelId="{E5AEEC93-3D35-4093-B408-BD7A54A814BA}" type="pres">
      <dgm:prSet presAssocID="{EB09BACD-3FD9-4C99-99F5-22D37ED3D63D}" presName="composite" presStyleCnt="0"/>
      <dgm:spPr/>
    </dgm:pt>
    <dgm:pt modelId="{79EC8B7E-7CC2-4F3F-B51E-DD489337477D}" type="pres">
      <dgm:prSet presAssocID="{EB09BACD-3FD9-4C99-99F5-22D37ED3D63D}" presName="L1TextContainer" presStyleLbl="revTx" presStyleIdx="4" presStyleCnt="5">
        <dgm:presLayoutVars>
          <dgm:chMax val="1"/>
          <dgm:chPref val="1"/>
          <dgm:bulletEnabled val="1"/>
        </dgm:presLayoutVars>
      </dgm:prSet>
      <dgm:spPr/>
    </dgm:pt>
    <dgm:pt modelId="{B6E57AE1-BBFD-45E5-AC26-068E541F3E46}" type="pres">
      <dgm:prSet presAssocID="{EB09BACD-3FD9-4C99-99F5-22D37ED3D63D}" presName="L2TextContainerWrapper" presStyleCnt="0">
        <dgm:presLayoutVars>
          <dgm:chMax val="0"/>
          <dgm:chPref val="0"/>
          <dgm:bulletEnabled val="1"/>
        </dgm:presLayoutVars>
      </dgm:prSet>
      <dgm:spPr/>
    </dgm:pt>
    <dgm:pt modelId="{8A64315D-D16E-4489-BF20-CE65BEF1949F}" type="pres">
      <dgm:prSet presAssocID="{EB09BACD-3FD9-4C99-99F5-22D37ED3D63D}" presName="L2TextContainer" presStyleLbl="bgAccFollowNode1" presStyleIdx="4" presStyleCnt="5"/>
      <dgm:spPr/>
    </dgm:pt>
    <dgm:pt modelId="{37EADF94-1542-40E2-95EA-9B7493EA8427}" type="pres">
      <dgm:prSet presAssocID="{EB09BACD-3FD9-4C99-99F5-22D37ED3D63D}" presName="FlexibleEmptyPlaceHolder" presStyleCnt="0"/>
      <dgm:spPr/>
    </dgm:pt>
    <dgm:pt modelId="{99F034EF-1820-4B93-BC2B-D47284E5E62F}" type="pres">
      <dgm:prSet presAssocID="{EB09BACD-3FD9-4C99-99F5-22D37ED3D63D}" presName="ConnectLine" presStyleLbl="alignNode1" presStyleIdx="4" presStyleCnt="5"/>
      <dgm:spPr>
        <a:solidFill>
          <a:schemeClr val="accent5">
            <a:hueOff val="3201725"/>
            <a:satOff val="-42442"/>
            <a:lumOff val="-13333"/>
            <a:alphaOff val="0"/>
          </a:schemeClr>
        </a:solidFill>
        <a:ln w="6350" cap="flat" cmpd="sng" algn="ctr">
          <a:solidFill>
            <a:schemeClr val="accent5">
              <a:hueOff val="3201725"/>
              <a:satOff val="-42442"/>
              <a:lumOff val="-13333"/>
              <a:alphaOff val="0"/>
            </a:schemeClr>
          </a:solidFill>
          <a:prstDash val="dash"/>
        </a:ln>
        <a:effectLst/>
      </dgm:spPr>
    </dgm:pt>
    <dgm:pt modelId="{BD666211-651C-422F-B2E7-F04BB0E98EC1}" type="pres">
      <dgm:prSet presAssocID="{EB09BACD-3FD9-4C99-99F5-22D37ED3D63D}" presName="ConnectorPoint" presStyleLbl="fgAcc1" presStyleIdx="4" presStyleCnt="5"/>
      <dgm:spPr>
        <a:solidFill>
          <a:schemeClr val="lt1">
            <a:alpha val="90000"/>
            <a:hueOff val="0"/>
            <a:satOff val="0"/>
            <a:lumOff val="0"/>
            <a:alphaOff val="0"/>
          </a:schemeClr>
        </a:solidFill>
        <a:ln w="12700" cap="flat" cmpd="sng" algn="ctr">
          <a:noFill/>
          <a:prstDash val="solid"/>
        </a:ln>
        <a:effectLst/>
      </dgm:spPr>
    </dgm:pt>
    <dgm:pt modelId="{20715FAD-4B5B-4267-A8E8-35AE825A7187}" type="pres">
      <dgm:prSet presAssocID="{EB09BACD-3FD9-4C99-99F5-22D37ED3D63D}" presName="EmptyPlaceHolder" presStyleCnt="0"/>
      <dgm:spPr/>
    </dgm:pt>
  </dgm:ptLst>
  <dgm:cxnLst>
    <dgm:cxn modelId="{7FC40E08-65D8-4FD0-9B45-ACBF77084FF1}" srcId="{0C264764-BD57-47FB-B731-02F3858F8CAA}" destId="{EB09BACD-3FD9-4C99-99F5-22D37ED3D63D}" srcOrd="4" destOrd="0" parTransId="{12D09827-1291-422F-9623-A09CCAD6A2C6}" sibTransId="{2D1CDCA5-CD66-4A96-9EBB-7CD31D7DAB9A}"/>
    <dgm:cxn modelId="{42477715-4CD9-4A69-B9D3-38AD12A6A2B4}" srcId="{0C264764-BD57-47FB-B731-02F3858F8CAA}" destId="{CF4ADA49-BABA-451E-8188-92FFAA61BF9C}" srcOrd="1" destOrd="0" parTransId="{CD83D61F-292E-45EC-9859-AB71E45981F6}" sibTransId="{9C73EC08-D3B8-479C-8E38-ADB090995235}"/>
    <dgm:cxn modelId="{404F7D19-F518-403C-826A-261DC6ED4F25}" srcId="{F6C2D378-B002-48B6-8B60-D1BFE750EAED}" destId="{B47A5209-B3A4-4B49-96E2-D2E3DEFBDBCB}" srcOrd="0" destOrd="0" parTransId="{8F290A05-2D67-4FA5-AAB3-C5AAB31B199C}" sibTransId="{27FE45D4-EE3A-49D2-8591-50AFE5F5D293}"/>
    <dgm:cxn modelId="{F6F0061E-B102-49CD-886A-1124B92A163E}" srcId="{D21D73BA-2C94-4D8E-8675-0D6260D640B6}" destId="{A56B3416-5C10-4DBF-94B7-319F239028A2}" srcOrd="1" destOrd="0" parTransId="{0A3AEEE8-1767-4F9D-BA89-EA466759F924}" sibTransId="{E88A1451-5286-4B75-873F-7ED708B6DECB}"/>
    <dgm:cxn modelId="{76719C22-4831-4B7B-92F1-6DC4CF2E33A4}" srcId="{CF4ADA49-BABA-451E-8188-92FFAA61BF9C}" destId="{E6ADF26B-807A-4AB2-9708-CB7DAEE09FB4}" srcOrd="0" destOrd="0" parTransId="{88E0542E-348D-43F1-AF9E-6C48320FBFD4}" sibTransId="{7BF2681B-6399-40F7-88A5-9C60874A2D9D}"/>
    <dgm:cxn modelId="{DF813124-9F78-4277-899F-6B469E9D7CD6}" type="presOf" srcId="{D21D73BA-2C94-4D8E-8675-0D6260D640B6}" destId="{A97B8E8B-C126-438B-B725-CCBDCB50472F}" srcOrd="0" destOrd="0" presId="urn:microsoft.com/office/officeart/2017/3/layout/HorizontalPathTimeline"/>
    <dgm:cxn modelId="{50ED7F28-A159-4D97-9FFA-54B65379D332}" srcId="{2B3B00AC-92DF-44FE-B86B-4FC53FEE7594}" destId="{8B0E5510-9E79-42F5-8950-952AC5C94CC0}" srcOrd="0" destOrd="0" parTransId="{DCB6F584-0C32-45DA-AB86-23250E319D59}" sibTransId="{813AB70B-96AF-40B7-819A-5D0F5C2F7DB1}"/>
    <dgm:cxn modelId="{B46DBC5D-1F28-467A-BD1A-9AC11FAFF3F9}" type="presOf" srcId="{9CE36683-360B-4C5D-AB5A-837EDB621559}" destId="{506E1F4B-8609-4868-B127-6DB5D347E5D6}" srcOrd="0" destOrd="2" presId="urn:microsoft.com/office/officeart/2017/3/layout/HorizontalPathTimeline"/>
    <dgm:cxn modelId="{8AF82660-1083-4A52-A64D-1218C51D2C1A}" srcId="{966B1683-61A7-492A-83C0-DE44817F68C4}" destId="{2B3B00AC-92DF-44FE-B86B-4FC53FEE7594}" srcOrd="0" destOrd="0" parTransId="{D75E48ED-0326-4A61-9256-7793A5E6D23D}" sibTransId="{FEB889FE-47A6-49B9-A238-19DE6F02C7C4}"/>
    <dgm:cxn modelId="{CC591947-197C-412E-88FC-13E1BF671888}" srcId="{0C264764-BD57-47FB-B731-02F3858F8CAA}" destId="{F6C2D378-B002-48B6-8B60-D1BFE750EAED}" srcOrd="0" destOrd="0" parTransId="{A4B3FC11-090F-454F-8CFE-97CA127F48D6}" sibTransId="{F597806E-DF83-4863-BA43-6F439F33CB39}"/>
    <dgm:cxn modelId="{C3E6145A-E5AB-4A92-92CB-06F19F0E310A}" srcId="{2B3B00AC-92DF-44FE-B86B-4FC53FEE7594}" destId="{9CE36683-360B-4C5D-AB5A-837EDB621559}" srcOrd="1" destOrd="0" parTransId="{7BBC9ACE-2A82-4575-9A36-F034261428B4}" sibTransId="{A651312F-B519-4CAF-ACFD-64DB0F5A924D}"/>
    <dgm:cxn modelId="{DD5EC480-587B-42F4-8E16-5A512C9839E5}" type="presOf" srcId="{94A70A33-2126-4CC2-A6D0-2515E077EF42}" destId="{8A64315D-D16E-4489-BF20-CE65BEF1949F}" srcOrd="0" destOrd="1" presId="urn:microsoft.com/office/officeart/2017/3/layout/HorizontalPathTimeline"/>
    <dgm:cxn modelId="{33425387-DDC6-4188-9980-045DD60BDAAB}" srcId="{EB09BACD-3FD9-4C99-99F5-22D37ED3D63D}" destId="{688E8F3C-3DBB-4E21-B409-3B42B6BC0A60}" srcOrd="0" destOrd="0" parTransId="{022B6DC6-8403-4EEB-AAF0-0A5ED76175B3}" sibTransId="{9EA6E762-9C6E-4237-B54F-1B6D3D67BA2E}"/>
    <dgm:cxn modelId="{6E0BCB98-815C-479B-B1AC-DCAB3CF437BE}" type="presOf" srcId="{ED915874-0556-4DE7-96D7-D91BABF85467}" destId="{2813CF06-C92D-4641-8F07-C925E967943A}" srcOrd="0" destOrd="0" presId="urn:microsoft.com/office/officeart/2017/3/layout/HorizontalPathTimeline"/>
    <dgm:cxn modelId="{2AB0C19E-1743-498E-9C86-F9BBB164B50E}" type="presOf" srcId="{E6ADF26B-807A-4AB2-9708-CB7DAEE09FB4}" destId="{3A3718BD-5740-4434-B8C7-F400192F0B2F}" srcOrd="0" destOrd="0" presId="urn:microsoft.com/office/officeart/2017/3/layout/HorizontalPathTimeline"/>
    <dgm:cxn modelId="{67B24FA3-1C8B-4997-876C-9C982191ADBD}" type="presOf" srcId="{0C264764-BD57-47FB-B731-02F3858F8CAA}" destId="{20046FBC-9711-411F-99F1-3A3A0C894645}" srcOrd="0" destOrd="0" presId="urn:microsoft.com/office/officeart/2017/3/layout/HorizontalPathTimeline"/>
    <dgm:cxn modelId="{C1851BA4-AA31-4C4F-B77C-A2B9C12CA2B9}" type="presOf" srcId="{966B1683-61A7-492A-83C0-DE44817F68C4}" destId="{CA70FD10-4B2F-4024-B9A4-93F5B9A6C93A}" srcOrd="0" destOrd="0" presId="urn:microsoft.com/office/officeart/2017/3/layout/HorizontalPathTimeline"/>
    <dgm:cxn modelId="{36AF05A6-9CC1-4CD5-8378-AE172EC3FF96}" type="presOf" srcId="{8B0E5510-9E79-42F5-8950-952AC5C94CC0}" destId="{506E1F4B-8609-4868-B127-6DB5D347E5D6}" srcOrd="0" destOrd="1" presId="urn:microsoft.com/office/officeart/2017/3/layout/HorizontalPathTimeline"/>
    <dgm:cxn modelId="{1C9EB4A7-5BC5-4524-9282-16CEB36F34A3}" type="presOf" srcId="{CF4ADA49-BABA-451E-8188-92FFAA61BF9C}" destId="{2774C82A-9E17-46D5-AD17-7F107D80FB32}" srcOrd="0" destOrd="0" presId="urn:microsoft.com/office/officeart/2017/3/layout/HorizontalPathTimeline"/>
    <dgm:cxn modelId="{EE47E6AE-044A-40A5-8510-01D78F0AC207}" type="presOf" srcId="{B47A5209-B3A4-4B49-96E2-D2E3DEFBDBCB}" destId="{98766EB7-AAE0-434A-914E-8BF14D766A86}" srcOrd="0" destOrd="0" presId="urn:microsoft.com/office/officeart/2017/3/layout/HorizontalPathTimeline"/>
    <dgm:cxn modelId="{E1FAEEC7-7B06-4447-9FE7-0AE77FFCC3BC}" type="presOf" srcId="{EB09BACD-3FD9-4C99-99F5-22D37ED3D63D}" destId="{79EC8B7E-7CC2-4F3F-B51E-DD489337477D}" srcOrd="0" destOrd="0" presId="urn:microsoft.com/office/officeart/2017/3/layout/HorizontalPathTimeline"/>
    <dgm:cxn modelId="{215673CE-C8A0-49B5-AC78-FF0F3D55A914}" type="presOf" srcId="{F6C2D378-B002-48B6-8B60-D1BFE750EAED}" destId="{1E394D0A-160A-41AB-A7DA-4A2EB5F2846D}" srcOrd="0" destOrd="0" presId="urn:microsoft.com/office/officeart/2017/3/layout/HorizontalPathTimeline"/>
    <dgm:cxn modelId="{A507ACCF-F8DE-410E-956C-7841C0EE5736}" srcId="{0C264764-BD57-47FB-B731-02F3858F8CAA}" destId="{966B1683-61A7-492A-83C0-DE44817F68C4}" srcOrd="2" destOrd="0" parTransId="{E690D676-4ABD-407E-813F-1BCE3893518D}" sibTransId="{5DEA40DD-6EE8-44C0-ACE2-B5DE6E4AF383}"/>
    <dgm:cxn modelId="{AC3B77D0-8F9F-4ECB-A965-4B1E58C11DEB}" srcId="{EB09BACD-3FD9-4C99-99F5-22D37ED3D63D}" destId="{94A70A33-2126-4CC2-A6D0-2515E077EF42}" srcOrd="1" destOrd="0" parTransId="{E8876239-A3CA-4B59-895F-8016F60F06C9}" sibTransId="{D59EF6B3-232E-4A41-A334-4A21EEFAB0B6}"/>
    <dgm:cxn modelId="{A88E31D1-B1F1-4034-BC3A-255CB6EAF019}" srcId="{D21D73BA-2C94-4D8E-8675-0D6260D640B6}" destId="{ED915874-0556-4DE7-96D7-D91BABF85467}" srcOrd="0" destOrd="0" parTransId="{6159A083-21E4-405E-84C6-DFAA61604C94}" sibTransId="{E7D6FCB0-F5C8-4A4B-9278-6D2F751B22ED}"/>
    <dgm:cxn modelId="{0B7ED7E1-31A2-462D-A955-3D18A5B211B3}" type="presOf" srcId="{A56B3416-5C10-4DBF-94B7-319F239028A2}" destId="{2813CF06-C92D-4641-8F07-C925E967943A}" srcOrd="0" destOrd="1" presId="urn:microsoft.com/office/officeart/2017/3/layout/HorizontalPathTimeline"/>
    <dgm:cxn modelId="{F10BF0ED-CD92-4BC0-9B47-971BA70E5056}" srcId="{0C264764-BD57-47FB-B731-02F3858F8CAA}" destId="{D21D73BA-2C94-4D8E-8675-0D6260D640B6}" srcOrd="3" destOrd="0" parTransId="{1A8CAC7E-7ABB-4546-A6AB-89D093C923DE}" sibTransId="{C4F3FB12-751F-4533-96A9-03F0CA9FAC94}"/>
    <dgm:cxn modelId="{B954D0FB-4063-4A51-9CED-0A7B0A31207A}" type="presOf" srcId="{2B3B00AC-92DF-44FE-B86B-4FC53FEE7594}" destId="{506E1F4B-8609-4868-B127-6DB5D347E5D6}" srcOrd="0" destOrd="0" presId="urn:microsoft.com/office/officeart/2017/3/layout/HorizontalPathTimeline"/>
    <dgm:cxn modelId="{C7B222FD-4F29-48AD-BCA6-92C540B92A31}" type="presOf" srcId="{688E8F3C-3DBB-4E21-B409-3B42B6BC0A60}" destId="{8A64315D-D16E-4489-BF20-CE65BEF1949F}" srcOrd="0" destOrd="0" presId="urn:microsoft.com/office/officeart/2017/3/layout/HorizontalPathTimeline"/>
    <dgm:cxn modelId="{E042B8C3-16B0-48A1-9865-0207FB2BA270}" type="presParOf" srcId="{20046FBC-9711-411F-99F1-3A3A0C894645}" destId="{72AF92B3-D71C-4E23-91BB-E58C8CCAA407}" srcOrd="0" destOrd="0" presId="urn:microsoft.com/office/officeart/2017/3/layout/HorizontalPathTimeline"/>
    <dgm:cxn modelId="{13AE742D-5E65-49E6-8E0E-AD7AD472B489}" type="presParOf" srcId="{20046FBC-9711-411F-99F1-3A3A0C894645}" destId="{69C5CDD6-867A-43E5-9F9F-7DAA5E9C3D5C}" srcOrd="1" destOrd="0" presId="urn:microsoft.com/office/officeart/2017/3/layout/HorizontalPathTimeline"/>
    <dgm:cxn modelId="{8F4DDBFE-0DF8-4A77-957E-05165C8A44C1}" type="presParOf" srcId="{69C5CDD6-867A-43E5-9F9F-7DAA5E9C3D5C}" destId="{8B2A4FE8-1336-477F-897E-5E361852DDD3}" srcOrd="0" destOrd="0" presId="urn:microsoft.com/office/officeart/2017/3/layout/HorizontalPathTimeline"/>
    <dgm:cxn modelId="{2B45C9B8-EF4B-46D9-9770-339190183904}" type="presParOf" srcId="{8B2A4FE8-1336-477F-897E-5E361852DDD3}" destId="{1E394D0A-160A-41AB-A7DA-4A2EB5F2846D}" srcOrd="0" destOrd="0" presId="urn:microsoft.com/office/officeart/2017/3/layout/HorizontalPathTimeline"/>
    <dgm:cxn modelId="{C6FE9FEA-93A5-4FE0-8205-DD783F243046}" type="presParOf" srcId="{8B2A4FE8-1336-477F-897E-5E361852DDD3}" destId="{ACC1C7E3-73CD-4C60-928D-64C8F5B3C823}" srcOrd="1" destOrd="0" presId="urn:microsoft.com/office/officeart/2017/3/layout/HorizontalPathTimeline"/>
    <dgm:cxn modelId="{ED74593D-609C-4962-9164-C2A9B56D6468}" type="presParOf" srcId="{ACC1C7E3-73CD-4C60-928D-64C8F5B3C823}" destId="{98766EB7-AAE0-434A-914E-8BF14D766A86}" srcOrd="0" destOrd="0" presId="urn:microsoft.com/office/officeart/2017/3/layout/HorizontalPathTimeline"/>
    <dgm:cxn modelId="{9045ECF5-134E-4167-9441-0A8005433423}" type="presParOf" srcId="{ACC1C7E3-73CD-4C60-928D-64C8F5B3C823}" destId="{4C98C8B7-F6AD-429D-9862-592B63C599F2}" srcOrd="1" destOrd="0" presId="urn:microsoft.com/office/officeart/2017/3/layout/HorizontalPathTimeline"/>
    <dgm:cxn modelId="{E7426E7D-4969-4452-8833-11F834E52F3D}" type="presParOf" srcId="{8B2A4FE8-1336-477F-897E-5E361852DDD3}" destId="{C9F59CD9-BEB9-4C8C-85A4-0974E55852C8}" srcOrd="2" destOrd="0" presId="urn:microsoft.com/office/officeart/2017/3/layout/HorizontalPathTimeline"/>
    <dgm:cxn modelId="{4B29B86F-D5A0-4414-9180-EC1C92E7293B}" type="presParOf" srcId="{8B2A4FE8-1336-477F-897E-5E361852DDD3}" destId="{4AE1E8A7-9AD3-4501-B0EA-3C938029565A}" srcOrd="3" destOrd="0" presId="urn:microsoft.com/office/officeart/2017/3/layout/HorizontalPathTimeline"/>
    <dgm:cxn modelId="{55952675-C355-4BD4-9EFE-056D899B17D8}" type="presParOf" srcId="{8B2A4FE8-1336-477F-897E-5E361852DDD3}" destId="{7F153224-156A-4291-8933-9CDCF8614320}" srcOrd="4" destOrd="0" presId="urn:microsoft.com/office/officeart/2017/3/layout/HorizontalPathTimeline"/>
    <dgm:cxn modelId="{A26DF251-4428-417C-973C-B83694A83597}" type="presParOf" srcId="{69C5CDD6-867A-43E5-9F9F-7DAA5E9C3D5C}" destId="{8F2741B6-E558-4972-9ACF-5B8FD1E00B42}" srcOrd="1" destOrd="0" presId="urn:microsoft.com/office/officeart/2017/3/layout/HorizontalPathTimeline"/>
    <dgm:cxn modelId="{93292C66-9DC0-4FF2-88E5-707A18A59492}" type="presParOf" srcId="{69C5CDD6-867A-43E5-9F9F-7DAA5E9C3D5C}" destId="{45576CCB-7CE9-4801-94B1-8D73A8278E2A}" srcOrd="2" destOrd="0" presId="urn:microsoft.com/office/officeart/2017/3/layout/HorizontalPathTimeline"/>
    <dgm:cxn modelId="{56EC0694-CB49-44F8-8542-8A45A81EE646}" type="presParOf" srcId="{45576CCB-7CE9-4801-94B1-8D73A8278E2A}" destId="{2774C82A-9E17-46D5-AD17-7F107D80FB32}" srcOrd="0" destOrd="0" presId="urn:microsoft.com/office/officeart/2017/3/layout/HorizontalPathTimeline"/>
    <dgm:cxn modelId="{FA42F72A-F294-47CA-BB21-B464DFCFB2BE}" type="presParOf" srcId="{45576CCB-7CE9-4801-94B1-8D73A8278E2A}" destId="{58FC1B2A-D738-4F0B-A3F2-F757DD8CCD03}" srcOrd="1" destOrd="0" presId="urn:microsoft.com/office/officeart/2017/3/layout/HorizontalPathTimeline"/>
    <dgm:cxn modelId="{3ECAD22A-08E6-408B-9166-6EFE299B9F9B}" type="presParOf" srcId="{58FC1B2A-D738-4F0B-A3F2-F757DD8CCD03}" destId="{3A3718BD-5740-4434-B8C7-F400192F0B2F}" srcOrd="0" destOrd="0" presId="urn:microsoft.com/office/officeart/2017/3/layout/HorizontalPathTimeline"/>
    <dgm:cxn modelId="{DECE5BF0-19BD-454B-83CE-9913EF96432A}" type="presParOf" srcId="{58FC1B2A-D738-4F0B-A3F2-F757DD8CCD03}" destId="{D7BD13CA-8C26-4973-AF74-AD87E4734BD8}" srcOrd="1" destOrd="0" presId="urn:microsoft.com/office/officeart/2017/3/layout/HorizontalPathTimeline"/>
    <dgm:cxn modelId="{DB1D2E5F-4229-41BA-92A1-22BFBA8FCB18}" type="presParOf" srcId="{45576CCB-7CE9-4801-94B1-8D73A8278E2A}" destId="{5DA65184-6B4E-4E60-85C5-C5081BD670A2}" srcOrd="2" destOrd="0" presId="urn:microsoft.com/office/officeart/2017/3/layout/HorizontalPathTimeline"/>
    <dgm:cxn modelId="{9BD0A28C-AE18-4E26-B753-9B6F0093F7CC}" type="presParOf" srcId="{45576CCB-7CE9-4801-94B1-8D73A8278E2A}" destId="{F515ABF1-8677-4851-B49F-7A12EDA7A181}" srcOrd="3" destOrd="0" presId="urn:microsoft.com/office/officeart/2017/3/layout/HorizontalPathTimeline"/>
    <dgm:cxn modelId="{2402B637-421D-4DEF-9D96-102BD53E04CC}" type="presParOf" srcId="{45576CCB-7CE9-4801-94B1-8D73A8278E2A}" destId="{F80BDF18-BD54-4B73-9E82-86CF9414716A}" srcOrd="4" destOrd="0" presId="urn:microsoft.com/office/officeart/2017/3/layout/HorizontalPathTimeline"/>
    <dgm:cxn modelId="{2CC297AB-F805-4F2B-93E9-6514F5B7D75C}" type="presParOf" srcId="{69C5CDD6-867A-43E5-9F9F-7DAA5E9C3D5C}" destId="{0F204017-A998-4A64-8A36-E8559307DE45}" srcOrd="3" destOrd="0" presId="urn:microsoft.com/office/officeart/2017/3/layout/HorizontalPathTimeline"/>
    <dgm:cxn modelId="{BB4D241F-C39F-4D66-8526-AEB16F5908CD}" type="presParOf" srcId="{69C5CDD6-867A-43E5-9F9F-7DAA5E9C3D5C}" destId="{3C766046-9E14-4914-AB5E-74CC257626F2}" srcOrd="4" destOrd="0" presId="urn:microsoft.com/office/officeart/2017/3/layout/HorizontalPathTimeline"/>
    <dgm:cxn modelId="{389241CB-F3F0-4E43-A2CF-3B4278B99986}" type="presParOf" srcId="{3C766046-9E14-4914-AB5E-74CC257626F2}" destId="{CA70FD10-4B2F-4024-B9A4-93F5B9A6C93A}" srcOrd="0" destOrd="0" presId="urn:microsoft.com/office/officeart/2017/3/layout/HorizontalPathTimeline"/>
    <dgm:cxn modelId="{A85B21F7-2931-4CF2-AFF4-797507551702}" type="presParOf" srcId="{3C766046-9E14-4914-AB5E-74CC257626F2}" destId="{3D6B886F-738A-4DF6-B05D-5EDEBDC77DC4}" srcOrd="1" destOrd="0" presId="urn:microsoft.com/office/officeart/2017/3/layout/HorizontalPathTimeline"/>
    <dgm:cxn modelId="{5C69C388-A7DC-49BD-BF1B-013253832952}" type="presParOf" srcId="{3D6B886F-738A-4DF6-B05D-5EDEBDC77DC4}" destId="{506E1F4B-8609-4868-B127-6DB5D347E5D6}" srcOrd="0" destOrd="0" presId="urn:microsoft.com/office/officeart/2017/3/layout/HorizontalPathTimeline"/>
    <dgm:cxn modelId="{E0AA6F8B-8642-4DA8-86EE-CE5092B1AC3F}" type="presParOf" srcId="{3D6B886F-738A-4DF6-B05D-5EDEBDC77DC4}" destId="{60BE18F1-9672-459B-8736-6D89FA8EE391}" srcOrd="1" destOrd="0" presId="urn:microsoft.com/office/officeart/2017/3/layout/HorizontalPathTimeline"/>
    <dgm:cxn modelId="{D59FEF77-6234-40E6-ACE0-686B36B19AD4}" type="presParOf" srcId="{3C766046-9E14-4914-AB5E-74CC257626F2}" destId="{F09B77CD-A485-4C52-97EC-30E12EFC4ABF}" srcOrd="2" destOrd="0" presId="urn:microsoft.com/office/officeart/2017/3/layout/HorizontalPathTimeline"/>
    <dgm:cxn modelId="{37115036-7AAC-4EA2-B4BE-994C402E6CA9}" type="presParOf" srcId="{3C766046-9E14-4914-AB5E-74CC257626F2}" destId="{2DECC735-7B58-4CAA-8919-D114A4FDBD83}" srcOrd="3" destOrd="0" presId="urn:microsoft.com/office/officeart/2017/3/layout/HorizontalPathTimeline"/>
    <dgm:cxn modelId="{F48A1E01-6BC4-48C0-BB0D-4FE1A9C1F27C}" type="presParOf" srcId="{3C766046-9E14-4914-AB5E-74CC257626F2}" destId="{C01E5BFE-4CAD-408F-ADBC-F8F900872520}" srcOrd="4" destOrd="0" presId="urn:microsoft.com/office/officeart/2017/3/layout/HorizontalPathTimeline"/>
    <dgm:cxn modelId="{9096D33E-4EB4-4E43-8A94-CAB39E6FFF60}" type="presParOf" srcId="{69C5CDD6-867A-43E5-9F9F-7DAA5E9C3D5C}" destId="{F9B52C8F-12D7-46FC-AE30-8233812E60A3}" srcOrd="5" destOrd="0" presId="urn:microsoft.com/office/officeart/2017/3/layout/HorizontalPathTimeline"/>
    <dgm:cxn modelId="{1DBF8029-BED6-485F-97CA-7CC326184BDA}" type="presParOf" srcId="{69C5CDD6-867A-43E5-9F9F-7DAA5E9C3D5C}" destId="{2E3BB733-26CD-4626-9C05-87719ECA751F}" srcOrd="6" destOrd="0" presId="urn:microsoft.com/office/officeart/2017/3/layout/HorizontalPathTimeline"/>
    <dgm:cxn modelId="{98E74FE2-EAE0-411D-9F00-06CE86B00670}" type="presParOf" srcId="{2E3BB733-26CD-4626-9C05-87719ECA751F}" destId="{A97B8E8B-C126-438B-B725-CCBDCB50472F}" srcOrd="0" destOrd="0" presId="urn:microsoft.com/office/officeart/2017/3/layout/HorizontalPathTimeline"/>
    <dgm:cxn modelId="{A7CD5A06-DE97-4DB1-BBC6-E90A895B9C7B}" type="presParOf" srcId="{2E3BB733-26CD-4626-9C05-87719ECA751F}" destId="{FC5C86CF-063C-4F9A-AAF2-99A4FB79253B}" srcOrd="1" destOrd="0" presId="urn:microsoft.com/office/officeart/2017/3/layout/HorizontalPathTimeline"/>
    <dgm:cxn modelId="{C2C9B759-AC4E-46E3-8F75-94E0C7F20854}" type="presParOf" srcId="{FC5C86CF-063C-4F9A-AAF2-99A4FB79253B}" destId="{2813CF06-C92D-4641-8F07-C925E967943A}" srcOrd="0" destOrd="0" presId="urn:microsoft.com/office/officeart/2017/3/layout/HorizontalPathTimeline"/>
    <dgm:cxn modelId="{958589C9-9B20-4B00-A474-2107E17BB4AE}" type="presParOf" srcId="{FC5C86CF-063C-4F9A-AAF2-99A4FB79253B}" destId="{FB846CCB-CBF8-4354-BAB0-10A52D44C43F}" srcOrd="1" destOrd="0" presId="urn:microsoft.com/office/officeart/2017/3/layout/HorizontalPathTimeline"/>
    <dgm:cxn modelId="{AC67ED5E-199E-44A2-B5D2-D5501B9C845F}" type="presParOf" srcId="{2E3BB733-26CD-4626-9C05-87719ECA751F}" destId="{0B6D4C85-A3D8-4503-A097-DD0648C3919D}" srcOrd="2" destOrd="0" presId="urn:microsoft.com/office/officeart/2017/3/layout/HorizontalPathTimeline"/>
    <dgm:cxn modelId="{FB6E4D7B-D8D4-4D60-A53A-161F2A12B0F1}" type="presParOf" srcId="{2E3BB733-26CD-4626-9C05-87719ECA751F}" destId="{43E07A81-50A3-49ED-9C8B-3120B57E7C05}" srcOrd="3" destOrd="0" presId="urn:microsoft.com/office/officeart/2017/3/layout/HorizontalPathTimeline"/>
    <dgm:cxn modelId="{3E8802A8-C5E0-4942-80E2-E35A6623C01D}" type="presParOf" srcId="{2E3BB733-26CD-4626-9C05-87719ECA751F}" destId="{EB3358AC-8BE6-4DEB-A03E-7314BBFD6537}" srcOrd="4" destOrd="0" presId="urn:microsoft.com/office/officeart/2017/3/layout/HorizontalPathTimeline"/>
    <dgm:cxn modelId="{1A4E67F1-9F74-4788-9356-17EFEF54543C}" type="presParOf" srcId="{69C5CDD6-867A-43E5-9F9F-7DAA5E9C3D5C}" destId="{02CAB939-BAE7-4A8D-8274-45DAEC498DB1}" srcOrd="7" destOrd="0" presId="urn:microsoft.com/office/officeart/2017/3/layout/HorizontalPathTimeline"/>
    <dgm:cxn modelId="{7F720633-1ADA-4C78-8697-73E68F96197B}" type="presParOf" srcId="{69C5CDD6-867A-43E5-9F9F-7DAA5E9C3D5C}" destId="{E5AEEC93-3D35-4093-B408-BD7A54A814BA}" srcOrd="8" destOrd="0" presId="urn:microsoft.com/office/officeart/2017/3/layout/HorizontalPathTimeline"/>
    <dgm:cxn modelId="{121FA349-413F-463C-8E0C-AB02C5EF4A3A}" type="presParOf" srcId="{E5AEEC93-3D35-4093-B408-BD7A54A814BA}" destId="{79EC8B7E-7CC2-4F3F-B51E-DD489337477D}" srcOrd="0" destOrd="0" presId="urn:microsoft.com/office/officeart/2017/3/layout/HorizontalPathTimeline"/>
    <dgm:cxn modelId="{D54D25FE-C8DC-46F5-9B4E-0DDDF57F0DC7}" type="presParOf" srcId="{E5AEEC93-3D35-4093-B408-BD7A54A814BA}" destId="{B6E57AE1-BBFD-45E5-AC26-068E541F3E46}" srcOrd="1" destOrd="0" presId="urn:microsoft.com/office/officeart/2017/3/layout/HorizontalPathTimeline"/>
    <dgm:cxn modelId="{69542A32-514E-4D7D-880C-F4EAEC982F57}" type="presParOf" srcId="{B6E57AE1-BBFD-45E5-AC26-068E541F3E46}" destId="{8A64315D-D16E-4489-BF20-CE65BEF1949F}" srcOrd="0" destOrd="0" presId="urn:microsoft.com/office/officeart/2017/3/layout/HorizontalPathTimeline"/>
    <dgm:cxn modelId="{D1A37366-C47F-4F52-A276-55F1E2E329B4}" type="presParOf" srcId="{B6E57AE1-BBFD-45E5-AC26-068E541F3E46}" destId="{37EADF94-1542-40E2-95EA-9B7493EA8427}" srcOrd="1" destOrd="0" presId="urn:microsoft.com/office/officeart/2017/3/layout/HorizontalPathTimeline"/>
    <dgm:cxn modelId="{6BF9AD7F-87DD-4D5B-9CE2-3FAB8669797E}" type="presParOf" srcId="{E5AEEC93-3D35-4093-B408-BD7A54A814BA}" destId="{99F034EF-1820-4B93-BC2B-D47284E5E62F}" srcOrd="2" destOrd="0" presId="urn:microsoft.com/office/officeart/2017/3/layout/HorizontalPathTimeline"/>
    <dgm:cxn modelId="{62A2F89F-AE7E-4F7F-A276-1701A70447F4}" type="presParOf" srcId="{E5AEEC93-3D35-4093-B408-BD7A54A814BA}" destId="{BD666211-651C-422F-B2E7-F04BB0E98EC1}" srcOrd="3" destOrd="0" presId="urn:microsoft.com/office/officeart/2017/3/layout/HorizontalPathTimeline"/>
    <dgm:cxn modelId="{12613BB5-0C3F-45B0-8247-6A1AA3FAD054}" type="presParOf" srcId="{E5AEEC93-3D35-4093-B408-BD7A54A814BA}" destId="{20715FAD-4B5B-4267-A8E8-35AE825A7187}"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15E6C37-E97B-41E7-ACD9-B167E7345CF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3749A29-4058-4217-9E97-BFDCE7DFF33B}">
      <dgm:prSet/>
      <dgm:spPr/>
      <dgm:t>
        <a:bodyPr/>
        <a:lstStyle/>
        <a:p>
          <a:pPr>
            <a:lnSpc>
              <a:spcPct val="100000"/>
            </a:lnSpc>
          </a:pPr>
          <a:r>
            <a:rPr lang="tr-TR" dirty="0"/>
            <a:t>Early proposals</a:t>
          </a:r>
          <a:endParaRPr lang="en-US" dirty="0"/>
        </a:p>
      </dgm:t>
    </dgm:pt>
    <dgm:pt modelId="{2A446928-7E13-421D-863A-03A6654A7522}" type="parTrans" cxnId="{CD11E0CA-39BD-4947-995B-DD860B466B9F}">
      <dgm:prSet/>
      <dgm:spPr/>
      <dgm:t>
        <a:bodyPr/>
        <a:lstStyle/>
        <a:p>
          <a:endParaRPr lang="en-US"/>
        </a:p>
      </dgm:t>
    </dgm:pt>
    <dgm:pt modelId="{76D6BC33-9FD0-4450-BD10-900E1DD243E6}" type="sibTrans" cxnId="{CD11E0CA-39BD-4947-995B-DD860B466B9F}">
      <dgm:prSet/>
      <dgm:spPr/>
      <dgm:t>
        <a:bodyPr/>
        <a:lstStyle/>
        <a:p>
          <a:endParaRPr lang="en-US"/>
        </a:p>
      </dgm:t>
    </dgm:pt>
    <dgm:pt modelId="{86BC348D-EB92-4B0C-B118-ABBE243323BD}">
      <dgm:prSet/>
      <dgm:spPr/>
      <dgm:t>
        <a:bodyPr/>
        <a:lstStyle/>
        <a:p>
          <a:pPr>
            <a:lnSpc>
              <a:spcPct val="100000"/>
            </a:lnSpc>
          </a:pPr>
          <a:r>
            <a:rPr lang="en-US" dirty="0"/>
            <a:t>Nakamoto combined several prior inventions</a:t>
          </a:r>
        </a:p>
      </dgm:t>
    </dgm:pt>
    <dgm:pt modelId="{4F13C17F-E9AB-4B70-9062-9232B3CB23CD}" type="parTrans" cxnId="{9C318FD4-ECCC-4306-A843-71AEF7F6D624}">
      <dgm:prSet/>
      <dgm:spPr/>
      <dgm:t>
        <a:bodyPr/>
        <a:lstStyle/>
        <a:p>
          <a:endParaRPr lang="tr-TR"/>
        </a:p>
      </dgm:t>
    </dgm:pt>
    <dgm:pt modelId="{AE7E0502-6AEF-4081-8D4C-BD68D2D6C28B}" type="sibTrans" cxnId="{9C318FD4-ECCC-4306-A843-71AEF7F6D624}">
      <dgm:prSet/>
      <dgm:spPr/>
      <dgm:t>
        <a:bodyPr/>
        <a:lstStyle/>
        <a:p>
          <a:endParaRPr lang="tr-TR"/>
        </a:p>
      </dgm:t>
    </dgm:pt>
    <dgm:pt modelId="{2331D0A7-FE58-4722-AD60-CEC974C593CB}">
      <dgm:prSet/>
      <dgm:spPr/>
      <dgm:t>
        <a:bodyPr/>
        <a:lstStyle/>
        <a:p>
          <a:pPr>
            <a:lnSpc>
              <a:spcPct val="100000"/>
            </a:lnSpc>
          </a:pPr>
          <a:r>
            <a:rPr lang="en-US" dirty="0"/>
            <a:t>to create a completely decentralized electronic cash system</a:t>
          </a:r>
        </a:p>
      </dgm:t>
    </dgm:pt>
    <dgm:pt modelId="{380DF80F-C8DD-461A-950F-51A782D54497}" type="parTrans" cxnId="{BFBFB78C-4F06-4F9D-891E-89DAAC9871E6}">
      <dgm:prSet/>
      <dgm:spPr/>
      <dgm:t>
        <a:bodyPr/>
        <a:lstStyle/>
        <a:p>
          <a:endParaRPr lang="tr-TR"/>
        </a:p>
      </dgm:t>
    </dgm:pt>
    <dgm:pt modelId="{FB8ABF46-A655-4857-B7A5-9EFC37D3117F}" type="sibTrans" cxnId="{BFBFB78C-4F06-4F9D-891E-89DAAC9871E6}">
      <dgm:prSet/>
      <dgm:spPr/>
      <dgm:t>
        <a:bodyPr/>
        <a:lstStyle/>
        <a:p>
          <a:endParaRPr lang="tr-TR"/>
        </a:p>
      </dgm:t>
    </dgm:pt>
    <dgm:pt modelId="{C569E406-B735-4463-BC6A-C8BFCB8A662D}">
      <dgm:prSet/>
      <dgm:spPr/>
      <dgm:t>
        <a:bodyPr/>
        <a:lstStyle/>
        <a:p>
          <a:pPr>
            <a:lnSpc>
              <a:spcPct val="100000"/>
            </a:lnSpc>
          </a:pPr>
          <a:r>
            <a:rPr lang="en-US" dirty="0"/>
            <a:t>b-money</a:t>
          </a:r>
          <a:r>
            <a:rPr lang="tr-TR" dirty="0"/>
            <a:t>, </a:t>
          </a:r>
          <a:r>
            <a:rPr lang="tr-TR" b="0" i="0" dirty="0"/>
            <a:t>1998, by computer scientist </a:t>
          </a:r>
          <a:r>
            <a:rPr lang="tr-TR" b="0" i="0" dirty="0">
              <a:hlinkClick xmlns:r="http://schemas.openxmlformats.org/officeDocument/2006/relationships" r:id="rId1"/>
            </a:rPr>
            <a:t>Wei Dai</a:t>
          </a:r>
          <a:endParaRPr lang="en-US" dirty="0"/>
        </a:p>
      </dgm:t>
    </dgm:pt>
    <dgm:pt modelId="{896AB0F9-796E-440F-9909-4F497986CF8E}" type="parTrans" cxnId="{C6BD0E26-4852-48F1-9CC5-124ADCB72C8C}">
      <dgm:prSet/>
      <dgm:spPr/>
      <dgm:t>
        <a:bodyPr/>
        <a:lstStyle/>
        <a:p>
          <a:endParaRPr lang="tr-TR"/>
        </a:p>
      </dgm:t>
    </dgm:pt>
    <dgm:pt modelId="{681DF265-AAA7-406C-B0C8-8A5FFBB5F92C}" type="sibTrans" cxnId="{C6BD0E26-4852-48F1-9CC5-124ADCB72C8C}">
      <dgm:prSet/>
      <dgm:spPr/>
      <dgm:t>
        <a:bodyPr/>
        <a:lstStyle/>
        <a:p>
          <a:endParaRPr lang="tr-TR"/>
        </a:p>
      </dgm:t>
    </dgm:pt>
    <dgm:pt modelId="{491B9299-3E8E-4491-8F5D-3BF0A479BF4E}">
      <dgm:prSet/>
      <dgm:spPr/>
      <dgm:t>
        <a:bodyPr/>
        <a:lstStyle/>
        <a:p>
          <a:pPr>
            <a:lnSpc>
              <a:spcPct val="100000"/>
            </a:lnSpc>
          </a:pPr>
          <a:r>
            <a:rPr lang="tr-TR" dirty="0"/>
            <a:t>Bitcoin combines earlier concepts</a:t>
          </a:r>
          <a:endParaRPr lang="en-US" dirty="0"/>
        </a:p>
      </dgm:t>
    </dgm:pt>
    <dgm:pt modelId="{8BCE810D-EC21-4A42-AF51-525F900ED007}" type="parTrans" cxnId="{DBC4C52D-DDC1-4BD5-8964-4664B9140B77}">
      <dgm:prSet/>
      <dgm:spPr/>
      <dgm:t>
        <a:bodyPr/>
        <a:lstStyle/>
        <a:p>
          <a:endParaRPr lang="tr-TR"/>
        </a:p>
      </dgm:t>
    </dgm:pt>
    <dgm:pt modelId="{4AD2C35F-4384-40E8-8E1F-1B8A316A76E1}" type="sibTrans" cxnId="{DBC4C52D-DDC1-4BD5-8964-4664B9140B77}">
      <dgm:prSet/>
      <dgm:spPr/>
      <dgm:t>
        <a:bodyPr/>
        <a:lstStyle/>
        <a:p>
          <a:endParaRPr lang="tr-TR"/>
        </a:p>
      </dgm:t>
    </dgm:pt>
    <dgm:pt modelId="{5A6D5111-820F-4EA0-B005-4393A9CFD2C4}">
      <dgm:prSet/>
      <dgm:spPr/>
      <dgm:t>
        <a:bodyPr/>
        <a:lstStyle/>
        <a:p>
          <a:pPr>
            <a:lnSpc>
              <a:spcPct val="100000"/>
            </a:lnSpc>
          </a:pPr>
          <a:r>
            <a:rPr lang="en-US" dirty="0" err="1"/>
            <a:t>HashCash</a:t>
          </a:r>
          <a:r>
            <a:rPr lang="tr-TR" dirty="0"/>
            <a:t>, 1997, </a:t>
          </a:r>
          <a:r>
            <a:rPr lang="tr-TR" b="0" i="0" dirty="0">
              <a:hlinkClick xmlns:r="http://schemas.openxmlformats.org/officeDocument/2006/relationships" r:id="rId2"/>
            </a:rPr>
            <a:t>Adam Back</a:t>
          </a:r>
          <a:endParaRPr lang="en-US" dirty="0"/>
        </a:p>
      </dgm:t>
    </dgm:pt>
    <dgm:pt modelId="{BD2A21EA-5F7A-4BBF-8109-18A8FC3D9CE7}" type="parTrans" cxnId="{FFC28E4C-F02B-4F07-968D-7919BA3495F3}">
      <dgm:prSet/>
      <dgm:spPr/>
      <dgm:t>
        <a:bodyPr/>
        <a:lstStyle/>
        <a:p>
          <a:endParaRPr lang="tr-TR"/>
        </a:p>
      </dgm:t>
    </dgm:pt>
    <dgm:pt modelId="{A719F5EB-3360-4128-894B-4D8186297E3D}" type="sibTrans" cxnId="{FFC28E4C-F02B-4F07-968D-7919BA3495F3}">
      <dgm:prSet/>
      <dgm:spPr/>
      <dgm:t>
        <a:bodyPr/>
        <a:lstStyle/>
        <a:p>
          <a:endParaRPr lang="tr-TR"/>
        </a:p>
      </dgm:t>
    </dgm:pt>
    <dgm:pt modelId="{5EA3BFAC-8E1B-4854-B0AB-540487948B83}" type="pres">
      <dgm:prSet presAssocID="{A15E6C37-E97B-41E7-ACD9-B167E7345CF3}" presName="root" presStyleCnt="0">
        <dgm:presLayoutVars>
          <dgm:dir/>
          <dgm:resizeHandles val="exact"/>
        </dgm:presLayoutVars>
      </dgm:prSet>
      <dgm:spPr/>
    </dgm:pt>
    <dgm:pt modelId="{E30C82CE-D8D0-4967-A09A-75AA9319F41B}" type="pres">
      <dgm:prSet presAssocID="{D3749A29-4058-4217-9E97-BFDCE7DFF33B}" presName="compNode" presStyleCnt="0"/>
      <dgm:spPr/>
    </dgm:pt>
    <dgm:pt modelId="{2D7226D0-4631-4245-852F-90045ACDC5B5}" type="pres">
      <dgm:prSet presAssocID="{D3749A29-4058-4217-9E97-BFDCE7DFF33B}" presName="bgRect" presStyleLbl="bgShp" presStyleIdx="0" presStyleCnt="2"/>
      <dgm:spPr/>
    </dgm:pt>
    <dgm:pt modelId="{09B859C9-4AC8-4053-84CD-B7488D2B429A}" type="pres">
      <dgm:prSet presAssocID="{D3749A29-4058-4217-9E97-BFDCE7DFF33B}" presName="iconRect" presStyleLbl="node1" presStyleIdx="0"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10A048C7-1764-42F3-BD08-93AF64A38D90}" type="pres">
      <dgm:prSet presAssocID="{D3749A29-4058-4217-9E97-BFDCE7DFF33B}" presName="spaceRect" presStyleCnt="0"/>
      <dgm:spPr/>
    </dgm:pt>
    <dgm:pt modelId="{A47BFF20-8A01-405A-A961-B6B6913EF2E5}" type="pres">
      <dgm:prSet presAssocID="{D3749A29-4058-4217-9E97-BFDCE7DFF33B}" presName="parTx" presStyleLbl="revTx" presStyleIdx="0" presStyleCnt="4">
        <dgm:presLayoutVars>
          <dgm:chMax val="0"/>
          <dgm:chPref val="0"/>
        </dgm:presLayoutVars>
      </dgm:prSet>
      <dgm:spPr/>
    </dgm:pt>
    <dgm:pt modelId="{9459BD8C-3C91-4377-9B5C-CB84FD98C2A6}" type="pres">
      <dgm:prSet presAssocID="{D3749A29-4058-4217-9E97-BFDCE7DFF33B}" presName="desTx" presStyleLbl="revTx" presStyleIdx="1" presStyleCnt="4">
        <dgm:presLayoutVars/>
      </dgm:prSet>
      <dgm:spPr/>
    </dgm:pt>
    <dgm:pt modelId="{41514811-8206-4CB4-A4FF-F917FC7349DC}" type="pres">
      <dgm:prSet presAssocID="{76D6BC33-9FD0-4450-BD10-900E1DD243E6}" presName="sibTrans" presStyleCnt="0"/>
      <dgm:spPr/>
    </dgm:pt>
    <dgm:pt modelId="{ED5B9FA1-F034-49E5-8F8E-C338FA0AB343}" type="pres">
      <dgm:prSet presAssocID="{491B9299-3E8E-4491-8F5D-3BF0A479BF4E}" presName="compNode" presStyleCnt="0"/>
      <dgm:spPr/>
    </dgm:pt>
    <dgm:pt modelId="{AD2D1F60-6507-4641-A4E8-5D310546D3E1}" type="pres">
      <dgm:prSet presAssocID="{491B9299-3E8E-4491-8F5D-3BF0A479BF4E}" presName="bgRect" presStyleLbl="bgShp" presStyleIdx="1" presStyleCnt="2"/>
      <dgm:spPr/>
    </dgm:pt>
    <dgm:pt modelId="{F3EDE056-FB1E-4064-8654-0F030B0A0C85}" type="pres">
      <dgm:prSet presAssocID="{491B9299-3E8E-4491-8F5D-3BF0A479BF4E}" presName="iconRect" presStyleLbl="node1" presStyleIdx="1" presStyleCnt="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05ECF0A8-E1EE-4416-BC98-C0DACD8FEC6A}" type="pres">
      <dgm:prSet presAssocID="{491B9299-3E8E-4491-8F5D-3BF0A479BF4E}" presName="spaceRect" presStyleCnt="0"/>
      <dgm:spPr/>
    </dgm:pt>
    <dgm:pt modelId="{E7F2F108-E76E-4579-A043-C58BCF7384C0}" type="pres">
      <dgm:prSet presAssocID="{491B9299-3E8E-4491-8F5D-3BF0A479BF4E}" presName="parTx" presStyleLbl="revTx" presStyleIdx="2" presStyleCnt="4">
        <dgm:presLayoutVars>
          <dgm:chMax val="0"/>
          <dgm:chPref val="0"/>
        </dgm:presLayoutVars>
      </dgm:prSet>
      <dgm:spPr/>
    </dgm:pt>
    <dgm:pt modelId="{D1C8446F-ADA4-4AD4-9BD2-1D0B7178413F}" type="pres">
      <dgm:prSet presAssocID="{491B9299-3E8E-4491-8F5D-3BF0A479BF4E}" presName="desTx" presStyleLbl="revTx" presStyleIdx="3" presStyleCnt="4">
        <dgm:presLayoutVars/>
      </dgm:prSet>
      <dgm:spPr/>
    </dgm:pt>
  </dgm:ptLst>
  <dgm:cxnLst>
    <dgm:cxn modelId="{C6BD0E26-4852-48F1-9CC5-124ADCB72C8C}" srcId="{D3749A29-4058-4217-9E97-BFDCE7DFF33B}" destId="{C569E406-B735-4463-BC6A-C8BFCB8A662D}" srcOrd="0" destOrd="0" parTransId="{896AB0F9-796E-440F-9909-4F497986CF8E}" sibTransId="{681DF265-AAA7-406C-B0C8-8A5FFBB5F92C}"/>
    <dgm:cxn modelId="{99AD2726-4174-4FDF-8D2A-F1DC2E827C8C}" type="presOf" srcId="{5A6D5111-820F-4EA0-B005-4393A9CFD2C4}" destId="{9459BD8C-3C91-4377-9B5C-CB84FD98C2A6}" srcOrd="0" destOrd="1" presId="urn:microsoft.com/office/officeart/2018/2/layout/IconVerticalSolidList"/>
    <dgm:cxn modelId="{DBC4C52D-DDC1-4BD5-8964-4664B9140B77}" srcId="{A15E6C37-E97B-41E7-ACD9-B167E7345CF3}" destId="{491B9299-3E8E-4491-8F5D-3BF0A479BF4E}" srcOrd="1" destOrd="0" parTransId="{8BCE810D-EC21-4A42-AF51-525F900ED007}" sibTransId="{4AD2C35F-4384-40E8-8E1F-1B8A316A76E1}"/>
    <dgm:cxn modelId="{815F123F-027B-4068-8A70-D7D337E3C999}" type="presOf" srcId="{C569E406-B735-4463-BC6A-C8BFCB8A662D}" destId="{9459BD8C-3C91-4377-9B5C-CB84FD98C2A6}" srcOrd="0" destOrd="0" presId="urn:microsoft.com/office/officeart/2018/2/layout/IconVerticalSolidList"/>
    <dgm:cxn modelId="{C121E363-C305-4887-A359-26C45656743A}" type="presOf" srcId="{A15E6C37-E97B-41E7-ACD9-B167E7345CF3}" destId="{5EA3BFAC-8E1B-4854-B0AB-540487948B83}" srcOrd="0" destOrd="0" presId="urn:microsoft.com/office/officeart/2018/2/layout/IconVerticalSolidList"/>
    <dgm:cxn modelId="{FFC28E4C-F02B-4F07-968D-7919BA3495F3}" srcId="{D3749A29-4058-4217-9E97-BFDCE7DFF33B}" destId="{5A6D5111-820F-4EA0-B005-4393A9CFD2C4}" srcOrd="1" destOrd="0" parTransId="{BD2A21EA-5F7A-4BBF-8109-18A8FC3D9CE7}" sibTransId="{A719F5EB-3360-4128-894B-4D8186297E3D}"/>
    <dgm:cxn modelId="{E70B6950-ED04-45D0-99DA-7F0307B00EEE}" type="presOf" srcId="{2331D0A7-FE58-4722-AD60-CEC974C593CB}" destId="{D1C8446F-ADA4-4AD4-9BD2-1D0B7178413F}" srcOrd="0" destOrd="1" presId="urn:microsoft.com/office/officeart/2018/2/layout/IconVerticalSolidList"/>
    <dgm:cxn modelId="{BFBFB78C-4F06-4F9D-891E-89DAAC9871E6}" srcId="{491B9299-3E8E-4491-8F5D-3BF0A479BF4E}" destId="{2331D0A7-FE58-4722-AD60-CEC974C593CB}" srcOrd="1" destOrd="0" parTransId="{380DF80F-C8DD-461A-950F-51A782D54497}" sibTransId="{FB8ABF46-A655-4857-B7A5-9EFC37D3117F}"/>
    <dgm:cxn modelId="{F1DE4D91-0880-441E-8958-37FB2CB54CE3}" type="presOf" srcId="{86BC348D-EB92-4B0C-B118-ABBE243323BD}" destId="{D1C8446F-ADA4-4AD4-9BD2-1D0B7178413F}" srcOrd="0" destOrd="0" presId="urn:microsoft.com/office/officeart/2018/2/layout/IconVerticalSolidList"/>
    <dgm:cxn modelId="{23D6FB9B-7694-4CCF-8DCB-9FEF9B0CDAF8}" type="presOf" srcId="{491B9299-3E8E-4491-8F5D-3BF0A479BF4E}" destId="{E7F2F108-E76E-4579-A043-C58BCF7384C0}" srcOrd="0" destOrd="0" presId="urn:microsoft.com/office/officeart/2018/2/layout/IconVerticalSolidList"/>
    <dgm:cxn modelId="{CD11E0CA-39BD-4947-995B-DD860B466B9F}" srcId="{A15E6C37-E97B-41E7-ACD9-B167E7345CF3}" destId="{D3749A29-4058-4217-9E97-BFDCE7DFF33B}" srcOrd="0" destOrd="0" parTransId="{2A446928-7E13-421D-863A-03A6654A7522}" sibTransId="{76D6BC33-9FD0-4450-BD10-900E1DD243E6}"/>
    <dgm:cxn modelId="{9C318FD4-ECCC-4306-A843-71AEF7F6D624}" srcId="{491B9299-3E8E-4491-8F5D-3BF0A479BF4E}" destId="{86BC348D-EB92-4B0C-B118-ABBE243323BD}" srcOrd="0" destOrd="0" parTransId="{4F13C17F-E9AB-4B70-9062-9232B3CB23CD}" sibTransId="{AE7E0502-6AEF-4081-8D4C-BD68D2D6C28B}"/>
    <dgm:cxn modelId="{235739F3-5FEE-4945-A2B7-F52CD4F6CEC3}" type="presOf" srcId="{D3749A29-4058-4217-9E97-BFDCE7DFF33B}" destId="{A47BFF20-8A01-405A-A961-B6B6913EF2E5}" srcOrd="0" destOrd="0" presId="urn:microsoft.com/office/officeart/2018/2/layout/IconVerticalSolidList"/>
    <dgm:cxn modelId="{E4E1DB4D-A2C3-4DF8-B989-1CB787919175}" type="presParOf" srcId="{5EA3BFAC-8E1B-4854-B0AB-540487948B83}" destId="{E30C82CE-D8D0-4967-A09A-75AA9319F41B}" srcOrd="0" destOrd="0" presId="urn:microsoft.com/office/officeart/2018/2/layout/IconVerticalSolidList"/>
    <dgm:cxn modelId="{B059D70B-49A2-4977-9D7A-27522B73A6E5}" type="presParOf" srcId="{E30C82CE-D8D0-4967-A09A-75AA9319F41B}" destId="{2D7226D0-4631-4245-852F-90045ACDC5B5}" srcOrd="0" destOrd="0" presId="urn:microsoft.com/office/officeart/2018/2/layout/IconVerticalSolidList"/>
    <dgm:cxn modelId="{17D9C3A5-F454-4167-A4C1-EB6C89D65E48}" type="presParOf" srcId="{E30C82CE-D8D0-4967-A09A-75AA9319F41B}" destId="{09B859C9-4AC8-4053-84CD-B7488D2B429A}" srcOrd="1" destOrd="0" presId="urn:microsoft.com/office/officeart/2018/2/layout/IconVerticalSolidList"/>
    <dgm:cxn modelId="{C2232E4F-FF32-40A4-A9AE-1C007FA4585D}" type="presParOf" srcId="{E30C82CE-D8D0-4967-A09A-75AA9319F41B}" destId="{10A048C7-1764-42F3-BD08-93AF64A38D90}" srcOrd="2" destOrd="0" presId="urn:microsoft.com/office/officeart/2018/2/layout/IconVerticalSolidList"/>
    <dgm:cxn modelId="{7EEBB62F-91F8-44B1-A6DF-636C81199EE3}" type="presParOf" srcId="{E30C82CE-D8D0-4967-A09A-75AA9319F41B}" destId="{A47BFF20-8A01-405A-A961-B6B6913EF2E5}" srcOrd="3" destOrd="0" presId="urn:microsoft.com/office/officeart/2018/2/layout/IconVerticalSolidList"/>
    <dgm:cxn modelId="{141F3E40-CFC0-4762-9A29-A447C014666D}" type="presParOf" srcId="{E30C82CE-D8D0-4967-A09A-75AA9319F41B}" destId="{9459BD8C-3C91-4377-9B5C-CB84FD98C2A6}" srcOrd="4" destOrd="0" presId="urn:microsoft.com/office/officeart/2018/2/layout/IconVerticalSolidList"/>
    <dgm:cxn modelId="{1A1ADE05-14E4-4541-A4AF-4D15174A5625}" type="presParOf" srcId="{5EA3BFAC-8E1B-4854-B0AB-540487948B83}" destId="{41514811-8206-4CB4-A4FF-F917FC7349DC}" srcOrd="1" destOrd="0" presId="urn:microsoft.com/office/officeart/2018/2/layout/IconVerticalSolidList"/>
    <dgm:cxn modelId="{3F637C28-1B25-470C-958D-EFA7DE3DE61D}" type="presParOf" srcId="{5EA3BFAC-8E1B-4854-B0AB-540487948B83}" destId="{ED5B9FA1-F034-49E5-8F8E-C338FA0AB343}" srcOrd="2" destOrd="0" presId="urn:microsoft.com/office/officeart/2018/2/layout/IconVerticalSolidList"/>
    <dgm:cxn modelId="{AD5DC498-7B7B-4318-BCC1-95480CA10CDE}" type="presParOf" srcId="{ED5B9FA1-F034-49E5-8F8E-C338FA0AB343}" destId="{AD2D1F60-6507-4641-A4E8-5D310546D3E1}" srcOrd="0" destOrd="0" presId="urn:microsoft.com/office/officeart/2018/2/layout/IconVerticalSolidList"/>
    <dgm:cxn modelId="{9900E54D-677D-43AB-AB2E-491369F90E0F}" type="presParOf" srcId="{ED5B9FA1-F034-49E5-8F8E-C338FA0AB343}" destId="{F3EDE056-FB1E-4064-8654-0F030B0A0C85}" srcOrd="1" destOrd="0" presId="urn:microsoft.com/office/officeart/2018/2/layout/IconVerticalSolidList"/>
    <dgm:cxn modelId="{053BBF43-290B-4D99-84BD-D088205A56D9}" type="presParOf" srcId="{ED5B9FA1-F034-49E5-8F8E-C338FA0AB343}" destId="{05ECF0A8-E1EE-4416-BC98-C0DACD8FEC6A}" srcOrd="2" destOrd="0" presId="urn:microsoft.com/office/officeart/2018/2/layout/IconVerticalSolidList"/>
    <dgm:cxn modelId="{C201B1B4-6C5C-4FD5-9E3F-B92575C1974A}" type="presParOf" srcId="{ED5B9FA1-F034-49E5-8F8E-C338FA0AB343}" destId="{E7F2F108-E76E-4579-A043-C58BCF7384C0}" srcOrd="3" destOrd="0" presId="urn:microsoft.com/office/officeart/2018/2/layout/IconVerticalSolidList"/>
    <dgm:cxn modelId="{06B87032-4934-4A01-A56E-0C713B1B228A}" type="presParOf" srcId="{ED5B9FA1-F034-49E5-8F8E-C338FA0AB343}" destId="{D1C8446F-ADA4-4AD4-9BD2-1D0B7178413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15E6C37-E97B-41E7-ACD9-B167E7345CF3}" type="doc">
      <dgm:prSet loTypeId="urn:microsoft.com/office/officeart/2005/8/layout/radial4" loCatId="relationship" qsTypeId="urn:microsoft.com/office/officeart/2005/8/quickstyle/simple5" qsCatId="simple" csTypeId="urn:microsoft.com/office/officeart/2005/8/colors/accent3_1" csCatId="accent3" phldr="1"/>
      <dgm:spPr/>
      <dgm:t>
        <a:bodyPr/>
        <a:lstStyle/>
        <a:p>
          <a:endParaRPr lang="en-US"/>
        </a:p>
      </dgm:t>
    </dgm:pt>
    <dgm:pt modelId="{1C1AC2F9-67B1-4F30-8B8D-B4BC00560085}">
      <dgm:prSet/>
      <dgm:spPr/>
      <dgm:t>
        <a:bodyPr/>
        <a:lstStyle/>
        <a:p>
          <a:r>
            <a:rPr lang="tr-TR" dirty="0"/>
            <a:t>10 Minutes rule</a:t>
          </a:r>
          <a:endParaRPr lang="en-US" dirty="0"/>
        </a:p>
      </dgm:t>
    </dgm:pt>
    <dgm:pt modelId="{76883864-12EA-4B93-AC43-635192BDC3EB}" type="parTrans" cxnId="{156706A4-C9D2-4DE6-8178-A595368B70E9}">
      <dgm:prSet/>
      <dgm:spPr/>
      <dgm:t>
        <a:bodyPr/>
        <a:lstStyle/>
        <a:p>
          <a:endParaRPr lang="en-US"/>
        </a:p>
      </dgm:t>
    </dgm:pt>
    <dgm:pt modelId="{F471677F-DE6F-424D-ACD8-5E1CF60DED75}" type="sibTrans" cxnId="{156706A4-C9D2-4DE6-8178-A595368B70E9}">
      <dgm:prSet/>
      <dgm:spPr/>
      <dgm:t>
        <a:bodyPr/>
        <a:lstStyle/>
        <a:p>
          <a:endParaRPr lang="en-US"/>
        </a:p>
      </dgm:t>
    </dgm:pt>
    <dgm:pt modelId="{DF5FF580-D821-4621-A21B-F549752ED5B6}">
      <dgm:prSet/>
      <dgm:spPr/>
      <dgm:t>
        <a:bodyPr/>
        <a:lstStyle/>
        <a:p>
          <a:r>
            <a:rPr lang="tr-TR" dirty="0"/>
            <a:t>No </a:t>
          </a:r>
          <a:r>
            <a:rPr lang="en-US" dirty="0"/>
            <a:t>double-spend</a:t>
          </a:r>
          <a:r>
            <a:rPr lang="tr-TR" dirty="0"/>
            <a:t>ing</a:t>
          </a:r>
          <a:endParaRPr lang="en-US" dirty="0"/>
        </a:p>
      </dgm:t>
    </dgm:pt>
    <dgm:pt modelId="{42BB6995-3B0B-48C4-80F5-D5E92681801C}" type="parTrans" cxnId="{D13DD3E9-1C0B-487D-BBB5-E91D094D0119}">
      <dgm:prSet/>
      <dgm:spPr/>
      <dgm:t>
        <a:bodyPr/>
        <a:lstStyle/>
        <a:p>
          <a:endParaRPr lang="en-US"/>
        </a:p>
      </dgm:t>
    </dgm:pt>
    <dgm:pt modelId="{2987E091-6D18-489F-B744-0DC4CE748C1B}" type="sibTrans" cxnId="{D13DD3E9-1C0B-487D-BBB5-E91D094D0119}">
      <dgm:prSet/>
      <dgm:spPr/>
      <dgm:t>
        <a:bodyPr/>
        <a:lstStyle/>
        <a:p>
          <a:endParaRPr lang="en-US"/>
        </a:p>
      </dgm:t>
    </dgm:pt>
    <dgm:pt modelId="{607459ED-2D62-4E20-B6ED-160E66D9BA13}">
      <dgm:prSet/>
      <dgm:spPr/>
      <dgm:t>
        <a:bodyPr/>
        <a:lstStyle/>
        <a:p>
          <a:r>
            <a:rPr lang="tr-TR" dirty="0" err="1"/>
            <a:t>Features</a:t>
          </a:r>
          <a:endParaRPr lang="en-US" dirty="0"/>
        </a:p>
      </dgm:t>
    </dgm:pt>
    <dgm:pt modelId="{DC200661-7278-4F7C-AC3F-6F6CCD4349E6}" type="parTrans" cxnId="{BD5332AA-D2CA-4728-BD4E-78BD4E00BF5F}">
      <dgm:prSet/>
      <dgm:spPr/>
      <dgm:t>
        <a:bodyPr/>
        <a:lstStyle/>
        <a:p>
          <a:endParaRPr lang="tr-TR"/>
        </a:p>
      </dgm:t>
    </dgm:pt>
    <dgm:pt modelId="{57855C71-3326-4819-9082-16F4A025216C}" type="sibTrans" cxnId="{BD5332AA-D2CA-4728-BD4E-78BD4E00BF5F}">
      <dgm:prSet/>
      <dgm:spPr/>
      <dgm:t>
        <a:bodyPr/>
        <a:lstStyle/>
        <a:p>
          <a:endParaRPr lang="tr-TR"/>
        </a:p>
      </dgm:t>
    </dgm:pt>
    <dgm:pt modelId="{15A95B31-7DFB-440F-B355-8BBDC0D5C6ED}">
      <dgm:prSet/>
      <dgm:spPr/>
      <dgm:t>
        <a:bodyPr/>
        <a:lstStyle/>
        <a:p>
          <a:r>
            <a:rPr lang="tr-TR" dirty="0"/>
            <a:t>Decentralized</a:t>
          </a:r>
          <a:endParaRPr lang="en-US" dirty="0"/>
        </a:p>
      </dgm:t>
    </dgm:pt>
    <dgm:pt modelId="{60B27718-8E20-4CFC-81B6-8929697A8E95}" type="parTrans" cxnId="{F53C091B-77A9-4D65-8F33-9BEC89B50D4A}">
      <dgm:prSet/>
      <dgm:spPr/>
      <dgm:t>
        <a:bodyPr/>
        <a:lstStyle/>
        <a:p>
          <a:endParaRPr lang="tr-TR"/>
        </a:p>
      </dgm:t>
    </dgm:pt>
    <dgm:pt modelId="{FDC791E6-492E-4272-9007-8755BE6C0223}" type="sibTrans" cxnId="{F53C091B-77A9-4D65-8F33-9BEC89B50D4A}">
      <dgm:prSet/>
      <dgm:spPr/>
      <dgm:t>
        <a:bodyPr/>
        <a:lstStyle/>
        <a:p>
          <a:endParaRPr lang="tr-TR"/>
        </a:p>
      </dgm:t>
    </dgm:pt>
    <dgm:pt modelId="{70BD9853-3FDF-49BA-A36B-CB0C088B41AF}">
      <dgm:prSet/>
      <dgm:spPr/>
      <dgm:t>
        <a:bodyPr/>
        <a:lstStyle/>
        <a:p>
          <a:r>
            <a:rPr lang="tr-TR" dirty="0"/>
            <a:t>Independent </a:t>
          </a:r>
          <a:endParaRPr lang="en-US" dirty="0"/>
        </a:p>
      </dgm:t>
    </dgm:pt>
    <dgm:pt modelId="{07991F43-5E7E-484E-885B-15DF17C4D49C}" type="parTrans" cxnId="{2937A300-3CDA-4A45-872C-789CCC823120}">
      <dgm:prSet/>
      <dgm:spPr/>
      <dgm:t>
        <a:bodyPr/>
        <a:lstStyle/>
        <a:p>
          <a:endParaRPr lang="tr-TR"/>
        </a:p>
      </dgm:t>
    </dgm:pt>
    <dgm:pt modelId="{A9792C09-5944-42B1-9C2C-907A9AEAF61A}" type="sibTrans" cxnId="{2937A300-3CDA-4A45-872C-789CCC823120}">
      <dgm:prSet/>
      <dgm:spPr/>
      <dgm:t>
        <a:bodyPr/>
        <a:lstStyle/>
        <a:p>
          <a:endParaRPr lang="tr-TR"/>
        </a:p>
      </dgm:t>
    </dgm:pt>
    <dgm:pt modelId="{52A1628F-EF53-48BA-BEC2-31BB963ED346}">
      <dgm:prSet/>
      <dgm:spPr/>
      <dgm:t>
        <a:bodyPr/>
        <a:lstStyle/>
        <a:p>
          <a:r>
            <a:rPr lang="tr-TR" dirty="0"/>
            <a:t>No authority</a:t>
          </a:r>
          <a:endParaRPr lang="en-US" dirty="0"/>
        </a:p>
      </dgm:t>
    </dgm:pt>
    <dgm:pt modelId="{BCBC668F-A117-4535-87B7-131E62DF9A7D}" type="parTrans" cxnId="{E33980B3-0248-4388-8329-5FF756A640CE}">
      <dgm:prSet/>
      <dgm:spPr/>
      <dgm:t>
        <a:bodyPr/>
        <a:lstStyle/>
        <a:p>
          <a:endParaRPr lang="tr-TR"/>
        </a:p>
      </dgm:t>
    </dgm:pt>
    <dgm:pt modelId="{3A18ADDC-8F6C-4D0E-8955-EC1B07108406}" type="sibTrans" cxnId="{E33980B3-0248-4388-8329-5FF756A640CE}">
      <dgm:prSet/>
      <dgm:spPr/>
      <dgm:t>
        <a:bodyPr/>
        <a:lstStyle/>
        <a:p>
          <a:endParaRPr lang="tr-TR"/>
        </a:p>
      </dgm:t>
    </dgm:pt>
    <dgm:pt modelId="{FF880567-1FFF-4521-953B-42D1CFAE34AC}">
      <dgm:prSet/>
      <dgm:spPr/>
      <dgm:t>
        <a:bodyPr/>
        <a:lstStyle/>
        <a:p>
          <a:r>
            <a:rPr lang="tr-TR" dirty="0"/>
            <a:t>Proof of Work</a:t>
          </a:r>
          <a:endParaRPr lang="en-US" dirty="0"/>
        </a:p>
      </dgm:t>
    </dgm:pt>
    <dgm:pt modelId="{327A9002-6621-4315-949B-703D03B21833}" type="parTrans" cxnId="{64F2F42F-AD05-4DDC-B7CB-D1F883D655D8}">
      <dgm:prSet/>
      <dgm:spPr/>
      <dgm:t>
        <a:bodyPr/>
        <a:lstStyle/>
        <a:p>
          <a:endParaRPr lang="tr-TR"/>
        </a:p>
      </dgm:t>
    </dgm:pt>
    <dgm:pt modelId="{AAE99CCF-F31E-4FA1-BB5D-CAE115C29815}" type="sibTrans" cxnId="{64F2F42F-AD05-4DDC-B7CB-D1F883D655D8}">
      <dgm:prSet/>
      <dgm:spPr/>
      <dgm:t>
        <a:bodyPr/>
        <a:lstStyle/>
        <a:p>
          <a:endParaRPr lang="tr-TR"/>
        </a:p>
      </dgm:t>
    </dgm:pt>
    <dgm:pt modelId="{8BBC4D3A-786C-4D25-9D3E-32F3510F74E3}">
      <dgm:prSet/>
      <dgm:spPr/>
      <dgm:t>
        <a:bodyPr/>
        <a:lstStyle/>
        <a:p>
          <a:r>
            <a:rPr lang="tr-TR" dirty="0"/>
            <a:t>Consensus</a:t>
          </a:r>
          <a:endParaRPr lang="en-US" dirty="0"/>
        </a:p>
      </dgm:t>
    </dgm:pt>
    <dgm:pt modelId="{6C913C19-83AB-4514-9AAE-9CA57C9F7A3C}" type="parTrans" cxnId="{12E7E0ED-E291-459F-B0A3-10E4E6F54890}">
      <dgm:prSet/>
      <dgm:spPr/>
      <dgm:t>
        <a:bodyPr/>
        <a:lstStyle/>
        <a:p>
          <a:endParaRPr lang="tr-TR"/>
        </a:p>
      </dgm:t>
    </dgm:pt>
    <dgm:pt modelId="{4B7C2D83-5170-4AC8-AF46-7633C28B76A4}" type="sibTrans" cxnId="{12E7E0ED-E291-459F-B0A3-10E4E6F54890}">
      <dgm:prSet/>
      <dgm:spPr/>
      <dgm:t>
        <a:bodyPr/>
        <a:lstStyle/>
        <a:p>
          <a:endParaRPr lang="tr-TR"/>
        </a:p>
      </dgm:t>
    </dgm:pt>
    <dgm:pt modelId="{D49EE713-787D-439D-900A-2C1A2ACB3113}" type="pres">
      <dgm:prSet presAssocID="{A15E6C37-E97B-41E7-ACD9-B167E7345CF3}" presName="cycle" presStyleCnt="0">
        <dgm:presLayoutVars>
          <dgm:chMax val="1"/>
          <dgm:dir/>
          <dgm:animLvl val="ctr"/>
          <dgm:resizeHandles val="exact"/>
        </dgm:presLayoutVars>
      </dgm:prSet>
      <dgm:spPr/>
    </dgm:pt>
    <dgm:pt modelId="{80176DE5-0F36-41A5-B284-FB014F73E9CE}" type="pres">
      <dgm:prSet presAssocID="{607459ED-2D62-4E20-B6ED-160E66D9BA13}" presName="centerShape" presStyleLbl="node0" presStyleIdx="0" presStyleCnt="1"/>
      <dgm:spPr/>
    </dgm:pt>
    <dgm:pt modelId="{177C8259-2C7D-42A3-A59E-D7583FDD060D}" type="pres">
      <dgm:prSet presAssocID="{60B27718-8E20-4CFC-81B6-8929697A8E95}" presName="parTrans" presStyleLbl="bgSibTrans2D1" presStyleIdx="0" presStyleCnt="7"/>
      <dgm:spPr/>
    </dgm:pt>
    <dgm:pt modelId="{A4EB350E-D00C-4DC9-8265-D6B84DBDD709}" type="pres">
      <dgm:prSet presAssocID="{15A95B31-7DFB-440F-B355-8BBDC0D5C6ED}" presName="node" presStyleLbl="node1" presStyleIdx="0" presStyleCnt="7">
        <dgm:presLayoutVars>
          <dgm:bulletEnabled val="1"/>
        </dgm:presLayoutVars>
      </dgm:prSet>
      <dgm:spPr/>
    </dgm:pt>
    <dgm:pt modelId="{9F843E2D-931A-4499-A3A9-595BDBF01D25}" type="pres">
      <dgm:prSet presAssocID="{07991F43-5E7E-484E-885B-15DF17C4D49C}" presName="parTrans" presStyleLbl="bgSibTrans2D1" presStyleIdx="1" presStyleCnt="7"/>
      <dgm:spPr/>
    </dgm:pt>
    <dgm:pt modelId="{03FDCE36-0231-4064-88CD-2FA1319951A7}" type="pres">
      <dgm:prSet presAssocID="{70BD9853-3FDF-49BA-A36B-CB0C088B41AF}" presName="node" presStyleLbl="node1" presStyleIdx="1" presStyleCnt="7">
        <dgm:presLayoutVars>
          <dgm:bulletEnabled val="1"/>
        </dgm:presLayoutVars>
      </dgm:prSet>
      <dgm:spPr/>
    </dgm:pt>
    <dgm:pt modelId="{DA9E00B5-0E3D-4922-B489-3D97BC74B282}" type="pres">
      <dgm:prSet presAssocID="{BCBC668F-A117-4535-87B7-131E62DF9A7D}" presName="parTrans" presStyleLbl="bgSibTrans2D1" presStyleIdx="2" presStyleCnt="7"/>
      <dgm:spPr/>
    </dgm:pt>
    <dgm:pt modelId="{11F4A934-156E-446C-B06B-0A2090DB1EF4}" type="pres">
      <dgm:prSet presAssocID="{52A1628F-EF53-48BA-BEC2-31BB963ED346}" presName="node" presStyleLbl="node1" presStyleIdx="2" presStyleCnt="7">
        <dgm:presLayoutVars>
          <dgm:bulletEnabled val="1"/>
        </dgm:presLayoutVars>
      </dgm:prSet>
      <dgm:spPr/>
    </dgm:pt>
    <dgm:pt modelId="{5EFAB0F0-B302-4929-B9D1-9F8CB3DA096F}" type="pres">
      <dgm:prSet presAssocID="{327A9002-6621-4315-949B-703D03B21833}" presName="parTrans" presStyleLbl="bgSibTrans2D1" presStyleIdx="3" presStyleCnt="7"/>
      <dgm:spPr/>
    </dgm:pt>
    <dgm:pt modelId="{25A82E39-04AB-4760-A754-6B520E92B4CB}" type="pres">
      <dgm:prSet presAssocID="{FF880567-1FFF-4521-953B-42D1CFAE34AC}" presName="node" presStyleLbl="node1" presStyleIdx="3" presStyleCnt="7">
        <dgm:presLayoutVars>
          <dgm:bulletEnabled val="1"/>
        </dgm:presLayoutVars>
      </dgm:prSet>
      <dgm:spPr/>
    </dgm:pt>
    <dgm:pt modelId="{81AD0B6B-A0BF-43BC-9CE7-C985090360E4}" type="pres">
      <dgm:prSet presAssocID="{6C913C19-83AB-4514-9AAE-9CA57C9F7A3C}" presName="parTrans" presStyleLbl="bgSibTrans2D1" presStyleIdx="4" presStyleCnt="7"/>
      <dgm:spPr/>
    </dgm:pt>
    <dgm:pt modelId="{601FB356-FDE7-4082-9D64-2321F87A983B}" type="pres">
      <dgm:prSet presAssocID="{8BBC4D3A-786C-4D25-9D3E-32F3510F74E3}" presName="node" presStyleLbl="node1" presStyleIdx="4" presStyleCnt="7">
        <dgm:presLayoutVars>
          <dgm:bulletEnabled val="1"/>
        </dgm:presLayoutVars>
      </dgm:prSet>
      <dgm:spPr/>
    </dgm:pt>
    <dgm:pt modelId="{2BF3B6A3-16F1-4059-A0D1-DA6A51D4702C}" type="pres">
      <dgm:prSet presAssocID="{76883864-12EA-4B93-AC43-635192BDC3EB}" presName="parTrans" presStyleLbl="bgSibTrans2D1" presStyleIdx="5" presStyleCnt="7"/>
      <dgm:spPr/>
    </dgm:pt>
    <dgm:pt modelId="{174DF2E9-5D5F-4E66-B4FC-911CE68F125D}" type="pres">
      <dgm:prSet presAssocID="{1C1AC2F9-67B1-4F30-8B8D-B4BC00560085}" presName="node" presStyleLbl="node1" presStyleIdx="5" presStyleCnt="7">
        <dgm:presLayoutVars>
          <dgm:bulletEnabled val="1"/>
        </dgm:presLayoutVars>
      </dgm:prSet>
      <dgm:spPr/>
    </dgm:pt>
    <dgm:pt modelId="{7638DCF9-42F6-4B2B-983D-837308F08CD7}" type="pres">
      <dgm:prSet presAssocID="{42BB6995-3B0B-48C4-80F5-D5E92681801C}" presName="parTrans" presStyleLbl="bgSibTrans2D1" presStyleIdx="6" presStyleCnt="7"/>
      <dgm:spPr/>
    </dgm:pt>
    <dgm:pt modelId="{81E9FC53-4AF2-48BF-A36F-4DDD0949C181}" type="pres">
      <dgm:prSet presAssocID="{DF5FF580-D821-4621-A21B-F549752ED5B6}" presName="node" presStyleLbl="node1" presStyleIdx="6" presStyleCnt="7">
        <dgm:presLayoutVars>
          <dgm:bulletEnabled val="1"/>
        </dgm:presLayoutVars>
      </dgm:prSet>
      <dgm:spPr/>
    </dgm:pt>
  </dgm:ptLst>
  <dgm:cxnLst>
    <dgm:cxn modelId="{2937A300-3CDA-4A45-872C-789CCC823120}" srcId="{607459ED-2D62-4E20-B6ED-160E66D9BA13}" destId="{70BD9853-3FDF-49BA-A36B-CB0C088B41AF}" srcOrd="1" destOrd="0" parTransId="{07991F43-5E7E-484E-885B-15DF17C4D49C}" sibTransId="{A9792C09-5944-42B1-9C2C-907A9AEAF61A}"/>
    <dgm:cxn modelId="{2FCDB402-47A8-4EB7-8387-E15F7E1B1DEC}" type="presOf" srcId="{76883864-12EA-4B93-AC43-635192BDC3EB}" destId="{2BF3B6A3-16F1-4059-A0D1-DA6A51D4702C}" srcOrd="0" destOrd="0" presId="urn:microsoft.com/office/officeart/2005/8/layout/radial4"/>
    <dgm:cxn modelId="{68485E05-9741-42D0-9114-10FDFA8362DE}" type="presOf" srcId="{BCBC668F-A117-4535-87B7-131E62DF9A7D}" destId="{DA9E00B5-0E3D-4922-B489-3D97BC74B282}" srcOrd="0" destOrd="0" presId="urn:microsoft.com/office/officeart/2005/8/layout/radial4"/>
    <dgm:cxn modelId="{5AB18F07-D509-4ED8-9137-72DAB03FCCAA}" type="presOf" srcId="{DF5FF580-D821-4621-A21B-F549752ED5B6}" destId="{81E9FC53-4AF2-48BF-A36F-4DDD0949C181}" srcOrd="0" destOrd="0" presId="urn:microsoft.com/office/officeart/2005/8/layout/radial4"/>
    <dgm:cxn modelId="{847C240E-A42A-44A1-B4DA-F19C78EEFFAD}" type="presOf" srcId="{07991F43-5E7E-484E-885B-15DF17C4D49C}" destId="{9F843E2D-931A-4499-A3A9-595BDBF01D25}" srcOrd="0" destOrd="0" presId="urn:microsoft.com/office/officeart/2005/8/layout/radial4"/>
    <dgm:cxn modelId="{F53C091B-77A9-4D65-8F33-9BEC89B50D4A}" srcId="{607459ED-2D62-4E20-B6ED-160E66D9BA13}" destId="{15A95B31-7DFB-440F-B355-8BBDC0D5C6ED}" srcOrd="0" destOrd="0" parTransId="{60B27718-8E20-4CFC-81B6-8929697A8E95}" sibTransId="{FDC791E6-492E-4272-9007-8755BE6C0223}"/>
    <dgm:cxn modelId="{A6CC541C-77D4-41E7-94BF-38F0E7D9DBE1}" type="presOf" srcId="{FF880567-1FFF-4521-953B-42D1CFAE34AC}" destId="{25A82E39-04AB-4760-A754-6B520E92B4CB}" srcOrd="0" destOrd="0" presId="urn:microsoft.com/office/officeart/2005/8/layout/radial4"/>
    <dgm:cxn modelId="{9C44E823-09A8-43A2-888B-52EA86CA1940}" type="presOf" srcId="{607459ED-2D62-4E20-B6ED-160E66D9BA13}" destId="{80176DE5-0F36-41A5-B284-FB014F73E9CE}" srcOrd="0" destOrd="0" presId="urn:microsoft.com/office/officeart/2005/8/layout/radial4"/>
    <dgm:cxn modelId="{64F2F42F-AD05-4DDC-B7CB-D1F883D655D8}" srcId="{607459ED-2D62-4E20-B6ED-160E66D9BA13}" destId="{FF880567-1FFF-4521-953B-42D1CFAE34AC}" srcOrd="3" destOrd="0" parTransId="{327A9002-6621-4315-949B-703D03B21833}" sibTransId="{AAE99CCF-F31E-4FA1-BB5D-CAE115C29815}"/>
    <dgm:cxn modelId="{2648FB3B-3EF8-4E92-85C7-61802E89A23C}" type="presOf" srcId="{70BD9853-3FDF-49BA-A36B-CB0C088B41AF}" destId="{03FDCE36-0231-4064-88CD-2FA1319951A7}" srcOrd="0" destOrd="0" presId="urn:microsoft.com/office/officeart/2005/8/layout/radial4"/>
    <dgm:cxn modelId="{E6FAFC66-9440-42FD-859B-8D0089DF0819}" type="presOf" srcId="{A15E6C37-E97B-41E7-ACD9-B167E7345CF3}" destId="{D49EE713-787D-439D-900A-2C1A2ACB3113}" srcOrd="0" destOrd="0" presId="urn:microsoft.com/office/officeart/2005/8/layout/radial4"/>
    <dgm:cxn modelId="{E65FFF52-60C0-4A97-9DD4-77EB9D1F518C}" type="presOf" srcId="{52A1628F-EF53-48BA-BEC2-31BB963ED346}" destId="{11F4A934-156E-446C-B06B-0A2090DB1EF4}" srcOrd="0" destOrd="0" presId="urn:microsoft.com/office/officeart/2005/8/layout/radial4"/>
    <dgm:cxn modelId="{2838BF56-00F7-4D7B-AEB4-A08FCCD6960D}" type="presOf" srcId="{1C1AC2F9-67B1-4F30-8B8D-B4BC00560085}" destId="{174DF2E9-5D5F-4E66-B4FC-911CE68F125D}" srcOrd="0" destOrd="0" presId="urn:microsoft.com/office/officeart/2005/8/layout/radial4"/>
    <dgm:cxn modelId="{8666FC7C-F4D1-45D7-8444-AD10474F823F}" type="presOf" srcId="{60B27718-8E20-4CFC-81B6-8929697A8E95}" destId="{177C8259-2C7D-42A3-A59E-D7583FDD060D}" srcOrd="0" destOrd="0" presId="urn:microsoft.com/office/officeart/2005/8/layout/radial4"/>
    <dgm:cxn modelId="{28F1FA98-C0C0-4185-A4CC-E978371127E7}" type="presOf" srcId="{42BB6995-3B0B-48C4-80F5-D5E92681801C}" destId="{7638DCF9-42F6-4B2B-983D-837308F08CD7}" srcOrd="0" destOrd="0" presId="urn:microsoft.com/office/officeart/2005/8/layout/radial4"/>
    <dgm:cxn modelId="{156706A4-C9D2-4DE6-8178-A595368B70E9}" srcId="{607459ED-2D62-4E20-B6ED-160E66D9BA13}" destId="{1C1AC2F9-67B1-4F30-8B8D-B4BC00560085}" srcOrd="5" destOrd="0" parTransId="{76883864-12EA-4B93-AC43-635192BDC3EB}" sibTransId="{F471677F-DE6F-424D-ACD8-5E1CF60DED75}"/>
    <dgm:cxn modelId="{BD5332AA-D2CA-4728-BD4E-78BD4E00BF5F}" srcId="{A15E6C37-E97B-41E7-ACD9-B167E7345CF3}" destId="{607459ED-2D62-4E20-B6ED-160E66D9BA13}" srcOrd="0" destOrd="0" parTransId="{DC200661-7278-4F7C-AC3F-6F6CCD4349E6}" sibTransId="{57855C71-3326-4819-9082-16F4A025216C}"/>
    <dgm:cxn modelId="{E33980B3-0248-4388-8329-5FF756A640CE}" srcId="{607459ED-2D62-4E20-B6ED-160E66D9BA13}" destId="{52A1628F-EF53-48BA-BEC2-31BB963ED346}" srcOrd="2" destOrd="0" parTransId="{BCBC668F-A117-4535-87B7-131E62DF9A7D}" sibTransId="{3A18ADDC-8F6C-4D0E-8955-EC1B07108406}"/>
    <dgm:cxn modelId="{79963AB4-2613-4E68-B3BE-DDB45532CD47}" type="presOf" srcId="{6C913C19-83AB-4514-9AAE-9CA57C9F7A3C}" destId="{81AD0B6B-A0BF-43BC-9CE7-C985090360E4}" srcOrd="0" destOrd="0" presId="urn:microsoft.com/office/officeart/2005/8/layout/radial4"/>
    <dgm:cxn modelId="{2B29DDBD-3E2B-46C9-ABF8-74F204D4B7B8}" type="presOf" srcId="{8BBC4D3A-786C-4D25-9D3E-32F3510F74E3}" destId="{601FB356-FDE7-4082-9D64-2321F87A983B}" srcOrd="0" destOrd="0" presId="urn:microsoft.com/office/officeart/2005/8/layout/radial4"/>
    <dgm:cxn modelId="{CB945BDA-398D-444C-BC0A-9B9D9B15E583}" type="presOf" srcId="{15A95B31-7DFB-440F-B355-8BBDC0D5C6ED}" destId="{A4EB350E-D00C-4DC9-8265-D6B84DBDD709}" srcOrd="0" destOrd="0" presId="urn:microsoft.com/office/officeart/2005/8/layout/radial4"/>
    <dgm:cxn modelId="{7CC0A0E5-41EC-4316-92DF-4E5EBCEF7A9D}" type="presOf" srcId="{327A9002-6621-4315-949B-703D03B21833}" destId="{5EFAB0F0-B302-4929-B9D1-9F8CB3DA096F}" srcOrd="0" destOrd="0" presId="urn:microsoft.com/office/officeart/2005/8/layout/radial4"/>
    <dgm:cxn modelId="{D13DD3E9-1C0B-487D-BBB5-E91D094D0119}" srcId="{607459ED-2D62-4E20-B6ED-160E66D9BA13}" destId="{DF5FF580-D821-4621-A21B-F549752ED5B6}" srcOrd="6" destOrd="0" parTransId="{42BB6995-3B0B-48C4-80F5-D5E92681801C}" sibTransId="{2987E091-6D18-489F-B744-0DC4CE748C1B}"/>
    <dgm:cxn modelId="{12E7E0ED-E291-459F-B0A3-10E4E6F54890}" srcId="{607459ED-2D62-4E20-B6ED-160E66D9BA13}" destId="{8BBC4D3A-786C-4D25-9D3E-32F3510F74E3}" srcOrd="4" destOrd="0" parTransId="{6C913C19-83AB-4514-9AAE-9CA57C9F7A3C}" sibTransId="{4B7C2D83-5170-4AC8-AF46-7633C28B76A4}"/>
    <dgm:cxn modelId="{CC985E5F-301A-4619-B21D-4CF61C5F237E}" type="presParOf" srcId="{D49EE713-787D-439D-900A-2C1A2ACB3113}" destId="{80176DE5-0F36-41A5-B284-FB014F73E9CE}" srcOrd="0" destOrd="0" presId="urn:microsoft.com/office/officeart/2005/8/layout/radial4"/>
    <dgm:cxn modelId="{5924C924-F0AC-4E8E-93B0-10D3B6707162}" type="presParOf" srcId="{D49EE713-787D-439D-900A-2C1A2ACB3113}" destId="{177C8259-2C7D-42A3-A59E-D7583FDD060D}" srcOrd="1" destOrd="0" presId="urn:microsoft.com/office/officeart/2005/8/layout/radial4"/>
    <dgm:cxn modelId="{DF2E67EA-4397-4FB9-85A6-F42CBCB68EAD}" type="presParOf" srcId="{D49EE713-787D-439D-900A-2C1A2ACB3113}" destId="{A4EB350E-D00C-4DC9-8265-D6B84DBDD709}" srcOrd="2" destOrd="0" presId="urn:microsoft.com/office/officeart/2005/8/layout/radial4"/>
    <dgm:cxn modelId="{4B3B6B1D-EF76-403D-A2CA-720CFB1724D4}" type="presParOf" srcId="{D49EE713-787D-439D-900A-2C1A2ACB3113}" destId="{9F843E2D-931A-4499-A3A9-595BDBF01D25}" srcOrd="3" destOrd="0" presId="urn:microsoft.com/office/officeart/2005/8/layout/radial4"/>
    <dgm:cxn modelId="{31A06254-0A39-4C5C-B28E-4D6FEBA81269}" type="presParOf" srcId="{D49EE713-787D-439D-900A-2C1A2ACB3113}" destId="{03FDCE36-0231-4064-88CD-2FA1319951A7}" srcOrd="4" destOrd="0" presId="urn:microsoft.com/office/officeart/2005/8/layout/radial4"/>
    <dgm:cxn modelId="{3F362727-2C07-4B3D-AC2D-7C9413B2D700}" type="presParOf" srcId="{D49EE713-787D-439D-900A-2C1A2ACB3113}" destId="{DA9E00B5-0E3D-4922-B489-3D97BC74B282}" srcOrd="5" destOrd="0" presId="urn:microsoft.com/office/officeart/2005/8/layout/radial4"/>
    <dgm:cxn modelId="{D082E46B-5C51-4A7C-A73A-1BB88C789FA1}" type="presParOf" srcId="{D49EE713-787D-439D-900A-2C1A2ACB3113}" destId="{11F4A934-156E-446C-B06B-0A2090DB1EF4}" srcOrd="6" destOrd="0" presId="urn:microsoft.com/office/officeart/2005/8/layout/radial4"/>
    <dgm:cxn modelId="{1C0A0606-69D3-4C92-8F66-5DF79D3599D1}" type="presParOf" srcId="{D49EE713-787D-439D-900A-2C1A2ACB3113}" destId="{5EFAB0F0-B302-4929-B9D1-9F8CB3DA096F}" srcOrd="7" destOrd="0" presId="urn:microsoft.com/office/officeart/2005/8/layout/radial4"/>
    <dgm:cxn modelId="{2F6EF0A9-8BE7-4885-8700-2E8D516445AC}" type="presParOf" srcId="{D49EE713-787D-439D-900A-2C1A2ACB3113}" destId="{25A82E39-04AB-4760-A754-6B520E92B4CB}" srcOrd="8" destOrd="0" presId="urn:microsoft.com/office/officeart/2005/8/layout/radial4"/>
    <dgm:cxn modelId="{D3EAEB77-EAC0-47E7-81CF-FC9958ACFF00}" type="presParOf" srcId="{D49EE713-787D-439D-900A-2C1A2ACB3113}" destId="{81AD0B6B-A0BF-43BC-9CE7-C985090360E4}" srcOrd="9" destOrd="0" presId="urn:microsoft.com/office/officeart/2005/8/layout/radial4"/>
    <dgm:cxn modelId="{488C0FFD-8107-4855-B8FB-BAA5D07471BF}" type="presParOf" srcId="{D49EE713-787D-439D-900A-2C1A2ACB3113}" destId="{601FB356-FDE7-4082-9D64-2321F87A983B}" srcOrd="10" destOrd="0" presId="urn:microsoft.com/office/officeart/2005/8/layout/radial4"/>
    <dgm:cxn modelId="{7539B4A0-4B9A-4E7F-BC9F-4B8D2563077E}" type="presParOf" srcId="{D49EE713-787D-439D-900A-2C1A2ACB3113}" destId="{2BF3B6A3-16F1-4059-A0D1-DA6A51D4702C}" srcOrd="11" destOrd="0" presId="urn:microsoft.com/office/officeart/2005/8/layout/radial4"/>
    <dgm:cxn modelId="{E3FF22C6-5261-4F6B-A1F0-1A6C683F9F85}" type="presParOf" srcId="{D49EE713-787D-439D-900A-2C1A2ACB3113}" destId="{174DF2E9-5D5F-4E66-B4FC-911CE68F125D}" srcOrd="12" destOrd="0" presId="urn:microsoft.com/office/officeart/2005/8/layout/radial4"/>
    <dgm:cxn modelId="{0C46CEB0-74BD-49F5-A2AA-B72D369C686B}" type="presParOf" srcId="{D49EE713-787D-439D-900A-2C1A2ACB3113}" destId="{7638DCF9-42F6-4B2B-983D-837308F08CD7}" srcOrd="13" destOrd="0" presId="urn:microsoft.com/office/officeart/2005/8/layout/radial4"/>
    <dgm:cxn modelId="{8EA092C6-19F7-42D4-BD26-9DB0496ABCEC}" type="presParOf" srcId="{D49EE713-787D-439D-900A-2C1A2ACB3113}" destId="{81E9FC53-4AF2-48BF-A36F-4DDD0949C181}" srcOrd="1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A2F26FA-2D3F-409A-8DFF-6DB00B8D8693}"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9EAE66E-4A30-4261-BA50-F9CDA61E0160}">
      <dgm:prSet/>
      <dgm:spPr/>
      <dgm:t>
        <a:bodyPr/>
        <a:lstStyle/>
        <a:p>
          <a:pPr>
            <a:lnSpc>
              <a:spcPct val="100000"/>
            </a:lnSpc>
            <a:defRPr b="1"/>
          </a:pPr>
          <a:r>
            <a:rPr lang="tr-TR"/>
            <a:t>Who is behind Bitcoin?</a:t>
          </a:r>
          <a:endParaRPr lang="en-US"/>
        </a:p>
      </dgm:t>
    </dgm:pt>
    <dgm:pt modelId="{C665A216-8827-4727-8F62-D8160A099DA8}" type="parTrans" cxnId="{89DEE77F-6A7B-4018-9D2C-14D6E60B2D5C}">
      <dgm:prSet/>
      <dgm:spPr/>
      <dgm:t>
        <a:bodyPr/>
        <a:lstStyle/>
        <a:p>
          <a:endParaRPr lang="en-US"/>
        </a:p>
      </dgm:t>
    </dgm:pt>
    <dgm:pt modelId="{B0DBCC43-F500-4CDD-A610-628406BA03AD}" type="sibTrans" cxnId="{89DEE77F-6A7B-4018-9D2C-14D6E60B2D5C}">
      <dgm:prSet/>
      <dgm:spPr/>
      <dgm:t>
        <a:bodyPr/>
        <a:lstStyle/>
        <a:p>
          <a:endParaRPr lang="en-US"/>
        </a:p>
      </dgm:t>
    </dgm:pt>
    <dgm:pt modelId="{E80AC359-54F7-42B5-9CFA-9D40B73174D0}">
      <dgm:prSet/>
      <dgm:spPr/>
      <dgm:t>
        <a:bodyPr/>
        <a:lstStyle/>
        <a:p>
          <a:pPr>
            <a:lnSpc>
              <a:spcPct val="100000"/>
            </a:lnSpc>
            <a:defRPr b="1"/>
          </a:pPr>
          <a:r>
            <a:rPr lang="en-US"/>
            <a:t>The identity</a:t>
          </a:r>
        </a:p>
      </dgm:t>
    </dgm:pt>
    <dgm:pt modelId="{FCDB0D0F-BEB2-41F6-B2B1-1BA4341589A4}" type="parTrans" cxnId="{0C4E4CDC-6ADD-4807-A183-58B0639460C9}">
      <dgm:prSet/>
      <dgm:spPr/>
      <dgm:t>
        <a:bodyPr/>
        <a:lstStyle/>
        <a:p>
          <a:endParaRPr lang="tr-TR"/>
        </a:p>
      </dgm:t>
    </dgm:pt>
    <dgm:pt modelId="{DAD0D450-82C1-4F3F-B52A-A6C3773F8F00}" type="sibTrans" cxnId="{0C4E4CDC-6ADD-4807-A183-58B0639460C9}">
      <dgm:prSet/>
      <dgm:spPr/>
      <dgm:t>
        <a:bodyPr/>
        <a:lstStyle/>
        <a:p>
          <a:endParaRPr lang="tr-TR"/>
        </a:p>
      </dgm:t>
    </dgm:pt>
    <dgm:pt modelId="{34290CB4-1B8C-42B3-86AB-B093DD4965D4}">
      <dgm:prSet/>
      <dgm:spPr/>
      <dgm:t>
        <a:bodyPr/>
        <a:lstStyle/>
        <a:p>
          <a:pPr>
            <a:lnSpc>
              <a:spcPct val="100000"/>
            </a:lnSpc>
          </a:pPr>
          <a:r>
            <a:rPr lang="tr-TR"/>
            <a:t>Still </a:t>
          </a:r>
          <a:r>
            <a:rPr lang="tr-TR" dirty="0"/>
            <a:t>unknown</a:t>
          </a:r>
          <a:endParaRPr lang="en-US" dirty="0"/>
        </a:p>
      </dgm:t>
    </dgm:pt>
    <dgm:pt modelId="{AC993798-2AFE-4602-A596-6A476D1D4BF8}" type="parTrans" cxnId="{C0860CD2-F43B-44E2-BD7B-C7E2EE00F9F5}">
      <dgm:prSet/>
      <dgm:spPr/>
      <dgm:t>
        <a:bodyPr/>
        <a:lstStyle/>
        <a:p>
          <a:endParaRPr lang="tr-TR"/>
        </a:p>
      </dgm:t>
    </dgm:pt>
    <dgm:pt modelId="{06599DB6-7478-4214-AD43-C679440ED028}" type="sibTrans" cxnId="{C0860CD2-F43B-44E2-BD7B-C7E2EE00F9F5}">
      <dgm:prSet/>
      <dgm:spPr/>
      <dgm:t>
        <a:bodyPr/>
        <a:lstStyle/>
        <a:p>
          <a:endParaRPr lang="tr-TR"/>
        </a:p>
      </dgm:t>
    </dgm:pt>
    <dgm:pt modelId="{0FF7FD21-5308-4886-90B5-E136F52BC88E}">
      <dgm:prSet/>
      <dgm:spPr/>
      <dgm:t>
        <a:bodyPr/>
        <a:lstStyle/>
        <a:p>
          <a:pPr>
            <a:lnSpc>
              <a:spcPct val="100000"/>
            </a:lnSpc>
          </a:pPr>
          <a:r>
            <a:rPr lang="en-US" dirty="0"/>
            <a:t>the person</a:t>
          </a:r>
        </a:p>
      </dgm:t>
    </dgm:pt>
    <dgm:pt modelId="{06C257C9-412E-4433-BD3B-152741CF7F67}" type="parTrans" cxnId="{54D82EE8-3EC8-4ED0-97E0-D788D15D98C1}">
      <dgm:prSet/>
      <dgm:spPr/>
      <dgm:t>
        <a:bodyPr/>
        <a:lstStyle/>
        <a:p>
          <a:endParaRPr lang="tr-TR"/>
        </a:p>
      </dgm:t>
    </dgm:pt>
    <dgm:pt modelId="{77968C4C-20A9-434A-8FF9-A883218BB6EF}" type="sibTrans" cxnId="{54D82EE8-3EC8-4ED0-97E0-D788D15D98C1}">
      <dgm:prSet/>
      <dgm:spPr/>
      <dgm:t>
        <a:bodyPr/>
        <a:lstStyle/>
        <a:p>
          <a:endParaRPr lang="tr-TR"/>
        </a:p>
      </dgm:t>
    </dgm:pt>
    <dgm:pt modelId="{A766D9F2-2BB1-4A64-AE7C-3E814E0C8997}">
      <dgm:prSet/>
      <dgm:spPr/>
      <dgm:t>
        <a:bodyPr/>
        <a:lstStyle/>
        <a:p>
          <a:pPr>
            <a:lnSpc>
              <a:spcPct val="100000"/>
            </a:lnSpc>
          </a:pPr>
          <a:r>
            <a:rPr lang="en-US" dirty="0"/>
            <a:t>people</a:t>
          </a:r>
        </a:p>
      </dgm:t>
    </dgm:pt>
    <dgm:pt modelId="{E903CDAF-ABF1-4856-87F8-60FEB8462AAB}" type="parTrans" cxnId="{3F105B90-3B93-4310-ABD7-3394F6509C85}">
      <dgm:prSet/>
      <dgm:spPr/>
      <dgm:t>
        <a:bodyPr/>
        <a:lstStyle/>
        <a:p>
          <a:endParaRPr lang="tr-TR"/>
        </a:p>
      </dgm:t>
    </dgm:pt>
    <dgm:pt modelId="{F058A111-AEF2-49DB-A872-4BEC5DCF269A}" type="sibTrans" cxnId="{3F105B90-3B93-4310-ABD7-3394F6509C85}">
      <dgm:prSet/>
      <dgm:spPr/>
      <dgm:t>
        <a:bodyPr/>
        <a:lstStyle/>
        <a:p>
          <a:endParaRPr lang="tr-TR"/>
        </a:p>
      </dgm:t>
    </dgm:pt>
    <dgm:pt modelId="{9BB77AFA-7A4E-41B7-B049-320EC19AA288}" type="pres">
      <dgm:prSet presAssocID="{4A2F26FA-2D3F-409A-8DFF-6DB00B8D8693}" presName="root" presStyleCnt="0">
        <dgm:presLayoutVars>
          <dgm:dir/>
          <dgm:resizeHandles val="exact"/>
        </dgm:presLayoutVars>
      </dgm:prSet>
      <dgm:spPr/>
    </dgm:pt>
    <dgm:pt modelId="{33BF265D-D9E8-4505-8598-D23197DBD0EB}" type="pres">
      <dgm:prSet presAssocID="{09EAE66E-4A30-4261-BA50-F9CDA61E0160}" presName="compNode" presStyleCnt="0"/>
      <dgm:spPr/>
    </dgm:pt>
    <dgm:pt modelId="{30A2DF53-97CD-4080-BBEE-7FB223F73305}" type="pres">
      <dgm:prSet presAssocID="{09EAE66E-4A30-4261-BA50-F9CDA61E016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9539F277-13B6-4403-ADFC-F33E891C7216}" type="pres">
      <dgm:prSet presAssocID="{09EAE66E-4A30-4261-BA50-F9CDA61E0160}" presName="iconSpace" presStyleCnt="0"/>
      <dgm:spPr/>
    </dgm:pt>
    <dgm:pt modelId="{923774BA-B712-44DD-B028-435757D0B63A}" type="pres">
      <dgm:prSet presAssocID="{09EAE66E-4A30-4261-BA50-F9CDA61E0160}" presName="parTx" presStyleLbl="revTx" presStyleIdx="0" presStyleCnt="4">
        <dgm:presLayoutVars>
          <dgm:chMax val="0"/>
          <dgm:chPref val="0"/>
        </dgm:presLayoutVars>
      </dgm:prSet>
      <dgm:spPr/>
    </dgm:pt>
    <dgm:pt modelId="{1E5102EE-9F64-428F-9B90-4EC06D16E47C}" type="pres">
      <dgm:prSet presAssocID="{09EAE66E-4A30-4261-BA50-F9CDA61E0160}" presName="txSpace" presStyleCnt="0"/>
      <dgm:spPr/>
    </dgm:pt>
    <dgm:pt modelId="{0707EDAC-25E7-433A-A1CA-2700BE7CE91D}" type="pres">
      <dgm:prSet presAssocID="{09EAE66E-4A30-4261-BA50-F9CDA61E0160}" presName="desTx" presStyleLbl="revTx" presStyleIdx="1" presStyleCnt="4">
        <dgm:presLayoutVars/>
      </dgm:prSet>
      <dgm:spPr/>
    </dgm:pt>
    <dgm:pt modelId="{7729AD14-02F9-4053-A16E-7FC8CDB772A7}" type="pres">
      <dgm:prSet presAssocID="{B0DBCC43-F500-4CDD-A610-628406BA03AD}" presName="sibTrans" presStyleCnt="0"/>
      <dgm:spPr/>
    </dgm:pt>
    <dgm:pt modelId="{E5C619CA-7000-4E74-9B93-CAFBB7B49344}" type="pres">
      <dgm:prSet presAssocID="{E80AC359-54F7-42B5-9CFA-9D40B73174D0}" presName="compNode" presStyleCnt="0"/>
      <dgm:spPr/>
    </dgm:pt>
    <dgm:pt modelId="{CCA55BFF-4E3B-4D56-9222-366F6E64612A}" type="pres">
      <dgm:prSet presAssocID="{E80AC359-54F7-42B5-9CFA-9D40B73174D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follow"/>
        </a:ext>
      </dgm:extLst>
    </dgm:pt>
    <dgm:pt modelId="{FDC59454-CF6F-4529-86C5-281B138F2454}" type="pres">
      <dgm:prSet presAssocID="{E80AC359-54F7-42B5-9CFA-9D40B73174D0}" presName="iconSpace" presStyleCnt="0"/>
      <dgm:spPr/>
    </dgm:pt>
    <dgm:pt modelId="{84DAC9D8-E2C3-4259-970A-BE96105F918D}" type="pres">
      <dgm:prSet presAssocID="{E80AC359-54F7-42B5-9CFA-9D40B73174D0}" presName="parTx" presStyleLbl="revTx" presStyleIdx="2" presStyleCnt="4">
        <dgm:presLayoutVars>
          <dgm:chMax val="0"/>
          <dgm:chPref val="0"/>
        </dgm:presLayoutVars>
      </dgm:prSet>
      <dgm:spPr/>
    </dgm:pt>
    <dgm:pt modelId="{D0768F20-C8E1-4559-B800-65BEC48C6B81}" type="pres">
      <dgm:prSet presAssocID="{E80AC359-54F7-42B5-9CFA-9D40B73174D0}" presName="txSpace" presStyleCnt="0"/>
      <dgm:spPr/>
    </dgm:pt>
    <dgm:pt modelId="{56B54C5A-6CA1-4B21-BB68-4D950CD8519C}" type="pres">
      <dgm:prSet presAssocID="{E80AC359-54F7-42B5-9CFA-9D40B73174D0}" presName="desTx" presStyleLbl="revTx" presStyleIdx="3" presStyleCnt="4">
        <dgm:presLayoutVars/>
      </dgm:prSet>
      <dgm:spPr/>
    </dgm:pt>
  </dgm:ptLst>
  <dgm:cxnLst>
    <dgm:cxn modelId="{89DEE77F-6A7B-4018-9D2C-14D6E60B2D5C}" srcId="{4A2F26FA-2D3F-409A-8DFF-6DB00B8D8693}" destId="{09EAE66E-4A30-4261-BA50-F9CDA61E0160}" srcOrd="0" destOrd="0" parTransId="{C665A216-8827-4727-8F62-D8160A099DA8}" sibTransId="{B0DBCC43-F500-4CDD-A610-628406BA03AD}"/>
    <dgm:cxn modelId="{09EF7383-68B5-48AC-89EE-D6F0E356844B}" type="presOf" srcId="{4A2F26FA-2D3F-409A-8DFF-6DB00B8D8693}" destId="{9BB77AFA-7A4E-41B7-B049-320EC19AA288}" srcOrd="0" destOrd="0" presId="urn:microsoft.com/office/officeart/2018/5/layout/CenteredIconLabelDescriptionList"/>
    <dgm:cxn modelId="{3F105B90-3B93-4310-ABD7-3394F6509C85}" srcId="{E80AC359-54F7-42B5-9CFA-9D40B73174D0}" destId="{A766D9F2-2BB1-4A64-AE7C-3E814E0C8997}" srcOrd="1" destOrd="0" parTransId="{E903CDAF-ABF1-4856-87F8-60FEB8462AAB}" sibTransId="{F058A111-AEF2-49DB-A872-4BEC5DCF269A}"/>
    <dgm:cxn modelId="{10106BA3-E24E-4035-BAFB-AEB6F69196BF}" type="presOf" srcId="{34290CB4-1B8C-42B3-86AB-B093DD4965D4}" destId="{0707EDAC-25E7-433A-A1CA-2700BE7CE91D}" srcOrd="0" destOrd="0" presId="urn:microsoft.com/office/officeart/2018/5/layout/CenteredIconLabelDescriptionList"/>
    <dgm:cxn modelId="{2EB8CDA6-3412-40A0-B909-99A4FB0BB730}" type="presOf" srcId="{A766D9F2-2BB1-4A64-AE7C-3E814E0C8997}" destId="{56B54C5A-6CA1-4B21-BB68-4D950CD8519C}" srcOrd="0" destOrd="1" presId="urn:microsoft.com/office/officeart/2018/5/layout/CenteredIconLabelDescriptionList"/>
    <dgm:cxn modelId="{F96FD0CC-93EA-4A8C-9DD4-8A2C0037C6AD}" type="presOf" srcId="{E80AC359-54F7-42B5-9CFA-9D40B73174D0}" destId="{84DAC9D8-E2C3-4259-970A-BE96105F918D}" srcOrd="0" destOrd="0" presId="urn:microsoft.com/office/officeart/2018/5/layout/CenteredIconLabelDescriptionList"/>
    <dgm:cxn modelId="{C0860CD2-F43B-44E2-BD7B-C7E2EE00F9F5}" srcId="{09EAE66E-4A30-4261-BA50-F9CDA61E0160}" destId="{34290CB4-1B8C-42B3-86AB-B093DD4965D4}" srcOrd="0" destOrd="0" parTransId="{AC993798-2AFE-4602-A596-6A476D1D4BF8}" sibTransId="{06599DB6-7478-4214-AD43-C679440ED028}"/>
    <dgm:cxn modelId="{0C4E4CDC-6ADD-4807-A183-58B0639460C9}" srcId="{4A2F26FA-2D3F-409A-8DFF-6DB00B8D8693}" destId="{E80AC359-54F7-42B5-9CFA-9D40B73174D0}" srcOrd="1" destOrd="0" parTransId="{FCDB0D0F-BEB2-41F6-B2B1-1BA4341589A4}" sibTransId="{DAD0D450-82C1-4F3F-B52A-A6C3773F8F00}"/>
    <dgm:cxn modelId="{DBD642E0-A445-4A23-A043-3B234A4CF76B}" type="presOf" srcId="{0FF7FD21-5308-4886-90B5-E136F52BC88E}" destId="{56B54C5A-6CA1-4B21-BB68-4D950CD8519C}" srcOrd="0" destOrd="0" presId="urn:microsoft.com/office/officeart/2018/5/layout/CenteredIconLabelDescriptionList"/>
    <dgm:cxn modelId="{54D82EE8-3EC8-4ED0-97E0-D788D15D98C1}" srcId="{E80AC359-54F7-42B5-9CFA-9D40B73174D0}" destId="{0FF7FD21-5308-4886-90B5-E136F52BC88E}" srcOrd="0" destOrd="0" parTransId="{06C257C9-412E-4433-BD3B-152741CF7F67}" sibTransId="{77968C4C-20A9-434A-8FF9-A883218BB6EF}"/>
    <dgm:cxn modelId="{F12188F5-30DE-4038-BBDA-14AF74A3D5D8}" type="presOf" srcId="{09EAE66E-4A30-4261-BA50-F9CDA61E0160}" destId="{923774BA-B712-44DD-B028-435757D0B63A}" srcOrd="0" destOrd="0" presId="urn:microsoft.com/office/officeart/2018/5/layout/CenteredIconLabelDescriptionList"/>
    <dgm:cxn modelId="{0FAC9798-EFB3-4EB2-9612-443E33AAEF04}" type="presParOf" srcId="{9BB77AFA-7A4E-41B7-B049-320EC19AA288}" destId="{33BF265D-D9E8-4505-8598-D23197DBD0EB}" srcOrd="0" destOrd="0" presId="urn:microsoft.com/office/officeart/2018/5/layout/CenteredIconLabelDescriptionList"/>
    <dgm:cxn modelId="{B8C75077-2BB9-4386-837F-D8607F079AEA}" type="presParOf" srcId="{33BF265D-D9E8-4505-8598-D23197DBD0EB}" destId="{30A2DF53-97CD-4080-BBEE-7FB223F73305}" srcOrd="0" destOrd="0" presId="urn:microsoft.com/office/officeart/2018/5/layout/CenteredIconLabelDescriptionList"/>
    <dgm:cxn modelId="{2941355B-0A28-43F2-B589-57CE6E40CBC2}" type="presParOf" srcId="{33BF265D-D9E8-4505-8598-D23197DBD0EB}" destId="{9539F277-13B6-4403-ADFC-F33E891C7216}" srcOrd="1" destOrd="0" presId="urn:microsoft.com/office/officeart/2018/5/layout/CenteredIconLabelDescriptionList"/>
    <dgm:cxn modelId="{092A6095-9D30-47EF-948C-9CE1BAABE9F5}" type="presParOf" srcId="{33BF265D-D9E8-4505-8598-D23197DBD0EB}" destId="{923774BA-B712-44DD-B028-435757D0B63A}" srcOrd="2" destOrd="0" presId="urn:microsoft.com/office/officeart/2018/5/layout/CenteredIconLabelDescriptionList"/>
    <dgm:cxn modelId="{0EED2893-B0ED-472C-AD38-3FCD7DDA76C7}" type="presParOf" srcId="{33BF265D-D9E8-4505-8598-D23197DBD0EB}" destId="{1E5102EE-9F64-428F-9B90-4EC06D16E47C}" srcOrd="3" destOrd="0" presId="urn:microsoft.com/office/officeart/2018/5/layout/CenteredIconLabelDescriptionList"/>
    <dgm:cxn modelId="{DF3B6109-3FA0-41FD-9B41-A4EAC587EFEC}" type="presParOf" srcId="{33BF265D-D9E8-4505-8598-D23197DBD0EB}" destId="{0707EDAC-25E7-433A-A1CA-2700BE7CE91D}" srcOrd="4" destOrd="0" presId="urn:microsoft.com/office/officeart/2018/5/layout/CenteredIconLabelDescriptionList"/>
    <dgm:cxn modelId="{867BD980-9D8E-43B6-B742-3AE3380DB144}" type="presParOf" srcId="{9BB77AFA-7A4E-41B7-B049-320EC19AA288}" destId="{7729AD14-02F9-4053-A16E-7FC8CDB772A7}" srcOrd="1" destOrd="0" presId="urn:microsoft.com/office/officeart/2018/5/layout/CenteredIconLabelDescriptionList"/>
    <dgm:cxn modelId="{0E98D605-57F8-43E0-89BF-1C7B701B9AE1}" type="presParOf" srcId="{9BB77AFA-7A4E-41B7-B049-320EC19AA288}" destId="{E5C619CA-7000-4E74-9B93-CAFBB7B49344}" srcOrd="2" destOrd="0" presId="urn:microsoft.com/office/officeart/2018/5/layout/CenteredIconLabelDescriptionList"/>
    <dgm:cxn modelId="{052ED7D9-3017-4F17-BF62-5D8AB3D95FED}" type="presParOf" srcId="{E5C619CA-7000-4E74-9B93-CAFBB7B49344}" destId="{CCA55BFF-4E3B-4D56-9222-366F6E64612A}" srcOrd="0" destOrd="0" presId="urn:microsoft.com/office/officeart/2018/5/layout/CenteredIconLabelDescriptionList"/>
    <dgm:cxn modelId="{008E1D9D-0D59-4CFD-911B-B1FE7F1F7136}" type="presParOf" srcId="{E5C619CA-7000-4E74-9B93-CAFBB7B49344}" destId="{FDC59454-CF6F-4529-86C5-281B138F2454}" srcOrd="1" destOrd="0" presId="urn:microsoft.com/office/officeart/2018/5/layout/CenteredIconLabelDescriptionList"/>
    <dgm:cxn modelId="{A4D88E1C-FE49-4DC8-A684-EE84FA53BB1F}" type="presParOf" srcId="{E5C619CA-7000-4E74-9B93-CAFBB7B49344}" destId="{84DAC9D8-E2C3-4259-970A-BE96105F918D}" srcOrd="2" destOrd="0" presId="urn:microsoft.com/office/officeart/2018/5/layout/CenteredIconLabelDescriptionList"/>
    <dgm:cxn modelId="{1F42EFAA-8A58-4581-AD93-B862B201C59C}" type="presParOf" srcId="{E5C619CA-7000-4E74-9B93-CAFBB7B49344}" destId="{D0768F20-C8E1-4559-B800-65BEC48C6B81}" srcOrd="3" destOrd="0" presId="urn:microsoft.com/office/officeart/2018/5/layout/CenteredIconLabelDescriptionList"/>
    <dgm:cxn modelId="{AE136D0D-A8F9-4EF4-9935-0782E4C2912B}" type="presParOf" srcId="{E5C619CA-7000-4E74-9B93-CAFBB7B49344}" destId="{56B54C5A-6CA1-4B21-BB68-4D950CD8519C}" srcOrd="4" destOrd="0" presId="urn:microsoft.com/office/officeart/2018/5/layout/CenteredIconLabelDescrip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A2F26FA-2D3F-409A-8DFF-6DB00B8D8693}" type="doc">
      <dgm:prSet loTypeId="urn:microsoft.com/office/officeart/2018/5/layout/CenteredIconLabelDescription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2C94F703-8338-40EB-BD81-3AD250677B85}">
      <dgm:prSet/>
      <dgm:spPr/>
      <dgm:t>
        <a:bodyPr/>
        <a:lstStyle/>
        <a:p>
          <a:pPr>
            <a:lnSpc>
              <a:spcPct val="100000"/>
            </a:lnSpc>
            <a:defRPr b="1"/>
          </a:pPr>
          <a:r>
            <a:rPr lang="tr-TR"/>
            <a:t>No control over Bitcoin</a:t>
          </a:r>
          <a:endParaRPr lang="en-US"/>
        </a:p>
      </dgm:t>
    </dgm:pt>
    <dgm:pt modelId="{7FF5671D-8A9F-440C-B903-FFE9346195A6}" type="parTrans" cxnId="{33A806A3-45DB-4C23-B348-03AD77D087C4}">
      <dgm:prSet/>
      <dgm:spPr/>
      <dgm:t>
        <a:bodyPr/>
        <a:lstStyle/>
        <a:p>
          <a:endParaRPr lang="en-US"/>
        </a:p>
      </dgm:t>
    </dgm:pt>
    <dgm:pt modelId="{9DB0BFF6-F789-4BD6-8375-B900F2794C21}" type="sibTrans" cxnId="{33A806A3-45DB-4C23-B348-03AD77D087C4}">
      <dgm:prSet/>
      <dgm:spPr/>
      <dgm:t>
        <a:bodyPr/>
        <a:lstStyle/>
        <a:p>
          <a:endParaRPr lang="en-US"/>
        </a:p>
      </dgm:t>
    </dgm:pt>
    <dgm:pt modelId="{6523D549-9AB1-4FF2-A600-C7FD667FCFB0}">
      <dgm:prSet/>
      <dgm:spPr/>
      <dgm:t>
        <a:bodyPr/>
        <a:lstStyle/>
        <a:p>
          <a:pPr>
            <a:lnSpc>
              <a:spcPct val="100000"/>
            </a:lnSpc>
          </a:pPr>
          <a:r>
            <a:rPr lang="en-US" dirty="0"/>
            <a:t>transparent mathematical principles</a:t>
          </a:r>
        </a:p>
      </dgm:t>
    </dgm:pt>
    <dgm:pt modelId="{7AE1B23B-B262-4F9E-A836-B7ED2A678645}" type="parTrans" cxnId="{56295F1B-CC0E-4B9A-82E5-A7F2CC453A69}">
      <dgm:prSet/>
      <dgm:spPr/>
      <dgm:t>
        <a:bodyPr/>
        <a:lstStyle/>
        <a:p>
          <a:endParaRPr lang="en-US"/>
        </a:p>
      </dgm:t>
    </dgm:pt>
    <dgm:pt modelId="{1BA1EC7F-BB1A-4316-ABB1-F6E240FB3099}" type="sibTrans" cxnId="{56295F1B-CC0E-4B9A-82E5-A7F2CC453A69}">
      <dgm:prSet/>
      <dgm:spPr/>
      <dgm:t>
        <a:bodyPr/>
        <a:lstStyle/>
        <a:p>
          <a:endParaRPr lang="en-US"/>
        </a:p>
      </dgm:t>
    </dgm:pt>
    <dgm:pt modelId="{3B527A54-CEA0-4D46-890B-B1E541EBF9B6}">
      <dgm:prSet/>
      <dgm:spPr/>
      <dgm:t>
        <a:bodyPr/>
        <a:lstStyle/>
        <a:p>
          <a:pPr>
            <a:lnSpc>
              <a:spcPct val="100000"/>
            </a:lnSpc>
          </a:pPr>
          <a:r>
            <a:rPr lang="tr-TR" dirty="0"/>
            <a:t>N</a:t>
          </a:r>
          <a:r>
            <a:rPr lang="en-US" dirty="0"/>
            <a:t>either Satoshi Nakamoto</a:t>
          </a:r>
          <a:r>
            <a:rPr lang="tr-TR" dirty="0"/>
            <a:t> </a:t>
          </a:r>
          <a:r>
            <a:rPr lang="en-US" dirty="0"/>
            <a:t>nor anyone else</a:t>
          </a:r>
        </a:p>
      </dgm:t>
    </dgm:pt>
    <dgm:pt modelId="{7EE6E57A-899D-49AC-A7AF-73EBB1663875}" type="parTrans" cxnId="{469510B9-F8BE-409D-A357-17CD25CE8399}">
      <dgm:prSet/>
      <dgm:spPr/>
      <dgm:t>
        <a:bodyPr/>
        <a:lstStyle/>
        <a:p>
          <a:endParaRPr lang="tr-TR"/>
        </a:p>
      </dgm:t>
    </dgm:pt>
    <dgm:pt modelId="{CD87C6C9-83EB-4D3E-BD9D-CAB6369FEFAA}" type="sibTrans" cxnId="{469510B9-F8BE-409D-A357-17CD25CE8399}">
      <dgm:prSet/>
      <dgm:spPr/>
      <dgm:t>
        <a:bodyPr/>
        <a:lstStyle/>
        <a:p>
          <a:endParaRPr lang="tr-TR"/>
        </a:p>
      </dgm:t>
    </dgm:pt>
    <dgm:pt modelId="{271C9DF9-B536-4B98-B664-77320799A049}">
      <dgm:prSet/>
      <dgm:spPr/>
      <dgm:t>
        <a:bodyPr/>
        <a:lstStyle/>
        <a:p>
          <a:pPr>
            <a:lnSpc>
              <a:spcPct val="100000"/>
            </a:lnSpc>
            <a:defRPr b="1"/>
          </a:pPr>
          <a:r>
            <a:rPr lang="tr-TR"/>
            <a:t>Operation based on</a:t>
          </a:r>
          <a:endParaRPr lang="en-US"/>
        </a:p>
      </dgm:t>
    </dgm:pt>
    <dgm:pt modelId="{C9F62A97-4098-47FE-A842-5839973DEC42}" type="parTrans" cxnId="{B29D7828-C2F3-4CE0-85AA-378FDFC8C37B}">
      <dgm:prSet/>
      <dgm:spPr/>
      <dgm:t>
        <a:bodyPr/>
        <a:lstStyle/>
        <a:p>
          <a:endParaRPr lang="tr-TR"/>
        </a:p>
      </dgm:t>
    </dgm:pt>
    <dgm:pt modelId="{5FC10A80-6F5E-4D98-B98F-5E2440063970}" type="sibTrans" cxnId="{B29D7828-C2F3-4CE0-85AA-378FDFC8C37B}">
      <dgm:prSet/>
      <dgm:spPr/>
      <dgm:t>
        <a:bodyPr/>
        <a:lstStyle/>
        <a:p>
          <a:endParaRPr lang="tr-TR"/>
        </a:p>
      </dgm:t>
    </dgm:pt>
    <dgm:pt modelId="{06DD34D5-50C2-43A6-BE68-F2FC55FFB051}">
      <dgm:prSet/>
      <dgm:spPr/>
      <dgm:t>
        <a:bodyPr/>
        <a:lstStyle/>
        <a:p>
          <a:pPr>
            <a:lnSpc>
              <a:spcPct val="100000"/>
            </a:lnSpc>
          </a:pPr>
          <a:r>
            <a:rPr lang="en-US" dirty="0"/>
            <a:t>open-source code</a:t>
          </a:r>
        </a:p>
      </dgm:t>
    </dgm:pt>
    <dgm:pt modelId="{25E3E19D-91FE-4444-B71A-3381CBD9FC19}" type="parTrans" cxnId="{562E9426-7644-45C7-8B3E-F273112F4630}">
      <dgm:prSet/>
      <dgm:spPr/>
      <dgm:t>
        <a:bodyPr/>
        <a:lstStyle/>
        <a:p>
          <a:endParaRPr lang="tr-TR"/>
        </a:p>
      </dgm:t>
    </dgm:pt>
    <dgm:pt modelId="{294E33B7-8297-4D38-9CDE-530259E4C79A}" type="sibTrans" cxnId="{562E9426-7644-45C7-8B3E-F273112F4630}">
      <dgm:prSet/>
      <dgm:spPr/>
      <dgm:t>
        <a:bodyPr/>
        <a:lstStyle/>
        <a:p>
          <a:endParaRPr lang="tr-TR"/>
        </a:p>
      </dgm:t>
    </dgm:pt>
    <dgm:pt modelId="{621706CB-ECB2-483B-A1B8-827B7F9E8CBA}">
      <dgm:prSet/>
      <dgm:spPr/>
      <dgm:t>
        <a:bodyPr/>
        <a:lstStyle/>
        <a:p>
          <a:pPr>
            <a:lnSpc>
              <a:spcPct val="100000"/>
            </a:lnSpc>
          </a:pPr>
          <a:r>
            <a:rPr lang="en-US" dirty="0"/>
            <a:t>consensus among participants</a:t>
          </a:r>
        </a:p>
      </dgm:t>
    </dgm:pt>
    <dgm:pt modelId="{954799AD-3C16-4860-B047-E6DB7A30EF04}" type="parTrans" cxnId="{42777AD4-2930-47D9-A81F-2D29E289496E}">
      <dgm:prSet/>
      <dgm:spPr/>
      <dgm:t>
        <a:bodyPr/>
        <a:lstStyle/>
        <a:p>
          <a:endParaRPr lang="tr-TR"/>
        </a:p>
      </dgm:t>
    </dgm:pt>
    <dgm:pt modelId="{1B3CD4E6-C59F-4492-9465-01F5E85AD75A}" type="sibTrans" cxnId="{42777AD4-2930-47D9-A81F-2D29E289496E}">
      <dgm:prSet/>
      <dgm:spPr/>
      <dgm:t>
        <a:bodyPr/>
        <a:lstStyle/>
        <a:p>
          <a:endParaRPr lang="tr-TR"/>
        </a:p>
      </dgm:t>
    </dgm:pt>
    <dgm:pt modelId="{5522081E-C349-4BEB-A179-617C60EF2BF3}">
      <dgm:prSet/>
      <dgm:spPr/>
      <dgm:t>
        <a:bodyPr/>
        <a:lstStyle/>
        <a:p>
          <a:pPr>
            <a:lnSpc>
              <a:spcPct val="100000"/>
            </a:lnSpc>
          </a:pPr>
          <a:r>
            <a:rPr lang="en-US" dirty="0"/>
            <a:t>exerts individual control over the bitcoin system </a:t>
          </a:r>
        </a:p>
      </dgm:t>
    </dgm:pt>
    <dgm:pt modelId="{6F709F17-2D8A-4FB5-9776-2B86797788B7}" type="parTrans" cxnId="{525F34D3-A415-4BB2-8D3B-C4106DEB6B2B}">
      <dgm:prSet/>
      <dgm:spPr/>
      <dgm:t>
        <a:bodyPr/>
        <a:lstStyle/>
        <a:p>
          <a:endParaRPr lang="tr-TR"/>
        </a:p>
      </dgm:t>
    </dgm:pt>
    <dgm:pt modelId="{5D9872DA-4743-4525-966A-9175FAEFEFEB}" type="sibTrans" cxnId="{525F34D3-A415-4BB2-8D3B-C4106DEB6B2B}">
      <dgm:prSet/>
      <dgm:spPr/>
      <dgm:t>
        <a:bodyPr/>
        <a:lstStyle/>
        <a:p>
          <a:endParaRPr lang="tr-TR"/>
        </a:p>
      </dgm:t>
    </dgm:pt>
    <dgm:pt modelId="{ADD88AAB-B68F-4B4F-A16E-3CA90C5CBCD8}" type="pres">
      <dgm:prSet presAssocID="{4A2F26FA-2D3F-409A-8DFF-6DB00B8D8693}" presName="root" presStyleCnt="0">
        <dgm:presLayoutVars>
          <dgm:dir/>
          <dgm:resizeHandles val="exact"/>
        </dgm:presLayoutVars>
      </dgm:prSet>
      <dgm:spPr/>
    </dgm:pt>
    <dgm:pt modelId="{AD7542CF-8FDB-4492-A22D-1E679CDFB093}" type="pres">
      <dgm:prSet presAssocID="{2C94F703-8338-40EB-BD81-3AD250677B85}" presName="compNode" presStyleCnt="0"/>
      <dgm:spPr/>
    </dgm:pt>
    <dgm:pt modelId="{43BF155D-497E-4228-8EC1-A0FEC093B8D1}" type="pres">
      <dgm:prSet presAssocID="{2C94F703-8338-40EB-BD81-3AD250677B8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400CF423-F20E-478C-97F7-906306D4A1D9}" type="pres">
      <dgm:prSet presAssocID="{2C94F703-8338-40EB-BD81-3AD250677B85}" presName="iconSpace" presStyleCnt="0"/>
      <dgm:spPr/>
    </dgm:pt>
    <dgm:pt modelId="{4E436F3F-041B-4BA6-A122-A4829DB834F4}" type="pres">
      <dgm:prSet presAssocID="{2C94F703-8338-40EB-BD81-3AD250677B85}" presName="parTx" presStyleLbl="revTx" presStyleIdx="0" presStyleCnt="4">
        <dgm:presLayoutVars>
          <dgm:chMax val="0"/>
          <dgm:chPref val="0"/>
        </dgm:presLayoutVars>
      </dgm:prSet>
      <dgm:spPr/>
    </dgm:pt>
    <dgm:pt modelId="{0531211C-7695-4BC6-BABC-91D7BE930A91}" type="pres">
      <dgm:prSet presAssocID="{2C94F703-8338-40EB-BD81-3AD250677B85}" presName="txSpace" presStyleCnt="0"/>
      <dgm:spPr/>
    </dgm:pt>
    <dgm:pt modelId="{EFF2E333-05A7-4112-821F-0D0749B02241}" type="pres">
      <dgm:prSet presAssocID="{2C94F703-8338-40EB-BD81-3AD250677B85}" presName="desTx" presStyleLbl="revTx" presStyleIdx="1" presStyleCnt="4">
        <dgm:presLayoutVars/>
      </dgm:prSet>
      <dgm:spPr/>
    </dgm:pt>
    <dgm:pt modelId="{FAF92EC0-C2C5-43D6-99EB-7BDE95630DB4}" type="pres">
      <dgm:prSet presAssocID="{9DB0BFF6-F789-4BD6-8375-B900F2794C21}" presName="sibTrans" presStyleCnt="0"/>
      <dgm:spPr/>
    </dgm:pt>
    <dgm:pt modelId="{FDFF2CDF-BC4F-4909-90E7-F1330EF1B98F}" type="pres">
      <dgm:prSet presAssocID="{271C9DF9-B536-4B98-B664-77320799A049}" presName="compNode" presStyleCnt="0"/>
      <dgm:spPr/>
    </dgm:pt>
    <dgm:pt modelId="{8F34C161-EED9-4D30-ADFD-4E444CBF9CF8}" type="pres">
      <dgm:prSet presAssocID="{271C9DF9-B536-4B98-B664-77320799A04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F7696C1D-F33F-4A22-8E61-D612DD599662}" type="pres">
      <dgm:prSet presAssocID="{271C9DF9-B536-4B98-B664-77320799A049}" presName="iconSpace" presStyleCnt="0"/>
      <dgm:spPr/>
    </dgm:pt>
    <dgm:pt modelId="{53534A00-8F21-4BD2-AE39-9E278F5EE6D1}" type="pres">
      <dgm:prSet presAssocID="{271C9DF9-B536-4B98-B664-77320799A049}" presName="parTx" presStyleLbl="revTx" presStyleIdx="2" presStyleCnt="4">
        <dgm:presLayoutVars>
          <dgm:chMax val="0"/>
          <dgm:chPref val="0"/>
        </dgm:presLayoutVars>
      </dgm:prSet>
      <dgm:spPr/>
    </dgm:pt>
    <dgm:pt modelId="{84CA9DBA-FAD4-4119-A86F-F1C7D4B3F099}" type="pres">
      <dgm:prSet presAssocID="{271C9DF9-B536-4B98-B664-77320799A049}" presName="txSpace" presStyleCnt="0"/>
      <dgm:spPr/>
    </dgm:pt>
    <dgm:pt modelId="{34A43982-D0D5-4F2B-A3C8-C5AD8012A391}" type="pres">
      <dgm:prSet presAssocID="{271C9DF9-B536-4B98-B664-77320799A049}" presName="desTx" presStyleLbl="revTx" presStyleIdx="3" presStyleCnt="4">
        <dgm:presLayoutVars/>
      </dgm:prSet>
      <dgm:spPr/>
    </dgm:pt>
  </dgm:ptLst>
  <dgm:cxnLst>
    <dgm:cxn modelId="{56295F1B-CC0E-4B9A-82E5-A7F2CC453A69}" srcId="{271C9DF9-B536-4B98-B664-77320799A049}" destId="{6523D549-9AB1-4FF2-A600-C7FD667FCFB0}" srcOrd="0" destOrd="0" parTransId="{7AE1B23B-B262-4F9E-A836-B7ED2A678645}" sibTransId="{1BA1EC7F-BB1A-4316-ABB1-F6E240FB3099}"/>
    <dgm:cxn modelId="{562E9426-7644-45C7-8B3E-F273112F4630}" srcId="{271C9DF9-B536-4B98-B664-77320799A049}" destId="{06DD34D5-50C2-43A6-BE68-F2FC55FFB051}" srcOrd="1" destOrd="0" parTransId="{25E3E19D-91FE-4444-B71A-3381CBD9FC19}" sibTransId="{294E33B7-8297-4D38-9CDE-530259E4C79A}"/>
    <dgm:cxn modelId="{B29D7828-C2F3-4CE0-85AA-378FDFC8C37B}" srcId="{4A2F26FA-2D3F-409A-8DFF-6DB00B8D8693}" destId="{271C9DF9-B536-4B98-B664-77320799A049}" srcOrd="1" destOrd="0" parTransId="{C9F62A97-4098-47FE-A842-5839973DEC42}" sibTransId="{5FC10A80-6F5E-4D98-B98F-5E2440063970}"/>
    <dgm:cxn modelId="{5CEE503B-C80E-4135-97FC-1E4731C583C1}" type="presOf" srcId="{621706CB-ECB2-483B-A1B8-827B7F9E8CBA}" destId="{34A43982-D0D5-4F2B-A3C8-C5AD8012A391}" srcOrd="0" destOrd="2" presId="urn:microsoft.com/office/officeart/2018/5/layout/CenteredIconLabelDescriptionList"/>
    <dgm:cxn modelId="{571A6449-8102-4CFB-9B6C-C9EAA04DA8DC}" type="presOf" srcId="{2C94F703-8338-40EB-BD81-3AD250677B85}" destId="{4E436F3F-041B-4BA6-A122-A4829DB834F4}" srcOrd="0" destOrd="0" presId="urn:microsoft.com/office/officeart/2018/5/layout/CenteredIconLabelDescriptionList"/>
    <dgm:cxn modelId="{EF85B859-3ACF-486A-B0D2-1CDA2F2FA513}" type="presOf" srcId="{6523D549-9AB1-4FF2-A600-C7FD667FCFB0}" destId="{34A43982-D0D5-4F2B-A3C8-C5AD8012A391}" srcOrd="0" destOrd="0" presId="urn:microsoft.com/office/officeart/2018/5/layout/CenteredIconLabelDescriptionList"/>
    <dgm:cxn modelId="{33A806A3-45DB-4C23-B348-03AD77D087C4}" srcId="{4A2F26FA-2D3F-409A-8DFF-6DB00B8D8693}" destId="{2C94F703-8338-40EB-BD81-3AD250677B85}" srcOrd="0" destOrd="0" parTransId="{7FF5671D-8A9F-440C-B903-FFE9346195A6}" sibTransId="{9DB0BFF6-F789-4BD6-8375-B900F2794C21}"/>
    <dgm:cxn modelId="{E6A5F4B5-B16B-4262-AE21-07365ACCB9A4}" type="presOf" srcId="{5522081E-C349-4BEB-A179-617C60EF2BF3}" destId="{EFF2E333-05A7-4112-821F-0D0749B02241}" srcOrd="0" destOrd="1" presId="urn:microsoft.com/office/officeart/2018/5/layout/CenteredIconLabelDescriptionList"/>
    <dgm:cxn modelId="{469510B9-F8BE-409D-A357-17CD25CE8399}" srcId="{2C94F703-8338-40EB-BD81-3AD250677B85}" destId="{3B527A54-CEA0-4D46-890B-B1E541EBF9B6}" srcOrd="0" destOrd="0" parTransId="{7EE6E57A-899D-49AC-A7AF-73EBB1663875}" sibTransId="{CD87C6C9-83EB-4D3E-BD9D-CAB6369FEFAA}"/>
    <dgm:cxn modelId="{01EB1BC9-E2BB-4964-8A22-272129686A51}" type="presOf" srcId="{271C9DF9-B536-4B98-B664-77320799A049}" destId="{53534A00-8F21-4BD2-AE39-9E278F5EE6D1}" srcOrd="0" destOrd="0" presId="urn:microsoft.com/office/officeart/2018/5/layout/CenteredIconLabelDescriptionList"/>
    <dgm:cxn modelId="{78C8C2CD-1562-43CF-8F92-F67AD24CBB89}" type="presOf" srcId="{06DD34D5-50C2-43A6-BE68-F2FC55FFB051}" destId="{34A43982-D0D5-4F2B-A3C8-C5AD8012A391}" srcOrd="0" destOrd="1" presId="urn:microsoft.com/office/officeart/2018/5/layout/CenteredIconLabelDescriptionList"/>
    <dgm:cxn modelId="{971CEAD1-D6D1-4AB4-B2E8-586B4AD7521B}" type="presOf" srcId="{3B527A54-CEA0-4D46-890B-B1E541EBF9B6}" destId="{EFF2E333-05A7-4112-821F-0D0749B02241}" srcOrd="0" destOrd="0" presId="urn:microsoft.com/office/officeart/2018/5/layout/CenteredIconLabelDescriptionList"/>
    <dgm:cxn modelId="{525F34D3-A415-4BB2-8D3B-C4106DEB6B2B}" srcId="{2C94F703-8338-40EB-BD81-3AD250677B85}" destId="{5522081E-C349-4BEB-A179-617C60EF2BF3}" srcOrd="1" destOrd="0" parTransId="{6F709F17-2D8A-4FB5-9776-2B86797788B7}" sibTransId="{5D9872DA-4743-4525-966A-9175FAEFEFEB}"/>
    <dgm:cxn modelId="{42777AD4-2930-47D9-A81F-2D29E289496E}" srcId="{271C9DF9-B536-4B98-B664-77320799A049}" destId="{621706CB-ECB2-483B-A1B8-827B7F9E8CBA}" srcOrd="2" destOrd="0" parTransId="{954799AD-3C16-4860-B047-E6DB7A30EF04}" sibTransId="{1B3CD4E6-C59F-4492-9465-01F5E85AD75A}"/>
    <dgm:cxn modelId="{BF14EDF6-2244-4FA2-A53A-94DCEB225F0F}" type="presOf" srcId="{4A2F26FA-2D3F-409A-8DFF-6DB00B8D8693}" destId="{ADD88AAB-B68F-4B4F-A16E-3CA90C5CBCD8}" srcOrd="0" destOrd="0" presId="urn:microsoft.com/office/officeart/2018/5/layout/CenteredIconLabelDescriptionList"/>
    <dgm:cxn modelId="{85BA2876-8DA5-43A1-9B29-E367BBCBFF8F}" type="presParOf" srcId="{ADD88AAB-B68F-4B4F-A16E-3CA90C5CBCD8}" destId="{AD7542CF-8FDB-4492-A22D-1E679CDFB093}" srcOrd="0" destOrd="0" presId="urn:microsoft.com/office/officeart/2018/5/layout/CenteredIconLabelDescriptionList"/>
    <dgm:cxn modelId="{8B76FA92-EDC0-455E-9A0A-6C68539E2544}" type="presParOf" srcId="{AD7542CF-8FDB-4492-A22D-1E679CDFB093}" destId="{43BF155D-497E-4228-8EC1-A0FEC093B8D1}" srcOrd="0" destOrd="0" presId="urn:microsoft.com/office/officeart/2018/5/layout/CenteredIconLabelDescriptionList"/>
    <dgm:cxn modelId="{AEAD9D9B-2425-430C-9560-CE2A132E6BF7}" type="presParOf" srcId="{AD7542CF-8FDB-4492-A22D-1E679CDFB093}" destId="{400CF423-F20E-478C-97F7-906306D4A1D9}" srcOrd="1" destOrd="0" presId="urn:microsoft.com/office/officeart/2018/5/layout/CenteredIconLabelDescriptionList"/>
    <dgm:cxn modelId="{C462802D-1364-40DC-B06D-208DF9FD4778}" type="presParOf" srcId="{AD7542CF-8FDB-4492-A22D-1E679CDFB093}" destId="{4E436F3F-041B-4BA6-A122-A4829DB834F4}" srcOrd="2" destOrd="0" presId="urn:microsoft.com/office/officeart/2018/5/layout/CenteredIconLabelDescriptionList"/>
    <dgm:cxn modelId="{73D0A730-D5DA-4311-B938-E0667B3681B6}" type="presParOf" srcId="{AD7542CF-8FDB-4492-A22D-1E679CDFB093}" destId="{0531211C-7695-4BC6-BABC-91D7BE930A91}" srcOrd="3" destOrd="0" presId="urn:microsoft.com/office/officeart/2018/5/layout/CenteredIconLabelDescriptionList"/>
    <dgm:cxn modelId="{A2D1520E-F105-42F5-A02F-E2D1569D8310}" type="presParOf" srcId="{AD7542CF-8FDB-4492-A22D-1E679CDFB093}" destId="{EFF2E333-05A7-4112-821F-0D0749B02241}" srcOrd="4" destOrd="0" presId="urn:microsoft.com/office/officeart/2018/5/layout/CenteredIconLabelDescriptionList"/>
    <dgm:cxn modelId="{BB5E6DDE-FE06-4331-8878-666B9F60CB26}" type="presParOf" srcId="{ADD88AAB-B68F-4B4F-A16E-3CA90C5CBCD8}" destId="{FAF92EC0-C2C5-43D6-99EB-7BDE95630DB4}" srcOrd="1" destOrd="0" presId="urn:microsoft.com/office/officeart/2018/5/layout/CenteredIconLabelDescriptionList"/>
    <dgm:cxn modelId="{A6A033C9-939D-4350-98AC-31504E156C54}" type="presParOf" srcId="{ADD88AAB-B68F-4B4F-A16E-3CA90C5CBCD8}" destId="{FDFF2CDF-BC4F-4909-90E7-F1330EF1B98F}" srcOrd="2" destOrd="0" presId="urn:microsoft.com/office/officeart/2018/5/layout/CenteredIconLabelDescriptionList"/>
    <dgm:cxn modelId="{22693237-FD88-4AF6-914D-B96D0C2A6D20}" type="presParOf" srcId="{FDFF2CDF-BC4F-4909-90E7-F1330EF1B98F}" destId="{8F34C161-EED9-4D30-ADFD-4E444CBF9CF8}" srcOrd="0" destOrd="0" presId="urn:microsoft.com/office/officeart/2018/5/layout/CenteredIconLabelDescriptionList"/>
    <dgm:cxn modelId="{020D450A-0B55-42FE-844D-174154DB3FD0}" type="presParOf" srcId="{FDFF2CDF-BC4F-4909-90E7-F1330EF1B98F}" destId="{F7696C1D-F33F-4A22-8E61-D612DD599662}" srcOrd="1" destOrd="0" presId="urn:microsoft.com/office/officeart/2018/5/layout/CenteredIconLabelDescriptionList"/>
    <dgm:cxn modelId="{CA410CF1-8FF5-4A7F-8C67-5180B7FCD161}" type="presParOf" srcId="{FDFF2CDF-BC4F-4909-90E7-F1330EF1B98F}" destId="{53534A00-8F21-4BD2-AE39-9E278F5EE6D1}" srcOrd="2" destOrd="0" presId="urn:microsoft.com/office/officeart/2018/5/layout/CenteredIconLabelDescriptionList"/>
    <dgm:cxn modelId="{2D89287E-0651-4399-B47F-D2C796AF0ABA}" type="presParOf" srcId="{FDFF2CDF-BC4F-4909-90E7-F1330EF1B98F}" destId="{84CA9DBA-FAD4-4119-A86F-F1C7D4B3F099}" srcOrd="3" destOrd="0" presId="urn:microsoft.com/office/officeart/2018/5/layout/CenteredIconLabelDescriptionList"/>
    <dgm:cxn modelId="{FF589E64-EA6D-410F-89DB-1D678CE4C5FE}" type="presParOf" srcId="{FDFF2CDF-BC4F-4909-90E7-F1330EF1B98F}" destId="{34A43982-D0D5-4F2B-A3C8-C5AD8012A391}"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7C4F85-DA45-44AF-9A94-5FFE4753EA97}">
      <dgm:prSet/>
      <dgm:spPr/>
      <dgm:t>
        <a:bodyPr/>
        <a:lstStyle/>
        <a:p>
          <a:pPr>
            <a:lnSpc>
              <a:spcPct val="100000"/>
            </a:lnSpc>
          </a:pPr>
          <a:r>
            <a:rPr lang="en-US" i="1"/>
            <a:t>does not</a:t>
          </a:r>
          <a:r>
            <a:rPr lang="tr-TR" i="1"/>
            <a:t> </a:t>
          </a:r>
          <a:r>
            <a:rPr lang="en-US" i="1"/>
            <a:t>rely on a central authority</a:t>
          </a:r>
          <a:endParaRPr lang="en-US"/>
        </a:p>
      </dgm:t>
    </dgm:pt>
    <dgm:pt modelId="{6E6DEC8E-97FC-4D27-9A8D-98A2AA65D9E0}" type="parTrans" cxnId="{27ADEA9A-6885-474B-A5E7-CDAECF6FA27D}">
      <dgm:prSet/>
      <dgm:spPr/>
      <dgm:t>
        <a:bodyPr/>
        <a:lstStyle/>
        <a:p>
          <a:endParaRPr lang="en-US"/>
        </a:p>
      </dgm:t>
    </dgm:pt>
    <dgm:pt modelId="{04485FF4-7AF0-4D79-B1C8-4A64554AC2AB}" type="sibTrans" cxnId="{27ADEA9A-6885-474B-A5E7-CDAECF6FA27D}">
      <dgm:prSet/>
      <dgm:spPr/>
      <dgm:t>
        <a:bodyPr/>
        <a:lstStyle/>
        <a:p>
          <a:endParaRPr lang="en-US"/>
        </a:p>
      </dgm:t>
    </dgm:pt>
    <dgm:pt modelId="{9A3F64BC-DD95-4EEF-A1F0-D250391BE0B4}">
      <dgm:prSet/>
      <dgm:spPr/>
      <dgm:t>
        <a:bodyPr/>
        <a:lstStyle/>
        <a:p>
          <a:pPr>
            <a:lnSpc>
              <a:spcPct val="100000"/>
            </a:lnSpc>
          </a:pPr>
          <a:r>
            <a:rPr lang="en-US" i="1"/>
            <a:t>currency issuance</a:t>
          </a:r>
          <a:endParaRPr lang="en-US"/>
        </a:p>
      </dgm:t>
    </dgm:pt>
    <dgm:pt modelId="{2E5CC2E5-B4B8-4A80-9652-F7FC46A4332C}" type="parTrans" cxnId="{13F015E4-2799-4FD5-86D3-C801DD41F415}">
      <dgm:prSet/>
      <dgm:spPr/>
      <dgm:t>
        <a:bodyPr/>
        <a:lstStyle/>
        <a:p>
          <a:endParaRPr lang="en-US"/>
        </a:p>
      </dgm:t>
    </dgm:pt>
    <dgm:pt modelId="{DBDC5E70-545F-4D85-8640-29F30DEF9205}" type="sibTrans" cxnId="{13F015E4-2799-4FD5-86D3-C801DD41F415}">
      <dgm:prSet/>
      <dgm:spPr/>
      <dgm:t>
        <a:bodyPr/>
        <a:lstStyle/>
        <a:p>
          <a:endParaRPr lang="en-US"/>
        </a:p>
      </dgm:t>
    </dgm:pt>
    <dgm:pt modelId="{13EE0621-3184-48BC-B2DE-AFD3ABADC2B3}">
      <dgm:prSet/>
      <dgm:spPr/>
      <dgm:t>
        <a:bodyPr/>
        <a:lstStyle/>
        <a:p>
          <a:pPr>
            <a:lnSpc>
              <a:spcPct val="100000"/>
            </a:lnSpc>
            <a:defRPr b="1"/>
          </a:pPr>
          <a:r>
            <a:rPr lang="tr-TR"/>
            <a:t>No authority</a:t>
          </a:r>
          <a:endParaRPr lang="en-US"/>
        </a:p>
      </dgm:t>
    </dgm:pt>
    <dgm:pt modelId="{09FE6F14-3C2B-46BF-A413-C6C03411B7FD}" type="parTrans" cxnId="{953A04C2-582F-4CEF-BB34-8897383A8236}">
      <dgm:prSet/>
      <dgm:spPr/>
      <dgm:t>
        <a:bodyPr/>
        <a:lstStyle/>
        <a:p>
          <a:endParaRPr lang="tr-TR"/>
        </a:p>
      </dgm:t>
    </dgm:pt>
    <dgm:pt modelId="{1F60E987-A4AE-4400-B627-20D8DF933852}" type="sibTrans" cxnId="{953A04C2-582F-4CEF-BB34-8897383A8236}">
      <dgm:prSet/>
      <dgm:spPr/>
      <dgm:t>
        <a:bodyPr/>
        <a:lstStyle/>
        <a:p>
          <a:endParaRPr lang="tr-TR"/>
        </a:p>
      </dgm:t>
    </dgm:pt>
    <dgm:pt modelId="{C0BFF828-E387-4D02-85D1-3682B8DCCE22}">
      <dgm:prSet/>
      <dgm:spPr/>
      <dgm:t>
        <a:bodyPr/>
        <a:lstStyle/>
        <a:p>
          <a:pPr>
            <a:lnSpc>
              <a:spcPct val="100000"/>
            </a:lnSpc>
            <a:defRPr b="1"/>
          </a:pPr>
          <a:r>
            <a:rPr lang="tr-TR" dirty="0"/>
            <a:t>Operations </a:t>
          </a:r>
          <a:endParaRPr lang="en-US" dirty="0"/>
        </a:p>
      </dgm:t>
    </dgm:pt>
    <dgm:pt modelId="{BA4E0F3F-1C9F-49F3-BE9C-1E10C4D9583D}" type="parTrans" cxnId="{85E87735-55EB-4119-A7FD-D9DFF17919C1}">
      <dgm:prSet/>
      <dgm:spPr/>
      <dgm:t>
        <a:bodyPr/>
        <a:lstStyle/>
        <a:p>
          <a:endParaRPr lang="tr-TR"/>
        </a:p>
      </dgm:t>
    </dgm:pt>
    <dgm:pt modelId="{5F4CB5B5-3FA1-411D-A216-1C4985328A95}" type="sibTrans" cxnId="{85E87735-55EB-4119-A7FD-D9DFF17919C1}">
      <dgm:prSet/>
      <dgm:spPr/>
      <dgm:t>
        <a:bodyPr/>
        <a:lstStyle/>
        <a:p>
          <a:endParaRPr lang="tr-TR"/>
        </a:p>
      </dgm:t>
    </dgm:pt>
    <dgm:pt modelId="{7FBF5C64-5658-4D2E-810C-6F791F0F946F}">
      <dgm:prSet/>
      <dgm:spPr/>
      <dgm:t>
        <a:bodyPr/>
        <a:lstStyle/>
        <a:p>
          <a:pPr>
            <a:lnSpc>
              <a:spcPct val="100000"/>
            </a:lnSpc>
          </a:pPr>
          <a:r>
            <a:rPr lang="en-US" i="1"/>
            <a:t>settlement</a:t>
          </a:r>
          <a:endParaRPr lang="en-US"/>
        </a:p>
      </dgm:t>
    </dgm:pt>
    <dgm:pt modelId="{AD6365B6-7317-4E62-B64C-3163BE07A221}" type="parTrans" cxnId="{B26AA760-6EB3-492F-B8B2-7DAC91BC081F}">
      <dgm:prSet/>
      <dgm:spPr/>
      <dgm:t>
        <a:bodyPr/>
        <a:lstStyle/>
        <a:p>
          <a:endParaRPr lang="tr-TR"/>
        </a:p>
      </dgm:t>
    </dgm:pt>
    <dgm:pt modelId="{AF0F576B-9428-452B-9683-14C37C57F677}" type="sibTrans" cxnId="{B26AA760-6EB3-492F-B8B2-7DAC91BC081F}">
      <dgm:prSet/>
      <dgm:spPr/>
      <dgm:t>
        <a:bodyPr/>
        <a:lstStyle/>
        <a:p>
          <a:endParaRPr lang="tr-TR"/>
        </a:p>
      </dgm:t>
    </dgm:pt>
    <dgm:pt modelId="{564A4060-6156-437A-9A8B-6BED41F1F115}">
      <dgm:prSet/>
      <dgm:spPr/>
      <dgm:t>
        <a:bodyPr/>
        <a:lstStyle/>
        <a:p>
          <a:pPr>
            <a:lnSpc>
              <a:spcPct val="100000"/>
            </a:lnSpc>
          </a:pPr>
          <a:r>
            <a:rPr lang="en-US" i="1"/>
            <a:t>validation of transactions</a:t>
          </a:r>
          <a:endParaRPr lang="en-US"/>
        </a:p>
      </dgm:t>
    </dgm:pt>
    <dgm:pt modelId="{F200CD37-93EF-448E-AED6-81F7E8143966}" type="parTrans" cxnId="{754809B3-C40A-4E3C-AD47-7541A9EADB35}">
      <dgm:prSet/>
      <dgm:spPr/>
      <dgm:t>
        <a:bodyPr/>
        <a:lstStyle/>
        <a:p>
          <a:endParaRPr lang="tr-TR"/>
        </a:p>
      </dgm:t>
    </dgm:pt>
    <dgm:pt modelId="{D2EA2877-23E3-41D6-A59A-2896E9DECCD9}" type="sibTrans" cxnId="{754809B3-C40A-4E3C-AD47-7541A9EADB35}">
      <dgm:prSet/>
      <dgm:spPr/>
      <dgm:t>
        <a:bodyPr/>
        <a:lstStyle/>
        <a:p>
          <a:endParaRPr lang="tr-TR"/>
        </a:p>
      </dgm:t>
    </dgm:pt>
    <dgm:pt modelId="{36CE9611-34CD-43B8-9B4C-A61E86C07E47}" type="pres">
      <dgm:prSet presAssocID="{A15E6C37-E97B-41E7-ACD9-B167E7345CF3}" presName="root" presStyleCnt="0">
        <dgm:presLayoutVars>
          <dgm:dir/>
          <dgm:resizeHandles val="exact"/>
        </dgm:presLayoutVars>
      </dgm:prSet>
      <dgm:spPr/>
    </dgm:pt>
    <dgm:pt modelId="{2A3328FF-4B04-43F3-AE65-51F914A7D018}" type="pres">
      <dgm:prSet presAssocID="{13EE0621-3184-48BC-B2DE-AFD3ABADC2B3}" presName="compNode" presStyleCnt="0"/>
      <dgm:spPr/>
    </dgm:pt>
    <dgm:pt modelId="{AA0765D5-086C-4FF3-B6FE-8FE72898E43E}" type="pres">
      <dgm:prSet presAssocID="{13EE0621-3184-48BC-B2DE-AFD3ABADC2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3EF851BA-9244-488F-88D3-18F70434FFD9}" type="pres">
      <dgm:prSet presAssocID="{13EE0621-3184-48BC-B2DE-AFD3ABADC2B3}" presName="iconSpace" presStyleCnt="0"/>
      <dgm:spPr/>
    </dgm:pt>
    <dgm:pt modelId="{B719619E-E484-4B45-B4C6-C6B81159312A}" type="pres">
      <dgm:prSet presAssocID="{13EE0621-3184-48BC-B2DE-AFD3ABADC2B3}" presName="parTx" presStyleLbl="revTx" presStyleIdx="0" presStyleCnt="4">
        <dgm:presLayoutVars>
          <dgm:chMax val="0"/>
          <dgm:chPref val="0"/>
        </dgm:presLayoutVars>
      </dgm:prSet>
      <dgm:spPr/>
    </dgm:pt>
    <dgm:pt modelId="{BEFDB5D1-CC77-41E6-8148-A3EE0A37670A}" type="pres">
      <dgm:prSet presAssocID="{13EE0621-3184-48BC-B2DE-AFD3ABADC2B3}" presName="txSpace" presStyleCnt="0"/>
      <dgm:spPr/>
    </dgm:pt>
    <dgm:pt modelId="{F15652BF-8E36-4194-B498-D0898C2AA6B8}" type="pres">
      <dgm:prSet presAssocID="{13EE0621-3184-48BC-B2DE-AFD3ABADC2B3}" presName="desTx" presStyleLbl="revTx" presStyleIdx="1" presStyleCnt="4">
        <dgm:presLayoutVars/>
      </dgm:prSet>
      <dgm:spPr/>
    </dgm:pt>
    <dgm:pt modelId="{575ED4A9-1A45-4F14-B578-33B5F26D2E55}" type="pres">
      <dgm:prSet presAssocID="{1F60E987-A4AE-4400-B627-20D8DF933852}" presName="sibTrans" presStyleCnt="0"/>
      <dgm:spPr/>
    </dgm:pt>
    <dgm:pt modelId="{BE600870-9229-40CE-8AAC-F941515806B3}" type="pres">
      <dgm:prSet presAssocID="{C0BFF828-E387-4D02-85D1-3682B8DCCE22}" presName="compNode" presStyleCnt="0"/>
      <dgm:spPr/>
    </dgm:pt>
    <dgm:pt modelId="{1B4A7A5D-CEAF-450F-8054-BE8661351F8A}" type="pres">
      <dgm:prSet presAssocID="{C0BFF828-E387-4D02-85D1-3682B8DCCE2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urt"/>
        </a:ext>
      </dgm:extLst>
    </dgm:pt>
    <dgm:pt modelId="{2E5745FC-F92B-48C9-B300-BC1BF8F76CD4}" type="pres">
      <dgm:prSet presAssocID="{C0BFF828-E387-4D02-85D1-3682B8DCCE22}" presName="iconSpace" presStyleCnt="0"/>
      <dgm:spPr/>
    </dgm:pt>
    <dgm:pt modelId="{5A6E9D47-507B-47E1-B9A1-76AC82366C1E}" type="pres">
      <dgm:prSet presAssocID="{C0BFF828-E387-4D02-85D1-3682B8DCCE22}" presName="parTx" presStyleLbl="revTx" presStyleIdx="2" presStyleCnt="4">
        <dgm:presLayoutVars>
          <dgm:chMax val="0"/>
          <dgm:chPref val="0"/>
        </dgm:presLayoutVars>
      </dgm:prSet>
      <dgm:spPr/>
    </dgm:pt>
    <dgm:pt modelId="{72CA3E31-ABC0-4F6E-A901-D55EC65F0068}" type="pres">
      <dgm:prSet presAssocID="{C0BFF828-E387-4D02-85D1-3682B8DCCE22}" presName="txSpace" presStyleCnt="0"/>
      <dgm:spPr/>
    </dgm:pt>
    <dgm:pt modelId="{363BBFAD-CC05-4E7B-88BF-EB59AD8E7EB8}" type="pres">
      <dgm:prSet presAssocID="{C0BFF828-E387-4D02-85D1-3682B8DCCE22}" presName="desTx" presStyleLbl="revTx" presStyleIdx="3" presStyleCnt="4">
        <dgm:presLayoutVars/>
      </dgm:prSet>
      <dgm:spPr/>
    </dgm:pt>
  </dgm:ptLst>
  <dgm:cxnLst>
    <dgm:cxn modelId="{85E87735-55EB-4119-A7FD-D9DFF17919C1}" srcId="{A15E6C37-E97B-41E7-ACD9-B167E7345CF3}" destId="{C0BFF828-E387-4D02-85D1-3682B8DCCE22}" srcOrd="1" destOrd="0" parTransId="{BA4E0F3F-1C9F-49F3-BE9C-1E10C4D9583D}" sibTransId="{5F4CB5B5-3FA1-411D-A216-1C4985328A95}"/>
    <dgm:cxn modelId="{B26AA760-6EB3-492F-B8B2-7DAC91BC081F}" srcId="{C0BFF828-E387-4D02-85D1-3682B8DCCE22}" destId="{7FBF5C64-5658-4D2E-810C-6F791F0F946F}" srcOrd="1" destOrd="0" parTransId="{AD6365B6-7317-4E62-B64C-3163BE07A221}" sibTransId="{AF0F576B-9428-452B-9683-14C37C57F677}"/>
    <dgm:cxn modelId="{94B7176B-2D4F-499E-B356-379EB4197E1A}" type="presOf" srcId="{7FBF5C64-5658-4D2E-810C-6F791F0F946F}" destId="{363BBFAD-CC05-4E7B-88BF-EB59AD8E7EB8}" srcOrd="0" destOrd="1" presId="urn:microsoft.com/office/officeart/2018/5/layout/CenteredIconLabelDescriptionList"/>
    <dgm:cxn modelId="{90ED894C-A2FE-4F53-8865-1AEF79CE1140}" type="presOf" srcId="{A15E6C37-E97B-41E7-ACD9-B167E7345CF3}" destId="{36CE9611-34CD-43B8-9B4C-A61E86C07E47}" srcOrd="0" destOrd="0" presId="urn:microsoft.com/office/officeart/2018/5/layout/CenteredIconLabelDescriptionList"/>
    <dgm:cxn modelId="{A611D34E-0F35-4178-BFFE-F9C18F77E115}" type="presOf" srcId="{C0BFF828-E387-4D02-85D1-3682B8DCCE22}" destId="{5A6E9D47-507B-47E1-B9A1-76AC82366C1E}" srcOrd="0" destOrd="0" presId="urn:microsoft.com/office/officeart/2018/5/layout/CenteredIconLabelDescriptionList"/>
    <dgm:cxn modelId="{2EA83A70-2B95-48AF-9FE7-50D50E949C6E}" type="presOf" srcId="{564A4060-6156-437A-9A8B-6BED41F1F115}" destId="{363BBFAD-CC05-4E7B-88BF-EB59AD8E7EB8}" srcOrd="0" destOrd="2" presId="urn:microsoft.com/office/officeart/2018/5/layout/CenteredIconLabelDescriptionList"/>
    <dgm:cxn modelId="{91D07988-2D69-4925-93BB-EE7EC5A6340D}" type="presOf" srcId="{DB7C4F85-DA45-44AF-9A94-5FFE4753EA97}" destId="{F15652BF-8E36-4194-B498-D0898C2AA6B8}" srcOrd="0" destOrd="0" presId="urn:microsoft.com/office/officeart/2018/5/layout/CenteredIconLabelDescriptionList"/>
    <dgm:cxn modelId="{27ADEA9A-6885-474B-A5E7-CDAECF6FA27D}" srcId="{13EE0621-3184-48BC-B2DE-AFD3ABADC2B3}" destId="{DB7C4F85-DA45-44AF-9A94-5FFE4753EA97}" srcOrd="0" destOrd="0" parTransId="{6E6DEC8E-97FC-4D27-9A8D-98A2AA65D9E0}" sibTransId="{04485FF4-7AF0-4D79-B1C8-4A64554AC2AB}"/>
    <dgm:cxn modelId="{849B8FA6-CAED-48AB-96DC-F77F6D6083DF}" type="presOf" srcId="{9A3F64BC-DD95-4EEF-A1F0-D250391BE0B4}" destId="{363BBFAD-CC05-4E7B-88BF-EB59AD8E7EB8}" srcOrd="0" destOrd="0" presId="urn:microsoft.com/office/officeart/2018/5/layout/CenteredIconLabelDescriptionList"/>
    <dgm:cxn modelId="{754809B3-C40A-4E3C-AD47-7541A9EADB35}" srcId="{C0BFF828-E387-4D02-85D1-3682B8DCCE22}" destId="{564A4060-6156-437A-9A8B-6BED41F1F115}" srcOrd="2" destOrd="0" parTransId="{F200CD37-93EF-448E-AED6-81F7E8143966}" sibTransId="{D2EA2877-23E3-41D6-A59A-2896E9DECCD9}"/>
    <dgm:cxn modelId="{953A04C2-582F-4CEF-BB34-8897383A8236}" srcId="{A15E6C37-E97B-41E7-ACD9-B167E7345CF3}" destId="{13EE0621-3184-48BC-B2DE-AFD3ABADC2B3}" srcOrd="0" destOrd="0" parTransId="{09FE6F14-3C2B-46BF-A413-C6C03411B7FD}" sibTransId="{1F60E987-A4AE-4400-B627-20D8DF933852}"/>
    <dgm:cxn modelId="{0E14C0D7-D65A-4EA2-841A-CD64C9772663}" type="presOf" srcId="{13EE0621-3184-48BC-B2DE-AFD3ABADC2B3}" destId="{B719619E-E484-4B45-B4C6-C6B81159312A}" srcOrd="0" destOrd="0" presId="urn:microsoft.com/office/officeart/2018/5/layout/CenteredIconLabelDescriptionList"/>
    <dgm:cxn modelId="{13F015E4-2799-4FD5-86D3-C801DD41F415}" srcId="{C0BFF828-E387-4D02-85D1-3682B8DCCE22}" destId="{9A3F64BC-DD95-4EEF-A1F0-D250391BE0B4}" srcOrd="0" destOrd="0" parTransId="{2E5CC2E5-B4B8-4A80-9652-F7FC46A4332C}" sibTransId="{DBDC5E70-545F-4D85-8640-29F30DEF9205}"/>
    <dgm:cxn modelId="{8759FCFC-E3E5-4C7F-9F86-4A060A618E7F}" type="presParOf" srcId="{36CE9611-34CD-43B8-9B4C-A61E86C07E47}" destId="{2A3328FF-4B04-43F3-AE65-51F914A7D018}" srcOrd="0" destOrd="0" presId="urn:microsoft.com/office/officeart/2018/5/layout/CenteredIconLabelDescriptionList"/>
    <dgm:cxn modelId="{EA3FCF2D-353F-4F33-B514-444A668DAAB8}" type="presParOf" srcId="{2A3328FF-4B04-43F3-AE65-51F914A7D018}" destId="{AA0765D5-086C-4FF3-B6FE-8FE72898E43E}" srcOrd="0" destOrd="0" presId="urn:microsoft.com/office/officeart/2018/5/layout/CenteredIconLabelDescriptionList"/>
    <dgm:cxn modelId="{F9970213-9D98-4980-B26C-4B4C07C43808}" type="presParOf" srcId="{2A3328FF-4B04-43F3-AE65-51F914A7D018}" destId="{3EF851BA-9244-488F-88D3-18F70434FFD9}" srcOrd="1" destOrd="0" presId="urn:microsoft.com/office/officeart/2018/5/layout/CenteredIconLabelDescriptionList"/>
    <dgm:cxn modelId="{9A61AD3C-943A-4A5A-88B5-63045BAF8CEB}" type="presParOf" srcId="{2A3328FF-4B04-43F3-AE65-51F914A7D018}" destId="{B719619E-E484-4B45-B4C6-C6B81159312A}" srcOrd="2" destOrd="0" presId="urn:microsoft.com/office/officeart/2018/5/layout/CenteredIconLabelDescriptionList"/>
    <dgm:cxn modelId="{E56B3293-B7FC-414F-8BF9-8204BEDFFFB6}" type="presParOf" srcId="{2A3328FF-4B04-43F3-AE65-51F914A7D018}" destId="{BEFDB5D1-CC77-41E6-8148-A3EE0A37670A}" srcOrd="3" destOrd="0" presId="urn:microsoft.com/office/officeart/2018/5/layout/CenteredIconLabelDescriptionList"/>
    <dgm:cxn modelId="{7424C72D-23AC-4FAC-A21A-017FBBE0B29B}" type="presParOf" srcId="{2A3328FF-4B04-43F3-AE65-51F914A7D018}" destId="{F15652BF-8E36-4194-B498-D0898C2AA6B8}" srcOrd="4" destOrd="0" presId="urn:microsoft.com/office/officeart/2018/5/layout/CenteredIconLabelDescriptionList"/>
    <dgm:cxn modelId="{E8F80788-05AC-4B89-9D73-A0ECD39280F7}" type="presParOf" srcId="{36CE9611-34CD-43B8-9B4C-A61E86C07E47}" destId="{575ED4A9-1A45-4F14-B578-33B5F26D2E55}" srcOrd="1" destOrd="0" presId="urn:microsoft.com/office/officeart/2018/5/layout/CenteredIconLabelDescriptionList"/>
    <dgm:cxn modelId="{8461E655-A5B4-4F27-8FEE-F7729B79B83E}" type="presParOf" srcId="{36CE9611-34CD-43B8-9B4C-A61E86C07E47}" destId="{BE600870-9229-40CE-8AAC-F941515806B3}" srcOrd="2" destOrd="0" presId="urn:microsoft.com/office/officeart/2018/5/layout/CenteredIconLabelDescriptionList"/>
    <dgm:cxn modelId="{053960C2-0172-47C9-B65F-516A63543694}" type="presParOf" srcId="{BE600870-9229-40CE-8AAC-F941515806B3}" destId="{1B4A7A5D-CEAF-450F-8054-BE8661351F8A}" srcOrd="0" destOrd="0" presId="urn:microsoft.com/office/officeart/2018/5/layout/CenteredIconLabelDescriptionList"/>
    <dgm:cxn modelId="{66F6C6B5-A3EC-47A6-9F99-E01BB5253E8F}" type="presParOf" srcId="{BE600870-9229-40CE-8AAC-F941515806B3}" destId="{2E5745FC-F92B-48C9-B300-BC1BF8F76CD4}" srcOrd="1" destOrd="0" presId="urn:microsoft.com/office/officeart/2018/5/layout/CenteredIconLabelDescriptionList"/>
    <dgm:cxn modelId="{40375FD7-7A48-4CBF-81F3-853734A1983D}" type="presParOf" srcId="{BE600870-9229-40CE-8AAC-F941515806B3}" destId="{5A6E9D47-507B-47E1-B9A1-76AC82366C1E}" srcOrd="2" destOrd="0" presId="urn:microsoft.com/office/officeart/2018/5/layout/CenteredIconLabelDescriptionList"/>
    <dgm:cxn modelId="{5044FBE3-B5CA-4AB0-841A-4974406EA17F}" type="presParOf" srcId="{BE600870-9229-40CE-8AAC-F941515806B3}" destId="{72CA3E31-ABC0-4F6E-A901-D55EC65F0068}" srcOrd="3" destOrd="0" presId="urn:microsoft.com/office/officeart/2018/5/layout/CenteredIconLabelDescriptionList"/>
    <dgm:cxn modelId="{F93C8330-78FE-4F9E-B084-0EFD5D30C867}" type="presParOf" srcId="{BE600870-9229-40CE-8AAC-F941515806B3}" destId="{363BBFAD-CC05-4E7B-88BF-EB59AD8E7EB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FD162E28-1040-4B81-AE4E-491E8E319406}">
      <dgm:prSet/>
      <dgm:spPr/>
      <dgm:t>
        <a:bodyPr/>
        <a:lstStyle/>
        <a:p>
          <a:pPr>
            <a:lnSpc>
              <a:spcPct val="100000"/>
            </a:lnSpc>
            <a:defRPr b="1"/>
          </a:pPr>
          <a:r>
            <a:rPr lang="en-US" dirty="0"/>
            <a:t>The key innovation</a:t>
          </a:r>
        </a:p>
      </dgm:t>
    </dgm:pt>
    <dgm:pt modelId="{B42BBCB1-11D8-4339-949B-DF7AAEB0B276}" type="parTrans" cxnId="{2AF97E37-7935-47CC-BA3E-0F6954A1AF60}">
      <dgm:prSet/>
      <dgm:spPr/>
      <dgm:t>
        <a:bodyPr/>
        <a:lstStyle/>
        <a:p>
          <a:endParaRPr lang="en-US"/>
        </a:p>
      </dgm:t>
    </dgm:pt>
    <dgm:pt modelId="{76D3FC9B-AD00-4CDA-8A6F-B2EB1B8B9919}" type="sibTrans" cxnId="{2AF97E37-7935-47CC-BA3E-0F6954A1AF60}">
      <dgm:prSet/>
      <dgm:spPr/>
      <dgm:t>
        <a:bodyPr/>
        <a:lstStyle/>
        <a:p>
          <a:endParaRPr lang="en-US"/>
        </a:p>
      </dgm:t>
    </dgm:pt>
    <dgm:pt modelId="{1C1AC2F9-67B1-4F30-8B8D-B4BC00560085}">
      <dgm:prSet/>
      <dgm:spPr/>
      <dgm:t>
        <a:bodyPr/>
        <a:lstStyle/>
        <a:p>
          <a:pPr>
            <a:lnSpc>
              <a:spcPct val="100000"/>
            </a:lnSpc>
          </a:pPr>
          <a:r>
            <a:rPr lang="tr-TR" dirty="0"/>
            <a:t>Distributed </a:t>
          </a:r>
          <a:r>
            <a:rPr lang="tr-TR" dirty="0" err="1"/>
            <a:t>validation</a:t>
          </a:r>
          <a:r>
            <a:rPr lang="tr-TR" dirty="0"/>
            <a:t> of </a:t>
          </a:r>
          <a:r>
            <a:rPr lang="tr-TR" dirty="0" err="1"/>
            <a:t>transactions</a:t>
          </a:r>
          <a:endParaRPr lang="en-US" dirty="0"/>
        </a:p>
      </dgm:t>
    </dgm:pt>
    <dgm:pt modelId="{76883864-12EA-4B93-AC43-635192BDC3EB}" type="parTrans" cxnId="{156706A4-C9D2-4DE6-8178-A595368B70E9}">
      <dgm:prSet/>
      <dgm:spPr/>
      <dgm:t>
        <a:bodyPr/>
        <a:lstStyle/>
        <a:p>
          <a:endParaRPr lang="en-US"/>
        </a:p>
      </dgm:t>
    </dgm:pt>
    <dgm:pt modelId="{F471677F-DE6F-424D-ACD8-5E1CF60DED75}" type="sibTrans" cxnId="{156706A4-C9D2-4DE6-8178-A595368B70E9}">
      <dgm:prSet/>
      <dgm:spPr/>
      <dgm:t>
        <a:bodyPr/>
        <a:lstStyle/>
        <a:p>
          <a:endParaRPr lang="en-US"/>
        </a:p>
      </dgm:t>
    </dgm:pt>
    <dgm:pt modelId="{F4261C94-6787-4D0A-9940-9EABE0D69AED}">
      <dgm:prSet/>
      <dgm:spPr/>
      <dgm:t>
        <a:bodyPr/>
        <a:lstStyle/>
        <a:p>
          <a:pPr>
            <a:lnSpc>
              <a:spcPct val="100000"/>
            </a:lnSpc>
          </a:pPr>
          <a:r>
            <a:rPr lang="tr-TR" dirty="0"/>
            <a:t>İs </a:t>
          </a:r>
          <a:r>
            <a:rPr lang="tr-TR" dirty="0" err="1"/>
            <a:t>the</a:t>
          </a:r>
          <a:r>
            <a:rPr lang="tr-TR" dirty="0"/>
            <a:t> </a:t>
          </a:r>
          <a:r>
            <a:rPr lang="en-US" dirty="0"/>
            <a:t>“Proof-of-Work” algorithm</a:t>
          </a:r>
        </a:p>
      </dgm:t>
    </dgm:pt>
    <dgm:pt modelId="{8A16100E-BA22-4210-A2A0-AFB1B6620129}" type="parTrans" cxnId="{5D516DF3-EB32-4720-BEA1-83BD3DE59834}">
      <dgm:prSet/>
      <dgm:spPr/>
      <dgm:t>
        <a:bodyPr/>
        <a:lstStyle/>
        <a:p>
          <a:endParaRPr lang="tr-TR"/>
        </a:p>
      </dgm:t>
    </dgm:pt>
    <dgm:pt modelId="{05539638-557A-4D1D-B544-1C6665A2EA1E}" type="sibTrans" cxnId="{5D516DF3-EB32-4720-BEA1-83BD3DE59834}">
      <dgm:prSet/>
      <dgm:spPr/>
      <dgm:t>
        <a:bodyPr/>
        <a:lstStyle/>
        <a:p>
          <a:endParaRPr lang="tr-TR"/>
        </a:p>
      </dgm:t>
    </dgm:pt>
    <dgm:pt modelId="{256B957E-9256-45DE-A989-DE7B0BF2DAE3}">
      <dgm:prSet/>
      <dgm:spPr/>
      <dgm:t>
        <a:bodyPr/>
        <a:lstStyle/>
        <a:p>
          <a:pPr>
            <a:lnSpc>
              <a:spcPct val="100000"/>
            </a:lnSpc>
            <a:defRPr b="1"/>
          </a:pPr>
          <a:r>
            <a:rPr lang="tr-TR" dirty="0" err="1"/>
            <a:t>Benefit</a:t>
          </a:r>
          <a:endParaRPr lang="en-US" dirty="0"/>
        </a:p>
      </dgm:t>
    </dgm:pt>
    <dgm:pt modelId="{409A982E-A016-495E-B780-F1B924813C2E}" type="parTrans" cxnId="{D6090DB1-3390-4267-9CC7-D0F7F2AAC763}">
      <dgm:prSet/>
      <dgm:spPr/>
      <dgm:t>
        <a:bodyPr/>
        <a:lstStyle/>
        <a:p>
          <a:endParaRPr lang="tr-TR"/>
        </a:p>
      </dgm:t>
    </dgm:pt>
    <dgm:pt modelId="{8C2F9713-2812-4497-B789-6CE5B6CBBD44}" type="sibTrans" cxnId="{D6090DB1-3390-4267-9CC7-D0F7F2AAC763}">
      <dgm:prSet/>
      <dgm:spPr/>
      <dgm:t>
        <a:bodyPr/>
        <a:lstStyle/>
        <a:p>
          <a:endParaRPr lang="tr-TR"/>
        </a:p>
      </dgm:t>
    </dgm:pt>
    <dgm:pt modelId="{EBE4AB9B-52F3-4869-AE29-8CEADE3AF7CD}" type="pres">
      <dgm:prSet presAssocID="{A15E6C37-E97B-41E7-ACD9-B167E7345CF3}" presName="root" presStyleCnt="0">
        <dgm:presLayoutVars>
          <dgm:dir/>
          <dgm:resizeHandles val="exact"/>
        </dgm:presLayoutVars>
      </dgm:prSet>
      <dgm:spPr/>
    </dgm:pt>
    <dgm:pt modelId="{CE491717-C105-4D68-9F03-8A15C72A7DC6}" type="pres">
      <dgm:prSet presAssocID="{FD162E28-1040-4B81-AE4E-491E8E319406}" presName="compNode" presStyleCnt="0"/>
      <dgm:spPr/>
    </dgm:pt>
    <dgm:pt modelId="{7DDDD1F1-81FC-4249-8DCE-9B915894FDFD}" type="pres">
      <dgm:prSet presAssocID="{FD162E28-1040-4B81-AE4E-491E8E31940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4D12C688-E261-430A-9189-07B4ADFB4B14}" type="pres">
      <dgm:prSet presAssocID="{FD162E28-1040-4B81-AE4E-491E8E319406}" presName="iconSpace" presStyleCnt="0"/>
      <dgm:spPr/>
    </dgm:pt>
    <dgm:pt modelId="{3F96F8F1-B797-486D-9C47-2ADF7F377C5F}" type="pres">
      <dgm:prSet presAssocID="{FD162E28-1040-4B81-AE4E-491E8E319406}" presName="parTx" presStyleLbl="revTx" presStyleIdx="0" presStyleCnt="4">
        <dgm:presLayoutVars>
          <dgm:chMax val="0"/>
          <dgm:chPref val="0"/>
        </dgm:presLayoutVars>
      </dgm:prSet>
      <dgm:spPr/>
    </dgm:pt>
    <dgm:pt modelId="{889BB2E3-415F-453E-BF10-6D1C7D3B2C32}" type="pres">
      <dgm:prSet presAssocID="{FD162E28-1040-4B81-AE4E-491E8E319406}" presName="txSpace" presStyleCnt="0"/>
      <dgm:spPr/>
    </dgm:pt>
    <dgm:pt modelId="{F5F34242-3747-480F-8B77-4652150EA1E6}" type="pres">
      <dgm:prSet presAssocID="{FD162E28-1040-4B81-AE4E-491E8E319406}" presName="desTx" presStyleLbl="revTx" presStyleIdx="1" presStyleCnt="4">
        <dgm:presLayoutVars/>
      </dgm:prSet>
      <dgm:spPr/>
    </dgm:pt>
    <dgm:pt modelId="{844387AD-C02A-4153-B80B-BF6802C268ED}" type="pres">
      <dgm:prSet presAssocID="{76D3FC9B-AD00-4CDA-8A6F-B2EB1B8B9919}" presName="sibTrans" presStyleCnt="0"/>
      <dgm:spPr/>
    </dgm:pt>
    <dgm:pt modelId="{47E62772-AABC-4523-9E85-884A63CD8098}" type="pres">
      <dgm:prSet presAssocID="{256B957E-9256-45DE-A989-DE7B0BF2DAE3}" presName="compNode" presStyleCnt="0"/>
      <dgm:spPr/>
    </dgm:pt>
    <dgm:pt modelId="{194B5E46-19E3-45CE-8A1B-9FAA523077BF}" type="pres">
      <dgm:prSet presAssocID="{256B957E-9256-45DE-A989-DE7B0BF2DAE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8D1EBC06-EABB-4773-BAF2-D345FC58EF3B}" type="pres">
      <dgm:prSet presAssocID="{256B957E-9256-45DE-A989-DE7B0BF2DAE3}" presName="iconSpace" presStyleCnt="0"/>
      <dgm:spPr/>
    </dgm:pt>
    <dgm:pt modelId="{532CE385-8710-4CB0-8ECF-FA661210D744}" type="pres">
      <dgm:prSet presAssocID="{256B957E-9256-45DE-A989-DE7B0BF2DAE3}" presName="parTx" presStyleLbl="revTx" presStyleIdx="2" presStyleCnt="4">
        <dgm:presLayoutVars>
          <dgm:chMax val="0"/>
          <dgm:chPref val="0"/>
        </dgm:presLayoutVars>
      </dgm:prSet>
      <dgm:spPr/>
    </dgm:pt>
    <dgm:pt modelId="{54725121-827C-46DB-8CF5-570223BECEB6}" type="pres">
      <dgm:prSet presAssocID="{256B957E-9256-45DE-A989-DE7B0BF2DAE3}" presName="txSpace" presStyleCnt="0"/>
      <dgm:spPr/>
    </dgm:pt>
    <dgm:pt modelId="{37C11801-0EA9-4E9C-9916-4AE49E2EE275}" type="pres">
      <dgm:prSet presAssocID="{256B957E-9256-45DE-A989-DE7B0BF2DAE3}" presName="desTx" presStyleLbl="revTx" presStyleIdx="3" presStyleCnt="4">
        <dgm:presLayoutVars/>
      </dgm:prSet>
      <dgm:spPr/>
    </dgm:pt>
  </dgm:ptLst>
  <dgm:cxnLst>
    <dgm:cxn modelId="{2AF97E37-7935-47CC-BA3E-0F6954A1AF60}" srcId="{A15E6C37-E97B-41E7-ACD9-B167E7345CF3}" destId="{FD162E28-1040-4B81-AE4E-491E8E319406}" srcOrd="0" destOrd="0" parTransId="{B42BBCB1-11D8-4339-949B-DF7AAEB0B276}" sibTransId="{76D3FC9B-AD00-4CDA-8A6F-B2EB1B8B9919}"/>
    <dgm:cxn modelId="{2B951D76-C047-46B2-85C8-03B27770AF99}" type="presOf" srcId="{1C1AC2F9-67B1-4F30-8B8D-B4BC00560085}" destId="{37C11801-0EA9-4E9C-9916-4AE49E2EE275}" srcOrd="0" destOrd="0" presId="urn:microsoft.com/office/officeart/2018/5/layout/CenteredIconLabelDescriptionList"/>
    <dgm:cxn modelId="{156706A4-C9D2-4DE6-8178-A595368B70E9}" srcId="{256B957E-9256-45DE-A989-DE7B0BF2DAE3}" destId="{1C1AC2F9-67B1-4F30-8B8D-B4BC00560085}" srcOrd="0" destOrd="0" parTransId="{76883864-12EA-4B93-AC43-635192BDC3EB}" sibTransId="{F471677F-DE6F-424D-ACD8-5E1CF60DED75}"/>
    <dgm:cxn modelId="{D6090DB1-3390-4267-9CC7-D0F7F2AAC763}" srcId="{A15E6C37-E97B-41E7-ACD9-B167E7345CF3}" destId="{256B957E-9256-45DE-A989-DE7B0BF2DAE3}" srcOrd="1" destOrd="0" parTransId="{409A982E-A016-495E-B780-F1B924813C2E}" sibTransId="{8C2F9713-2812-4497-B789-6CE5B6CBBD44}"/>
    <dgm:cxn modelId="{3E5EC8BE-43A9-4D3E-A16E-9E923F94DD24}" type="presOf" srcId="{F4261C94-6787-4D0A-9940-9EABE0D69AED}" destId="{F5F34242-3747-480F-8B77-4652150EA1E6}" srcOrd="0" destOrd="0" presId="urn:microsoft.com/office/officeart/2018/5/layout/CenteredIconLabelDescriptionList"/>
    <dgm:cxn modelId="{520113CC-FDAD-4306-8CBC-84DB3103AA0D}" type="presOf" srcId="{FD162E28-1040-4B81-AE4E-491E8E319406}" destId="{3F96F8F1-B797-486D-9C47-2ADF7F377C5F}" srcOrd="0" destOrd="0" presId="urn:microsoft.com/office/officeart/2018/5/layout/CenteredIconLabelDescriptionList"/>
    <dgm:cxn modelId="{C69B50D3-B243-4223-8452-039C910DDE26}" type="presOf" srcId="{A15E6C37-E97B-41E7-ACD9-B167E7345CF3}" destId="{EBE4AB9B-52F3-4869-AE29-8CEADE3AF7CD}" srcOrd="0" destOrd="0" presId="urn:microsoft.com/office/officeart/2018/5/layout/CenteredIconLabelDescriptionList"/>
    <dgm:cxn modelId="{5D516DF3-EB32-4720-BEA1-83BD3DE59834}" srcId="{FD162E28-1040-4B81-AE4E-491E8E319406}" destId="{F4261C94-6787-4D0A-9940-9EABE0D69AED}" srcOrd="0" destOrd="0" parTransId="{8A16100E-BA22-4210-A2A0-AFB1B6620129}" sibTransId="{05539638-557A-4D1D-B544-1C6665A2EA1E}"/>
    <dgm:cxn modelId="{F4C76EFC-31FE-4A72-9407-5AB94244571C}" type="presOf" srcId="{256B957E-9256-45DE-A989-DE7B0BF2DAE3}" destId="{532CE385-8710-4CB0-8ECF-FA661210D744}" srcOrd="0" destOrd="0" presId="urn:microsoft.com/office/officeart/2018/5/layout/CenteredIconLabelDescriptionList"/>
    <dgm:cxn modelId="{3A9D6646-A4DF-4C0D-B879-D2E046AAE1D3}" type="presParOf" srcId="{EBE4AB9B-52F3-4869-AE29-8CEADE3AF7CD}" destId="{CE491717-C105-4D68-9F03-8A15C72A7DC6}" srcOrd="0" destOrd="0" presId="urn:microsoft.com/office/officeart/2018/5/layout/CenteredIconLabelDescriptionList"/>
    <dgm:cxn modelId="{30EFFD12-50D0-4831-9AD6-D46AB5BB23E9}" type="presParOf" srcId="{CE491717-C105-4D68-9F03-8A15C72A7DC6}" destId="{7DDDD1F1-81FC-4249-8DCE-9B915894FDFD}" srcOrd="0" destOrd="0" presId="urn:microsoft.com/office/officeart/2018/5/layout/CenteredIconLabelDescriptionList"/>
    <dgm:cxn modelId="{4018856F-E5EC-4704-B84B-D04CC25C1E36}" type="presParOf" srcId="{CE491717-C105-4D68-9F03-8A15C72A7DC6}" destId="{4D12C688-E261-430A-9189-07B4ADFB4B14}" srcOrd="1" destOrd="0" presId="urn:microsoft.com/office/officeart/2018/5/layout/CenteredIconLabelDescriptionList"/>
    <dgm:cxn modelId="{B36161B0-2BB9-4F2E-B28A-F9D11807A516}" type="presParOf" srcId="{CE491717-C105-4D68-9F03-8A15C72A7DC6}" destId="{3F96F8F1-B797-486D-9C47-2ADF7F377C5F}" srcOrd="2" destOrd="0" presId="urn:microsoft.com/office/officeart/2018/5/layout/CenteredIconLabelDescriptionList"/>
    <dgm:cxn modelId="{6A4BC8E5-A6A3-4028-97CE-9F5CF2B65C9C}" type="presParOf" srcId="{CE491717-C105-4D68-9F03-8A15C72A7DC6}" destId="{889BB2E3-415F-453E-BF10-6D1C7D3B2C32}" srcOrd="3" destOrd="0" presId="urn:microsoft.com/office/officeart/2018/5/layout/CenteredIconLabelDescriptionList"/>
    <dgm:cxn modelId="{58BE9B32-29D1-4B71-A729-45B780125D23}" type="presParOf" srcId="{CE491717-C105-4D68-9F03-8A15C72A7DC6}" destId="{F5F34242-3747-480F-8B77-4652150EA1E6}" srcOrd="4" destOrd="0" presId="urn:microsoft.com/office/officeart/2018/5/layout/CenteredIconLabelDescriptionList"/>
    <dgm:cxn modelId="{C2C464A5-6CBE-4CEF-8DE6-652134B2F9F9}" type="presParOf" srcId="{EBE4AB9B-52F3-4869-AE29-8CEADE3AF7CD}" destId="{844387AD-C02A-4153-B80B-BF6802C268ED}" srcOrd="1" destOrd="0" presId="urn:microsoft.com/office/officeart/2018/5/layout/CenteredIconLabelDescriptionList"/>
    <dgm:cxn modelId="{CF5C0076-47CF-4C9E-9E78-ABAB141178FE}" type="presParOf" srcId="{EBE4AB9B-52F3-4869-AE29-8CEADE3AF7CD}" destId="{47E62772-AABC-4523-9E85-884A63CD8098}" srcOrd="2" destOrd="0" presId="urn:microsoft.com/office/officeart/2018/5/layout/CenteredIconLabelDescriptionList"/>
    <dgm:cxn modelId="{8305AED1-84BD-4A12-88B6-976834ECD7FA}" type="presParOf" srcId="{47E62772-AABC-4523-9E85-884A63CD8098}" destId="{194B5E46-19E3-45CE-8A1B-9FAA523077BF}" srcOrd="0" destOrd="0" presId="urn:microsoft.com/office/officeart/2018/5/layout/CenteredIconLabelDescriptionList"/>
    <dgm:cxn modelId="{613B87BA-B44E-408C-BF27-040C3E94A1E8}" type="presParOf" srcId="{47E62772-AABC-4523-9E85-884A63CD8098}" destId="{8D1EBC06-EABB-4773-BAF2-D345FC58EF3B}" srcOrd="1" destOrd="0" presId="urn:microsoft.com/office/officeart/2018/5/layout/CenteredIconLabelDescriptionList"/>
    <dgm:cxn modelId="{D7C46676-A41F-4A93-AFE2-6109F93D3A40}" type="presParOf" srcId="{47E62772-AABC-4523-9E85-884A63CD8098}" destId="{532CE385-8710-4CB0-8ECF-FA661210D744}" srcOrd="2" destOrd="0" presId="urn:microsoft.com/office/officeart/2018/5/layout/CenteredIconLabelDescriptionList"/>
    <dgm:cxn modelId="{74FFD207-F962-4842-AF9F-AEE6AF18EB99}" type="presParOf" srcId="{47E62772-AABC-4523-9E85-884A63CD8098}" destId="{54725121-827C-46DB-8CF5-570223BECEB6}" srcOrd="3" destOrd="0" presId="urn:microsoft.com/office/officeart/2018/5/layout/CenteredIconLabelDescriptionList"/>
    <dgm:cxn modelId="{A5808E37-1007-44B5-B486-458D774CC78F}" type="presParOf" srcId="{47E62772-AABC-4523-9E85-884A63CD8098}" destId="{37C11801-0EA9-4E9C-9916-4AE49E2EE27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3A8FEA8-9B76-43BC-ADE8-F7D7D2C601E3}">
      <dgm:prSet/>
      <dgm:spPr/>
      <dgm:t>
        <a:bodyPr/>
        <a:lstStyle/>
        <a:p>
          <a:pPr>
            <a:lnSpc>
              <a:spcPct val="100000"/>
            </a:lnSpc>
          </a:pPr>
          <a:r>
            <a:rPr lang="en-US"/>
            <a:t>conduct a global “election”</a:t>
          </a:r>
        </a:p>
      </dgm:t>
    </dgm:pt>
    <dgm:pt modelId="{E626A6EC-F0E0-4881-92C1-C477531F0B0F}" type="parTrans" cxnId="{6738B123-451D-4D1E-8C0D-FDFBD5A250C5}">
      <dgm:prSet/>
      <dgm:spPr/>
      <dgm:t>
        <a:bodyPr/>
        <a:lstStyle/>
        <a:p>
          <a:endParaRPr lang="en-US"/>
        </a:p>
      </dgm:t>
    </dgm:pt>
    <dgm:pt modelId="{5A0D1B3E-1045-4F3B-83CD-68E0FE1A2DAB}" type="sibTrans" cxnId="{6738B123-451D-4D1E-8C0D-FDFBD5A250C5}">
      <dgm:prSet/>
      <dgm:spPr/>
      <dgm:t>
        <a:bodyPr/>
        <a:lstStyle/>
        <a:p>
          <a:endParaRPr lang="en-US"/>
        </a:p>
      </dgm:t>
    </dgm:pt>
    <dgm:pt modelId="{08CE61EC-EEE3-4FF6-B834-E0206F4AD5E4}">
      <dgm:prSet/>
      <dgm:spPr/>
      <dgm:t>
        <a:bodyPr/>
        <a:lstStyle/>
        <a:p>
          <a:pPr>
            <a:lnSpc>
              <a:spcPct val="100000"/>
            </a:lnSpc>
            <a:defRPr b="1"/>
          </a:pPr>
          <a:r>
            <a:rPr lang="tr-TR"/>
            <a:t>10 Minutes rule</a:t>
          </a:r>
          <a:endParaRPr lang="en-US"/>
        </a:p>
      </dgm:t>
    </dgm:pt>
    <dgm:pt modelId="{6A763893-24FD-445E-9DE0-389B537FAE26}" type="parTrans" cxnId="{EACD09D0-E1AE-4628-AD9C-AB61C467DDC2}">
      <dgm:prSet/>
      <dgm:spPr/>
      <dgm:t>
        <a:bodyPr/>
        <a:lstStyle/>
        <a:p>
          <a:endParaRPr lang="tr-TR"/>
        </a:p>
      </dgm:t>
    </dgm:pt>
    <dgm:pt modelId="{732E1CBB-C4D4-4138-BB6B-9CAFB4419153}" type="sibTrans" cxnId="{EACD09D0-E1AE-4628-AD9C-AB61C467DDC2}">
      <dgm:prSet/>
      <dgm:spPr/>
      <dgm:t>
        <a:bodyPr/>
        <a:lstStyle/>
        <a:p>
          <a:endParaRPr lang="tr-TR"/>
        </a:p>
      </dgm:t>
    </dgm:pt>
    <dgm:pt modelId="{8614F3A3-6D62-458C-9EA1-F25BD56E2431}">
      <dgm:prSet/>
      <dgm:spPr/>
      <dgm:t>
        <a:bodyPr/>
        <a:lstStyle/>
        <a:p>
          <a:pPr>
            <a:lnSpc>
              <a:spcPct val="100000"/>
            </a:lnSpc>
          </a:pPr>
          <a:r>
            <a:rPr lang="en-US"/>
            <a:t>every 10 minutes</a:t>
          </a:r>
        </a:p>
      </dgm:t>
    </dgm:pt>
    <dgm:pt modelId="{88C77DC0-AC06-4F37-89F5-B9AA827B0339}" type="parTrans" cxnId="{72725BF4-4E93-4212-A182-C65D831804A3}">
      <dgm:prSet/>
      <dgm:spPr/>
    </dgm:pt>
    <dgm:pt modelId="{AE5CE9F8-0289-4681-9C88-A1CDAD7ED7E2}" type="sibTrans" cxnId="{72725BF4-4E93-4212-A182-C65D831804A3}">
      <dgm:prSet/>
      <dgm:spPr/>
    </dgm:pt>
    <dgm:pt modelId="{72B39313-F948-41B5-9992-31B5184F874A}">
      <dgm:prSet/>
      <dgm:spPr/>
      <dgm:t>
        <a:bodyPr/>
        <a:lstStyle/>
        <a:p>
          <a:pPr>
            <a:lnSpc>
              <a:spcPct val="100000"/>
            </a:lnSpc>
            <a:defRPr b="1"/>
          </a:pPr>
          <a:r>
            <a:rPr lang="tr-TR"/>
            <a:t>Period</a:t>
          </a:r>
          <a:endParaRPr lang="en-US"/>
        </a:p>
      </dgm:t>
    </dgm:pt>
    <dgm:pt modelId="{2ACD79C7-FB7D-477D-A56B-B412DC300C13}" type="parTrans" cxnId="{09E48A17-492F-4F53-B1AD-11A79A77E05B}">
      <dgm:prSet/>
      <dgm:spPr/>
    </dgm:pt>
    <dgm:pt modelId="{29D4EA29-FD27-41F0-AD34-517422A8940D}" type="sibTrans" cxnId="{09E48A17-492F-4F53-B1AD-11A79A77E05B}">
      <dgm:prSet/>
      <dgm:spPr/>
    </dgm:pt>
    <dgm:pt modelId="{53AD0DEC-074F-4E9B-BCC0-5C6544B20584}" type="pres">
      <dgm:prSet presAssocID="{A15E6C37-E97B-41E7-ACD9-B167E7345CF3}" presName="root" presStyleCnt="0">
        <dgm:presLayoutVars>
          <dgm:dir/>
          <dgm:resizeHandles val="exact"/>
        </dgm:presLayoutVars>
      </dgm:prSet>
      <dgm:spPr/>
    </dgm:pt>
    <dgm:pt modelId="{726CC32C-727B-4657-87E7-22412C819C07}" type="pres">
      <dgm:prSet presAssocID="{08CE61EC-EEE3-4FF6-B834-E0206F4AD5E4}" presName="compNode" presStyleCnt="0"/>
      <dgm:spPr/>
    </dgm:pt>
    <dgm:pt modelId="{4C960430-7B03-4F9F-9F94-3943580A196F}" type="pres">
      <dgm:prSet presAssocID="{08CE61EC-EEE3-4FF6-B834-E0206F4AD5E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93734CF5-5DFA-48FF-91FB-5BC55DFBE3AF}" type="pres">
      <dgm:prSet presAssocID="{08CE61EC-EEE3-4FF6-B834-E0206F4AD5E4}" presName="iconSpace" presStyleCnt="0"/>
      <dgm:spPr/>
    </dgm:pt>
    <dgm:pt modelId="{71145B6F-9B92-42BE-A6B8-1DB25F844865}" type="pres">
      <dgm:prSet presAssocID="{08CE61EC-EEE3-4FF6-B834-E0206F4AD5E4}" presName="parTx" presStyleLbl="revTx" presStyleIdx="0" presStyleCnt="4">
        <dgm:presLayoutVars>
          <dgm:chMax val="0"/>
          <dgm:chPref val="0"/>
        </dgm:presLayoutVars>
      </dgm:prSet>
      <dgm:spPr/>
    </dgm:pt>
    <dgm:pt modelId="{A121AAD6-BA48-418E-B8CD-E712A544325C}" type="pres">
      <dgm:prSet presAssocID="{08CE61EC-EEE3-4FF6-B834-E0206F4AD5E4}" presName="txSpace" presStyleCnt="0"/>
      <dgm:spPr/>
    </dgm:pt>
    <dgm:pt modelId="{E0CB4D37-FC04-4B26-859B-E81F54504138}" type="pres">
      <dgm:prSet presAssocID="{08CE61EC-EEE3-4FF6-B834-E0206F4AD5E4}" presName="desTx" presStyleLbl="revTx" presStyleIdx="1" presStyleCnt="4">
        <dgm:presLayoutVars/>
      </dgm:prSet>
      <dgm:spPr/>
    </dgm:pt>
    <dgm:pt modelId="{BB29BE9B-F8D9-4CDD-A641-AFC81106BDA4}" type="pres">
      <dgm:prSet presAssocID="{732E1CBB-C4D4-4138-BB6B-9CAFB4419153}" presName="sibTrans" presStyleCnt="0"/>
      <dgm:spPr/>
    </dgm:pt>
    <dgm:pt modelId="{11EA57FF-76FF-4D04-91A7-72E983628D2D}" type="pres">
      <dgm:prSet presAssocID="{72B39313-F948-41B5-9992-31B5184F874A}" presName="compNode" presStyleCnt="0"/>
      <dgm:spPr/>
    </dgm:pt>
    <dgm:pt modelId="{97390011-15B4-4C26-9126-03CB266871A8}" type="pres">
      <dgm:prSet presAssocID="{72B39313-F948-41B5-9992-31B5184F874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8286FE52-1C17-473A-B270-C93CD20FD62A}" type="pres">
      <dgm:prSet presAssocID="{72B39313-F948-41B5-9992-31B5184F874A}" presName="iconSpace" presStyleCnt="0"/>
      <dgm:spPr/>
    </dgm:pt>
    <dgm:pt modelId="{A50A7C83-2752-4124-8171-3DE47D80D9A5}" type="pres">
      <dgm:prSet presAssocID="{72B39313-F948-41B5-9992-31B5184F874A}" presName="parTx" presStyleLbl="revTx" presStyleIdx="2" presStyleCnt="4">
        <dgm:presLayoutVars>
          <dgm:chMax val="0"/>
          <dgm:chPref val="0"/>
        </dgm:presLayoutVars>
      </dgm:prSet>
      <dgm:spPr/>
    </dgm:pt>
    <dgm:pt modelId="{B7D6AD12-CD69-4983-9797-ABFB708A7B14}" type="pres">
      <dgm:prSet presAssocID="{72B39313-F948-41B5-9992-31B5184F874A}" presName="txSpace" presStyleCnt="0"/>
      <dgm:spPr/>
    </dgm:pt>
    <dgm:pt modelId="{F99DC857-1216-41AF-B03D-B4BC496E73BE}" type="pres">
      <dgm:prSet presAssocID="{72B39313-F948-41B5-9992-31B5184F874A}" presName="desTx" presStyleLbl="revTx" presStyleIdx="3" presStyleCnt="4">
        <dgm:presLayoutVars/>
      </dgm:prSet>
      <dgm:spPr/>
    </dgm:pt>
  </dgm:ptLst>
  <dgm:cxnLst>
    <dgm:cxn modelId="{09E48A17-492F-4F53-B1AD-11A79A77E05B}" srcId="{A15E6C37-E97B-41E7-ACD9-B167E7345CF3}" destId="{72B39313-F948-41B5-9992-31B5184F874A}" srcOrd="1" destOrd="0" parTransId="{2ACD79C7-FB7D-477D-A56B-B412DC300C13}" sibTransId="{29D4EA29-FD27-41F0-AD34-517422A8940D}"/>
    <dgm:cxn modelId="{C26A7022-E58B-4B2B-AE20-0307C6224B22}" type="presOf" srcId="{08CE61EC-EEE3-4FF6-B834-E0206F4AD5E4}" destId="{71145B6F-9B92-42BE-A6B8-1DB25F844865}" srcOrd="0" destOrd="0" presId="urn:microsoft.com/office/officeart/2018/5/layout/CenteredIconLabelDescriptionList"/>
    <dgm:cxn modelId="{6738B123-451D-4D1E-8C0D-FDFBD5A250C5}" srcId="{08CE61EC-EEE3-4FF6-B834-E0206F4AD5E4}" destId="{C3A8FEA8-9B76-43BC-ADE8-F7D7D2C601E3}" srcOrd="0" destOrd="0" parTransId="{E626A6EC-F0E0-4881-92C1-C477531F0B0F}" sibTransId="{5A0D1B3E-1045-4F3B-83CD-68E0FE1A2DAB}"/>
    <dgm:cxn modelId="{E2D65532-9C02-413E-9346-BAC9030BF723}" type="presOf" srcId="{C3A8FEA8-9B76-43BC-ADE8-F7D7D2C601E3}" destId="{E0CB4D37-FC04-4B26-859B-E81F54504138}" srcOrd="0" destOrd="0" presId="urn:microsoft.com/office/officeart/2018/5/layout/CenteredIconLabelDescriptionList"/>
    <dgm:cxn modelId="{DA528645-D875-49B7-8BD9-92CBCC90DE3E}" type="presOf" srcId="{A15E6C37-E97B-41E7-ACD9-B167E7345CF3}" destId="{53AD0DEC-074F-4E9B-BCC0-5C6544B20584}" srcOrd="0" destOrd="0" presId="urn:microsoft.com/office/officeart/2018/5/layout/CenteredIconLabelDescriptionList"/>
    <dgm:cxn modelId="{BDF8BB7D-8845-483A-AA0C-8A6CBCFAFA4A}" type="presOf" srcId="{72B39313-F948-41B5-9992-31B5184F874A}" destId="{A50A7C83-2752-4124-8171-3DE47D80D9A5}" srcOrd="0" destOrd="0" presId="urn:microsoft.com/office/officeart/2018/5/layout/CenteredIconLabelDescriptionList"/>
    <dgm:cxn modelId="{EACD09D0-E1AE-4628-AD9C-AB61C467DDC2}" srcId="{A15E6C37-E97B-41E7-ACD9-B167E7345CF3}" destId="{08CE61EC-EEE3-4FF6-B834-E0206F4AD5E4}" srcOrd="0" destOrd="0" parTransId="{6A763893-24FD-445E-9DE0-389B537FAE26}" sibTransId="{732E1CBB-C4D4-4138-BB6B-9CAFB4419153}"/>
    <dgm:cxn modelId="{5158DEE3-1D8D-47C8-80DA-66A141C408AA}" type="presOf" srcId="{8614F3A3-6D62-458C-9EA1-F25BD56E2431}" destId="{F99DC857-1216-41AF-B03D-B4BC496E73BE}" srcOrd="0" destOrd="0" presId="urn:microsoft.com/office/officeart/2018/5/layout/CenteredIconLabelDescriptionList"/>
    <dgm:cxn modelId="{72725BF4-4E93-4212-A182-C65D831804A3}" srcId="{72B39313-F948-41B5-9992-31B5184F874A}" destId="{8614F3A3-6D62-458C-9EA1-F25BD56E2431}" srcOrd="0" destOrd="0" parTransId="{88C77DC0-AC06-4F37-89F5-B9AA827B0339}" sibTransId="{AE5CE9F8-0289-4681-9C88-A1CDAD7ED7E2}"/>
    <dgm:cxn modelId="{476CA105-2B41-4D89-964B-AEA23C4EAC19}" type="presParOf" srcId="{53AD0DEC-074F-4E9B-BCC0-5C6544B20584}" destId="{726CC32C-727B-4657-87E7-22412C819C07}" srcOrd="0" destOrd="0" presId="urn:microsoft.com/office/officeart/2018/5/layout/CenteredIconLabelDescriptionList"/>
    <dgm:cxn modelId="{736CDB1C-458C-4EED-9BC8-7924ABD939BD}" type="presParOf" srcId="{726CC32C-727B-4657-87E7-22412C819C07}" destId="{4C960430-7B03-4F9F-9F94-3943580A196F}" srcOrd="0" destOrd="0" presId="urn:microsoft.com/office/officeart/2018/5/layout/CenteredIconLabelDescriptionList"/>
    <dgm:cxn modelId="{2C5038F4-9E77-47EC-9631-E24E2B7354B2}" type="presParOf" srcId="{726CC32C-727B-4657-87E7-22412C819C07}" destId="{93734CF5-5DFA-48FF-91FB-5BC55DFBE3AF}" srcOrd="1" destOrd="0" presId="urn:microsoft.com/office/officeart/2018/5/layout/CenteredIconLabelDescriptionList"/>
    <dgm:cxn modelId="{B50BFBA0-4FD7-40E5-8584-33BA61E06BBD}" type="presParOf" srcId="{726CC32C-727B-4657-87E7-22412C819C07}" destId="{71145B6F-9B92-42BE-A6B8-1DB25F844865}" srcOrd="2" destOrd="0" presId="urn:microsoft.com/office/officeart/2018/5/layout/CenteredIconLabelDescriptionList"/>
    <dgm:cxn modelId="{5AC8E832-95F0-40D8-BACB-E90C60B068F5}" type="presParOf" srcId="{726CC32C-727B-4657-87E7-22412C819C07}" destId="{A121AAD6-BA48-418E-B8CD-E712A544325C}" srcOrd="3" destOrd="0" presId="urn:microsoft.com/office/officeart/2018/5/layout/CenteredIconLabelDescriptionList"/>
    <dgm:cxn modelId="{9DC40EB7-CA9E-44F9-AD0D-788DFDEE7156}" type="presParOf" srcId="{726CC32C-727B-4657-87E7-22412C819C07}" destId="{E0CB4D37-FC04-4B26-859B-E81F54504138}" srcOrd="4" destOrd="0" presId="urn:microsoft.com/office/officeart/2018/5/layout/CenteredIconLabelDescriptionList"/>
    <dgm:cxn modelId="{34B443E3-4C16-451E-9AEB-99219F92FA4D}" type="presParOf" srcId="{53AD0DEC-074F-4E9B-BCC0-5C6544B20584}" destId="{BB29BE9B-F8D9-4CDD-A641-AFC81106BDA4}" srcOrd="1" destOrd="0" presId="urn:microsoft.com/office/officeart/2018/5/layout/CenteredIconLabelDescriptionList"/>
    <dgm:cxn modelId="{98597CFF-926C-4442-B7F7-2FB4507CAC63}" type="presParOf" srcId="{53AD0DEC-074F-4E9B-BCC0-5C6544B20584}" destId="{11EA57FF-76FF-4D04-91A7-72E983628D2D}" srcOrd="2" destOrd="0" presId="urn:microsoft.com/office/officeart/2018/5/layout/CenteredIconLabelDescriptionList"/>
    <dgm:cxn modelId="{0A56D6DD-0396-4A45-B650-3E7EAA0B2974}" type="presParOf" srcId="{11EA57FF-76FF-4D04-91A7-72E983628D2D}" destId="{97390011-15B4-4C26-9126-03CB266871A8}" srcOrd="0" destOrd="0" presId="urn:microsoft.com/office/officeart/2018/5/layout/CenteredIconLabelDescriptionList"/>
    <dgm:cxn modelId="{ABD66575-0230-4FA6-BAA9-9D41E2862A4B}" type="presParOf" srcId="{11EA57FF-76FF-4D04-91A7-72E983628D2D}" destId="{8286FE52-1C17-473A-B270-C93CD20FD62A}" srcOrd="1" destOrd="0" presId="urn:microsoft.com/office/officeart/2018/5/layout/CenteredIconLabelDescriptionList"/>
    <dgm:cxn modelId="{5CDF5303-EB75-4F93-9B39-956EFF5AF7A3}" type="presParOf" srcId="{11EA57FF-76FF-4D04-91A7-72E983628D2D}" destId="{A50A7C83-2752-4124-8171-3DE47D80D9A5}" srcOrd="2" destOrd="0" presId="urn:microsoft.com/office/officeart/2018/5/layout/CenteredIconLabelDescriptionList"/>
    <dgm:cxn modelId="{01764CB4-31FB-449F-80E0-BEFB7D726B69}" type="presParOf" srcId="{11EA57FF-76FF-4D04-91A7-72E983628D2D}" destId="{B7D6AD12-CD69-4983-9797-ABFB708A7B14}" srcOrd="3" destOrd="0" presId="urn:microsoft.com/office/officeart/2018/5/layout/CenteredIconLabelDescriptionList"/>
    <dgm:cxn modelId="{C0F60D99-3895-4AA0-86CC-6027122D0ED1}" type="presParOf" srcId="{11EA57FF-76FF-4D04-91A7-72E983628D2D}" destId="{F99DC857-1216-41AF-B03D-B4BC496E73B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15E6C37-E97B-41E7-ACD9-B167E7345CF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463D08-9D98-4F50-B951-EB40778B58FC}">
      <dgm:prSet/>
      <dgm:spPr/>
      <dgm:t>
        <a:bodyPr/>
        <a:lstStyle/>
        <a:p>
          <a:pPr>
            <a:lnSpc>
              <a:spcPct val="100000"/>
            </a:lnSpc>
          </a:pPr>
          <a:r>
            <a:rPr lang="en-US"/>
            <a:t>decentralized network</a:t>
          </a:r>
        </a:p>
      </dgm:t>
    </dgm:pt>
    <dgm:pt modelId="{D7BA6F04-4CA5-46F3-8679-2ABCD503678F}" type="parTrans" cxnId="{62F94F86-599F-45C5-963F-8B8056913A44}">
      <dgm:prSet/>
      <dgm:spPr/>
      <dgm:t>
        <a:bodyPr/>
        <a:lstStyle/>
        <a:p>
          <a:endParaRPr lang="tr-TR"/>
        </a:p>
      </dgm:t>
    </dgm:pt>
    <dgm:pt modelId="{D0E08DAD-59CC-4466-A56D-6F8EAE7A0364}" type="sibTrans" cxnId="{62F94F86-599F-45C5-963F-8B8056913A44}">
      <dgm:prSet/>
      <dgm:spPr/>
      <dgm:t>
        <a:bodyPr/>
        <a:lstStyle/>
        <a:p>
          <a:endParaRPr lang="tr-TR"/>
        </a:p>
      </dgm:t>
    </dgm:pt>
    <dgm:pt modelId="{78F70784-C8D5-45DB-B7A1-9CC633470479}">
      <dgm:prSet/>
      <dgm:spPr/>
      <dgm:t>
        <a:bodyPr/>
        <a:lstStyle/>
        <a:p>
          <a:pPr>
            <a:lnSpc>
              <a:spcPct val="100000"/>
            </a:lnSpc>
            <a:defRPr b="1"/>
          </a:pPr>
          <a:r>
            <a:rPr lang="tr-TR"/>
            <a:t>Consensus</a:t>
          </a:r>
          <a:endParaRPr lang="en-US"/>
        </a:p>
      </dgm:t>
    </dgm:pt>
    <dgm:pt modelId="{CC28094B-5D01-4E52-9B16-CD0E438B4DCF}" type="parTrans" cxnId="{840D26BD-DBB5-43F7-9497-DE29FEA802BD}">
      <dgm:prSet/>
      <dgm:spPr/>
      <dgm:t>
        <a:bodyPr/>
        <a:lstStyle/>
        <a:p>
          <a:endParaRPr lang="tr-TR"/>
        </a:p>
      </dgm:t>
    </dgm:pt>
    <dgm:pt modelId="{E712BD80-9B3F-4A0B-B2C6-185D870C31C3}" type="sibTrans" cxnId="{840D26BD-DBB5-43F7-9497-DE29FEA802BD}">
      <dgm:prSet/>
      <dgm:spPr/>
      <dgm:t>
        <a:bodyPr/>
        <a:lstStyle/>
        <a:p>
          <a:endParaRPr lang="tr-TR"/>
        </a:p>
      </dgm:t>
    </dgm:pt>
    <dgm:pt modelId="{C6B888CF-BAB1-4BE7-A3CE-62D07491D698}">
      <dgm:prSet/>
      <dgm:spPr/>
      <dgm:t>
        <a:bodyPr/>
        <a:lstStyle/>
        <a:p>
          <a:pPr>
            <a:lnSpc>
              <a:spcPct val="100000"/>
            </a:lnSpc>
            <a:defRPr b="1"/>
          </a:pPr>
          <a:r>
            <a:rPr lang="en-US" dirty="0"/>
            <a:t>arrive at </a:t>
          </a:r>
          <a:r>
            <a:rPr lang="en-US" i="1" dirty="0"/>
            <a:t>consensus</a:t>
          </a:r>
          <a:endParaRPr lang="en-US" dirty="0"/>
        </a:p>
      </dgm:t>
    </dgm:pt>
    <dgm:pt modelId="{4B1371EC-3369-41F6-BB76-BF3EA5DB69A4}" type="parTrans" cxnId="{92395862-BAB5-42C5-B732-D128CCE5A06B}">
      <dgm:prSet/>
      <dgm:spPr/>
    </dgm:pt>
    <dgm:pt modelId="{7E8D5D7C-492A-447E-8773-014F77A28350}" type="sibTrans" cxnId="{92395862-BAB5-42C5-B732-D128CCE5A06B}">
      <dgm:prSet/>
      <dgm:spPr/>
    </dgm:pt>
    <dgm:pt modelId="{BDAED4E0-4BCF-4362-BF0F-59F1C9F32D1C}">
      <dgm:prSet/>
      <dgm:spPr/>
      <dgm:t>
        <a:bodyPr/>
        <a:lstStyle/>
        <a:p>
          <a:pPr>
            <a:lnSpc>
              <a:spcPct val="100000"/>
            </a:lnSpc>
          </a:pPr>
          <a:r>
            <a:rPr lang="en-US" dirty="0"/>
            <a:t>About</a:t>
          </a:r>
          <a:r>
            <a:rPr lang="tr-TR" dirty="0"/>
            <a:t> </a:t>
          </a:r>
          <a:r>
            <a:rPr lang="en-US" dirty="0"/>
            <a:t>the state of transactions </a:t>
          </a:r>
        </a:p>
      </dgm:t>
    </dgm:pt>
    <dgm:pt modelId="{0D0D9AA3-1B75-473A-AC2B-94B4539CDE8A}" type="parTrans" cxnId="{D0F57065-3527-4868-A4F3-B9DD63F982FD}">
      <dgm:prSet/>
      <dgm:spPr/>
    </dgm:pt>
    <dgm:pt modelId="{8DCAEFC5-9939-4180-87F7-7B94DA175678}" type="sibTrans" cxnId="{D0F57065-3527-4868-A4F3-B9DD63F982FD}">
      <dgm:prSet/>
      <dgm:spPr/>
    </dgm:pt>
    <dgm:pt modelId="{75E745DB-F543-47C6-9094-C32E758826FE}" type="pres">
      <dgm:prSet presAssocID="{A15E6C37-E97B-41E7-ACD9-B167E7345CF3}" presName="root" presStyleCnt="0">
        <dgm:presLayoutVars>
          <dgm:dir/>
          <dgm:resizeHandles val="exact"/>
        </dgm:presLayoutVars>
      </dgm:prSet>
      <dgm:spPr/>
    </dgm:pt>
    <dgm:pt modelId="{67A94AD8-32F2-4D82-8316-B4A47617F263}" type="pres">
      <dgm:prSet presAssocID="{78F70784-C8D5-45DB-B7A1-9CC633470479}" presName="compNode" presStyleCnt="0"/>
      <dgm:spPr/>
    </dgm:pt>
    <dgm:pt modelId="{4D89345E-C29E-41BA-94AE-79A501CB7AA6}" type="pres">
      <dgm:prSet presAssocID="{78F70784-C8D5-45DB-B7A1-9CC63347047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960E7A43-9A8E-4CC5-8B06-F958043140E1}" type="pres">
      <dgm:prSet presAssocID="{78F70784-C8D5-45DB-B7A1-9CC633470479}" presName="iconSpace" presStyleCnt="0"/>
      <dgm:spPr/>
    </dgm:pt>
    <dgm:pt modelId="{4C135C10-F762-4B3C-A1CB-4B1340FECAD8}" type="pres">
      <dgm:prSet presAssocID="{78F70784-C8D5-45DB-B7A1-9CC633470479}" presName="parTx" presStyleLbl="revTx" presStyleIdx="0" presStyleCnt="4">
        <dgm:presLayoutVars>
          <dgm:chMax val="0"/>
          <dgm:chPref val="0"/>
        </dgm:presLayoutVars>
      </dgm:prSet>
      <dgm:spPr/>
    </dgm:pt>
    <dgm:pt modelId="{52D89C3F-5DD3-43F1-A29B-0063F4618B02}" type="pres">
      <dgm:prSet presAssocID="{78F70784-C8D5-45DB-B7A1-9CC633470479}" presName="txSpace" presStyleCnt="0"/>
      <dgm:spPr/>
    </dgm:pt>
    <dgm:pt modelId="{54B41188-8EF6-439F-B0E2-1C813ECAFFB5}" type="pres">
      <dgm:prSet presAssocID="{78F70784-C8D5-45DB-B7A1-9CC633470479}" presName="desTx" presStyleLbl="revTx" presStyleIdx="1" presStyleCnt="4">
        <dgm:presLayoutVars/>
      </dgm:prSet>
      <dgm:spPr/>
    </dgm:pt>
    <dgm:pt modelId="{AE671D3E-2B17-4D01-BE49-B3E568C3FE45}" type="pres">
      <dgm:prSet presAssocID="{E712BD80-9B3F-4A0B-B2C6-185D870C31C3}" presName="sibTrans" presStyleCnt="0"/>
      <dgm:spPr/>
    </dgm:pt>
    <dgm:pt modelId="{D38FF0D9-F276-454F-A4E1-8B6487FA30B7}" type="pres">
      <dgm:prSet presAssocID="{C6B888CF-BAB1-4BE7-A3CE-62D07491D698}" presName="compNode" presStyleCnt="0"/>
      <dgm:spPr/>
    </dgm:pt>
    <dgm:pt modelId="{9E2AD69F-413D-45E2-80D7-4140DB615B32}" type="pres">
      <dgm:prSet presAssocID="{C6B888CF-BAB1-4BE7-A3CE-62D07491D6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87738113-5DA9-48B1-9B29-3687B358317E}" type="pres">
      <dgm:prSet presAssocID="{C6B888CF-BAB1-4BE7-A3CE-62D07491D698}" presName="iconSpace" presStyleCnt="0"/>
      <dgm:spPr/>
    </dgm:pt>
    <dgm:pt modelId="{E605613C-44A7-4A08-971F-65191089E1FF}" type="pres">
      <dgm:prSet presAssocID="{C6B888CF-BAB1-4BE7-A3CE-62D07491D698}" presName="parTx" presStyleLbl="revTx" presStyleIdx="2" presStyleCnt="4">
        <dgm:presLayoutVars>
          <dgm:chMax val="0"/>
          <dgm:chPref val="0"/>
        </dgm:presLayoutVars>
      </dgm:prSet>
      <dgm:spPr/>
    </dgm:pt>
    <dgm:pt modelId="{E0D2A881-D326-40F8-9FA4-CA4FC6A66096}" type="pres">
      <dgm:prSet presAssocID="{C6B888CF-BAB1-4BE7-A3CE-62D07491D698}" presName="txSpace" presStyleCnt="0"/>
      <dgm:spPr/>
    </dgm:pt>
    <dgm:pt modelId="{DCF3A310-85BC-469C-B66C-9F1D33509266}" type="pres">
      <dgm:prSet presAssocID="{C6B888CF-BAB1-4BE7-A3CE-62D07491D698}" presName="desTx" presStyleLbl="revTx" presStyleIdx="3" presStyleCnt="4">
        <dgm:presLayoutVars/>
      </dgm:prSet>
      <dgm:spPr/>
    </dgm:pt>
  </dgm:ptLst>
  <dgm:cxnLst>
    <dgm:cxn modelId="{23DFFD61-F903-493C-8396-C27E70177648}" type="presOf" srcId="{BDAED4E0-4BCF-4362-BF0F-59F1C9F32D1C}" destId="{DCF3A310-85BC-469C-B66C-9F1D33509266}" srcOrd="0" destOrd="0" presId="urn:microsoft.com/office/officeart/2018/2/layout/IconLabelDescriptionList"/>
    <dgm:cxn modelId="{92395862-BAB5-42C5-B732-D128CCE5A06B}" srcId="{A15E6C37-E97B-41E7-ACD9-B167E7345CF3}" destId="{C6B888CF-BAB1-4BE7-A3CE-62D07491D698}" srcOrd="1" destOrd="0" parTransId="{4B1371EC-3369-41F6-BB76-BF3EA5DB69A4}" sibTransId="{7E8D5D7C-492A-447E-8773-014F77A28350}"/>
    <dgm:cxn modelId="{D0F57065-3527-4868-A4F3-B9DD63F982FD}" srcId="{C6B888CF-BAB1-4BE7-A3CE-62D07491D698}" destId="{BDAED4E0-4BCF-4362-BF0F-59F1C9F32D1C}" srcOrd="0" destOrd="0" parTransId="{0D0D9AA3-1B75-473A-AC2B-94B4539CDE8A}" sibTransId="{8DCAEFC5-9939-4180-87F7-7B94DA175678}"/>
    <dgm:cxn modelId="{61E5B54E-8294-4C06-BA80-E66971B9E8F9}" type="presOf" srcId="{78F70784-C8D5-45DB-B7A1-9CC633470479}" destId="{4C135C10-F762-4B3C-A1CB-4B1340FECAD8}" srcOrd="0" destOrd="0" presId="urn:microsoft.com/office/officeart/2018/2/layout/IconLabelDescriptionList"/>
    <dgm:cxn modelId="{46E62858-6D20-4013-A492-3D0D809FF679}" type="presOf" srcId="{A15E6C37-E97B-41E7-ACD9-B167E7345CF3}" destId="{75E745DB-F543-47C6-9094-C32E758826FE}" srcOrd="0" destOrd="0" presId="urn:microsoft.com/office/officeart/2018/2/layout/IconLabelDescriptionList"/>
    <dgm:cxn modelId="{62F94F86-599F-45C5-963F-8B8056913A44}" srcId="{78F70784-C8D5-45DB-B7A1-9CC633470479}" destId="{0B463D08-9D98-4F50-B951-EB40778B58FC}" srcOrd="0" destOrd="0" parTransId="{D7BA6F04-4CA5-46F3-8679-2ABCD503678F}" sibTransId="{D0E08DAD-59CC-4466-A56D-6F8EAE7A0364}"/>
    <dgm:cxn modelId="{94760D94-A54C-4226-B167-E43050E9909B}" type="presOf" srcId="{C6B888CF-BAB1-4BE7-A3CE-62D07491D698}" destId="{E605613C-44A7-4A08-971F-65191089E1FF}" srcOrd="0" destOrd="0" presId="urn:microsoft.com/office/officeart/2018/2/layout/IconLabelDescriptionList"/>
    <dgm:cxn modelId="{840D26BD-DBB5-43F7-9497-DE29FEA802BD}" srcId="{A15E6C37-E97B-41E7-ACD9-B167E7345CF3}" destId="{78F70784-C8D5-45DB-B7A1-9CC633470479}" srcOrd="0" destOrd="0" parTransId="{CC28094B-5D01-4E52-9B16-CD0E438B4DCF}" sibTransId="{E712BD80-9B3F-4A0B-B2C6-185D870C31C3}"/>
    <dgm:cxn modelId="{41D605E5-D231-4EAC-B4BA-C19DC91EC720}" type="presOf" srcId="{0B463D08-9D98-4F50-B951-EB40778B58FC}" destId="{54B41188-8EF6-439F-B0E2-1C813ECAFFB5}" srcOrd="0" destOrd="0" presId="urn:microsoft.com/office/officeart/2018/2/layout/IconLabelDescriptionList"/>
    <dgm:cxn modelId="{2011741A-DDF7-4EA0-8084-6E08B9D20D20}" type="presParOf" srcId="{75E745DB-F543-47C6-9094-C32E758826FE}" destId="{67A94AD8-32F2-4D82-8316-B4A47617F263}" srcOrd="0" destOrd="0" presId="urn:microsoft.com/office/officeart/2018/2/layout/IconLabelDescriptionList"/>
    <dgm:cxn modelId="{6FD9299B-542A-4747-B997-A92C4A7A69BB}" type="presParOf" srcId="{67A94AD8-32F2-4D82-8316-B4A47617F263}" destId="{4D89345E-C29E-41BA-94AE-79A501CB7AA6}" srcOrd="0" destOrd="0" presId="urn:microsoft.com/office/officeart/2018/2/layout/IconLabelDescriptionList"/>
    <dgm:cxn modelId="{6A340D63-9391-4F8E-A9B1-51FB357BDB67}" type="presParOf" srcId="{67A94AD8-32F2-4D82-8316-B4A47617F263}" destId="{960E7A43-9A8E-4CC5-8B06-F958043140E1}" srcOrd="1" destOrd="0" presId="urn:microsoft.com/office/officeart/2018/2/layout/IconLabelDescriptionList"/>
    <dgm:cxn modelId="{F218D979-31EF-4681-BC64-90C20F8A58BB}" type="presParOf" srcId="{67A94AD8-32F2-4D82-8316-B4A47617F263}" destId="{4C135C10-F762-4B3C-A1CB-4B1340FECAD8}" srcOrd="2" destOrd="0" presId="urn:microsoft.com/office/officeart/2018/2/layout/IconLabelDescriptionList"/>
    <dgm:cxn modelId="{AED7A234-DB15-4E38-8220-79CFE5EEFB8B}" type="presParOf" srcId="{67A94AD8-32F2-4D82-8316-B4A47617F263}" destId="{52D89C3F-5DD3-43F1-A29B-0063F4618B02}" srcOrd="3" destOrd="0" presId="urn:microsoft.com/office/officeart/2018/2/layout/IconLabelDescriptionList"/>
    <dgm:cxn modelId="{C10C126D-1EE2-466C-93D5-61D5CA069DD3}" type="presParOf" srcId="{67A94AD8-32F2-4D82-8316-B4A47617F263}" destId="{54B41188-8EF6-439F-B0E2-1C813ECAFFB5}" srcOrd="4" destOrd="0" presId="urn:microsoft.com/office/officeart/2018/2/layout/IconLabelDescriptionList"/>
    <dgm:cxn modelId="{9B21A22E-920F-42D0-9D31-981EA03F6050}" type="presParOf" srcId="{75E745DB-F543-47C6-9094-C32E758826FE}" destId="{AE671D3E-2B17-4D01-BE49-B3E568C3FE45}" srcOrd="1" destOrd="0" presId="urn:microsoft.com/office/officeart/2018/2/layout/IconLabelDescriptionList"/>
    <dgm:cxn modelId="{F082757E-7B10-47BF-B782-639E40C3DD04}" type="presParOf" srcId="{75E745DB-F543-47C6-9094-C32E758826FE}" destId="{D38FF0D9-F276-454F-A4E1-8B6487FA30B7}" srcOrd="2" destOrd="0" presId="urn:microsoft.com/office/officeart/2018/2/layout/IconLabelDescriptionList"/>
    <dgm:cxn modelId="{15877A54-E6FB-4CB7-9DFB-68F8BE6CCECE}" type="presParOf" srcId="{D38FF0D9-F276-454F-A4E1-8B6487FA30B7}" destId="{9E2AD69F-413D-45E2-80D7-4140DB615B32}" srcOrd="0" destOrd="0" presId="urn:microsoft.com/office/officeart/2018/2/layout/IconLabelDescriptionList"/>
    <dgm:cxn modelId="{BA70FCF7-97C4-4C5C-9C79-BC18104DD4D9}" type="presParOf" srcId="{D38FF0D9-F276-454F-A4E1-8B6487FA30B7}" destId="{87738113-5DA9-48B1-9B29-3687B358317E}" srcOrd="1" destOrd="0" presId="urn:microsoft.com/office/officeart/2018/2/layout/IconLabelDescriptionList"/>
    <dgm:cxn modelId="{9DACD5A5-56DB-4481-8235-134E9687871C}" type="presParOf" srcId="{D38FF0D9-F276-454F-A4E1-8B6487FA30B7}" destId="{E605613C-44A7-4A08-971F-65191089E1FF}" srcOrd="2" destOrd="0" presId="urn:microsoft.com/office/officeart/2018/2/layout/IconLabelDescriptionList"/>
    <dgm:cxn modelId="{0486390C-A309-45C9-9A0B-D760000C5443}" type="presParOf" srcId="{D38FF0D9-F276-454F-A4E1-8B6487FA30B7}" destId="{E0D2A881-D326-40F8-9FA4-CA4FC6A66096}" srcOrd="3" destOrd="0" presId="urn:microsoft.com/office/officeart/2018/2/layout/IconLabelDescriptionList"/>
    <dgm:cxn modelId="{5B787E1F-6227-4A3D-94DE-747C49D22D4C}" type="presParOf" srcId="{D38FF0D9-F276-454F-A4E1-8B6487FA30B7}" destId="{DCF3A310-85BC-469C-B66C-9F1D3350926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A15E6C37-E97B-41E7-ACD9-B167E7345CF3}"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DF5FF580-D821-4621-A21B-F549752ED5B6}">
      <dgm:prSet/>
      <dgm:spPr/>
      <dgm:t>
        <a:bodyPr/>
        <a:lstStyle/>
        <a:p>
          <a:pPr>
            <a:lnSpc>
              <a:spcPct val="100000"/>
            </a:lnSpc>
            <a:defRPr b="1"/>
          </a:pPr>
          <a:r>
            <a:rPr lang="en-US" dirty="0"/>
            <a:t>double-spend</a:t>
          </a:r>
          <a:r>
            <a:rPr lang="tr-TR" dirty="0" err="1"/>
            <a:t>ing</a:t>
          </a:r>
          <a:r>
            <a:rPr lang="tr-TR" dirty="0"/>
            <a:t> problem</a:t>
          </a:r>
          <a:endParaRPr lang="en-US" dirty="0"/>
        </a:p>
      </dgm:t>
    </dgm:pt>
    <dgm:pt modelId="{42BB6995-3B0B-48C4-80F5-D5E92681801C}" type="parTrans" cxnId="{D13DD3E9-1C0B-487D-BBB5-E91D094D0119}">
      <dgm:prSet/>
      <dgm:spPr/>
      <dgm:t>
        <a:bodyPr/>
        <a:lstStyle/>
        <a:p>
          <a:endParaRPr lang="en-US"/>
        </a:p>
      </dgm:t>
    </dgm:pt>
    <dgm:pt modelId="{2987E091-6D18-489F-B744-0DC4CE748C1B}" type="sibTrans" cxnId="{D13DD3E9-1C0B-487D-BBB5-E91D094D0119}">
      <dgm:prSet/>
      <dgm:spPr/>
      <dgm:t>
        <a:bodyPr/>
        <a:lstStyle/>
        <a:p>
          <a:endParaRPr lang="en-US"/>
        </a:p>
      </dgm:t>
    </dgm:pt>
    <dgm:pt modelId="{978104DE-D95E-40B0-A725-C4F75D543C64}">
      <dgm:prSet/>
      <dgm:spPr/>
      <dgm:t>
        <a:bodyPr/>
        <a:lstStyle/>
        <a:p>
          <a:pPr>
            <a:lnSpc>
              <a:spcPct val="100000"/>
            </a:lnSpc>
          </a:pPr>
          <a:r>
            <a:rPr lang="en-US"/>
            <a:t>was a weakness of digital currency </a:t>
          </a:r>
        </a:p>
      </dgm:t>
    </dgm:pt>
    <dgm:pt modelId="{A3AB9DAD-C1DC-466A-9F79-D8DA11287863}" type="parTrans" cxnId="{F7A7E0F2-9259-4A92-8694-96AF60AFBCF3}">
      <dgm:prSet/>
      <dgm:spPr/>
      <dgm:t>
        <a:bodyPr/>
        <a:lstStyle/>
        <a:p>
          <a:endParaRPr lang="en-US"/>
        </a:p>
      </dgm:t>
    </dgm:pt>
    <dgm:pt modelId="{CA52F359-7CB5-4873-970C-D955BCBA8031}" type="sibTrans" cxnId="{F7A7E0F2-9259-4A92-8694-96AF60AFBCF3}">
      <dgm:prSet/>
      <dgm:spPr/>
      <dgm:t>
        <a:bodyPr/>
        <a:lstStyle/>
        <a:p>
          <a:endParaRPr lang="en-US"/>
        </a:p>
      </dgm:t>
    </dgm:pt>
    <dgm:pt modelId="{9546F036-D8DF-452A-8947-2C6DEC7F1054}">
      <dgm:prSet/>
      <dgm:spPr/>
      <dgm:t>
        <a:bodyPr/>
        <a:lstStyle/>
        <a:p>
          <a:pPr>
            <a:lnSpc>
              <a:spcPct val="100000"/>
            </a:lnSpc>
            <a:defRPr b="1"/>
          </a:pPr>
          <a:r>
            <a:rPr lang="en-US"/>
            <a:t>was addressed</a:t>
          </a:r>
        </a:p>
      </dgm:t>
    </dgm:pt>
    <dgm:pt modelId="{1ABB6731-8F53-47FD-8609-CD4AB42555EC}" type="parTrans" cxnId="{56F3A447-F276-41D1-BC29-7B9678D68EA7}">
      <dgm:prSet/>
      <dgm:spPr/>
      <dgm:t>
        <a:bodyPr/>
        <a:lstStyle/>
        <a:p>
          <a:endParaRPr lang="en-US"/>
        </a:p>
      </dgm:t>
    </dgm:pt>
    <dgm:pt modelId="{68185997-F0BA-4397-9C6E-AB4A9EBDB9DA}" type="sibTrans" cxnId="{56F3A447-F276-41D1-BC29-7B9678D68EA7}">
      <dgm:prSet/>
      <dgm:spPr/>
      <dgm:t>
        <a:bodyPr/>
        <a:lstStyle/>
        <a:p>
          <a:endParaRPr lang="en-US"/>
        </a:p>
      </dgm:t>
    </dgm:pt>
    <dgm:pt modelId="{DEBBC17A-8C0F-4D65-B9DE-2807F11D5346}">
      <dgm:prSet/>
      <dgm:spPr/>
      <dgm:t>
        <a:bodyPr/>
        <a:lstStyle/>
        <a:p>
          <a:pPr>
            <a:lnSpc>
              <a:spcPct val="100000"/>
            </a:lnSpc>
          </a:pPr>
          <a:r>
            <a:rPr lang="en-US"/>
            <a:t>by clearing all transactions</a:t>
          </a:r>
        </a:p>
      </dgm:t>
    </dgm:pt>
    <dgm:pt modelId="{AAAA001A-1578-4ABB-BF07-C9F8AA87BA90}" type="parTrans" cxnId="{F972092D-A994-4D05-966F-ED48698A204F}">
      <dgm:prSet/>
      <dgm:spPr/>
      <dgm:t>
        <a:bodyPr/>
        <a:lstStyle/>
        <a:p>
          <a:endParaRPr lang="tr-TR"/>
        </a:p>
      </dgm:t>
    </dgm:pt>
    <dgm:pt modelId="{D00EAA9F-CA66-45E5-8E2C-23C8B7281020}" type="sibTrans" cxnId="{F972092D-A994-4D05-966F-ED48698A204F}">
      <dgm:prSet/>
      <dgm:spPr/>
      <dgm:t>
        <a:bodyPr/>
        <a:lstStyle/>
        <a:p>
          <a:endParaRPr lang="tr-TR"/>
        </a:p>
      </dgm:t>
    </dgm:pt>
    <dgm:pt modelId="{70982475-E274-4CDC-931B-E95671B17728}">
      <dgm:prSet/>
      <dgm:spPr/>
      <dgm:t>
        <a:bodyPr/>
        <a:lstStyle/>
        <a:p>
          <a:pPr>
            <a:lnSpc>
              <a:spcPct val="100000"/>
            </a:lnSpc>
          </a:pPr>
          <a:r>
            <a:rPr lang="en-US"/>
            <a:t>through a central clearinghouse</a:t>
          </a:r>
        </a:p>
      </dgm:t>
    </dgm:pt>
    <dgm:pt modelId="{9C0636A1-E3D1-4DA5-B119-B94C69054B67}" type="parTrans" cxnId="{C48F0A5A-3D78-4724-A3B0-5305E57FD008}">
      <dgm:prSet/>
      <dgm:spPr/>
      <dgm:t>
        <a:bodyPr/>
        <a:lstStyle/>
        <a:p>
          <a:endParaRPr lang="tr-TR"/>
        </a:p>
      </dgm:t>
    </dgm:pt>
    <dgm:pt modelId="{C4240AFF-4061-4F53-9C91-D06DA096668F}" type="sibTrans" cxnId="{C48F0A5A-3D78-4724-A3B0-5305E57FD008}">
      <dgm:prSet/>
      <dgm:spPr/>
      <dgm:t>
        <a:bodyPr/>
        <a:lstStyle/>
        <a:p>
          <a:endParaRPr lang="tr-TR"/>
        </a:p>
      </dgm:t>
    </dgm:pt>
    <dgm:pt modelId="{1FC6ABFA-184B-44A7-AA7F-A71BEF34383C}" type="pres">
      <dgm:prSet presAssocID="{A15E6C37-E97B-41E7-ACD9-B167E7345CF3}" presName="root" presStyleCnt="0">
        <dgm:presLayoutVars>
          <dgm:dir/>
          <dgm:resizeHandles val="exact"/>
        </dgm:presLayoutVars>
      </dgm:prSet>
      <dgm:spPr/>
    </dgm:pt>
    <dgm:pt modelId="{33E27585-6951-4AD1-BA7E-323A984A876C}" type="pres">
      <dgm:prSet presAssocID="{DF5FF580-D821-4621-A21B-F549752ED5B6}" presName="compNode" presStyleCnt="0"/>
      <dgm:spPr/>
    </dgm:pt>
    <dgm:pt modelId="{35E60567-ED87-40A7-99BE-BB487E7EC59A}" type="pres">
      <dgm:prSet presAssocID="{DF5FF580-D821-4621-A21B-F549752ED5B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03AA5DFD-19A6-44B9-B392-32CB6615B60A}" type="pres">
      <dgm:prSet presAssocID="{DF5FF580-D821-4621-A21B-F549752ED5B6}" presName="iconSpace" presStyleCnt="0"/>
      <dgm:spPr/>
    </dgm:pt>
    <dgm:pt modelId="{670517A8-9419-43C8-97E6-73A10A09A5B9}" type="pres">
      <dgm:prSet presAssocID="{DF5FF580-D821-4621-A21B-F549752ED5B6}" presName="parTx" presStyleLbl="revTx" presStyleIdx="0" presStyleCnt="4">
        <dgm:presLayoutVars>
          <dgm:chMax val="0"/>
          <dgm:chPref val="0"/>
        </dgm:presLayoutVars>
      </dgm:prSet>
      <dgm:spPr/>
    </dgm:pt>
    <dgm:pt modelId="{492D519A-0D20-46C3-989D-E0FBE63E7A32}" type="pres">
      <dgm:prSet presAssocID="{DF5FF580-D821-4621-A21B-F549752ED5B6}" presName="txSpace" presStyleCnt="0"/>
      <dgm:spPr/>
    </dgm:pt>
    <dgm:pt modelId="{68C86C57-D951-48B3-95BB-CEC1655A2FE8}" type="pres">
      <dgm:prSet presAssocID="{DF5FF580-D821-4621-A21B-F549752ED5B6}" presName="desTx" presStyleLbl="revTx" presStyleIdx="1" presStyleCnt="4">
        <dgm:presLayoutVars/>
      </dgm:prSet>
      <dgm:spPr/>
    </dgm:pt>
    <dgm:pt modelId="{2C5BDBB5-1662-41E1-9826-164521323570}" type="pres">
      <dgm:prSet presAssocID="{2987E091-6D18-489F-B744-0DC4CE748C1B}" presName="sibTrans" presStyleCnt="0"/>
      <dgm:spPr/>
    </dgm:pt>
    <dgm:pt modelId="{0E016123-ABF8-47FC-9811-8788E42707FC}" type="pres">
      <dgm:prSet presAssocID="{9546F036-D8DF-452A-8947-2C6DEC7F1054}" presName="compNode" presStyleCnt="0"/>
      <dgm:spPr/>
    </dgm:pt>
    <dgm:pt modelId="{CF8702EB-A5E7-4C1C-BADF-506EEF9A7804}" type="pres">
      <dgm:prSet presAssocID="{9546F036-D8DF-452A-8947-2C6DEC7F105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gister"/>
        </a:ext>
      </dgm:extLst>
    </dgm:pt>
    <dgm:pt modelId="{762F2B5F-658B-4E58-A6F2-0AB3C0F8AF38}" type="pres">
      <dgm:prSet presAssocID="{9546F036-D8DF-452A-8947-2C6DEC7F1054}" presName="iconSpace" presStyleCnt="0"/>
      <dgm:spPr/>
    </dgm:pt>
    <dgm:pt modelId="{E9554905-D369-45DF-97AA-7A071E1BF450}" type="pres">
      <dgm:prSet presAssocID="{9546F036-D8DF-452A-8947-2C6DEC7F1054}" presName="parTx" presStyleLbl="revTx" presStyleIdx="2" presStyleCnt="4">
        <dgm:presLayoutVars>
          <dgm:chMax val="0"/>
          <dgm:chPref val="0"/>
        </dgm:presLayoutVars>
      </dgm:prSet>
      <dgm:spPr/>
    </dgm:pt>
    <dgm:pt modelId="{61560F1C-F12A-4E1B-9844-C5B315CA623F}" type="pres">
      <dgm:prSet presAssocID="{9546F036-D8DF-452A-8947-2C6DEC7F1054}" presName="txSpace" presStyleCnt="0"/>
      <dgm:spPr/>
    </dgm:pt>
    <dgm:pt modelId="{A43C3336-37C9-4929-B409-42F73579326E}" type="pres">
      <dgm:prSet presAssocID="{9546F036-D8DF-452A-8947-2C6DEC7F1054}" presName="desTx" presStyleLbl="revTx" presStyleIdx="3" presStyleCnt="4">
        <dgm:presLayoutVars/>
      </dgm:prSet>
      <dgm:spPr/>
    </dgm:pt>
  </dgm:ptLst>
  <dgm:cxnLst>
    <dgm:cxn modelId="{A15AF62C-F15F-4B33-8170-DF71C49F2C2B}" type="presOf" srcId="{9546F036-D8DF-452A-8947-2C6DEC7F1054}" destId="{E9554905-D369-45DF-97AA-7A071E1BF450}" srcOrd="0" destOrd="0" presId="urn:microsoft.com/office/officeart/2018/2/layout/IconLabelDescriptionList"/>
    <dgm:cxn modelId="{F972092D-A994-4D05-966F-ED48698A204F}" srcId="{9546F036-D8DF-452A-8947-2C6DEC7F1054}" destId="{DEBBC17A-8C0F-4D65-B9DE-2807F11D5346}" srcOrd="0" destOrd="0" parTransId="{AAAA001A-1578-4ABB-BF07-C9F8AA87BA90}" sibTransId="{D00EAA9F-CA66-45E5-8E2C-23C8B7281020}"/>
    <dgm:cxn modelId="{61CBF43E-7077-4AD0-96A9-0E63A2967E23}" type="presOf" srcId="{A15E6C37-E97B-41E7-ACD9-B167E7345CF3}" destId="{1FC6ABFA-184B-44A7-AA7F-A71BEF34383C}" srcOrd="0" destOrd="0" presId="urn:microsoft.com/office/officeart/2018/2/layout/IconLabelDescriptionList"/>
    <dgm:cxn modelId="{56F3A447-F276-41D1-BC29-7B9678D68EA7}" srcId="{A15E6C37-E97B-41E7-ACD9-B167E7345CF3}" destId="{9546F036-D8DF-452A-8947-2C6DEC7F1054}" srcOrd="1" destOrd="0" parTransId="{1ABB6731-8F53-47FD-8609-CD4AB42555EC}" sibTransId="{68185997-F0BA-4397-9C6E-AB4A9EBDB9DA}"/>
    <dgm:cxn modelId="{B12A456F-CB22-4862-B7EC-C8ED08DF39DE}" type="presOf" srcId="{DF5FF580-D821-4621-A21B-F549752ED5B6}" destId="{670517A8-9419-43C8-97E6-73A10A09A5B9}" srcOrd="0" destOrd="0" presId="urn:microsoft.com/office/officeart/2018/2/layout/IconLabelDescriptionList"/>
    <dgm:cxn modelId="{C48F0A5A-3D78-4724-A3B0-5305E57FD008}" srcId="{9546F036-D8DF-452A-8947-2C6DEC7F1054}" destId="{70982475-E274-4CDC-931B-E95671B17728}" srcOrd="1" destOrd="0" parTransId="{9C0636A1-E3D1-4DA5-B119-B94C69054B67}" sibTransId="{C4240AFF-4061-4F53-9C91-D06DA096668F}"/>
    <dgm:cxn modelId="{DFBC887A-3CEB-493C-8644-8334BD9783F2}" type="presOf" srcId="{70982475-E274-4CDC-931B-E95671B17728}" destId="{A43C3336-37C9-4929-B409-42F73579326E}" srcOrd="0" destOrd="1" presId="urn:microsoft.com/office/officeart/2018/2/layout/IconLabelDescriptionList"/>
    <dgm:cxn modelId="{23C4FEA5-352E-4ED2-95BD-F420F5AA2BEA}" type="presOf" srcId="{DEBBC17A-8C0F-4D65-B9DE-2807F11D5346}" destId="{A43C3336-37C9-4929-B409-42F73579326E}" srcOrd="0" destOrd="0" presId="urn:microsoft.com/office/officeart/2018/2/layout/IconLabelDescriptionList"/>
    <dgm:cxn modelId="{1B248CC3-63A5-489E-811A-16A02DD81D45}" type="presOf" srcId="{978104DE-D95E-40B0-A725-C4F75D543C64}" destId="{68C86C57-D951-48B3-95BB-CEC1655A2FE8}" srcOrd="0" destOrd="0" presId="urn:microsoft.com/office/officeart/2018/2/layout/IconLabelDescriptionList"/>
    <dgm:cxn modelId="{D13DD3E9-1C0B-487D-BBB5-E91D094D0119}" srcId="{A15E6C37-E97B-41E7-ACD9-B167E7345CF3}" destId="{DF5FF580-D821-4621-A21B-F549752ED5B6}" srcOrd="0" destOrd="0" parTransId="{42BB6995-3B0B-48C4-80F5-D5E92681801C}" sibTransId="{2987E091-6D18-489F-B744-0DC4CE748C1B}"/>
    <dgm:cxn modelId="{F7A7E0F2-9259-4A92-8694-96AF60AFBCF3}" srcId="{DF5FF580-D821-4621-A21B-F549752ED5B6}" destId="{978104DE-D95E-40B0-A725-C4F75D543C64}" srcOrd="0" destOrd="0" parTransId="{A3AB9DAD-C1DC-466A-9F79-D8DA11287863}" sibTransId="{CA52F359-7CB5-4873-970C-D955BCBA8031}"/>
    <dgm:cxn modelId="{16318172-9EBE-4BA5-BD65-5C289EB9A6CC}" type="presParOf" srcId="{1FC6ABFA-184B-44A7-AA7F-A71BEF34383C}" destId="{33E27585-6951-4AD1-BA7E-323A984A876C}" srcOrd="0" destOrd="0" presId="urn:microsoft.com/office/officeart/2018/2/layout/IconLabelDescriptionList"/>
    <dgm:cxn modelId="{7D5B6B0A-D3E2-46DF-AF7E-F23834141254}" type="presParOf" srcId="{33E27585-6951-4AD1-BA7E-323A984A876C}" destId="{35E60567-ED87-40A7-99BE-BB487E7EC59A}" srcOrd="0" destOrd="0" presId="urn:microsoft.com/office/officeart/2018/2/layout/IconLabelDescriptionList"/>
    <dgm:cxn modelId="{E0B80D55-B34F-4E2E-9BA3-E5EBE1CC499B}" type="presParOf" srcId="{33E27585-6951-4AD1-BA7E-323A984A876C}" destId="{03AA5DFD-19A6-44B9-B392-32CB6615B60A}" srcOrd="1" destOrd="0" presId="urn:microsoft.com/office/officeart/2018/2/layout/IconLabelDescriptionList"/>
    <dgm:cxn modelId="{75CA8254-5319-4D0F-95AA-AD0572BD6EB4}" type="presParOf" srcId="{33E27585-6951-4AD1-BA7E-323A984A876C}" destId="{670517A8-9419-43C8-97E6-73A10A09A5B9}" srcOrd="2" destOrd="0" presId="urn:microsoft.com/office/officeart/2018/2/layout/IconLabelDescriptionList"/>
    <dgm:cxn modelId="{9B696682-016F-4912-AB61-39618CC257D9}" type="presParOf" srcId="{33E27585-6951-4AD1-BA7E-323A984A876C}" destId="{492D519A-0D20-46C3-989D-E0FBE63E7A32}" srcOrd="3" destOrd="0" presId="urn:microsoft.com/office/officeart/2018/2/layout/IconLabelDescriptionList"/>
    <dgm:cxn modelId="{DC6C0BE3-153F-469B-95F0-3E5057EBBF44}" type="presParOf" srcId="{33E27585-6951-4AD1-BA7E-323A984A876C}" destId="{68C86C57-D951-48B3-95BB-CEC1655A2FE8}" srcOrd="4" destOrd="0" presId="urn:microsoft.com/office/officeart/2018/2/layout/IconLabelDescriptionList"/>
    <dgm:cxn modelId="{CFE4A8A8-474F-4D05-B724-9533F4C4D483}" type="presParOf" srcId="{1FC6ABFA-184B-44A7-AA7F-A71BEF34383C}" destId="{2C5BDBB5-1662-41E1-9826-164521323570}" srcOrd="1" destOrd="0" presId="urn:microsoft.com/office/officeart/2018/2/layout/IconLabelDescriptionList"/>
    <dgm:cxn modelId="{B7317951-F803-4C9C-9224-4AF7F0284EC9}" type="presParOf" srcId="{1FC6ABFA-184B-44A7-AA7F-A71BEF34383C}" destId="{0E016123-ABF8-47FC-9811-8788E42707FC}" srcOrd="2" destOrd="0" presId="urn:microsoft.com/office/officeart/2018/2/layout/IconLabelDescriptionList"/>
    <dgm:cxn modelId="{6ED5396C-12D9-4448-A16C-7BD8A7F4A608}" type="presParOf" srcId="{0E016123-ABF8-47FC-9811-8788E42707FC}" destId="{CF8702EB-A5E7-4C1C-BADF-506EEF9A7804}" srcOrd="0" destOrd="0" presId="urn:microsoft.com/office/officeart/2018/2/layout/IconLabelDescriptionList"/>
    <dgm:cxn modelId="{A4E773FD-4158-4B22-AB96-D5C69B8CB35E}" type="presParOf" srcId="{0E016123-ABF8-47FC-9811-8788E42707FC}" destId="{762F2B5F-658B-4E58-A6F2-0AB3C0F8AF38}" srcOrd="1" destOrd="0" presId="urn:microsoft.com/office/officeart/2018/2/layout/IconLabelDescriptionList"/>
    <dgm:cxn modelId="{16B35018-091D-4805-8F92-B99FFF3EFDDE}" type="presParOf" srcId="{0E016123-ABF8-47FC-9811-8788E42707FC}" destId="{E9554905-D369-45DF-97AA-7A071E1BF450}" srcOrd="2" destOrd="0" presId="urn:microsoft.com/office/officeart/2018/2/layout/IconLabelDescriptionList"/>
    <dgm:cxn modelId="{9D8C6863-9BBB-4A4D-A3A0-C0EFBB9B86D5}" type="presParOf" srcId="{0E016123-ABF8-47FC-9811-8788E42707FC}" destId="{61560F1C-F12A-4E1B-9844-C5B315CA623F}" srcOrd="3" destOrd="0" presId="urn:microsoft.com/office/officeart/2018/2/layout/IconLabelDescriptionList"/>
    <dgm:cxn modelId="{9C756DDD-D29F-44BB-8FE6-2067E906FB46}" type="presParOf" srcId="{0E016123-ABF8-47FC-9811-8788E42707FC}" destId="{A43C3336-37C9-4929-B409-42F73579326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80D5C4F7-97F7-47B2-86DE-85610229F3A2}" type="doc">
      <dgm:prSet loTypeId="urn:microsoft.com/office/officeart/2016/7/layout/BasicLinearProcessNumbered" loCatId="process" qsTypeId="urn:microsoft.com/office/officeart/2005/8/quickstyle/simple1" qsCatId="simple" csTypeId="urn:microsoft.com/office/officeart/2005/8/colors/accent5_2" csCatId="accent5"/>
      <dgm:spPr/>
      <dgm:t>
        <a:bodyPr/>
        <a:lstStyle/>
        <a:p>
          <a:endParaRPr lang="en-US"/>
        </a:p>
      </dgm:t>
    </dgm:pt>
    <dgm:pt modelId="{8BE39AA9-FF92-425B-A2A9-6F4FFC29E347}">
      <dgm:prSet/>
      <dgm:spPr/>
      <dgm:t>
        <a:bodyPr/>
        <a:lstStyle/>
        <a:p>
          <a:r>
            <a:rPr lang="tr-TR"/>
            <a:t>Choosing a Bitcoin Wallet</a:t>
          </a:r>
          <a:endParaRPr lang="en-US"/>
        </a:p>
      </dgm:t>
    </dgm:pt>
    <dgm:pt modelId="{7CA5705B-BD80-4CAB-B40A-C83D8E71E422}" type="parTrans" cxnId="{1C8CF301-CBE8-4FEA-81A2-0E652E14246F}">
      <dgm:prSet/>
      <dgm:spPr/>
      <dgm:t>
        <a:bodyPr/>
        <a:lstStyle/>
        <a:p>
          <a:endParaRPr lang="en-US"/>
        </a:p>
      </dgm:t>
    </dgm:pt>
    <dgm:pt modelId="{60A1EE56-3C26-4263-B27D-F99D3F63A1F9}" type="sibTrans" cxnId="{1C8CF301-CBE8-4FEA-81A2-0E652E14246F}">
      <dgm:prSet phldrT="1" phldr="0"/>
      <dgm:spPr/>
      <dgm:t>
        <a:bodyPr/>
        <a:lstStyle/>
        <a:p>
          <a:r>
            <a:rPr lang="en-US"/>
            <a:t>1</a:t>
          </a:r>
        </a:p>
      </dgm:t>
    </dgm:pt>
    <dgm:pt modelId="{3ED37A60-70FF-4AB0-8624-D848A44167EB}">
      <dgm:prSet/>
      <dgm:spPr/>
      <dgm:t>
        <a:bodyPr/>
        <a:lstStyle/>
        <a:p>
          <a:r>
            <a:rPr lang="tr-TR"/>
            <a:t>Quick Start</a:t>
          </a:r>
          <a:endParaRPr lang="en-US"/>
        </a:p>
      </dgm:t>
    </dgm:pt>
    <dgm:pt modelId="{47E25B97-A905-43B1-8739-D9C40F5FF19C}" type="parTrans" cxnId="{B3318C83-2246-40B3-8B17-3DBDEA7258AB}">
      <dgm:prSet/>
      <dgm:spPr/>
      <dgm:t>
        <a:bodyPr/>
        <a:lstStyle/>
        <a:p>
          <a:endParaRPr lang="en-US"/>
        </a:p>
      </dgm:t>
    </dgm:pt>
    <dgm:pt modelId="{66DA40F2-1FE0-4415-B5B7-2483292ADF73}" type="sibTrans" cxnId="{B3318C83-2246-40B3-8B17-3DBDEA7258AB}">
      <dgm:prSet phldrT="2" phldr="0"/>
      <dgm:spPr/>
      <dgm:t>
        <a:bodyPr/>
        <a:lstStyle/>
        <a:p>
          <a:r>
            <a:rPr lang="en-US"/>
            <a:t>2</a:t>
          </a:r>
        </a:p>
      </dgm:t>
    </dgm:pt>
    <dgm:pt modelId="{A47740B0-7602-4B6B-8EDD-E5270DA14970}">
      <dgm:prSet/>
      <dgm:spPr/>
      <dgm:t>
        <a:bodyPr/>
        <a:lstStyle/>
        <a:p>
          <a:r>
            <a:rPr lang="tr-TR"/>
            <a:t>Getting Your First Bitcoin</a:t>
          </a:r>
          <a:endParaRPr lang="en-US"/>
        </a:p>
      </dgm:t>
    </dgm:pt>
    <dgm:pt modelId="{B0CAC0C3-7D45-4F1D-905D-ADEEBFB88AC5}" type="parTrans" cxnId="{51C60FE7-E110-4C82-8D5A-57094D3E3176}">
      <dgm:prSet/>
      <dgm:spPr/>
      <dgm:t>
        <a:bodyPr/>
        <a:lstStyle/>
        <a:p>
          <a:endParaRPr lang="en-US"/>
        </a:p>
      </dgm:t>
    </dgm:pt>
    <dgm:pt modelId="{76C6EDBA-F8FE-4087-BC91-7178C5AB47D0}" type="sibTrans" cxnId="{51C60FE7-E110-4C82-8D5A-57094D3E3176}">
      <dgm:prSet phldrT="3" phldr="0"/>
      <dgm:spPr/>
      <dgm:t>
        <a:bodyPr/>
        <a:lstStyle/>
        <a:p>
          <a:r>
            <a:rPr lang="en-US"/>
            <a:t>3</a:t>
          </a:r>
        </a:p>
      </dgm:t>
    </dgm:pt>
    <dgm:pt modelId="{11951994-5960-407D-A280-D7D98A12119E}">
      <dgm:prSet/>
      <dgm:spPr/>
      <dgm:t>
        <a:bodyPr/>
        <a:lstStyle/>
        <a:p>
          <a:r>
            <a:rPr lang="en-US"/>
            <a:t>Finding the Current Price of Bitcoin</a:t>
          </a:r>
        </a:p>
      </dgm:t>
    </dgm:pt>
    <dgm:pt modelId="{2ADEFDE4-1A26-4E7E-A5D6-95022A999711}" type="parTrans" cxnId="{C9E2FBC6-D12A-466C-854C-9DD639722A0E}">
      <dgm:prSet/>
      <dgm:spPr/>
      <dgm:t>
        <a:bodyPr/>
        <a:lstStyle/>
        <a:p>
          <a:endParaRPr lang="en-US"/>
        </a:p>
      </dgm:t>
    </dgm:pt>
    <dgm:pt modelId="{23D33CF1-D6FC-4B3D-87E6-027AEB2F5749}" type="sibTrans" cxnId="{C9E2FBC6-D12A-466C-854C-9DD639722A0E}">
      <dgm:prSet phldrT="4" phldr="0"/>
      <dgm:spPr/>
      <dgm:t>
        <a:bodyPr/>
        <a:lstStyle/>
        <a:p>
          <a:r>
            <a:rPr lang="en-US"/>
            <a:t>4</a:t>
          </a:r>
        </a:p>
      </dgm:t>
    </dgm:pt>
    <dgm:pt modelId="{EDF88002-DD73-450A-B56A-4CB2F58856B7}">
      <dgm:prSet/>
      <dgm:spPr/>
      <dgm:t>
        <a:bodyPr/>
        <a:lstStyle/>
        <a:p>
          <a:r>
            <a:rPr lang="tr-TR"/>
            <a:t>Sending and Receiving Bitcoin</a:t>
          </a:r>
          <a:endParaRPr lang="en-US"/>
        </a:p>
      </dgm:t>
    </dgm:pt>
    <dgm:pt modelId="{350DDF82-1048-44DA-AFFC-C874DA99BEBA}" type="parTrans" cxnId="{6538007D-3251-43B7-B94B-D147089BEC50}">
      <dgm:prSet/>
      <dgm:spPr/>
      <dgm:t>
        <a:bodyPr/>
        <a:lstStyle/>
        <a:p>
          <a:endParaRPr lang="en-US"/>
        </a:p>
      </dgm:t>
    </dgm:pt>
    <dgm:pt modelId="{67F4B8F3-3560-42D8-B9C5-2A5D7914C533}" type="sibTrans" cxnId="{6538007D-3251-43B7-B94B-D147089BEC50}">
      <dgm:prSet phldrT="5" phldr="0"/>
      <dgm:spPr/>
      <dgm:t>
        <a:bodyPr/>
        <a:lstStyle/>
        <a:p>
          <a:r>
            <a:rPr lang="en-US"/>
            <a:t>5</a:t>
          </a:r>
        </a:p>
      </dgm:t>
    </dgm:pt>
    <dgm:pt modelId="{4121BCBF-7060-47F5-B3CB-A86A1F063F97}" type="pres">
      <dgm:prSet presAssocID="{80D5C4F7-97F7-47B2-86DE-85610229F3A2}" presName="Name0" presStyleCnt="0">
        <dgm:presLayoutVars>
          <dgm:animLvl val="lvl"/>
          <dgm:resizeHandles val="exact"/>
        </dgm:presLayoutVars>
      </dgm:prSet>
      <dgm:spPr/>
    </dgm:pt>
    <dgm:pt modelId="{048913BF-C7EC-44F9-9EF7-347D605E7758}" type="pres">
      <dgm:prSet presAssocID="{8BE39AA9-FF92-425B-A2A9-6F4FFC29E347}" presName="compositeNode" presStyleCnt="0">
        <dgm:presLayoutVars>
          <dgm:bulletEnabled val="1"/>
        </dgm:presLayoutVars>
      </dgm:prSet>
      <dgm:spPr/>
    </dgm:pt>
    <dgm:pt modelId="{7FAFD7FF-09B3-43FA-AF36-FC3990461184}" type="pres">
      <dgm:prSet presAssocID="{8BE39AA9-FF92-425B-A2A9-6F4FFC29E347}" presName="bgRect" presStyleLbl="bgAccFollowNode1" presStyleIdx="0" presStyleCnt="5"/>
      <dgm:spPr/>
    </dgm:pt>
    <dgm:pt modelId="{0DCC9908-8CBC-4C25-B49E-49DA12D50A49}" type="pres">
      <dgm:prSet presAssocID="{60A1EE56-3C26-4263-B27D-F99D3F63A1F9}" presName="sibTransNodeCircle" presStyleLbl="alignNode1" presStyleIdx="0" presStyleCnt="10">
        <dgm:presLayoutVars>
          <dgm:chMax val="0"/>
          <dgm:bulletEnabled/>
        </dgm:presLayoutVars>
      </dgm:prSet>
      <dgm:spPr/>
    </dgm:pt>
    <dgm:pt modelId="{A508F917-82A4-4803-9024-AD477C4F6900}" type="pres">
      <dgm:prSet presAssocID="{8BE39AA9-FF92-425B-A2A9-6F4FFC29E347}" presName="bottomLine" presStyleLbl="alignNode1" presStyleIdx="1" presStyleCnt="10">
        <dgm:presLayoutVars/>
      </dgm:prSet>
      <dgm:spPr/>
    </dgm:pt>
    <dgm:pt modelId="{305F99ED-9F9D-4741-BE4C-D9221FF6B3FC}" type="pres">
      <dgm:prSet presAssocID="{8BE39AA9-FF92-425B-A2A9-6F4FFC29E347}" presName="nodeText" presStyleLbl="bgAccFollowNode1" presStyleIdx="0" presStyleCnt="5">
        <dgm:presLayoutVars>
          <dgm:bulletEnabled val="1"/>
        </dgm:presLayoutVars>
      </dgm:prSet>
      <dgm:spPr/>
    </dgm:pt>
    <dgm:pt modelId="{E3CE58EC-428F-4C9A-9A4E-FC97A14C597F}" type="pres">
      <dgm:prSet presAssocID="{60A1EE56-3C26-4263-B27D-F99D3F63A1F9}" presName="sibTrans" presStyleCnt="0"/>
      <dgm:spPr/>
    </dgm:pt>
    <dgm:pt modelId="{8CF3BE52-A3C2-4E09-B208-FAE6C97A7158}" type="pres">
      <dgm:prSet presAssocID="{3ED37A60-70FF-4AB0-8624-D848A44167EB}" presName="compositeNode" presStyleCnt="0">
        <dgm:presLayoutVars>
          <dgm:bulletEnabled val="1"/>
        </dgm:presLayoutVars>
      </dgm:prSet>
      <dgm:spPr/>
    </dgm:pt>
    <dgm:pt modelId="{2684FFBF-2B3D-401A-B9A1-6E602B5DDC65}" type="pres">
      <dgm:prSet presAssocID="{3ED37A60-70FF-4AB0-8624-D848A44167EB}" presName="bgRect" presStyleLbl="bgAccFollowNode1" presStyleIdx="1" presStyleCnt="5"/>
      <dgm:spPr/>
    </dgm:pt>
    <dgm:pt modelId="{E03C81AD-58A2-4801-9916-C6370AE9D717}" type="pres">
      <dgm:prSet presAssocID="{66DA40F2-1FE0-4415-B5B7-2483292ADF73}" presName="sibTransNodeCircle" presStyleLbl="alignNode1" presStyleIdx="2" presStyleCnt="10">
        <dgm:presLayoutVars>
          <dgm:chMax val="0"/>
          <dgm:bulletEnabled/>
        </dgm:presLayoutVars>
      </dgm:prSet>
      <dgm:spPr/>
    </dgm:pt>
    <dgm:pt modelId="{F6208EDA-DB95-4B53-A750-29DC82FFBC19}" type="pres">
      <dgm:prSet presAssocID="{3ED37A60-70FF-4AB0-8624-D848A44167EB}" presName="bottomLine" presStyleLbl="alignNode1" presStyleIdx="3" presStyleCnt="10">
        <dgm:presLayoutVars/>
      </dgm:prSet>
      <dgm:spPr/>
    </dgm:pt>
    <dgm:pt modelId="{0BB8DD99-E786-40B4-A524-FE66A35E2E5E}" type="pres">
      <dgm:prSet presAssocID="{3ED37A60-70FF-4AB0-8624-D848A44167EB}" presName="nodeText" presStyleLbl="bgAccFollowNode1" presStyleIdx="1" presStyleCnt="5">
        <dgm:presLayoutVars>
          <dgm:bulletEnabled val="1"/>
        </dgm:presLayoutVars>
      </dgm:prSet>
      <dgm:spPr/>
    </dgm:pt>
    <dgm:pt modelId="{8D82F00F-93D3-4DEC-85CA-3D49C100A96C}" type="pres">
      <dgm:prSet presAssocID="{66DA40F2-1FE0-4415-B5B7-2483292ADF73}" presName="sibTrans" presStyleCnt="0"/>
      <dgm:spPr/>
    </dgm:pt>
    <dgm:pt modelId="{CD460A1F-6F26-4A50-BF92-E0A4DCAE549C}" type="pres">
      <dgm:prSet presAssocID="{A47740B0-7602-4B6B-8EDD-E5270DA14970}" presName="compositeNode" presStyleCnt="0">
        <dgm:presLayoutVars>
          <dgm:bulletEnabled val="1"/>
        </dgm:presLayoutVars>
      </dgm:prSet>
      <dgm:spPr/>
    </dgm:pt>
    <dgm:pt modelId="{C4BFAA18-A0D9-46D3-9A81-559A7427055E}" type="pres">
      <dgm:prSet presAssocID="{A47740B0-7602-4B6B-8EDD-E5270DA14970}" presName="bgRect" presStyleLbl="bgAccFollowNode1" presStyleIdx="2" presStyleCnt="5"/>
      <dgm:spPr/>
    </dgm:pt>
    <dgm:pt modelId="{2BCC9A02-858A-4BA9-A38E-192ECD00DAD0}" type="pres">
      <dgm:prSet presAssocID="{76C6EDBA-F8FE-4087-BC91-7178C5AB47D0}" presName="sibTransNodeCircle" presStyleLbl="alignNode1" presStyleIdx="4" presStyleCnt="10">
        <dgm:presLayoutVars>
          <dgm:chMax val="0"/>
          <dgm:bulletEnabled/>
        </dgm:presLayoutVars>
      </dgm:prSet>
      <dgm:spPr/>
    </dgm:pt>
    <dgm:pt modelId="{56B9711B-9E91-4AA4-BA74-9F78BCE224FA}" type="pres">
      <dgm:prSet presAssocID="{A47740B0-7602-4B6B-8EDD-E5270DA14970}" presName="bottomLine" presStyleLbl="alignNode1" presStyleIdx="5" presStyleCnt="10">
        <dgm:presLayoutVars/>
      </dgm:prSet>
      <dgm:spPr/>
    </dgm:pt>
    <dgm:pt modelId="{9243D6A4-EAE5-4D08-BC23-648FCA7CDDA5}" type="pres">
      <dgm:prSet presAssocID="{A47740B0-7602-4B6B-8EDD-E5270DA14970}" presName="nodeText" presStyleLbl="bgAccFollowNode1" presStyleIdx="2" presStyleCnt="5">
        <dgm:presLayoutVars>
          <dgm:bulletEnabled val="1"/>
        </dgm:presLayoutVars>
      </dgm:prSet>
      <dgm:spPr/>
    </dgm:pt>
    <dgm:pt modelId="{058F9E7C-BE7C-4D7F-9F97-1FCAB1CC68BE}" type="pres">
      <dgm:prSet presAssocID="{76C6EDBA-F8FE-4087-BC91-7178C5AB47D0}" presName="sibTrans" presStyleCnt="0"/>
      <dgm:spPr/>
    </dgm:pt>
    <dgm:pt modelId="{EE560CB1-872B-41FA-A7FB-043272CA4E95}" type="pres">
      <dgm:prSet presAssocID="{11951994-5960-407D-A280-D7D98A12119E}" presName="compositeNode" presStyleCnt="0">
        <dgm:presLayoutVars>
          <dgm:bulletEnabled val="1"/>
        </dgm:presLayoutVars>
      </dgm:prSet>
      <dgm:spPr/>
    </dgm:pt>
    <dgm:pt modelId="{21B00D5B-4971-4F23-A67E-924F1E93D748}" type="pres">
      <dgm:prSet presAssocID="{11951994-5960-407D-A280-D7D98A12119E}" presName="bgRect" presStyleLbl="bgAccFollowNode1" presStyleIdx="3" presStyleCnt="5"/>
      <dgm:spPr/>
    </dgm:pt>
    <dgm:pt modelId="{7824988A-0D27-4E42-9E39-4A1A464734B5}" type="pres">
      <dgm:prSet presAssocID="{23D33CF1-D6FC-4B3D-87E6-027AEB2F5749}" presName="sibTransNodeCircle" presStyleLbl="alignNode1" presStyleIdx="6" presStyleCnt="10">
        <dgm:presLayoutVars>
          <dgm:chMax val="0"/>
          <dgm:bulletEnabled/>
        </dgm:presLayoutVars>
      </dgm:prSet>
      <dgm:spPr/>
    </dgm:pt>
    <dgm:pt modelId="{4EFDC7A7-A174-47A9-A01A-D8DE910E105F}" type="pres">
      <dgm:prSet presAssocID="{11951994-5960-407D-A280-D7D98A12119E}" presName="bottomLine" presStyleLbl="alignNode1" presStyleIdx="7" presStyleCnt="10">
        <dgm:presLayoutVars/>
      </dgm:prSet>
      <dgm:spPr/>
    </dgm:pt>
    <dgm:pt modelId="{32718E0D-8F54-42D5-AD8A-860F49CC1FF7}" type="pres">
      <dgm:prSet presAssocID="{11951994-5960-407D-A280-D7D98A12119E}" presName="nodeText" presStyleLbl="bgAccFollowNode1" presStyleIdx="3" presStyleCnt="5">
        <dgm:presLayoutVars>
          <dgm:bulletEnabled val="1"/>
        </dgm:presLayoutVars>
      </dgm:prSet>
      <dgm:spPr/>
    </dgm:pt>
    <dgm:pt modelId="{8FF0D69A-E8A6-45C7-9C10-CD45324F04D9}" type="pres">
      <dgm:prSet presAssocID="{23D33CF1-D6FC-4B3D-87E6-027AEB2F5749}" presName="sibTrans" presStyleCnt="0"/>
      <dgm:spPr/>
    </dgm:pt>
    <dgm:pt modelId="{D58F282D-A890-4DE8-9DDB-E613DB01BA4D}" type="pres">
      <dgm:prSet presAssocID="{EDF88002-DD73-450A-B56A-4CB2F58856B7}" presName="compositeNode" presStyleCnt="0">
        <dgm:presLayoutVars>
          <dgm:bulletEnabled val="1"/>
        </dgm:presLayoutVars>
      </dgm:prSet>
      <dgm:spPr/>
    </dgm:pt>
    <dgm:pt modelId="{D26EBAFD-185B-4DB0-8318-7E31E510522D}" type="pres">
      <dgm:prSet presAssocID="{EDF88002-DD73-450A-B56A-4CB2F58856B7}" presName="bgRect" presStyleLbl="bgAccFollowNode1" presStyleIdx="4" presStyleCnt="5"/>
      <dgm:spPr/>
    </dgm:pt>
    <dgm:pt modelId="{D065AAE8-EB6D-4B0A-BDFF-233F96723CFA}" type="pres">
      <dgm:prSet presAssocID="{67F4B8F3-3560-42D8-B9C5-2A5D7914C533}" presName="sibTransNodeCircle" presStyleLbl="alignNode1" presStyleIdx="8" presStyleCnt="10">
        <dgm:presLayoutVars>
          <dgm:chMax val="0"/>
          <dgm:bulletEnabled/>
        </dgm:presLayoutVars>
      </dgm:prSet>
      <dgm:spPr/>
    </dgm:pt>
    <dgm:pt modelId="{3154E4F8-3230-4CF9-8220-E5F5A8043F6A}" type="pres">
      <dgm:prSet presAssocID="{EDF88002-DD73-450A-B56A-4CB2F58856B7}" presName="bottomLine" presStyleLbl="alignNode1" presStyleIdx="9" presStyleCnt="10">
        <dgm:presLayoutVars/>
      </dgm:prSet>
      <dgm:spPr/>
    </dgm:pt>
    <dgm:pt modelId="{ED2BD863-35AB-4781-8A8B-5597836E0719}" type="pres">
      <dgm:prSet presAssocID="{EDF88002-DD73-450A-B56A-4CB2F58856B7}" presName="nodeText" presStyleLbl="bgAccFollowNode1" presStyleIdx="4" presStyleCnt="5">
        <dgm:presLayoutVars>
          <dgm:bulletEnabled val="1"/>
        </dgm:presLayoutVars>
      </dgm:prSet>
      <dgm:spPr/>
    </dgm:pt>
  </dgm:ptLst>
  <dgm:cxnLst>
    <dgm:cxn modelId="{1C8CF301-CBE8-4FEA-81A2-0E652E14246F}" srcId="{80D5C4F7-97F7-47B2-86DE-85610229F3A2}" destId="{8BE39AA9-FF92-425B-A2A9-6F4FFC29E347}" srcOrd="0" destOrd="0" parTransId="{7CA5705B-BD80-4CAB-B40A-C83D8E71E422}" sibTransId="{60A1EE56-3C26-4263-B27D-F99D3F63A1F9}"/>
    <dgm:cxn modelId="{32FD2802-4181-4D1D-993F-0D8A40E0D614}" type="presOf" srcId="{EDF88002-DD73-450A-B56A-4CB2F58856B7}" destId="{D26EBAFD-185B-4DB0-8318-7E31E510522D}" srcOrd="0" destOrd="0" presId="urn:microsoft.com/office/officeart/2016/7/layout/BasicLinearProcessNumbered"/>
    <dgm:cxn modelId="{BB152021-F6D5-4612-A619-8AF70681894C}" type="presOf" srcId="{3ED37A60-70FF-4AB0-8624-D848A44167EB}" destId="{2684FFBF-2B3D-401A-B9A1-6E602B5DDC65}" srcOrd="0" destOrd="0" presId="urn:microsoft.com/office/officeart/2016/7/layout/BasicLinearProcessNumbered"/>
    <dgm:cxn modelId="{4AA9422B-9BC0-4656-A14D-82E7C78AEC6A}" type="presOf" srcId="{8BE39AA9-FF92-425B-A2A9-6F4FFC29E347}" destId="{7FAFD7FF-09B3-43FA-AF36-FC3990461184}" srcOrd="0" destOrd="0" presId="urn:microsoft.com/office/officeart/2016/7/layout/BasicLinearProcessNumbered"/>
    <dgm:cxn modelId="{824AB132-E1E0-4665-B596-7DAF7A5C474D}" type="presOf" srcId="{11951994-5960-407D-A280-D7D98A12119E}" destId="{21B00D5B-4971-4F23-A67E-924F1E93D748}" srcOrd="0" destOrd="0" presId="urn:microsoft.com/office/officeart/2016/7/layout/BasicLinearProcessNumbered"/>
    <dgm:cxn modelId="{ED382F45-8698-4ACD-BF07-166A3D6B5E06}" type="presOf" srcId="{76C6EDBA-F8FE-4087-BC91-7178C5AB47D0}" destId="{2BCC9A02-858A-4BA9-A38E-192ECD00DAD0}" srcOrd="0" destOrd="0" presId="urn:microsoft.com/office/officeart/2016/7/layout/BasicLinearProcessNumbered"/>
    <dgm:cxn modelId="{0B775F67-089A-425F-951A-E16916AB7B96}" type="presOf" srcId="{11951994-5960-407D-A280-D7D98A12119E}" destId="{32718E0D-8F54-42D5-AD8A-860F49CC1FF7}" srcOrd="1" destOrd="0" presId="urn:microsoft.com/office/officeart/2016/7/layout/BasicLinearProcessNumbered"/>
    <dgm:cxn modelId="{FF64CD6A-2328-4208-9797-8E7D8935A92F}" type="presOf" srcId="{3ED37A60-70FF-4AB0-8624-D848A44167EB}" destId="{0BB8DD99-E786-40B4-A524-FE66A35E2E5E}" srcOrd="1" destOrd="0" presId="urn:microsoft.com/office/officeart/2016/7/layout/BasicLinearProcessNumbered"/>
    <dgm:cxn modelId="{0BBA3270-8F1E-4F94-979F-3CA71166E46D}" type="presOf" srcId="{23D33CF1-D6FC-4B3D-87E6-027AEB2F5749}" destId="{7824988A-0D27-4E42-9E39-4A1A464734B5}" srcOrd="0" destOrd="0" presId="urn:microsoft.com/office/officeart/2016/7/layout/BasicLinearProcessNumbered"/>
    <dgm:cxn modelId="{C309B654-3B76-41CC-96D6-5B797B194167}" type="presOf" srcId="{A47740B0-7602-4B6B-8EDD-E5270DA14970}" destId="{C4BFAA18-A0D9-46D3-9A81-559A7427055E}" srcOrd="0" destOrd="0" presId="urn:microsoft.com/office/officeart/2016/7/layout/BasicLinearProcessNumbered"/>
    <dgm:cxn modelId="{37BAFD76-AAF1-4BF1-96DC-664D5A86D90E}" type="presOf" srcId="{60A1EE56-3C26-4263-B27D-F99D3F63A1F9}" destId="{0DCC9908-8CBC-4C25-B49E-49DA12D50A49}" srcOrd="0" destOrd="0" presId="urn:microsoft.com/office/officeart/2016/7/layout/BasicLinearProcessNumbered"/>
    <dgm:cxn modelId="{DD564277-AEC1-4356-81A6-FD15225DE85A}" type="presOf" srcId="{67F4B8F3-3560-42D8-B9C5-2A5D7914C533}" destId="{D065AAE8-EB6D-4B0A-BDFF-233F96723CFA}" srcOrd="0" destOrd="0" presId="urn:microsoft.com/office/officeart/2016/7/layout/BasicLinearProcessNumbered"/>
    <dgm:cxn modelId="{6538007D-3251-43B7-B94B-D147089BEC50}" srcId="{80D5C4F7-97F7-47B2-86DE-85610229F3A2}" destId="{EDF88002-DD73-450A-B56A-4CB2F58856B7}" srcOrd="4" destOrd="0" parTransId="{350DDF82-1048-44DA-AFFC-C874DA99BEBA}" sibTransId="{67F4B8F3-3560-42D8-B9C5-2A5D7914C533}"/>
    <dgm:cxn modelId="{B3318C83-2246-40B3-8B17-3DBDEA7258AB}" srcId="{80D5C4F7-97F7-47B2-86DE-85610229F3A2}" destId="{3ED37A60-70FF-4AB0-8624-D848A44167EB}" srcOrd="1" destOrd="0" parTransId="{47E25B97-A905-43B1-8739-D9C40F5FF19C}" sibTransId="{66DA40F2-1FE0-4415-B5B7-2483292ADF73}"/>
    <dgm:cxn modelId="{5B2AE79F-D63C-4A03-86D6-11CEE08BF588}" type="presOf" srcId="{8BE39AA9-FF92-425B-A2A9-6F4FFC29E347}" destId="{305F99ED-9F9D-4741-BE4C-D9221FF6B3FC}" srcOrd="1" destOrd="0" presId="urn:microsoft.com/office/officeart/2016/7/layout/BasicLinearProcessNumbered"/>
    <dgm:cxn modelId="{61ADE6BA-01AF-428A-9FC5-5BF78F60FD02}" type="presOf" srcId="{EDF88002-DD73-450A-B56A-4CB2F58856B7}" destId="{ED2BD863-35AB-4781-8A8B-5597836E0719}" srcOrd="1" destOrd="0" presId="urn:microsoft.com/office/officeart/2016/7/layout/BasicLinearProcessNumbered"/>
    <dgm:cxn modelId="{C9E2FBC6-D12A-466C-854C-9DD639722A0E}" srcId="{80D5C4F7-97F7-47B2-86DE-85610229F3A2}" destId="{11951994-5960-407D-A280-D7D98A12119E}" srcOrd="3" destOrd="0" parTransId="{2ADEFDE4-1A26-4E7E-A5D6-95022A999711}" sibTransId="{23D33CF1-D6FC-4B3D-87E6-027AEB2F5749}"/>
    <dgm:cxn modelId="{C86047D3-697E-406F-9F4E-7B4AFCD37809}" type="presOf" srcId="{66DA40F2-1FE0-4415-B5B7-2483292ADF73}" destId="{E03C81AD-58A2-4801-9916-C6370AE9D717}" srcOrd="0" destOrd="0" presId="urn:microsoft.com/office/officeart/2016/7/layout/BasicLinearProcessNumbered"/>
    <dgm:cxn modelId="{67FD54DC-2106-4949-8E5C-A50D350C8269}" type="presOf" srcId="{A47740B0-7602-4B6B-8EDD-E5270DA14970}" destId="{9243D6A4-EAE5-4D08-BC23-648FCA7CDDA5}" srcOrd="1" destOrd="0" presId="urn:microsoft.com/office/officeart/2016/7/layout/BasicLinearProcessNumbered"/>
    <dgm:cxn modelId="{51C60FE7-E110-4C82-8D5A-57094D3E3176}" srcId="{80D5C4F7-97F7-47B2-86DE-85610229F3A2}" destId="{A47740B0-7602-4B6B-8EDD-E5270DA14970}" srcOrd="2" destOrd="0" parTransId="{B0CAC0C3-7D45-4F1D-905D-ADEEBFB88AC5}" sibTransId="{76C6EDBA-F8FE-4087-BC91-7178C5AB47D0}"/>
    <dgm:cxn modelId="{66B4C7FA-2287-4C4E-9561-02940A575B1F}" type="presOf" srcId="{80D5C4F7-97F7-47B2-86DE-85610229F3A2}" destId="{4121BCBF-7060-47F5-B3CB-A86A1F063F97}" srcOrd="0" destOrd="0" presId="urn:microsoft.com/office/officeart/2016/7/layout/BasicLinearProcessNumbered"/>
    <dgm:cxn modelId="{224A5B27-F36A-4EDA-B78C-7C037C1CE670}" type="presParOf" srcId="{4121BCBF-7060-47F5-B3CB-A86A1F063F97}" destId="{048913BF-C7EC-44F9-9EF7-347D605E7758}" srcOrd="0" destOrd="0" presId="urn:microsoft.com/office/officeart/2016/7/layout/BasicLinearProcessNumbered"/>
    <dgm:cxn modelId="{E5635822-CBCC-4FA7-A9BB-D434E2C38E44}" type="presParOf" srcId="{048913BF-C7EC-44F9-9EF7-347D605E7758}" destId="{7FAFD7FF-09B3-43FA-AF36-FC3990461184}" srcOrd="0" destOrd="0" presId="urn:microsoft.com/office/officeart/2016/7/layout/BasicLinearProcessNumbered"/>
    <dgm:cxn modelId="{BA59BFF0-DABF-42F1-AF69-13FD3989723B}" type="presParOf" srcId="{048913BF-C7EC-44F9-9EF7-347D605E7758}" destId="{0DCC9908-8CBC-4C25-B49E-49DA12D50A49}" srcOrd="1" destOrd="0" presId="urn:microsoft.com/office/officeart/2016/7/layout/BasicLinearProcessNumbered"/>
    <dgm:cxn modelId="{140DBFC6-9820-4026-8FF1-C4AF964D776B}" type="presParOf" srcId="{048913BF-C7EC-44F9-9EF7-347D605E7758}" destId="{A508F917-82A4-4803-9024-AD477C4F6900}" srcOrd="2" destOrd="0" presId="urn:microsoft.com/office/officeart/2016/7/layout/BasicLinearProcessNumbered"/>
    <dgm:cxn modelId="{D55B23BE-4A96-46B8-BAA3-475D2D76CBDF}" type="presParOf" srcId="{048913BF-C7EC-44F9-9EF7-347D605E7758}" destId="{305F99ED-9F9D-4741-BE4C-D9221FF6B3FC}" srcOrd="3" destOrd="0" presId="urn:microsoft.com/office/officeart/2016/7/layout/BasicLinearProcessNumbered"/>
    <dgm:cxn modelId="{FBA487EF-9823-40AC-AC8C-34524765A9B2}" type="presParOf" srcId="{4121BCBF-7060-47F5-B3CB-A86A1F063F97}" destId="{E3CE58EC-428F-4C9A-9A4E-FC97A14C597F}" srcOrd="1" destOrd="0" presId="urn:microsoft.com/office/officeart/2016/7/layout/BasicLinearProcessNumbered"/>
    <dgm:cxn modelId="{E8FAA802-B9B2-4B15-AC67-BA03D6CCDE99}" type="presParOf" srcId="{4121BCBF-7060-47F5-B3CB-A86A1F063F97}" destId="{8CF3BE52-A3C2-4E09-B208-FAE6C97A7158}" srcOrd="2" destOrd="0" presId="urn:microsoft.com/office/officeart/2016/7/layout/BasicLinearProcessNumbered"/>
    <dgm:cxn modelId="{EB9652F4-2382-4658-AB2B-8ADCF9463700}" type="presParOf" srcId="{8CF3BE52-A3C2-4E09-B208-FAE6C97A7158}" destId="{2684FFBF-2B3D-401A-B9A1-6E602B5DDC65}" srcOrd="0" destOrd="0" presId="urn:microsoft.com/office/officeart/2016/7/layout/BasicLinearProcessNumbered"/>
    <dgm:cxn modelId="{7DB0F134-535A-44C4-8B7A-153ACFB8E5CB}" type="presParOf" srcId="{8CF3BE52-A3C2-4E09-B208-FAE6C97A7158}" destId="{E03C81AD-58A2-4801-9916-C6370AE9D717}" srcOrd="1" destOrd="0" presId="urn:microsoft.com/office/officeart/2016/7/layout/BasicLinearProcessNumbered"/>
    <dgm:cxn modelId="{D07F37EF-C55B-459D-94BC-5AEB764439B2}" type="presParOf" srcId="{8CF3BE52-A3C2-4E09-B208-FAE6C97A7158}" destId="{F6208EDA-DB95-4B53-A750-29DC82FFBC19}" srcOrd="2" destOrd="0" presId="urn:microsoft.com/office/officeart/2016/7/layout/BasicLinearProcessNumbered"/>
    <dgm:cxn modelId="{C95D3AE9-CC5F-415E-8F01-A0183AC0243D}" type="presParOf" srcId="{8CF3BE52-A3C2-4E09-B208-FAE6C97A7158}" destId="{0BB8DD99-E786-40B4-A524-FE66A35E2E5E}" srcOrd="3" destOrd="0" presId="urn:microsoft.com/office/officeart/2016/7/layout/BasicLinearProcessNumbered"/>
    <dgm:cxn modelId="{3D1AD4BF-AEF4-44A8-BF8E-069B4E940568}" type="presParOf" srcId="{4121BCBF-7060-47F5-B3CB-A86A1F063F97}" destId="{8D82F00F-93D3-4DEC-85CA-3D49C100A96C}" srcOrd="3" destOrd="0" presId="urn:microsoft.com/office/officeart/2016/7/layout/BasicLinearProcessNumbered"/>
    <dgm:cxn modelId="{CE60B30B-E89F-42E6-B42B-DB633CBDBDC9}" type="presParOf" srcId="{4121BCBF-7060-47F5-B3CB-A86A1F063F97}" destId="{CD460A1F-6F26-4A50-BF92-E0A4DCAE549C}" srcOrd="4" destOrd="0" presId="urn:microsoft.com/office/officeart/2016/7/layout/BasicLinearProcessNumbered"/>
    <dgm:cxn modelId="{A11F2FA7-1BD1-4FCE-810D-6A844FE8E92C}" type="presParOf" srcId="{CD460A1F-6F26-4A50-BF92-E0A4DCAE549C}" destId="{C4BFAA18-A0D9-46D3-9A81-559A7427055E}" srcOrd="0" destOrd="0" presId="urn:microsoft.com/office/officeart/2016/7/layout/BasicLinearProcessNumbered"/>
    <dgm:cxn modelId="{4DD32EA7-7955-4263-8FFA-3B302321F0BA}" type="presParOf" srcId="{CD460A1F-6F26-4A50-BF92-E0A4DCAE549C}" destId="{2BCC9A02-858A-4BA9-A38E-192ECD00DAD0}" srcOrd="1" destOrd="0" presId="urn:microsoft.com/office/officeart/2016/7/layout/BasicLinearProcessNumbered"/>
    <dgm:cxn modelId="{B095E5ED-9935-4E87-943C-E87ADDB8D9C1}" type="presParOf" srcId="{CD460A1F-6F26-4A50-BF92-E0A4DCAE549C}" destId="{56B9711B-9E91-4AA4-BA74-9F78BCE224FA}" srcOrd="2" destOrd="0" presId="urn:microsoft.com/office/officeart/2016/7/layout/BasicLinearProcessNumbered"/>
    <dgm:cxn modelId="{F774C017-89F5-4A36-8867-5B0FE017E8E4}" type="presParOf" srcId="{CD460A1F-6F26-4A50-BF92-E0A4DCAE549C}" destId="{9243D6A4-EAE5-4D08-BC23-648FCA7CDDA5}" srcOrd="3" destOrd="0" presId="urn:microsoft.com/office/officeart/2016/7/layout/BasicLinearProcessNumbered"/>
    <dgm:cxn modelId="{CA1EDA30-BB8C-4228-B004-8736056BC08C}" type="presParOf" srcId="{4121BCBF-7060-47F5-B3CB-A86A1F063F97}" destId="{058F9E7C-BE7C-4D7F-9F97-1FCAB1CC68BE}" srcOrd="5" destOrd="0" presId="urn:microsoft.com/office/officeart/2016/7/layout/BasicLinearProcessNumbered"/>
    <dgm:cxn modelId="{46CC3250-567C-4344-9414-1776800DE3B4}" type="presParOf" srcId="{4121BCBF-7060-47F5-B3CB-A86A1F063F97}" destId="{EE560CB1-872B-41FA-A7FB-043272CA4E95}" srcOrd="6" destOrd="0" presId="urn:microsoft.com/office/officeart/2016/7/layout/BasicLinearProcessNumbered"/>
    <dgm:cxn modelId="{B03E1BAA-CEBD-4A62-A102-18B785098CA7}" type="presParOf" srcId="{EE560CB1-872B-41FA-A7FB-043272CA4E95}" destId="{21B00D5B-4971-4F23-A67E-924F1E93D748}" srcOrd="0" destOrd="0" presId="urn:microsoft.com/office/officeart/2016/7/layout/BasicLinearProcessNumbered"/>
    <dgm:cxn modelId="{78D984A1-9484-4753-B965-B823F6D468BD}" type="presParOf" srcId="{EE560CB1-872B-41FA-A7FB-043272CA4E95}" destId="{7824988A-0D27-4E42-9E39-4A1A464734B5}" srcOrd="1" destOrd="0" presId="urn:microsoft.com/office/officeart/2016/7/layout/BasicLinearProcessNumbered"/>
    <dgm:cxn modelId="{0EEF361E-AE29-42C3-B4A2-C2C1348104F8}" type="presParOf" srcId="{EE560CB1-872B-41FA-A7FB-043272CA4E95}" destId="{4EFDC7A7-A174-47A9-A01A-D8DE910E105F}" srcOrd="2" destOrd="0" presId="urn:microsoft.com/office/officeart/2016/7/layout/BasicLinearProcessNumbered"/>
    <dgm:cxn modelId="{08E9D11B-4958-474B-8F8F-8E39387FF452}" type="presParOf" srcId="{EE560CB1-872B-41FA-A7FB-043272CA4E95}" destId="{32718E0D-8F54-42D5-AD8A-860F49CC1FF7}" srcOrd="3" destOrd="0" presId="urn:microsoft.com/office/officeart/2016/7/layout/BasicLinearProcessNumbered"/>
    <dgm:cxn modelId="{01DE0BD0-0735-43F4-AD19-48C8DED6D1C2}" type="presParOf" srcId="{4121BCBF-7060-47F5-B3CB-A86A1F063F97}" destId="{8FF0D69A-E8A6-45C7-9C10-CD45324F04D9}" srcOrd="7" destOrd="0" presId="urn:microsoft.com/office/officeart/2016/7/layout/BasicLinearProcessNumbered"/>
    <dgm:cxn modelId="{1F9C0799-FCD5-4E23-83AD-C4244D10D08D}" type="presParOf" srcId="{4121BCBF-7060-47F5-B3CB-A86A1F063F97}" destId="{D58F282D-A890-4DE8-9DDB-E613DB01BA4D}" srcOrd="8" destOrd="0" presId="urn:microsoft.com/office/officeart/2016/7/layout/BasicLinearProcessNumbered"/>
    <dgm:cxn modelId="{BBED335A-F6D1-44F7-8204-DA1F9F68FFBA}" type="presParOf" srcId="{D58F282D-A890-4DE8-9DDB-E613DB01BA4D}" destId="{D26EBAFD-185B-4DB0-8318-7E31E510522D}" srcOrd="0" destOrd="0" presId="urn:microsoft.com/office/officeart/2016/7/layout/BasicLinearProcessNumbered"/>
    <dgm:cxn modelId="{DA0F02B9-29B8-43F5-A3D5-674C4EBF18D0}" type="presParOf" srcId="{D58F282D-A890-4DE8-9DDB-E613DB01BA4D}" destId="{D065AAE8-EB6D-4B0A-BDFF-233F96723CFA}" srcOrd="1" destOrd="0" presId="urn:microsoft.com/office/officeart/2016/7/layout/BasicLinearProcessNumbered"/>
    <dgm:cxn modelId="{D1AAD395-EE9F-456B-9D67-B0F14070E29D}" type="presParOf" srcId="{D58F282D-A890-4DE8-9DDB-E613DB01BA4D}" destId="{3154E4F8-3230-4CF9-8220-E5F5A8043F6A}" srcOrd="2" destOrd="0" presId="urn:microsoft.com/office/officeart/2016/7/layout/BasicLinearProcessNumbered"/>
    <dgm:cxn modelId="{97C2F36E-5ED5-4A16-A889-324D624C5CD8}" type="presParOf" srcId="{D58F282D-A890-4DE8-9DDB-E613DB01BA4D}" destId="{ED2BD863-35AB-4781-8A8B-5597836E0719}"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734463E-B5E3-4631-98AD-0461628362EE}"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05AB16E5-AB33-4793-BFAD-40345DFAC199}">
      <dgm:prSet/>
      <dgm:spPr/>
      <dgm:t>
        <a:bodyPr/>
        <a:lstStyle/>
        <a:p>
          <a:r>
            <a:rPr lang="tr-TR"/>
            <a:t>Desktop wallet</a:t>
          </a:r>
          <a:endParaRPr lang="en-US"/>
        </a:p>
      </dgm:t>
    </dgm:pt>
    <dgm:pt modelId="{5A0DE7F8-284C-4587-9DD7-49AFB10719C8}" type="parTrans" cxnId="{29FD2E33-DDF8-4763-89B3-7E95AB544B7A}">
      <dgm:prSet/>
      <dgm:spPr/>
      <dgm:t>
        <a:bodyPr/>
        <a:lstStyle/>
        <a:p>
          <a:endParaRPr lang="en-US"/>
        </a:p>
      </dgm:t>
    </dgm:pt>
    <dgm:pt modelId="{7A32F16C-5810-4257-81A4-B5E55E8CBCC2}" type="sibTrans" cxnId="{29FD2E33-DDF8-4763-89B3-7E95AB544B7A}">
      <dgm:prSet phldrT="1"/>
      <dgm:spPr/>
      <dgm:t>
        <a:bodyPr/>
        <a:lstStyle/>
        <a:p>
          <a:r>
            <a:rPr lang="en-US"/>
            <a:t>1</a:t>
          </a:r>
        </a:p>
      </dgm:t>
    </dgm:pt>
    <dgm:pt modelId="{AABCE848-BDD6-4BDC-95E1-0B74DEAEB089}">
      <dgm:prSet/>
      <dgm:spPr/>
      <dgm:t>
        <a:bodyPr/>
        <a:lstStyle/>
        <a:p>
          <a:r>
            <a:rPr lang="tr-TR"/>
            <a:t>Mobile wallet</a:t>
          </a:r>
          <a:endParaRPr lang="en-US"/>
        </a:p>
      </dgm:t>
    </dgm:pt>
    <dgm:pt modelId="{1692B0FB-FA1A-4543-8531-FE2622986639}" type="parTrans" cxnId="{61CD0B77-0984-4538-9780-48925A527703}">
      <dgm:prSet/>
      <dgm:spPr/>
      <dgm:t>
        <a:bodyPr/>
        <a:lstStyle/>
        <a:p>
          <a:endParaRPr lang="en-US"/>
        </a:p>
      </dgm:t>
    </dgm:pt>
    <dgm:pt modelId="{34DC4772-12CE-451B-BBA4-9254247BC01B}" type="sibTrans" cxnId="{61CD0B77-0984-4538-9780-48925A527703}">
      <dgm:prSet phldrT="2"/>
      <dgm:spPr/>
      <dgm:t>
        <a:bodyPr/>
        <a:lstStyle/>
        <a:p>
          <a:r>
            <a:rPr lang="en-US"/>
            <a:t>2</a:t>
          </a:r>
        </a:p>
      </dgm:t>
    </dgm:pt>
    <dgm:pt modelId="{A4BFFB74-69A1-455B-82B2-25BBE6D7FFA6}">
      <dgm:prSet/>
      <dgm:spPr/>
      <dgm:t>
        <a:bodyPr/>
        <a:lstStyle/>
        <a:p>
          <a:r>
            <a:rPr lang="tr-TR"/>
            <a:t>Web wallet</a:t>
          </a:r>
          <a:endParaRPr lang="en-US"/>
        </a:p>
      </dgm:t>
    </dgm:pt>
    <dgm:pt modelId="{56141494-9214-451B-8360-F0145EE23CA4}" type="parTrans" cxnId="{D12303BF-74BF-4DED-846C-29918CFF2F53}">
      <dgm:prSet/>
      <dgm:spPr/>
      <dgm:t>
        <a:bodyPr/>
        <a:lstStyle/>
        <a:p>
          <a:endParaRPr lang="en-US"/>
        </a:p>
      </dgm:t>
    </dgm:pt>
    <dgm:pt modelId="{175D1312-9824-4C9B-BA60-0824F4539DDF}" type="sibTrans" cxnId="{D12303BF-74BF-4DED-846C-29918CFF2F53}">
      <dgm:prSet phldrT="3"/>
      <dgm:spPr/>
      <dgm:t>
        <a:bodyPr/>
        <a:lstStyle/>
        <a:p>
          <a:r>
            <a:rPr lang="en-US"/>
            <a:t>3</a:t>
          </a:r>
        </a:p>
      </dgm:t>
    </dgm:pt>
    <dgm:pt modelId="{639B6243-6633-45C1-80E4-71815CD7AD4D}">
      <dgm:prSet/>
      <dgm:spPr/>
      <dgm:t>
        <a:bodyPr/>
        <a:lstStyle/>
        <a:p>
          <a:r>
            <a:rPr lang="tr-TR"/>
            <a:t>Hardware wallet</a:t>
          </a:r>
          <a:endParaRPr lang="en-US"/>
        </a:p>
      </dgm:t>
    </dgm:pt>
    <dgm:pt modelId="{0C6F7E2C-D064-4EC4-85FE-59AC4AA77747}" type="parTrans" cxnId="{6E0CFE7D-115E-44DB-8469-193A6E108E63}">
      <dgm:prSet/>
      <dgm:spPr/>
      <dgm:t>
        <a:bodyPr/>
        <a:lstStyle/>
        <a:p>
          <a:endParaRPr lang="en-US"/>
        </a:p>
      </dgm:t>
    </dgm:pt>
    <dgm:pt modelId="{53B2CCEB-3761-48AD-A3E4-6A315F4460B5}" type="sibTrans" cxnId="{6E0CFE7D-115E-44DB-8469-193A6E108E63}">
      <dgm:prSet phldrT="4"/>
      <dgm:spPr/>
      <dgm:t>
        <a:bodyPr/>
        <a:lstStyle/>
        <a:p>
          <a:r>
            <a:rPr lang="en-US"/>
            <a:t>4</a:t>
          </a:r>
        </a:p>
      </dgm:t>
    </dgm:pt>
    <dgm:pt modelId="{CE7E99BF-A8EF-438D-97B8-8441A752FFDB}">
      <dgm:prSet/>
      <dgm:spPr/>
      <dgm:t>
        <a:bodyPr/>
        <a:lstStyle/>
        <a:p>
          <a:r>
            <a:rPr lang="tr-TR"/>
            <a:t>Paper wallet</a:t>
          </a:r>
          <a:endParaRPr lang="en-US"/>
        </a:p>
      </dgm:t>
    </dgm:pt>
    <dgm:pt modelId="{B14F1BF4-5903-4521-9437-F13810ABB21D}" type="parTrans" cxnId="{F596C812-3ECA-482B-B74B-B8C5EA8148BE}">
      <dgm:prSet/>
      <dgm:spPr/>
      <dgm:t>
        <a:bodyPr/>
        <a:lstStyle/>
        <a:p>
          <a:endParaRPr lang="en-US"/>
        </a:p>
      </dgm:t>
    </dgm:pt>
    <dgm:pt modelId="{3D845EB9-06F6-4072-8892-3EB71C9F0A4D}" type="sibTrans" cxnId="{F596C812-3ECA-482B-B74B-B8C5EA8148BE}">
      <dgm:prSet phldrT="5"/>
      <dgm:spPr/>
      <dgm:t>
        <a:bodyPr/>
        <a:lstStyle/>
        <a:p>
          <a:r>
            <a:rPr lang="en-US"/>
            <a:t>5</a:t>
          </a:r>
        </a:p>
      </dgm:t>
    </dgm:pt>
    <dgm:pt modelId="{149BDBAF-62C8-42EB-9867-C765A5076814}" type="pres">
      <dgm:prSet presAssocID="{5734463E-B5E3-4631-98AD-0461628362EE}" presName="Name0" presStyleCnt="0">
        <dgm:presLayoutVars>
          <dgm:animLvl val="lvl"/>
          <dgm:resizeHandles val="exact"/>
        </dgm:presLayoutVars>
      </dgm:prSet>
      <dgm:spPr/>
    </dgm:pt>
    <dgm:pt modelId="{D9969D3A-5E12-404C-AF50-58ABC984E1F7}" type="pres">
      <dgm:prSet presAssocID="{05AB16E5-AB33-4793-BFAD-40345DFAC199}" presName="compositeNode" presStyleCnt="0">
        <dgm:presLayoutVars>
          <dgm:bulletEnabled val="1"/>
        </dgm:presLayoutVars>
      </dgm:prSet>
      <dgm:spPr/>
    </dgm:pt>
    <dgm:pt modelId="{1B4312AB-3F0F-4DE4-8A8E-131901B40383}" type="pres">
      <dgm:prSet presAssocID="{05AB16E5-AB33-4793-BFAD-40345DFAC199}" presName="bgRect" presStyleLbl="bgAccFollowNode1" presStyleIdx="0" presStyleCnt="5"/>
      <dgm:spPr/>
    </dgm:pt>
    <dgm:pt modelId="{A8109DF2-A761-4398-974E-891236A0E310}" type="pres">
      <dgm:prSet presAssocID="{7A32F16C-5810-4257-81A4-B5E55E8CBCC2}" presName="sibTransNodeCircle" presStyleLbl="alignNode1" presStyleIdx="0" presStyleCnt="10">
        <dgm:presLayoutVars>
          <dgm:chMax val="0"/>
          <dgm:bulletEnabled/>
        </dgm:presLayoutVars>
      </dgm:prSet>
      <dgm:spPr/>
    </dgm:pt>
    <dgm:pt modelId="{EB589A72-3BE9-4DFF-9EA9-F0B3071BEE28}" type="pres">
      <dgm:prSet presAssocID="{05AB16E5-AB33-4793-BFAD-40345DFAC199}" presName="bottomLine" presStyleLbl="alignNode1" presStyleIdx="1" presStyleCnt="10">
        <dgm:presLayoutVars/>
      </dgm:prSet>
      <dgm:spPr/>
    </dgm:pt>
    <dgm:pt modelId="{47524CDF-2180-4131-86CF-E8AD0C055A40}" type="pres">
      <dgm:prSet presAssocID="{05AB16E5-AB33-4793-BFAD-40345DFAC199}" presName="nodeText" presStyleLbl="bgAccFollowNode1" presStyleIdx="0" presStyleCnt="5">
        <dgm:presLayoutVars>
          <dgm:bulletEnabled val="1"/>
        </dgm:presLayoutVars>
      </dgm:prSet>
      <dgm:spPr/>
    </dgm:pt>
    <dgm:pt modelId="{B472AA54-4A13-4936-9529-0E308268983F}" type="pres">
      <dgm:prSet presAssocID="{7A32F16C-5810-4257-81A4-B5E55E8CBCC2}" presName="sibTrans" presStyleCnt="0"/>
      <dgm:spPr/>
    </dgm:pt>
    <dgm:pt modelId="{F037E958-CE92-4E43-B5A3-F4C5961BB610}" type="pres">
      <dgm:prSet presAssocID="{AABCE848-BDD6-4BDC-95E1-0B74DEAEB089}" presName="compositeNode" presStyleCnt="0">
        <dgm:presLayoutVars>
          <dgm:bulletEnabled val="1"/>
        </dgm:presLayoutVars>
      </dgm:prSet>
      <dgm:spPr/>
    </dgm:pt>
    <dgm:pt modelId="{18D57CDA-FB29-4972-93A9-EDE019DE93A9}" type="pres">
      <dgm:prSet presAssocID="{AABCE848-BDD6-4BDC-95E1-0B74DEAEB089}" presName="bgRect" presStyleLbl="bgAccFollowNode1" presStyleIdx="1" presStyleCnt="5"/>
      <dgm:spPr/>
    </dgm:pt>
    <dgm:pt modelId="{5D2AC8AD-147A-4F54-8D0B-7239B8788153}" type="pres">
      <dgm:prSet presAssocID="{34DC4772-12CE-451B-BBA4-9254247BC01B}" presName="sibTransNodeCircle" presStyleLbl="alignNode1" presStyleIdx="2" presStyleCnt="10">
        <dgm:presLayoutVars>
          <dgm:chMax val="0"/>
          <dgm:bulletEnabled/>
        </dgm:presLayoutVars>
      </dgm:prSet>
      <dgm:spPr/>
    </dgm:pt>
    <dgm:pt modelId="{CAB64ADE-627A-4960-8A53-3CF63AD1F066}" type="pres">
      <dgm:prSet presAssocID="{AABCE848-BDD6-4BDC-95E1-0B74DEAEB089}" presName="bottomLine" presStyleLbl="alignNode1" presStyleIdx="3" presStyleCnt="10">
        <dgm:presLayoutVars/>
      </dgm:prSet>
      <dgm:spPr/>
    </dgm:pt>
    <dgm:pt modelId="{0CB45F93-7799-4DCD-A3C3-C2AA72B5268D}" type="pres">
      <dgm:prSet presAssocID="{AABCE848-BDD6-4BDC-95E1-0B74DEAEB089}" presName="nodeText" presStyleLbl="bgAccFollowNode1" presStyleIdx="1" presStyleCnt="5">
        <dgm:presLayoutVars>
          <dgm:bulletEnabled val="1"/>
        </dgm:presLayoutVars>
      </dgm:prSet>
      <dgm:spPr/>
    </dgm:pt>
    <dgm:pt modelId="{F3FB4B56-24A9-499F-9EFD-ADDFB7DCEAE2}" type="pres">
      <dgm:prSet presAssocID="{34DC4772-12CE-451B-BBA4-9254247BC01B}" presName="sibTrans" presStyleCnt="0"/>
      <dgm:spPr/>
    </dgm:pt>
    <dgm:pt modelId="{55B11447-7C58-41F7-882C-85454605CB12}" type="pres">
      <dgm:prSet presAssocID="{A4BFFB74-69A1-455B-82B2-25BBE6D7FFA6}" presName="compositeNode" presStyleCnt="0">
        <dgm:presLayoutVars>
          <dgm:bulletEnabled val="1"/>
        </dgm:presLayoutVars>
      </dgm:prSet>
      <dgm:spPr/>
    </dgm:pt>
    <dgm:pt modelId="{5B8F8689-3592-47C0-BEBF-8256E5985B0A}" type="pres">
      <dgm:prSet presAssocID="{A4BFFB74-69A1-455B-82B2-25BBE6D7FFA6}" presName="bgRect" presStyleLbl="bgAccFollowNode1" presStyleIdx="2" presStyleCnt="5"/>
      <dgm:spPr/>
    </dgm:pt>
    <dgm:pt modelId="{6B141F9C-8430-4053-A6D5-0E49F70099AB}" type="pres">
      <dgm:prSet presAssocID="{175D1312-9824-4C9B-BA60-0824F4539DDF}" presName="sibTransNodeCircle" presStyleLbl="alignNode1" presStyleIdx="4" presStyleCnt="10">
        <dgm:presLayoutVars>
          <dgm:chMax val="0"/>
          <dgm:bulletEnabled/>
        </dgm:presLayoutVars>
      </dgm:prSet>
      <dgm:spPr/>
    </dgm:pt>
    <dgm:pt modelId="{92B708F9-69FA-49B9-B999-C8B7A1B5625D}" type="pres">
      <dgm:prSet presAssocID="{A4BFFB74-69A1-455B-82B2-25BBE6D7FFA6}" presName="bottomLine" presStyleLbl="alignNode1" presStyleIdx="5" presStyleCnt="10">
        <dgm:presLayoutVars/>
      </dgm:prSet>
      <dgm:spPr/>
    </dgm:pt>
    <dgm:pt modelId="{6339AA3A-2DE9-49BF-A2B9-23C135D875EC}" type="pres">
      <dgm:prSet presAssocID="{A4BFFB74-69A1-455B-82B2-25BBE6D7FFA6}" presName="nodeText" presStyleLbl="bgAccFollowNode1" presStyleIdx="2" presStyleCnt="5">
        <dgm:presLayoutVars>
          <dgm:bulletEnabled val="1"/>
        </dgm:presLayoutVars>
      </dgm:prSet>
      <dgm:spPr/>
    </dgm:pt>
    <dgm:pt modelId="{4B705BDD-00B4-4F6B-BF89-0F7EF08E4012}" type="pres">
      <dgm:prSet presAssocID="{175D1312-9824-4C9B-BA60-0824F4539DDF}" presName="sibTrans" presStyleCnt="0"/>
      <dgm:spPr/>
    </dgm:pt>
    <dgm:pt modelId="{4C8E6B78-801E-4FBC-8DFA-F0B79B64B015}" type="pres">
      <dgm:prSet presAssocID="{639B6243-6633-45C1-80E4-71815CD7AD4D}" presName="compositeNode" presStyleCnt="0">
        <dgm:presLayoutVars>
          <dgm:bulletEnabled val="1"/>
        </dgm:presLayoutVars>
      </dgm:prSet>
      <dgm:spPr/>
    </dgm:pt>
    <dgm:pt modelId="{2FD0F0D8-A244-41B0-AACC-0F09E4205695}" type="pres">
      <dgm:prSet presAssocID="{639B6243-6633-45C1-80E4-71815CD7AD4D}" presName="bgRect" presStyleLbl="bgAccFollowNode1" presStyleIdx="3" presStyleCnt="5"/>
      <dgm:spPr/>
    </dgm:pt>
    <dgm:pt modelId="{D65630BF-2CA6-4A85-A3BD-F1F70D5CA874}" type="pres">
      <dgm:prSet presAssocID="{53B2CCEB-3761-48AD-A3E4-6A315F4460B5}" presName="sibTransNodeCircle" presStyleLbl="alignNode1" presStyleIdx="6" presStyleCnt="10">
        <dgm:presLayoutVars>
          <dgm:chMax val="0"/>
          <dgm:bulletEnabled/>
        </dgm:presLayoutVars>
      </dgm:prSet>
      <dgm:spPr/>
    </dgm:pt>
    <dgm:pt modelId="{696E6111-730A-4DE3-8C4B-D629E1DAB1D1}" type="pres">
      <dgm:prSet presAssocID="{639B6243-6633-45C1-80E4-71815CD7AD4D}" presName="bottomLine" presStyleLbl="alignNode1" presStyleIdx="7" presStyleCnt="10">
        <dgm:presLayoutVars/>
      </dgm:prSet>
      <dgm:spPr/>
    </dgm:pt>
    <dgm:pt modelId="{A8C06144-1B26-4B75-BFE1-11099B66341E}" type="pres">
      <dgm:prSet presAssocID="{639B6243-6633-45C1-80E4-71815CD7AD4D}" presName="nodeText" presStyleLbl="bgAccFollowNode1" presStyleIdx="3" presStyleCnt="5">
        <dgm:presLayoutVars>
          <dgm:bulletEnabled val="1"/>
        </dgm:presLayoutVars>
      </dgm:prSet>
      <dgm:spPr/>
    </dgm:pt>
    <dgm:pt modelId="{ED9A75C1-15A4-4A2D-85FF-6EE3DF512206}" type="pres">
      <dgm:prSet presAssocID="{53B2CCEB-3761-48AD-A3E4-6A315F4460B5}" presName="sibTrans" presStyleCnt="0"/>
      <dgm:spPr/>
    </dgm:pt>
    <dgm:pt modelId="{102230E7-46B7-42B7-9D4B-4786A9A7C536}" type="pres">
      <dgm:prSet presAssocID="{CE7E99BF-A8EF-438D-97B8-8441A752FFDB}" presName="compositeNode" presStyleCnt="0">
        <dgm:presLayoutVars>
          <dgm:bulletEnabled val="1"/>
        </dgm:presLayoutVars>
      </dgm:prSet>
      <dgm:spPr/>
    </dgm:pt>
    <dgm:pt modelId="{D3F34EA7-F9F7-4EDB-A188-95C2D671F115}" type="pres">
      <dgm:prSet presAssocID="{CE7E99BF-A8EF-438D-97B8-8441A752FFDB}" presName="bgRect" presStyleLbl="bgAccFollowNode1" presStyleIdx="4" presStyleCnt="5"/>
      <dgm:spPr/>
    </dgm:pt>
    <dgm:pt modelId="{8789A285-F3FB-4145-8D99-D0D8431E7809}" type="pres">
      <dgm:prSet presAssocID="{3D845EB9-06F6-4072-8892-3EB71C9F0A4D}" presName="sibTransNodeCircle" presStyleLbl="alignNode1" presStyleIdx="8" presStyleCnt="10">
        <dgm:presLayoutVars>
          <dgm:chMax val="0"/>
          <dgm:bulletEnabled/>
        </dgm:presLayoutVars>
      </dgm:prSet>
      <dgm:spPr/>
    </dgm:pt>
    <dgm:pt modelId="{DE3ACD4E-D9B8-4441-AD2E-47716A54E64F}" type="pres">
      <dgm:prSet presAssocID="{CE7E99BF-A8EF-438D-97B8-8441A752FFDB}" presName="bottomLine" presStyleLbl="alignNode1" presStyleIdx="9" presStyleCnt="10">
        <dgm:presLayoutVars/>
      </dgm:prSet>
      <dgm:spPr/>
    </dgm:pt>
    <dgm:pt modelId="{563E601A-14E7-4F0E-B81D-7630FB5123E8}" type="pres">
      <dgm:prSet presAssocID="{CE7E99BF-A8EF-438D-97B8-8441A752FFDB}" presName="nodeText" presStyleLbl="bgAccFollowNode1" presStyleIdx="4" presStyleCnt="5">
        <dgm:presLayoutVars>
          <dgm:bulletEnabled val="1"/>
        </dgm:presLayoutVars>
      </dgm:prSet>
      <dgm:spPr/>
    </dgm:pt>
  </dgm:ptLst>
  <dgm:cxnLst>
    <dgm:cxn modelId="{B3378205-C138-4E88-A507-752A617734D8}" type="presOf" srcId="{05AB16E5-AB33-4793-BFAD-40345DFAC199}" destId="{1B4312AB-3F0F-4DE4-8A8E-131901B40383}" srcOrd="0" destOrd="0" presId="urn:microsoft.com/office/officeart/2016/7/layout/BasicLinearProcessNumbered"/>
    <dgm:cxn modelId="{F596C812-3ECA-482B-B74B-B8C5EA8148BE}" srcId="{5734463E-B5E3-4631-98AD-0461628362EE}" destId="{CE7E99BF-A8EF-438D-97B8-8441A752FFDB}" srcOrd="4" destOrd="0" parTransId="{B14F1BF4-5903-4521-9437-F13810ABB21D}" sibTransId="{3D845EB9-06F6-4072-8892-3EB71C9F0A4D}"/>
    <dgm:cxn modelId="{29FD2E33-DDF8-4763-89B3-7E95AB544B7A}" srcId="{5734463E-B5E3-4631-98AD-0461628362EE}" destId="{05AB16E5-AB33-4793-BFAD-40345DFAC199}" srcOrd="0" destOrd="0" parTransId="{5A0DE7F8-284C-4587-9DD7-49AFB10719C8}" sibTransId="{7A32F16C-5810-4257-81A4-B5E55E8CBCC2}"/>
    <dgm:cxn modelId="{A09DDB35-B3A9-4A8B-9718-67CF72DD22B1}" type="presOf" srcId="{34DC4772-12CE-451B-BBA4-9254247BC01B}" destId="{5D2AC8AD-147A-4F54-8D0B-7239B8788153}" srcOrd="0" destOrd="0" presId="urn:microsoft.com/office/officeart/2016/7/layout/BasicLinearProcessNumbered"/>
    <dgm:cxn modelId="{BF2F1F5D-10A7-461A-8527-CAB597147314}" type="presOf" srcId="{175D1312-9824-4C9B-BA60-0824F4539DDF}" destId="{6B141F9C-8430-4053-A6D5-0E49F70099AB}" srcOrd="0" destOrd="0" presId="urn:microsoft.com/office/officeart/2016/7/layout/BasicLinearProcessNumbered"/>
    <dgm:cxn modelId="{7A3F1C61-8327-4E44-B14F-A738687268B6}" type="presOf" srcId="{5734463E-B5E3-4631-98AD-0461628362EE}" destId="{149BDBAF-62C8-42EB-9867-C765A5076814}" srcOrd="0" destOrd="0" presId="urn:microsoft.com/office/officeart/2016/7/layout/BasicLinearProcessNumbered"/>
    <dgm:cxn modelId="{21942846-2862-4DBD-8DDC-AF2B1B2F4F6A}" type="presOf" srcId="{639B6243-6633-45C1-80E4-71815CD7AD4D}" destId="{A8C06144-1B26-4B75-BFE1-11099B66341E}" srcOrd="1" destOrd="0" presId="urn:microsoft.com/office/officeart/2016/7/layout/BasicLinearProcessNumbered"/>
    <dgm:cxn modelId="{0D08D049-A00B-41AC-B3C8-4478F3E26924}" type="presOf" srcId="{AABCE848-BDD6-4BDC-95E1-0B74DEAEB089}" destId="{18D57CDA-FB29-4972-93A9-EDE019DE93A9}" srcOrd="0" destOrd="0" presId="urn:microsoft.com/office/officeart/2016/7/layout/BasicLinearProcessNumbered"/>
    <dgm:cxn modelId="{61CD0B77-0984-4538-9780-48925A527703}" srcId="{5734463E-B5E3-4631-98AD-0461628362EE}" destId="{AABCE848-BDD6-4BDC-95E1-0B74DEAEB089}" srcOrd="1" destOrd="0" parTransId="{1692B0FB-FA1A-4543-8531-FE2622986639}" sibTransId="{34DC4772-12CE-451B-BBA4-9254247BC01B}"/>
    <dgm:cxn modelId="{A0D00778-328E-4D3A-B251-0343587A929F}" type="presOf" srcId="{53B2CCEB-3761-48AD-A3E4-6A315F4460B5}" destId="{D65630BF-2CA6-4A85-A3BD-F1F70D5CA874}" srcOrd="0" destOrd="0" presId="urn:microsoft.com/office/officeart/2016/7/layout/BasicLinearProcessNumbered"/>
    <dgm:cxn modelId="{6E0CFE7D-115E-44DB-8469-193A6E108E63}" srcId="{5734463E-B5E3-4631-98AD-0461628362EE}" destId="{639B6243-6633-45C1-80E4-71815CD7AD4D}" srcOrd="3" destOrd="0" parTransId="{0C6F7E2C-D064-4EC4-85FE-59AC4AA77747}" sibTransId="{53B2CCEB-3761-48AD-A3E4-6A315F4460B5}"/>
    <dgm:cxn modelId="{27E24F9A-F990-4528-9F60-4F58321F54D2}" type="presOf" srcId="{CE7E99BF-A8EF-438D-97B8-8441A752FFDB}" destId="{D3F34EA7-F9F7-4EDB-A188-95C2D671F115}" srcOrd="0" destOrd="0" presId="urn:microsoft.com/office/officeart/2016/7/layout/BasicLinearProcessNumbered"/>
    <dgm:cxn modelId="{318FBD9C-7876-4190-B709-380D55DB9F7C}" type="presOf" srcId="{639B6243-6633-45C1-80E4-71815CD7AD4D}" destId="{2FD0F0D8-A244-41B0-AACC-0F09E4205695}" srcOrd="0" destOrd="0" presId="urn:microsoft.com/office/officeart/2016/7/layout/BasicLinearProcessNumbered"/>
    <dgm:cxn modelId="{B1E3D1A5-7ECC-4147-A554-7812DCF0EF87}" type="presOf" srcId="{7A32F16C-5810-4257-81A4-B5E55E8CBCC2}" destId="{A8109DF2-A761-4398-974E-891236A0E310}" srcOrd="0" destOrd="0" presId="urn:microsoft.com/office/officeart/2016/7/layout/BasicLinearProcessNumbered"/>
    <dgm:cxn modelId="{9F7AD3AA-9EBF-4E6B-BDA1-65A8520200FF}" type="presOf" srcId="{CE7E99BF-A8EF-438D-97B8-8441A752FFDB}" destId="{563E601A-14E7-4F0E-B81D-7630FB5123E8}" srcOrd="1" destOrd="0" presId="urn:microsoft.com/office/officeart/2016/7/layout/BasicLinearProcessNumbered"/>
    <dgm:cxn modelId="{38A5C2BD-669B-44D8-B8C5-2FF51B14F860}" type="presOf" srcId="{A4BFFB74-69A1-455B-82B2-25BBE6D7FFA6}" destId="{6339AA3A-2DE9-49BF-A2B9-23C135D875EC}" srcOrd="1" destOrd="0" presId="urn:microsoft.com/office/officeart/2016/7/layout/BasicLinearProcessNumbered"/>
    <dgm:cxn modelId="{D12303BF-74BF-4DED-846C-29918CFF2F53}" srcId="{5734463E-B5E3-4631-98AD-0461628362EE}" destId="{A4BFFB74-69A1-455B-82B2-25BBE6D7FFA6}" srcOrd="2" destOrd="0" parTransId="{56141494-9214-451B-8360-F0145EE23CA4}" sibTransId="{175D1312-9824-4C9B-BA60-0824F4539DDF}"/>
    <dgm:cxn modelId="{556129C7-092A-4239-9E51-AA4DDA61F8E2}" type="presOf" srcId="{3D845EB9-06F6-4072-8892-3EB71C9F0A4D}" destId="{8789A285-F3FB-4145-8D99-D0D8431E7809}" srcOrd="0" destOrd="0" presId="urn:microsoft.com/office/officeart/2016/7/layout/BasicLinearProcessNumbered"/>
    <dgm:cxn modelId="{8629F7EF-641B-4E14-AD5E-6F35D701D0E5}" type="presOf" srcId="{AABCE848-BDD6-4BDC-95E1-0B74DEAEB089}" destId="{0CB45F93-7799-4DCD-A3C3-C2AA72B5268D}" srcOrd="1" destOrd="0" presId="urn:microsoft.com/office/officeart/2016/7/layout/BasicLinearProcessNumbered"/>
    <dgm:cxn modelId="{7D5B6EF0-0800-4CC7-ABC8-180B7DF22CB3}" type="presOf" srcId="{A4BFFB74-69A1-455B-82B2-25BBE6D7FFA6}" destId="{5B8F8689-3592-47C0-BEBF-8256E5985B0A}" srcOrd="0" destOrd="0" presId="urn:microsoft.com/office/officeart/2016/7/layout/BasicLinearProcessNumbered"/>
    <dgm:cxn modelId="{A27EF1FE-3A78-416F-BB86-0B936BE0980A}" type="presOf" srcId="{05AB16E5-AB33-4793-BFAD-40345DFAC199}" destId="{47524CDF-2180-4131-86CF-E8AD0C055A40}" srcOrd="1" destOrd="0" presId="urn:microsoft.com/office/officeart/2016/7/layout/BasicLinearProcessNumbered"/>
    <dgm:cxn modelId="{D2EA4FFD-E265-4968-BE03-4031D416D019}" type="presParOf" srcId="{149BDBAF-62C8-42EB-9867-C765A5076814}" destId="{D9969D3A-5E12-404C-AF50-58ABC984E1F7}" srcOrd="0" destOrd="0" presId="urn:microsoft.com/office/officeart/2016/7/layout/BasicLinearProcessNumbered"/>
    <dgm:cxn modelId="{6C2EA238-1545-4A86-8923-3DE45875A733}" type="presParOf" srcId="{D9969D3A-5E12-404C-AF50-58ABC984E1F7}" destId="{1B4312AB-3F0F-4DE4-8A8E-131901B40383}" srcOrd="0" destOrd="0" presId="urn:microsoft.com/office/officeart/2016/7/layout/BasicLinearProcessNumbered"/>
    <dgm:cxn modelId="{8AD68BC1-4F1E-4EB9-B440-552E223DFCEB}" type="presParOf" srcId="{D9969D3A-5E12-404C-AF50-58ABC984E1F7}" destId="{A8109DF2-A761-4398-974E-891236A0E310}" srcOrd="1" destOrd="0" presId="urn:microsoft.com/office/officeart/2016/7/layout/BasicLinearProcessNumbered"/>
    <dgm:cxn modelId="{630D8999-306D-4A91-8E2E-D640153083C3}" type="presParOf" srcId="{D9969D3A-5E12-404C-AF50-58ABC984E1F7}" destId="{EB589A72-3BE9-4DFF-9EA9-F0B3071BEE28}" srcOrd="2" destOrd="0" presId="urn:microsoft.com/office/officeart/2016/7/layout/BasicLinearProcessNumbered"/>
    <dgm:cxn modelId="{5AC7FD9F-8D5C-4821-A306-65E79D0B184E}" type="presParOf" srcId="{D9969D3A-5E12-404C-AF50-58ABC984E1F7}" destId="{47524CDF-2180-4131-86CF-E8AD0C055A40}" srcOrd="3" destOrd="0" presId="urn:microsoft.com/office/officeart/2016/7/layout/BasicLinearProcessNumbered"/>
    <dgm:cxn modelId="{503D3E9B-7029-4CC9-85D0-FD1E00ABC541}" type="presParOf" srcId="{149BDBAF-62C8-42EB-9867-C765A5076814}" destId="{B472AA54-4A13-4936-9529-0E308268983F}" srcOrd="1" destOrd="0" presId="urn:microsoft.com/office/officeart/2016/7/layout/BasicLinearProcessNumbered"/>
    <dgm:cxn modelId="{48542309-7033-4DB8-B062-F91A50C9BDAA}" type="presParOf" srcId="{149BDBAF-62C8-42EB-9867-C765A5076814}" destId="{F037E958-CE92-4E43-B5A3-F4C5961BB610}" srcOrd="2" destOrd="0" presId="urn:microsoft.com/office/officeart/2016/7/layout/BasicLinearProcessNumbered"/>
    <dgm:cxn modelId="{E2ED93DF-95E0-41C2-8EC2-155537C44550}" type="presParOf" srcId="{F037E958-CE92-4E43-B5A3-F4C5961BB610}" destId="{18D57CDA-FB29-4972-93A9-EDE019DE93A9}" srcOrd="0" destOrd="0" presId="urn:microsoft.com/office/officeart/2016/7/layout/BasicLinearProcessNumbered"/>
    <dgm:cxn modelId="{513D27D9-B316-42C9-8C73-A135E9A1EE05}" type="presParOf" srcId="{F037E958-CE92-4E43-B5A3-F4C5961BB610}" destId="{5D2AC8AD-147A-4F54-8D0B-7239B8788153}" srcOrd="1" destOrd="0" presId="urn:microsoft.com/office/officeart/2016/7/layout/BasicLinearProcessNumbered"/>
    <dgm:cxn modelId="{E7ED338D-4AF2-4314-B573-F5055ABE67BE}" type="presParOf" srcId="{F037E958-CE92-4E43-B5A3-F4C5961BB610}" destId="{CAB64ADE-627A-4960-8A53-3CF63AD1F066}" srcOrd="2" destOrd="0" presId="urn:microsoft.com/office/officeart/2016/7/layout/BasicLinearProcessNumbered"/>
    <dgm:cxn modelId="{3623CA82-C7BE-47AE-A534-1AE139E722E3}" type="presParOf" srcId="{F037E958-CE92-4E43-B5A3-F4C5961BB610}" destId="{0CB45F93-7799-4DCD-A3C3-C2AA72B5268D}" srcOrd="3" destOrd="0" presId="urn:microsoft.com/office/officeart/2016/7/layout/BasicLinearProcessNumbered"/>
    <dgm:cxn modelId="{12EAE4F3-9780-455F-B8E1-045C34B4D7CC}" type="presParOf" srcId="{149BDBAF-62C8-42EB-9867-C765A5076814}" destId="{F3FB4B56-24A9-499F-9EFD-ADDFB7DCEAE2}" srcOrd="3" destOrd="0" presId="urn:microsoft.com/office/officeart/2016/7/layout/BasicLinearProcessNumbered"/>
    <dgm:cxn modelId="{CF3FDCE8-D197-4F39-AF90-B1ECB19A3A60}" type="presParOf" srcId="{149BDBAF-62C8-42EB-9867-C765A5076814}" destId="{55B11447-7C58-41F7-882C-85454605CB12}" srcOrd="4" destOrd="0" presId="urn:microsoft.com/office/officeart/2016/7/layout/BasicLinearProcessNumbered"/>
    <dgm:cxn modelId="{398C38BC-5B71-460E-AEDB-6F3582227E70}" type="presParOf" srcId="{55B11447-7C58-41F7-882C-85454605CB12}" destId="{5B8F8689-3592-47C0-BEBF-8256E5985B0A}" srcOrd="0" destOrd="0" presId="urn:microsoft.com/office/officeart/2016/7/layout/BasicLinearProcessNumbered"/>
    <dgm:cxn modelId="{C2302409-9A32-416A-9ED6-AC83D0D4716A}" type="presParOf" srcId="{55B11447-7C58-41F7-882C-85454605CB12}" destId="{6B141F9C-8430-4053-A6D5-0E49F70099AB}" srcOrd="1" destOrd="0" presId="urn:microsoft.com/office/officeart/2016/7/layout/BasicLinearProcessNumbered"/>
    <dgm:cxn modelId="{FAFA519D-F840-4FFB-9CB8-A3F4D76E87D4}" type="presParOf" srcId="{55B11447-7C58-41F7-882C-85454605CB12}" destId="{92B708F9-69FA-49B9-B999-C8B7A1B5625D}" srcOrd="2" destOrd="0" presId="urn:microsoft.com/office/officeart/2016/7/layout/BasicLinearProcessNumbered"/>
    <dgm:cxn modelId="{DD48A7F8-6745-4ABE-A7C1-7F9B4FCBAB11}" type="presParOf" srcId="{55B11447-7C58-41F7-882C-85454605CB12}" destId="{6339AA3A-2DE9-49BF-A2B9-23C135D875EC}" srcOrd="3" destOrd="0" presId="urn:microsoft.com/office/officeart/2016/7/layout/BasicLinearProcessNumbered"/>
    <dgm:cxn modelId="{243F8307-29A6-45D6-90B2-B7A8B7F1D6C8}" type="presParOf" srcId="{149BDBAF-62C8-42EB-9867-C765A5076814}" destId="{4B705BDD-00B4-4F6B-BF89-0F7EF08E4012}" srcOrd="5" destOrd="0" presId="urn:microsoft.com/office/officeart/2016/7/layout/BasicLinearProcessNumbered"/>
    <dgm:cxn modelId="{AD50B1D4-FD41-4312-87FD-ADEF44118447}" type="presParOf" srcId="{149BDBAF-62C8-42EB-9867-C765A5076814}" destId="{4C8E6B78-801E-4FBC-8DFA-F0B79B64B015}" srcOrd="6" destOrd="0" presId="urn:microsoft.com/office/officeart/2016/7/layout/BasicLinearProcessNumbered"/>
    <dgm:cxn modelId="{2E308CFA-FC61-43C4-B51A-E2FADAC8D644}" type="presParOf" srcId="{4C8E6B78-801E-4FBC-8DFA-F0B79B64B015}" destId="{2FD0F0D8-A244-41B0-AACC-0F09E4205695}" srcOrd="0" destOrd="0" presId="urn:microsoft.com/office/officeart/2016/7/layout/BasicLinearProcessNumbered"/>
    <dgm:cxn modelId="{A1E27756-F44F-4C68-9925-753396DFCFB5}" type="presParOf" srcId="{4C8E6B78-801E-4FBC-8DFA-F0B79B64B015}" destId="{D65630BF-2CA6-4A85-A3BD-F1F70D5CA874}" srcOrd="1" destOrd="0" presId="urn:microsoft.com/office/officeart/2016/7/layout/BasicLinearProcessNumbered"/>
    <dgm:cxn modelId="{BD8C7A1C-5297-4B62-8E65-390B83315576}" type="presParOf" srcId="{4C8E6B78-801E-4FBC-8DFA-F0B79B64B015}" destId="{696E6111-730A-4DE3-8C4B-D629E1DAB1D1}" srcOrd="2" destOrd="0" presId="urn:microsoft.com/office/officeart/2016/7/layout/BasicLinearProcessNumbered"/>
    <dgm:cxn modelId="{8C38E150-DDB0-488E-A20C-0667BC17CB78}" type="presParOf" srcId="{4C8E6B78-801E-4FBC-8DFA-F0B79B64B015}" destId="{A8C06144-1B26-4B75-BFE1-11099B66341E}" srcOrd="3" destOrd="0" presId="urn:microsoft.com/office/officeart/2016/7/layout/BasicLinearProcessNumbered"/>
    <dgm:cxn modelId="{426C9C6F-95C7-48F5-B5BF-1C73578668AF}" type="presParOf" srcId="{149BDBAF-62C8-42EB-9867-C765A5076814}" destId="{ED9A75C1-15A4-4A2D-85FF-6EE3DF512206}" srcOrd="7" destOrd="0" presId="urn:microsoft.com/office/officeart/2016/7/layout/BasicLinearProcessNumbered"/>
    <dgm:cxn modelId="{2F815D91-B255-44A3-95DD-25C691ED1D54}" type="presParOf" srcId="{149BDBAF-62C8-42EB-9867-C765A5076814}" destId="{102230E7-46B7-42B7-9D4B-4786A9A7C536}" srcOrd="8" destOrd="0" presId="urn:microsoft.com/office/officeart/2016/7/layout/BasicLinearProcessNumbered"/>
    <dgm:cxn modelId="{8D04F557-AC7B-404E-B386-6584C593A936}" type="presParOf" srcId="{102230E7-46B7-42B7-9D4B-4786A9A7C536}" destId="{D3F34EA7-F9F7-4EDB-A188-95C2D671F115}" srcOrd="0" destOrd="0" presId="urn:microsoft.com/office/officeart/2016/7/layout/BasicLinearProcessNumbered"/>
    <dgm:cxn modelId="{2B6F463F-4643-4B0F-85DC-8AF479BAC2CB}" type="presParOf" srcId="{102230E7-46B7-42B7-9D4B-4786A9A7C536}" destId="{8789A285-F3FB-4145-8D99-D0D8431E7809}" srcOrd="1" destOrd="0" presId="urn:microsoft.com/office/officeart/2016/7/layout/BasicLinearProcessNumbered"/>
    <dgm:cxn modelId="{CDA81C43-8D4F-4CD1-941F-1B336F12A168}" type="presParOf" srcId="{102230E7-46B7-42B7-9D4B-4786A9A7C536}" destId="{DE3ACD4E-D9B8-4441-AD2E-47716A54E64F}" srcOrd="2" destOrd="0" presId="urn:microsoft.com/office/officeart/2016/7/layout/BasicLinearProcessNumbered"/>
    <dgm:cxn modelId="{8AD43298-0948-4361-849D-00236027A491}" type="presParOf" srcId="{102230E7-46B7-42B7-9D4B-4786A9A7C536}" destId="{563E601A-14E7-4F0E-B81D-7630FB5123E8}"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E17C0B0E-35B3-4564-BAE7-2BD217E8F56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7DE9188-661F-440E-9ABA-6E58258CFF6F}">
      <dgm:prSet/>
      <dgm:spPr/>
      <dgm:t>
        <a:bodyPr/>
        <a:lstStyle/>
        <a:p>
          <a:pPr>
            <a:lnSpc>
              <a:spcPct val="100000"/>
            </a:lnSpc>
          </a:pPr>
          <a:r>
            <a:rPr lang="tr-TR" i="1" dirty="0"/>
            <a:t>Full-</a:t>
          </a:r>
          <a:r>
            <a:rPr lang="tr-TR" i="1" dirty="0" err="1"/>
            <a:t>node</a:t>
          </a:r>
          <a:r>
            <a:rPr lang="tr-TR" i="1" dirty="0"/>
            <a:t> </a:t>
          </a:r>
          <a:r>
            <a:rPr lang="tr-TR" i="1" dirty="0" err="1"/>
            <a:t>client</a:t>
          </a:r>
          <a:endParaRPr lang="en-US" dirty="0"/>
        </a:p>
      </dgm:t>
    </dgm:pt>
    <dgm:pt modelId="{542316B4-5F07-4D67-B241-9E6FF57D4F12}" type="parTrans" cxnId="{C5823639-A0C0-4BAC-8DAB-99B82C77D152}">
      <dgm:prSet/>
      <dgm:spPr/>
      <dgm:t>
        <a:bodyPr/>
        <a:lstStyle/>
        <a:p>
          <a:endParaRPr lang="en-US"/>
        </a:p>
      </dgm:t>
    </dgm:pt>
    <dgm:pt modelId="{64B9BC76-19DE-4E3C-B3B5-A9A1BA5FCC26}" type="sibTrans" cxnId="{C5823639-A0C0-4BAC-8DAB-99B82C77D152}">
      <dgm:prSet/>
      <dgm:spPr/>
      <dgm:t>
        <a:bodyPr/>
        <a:lstStyle/>
        <a:p>
          <a:endParaRPr lang="en-US"/>
        </a:p>
      </dgm:t>
    </dgm:pt>
    <dgm:pt modelId="{9F59EF84-6DBD-4DA6-A473-B5F006489022}">
      <dgm:prSet/>
      <dgm:spPr/>
      <dgm:t>
        <a:bodyPr/>
        <a:lstStyle/>
        <a:p>
          <a:pPr>
            <a:lnSpc>
              <a:spcPct val="100000"/>
            </a:lnSpc>
          </a:pPr>
          <a:r>
            <a:rPr lang="tr-TR" i="1" dirty="0"/>
            <a:t>Lightweight client</a:t>
          </a:r>
          <a:endParaRPr lang="en-US" dirty="0"/>
        </a:p>
      </dgm:t>
    </dgm:pt>
    <dgm:pt modelId="{BA9E3974-7F8B-4423-9C53-4D6B64375AEF}" type="parTrans" cxnId="{09CF42D0-EBBF-4A3D-A136-7B703CAEC704}">
      <dgm:prSet/>
      <dgm:spPr/>
      <dgm:t>
        <a:bodyPr/>
        <a:lstStyle/>
        <a:p>
          <a:endParaRPr lang="en-US"/>
        </a:p>
      </dgm:t>
    </dgm:pt>
    <dgm:pt modelId="{C77DD1E2-31A6-48AF-8D3C-BB9C1B141FB5}" type="sibTrans" cxnId="{09CF42D0-EBBF-4A3D-A136-7B703CAEC704}">
      <dgm:prSet/>
      <dgm:spPr/>
      <dgm:t>
        <a:bodyPr/>
        <a:lstStyle/>
        <a:p>
          <a:endParaRPr lang="en-US"/>
        </a:p>
      </dgm:t>
    </dgm:pt>
    <dgm:pt modelId="{E4EF88A2-CB8F-4845-94D8-0086D8240E2F}">
      <dgm:prSet/>
      <dgm:spPr/>
      <dgm:t>
        <a:bodyPr/>
        <a:lstStyle/>
        <a:p>
          <a:pPr>
            <a:lnSpc>
              <a:spcPct val="100000"/>
            </a:lnSpc>
          </a:pPr>
          <a:r>
            <a:rPr lang="tr-TR" i="1" dirty="0"/>
            <a:t>Third-party API client</a:t>
          </a:r>
          <a:endParaRPr lang="en-US" dirty="0"/>
        </a:p>
      </dgm:t>
    </dgm:pt>
    <dgm:pt modelId="{59D95C7A-8471-44C0-A7BE-AE60D8F2716E}" type="parTrans" cxnId="{60F27716-FBFF-4A30-944A-91E8ECB81FFD}">
      <dgm:prSet/>
      <dgm:spPr/>
      <dgm:t>
        <a:bodyPr/>
        <a:lstStyle/>
        <a:p>
          <a:endParaRPr lang="en-US"/>
        </a:p>
      </dgm:t>
    </dgm:pt>
    <dgm:pt modelId="{7E8BF480-17EA-4A88-A772-091A96493E92}" type="sibTrans" cxnId="{60F27716-FBFF-4A30-944A-91E8ECB81FFD}">
      <dgm:prSet/>
      <dgm:spPr/>
      <dgm:t>
        <a:bodyPr/>
        <a:lstStyle/>
        <a:p>
          <a:endParaRPr lang="en-US"/>
        </a:p>
      </dgm:t>
    </dgm:pt>
    <dgm:pt modelId="{C7C4E9CF-C49E-4448-BA2B-FCDCFA54E9D6}" type="pres">
      <dgm:prSet presAssocID="{E17C0B0E-35B3-4564-BAE7-2BD217E8F56C}" presName="root" presStyleCnt="0">
        <dgm:presLayoutVars>
          <dgm:dir/>
          <dgm:resizeHandles val="exact"/>
        </dgm:presLayoutVars>
      </dgm:prSet>
      <dgm:spPr/>
    </dgm:pt>
    <dgm:pt modelId="{45AD0B52-C4DB-4C78-B88B-8C6F3D30F02C}" type="pres">
      <dgm:prSet presAssocID="{D7DE9188-661F-440E-9ABA-6E58258CFF6F}" presName="compNode" presStyleCnt="0"/>
      <dgm:spPr/>
    </dgm:pt>
    <dgm:pt modelId="{97B4CB6F-E965-4A53-BC45-F43A27B717FB}" type="pres">
      <dgm:prSet presAssocID="{D7DE9188-661F-440E-9ABA-6E58258CFF6F}" presName="bgRect" presStyleLbl="bgShp" presStyleIdx="0" presStyleCnt="3"/>
      <dgm:spPr/>
    </dgm:pt>
    <dgm:pt modelId="{3FB024AB-1FCE-4071-9CF3-5516B985F217}" type="pres">
      <dgm:prSet presAssocID="{D7DE9188-661F-440E-9ABA-6E58258CFF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3604421-3B30-4F56-9B27-6DE06739EAE6}" type="pres">
      <dgm:prSet presAssocID="{D7DE9188-661F-440E-9ABA-6E58258CFF6F}" presName="spaceRect" presStyleCnt="0"/>
      <dgm:spPr/>
    </dgm:pt>
    <dgm:pt modelId="{8944A7D3-190F-4CE2-86C1-E43D47637A62}" type="pres">
      <dgm:prSet presAssocID="{D7DE9188-661F-440E-9ABA-6E58258CFF6F}" presName="parTx" presStyleLbl="revTx" presStyleIdx="0" presStyleCnt="3">
        <dgm:presLayoutVars>
          <dgm:chMax val="0"/>
          <dgm:chPref val="0"/>
        </dgm:presLayoutVars>
      </dgm:prSet>
      <dgm:spPr/>
    </dgm:pt>
    <dgm:pt modelId="{F7CA8173-255C-4ED9-A701-9A2A4C4F7CD6}" type="pres">
      <dgm:prSet presAssocID="{64B9BC76-19DE-4E3C-B3B5-A9A1BA5FCC26}" presName="sibTrans" presStyleCnt="0"/>
      <dgm:spPr/>
    </dgm:pt>
    <dgm:pt modelId="{A676CCD8-80AE-48D1-A418-2926FA3F3A86}" type="pres">
      <dgm:prSet presAssocID="{9F59EF84-6DBD-4DA6-A473-B5F006489022}" presName="compNode" presStyleCnt="0"/>
      <dgm:spPr/>
    </dgm:pt>
    <dgm:pt modelId="{907F005E-F7C5-4495-B55B-232A591E9CED}" type="pres">
      <dgm:prSet presAssocID="{9F59EF84-6DBD-4DA6-A473-B5F006489022}" presName="bgRect" presStyleLbl="bgShp" presStyleIdx="1" presStyleCnt="3"/>
      <dgm:spPr/>
    </dgm:pt>
    <dgm:pt modelId="{C5A2F5CD-29CF-4F7E-BB6D-54ECE2285FB0}" type="pres">
      <dgm:prSet presAssocID="{9F59EF84-6DBD-4DA6-A473-B5F00648902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ball Hat"/>
        </a:ext>
      </dgm:extLst>
    </dgm:pt>
    <dgm:pt modelId="{0ED63B8E-D91C-4757-B7D8-551B6FB39C85}" type="pres">
      <dgm:prSet presAssocID="{9F59EF84-6DBD-4DA6-A473-B5F006489022}" presName="spaceRect" presStyleCnt="0"/>
      <dgm:spPr/>
    </dgm:pt>
    <dgm:pt modelId="{0842BC76-C550-4842-AF02-A1225816BF71}" type="pres">
      <dgm:prSet presAssocID="{9F59EF84-6DBD-4DA6-A473-B5F006489022}" presName="parTx" presStyleLbl="revTx" presStyleIdx="1" presStyleCnt="3">
        <dgm:presLayoutVars>
          <dgm:chMax val="0"/>
          <dgm:chPref val="0"/>
        </dgm:presLayoutVars>
      </dgm:prSet>
      <dgm:spPr/>
    </dgm:pt>
    <dgm:pt modelId="{97B4F501-9395-45C2-951F-3FCF1BE98F95}" type="pres">
      <dgm:prSet presAssocID="{C77DD1E2-31A6-48AF-8D3C-BB9C1B141FB5}" presName="sibTrans" presStyleCnt="0"/>
      <dgm:spPr/>
    </dgm:pt>
    <dgm:pt modelId="{8D008C34-9B5C-43BE-958B-858B329BDA3A}" type="pres">
      <dgm:prSet presAssocID="{E4EF88A2-CB8F-4845-94D8-0086D8240E2F}" presName="compNode" presStyleCnt="0"/>
      <dgm:spPr/>
    </dgm:pt>
    <dgm:pt modelId="{128B43F1-64EA-4FA6-BACC-47E02AF51D1A}" type="pres">
      <dgm:prSet presAssocID="{E4EF88A2-CB8F-4845-94D8-0086D8240E2F}" presName="bgRect" presStyleLbl="bgShp" presStyleIdx="2" presStyleCnt="3"/>
      <dgm:spPr/>
    </dgm:pt>
    <dgm:pt modelId="{7E5027AE-3A03-4121-BA58-98F17F6B83AB}" type="pres">
      <dgm:prSet presAssocID="{E4EF88A2-CB8F-4845-94D8-0086D8240E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126D7D81-09F3-4F1F-B691-E4C5F5D2DF7E}" type="pres">
      <dgm:prSet presAssocID="{E4EF88A2-CB8F-4845-94D8-0086D8240E2F}" presName="spaceRect" presStyleCnt="0"/>
      <dgm:spPr/>
    </dgm:pt>
    <dgm:pt modelId="{DC4D760E-00A2-419F-8B1B-119841932A70}" type="pres">
      <dgm:prSet presAssocID="{E4EF88A2-CB8F-4845-94D8-0086D8240E2F}" presName="parTx" presStyleLbl="revTx" presStyleIdx="2" presStyleCnt="3">
        <dgm:presLayoutVars>
          <dgm:chMax val="0"/>
          <dgm:chPref val="0"/>
        </dgm:presLayoutVars>
      </dgm:prSet>
      <dgm:spPr/>
    </dgm:pt>
  </dgm:ptLst>
  <dgm:cxnLst>
    <dgm:cxn modelId="{60F27716-FBFF-4A30-944A-91E8ECB81FFD}" srcId="{E17C0B0E-35B3-4564-BAE7-2BD217E8F56C}" destId="{E4EF88A2-CB8F-4845-94D8-0086D8240E2F}" srcOrd="2" destOrd="0" parTransId="{59D95C7A-8471-44C0-A7BE-AE60D8F2716E}" sibTransId="{7E8BF480-17EA-4A88-A772-091A96493E92}"/>
    <dgm:cxn modelId="{C5823639-A0C0-4BAC-8DAB-99B82C77D152}" srcId="{E17C0B0E-35B3-4564-BAE7-2BD217E8F56C}" destId="{D7DE9188-661F-440E-9ABA-6E58258CFF6F}" srcOrd="0" destOrd="0" parTransId="{542316B4-5F07-4D67-B241-9E6FF57D4F12}" sibTransId="{64B9BC76-19DE-4E3C-B3B5-A9A1BA5FCC26}"/>
    <dgm:cxn modelId="{2A370941-2D15-4C89-9F89-41496E947041}" type="presOf" srcId="{E17C0B0E-35B3-4564-BAE7-2BD217E8F56C}" destId="{C7C4E9CF-C49E-4448-BA2B-FCDCFA54E9D6}" srcOrd="0" destOrd="0" presId="urn:microsoft.com/office/officeart/2018/2/layout/IconVerticalSolidList"/>
    <dgm:cxn modelId="{CAE64BBE-C2C8-4E9D-9238-EB16C3372024}" type="presOf" srcId="{9F59EF84-6DBD-4DA6-A473-B5F006489022}" destId="{0842BC76-C550-4842-AF02-A1225816BF71}" srcOrd="0" destOrd="0" presId="urn:microsoft.com/office/officeart/2018/2/layout/IconVerticalSolidList"/>
    <dgm:cxn modelId="{09CF42D0-EBBF-4A3D-A136-7B703CAEC704}" srcId="{E17C0B0E-35B3-4564-BAE7-2BD217E8F56C}" destId="{9F59EF84-6DBD-4DA6-A473-B5F006489022}" srcOrd="1" destOrd="0" parTransId="{BA9E3974-7F8B-4423-9C53-4D6B64375AEF}" sibTransId="{C77DD1E2-31A6-48AF-8D3C-BB9C1B141FB5}"/>
    <dgm:cxn modelId="{47CBE7D8-18D2-496A-9562-42A8F726F2B5}" type="presOf" srcId="{D7DE9188-661F-440E-9ABA-6E58258CFF6F}" destId="{8944A7D3-190F-4CE2-86C1-E43D47637A62}" srcOrd="0" destOrd="0" presId="urn:microsoft.com/office/officeart/2018/2/layout/IconVerticalSolidList"/>
    <dgm:cxn modelId="{79084CEB-6952-4223-826A-7AEB50BA54D1}" type="presOf" srcId="{E4EF88A2-CB8F-4845-94D8-0086D8240E2F}" destId="{DC4D760E-00A2-419F-8B1B-119841932A70}" srcOrd="0" destOrd="0" presId="urn:microsoft.com/office/officeart/2018/2/layout/IconVerticalSolidList"/>
    <dgm:cxn modelId="{7C20F75A-CB3A-4124-AC60-5F10B9A30756}" type="presParOf" srcId="{C7C4E9CF-C49E-4448-BA2B-FCDCFA54E9D6}" destId="{45AD0B52-C4DB-4C78-B88B-8C6F3D30F02C}" srcOrd="0" destOrd="0" presId="urn:microsoft.com/office/officeart/2018/2/layout/IconVerticalSolidList"/>
    <dgm:cxn modelId="{525CC189-4400-42D3-813E-EF9EA339D9F3}" type="presParOf" srcId="{45AD0B52-C4DB-4C78-B88B-8C6F3D30F02C}" destId="{97B4CB6F-E965-4A53-BC45-F43A27B717FB}" srcOrd="0" destOrd="0" presId="urn:microsoft.com/office/officeart/2018/2/layout/IconVerticalSolidList"/>
    <dgm:cxn modelId="{DAC8511D-1797-486A-A6AE-54C0C4B60497}" type="presParOf" srcId="{45AD0B52-C4DB-4C78-B88B-8C6F3D30F02C}" destId="{3FB024AB-1FCE-4071-9CF3-5516B985F217}" srcOrd="1" destOrd="0" presId="urn:microsoft.com/office/officeart/2018/2/layout/IconVerticalSolidList"/>
    <dgm:cxn modelId="{2C73B626-8AA3-4EF9-8C1E-B143F14BA9B2}" type="presParOf" srcId="{45AD0B52-C4DB-4C78-B88B-8C6F3D30F02C}" destId="{F3604421-3B30-4F56-9B27-6DE06739EAE6}" srcOrd="2" destOrd="0" presId="urn:microsoft.com/office/officeart/2018/2/layout/IconVerticalSolidList"/>
    <dgm:cxn modelId="{72D57999-3F60-453B-A578-281D54C197C4}" type="presParOf" srcId="{45AD0B52-C4DB-4C78-B88B-8C6F3D30F02C}" destId="{8944A7D3-190F-4CE2-86C1-E43D47637A62}" srcOrd="3" destOrd="0" presId="urn:microsoft.com/office/officeart/2018/2/layout/IconVerticalSolidList"/>
    <dgm:cxn modelId="{E1784943-0C76-47EB-AB81-1F07741CB1C7}" type="presParOf" srcId="{C7C4E9CF-C49E-4448-BA2B-FCDCFA54E9D6}" destId="{F7CA8173-255C-4ED9-A701-9A2A4C4F7CD6}" srcOrd="1" destOrd="0" presId="urn:microsoft.com/office/officeart/2018/2/layout/IconVerticalSolidList"/>
    <dgm:cxn modelId="{FA9E9B64-FF25-44EA-8F2E-D0A77051A30A}" type="presParOf" srcId="{C7C4E9CF-C49E-4448-BA2B-FCDCFA54E9D6}" destId="{A676CCD8-80AE-48D1-A418-2926FA3F3A86}" srcOrd="2" destOrd="0" presId="urn:microsoft.com/office/officeart/2018/2/layout/IconVerticalSolidList"/>
    <dgm:cxn modelId="{E73F54B7-ABEC-4B8B-90D3-92C444A80620}" type="presParOf" srcId="{A676CCD8-80AE-48D1-A418-2926FA3F3A86}" destId="{907F005E-F7C5-4495-B55B-232A591E9CED}" srcOrd="0" destOrd="0" presId="urn:microsoft.com/office/officeart/2018/2/layout/IconVerticalSolidList"/>
    <dgm:cxn modelId="{5AB27F79-7CB7-4838-BF4F-36460385E04B}" type="presParOf" srcId="{A676CCD8-80AE-48D1-A418-2926FA3F3A86}" destId="{C5A2F5CD-29CF-4F7E-BB6D-54ECE2285FB0}" srcOrd="1" destOrd="0" presId="urn:microsoft.com/office/officeart/2018/2/layout/IconVerticalSolidList"/>
    <dgm:cxn modelId="{A9CA2B07-9B73-4F28-9740-4F4F4842CEC1}" type="presParOf" srcId="{A676CCD8-80AE-48D1-A418-2926FA3F3A86}" destId="{0ED63B8E-D91C-4757-B7D8-551B6FB39C85}" srcOrd="2" destOrd="0" presId="urn:microsoft.com/office/officeart/2018/2/layout/IconVerticalSolidList"/>
    <dgm:cxn modelId="{CBE2F08A-33D7-4BA9-A636-6CB1578D53A0}" type="presParOf" srcId="{A676CCD8-80AE-48D1-A418-2926FA3F3A86}" destId="{0842BC76-C550-4842-AF02-A1225816BF71}" srcOrd="3" destOrd="0" presId="urn:microsoft.com/office/officeart/2018/2/layout/IconVerticalSolidList"/>
    <dgm:cxn modelId="{A65EBABD-5AE3-4293-AF8A-AD9A5719AEF0}" type="presParOf" srcId="{C7C4E9CF-C49E-4448-BA2B-FCDCFA54E9D6}" destId="{97B4F501-9395-45C2-951F-3FCF1BE98F95}" srcOrd="3" destOrd="0" presId="urn:microsoft.com/office/officeart/2018/2/layout/IconVerticalSolidList"/>
    <dgm:cxn modelId="{34E5A4FD-D7D4-4B23-8E51-5F0FF9D1E38B}" type="presParOf" srcId="{C7C4E9CF-C49E-4448-BA2B-FCDCFA54E9D6}" destId="{8D008C34-9B5C-43BE-958B-858B329BDA3A}" srcOrd="4" destOrd="0" presId="urn:microsoft.com/office/officeart/2018/2/layout/IconVerticalSolidList"/>
    <dgm:cxn modelId="{093A43EA-AF90-4D3B-93C1-DB57142CF1A8}" type="presParOf" srcId="{8D008C34-9B5C-43BE-958B-858B329BDA3A}" destId="{128B43F1-64EA-4FA6-BACC-47E02AF51D1A}" srcOrd="0" destOrd="0" presId="urn:microsoft.com/office/officeart/2018/2/layout/IconVerticalSolidList"/>
    <dgm:cxn modelId="{8F899763-3EA4-4A16-90A2-A810DBB69619}" type="presParOf" srcId="{8D008C34-9B5C-43BE-958B-858B329BDA3A}" destId="{7E5027AE-3A03-4121-BA58-98F17F6B83AB}" srcOrd="1" destOrd="0" presId="urn:microsoft.com/office/officeart/2018/2/layout/IconVerticalSolidList"/>
    <dgm:cxn modelId="{A4C886FE-81D6-49F2-B9DC-1C37A052242F}" type="presParOf" srcId="{8D008C34-9B5C-43BE-958B-858B329BDA3A}" destId="{126D7D81-09F3-4F1F-B691-E4C5F5D2DF7E}" srcOrd="2" destOrd="0" presId="urn:microsoft.com/office/officeart/2018/2/layout/IconVerticalSolidList"/>
    <dgm:cxn modelId="{72F2F0FB-96E7-42DD-AAD2-38F59E368613}" type="presParOf" srcId="{8D008C34-9B5C-43BE-958B-858B329BDA3A}" destId="{DC4D760E-00A2-419F-8B1B-119841932A7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E17C0B0E-35B3-4564-BAE7-2BD217E8F56C}" type="doc">
      <dgm:prSet loTypeId="urn:microsoft.com/office/officeart/2011/layout/ConvergingText" loCatId="process" qsTypeId="urn:microsoft.com/office/officeart/2005/8/quickstyle/simple1" qsCatId="simple" csTypeId="urn:microsoft.com/office/officeart/2005/8/colors/colorful2" csCatId="colorful" phldr="1"/>
      <dgm:spPr/>
      <dgm:t>
        <a:bodyPr/>
        <a:lstStyle/>
        <a:p>
          <a:endParaRPr lang="en-US"/>
        </a:p>
      </dgm:t>
    </dgm:pt>
    <dgm:pt modelId="{440432B5-4EB7-4DE5-A3F0-245957CC5A98}">
      <dgm:prSet/>
      <dgm:spPr/>
      <dgm:t>
        <a:bodyPr/>
        <a:lstStyle/>
        <a:p>
          <a:r>
            <a:rPr lang="en-US" dirty="0"/>
            <a:t>stores the entire history of bitcoin</a:t>
          </a:r>
          <a:r>
            <a:rPr lang="tr-TR" dirty="0"/>
            <a:t> transactions</a:t>
          </a:r>
          <a:endParaRPr lang="en-US" dirty="0"/>
        </a:p>
      </dgm:t>
    </dgm:pt>
    <dgm:pt modelId="{88B33889-F2F8-4091-9E87-E29C5452F824}" type="parTrans" cxnId="{0DED8690-7F47-43E9-9A14-6F1491F9624A}">
      <dgm:prSet/>
      <dgm:spPr/>
      <dgm:t>
        <a:bodyPr/>
        <a:lstStyle/>
        <a:p>
          <a:endParaRPr lang="en-US"/>
        </a:p>
      </dgm:t>
    </dgm:pt>
    <dgm:pt modelId="{F4DA0140-D2A3-460A-B995-13CF6B3BB035}" type="sibTrans" cxnId="{0DED8690-7F47-43E9-9A14-6F1491F9624A}">
      <dgm:prSet/>
      <dgm:spPr/>
      <dgm:t>
        <a:bodyPr/>
        <a:lstStyle/>
        <a:p>
          <a:endParaRPr lang="en-US"/>
        </a:p>
      </dgm:t>
    </dgm:pt>
    <dgm:pt modelId="{6EBF61B7-6E09-4F4E-B193-55100DCED2FD}" type="pres">
      <dgm:prSet presAssocID="{E17C0B0E-35B3-4564-BAE7-2BD217E8F56C}" presName="Name0" presStyleCnt="0">
        <dgm:presLayoutVars>
          <dgm:chMax/>
          <dgm:chPref val="1"/>
          <dgm:dir/>
          <dgm:animOne val="branch"/>
          <dgm:animLvl val="lvl"/>
          <dgm:resizeHandles/>
        </dgm:presLayoutVars>
      </dgm:prSet>
      <dgm:spPr/>
    </dgm:pt>
    <dgm:pt modelId="{8881752B-FC2B-4381-A7A4-CEFF07C8D30C}" type="pres">
      <dgm:prSet presAssocID="{440432B5-4EB7-4DE5-A3F0-245957CC5A98}" presName="composite" presStyleCnt="0"/>
      <dgm:spPr/>
    </dgm:pt>
    <dgm:pt modelId="{98DC934B-DDBB-4D85-9860-81C865BBBFDC}" type="pres">
      <dgm:prSet presAssocID="{440432B5-4EB7-4DE5-A3F0-245957CC5A98}" presName="ParentAccent1" presStyleLbl="alignNode1" presStyleIdx="0" presStyleCnt="11"/>
      <dgm:spPr/>
    </dgm:pt>
    <dgm:pt modelId="{6E2B78E2-C0F7-4A5B-81A3-BF7B8F4C8A03}" type="pres">
      <dgm:prSet presAssocID="{440432B5-4EB7-4DE5-A3F0-245957CC5A98}" presName="ParentAccent2" presStyleLbl="alignNode1" presStyleIdx="1" presStyleCnt="11"/>
      <dgm:spPr/>
    </dgm:pt>
    <dgm:pt modelId="{D39C822C-5DCC-4BC7-A454-D3FA14B0A69D}" type="pres">
      <dgm:prSet presAssocID="{440432B5-4EB7-4DE5-A3F0-245957CC5A98}" presName="ParentAccent3" presStyleLbl="alignNode1" presStyleIdx="2" presStyleCnt="11"/>
      <dgm:spPr/>
    </dgm:pt>
    <dgm:pt modelId="{3AC1081F-56CB-47EC-BD7D-9DDED9261292}" type="pres">
      <dgm:prSet presAssocID="{440432B5-4EB7-4DE5-A3F0-245957CC5A98}" presName="ParentAccent4" presStyleLbl="alignNode1" presStyleIdx="3" presStyleCnt="11"/>
      <dgm:spPr/>
    </dgm:pt>
    <dgm:pt modelId="{8583B4F5-F08A-4542-9799-19F3063EBD73}" type="pres">
      <dgm:prSet presAssocID="{440432B5-4EB7-4DE5-A3F0-245957CC5A98}" presName="ParentAccent5" presStyleLbl="alignNode1" presStyleIdx="4" presStyleCnt="11"/>
      <dgm:spPr/>
    </dgm:pt>
    <dgm:pt modelId="{284C4C23-79FF-4DED-87AA-035E5EB5F7E0}" type="pres">
      <dgm:prSet presAssocID="{440432B5-4EB7-4DE5-A3F0-245957CC5A98}" presName="ParentAccent6" presStyleLbl="alignNode1" presStyleIdx="5" presStyleCnt="11"/>
      <dgm:spPr/>
    </dgm:pt>
    <dgm:pt modelId="{54BACB10-F9A3-4BA0-92B2-8D7387F62641}" type="pres">
      <dgm:prSet presAssocID="{440432B5-4EB7-4DE5-A3F0-245957CC5A98}" presName="ParentAccent7" presStyleLbl="alignNode1" presStyleIdx="6" presStyleCnt="11"/>
      <dgm:spPr/>
    </dgm:pt>
    <dgm:pt modelId="{48E68BB3-F7B5-4BEA-81D5-E93B041F2658}" type="pres">
      <dgm:prSet presAssocID="{440432B5-4EB7-4DE5-A3F0-245957CC5A98}" presName="ParentAccent8" presStyleLbl="alignNode1" presStyleIdx="7" presStyleCnt="11"/>
      <dgm:spPr/>
    </dgm:pt>
    <dgm:pt modelId="{9469853B-874C-4FA3-BCA7-6F79BFC67999}" type="pres">
      <dgm:prSet presAssocID="{440432B5-4EB7-4DE5-A3F0-245957CC5A98}" presName="ParentAccent9" presStyleLbl="alignNode1" presStyleIdx="8" presStyleCnt="11"/>
      <dgm:spPr/>
    </dgm:pt>
    <dgm:pt modelId="{E1EB5A34-3E06-4B07-BCCB-943578DD4C37}" type="pres">
      <dgm:prSet presAssocID="{440432B5-4EB7-4DE5-A3F0-245957CC5A98}" presName="ParentAccent10" presStyleLbl="alignNode1" presStyleIdx="9" presStyleCnt="11"/>
      <dgm:spPr/>
    </dgm:pt>
    <dgm:pt modelId="{50CCB7F1-1CAD-4E48-B818-5502C6E2E888}" type="pres">
      <dgm:prSet presAssocID="{440432B5-4EB7-4DE5-A3F0-245957CC5A98}" presName="Parent" presStyleLbl="alignNode1" presStyleIdx="10" presStyleCnt="11">
        <dgm:presLayoutVars>
          <dgm:chMax val="5"/>
          <dgm:chPref val="3"/>
          <dgm:bulletEnabled val="1"/>
        </dgm:presLayoutVars>
      </dgm:prSet>
      <dgm:spPr/>
    </dgm:pt>
  </dgm:ptLst>
  <dgm:cxnLst>
    <dgm:cxn modelId="{0DED8690-7F47-43E9-9A14-6F1491F9624A}" srcId="{E17C0B0E-35B3-4564-BAE7-2BD217E8F56C}" destId="{440432B5-4EB7-4DE5-A3F0-245957CC5A98}" srcOrd="0" destOrd="0" parTransId="{88B33889-F2F8-4091-9E87-E29C5452F824}" sibTransId="{F4DA0140-D2A3-460A-B995-13CF6B3BB035}"/>
    <dgm:cxn modelId="{A9522892-0295-4707-B8B3-6548824A54EE}" type="presOf" srcId="{440432B5-4EB7-4DE5-A3F0-245957CC5A98}" destId="{50CCB7F1-1CAD-4E48-B818-5502C6E2E888}" srcOrd="0" destOrd="0" presId="urn:microsoft.com/office/officeart/2011/layout/ConvergingText"/>
    <dgm:cxn modelId="{3F9CF3AE-70BB-40F7-89CE-791C570E69E6}" type="presOf" srcId="{E17C0B0E-35B3-4564-BAE7-2BD217E8F56C}" destId="{6EBF61B7-6E09-4F4E-B193-55100DCED2FD}" srcOrd="0" destOrd="0" presId="urn:microsoft.com/office/officeart/2011/layout/ConvergingText"/>
    <dgm:cxn modelId="{088A378D-8804-4AC3-900D-B2963DBA0DC5}" type="presParOf" srcId="{6EBF61B7-6E09-4F4E-B193-55100DCED2FD}" destId="{8881752B-FC2B-4381-A7A4-CEFF07C8D30C}" srcOrd="0" destOrd="0" presId="urn:microsoft.com/office/officeart/2011/layout/ConvergingText"/>
    <dgm:cxn modelId="{6D15AFF2-7600-444E-A184-4B39CF983B00}" type="presParOf" srcId="{8881752B-FC2B-4381-A7A4-CEFF07C8D30C}" destId="{98DC934B-DDBB-4D85-9860-81C865BBBFDC}" srcOrd="0" destOrd="0" presId="urn:microsoft.com/office/officeart/2011/layout/ConvergingText"/>
    <dgm:cxn modelId="{D2100F9A-694F-4942-84B5-CE3652B8563C}" type="presParOf" srcId="{8881752B-FC2B-4381-A7A4-CEFF07C8D30C}" destId="{6E2B78E2-C0F7-4A5B-81A3-BF7B8F4C8A03}" srcOrd="1" destOrd="0" presId="urn:microsoft.com/office/officeart/2011/layout/ConvergingText"/>
    <dgm:cxn modelId="{F8F1DA4C-5324-4501-8060-6CFD87CF23F8}" type="presParOf" srcId="{8881752B-FC2B-4381-A7A4-CEFF07C8D30C}" destId="{D39C822C-5DCC-4BC7-A454-D3FA14B0A69D}" srcOrd="2" destOrd="0" presId="urn:microsoft.com/office/officeart/2011/layout/ConvergingText"/>
    <dgm:cxn modelId="{0EE45021-75C3-4536-9D14-7394EAE5EEA6}" type="presParOf" srcId="{8881752B-FC2B-4381-A7A4-CEFF07C8D30C}" destId="{3AC1081F-56CB-47EC-BD7D-9DDED9261292}" srcOrd="3" destOrd="0" presId="urn:microsoft.com/office/officeart/2011/layout/ConvergingText"/>
    <dgm:cxn modelId="{CF53118E-39D2-425F-A6CA-2BDE93F80B99}" type="presParOf" srcId="{8881752B-FC2B-4381-A7A4-CEFF07C8D30C}" destId="{8583B4F5-F08A-4542-9799-19F3063EBD73}" srcOrd="4" destOrd="0" presId="urn:microsoft.com/office/officeart/2011/layout/ConvergingText"/>
    <dgm:cxn modelId="{7C7F6B9E-678E-4CEA-948A-925D3DAE5BE1}" type="presParOf" srcId="{8881752B-FC2B-4381-A7A4-CEFF07C8D30C}" destId="{284C4C23-79FF-4DED-87AA-035E5EB5F7E0}" srcOrd="5" destOrd="0" presId="urn:microsoft.com/office/officeart/2011/layout/ConvergingText"/>
    <dgm:cxn modelId="{5DF1C93E-36E3-4E64-AAFA-410DCBA2A228}" type="presParOf" srcId="{8881752B-FC2B-4381-A7A4-CEFF07C8D30C}" destId="{54BACB10-F9A3-4BA0-92B2-8D7387F62641}" srcOrd="6" destOrd="0" presId="urn:microsoft.com/office/officeart/2011/layout/ConvergingText"/>
    <dgm:cxn modelId="{9C8D78C9-2059-4260-A002-B06C3046E010}" type="presParOf" srcId="{8881752B-FC2B-4381-A7A4-CEFF07C8D30C}" destId="{48E68BB3-F7B5-4BEA-81D5-E93B041F2658}" srcOrd="7" destOrd="0" presId="urn:microsoft.com/office/officeart/2011/layout/ConvergingText"/>
    <dgm:cxn modelId="{F466737B-6437-4195-B235-92F96C2B71B8}" type="presParOf" srcId="{8881752B-FC2B-4381-A7A4-CEFF07C8D30C}" destId="{9469853B-874C-4FA3-BCA7-6F79BFC67999}" srcOrd="8" destOrd="0" presId="urn:microsoft.com/office/officeart/2011/layout/ConvergingText"/>
    <dgm:cxn modelId="{5E292F55-0A58-40B4-A9C8-2387ADDD7FE3}" type="presParOf" srcId="{8881752B-FC2B-4381-A7A4-CEFF07C8D30C}" destId="{E1EB5A34-3E06-4B07-BCCB-943578DD4C37}" srcOrd="9" destOrd="0" presId="urn:microsoft.com/office/officeart/2011/layout/ConvergingText"/>
    <dgm:cxn modelId="{307FDF9A-E9AF-47F2-93FB-A8C4C647905F}" type="presParOf" srcId="{8881752B-FC2B-4381-A7A4-CEFF07C8D30C}" destId="{50CCB7F1-1CAD-4E48-B818-5502C6E2E888}" srcOrd="10" destOrd="0" presId="urn:microsoft.com/office/officeart/2011/layout/ConvergingTex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E17C0B0E-35B3-4564-BAE7-2BD217E8F56C}" type="doc">
      <dgm:prSet loTypeId="urn:microsoft.com/office/officeart/2018/5/layout/CenteredIconLabelDescriptionList" loCatId="icon" qsTypeId="urn:microsoft.com/office/officeart/2005/8/quickstyle/simple1" qsCatId="simple" csTypeId="urn:microsoft.com/office/officeart/2018/5/colors/Iconchunking_neutralbg_accent3_2" csCatId="accent3" phldr="1"/>
      <dgm:spPr/>
      <dgm:t>
        <a:bodyPr/>
        <a:lstStyle/>
        <a:p>
          <a:endParaRPr lang="en-US"/>
        </a:p>
      </dgm:t>
    </dgm:pt>
    <dgm:pt modelId="{A89E42B6-19BE-497D-A2F3-3450DBDD6383}">
      <dgm:prSet/>
      <dgm:spPr/>
      <dgm:t>
        <a:bodyPr/>
        <a:lstStyle/>
        <a:p>
          <a:pPr>
            <a:lnSpc>
              <a:spcPct val="100000"/>
            </a:lnSpc>
            <a:defRPr b="1"/>
          </a:pPr>
          <a:r>
            <a:rPr lang="tr-TR"/>
            <a:t>SPV</a:t>
          </a:r>
          <a:endParaRPr lang="en-US"/>
        </a:p>
      </dgm:t>
    </dgm:pt>
    <dgm:pt modelId="{B4E8EE00-D58A-4974-AFB9-A3258509F122}" type="parTrans" cxnId="{0AC6F4D8-6237-4153-BAF1-99F168F920E7}">
      <dgm:prSet/>
      <dgm:spPr/>
      <dgm:t>
        <a:bodyPr/>
        <a:lstStyle/>
        <a:p>
          <a:endParaRPr lang="en-US"/>
        </a:p>
      </dgm:t>
    </dgm:pt>
    <dgm:pt modelId="{C8AA5C33-4237-4DC2-935A-5134060BC3FB}" type="sibTrans" cxnId="{0AC6F4D8-6237-4153-BAF1-99F168F920E7}">
      <dgm:prSet/>
      <dgm:spPr/>
      <dgm:t>
        <a:bodyPr/>
        <a:lstStyle/>
        <a:p>
          <a:endParaRPr lang="en-US"/>
        </a:p>
      </dgm:t>
    </dgm:pt>
    <dgm:pt modelId="{7778E9A1-7B33-4A32-8465-AD497D17BEA6}">
      <dgm:prSet/>
      <dgm:spPr/>
      <dgm:t>
        <a:bodyPr/>
        <a:lstStyle/>
        <a:p>
          <a:pPr>
            <a:lnSpc>
              <a:spcPct val="100000"/>
            </a:lnSpc>
          </a:pPr>
          <a:r>
            <a:rPr lang="en-US"/>
            <a:t>connects to bitcoin full nodes</a:t>
          </a:r>
        </a:p>
      </dgm:t>
    </dgm:pt>
    <dgm:pt modelId="{3E44FCD7-EDC4-4DE2-8ED6-07D9176405A6}" type="parTrans" cxnId="{C4A3900F-3CE7-4BD5-B94C-E8E1A5F6A1C1}">
      <dgm:prSet/>
      <dgm:spPr/>
      <dgm:t>
        <a:bodyPr/>
        <a:lstStyle/>
        <a:p>
          <a:endParaRPr lang="en-US"/>
        </a:p>
      </dgm:t>
    </dgm:pt>
    <dgm:pt modelId="{F15FBD73-D99B-4D07-8271-11643EB98AD6}" type="sibTrans" cxnId="{C4A3900F-3CE7-4BD5-B94C-E8E1A5F6A1C1}">
      <dgm:prSet/>
      <dgm:spPr/>
      <dgm:t>
        <a:bodyPr/>
        <a:lstStyle/>
        <a:p>
          <a:endParaRPr lang="en-US"/>
        </a:p>
      </dgm:t>
    </dgm:pt>
    <dgm:pt modelId="{6A24FEDF-6FF4-4C82-A521-CA8213AA5F3B}">
      <dgm:prSet/>
      <dgm:spPr/>
      <dgm:t>
        <a:bodyPr/>
        <a:lstStyle/>
        <a:p>
          <a:pPr>
            <a:lnSpc>
              <a:spcPct val="100000"/>
            </a:lnSpc>
          </a:pPr>
          <a:r>
            <a:rPr lang="en-US"/>
            <a:t>stores the user wallet locally and independently</a:t>
          </a:r>
        </a:p>
      </dgm:t>
    </dgm:pt>
    <dgm:pt modelId="{297BACD1-757D-47F6-8ED9-024327A28610}" type="parTrans" cxnId="{0C20E1A1-AB53-439D-826B-C04FADE8D9C9}">
      <dgm:prSet/>
      <dgm:spPr/>
      <dgm:t>
        <a:bodyPr/>
        <a:lstStyle/>
        <a:p>
          <a:endParaRPr lang="en-US"/>
        </a:p>
      </dgm:t>
    </dgm:pt>
    <dgm:pt modelId="{97F569CA-6760-462D-8101-085E9A8DD584}" type="sibTrans" cxnId="{0C20E1A1-AB53-439D-826B-C04FADE8D9C9}">
      <dgm:prSet/>
      <dgm:spPr/>
      <dgm:t>
        <a:bodyPr/>
        <a:lstStyle/>
        <a:p>
          <a:endParaRPr lang="en-US"/>
        </a:p>
      </dgm:t>
    </dgm:pt>
    <dgm:pt modelId="{60231EFF-F9D1-4762-9B34-7F9E87CE4008}">
      <dgm:prSet/>
      <dgm:spPr/>
      <dgm:t>
        <a:bodyPr/>
        <a:lstStyle/>
        <a:p>
          <a:pPr>
            <a:lnSpc>
              <a:spcPct val="100000"/>
            </a:lnSpc>
          </a:pPr>
          <a:r>
            <a:rPr lang="tr-TR"/>
            <a:t>interact directly </a:t>
          </a:r>
          <a:r>
            <a:rPr lang="en-US"/>
            <a:t>with the bitcoin network, without an intermediary.</a:t>
          </a:r>
        </a:p>
      </dgm:t>
    </dgm:pt>
    <dgm:pt modelId="{0162A1E4-1407-4245-86AB-846960C06E4D}" type="parTrans" cxnId="{5513B210-CD2E-44E3-A1DD-37C6979B88D7}">
      <dgm:prSet/>
      <dgm:spPr/>
      <dgm:t>
        <a:bodyPr/>
        <a:lstStyle/>
        <a:p>
          <a:endParaRPr lang="en-US"/>
        </a:p>
      </dgm:t>
    </dgm:pt>
    <dgm:pt modelId="{609CA19E-ED4E-4E33-810B-0C3C49CFA9E0}" type="sibTrans" cxnId="{5513B210-CD2E-44E3-A1DD-37C6979B88D7}">
      <dgm:prSet/>
      <dgm:spPr/>
      <dgm:t>
        <a:bodyPr/>
        <a:lstStyle/>
        <a:p>
          <a:endParaRPr lang="en-US"/>
        </a:p>
      </dgm:t>
    </dgm:pt>
    <dgm:pt modelId="{7882DFBB-7317-444F-B6F8-32FAB47AD49A}">
      <dgm:prSet/>
      <dgm:spPr/>
      <dgm:t>
        <a:bodyPr/>
        <a:lstStyle/>
        <a:p>
          <a:pPr>
            <a:lnSpc>
              <a:spcPct val="100000"/>
            </a:lnSpc>
          </a:pPr>
          <a:r>
            <a:rPr lang="en-US"/>
            <a:t>known as a simple-payment-verification client</a:t>
          </a:r>
        </a:p>
      </dgm:t>
    </dgm:pt>
    <dgm:pt modelId="{736DAD7F-8FBA-4A0A-A4CC-C9C2EACA3215}" type="parTrans" cxnId="{554D690E-3408-4DB2-B6D7-D7A43DCD9CAD}">
      <dgm:prSet/>
      <dgm:spPr/>
      <dgm:t>
        <a:bodyPr/>
        <a:lstStyle/>
        <a:p>
          <a:endParaRPr lang="tr-TR"/>
        </a:p>
      </dgm:t>
    </dgm:pt>
    <dgm:pt modelId="{3301D6B3-3A13-4F53-A0A7-6DA7A1751D4A}" type="sibTrans" cxnId="{554D690E-3408-4DB2-B6D7-D7A43DCD9CAD}">
      <dgm:prSet/>
      <dgm:spPr/>
      <dgm:t>
        <a:bodyPr/>
        <a:lstStyle/>
        <a:p>
          <a:endParaRPr lang="tr-TR"/>
        </a:p>
      </dgm:t>
    </dgm:pt>
    <dgm:pt modelId="{8055F088-A75D-4C97-92AA-EB9E7FAFFB30}">
      <dgm:prSet/>
      <dgm:spPr/>
      <dgm:t>
        <a:bodyPr/>
        <a:lstStyle/>
        <a:p>
          <a:pPr>
            <a:lnSpc>
              <a:spcPct val="100000"/>
            </a:lnSpc>
            <a:defRPr b="1"/>
          </a:pPr>
          <a:r>
            <a:rPr lang="tr-TR"/>
            <a:t>Connection </a:t>
          </a:r>
          <a:r>
            <a:rPr lang="tr-TR" err="1"/>
            <a:t>to</a:t>
          </a:r>
          <a:r>
            <a:rPr lang="tr-TR"/>
            <a:t> Full </a:t>
          </a:r>
          <a:r>
            <a:rPr lang="tr-TR" err="1"/>
            <a:t>Nodes</a:t>
          </a:r>
          <a:endParaRPr lang="en-US"/>
        </a:p>
      </dgm:t>
    </dgm:pt>
    <dgm:pt modelId="{D0470E6D-9FDA-48A3-8596-79E72756CE10}" type="parTrans" cxnId="{DDFFFD58-6511-40A3-B7AC-0621CE0E0162}">
      <dgm:prSet/>
      <dgm:spPr/>
      <dgm:t>
        <a:bodyPr/>
        <a:lstStyle/>
        <a:p>
          <a:endParaRPr lang="tr-TR"/>
        </a:p>
      </dgm:t>
    </dgm:pt>
    <dgm:pt modelId="{E48B9A57-4F29-48F0-90F1-927770A65554}" type="sibTrans" cxnId="{DDFFFD58-6511-40A3-B7AC-0621CE0E0162}">
      <dgm:prSet/>
      <dgm:spPr/>
      <dgm:t>
        <a:bodyPr/>
        <a:lstStyle/>
        <a:p>
          <a:endParaRPr lang="tr-TR"/>
        </a:p>
      </dgm:t>
    </dgm:pt>
    <dgm:pt modelId="{9623EB62-DFBE-4AC5-856E-392B474459B1}">
      <dgm:prSet/>
      <dgm:spPr/>
      <dgm:t>
        <a:bodyPr/>
        <a:lstStyle/>
        <a:p>
          <a:pPr>
            <a:lnSpc>
              <a:spcPct val="100000"/>
            </a:lnSpc>
            <a:defRPr b="1"/>
          </a:pPr>
          <a:r>
            <a:rPr lang="tr-TR"/>
            <a:t>Storage</a:t>
          </a:r>
          <a:endParaRPr lang="en-US"/>
        </a:p>
      </dgm:t>
    </dgm:pt>
    <dgm:pt modelId="{1802F185-E30E-4F4E-ABC0-A11D4DDCB8A8}" type="parTrans" cxnId="{A0AD5D39-8697-44E2-B6FF-9CDFD643FDEB}">
      <dgm:prSet/>
      <dgm:spPr/>
      <dgm:t>
        <a:bodyPr/>
        <a:lstStyle/>
        <a:p>
          <a:endParaRPr lang="tr-TR"/>
        </a:p>
      </dgm:t>
    </dgm:pt>
    <dgm:pt modelId="{5676CD4D-CF7F-48CE-BCEA-9A508800E30D}" type="sibTrans" cxnId="{A0AD5D39-8697-44E2-B6FF-9CDFD643FDEB}">
      <dgm:prSet/>
      <dgm:spPr/>
      <dgm:t>
        <a:bodyPr/>
        <a:lstStyle/>
        <a:p>
          <a:endParaRPr lang="tr-TR"/>
        </a:p>
      </dgm:t>
    </dgm:pt>
    <dgm:pt modelId="{A626506C-F419-487D-9F7B-8D6052E3A6D2}">
      <dgm:prSet/>
      <dgm:spPr/>
      <dgm:t>
        <a:bodyPr/>
        <a:lstStyle/>
        <a:p>
          <a:pPr>
            <a:lnSpc>
              <a:spcPct val="100000"/>
            </a:lnSpc>
            <a:defRPr b="1"/>
          </a:pPr>
          <a:r>
            <a:rPr lang="tr-TR"/>
            <a:t>Direct Interaction</a:t>
          </a:r>
          <a:endParaRPr lang="en-US"/>
        </a:p>
      </dgm:t>
    </dgm:pt>
    <dgm:pt modelId="{DD82C176-2C49-4B9C-B4F1-1B6977D0FF69}" type="parTrans" cxnId="{193C7116-1976-4579-86BA-EA9556085403}">
      <dgm:prSet/>
      <dgm:spPr/>
      <dgm:t>
        <a:bodyPr/>
        <a:lstStyle/>
        <a:p>
          <a:endParaRPr lang="tr-TR"/>
        </a:p>
      </dgm:t>
    </dgm:pt>
    <dgm:pt modelId="{26E3CBFE-9949-43BA-85C3-EBC77B8813DA}" type="sibTrans" cxnId="{193C7116-1976-4579-86BA-EA9556085403}">
      <dgm:prSet/>
      <dgm:spPr/>
      <dgm:t>
        <a:bodyPr/>
        <a:lstStyle/>
        <a:p>
          <a:endParaRPr lang="tr-TR"/>
        </a:p>
      </dgm:t>
    </dgm:pt>
    <dgm:pt modelId="{DF1F0A58-DBA6-4BF6-A185-F611AA5855CC}">
      <dgm:prSet/>
      <dgm:spPr/>
      <dgm:t>
        <a:bodyPr/>
        <a:lstStyle/>
        <a:p>
          <a:pPr>
            <a:lnSpc>
              <a:spcPct val="100000"/>
            </a:lnSpc>
          </a:pPr>
          <a:r>
            <a:rPr lang="en-US"/>
            <a:t>creates,</a:t>
          </a:r>
          <a:r>
            <a:rPr lang="tr-TR"/>
            <a:t> </a:t>
          </a:r>
          <a:endParaRPr lang="en-US"/>
        </a:p>
      </dgm:t>
    </dgm:pt>
    <dgm:pt modelId="{DAEF4DA4-C5F3-4864-B5CE-4332A4DA6E05}" type="parTrans" cxnId="{5ED3834A-7C6D-497E-B798-8A7A7B20C4BE}">
      <dgm:prSet/>
      <dgm:spPr/>
      <dgm:t>
        <a:bodyPr/>
        <a:lstStyle/>
        <a:p>
          <a:endParaRPr lang="tr-TR"/>
        </a:p>
      </dgm:t>
    </dgm:pt>
    <dgm:pt modelId="{99C75350-2D50-4551-9AA4-589C8D8FC620}" type="sibTrans" cxnId="{5ED3834A-7C6D-497E-B798-8A7A7B20C4BE}">
      <dgm:prSet/>
      <dgm:spPr/>
      <dgm:t>
        <a:bodyPr/>
        <a:lstStyle/>
        <a:p>
          <a:endParaRPr lang="tr-TR"/>
        </a:p>
      </dgm:t>
    </dgm:pt>
    <dgm:pt modelId="{3B34731D-D48D-44B2-AB16-C9CB97F93122}">
      <dgm:prSet/>
      <dgm:spPr/>
      <dgm:t>
        <a:bodyPr/>
        <a:lstStyle/>
        <a:p>
          <a:pPr>
            <a:lnSpc>
              <a:spcPct val="100000"/>
            </a:lnSpc>
          </a:pPr>
          <a:r>
            <a:rPr lang="en-US"/>
            <a:t>for access to bitcoin</a:t>
          </a:r>
          <a:r>
            <a:rPr lang="tr-TR"/>
            <a:t> </a:t>
          </a:r>
          <a:r>
            <a:rPr lang="tr-TR" err="1"/>
            <a:t>transactions</a:t>
          </a:r>
          <a:endParaRPr lang="en-US"/>
        </a:p>
      </dgm:t>
    </dgm:pt>
    <dgm:pt modelId="{C40BA430-99E7-4688-ADD9-F54D82D75D2C}" type="parTrans" cxnId="{F5C101FE-802D-49AB-B35C-E6479278802B}">
      <dgm:prSet/>
      <dgm:spPr/>
      <dgm:t>
        <a:bodyPr/>
        <a:lstStyle/>
        <a:p>
          <a:endParaRPr lang="tr-TR"/>
        </a:p>
      </dgm:t>
    </dgm:pt>
    <dgm:pt modelId="{F049509C-0B54-4CE7-AECC-2CC7A8CB8AA7}" type="sibTrans" cxnId="{F5C101FE-802D-49AB-B35C-E6479278802B}">
      <dgm:prSet/>
      <dgm:spPr/>
      <dgm:t>
        <a:bodyPr/>
        <a:lstStyle/>
        <a:p>
          <a:endParaRPr lang="tr-TR"/>
        </a:p>
      </dgm:t>
    </dgm:pt>
    <dgm:pt modelId="{4F3D615D-BEDA-41C1-B1E6-DACB9A8A3837}">
      <dgm:prSet/>
      <dgm:spPr/>
      <dgm:t>
        <a:bodyPr/>
        <a:lstStyle/>
        <a:p>
          <a:pPr>
            <a:lnSpc>
              <a:spcPct val="100000"/>
            </a:lnSpc>
            <a:defRPr b="1"/>
          </a:pPr>
          <a:r>
            <a:rPr lang="tr-TR" err="1"/>
            <a:t>Transactions</a:t>
          </a:r>
          <a:endParaRPr lang="en-US"/>
        </a:p>
      </dgm:t>
    </dgm:pt>
    <dgm:pt modelId="{95D117CF-24CF-4CD5-A0F1-6802192BC94E}" type="parTrans" cxnId="{C5D1004C-1B74-421F-B8C9-B417C410F82A}">
      <dgm:prSet/>
      <dgm:spPr/>
      <dgm:t>
        <a:bodyPr/>
        <a:lstStyle/>
        <a:p>
          <a:endParaRPr lang="tr-TR"/>
        </a:p>
      </dgm:t>
    </dgm:pt>
    <dgm:pt modelId="{3D2EAC45-1E4F-4A03-B308-82B664B87CE1}" type="sibTrans" cxnId="{C5D1004C-1B74-421F-B8C9-B417C410F82A}">
      <dgm:prSet/>
      <dgm:spPr/>
      <dgm:t>
        <a:bodyPr/>
        <a:lstStyle/>
        <a:p>
          <a:endParaRPr lang="tr-TR"/>
        </a:p>
      </dgm:t>
    </dgm:pt>
    <dgm:pt modelId="{DBBE324B-26E7-4131-BFA1-8E0654278FB8}">
      <dgm:prSet/>
      <dgm:spPr/>
      <dgm:t>
        <a:bodyPr/>
        <a:lstStyle/>
        <a:p>
          <a:pPr>
            <a:lnSpc>
              <a:spcPct val="100000"/>
            </a:lnSpc>
          </a:pPr>
          <a:r>
            <a:rPr lang="tr-TR"/>
            <a:t>validates</a:t>
          </a:r>
          <a:endParaRPr lang="en-US"/>
        </a:p>
      </dgm:t>
    </dgm:pt>
    <dgm:pt modelId="{3D29CACF-630B-4F79-AD4E-E597795BB12D}" type="parTrans" cxnId="{AC11C66A-CAC1-42BF-A778-897E877968B9}">
      <dgm:prSet/>
      <dgm:spPr/>
      <dgm:t>
        <a:bodyPr/>
        <a:lstStyle/>
        <a:p>
          <a:endParaRPr lang="tr-TR"/>
        </a:p>
      </dgm:t>
    </dgm:pt>
    <dgm:pt modelId="{9601652A-E5D5-4737-85CC-0A56FEEF2135}" type="sibTrans" cxnId="{AC11C66A-CAC1-42BF-A778-897E877968B9}">
      <dgm:prSet/>
      <dgm:spPr/>
      <dgm:t>
        <a:bodyPr/>
        <a:lstStyle/>
        <a:p>
          <a:endParaRPr lang="tr-TR"/>
        </a:p>
      </dgm:t>
    </dgm:pt>
    <dgm:pt modelId="{40871D85-DDA8-4658-8B21-43DAF44B3827}">
      <dgm:prSet/>
      <dgm:spPr/>
      <dgm:t>
        <a:bodyPr/>
        <a:lstStyle/>
        <a:p>
          <a:pPr>
            <a:lnSpc>
              <a:spcPct val="100000"/>
            </a:lnSpc>
          </a:pPr>
          <a:r>
            <a:rPr lang="tr-TR"/>
            <a:t>transmits transactions</a:t>
          </a:r>
          <a:endParaRPr lang="en-US"/>
        </a:p>
      </dgm:t>
    </dgm:pt>
    <dgm:pt modelId="{0BB793C9-1D04-4061-B3B9-B9ECFA8C66B0}" type="parTrans" cxnId="{9E1CA57E-4F15-48DF-ADC8-95E854AC6684}">
      <dgm:prSet/>
      <dgm:spPr/>
      <dgm:t>
        <a:bodyPr/>
        <a:lstStyle/>
        <a:p>
          <a:endParaRPr lang="tr-TR"/>
        </a:p>
      </dgm:t>
    </dgm:pt>
    <dgm:pt modelId="{FE7336CE-03B2-46D0-9483-86657AF5A639}" type="sibTrans" cxnId="{9E1CA57E-4F15-48DF-ADC8-95E854AC6684}">
      <dgm:prSet/>
      <dgm:spPr/>
      <dgm:t>
        <a:bodyPr/>
        <a:lstStyle/>
        <a:p>
          <a:endParaRPr lang="tr-TR"/>
        </a:p>
      </dgm:t>
    </dgm:pt>
    <dgm:pt modelId="{ABBD694D-2459-41D4-9DF7-E098881DEC81}" type="pres">
      <dgm:prSet presAssocID="{E17C0B0E-35B3-4564-BAE7-2BD217E8F56C}" presName="root" presStyleCnt="0">
        <dgm:presLayoutVars>
          <dgm:dir/>
          <dgm:resizeHandles val="exact"/>
        </dgm:presLayoutVars>
      </dgm:prSet>
      <dgm:spPr/>
    </dgm:pt>
    <dgm:pt modelId="{017E9D0D-22D8-4979-98E8-4D458F691A2F}" type="pres">
      <dgm:prSet presAssocID="{A89E42B6-19BE-497D-A2F3-3450DBDD6383}" presName="compNode" presStyleCnt="0"/>
      <dgm:spPr/>
    </dgm:pt>
    <dgm:pt modelId="{40D55A55-DC31-4F73-AA6E-40C4E3BB25B5}" type="pres">
      <dgm:prSet presAssocID="{A89E42B6-19BE-497D-A2F3-3450DBDD638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729246B0-EABD-4088-B205-0A6C0B1E83E2}" type="pres">
      <dgm:prSet presAssocID="{A89E42B6-19BE-497D-A2F3-3450DBDD6383}" presName="iconSpace" presStyleCnt="0"/>
      <dgm:spPr/>
    </dgm:pt>
    <dgm:pt modelId="{03B99EEA-870F-46E4-9519-BCFE733FEC16}" type="pres">
      <dgm:prSet presAssocID="{A89E42B6-19BE-497D-A2F3-3450DBDD6383}" presName="parTx" presStyleLbl="revTx" presStyleIdx="0" presStyleCnt="10">
        <dgm:presLayoutVars>
          <dgm:chMax val="0"/>
          <dgm:chPref val="0"/>
        </dgm:presLayoutVars>
      </dgm:prSet>
      <dgm:spPr/>
    </dgm:pt>
    <dgm:pt modelId="{C3F60275-CE87-4D09-AB2E-5259BBF5CA5E}" type="pres">
      <dgm:prSet presAssocID="{A89E42B6-19BE-497D-A2F3-3450DBDD6383}" presName="txSpace" presStyleCnt="0"/>
      <dgm:spPr/>
    </dgm:pt>
    <dgm:pt modelId="{534F817C-3E66-407D-BD96-A761743AA156}" type="pres">
      <dgm:prSet presAssocID="{A89E42B6-19BE-497D-A2F3-3450DBDD6383}" presName="desTx" presStyleLbl="revTx" presStyleIdx="1" presStyleCnt="10">
        <dgm:presLayoutVars/>
      </dgm:prSet>
      <dgm:spPr/>
    </dgm:pt>
    <dgm:pt modelId="{C866828C-EA52-45B8-A959-538E916F47EB}" type="pres">
      <dgm:prSet presAssocID="{C8AA5C33-4237-4DC2-935A-5134060BC3FB}" presName="sibTrans" presStyleCnt="0"/>
      <dgm:spPr/>
    </dgm:pt>
    <dgm:pt modelId="{5FEC597F-FE0C-4D65-8452-2F618C5419B2}" type="pres">
      <dgm:prSet presAssocID="{8055F088-A75D-4C97-92AA-EB9E7FAFFB30}" presName="compNode" presStyleCnt="0"/>
      <dgm:spPr/>
    </dgm:pt>
    <dgm:pt modelId="{18A4E6B7-85D9-4108-991B-01A1E54792E8}" type="pres">
      <dgm:prSet presAssocID="{8055F088-A75D-4C97-92AA-EB9E7FAFFB3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2776F749-1905-49AC-AFCE-963ECE4BC44C}" type="pres">
      <dgm:prSet presAssocID="{8055F088-A75D-4C97-92AA-EB9E7FAFFB30}" presName="iconSpace" presStyleCnt="0"/>
      <dgm:spPr/>
    </dgm:pt>
    <dgm:pt modelId="{861DA08A-8679-48AD-AA38-A2047B2DFC84}" type="pres">
      <dgm:prSet presAssocID="{8055F088-A75D-4C97-92AA-EB9E7FAFFB30}" presName="parTx" presStyleLbl="revTx" presStyleIdx="2" presStyleCnt="10">
        <dgm:presLayoutVars>
          <dgm:chMax val="0"/>
          <dgm:chPref val="0"/>
        </dgm:presLayoutVars>
      </dgm:prSet>
      <dgm:spPr/>
    </dgm:pt>
    <dgm:pt modelId="{5D621980-E051-42C7-8BEC-A9E39BE7719F}" type="pres">
      <dgm:prSet presAssocID="{8055F088-A75D-4C97-92AA-EB9E7FAFFB30}" presName="txSpace" presStyleCnt="0"/>
      <dgm:spPr/>
    </dgm:pt>
    <dgm:pt modelId="{C88596FB-59EB-4F27-BE0B-D628C184C3D2}" type="pres">
      <dgm:prSet presAssocID="{8055F088-A75D-4C97-92AA-EB9E7FAFFB30}" presName="desTx" presStyleLbl="revTx" presStyleIdx="3" presStyleCnt="10">
        <dgm:presLayoutVars/>
      </dgm:prSet>
      <dgm:spPr/>
    </dgm:pt>
    <dgm:pt modelId="{681C8F6B-39D1-4E9C-AF5E-D87884B141EB}" type="pres">
      <dgm:prSet presAssocID="{E48B9A57-4F29-48F0-90F1-927770A65554}" presName="sibTrans" presStyleCnt="0"/>
      <dgm:spPr/>
    </dgm:pt>
    <dgm:pt modelId="{F706BDB5-219B-436E-904B-7DCD557D06D9}" type="pres">
      <dgm:prSet presAssocID="{9623EB62-DFBE-4AC5-856E-392B474459B1}" presName="compNode" presStyleCnt="0"/>
      <dgm:spPr/>
    </dgm:pt>
    <dgm:pt modelId="{6C787822-3CD3-4149-9EB7-12370D139D3C}" type="pres">
      <dgm:prSet presAssocID="{9623EB62-DFBE-4AC5-856E-392B474459B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Veritabanı"/>
        </a:ext>
      </dgm:extLst>
    </dgm:pt>
    <dgm:pt modelId="{6D2BFEA0-9745-4523-8CE5-3E1AEEF09F6B}" type="pres">
      <dgm:prSet presAssocID="{9623EB62-DFBE-4AC5-856E-392B474459B1}" presName="iconSpace" presStyleCnt="0"/>
      <dgm:spPr/>
    </dgm:pt>
    <dgm:pt modelId="{71D6A6E5-61A3-44FF-A16C-D54B31598D37}" type="pres">
      <dgm:prSet presAssocID="{9623EB62-DFBE-4AC5-856E-392B474459B1}" presName="parTx" presStyleLbl="revTx" presStyleIdx="4" presStyleCnt="10">
        <dgm:presLayoutVars>
          <dgm:chMax val="0"/>
          <dgm:chPref val="0"/>
        </dgm:presLayoutVars>
      </dgm:prSet>
      <dgm:spPr/>
    </dgm:pt>
    <dgm:pt modelId="{A1205859-7B79-4F90-867F-DBD20AEFE9FC}" type="pres">
      <dgm:prSet presAssocID="{9623EB62-DFBE-4AC5-856E-392B474459B1}" presName="txSpace" presStyleCnt="0"/>
      <dgm:spPr/>
    </dgm:pt>
    <dgm:pt modelId="{9AC98F2D-C9CB-4E14-B8C3-E1EE1D28EC46}" type="pres">
      <dgm:prSet presAssocID="{9623EB62-DFBE-4AC5-856E-392B474459B1}" presName="desTx" presStyleLbl="revTx" presStyleIdx="5" presStyleCnt="10">
        <dgm:presLayoutVars/>
      </dgm:prSet>
      <dgm:spPr/>
    </dgm:pt>
    <dgm:pt modelId="{C8F5E3D1-58C8-4005-82BA-D33E0B441EA7}" type="pres">
      <dgm:prSet presAssocID="{5676CD4D-CF7F-48CE-BCEA-9A508800E30D}" presName="sibTrans" presStyleCnt="0"/>
      <dgm:spPr/>
    </dgm:pt>
    <dgm:pt modelId="{77BDB435-5CBC-462F-A74B-42DCBFE84FD3}" type="pres">
      <dgm:prSet presAssocID="{4F3D615D-BEDA-41C1-B1E6-DACB9A8A3837}" presName="compNode" presStyleCnt="0"/>
      <dgm:spPr/>
    </dgm:pt>
    <dgm:pt modelId="{DFABDD44-5331-4E54-A510-012F4032E474}" type="pres">
      <dgm:prSet presAssocID="{4F3D615D-BEDA-41C1-B1E6-DACB9A8A3837}"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Tablo"/>
        </a:ext>
      </dgm:extLst>
    </dgm:pt>
    <dgm:pt modelId="{26A106EB-1530-4FE6-BA1E-DAEF5F2609B3}" type="pres">
      <dgm:prSet presAssocID="{4F3D615D-BEDA-41C1-B1E6-DACB9A8A3837}" presName="iconSpace" presStyleCnt="0"/>
      <dgm:spPr/>
    </dgm:pt>
    <dgm:pt modelId="{9EF79D97-F367-42BD-B65C-EC147FE6DD76}" type="pres">
      <dgm:prSet presAssocID="{4F3D615D-BEDA-41C1-B1E6-DACB9A8A3837}" presName="parTx" presStyleLbl="revTx" presStyleIdx="6" presStyleCnt="10">
        <dgm:presLayoutVars>
          <dgm:chMax val="0"/>
          <dgm:chPref val="0"/>
        </dgm:presLayoutVars>
      </dgm:prSet>
      <dgm:spPr/>
    </dgm:pt>
    <dgm:pt modelId="{A4DF18ED-AAF8-4AAE-A1ED-841607127841}" type="pres">
      <dgm:prSet presAssocID="{4F3D615D-BEDA-41C1-B1E6-DACB9A8A3837}" presName="txSpace" presStyleCnt="0"/>
      <dgm:spPr/>
    </dgm:pt>
    <dgm:pt modelId="{B70E47A0-B75E-491C-843A-4095FC62B208}" type="pres">
      <dgm:prSet presAssocID="{4F3D615D-BEDA-41C1-B1E6-DACB9A8A3837}" presName="desTx" presStyleLbl="revTx" presStyleIdx="7" presStyleCnt="10">
        <dgm:presLayoutVars/>
      </dgm:prSet>
      <dgm:spPr/>
    </dgm:pt>
    <dgm:pt modelId="{4B8FC585-3F6C-4DBA-9917-390951F17067}" type="pres">
      <dgm:prSet presAssocID="{3D2EAC45-1E4F-4A03-B308-82B664B87CE1}" presName="sibTrans" presStyleCnt="0"/>
      <dgm:spPr/>
    </dgm:pt>
    <dgm:pt modelId="{F4E5FC93-FC56-4CFC-B8A1-28005E48390E}" type="pres">
      <dgm:prSet presAssocID="{A626506C-F419-487D-9F7B-8D6052E3A6D2}" presName="compNode" presStyleCnt="0"/>
      <dgm:spPr/>
    </dgm:pt>
    <dgm:pt modelId="{D36267F3-709A-407B-82AD-F2ACCDDADD10}" type="pres">
      <dgm:prSet presAssocID="{A626506C-F419-487D-9F7B-8D6052E3A6D2}" presName="iconRect" presStyleLbl="node1" presStyleIdx="4" presStyleCnt="5"/>
      <dgm:spPr>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User Network"/>
        </a:ext>
      </dgm:extLst>
    </dgm:pt>
    <dgm:pt modelId="{C7B42121-A55B-4F51-BB80-207DE9C3BF51}" type="pres">
      <dgm:prSet presAssocID="{A626506C-F419-487D-9F7B-8D6052E3A6D2}" presName="iconSpace" presStyleCnt="0"/>
      <dgm:spPr/>
    </dgm:pt>
    <dgm:pt modelId="{FCBD4030-7406-48A2-8629-4A39E2B71569}" type="pres">
      <dgm:prSet presAssocID="{A626506C-F419-487D-9F7B-8D6052E3A6D2}" presName="parTx" presStyleLbl="revTx" presStyleIdx="8" presStyleCnt="10">
        <dgm:presLayoutVars>
          <dgm:chMax val="0"/>
          <dgm:chPref val="0"/>
        </dgm:presLayoutVars>
      </dgm:prSet>
      <dgm:spPr/>
    </dgm:pt>
    <dgm:pt modelId="{1B021670-FDFA-4BA6-818D-BBF965EDB468}" type="pres">
      <dgm:prSet presAssocID="{A626506C-F419-487D-9F7B-8D6052E3A6D2}" presName="txSpace" presStyleCnt="0"/>
      <dgm:spPr/>
    </dgm:pt>
    <dgm:pt modelId="{29776FFF-FD12-4245-BF00-7727AF472681}" type="pres">
      <dgm:prSet presAssocID="{A626506C-F419-487D-9F7B-8D6052E3A6D2}" presName="desTx" presStyleLbl="revTx" presStyleIdx="9" presStyleCnt="10">
        <dgm:presLayoutVars/>
      </dgm:prSet>
      <dgm:spPr/>
    </dgm:pt>
  </dgm:ptLst>
  <dgm:cxnLst>
    <dgm:cxn modelId="{554D690E-3408-4DB2-B6D7-D7A43DCD9CAD}" srcId="{A89E42B6-19BE-497D-A2F3-3450DBDD6383}" destId="{7882DFBB-7317-444F-B6F8-32FAB47AD49A}" srcOrd="0" destOrd="0" parTransId="{736DAD7F-8FBA-4A0A-A4CC-C9C2EACA3215}" sibTransId="{3301D6B3-3A13-4F53-A0A7-6DA7A1751D4A}"/>
    <dgm:cxn modelId="{C4A3900F-3CE7-4BD5-B94C-E8E1A5F6A1C1}" srcId="{8055F088-A75D-4C97-92AA-EB9E7FAFFB30}" destId="{7778E9A1-7B33-4A32-8465-AD497D17BEA6}" srcOrd="0" destOrd="0" parTransId="{3E44FCD7-EDC4-4DE2-8ED6-07D9176405A6}" sibTransId="{F15FBD73-D99B-4D07-8271-11643EB98AD6}"/>
    <dgm:cxn modelId="{5513B210-CD2E-44E3-A1DD-37C6979B88D7}" srcId="{A626506C-F419-487D-9F7B-8D6052E3A6D2}" destId="{60231EFF-F9D1-4762-9B34-7F9E87CE4008}" srcOrd="0" destOrd="0" parTransId="{0162A1E4-1407-4245-86AB-846960C06E4D}" sibTransId="{609CA19E-ED4E-4E33-810B-0C3C49CFA9E0}"/>
    <dgm:cxn modelId="{193C7116-1976-4579-86BA-EA9556085403}" srcId="{E17C0B0E-35B3-4564-BAE7-2BD217E8F56C}" destId="{A626506C-F419-487D-9F7B-8D6052E3A6D2}" srcOrd="4" destOrd="0" parTransId="{DD82C176-2C49-4B9C-B4F1-1B6977D0FF69}" sibTransId="{26E3CBFE-9949-43BA-85C3-EBC77B8813DA}"/>
    <dgm:cxn modelId="{5B000420-D1F3-429F-8E03-8B2A43879574}" type="presOf" srcId="{60231EFF-F9D1-4762-9B34-7F9E87CE4008}" destId="{29776FFF-FD12-4245-BF00-7727AF472681}" srcOrd="0" destOrd="0" presId="urn:microsoft.com/office/officeart/2018/5/layout/CenteredIconLabelDescriptionList"/>
    <dgm:cxn modelId="{A0AD5D39-8697-44E2-B6FF-9CDFD643FDEB}" srcId="{E17C0B0E-35B3-4564-BAE7-2BD217E8F56C}" destId="{9623EB62-DFBE-4AC5-856E-392B474459B1}" srcOrd="2" destOrd="0" parTransId="{1802F185-E30E-4F4E-ABC0-A11D4DDCB8A8}" sibTransId="{5676CD4D-CF7F-48CE-BCEA-9A508800E30D}"/>
    <dgm:cxn modelId="{83CF0146-E1A2-42CF-BEC7-D1FD5E517723}" type="presOf" srcId="{DBBE324B-26E7-4131-BFA1-8E0654278FB8}" destId="{B70E47A0-B75E-491C-843A-4095FC62B208}" srcOrd="0" destOrd="1" presId="urn:microsoft.com/office/officeart/2018/5/layout/CenteredIconLabelDescriptionList"/>
    <dgm:cxn modelId="{5ED3834A-7C6D-497E-B798-8A7A7B20C4BE}" srcId="{4F3D615D-BEDA-41C1-B1E6-DACB9A8A3837}" destId="{DF1F0A58-DBA6-4BF6-A185-F611AA5855CC}" srcOrd="0" destOrd="0" parTransId="{DAEF4DA4-C5F3-4864-B5CE-4332A4DA6E05}" sibTransId="{99C75350-2D50-4551-9AA4-589C8D8FC620}"/>
    <dgm:cxn modelId="{AC11C66A-CAC1-42BF-A778-897E877968B9}" srcId="{4F3D615D-BEDA-41C1-B1E6-DACB9A8A3837}" destId="{DBBE324B-26E7-4131-BFA1-8E0654278FB8}" srcOrd="1" destOrd="0" parTransId="{3D29CACF-630B-4F79-AD4E-E597795BB12D}" sibTransId="{9601652A-E5D5-4737-85CC-0A56FEEF2135}"/>
    <dgm:cxn modelId="{C5D1004C-1B74-421F-B8C9-B417C410F82A}" srcId="{E17C0B0E-35B3-4564-BAE7-2BD217E8F56C}" destId="{4F3D615D-BEDA-41C1-B1E6-DACB9A8A3837}" srcOrd="3" destOrd="0" parTransId="{95D117CF-24CF-4CD5-A0F1-6802192BC94E}" sibTransId="{3D2EAC45-1E4F-4A03-B308-82B664B87CE1}"/>
    <dgm:cxn modelId="{5ED48671-B4F0-4497-B930-9068D5C4B6DA}" type="presOf" srcId="{40871D85-DDA8-4658-8B21-43DAF44B3827}" destId="{B70E47A0-B75E-491C-843A-4095FC62B208}" srcOrd="0" destOrd="2" presId="urn:microsoft.com/office/officeart/2018/5/layout/CenteredIconLabelDescriptionList"/>
    <dgm:cxn modelId="{72A0BF71-EDED-47D4-951C-96A3D645AC8D}" type="presOf" srcId="{6A24FEDF-6FF4-4C82-A521-CA8213AA5F3B}" destId="{9AC98F2D-C9CB-4E14-B8C3-E1EE1D28EC46}" srcOrd="0" destOrd="0" presId="urn:microsoft.com/office/officeart/2018/5/layout/CenteredIconLabelDescriptionList"/>
    <dgm:cxn modelId="{DDFFFD58-6511-40A3-B7AC-0621CE0E0162}" srcId="{E17C0B0E-35B3-4564-BAE7-2BD217E8F56C}" destId="{8055F088-A75D-4C97-92AA-EB9E7FAFFB30}" srcOrd="1" destOrd="0" parTransId="{D0470E6D-9FDA-48A3-8596-79E72756CE10}" sibTransId="{E48B9A57-4F29-48F0-90F1-927770A65554}"/>
    <dgm:cxn modelId="{0B397379-6144-49AB-BE59-D65EFD5921F2}" type="presOf" srcId="{9623EB62-DFBE-4AC5-856E-392B474459B1}" destId="{71D6A6E5-61A3-44FF-A16C-D54B31598D37}" srcOrd="0" destOrd="0" presId="urn:microsoft.com/office/officeart/2018/5/layout/CenteredIconLabelDescriptionList"/>
    <dgm:cxn modelId="{9E1CA57E-4F15-48DF-ADC8-95E854AC6684}" srcId="{4F3D615D-BEDA-41C1-B1E6-DACB9A8A3837}" destId="{40871D85-DDA8-4658-8B21-43DAF44B3827}" srcOrd="2" destOrd="0" parTransId="{0BB793C9-1D04-4061-B3B9-B9ECFA8C66B0}" sibTransId="{FE7336CE-03B2-46D0-9483-86657AF5A639}"/>
    <dgm:cxn modelId="{74B74887-75C0-4554-B844-67A0C07C6BDC}" type="presOf" srcId="{A626506C-F419-487D-9F7B-8D6052E3A6D2}" destId="{FCBD4030-7406-48A2-8629-4A39E2B71569}" srcOrd="0" destOrd="0" presId="urn:microsoft.com/office/officeart/2018/5/layout/CenteredIconLabelDescriptionList"/>
    <dgm:cxn modelId="{8F2D529B-46EB-4B6B-9975-29051E3FE2F6}" type="presOf" srcId="{A89E42B6-19BE-497D-A2F3-3450DBDD6383}" destId="{03B99EEA-870F-46E4-9519-BCFE733FEC16}" srcOrd="0" destOrd="0" presId="urn:microsoft.com/office/officeart/2018/5/layout/CenteredIconLabelDescriptionList"/>
    <dgm:cxn modelId="{0C20E1A1-AB53-439D-826B-C04FADE8D9C9}" srcId="{9623EB62-DFBE-4AC5-856E-392B474459B1}" destId="{6A24FEDF-6FF4-4C82-A521-CA8213AA5F3B}" srcOrd="0" destOrd="0" parTransId="{297BACD1-757D-47F6-8ED9-024327A28610}" sibTransId="{97F569CA-6760-462D-8101-085E9A8DD584}"/>
    <dgm:cxn modelId="{868B59A7-CAF0-4E26-9CC9-81349734A808}" type="presOf" srcId="{4F3D615D-BEDA-41C1-B1E6-DACB9A8A3837}" destId="{9EF79D97-F367-42BD-B65C-EC147FE6DD76}" srcOrd="0" destOrd="0" presId="urn:microsoft.com/office/officeart/2018/5/layout/CenteredIconLabelDescriptionList"/>
    <dgm:cxn modelId="{4B468EAA-911C-43BF-8C1E-3BE2086BE92C}" type="presOf" srcId="{8055F088-A75D-4C97-92AA-EB9E7FAFFB30}" destId="{861DA08A-8679-48AD-AA38-A2047B2DFC84}" srcOrd="0" destOrd="0" presId="urn:microsoft.com/office/officeart/2018/5/layout/CenteredIconLabelDescriptionList"/>
    <dgm:cxn modelId="{06C389B4-7BCF-4B8D-913A-9CB51CE825CC}" type="presOf" srcId="{7882DFBB-7317-444F-B6F8-32FAB47AD49A}" destId="{534F817C-3E66-407D-BD96-A761743AA156}" srcOrd="0" destOrd="0" presId="urn:microsoft.com/office/officeart/2018/5/layout/CenteredIconLabelDescriptionList"/>
    <dgm:cxn modelId="{328544D3-5C91-4B0C-9242-A8E2D919BFB4}" type="presOf" srcId="{7778E9A1-7B33-4A32-8465-AD497D17BEA6}" destId="{C88596FB-59EB-4F27-BE0B-D628C184C3D2}" srcOrd="0" destOrd="0" presId="urn:microsoft.com/office/officeart/2018/5/layout/CenteredIconLabelDescriptionList"/>
    <dgm:cxn modelId="{B614C2D7-EBC4-48C4-979C-01593438C03B}" type="presOf" srcId="{3B34731D-D48D-44B2-AB16-C9CB97F93122}" destId="{C88596FB-59EB-4F27-BE0B-D628C184C3D2}" srcOrd="0" destOrd="1" presId="urn:microsoft.com/office/officeart/2018/5/layout/CenteredIconLabelDescriptionList"/>
    <dgm:cxn modelId="{0AC6F4D8-6237-4153-BAF1-99F168F920E7}" srcId="{E17C0B0E-35B3-4564-BAE7-2BD217E8F56C}" destId="{A89E42B6-19BE-497D-A2F3-3450DBDD6383}" srcOrd="0" destOrd="0" parTransId="{B4E8EE00-D58A-4974-AFB9-A3258509F122}" sibTransId="{C8AA5C33-4237-4DC2-935A-5134060BC3FB}"/>
    <dgm:cxn modelId="{B247A3DE-F649-4FE7-BFAA-878344E7ADAC}" type="presOf" srcId="{DF1F0A58-DBA6-4BF6-A185-F611AA5855CC}" destId="{B70E47A0-B75E-491C-843A-4095FC62B208}" srcOrd="0" destOrd="0" presId="urn:microsoft.com/office/officeart/2018/5/layout/CenteredIconLabelDescriptionList"/>
    <dgm:cxn modelId="{F5C101FE-802D-49AB-B35C-E6479278802B}" srcId="{8055F088-A75D-4C97-92AA-EB9E7FAFFB30}" destId="{3B34731D-D48D-44B2-AB16-C9CB97F93122}" srcOrd="1" destOrd="0" parTransId="{C40BA430-99E7-4688-ADD9-F54D82D75D2C}" sibTransId="{F049509C-0B54-4CE7-AECC-2CC7A8CB8AA7}"/>
    <dgm:cxn modelId="{1A92D4FF-7C53-4B3A-904B-5872A1DAD706}" type="presOf" srcId="{E17C0B0E-35B3-4564-BAE7-2BD217E8F56C}" destId="{ABBD694D-2459-41D4-9DF7-E098881DEC81}" srcOrd="0" destOrd="0" presId="urn:microsoft.com/office/officeart/2018/5/layout/CenteredIconLabelDescriptionList"/>
    <dgm:cxn modelId="{47985D67-13E0-4E2F-8DBD-0FDD63F5513B}" type="presParOf" srcId="{ABBD694D-2459-41D4-9DF7-E098881DEC81}" destId="{017E9D0D-22D8-4979-98E8-4D458F691A2F}" srcOrd="0" destOrd="0" presId="urn:microsoft.com/office/officeart/2018/5/layout/CenteredIconLabelDescriptionList"/>
    <dgm:cxn modelId="{0E95B66B-6F1B-4B65-A845-3522A9AF9E4E}" type="presParOf" srcId="{017E9D0D-22D8-4979-98E8-4D458F691A2F}" destId="{40D55A55-DC31-4F73-AA6E-40C4E3BB25B5}" srcOrd="0" destOrd="0" presId="urn:microsoft.com/office/officeart/2018/5/layout/CenteredIconLabelDescriptionList"/>
    <dgm:cxn modelId="{FFBF6B53-E399-44F5-85DE-2405BC495635}" type="presParOf" srcId="{017E9D0D-22D8-4979-98E8-4D458F691A2F}" destId="{729246B0-EABD-4088-B205-0A6C0B1E83E2}" srcOrd="1" destOrd="0" presId="urn:microsoft.com/office/officeart/2018/5/layout/CenteredIconLabelDescriptionList"/>
    <dgm:cxn modelId="{4256E29F-3D81-49B5-B203-E0A667034E78}" type="presParOf" srcId="{017E9D0D-22D8-4979-98E8-4D458F691A2F}" destId="{03B99EEA-870F-46E4-9519-BCFE733FEC16}" srcOrd="2" destOrd="0" presId="urn:microsoft.com/office/officeart/2018/5/layout/CenteredIconLabelDescriptionList"/>
    <dgm:cxn modelId="{058C9E10-5B97-4A93-8003-C053E81F433A}" type="presParOf" srcId="{017E9D0D-22D8-4979-98E8-4D458F691A2F}" destId="{C3F60275-CE87-4D09-AB2E-5259BBF5CA5E}" srcOrd="3" destOrd="0" presId="urn:microsoft.com/office/officeart/2018/5/layout/CenteredIconLabelDescriptionList"/>
    <dgm:cxn modelId="{5021DC13-B5E1-447B-8F79-1D8FD2D1DF36}" type="presParOf" srcId="{017E9D0D-22D8-4979-98E8-4D458F691A2F}" destId="{534F817C-3E66-407D-BD96-A761743AA156}" srcOrd="4" destOrd="0" presId="urn:microsoft.com/office/officeart/2018/5/layout/CenteredIconLabelDescriptionList"/>
    <dgm:cxn modelId="{4C523A75-7B44-497F-8590-5E6E6F4A0D56}" type="presParOf" srcId="{ABBD694D-2459-41D4-9DF7-E098881DEC81}" destId="{C866828C-EA52-45B8-A959-538E916F47EB}" srcOrd="1" destOrd="0" presId="urn:microsoft.com/office/officeart/2018/5/layout/CenteredIconLabelDescriptionList"/>
    <dgm:cxn modelId="{D5EA9C9B-894B-41EA-B0CD-99933D6DEB32}" type="presParOf" srcId="{ABBD694D-2459-41D4-9DF7-E098881DEC81}" destId="{5FEC597F-FE0C-4D65-8452-2F618C5419B2}" srcOrd="2" destOrd="0" presId="urn:microsoft.com/office/officeart/2018/5/layout/CenteredIconLabelDescriptionList"/>
    <dgm:cxn modelId="{1CBB0E42-28E7-4471-A085-C5B272FB7A3A}" type="presParOf" srcId="{5FEC597F-FE0C-4D65-8452-2F618C5419B2}" destId="{18A4E6B7-85D9-4108-991B-01A1E54792E8}" srcOrd="0" destOrd="0" presId="urn:microsoft.com/office/officeart/2018/5/layout/CenteredIconLabelDescriptionList"/>
    <dgm:cxn modelId="{86A526E0-301C-4894-9611-347F41CB34E7}" type="presParOf" srcId="{5FEC597F-FE0C-4D65-8452-2F618C5419B2}" destId="{2776F749-1905-49AC-AFCE-963ECE4BC44C}" srcOrd="1" destOrd="0" presId="urn:microsoft.com/office/officeart/2018/5/layout/CenteredIconLabelDescriptionList"/>
    <dgm:cxn modelId="{9007BA40-0276-4436-88F2-FA097D0C3A61}" type="presParOf" srcId="{5FEC597F-FE0C-4D65-8452-2F618C5419B2}" destId="{861DA08A-8679-48AD-AA38-A2047B2DFC84}" srcOrd="2" destOrd="0" presId="urn:microsoft.com/office/officeart/2018/5/layout/CenteredIconLabelDescriptionList"/>
    <dgm:cxn modelId="{8E787DBF-26DF-49F4-94B6-0AAC50D1B0BF}" type="presParOf" srcId="{5FEC597F-FE0C-4D65-8452-2F618C5419B2}" destId="{5D621980-E051-42C7-8BEC-A9E39BE7719F}" srcOrd="3" destOrd="0" presId="urn:microsoft.com/office/officeart/2018/5/layout/CenteredIconLabelDescriptionList"/>
    <dgm:cxn modelId="{314F5004-8992-4BB4-9EF5-AD654AB092E5}" type="presParOf" srcId="{5FEC597F-FE0C-4D65-8452-2F618C5419B2}" destId="{C88596FB-59EB-4F27-BE0B-D628C184C3D2}" srcOrd="4" destOrd="0" presId="urn:microsoft.com/office/officeart/2018/5/layout/CenteredIconLabelDescriptionList"/>
    <dgm:cxn modelId="{EDE6E4DB-8933-4F5A-9770-22D385180656}" type="presParOf" srcId="{ABBD694D-2459-41D4-9DF7-E098881DEC81}" destId="{681C8F6B-39D1-4E9C-AF5E-D87884B141EB}" srcOrd="3" destOrd="0" presId="urn:microsoft.com/office/officeart/2018/5/layout/CenteredIconLabelDescriptionList"/>
    <dgm:cxn modelId="{6962F3C3-738F-4BA9-8D5C-C152A9336999}" type="presParOf" srcId="{ABBD694D-2459-41D4-9DF7-E098881DEC81}" destId="{F706BDB5-219B-436E-904B-7DCD557D06D9}" srcOrd="4" destOrd="0" presId="urn:microsoft.com/office/officeart/2018/5/layout/CenteredIconLabelDescriptionList"/>
    <dgm:cxn modelId="{8D6E4B54-8DAC-4A07-861C-90532EBC2520}" type="presParOf" srcId="{F706BDB5-219B-436E-904B-7DCD557D06D9}" destId="{6C787822-3CD3-4149-9EB7-12370D139D3C}" srcOrd="0" destOrd="0" presId="urn:microsoft.com/office/officeart/2018/5/layout/CenteredIconLabelDescriptionList"/>
    <dgm:cxn modelId="{EAA26D5C-E0FC-4CE3-8B24-40D1BFF3E337}" type="presParOf" srcId="{F706BDB5-219B-436E-904B-7DCD557D06D9}" destId="{6D2BFEA0-9745-4523-8CE5-3E1AEEF09F6B}" srcOrd="1" destOrd="0" presId="urn:microsoft.com/office/officeart/2018/5/layout/CenteredIconLabelDescriptionList"/>
    <dgm:cxn modelId="{A29C577C-4C69-42A3-A863-50B7C815E6DF}" type="presParOf" srcId="{F706BDB5-219B-436E-904B-7DCD557D06D9}" destId="{71D6A6E5-61A3-44FF-A16C-D54B31598D37}" srcOrd="2" destOrd="0" presId="urn:microsoft.com/office/officeart/2018/5/layout/CenteredIconLabelDescriptionList"/>
    <dgm:cxn modelId="{90A5BAF8-2103-4F62-A45F-C2A0C4F1AF63}" type="presParOf" srcId="{F706BDB5-219B-436E-904B-7DCD557D06D9}" destId="{A1205859-7B79-4F90-867F-DBD20AEFE9FC}" srcOrd="3" destOrd="0" presId="urn:microsoft.com/office/officeart/2018/5/layout/CenteredIconLabelDescriptionList"/>
    <dgm:cxn modelId="{53EC4422-9B6D-4DB3-8769-73D9DFCB5F01}" type="presParOf" srcId="{F706BDB5-219B-436E-904B-7DCD557D06D9}" destId="{9AC98F2D-C9CB-4E14-B8C3-E1EE1D28EC46}" srcOrd="4" destOrd="0" presId="urn:microsoft.com/office/officeart/2018/5/layout/CenteredIconLabelDescriptionList"/>
    <dgm:cxn modelId="{AD8C57F8-3C63-4EA2-9E70-14E4B0775CF8}" type="presParOf" srcId="{ABBD694D-2459-41D4-9DF7-E098881DEC81}" destId="{C8F5E3D1-58C8-4005-82BA-D33E0B441EA7}" srcOrd="5" destOrd="0" presId="urn:microsoft.com/office/officeart/2018/5/layout/CenteredIconLabelDescriptionList"/>
    <dgm:cxn modelId="{49406522-4A7F-40D7-8BC9-77BB314B5E93}" type="presParOf" srcId="{ABBD694D-2459-41D4-9DF7-E098881DEC81}" destId="{77BDB435-5CBC-462F-A74B-42DCBFE84FD3}" srcOrd="6" destOrd="0" presId="urn:microsoft.com/office/officeart/2018/5/layout/CenteredIconLabelDescriptionList"/>
    <dgm:cxn modelId="{FAA36416-668D-4DCC-958B-A65D1612C364}" type="presParOf" srcId="{77BDB435-5CBC-462F-A74B-42DCBFE84FD3}" destId="{DFABDD44-5331-4E54-A510-012F4032E474}" srcOrd="0" destOrd="0" presId="urn:microsoft.com/office/officeart/2018/5/layout/CenteredIconLabelDescriptionList"/>
    <dgm:cxn modelId="{C94A579E-B603-4F7B-A45A-BCD6D8A24C48}" type="presParOf" srcId="{77BDB435-5CBC-462F-A74B-42DCBFE84FD3}" destId="{26A106EB-1530-4FE6-BA1E-DAEF5F2609B3}" srcOrd="1" destOrd="0" presId="urn:microsoft.com/office/officeart/2018/5/layout/CenteredIconLabelDescriptionList"/>
    <dgm:cxn modelId="{FC89254A-94E5-408E-8ABC-1C822B1793E3}" type="presParOf" srcId="{77BDB435-5CBC-462F-A74B-42DCBFE84FD3}" destId="{9EF79D97-F367-42BD-B65C-EC147FE6DD76}" srcOrd="2" destOrd="0" presId="urn:microsoft.com/office/officeart/2018/5/layout/CenteredIconLabelDescriptionList"/>
    <dgm:cxn modelId="{7DF34E60-7A14-46FF-A28E-7E00746BA1F9}" type="presParOf" srcId="{77BDB435-5CBC-462F-A74B-42DCBFE84FD3}" destId="{A4DF18ED-AAF8-4AAE-A1ED-841607127841}" srcOrd="3" destOrd="0" presId="urn:microsoft.com/office/officeart/2018/5/layout/CenteredIconLabelDescriptionList"/>
    <dgm:cxn modelId="{F2831398-B9C4-49CC-AEBF-76D0242E3484}" type="presParOf" srcId="{77BDB435-5CBC-462F-A74B-42DCBFE84FD3}" destId="{B70E47A0-B75E-491C-843A-4095FC62B208}" srcOrd="4" destOrd="0" presId="urn:microsoft.com/office/officeart/2018/5/layout/CenteredIconLabelDescriptionList"/>
    <dgm:cxn modelId="{3D4C44F3-2228-4EAA-A7A6-B09E4176A008}" type="presParOf" srcId="{ABBD694D-2459-41D4-9DF7-E098881DEC81}" destId="{4B8FC585-3F6C-4DBA-9917-390951F17067}" srcOrd="7" destOrd="0" presId="urn:microsoft.com/office/officeart/2018/5/layout/CenteredIconLabelDescriptionList"/>
    <dgm:cxn modelId="{3B1829F0-A312-4F33-914F-92208D97A993}" type="presParOf" srcId="{ABBD694D-2459-41D4-9DF7-E098881DEC81}" destId="{F4E5FC93-FC56-4CFC-B8A1-28005E48390E}" srcOrd="8" destOrd="0" presId="urn:microsoft.com/office/officeart/2018/5/layout/CenteredIconLabelDescriptionList"/>
    <dgm:cxn modelId="{C539E47D-1BB6-412C-9527-10A098AD98E4}" type="presParOf" srcId="{F4E5FC93-FC56-4CFC-B8A1-28005E48390E}" destId="{D36267F3-709A-407B-82AD-F2ACCDDADD10}" srcOrd="0" destOrd="0" presId="urn:microsoft.com/office/officeart/2018/5/layout/CenteredIconLabelDescriptionList"/>
    <dgm:cxn modelId="{EF590289-BED2-48CF-A891-CEC471D905AA}" type="presParOf" srcId="{F4E5FC93-FC56-4CFC-B8A1-28005E48390E}" destId="{C7B42121-A55B-4F51-BB80-207DE9C3BF51}" srcOrd="1" destOrd="0" presId="urn:microsoft.com/office/officeart/2018/5/layout/CenteredIconLabelDescriptionList"/>
    <dgm:cxn modelId="{1FAEFEF5-5A48-44D8-A881-8CCDE57DB810}" type="presParOf" srcId="{F4E5FC93-FC56-4CFC-B8A1-28005E48390E}" destId="{FCBD4030-7406-48A2-8629-4A39E2B71569}" srcOrd="2" destOrd="0" presId="urn:microsoft.com/office/officeart/2018/5/layout/CenteredIconLabelDescriptionList"/>
    <dgm:cxn modelId="{7CDCA5DB-F4FC-4FAE-BCED-2DA6B47F364B}" type="presParOf" srcId="{F4E5FC93-FC56-4CFC-B8A1-28005E48390E}" destId="{1B021670-FDFA-4BA6-818D-BBF965EDB468}" srcOrd="3" destOrd="0" presId="urn:microsoft.com/office/officeart/2018/5/layout/CenteredIconLabelDescriptionList"/>
    <dgm:cxn modelId="{B4FADFE9-0CA2-43B6-B649-214547FD3F27}" type="presParOf" srcId="{F4E5FC93-FC56-4CFC-B8A1-28005E48390E}" destId="{29776FFF-FD12-4245-BF00-7727AF47268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E17C0B0E-35B3-4564-BAE7-2BD217E8F56C}"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3DB98E4F-DA7E-4531-9E36-3C72BDF04FC2}">
      <dgm:prSet/>
      <dgm:spPr/>
      <dgm:t>
        <a:bodyPr/>
        <a:lstStyle/>
        <a:p>
          <a:pPr>
            <a:lnSpc>
              <a:spcPct val="100000"/>
            </a:lnSpc>
            <a:defRPr b="1"/>
          </a:pPr>
          <a:r>
            <a:rPr lang="tr-TR"/>
            <a:t>Third party API</a:t>
          </a:r>
          <a:endParaRPr lang="en-US"/>
        </a:p>
      </dgm:t>
    </dgm:pt>
    <dgm:pt modelId="{6AD83A50-E1C0-4CDA-92FA-6135AA4AC423}" type="parTrans" cxnId="{B94339CE-EF12-4E8E-AFCE-DD31ED22FCB6}">
      <dgm:prSet/>
      <dgm:spPr/>
      <dgm:t>
        <a:bodyPr/>
        <a:lstStyle/>
        <a:p>
          <a:endParaRPr lang="en-US"/>
        </a:p>
      </dgm:t>
    </dgm:pt>
    <dgm:pt modelId="{E70769E5-99A0-45C7-B738-813A59ABBE9D}" type="sibTrans" cxnId="{B94339CE-EF12-4E8E-AFCE-DD31ED22FCB6}">
      <dgm:prSet/>
      <dgm:spPr/>
      <dgm:t>
        <a:bodyPr/>
        <a:lstStyle/>
        <a:p>
          <a:endParaRPr lang="en-US"/>
        </a:p>
      </dgm:t>
    </dgm:pt>
    <dgm:pt modelId="{43478A70-7345-42F1-B329-31D8CA60A23F}">
      <dgm:prSet/>
      <dgm:spPr/>
      <dgm:t>
        <a:bodyPr/>
        <a:lstStyle/>
        <a:p>
          <a:pPr>
            <a:lnSpc>
              <a:spcPct val="100000"/>
            </a:lnSpc>
            <a:defRPr b="1"/>
          </a:pPr>
          <a:r>
            <a:rPr lang="tr-TR"/>
            <a:t>No direct connection</a:t>
          </a:r>
          <a:endParaRPr lang="en-US"/>
        </a:p>
      </dgm:t>
    </dgm:pt>
    <dgm:pt modelId="{5A3C1057-657D-474E-B5AC-9FB5DBA0AEE1}" type="parTrans" cxnId="{EFFFF6F4-CF3F-4ECC-8D50-A4ECBEFADD8C}">
      <dgm:prSet/>
      <dgm:spPr/>
      <dgm:t>
        <a:bodyPr/>
        <a:lstStyle/>
        <a:p>
          <a:endParaRPr lang="en-US"/>
        </a:p>
      </dgm:t>
    </dgm:pt>
    <dgm:pt modelId="{258A90AD-5E7F-4A1A-A395-D9B120FB3C13}" type="sibTrans" cxnId="{EFFFF6F4-CF3F-4ECC-8D50-A4ECBEFADD8C}">
      <dgm:prSet/>
      <dgm:spPr/>
      <dgm:t>
        <a:bodyPr/>
        <a:lstStyle/>
        <a:p>
          <a:endParaRPr lang="en-US"/>
        </a:p>
      </dgm:t>
    </dgm:pt>
    <dgm:pt modelId="{ACF3C392-704C-4244-BC5B-742DDB1B5986}">
      <dgm:prSet/>
      <dgm:spPr/>
      <dgm:t>
        <a:bodyPr/>
        <a:lstStyle/>
        <a:p>
          <a:pPr>
            <a:lnSpc>
              <a:spcPct val="100000"/>
            </a:lnSpc>
            <a:defRPr b="1"/>
          </a:pPr>
          <a:r>
            <a:rPr lang="tr-TR"/>
            <a:t>Wallet storage</a:t>
          </a:r>
          <a:endParaRPr lang="en-US"/>
        </a:p>
      </dgm:t>
    </dgm:pt>
    <dgm:pt modelId="{F83DDECE-68F4-4696-A1EA-B21AFA94921B}" type="parTrans" cxnId="{16F90971-EF64-42AC-A7DD-7DE0AD9A37BB}">
      <dgm:prSet/>
      <dgm:spPr/>
      <dgm:t>
        <a:bodyPr/>
        <a:lstStyle/>
        <a:p>
          <a:endParaRPr lang="en-US"/>
        </a:p>
      </dgm:t>
    </dgm:pt>
    <dgm:pt modelId="{4D8B6711-566E-4111-87CE-84228293FFDD}" type="sibTrans" cxnId="{16F90971-EF64-42AC-A7DD-7DE0AD9A37BB}">
      <dgm:prSet/>
      <dgm:spPr/>
      <dgm:t>
        <a:bodyPr/>
        <a:lstStyle/>
        <a:p>
          <a:endParaRPr lang="en-US"/>
        </a:p>
      </dgm:t>
    </dgm:pt>
    <dgm:pt modelId="{07DC76A9-301E-4977-91A6-DD4E5FA01865}">
      <dgm:prSet/>
      <dgm:spPr/>
      <dgm:t>
        <a:bodyPr/>
        <a:lstStyle/>
        <a:p>
          <a:pPr>
            <a:lnSpc>
              <a:spcPct val="100000"/>
            </a:lnSpc>
          </a:pPr>
          <a:r>
            <a:rPr lang="tr-TR" dirty="0"/>
            <a:t>All </a:t>
          </a:r>
          <a:r>
            <a:rPr lang="en-US" dirty="0"/>
            <a:t>transactions go</a:t>
          </a:r>
        </a:p>
      </dgm:t>
    </dgm:pt>
    <dgm:pt modelId="{DF6E2332-3679-41C3-B352-6516C500F274}" type="parTrans" cxnId="{52BAC14D-2E0D-44A9-9688-D224BF80F27D}">
      <dgm:prSet/>
      <dgm:spPr/>
      <dgm:t>
        <a:bodyPr/>
        <a:lstStyle/>
        <a:p>
          <a:endParaRPr lang="en-US"/>
        </a:p>
      </dgm:t>
    </dgm:pt>
    <dgm:pt modelId="{1E6ED9ED-3642-4A87-B9F3-9A44D3C31D63}" type="sibTrans" cxnId="{52BAC14D-2E0D-44A9-9688-D224BF80F27D}">
      <dgm:prSet/>
      <dgm:spPr/>
      <dgm:t>
        <a:bodyPr/>
        <a:lstStyle/>
        <a:p>
          <a:endParaRPr lang="en-US"/>
        </a:p>
      </dgm:t>
    </dgm:pt>
    <dgm:pt modelId="{D47D0405-23B6-4BCE-A356-99174AA0C2B1}">
      <dgm:prSet/>
      <dgm:spPr/>
      <dgm:t>
        <a:bodyPr/>
        <a:lstStyle/>
        <a:p>
          <a:pPr>
            <a:lnSpc>
              <a:spcPct val="100000"/>
            </a:lnSpc>
          </a:pPr>
          <a:r>
            <a:rPr lang="en-US" dirty="0"/>
            <a:t>interacts with bitcoin</a:t>
          </a:r>
        </a:p>
      </dgm:t>
    </dgm:pt>
    <dgm:pt modelId="{A8657F41-9FF9-4198-9033-F0FBEF5B6577}" type="parTrans" cxnId="{B001B267-E9E2-4085-AA5F-051BAC06C17D}">
      <dgm:prSet/>
      <dgm:spPr/>
      <dgm:t>
        <a:bodyPr/>
        <a:lstStyle/>
        <a:p>
          <a:endParaRPr lang="tr-TR"/>
        </a:p>
      </dgm:t>
    </dgm:pt>
    <dgm:pt modelId="{D2599E2E-1DCB-42E0-B206-F78C4521F8D9}" type="sibTrans" cxnId="{B001B267-E9E2-4085-AA5F-051BAC06C17D}">
      <dgm:prSet/>
      <dgm:spPr/>
      <dgm:t>
        <a:bodyPr/>
        <a:lstStyle/>
        <a:p>
          <a:endParaRPr lang="tr-TR"/>
        </a:p>
      </dgm:t>
    </dgm:pt>
    <dgm:pt modelId="{BDB0E51C-1CC6-4A5A-818C-E8750B7AF32D}">
      <dgm:prSet/>
      <dgm:spPr/>
      <dgm:t>
        <a:bodyPr/>
        <a:lstStyle/>
        <a:p>
          <a:pPr>
            <a:lnSpc>
              <a:spcPct val="100000"/>
            </a:lnSpc>
          </a:pPr>
          <a:r>
            <a:rPr lang="en-US" dirty="0"/>
            <a:t>to the bitcoin network directly</a:t>
          </a:r>
        </a:p>
      </dgm:t>
    </dgm:pt>
    <dgm:pt modelId="{78BDE500-5698-46B1-A8B7-75AED7EEA06E}" type="parTrans" cxnId="{463460BD-CB9F-449E-A635-AC0C628C6AB3}">
      <dgm:prSet/>
      <dgm:spPr/>
      <dgm:t>
        <a:bodyPr/>
        <a:lstStyle/>
        <a:p>
          <a:endParaRPr lang="tr-TR"/>
        </a:p>
      </dgm:t>
    </dgm:pt>
    <dgm:pt modelId="{793D2C23-2354-4BF7-BA3E-715657CE6CBF}" type="sibTrans" cxnId="{463460BD-CB9F-449E-A635-AC0C628C6AB3}">
      <dgm:prSet/>
      <dgm:spPr/>
      <dgm:t>
        <a:bodyPr/>
        <a:lstStyle/>
        <a:p>
          <a:endParaRPr lang="tr-TR"/>
        </a:p>
      </dgm:t>
    </dgm:pt>
    <dgm:pt modelId="{0480A229-EEA6-4B4C-807F-C46E85F7C066}">
      <dgm:prSet/>
      <dgm:spPr/>
      <dgm:t>
        <a:bodyPr/>
        <a:lstStyle/>
        <a:p>
          <a:pPr>
            <a:lnSpc>
              <a:spcPct val="100000"/>
            </a:lnSpc>
          </a:pPr>
          <a:r>
            <a:rPr lang="en-US" dirty="0"/>
            <a:t>The wallet may be stored</a:t>
          </a:r>
        </a:p>
      </dgm:t>
    </dgm:pt>
    <dgm:pt modelId="{4379A9B3-B26E-4E38-8257-08C401B02596}" type="parTrans" cxnId="{45F445D2-D59F-4D9A-83C2-17505B5F179E}">
      <dgm:prSet/>
      <dgm:spPr/>
      <dgm:t>
        <a:bodyPr/>
        <a:lstStyle/>
        <a:p>
          <a:endParaRPr lang="tr-TR"/>
        </a:p>
      </dgm:t>
    </dgm:pt>
    <dgm:pt modelId="{E0326406-5233-4CBA-A3EB-2C1083D35107}" type="sibTrans" cxnId="{45F445D2-D59F-4D9A-83C2-17505B5F179E}">
      <dgm:prSet/>
      <dgm:spPr/>
      <dgm:t>
        <a:bodyPr/>
        <a:lstStyle/>
        <a:p>
          <a:endParaRPr lang="tr-TR"/>
        </a:p>
      </dgm:t>
    </dgm:pt>
    <dgm:pt modelId="{3C8689E8-FD98-4F71-A92A-1A1D9AF7149D}">
      <dgm:prSet/>
      <dgm:spPr/>
      <dgm:t>
        <a:bodyPr/>
        <a:lstStyle/>
        <a:p>
          <a:pPr>
            <a:lnSpc>
              <a:spcPct val="100000"/>
            </a:lnSpc>
            <a:defRPr b="1"/>
          </a:pPr>
          <a:r>
            <a:rPr lang="tr-TR"/>
            <a:t>Transactions</a:t>
          </a:r>
          <a:endParaRPr lang="en-US"/>
        </a:p>
      </dgm:t>
    </dgm:pt>
    <dgm:pt modelId="{C5BFB3E3-6C09-4672-8663-FBCD9D942752}" type="parTrans" cxnId="{C7ED443F-F3E6-486D-A4B8-4557A209E450}">
      <dgm:prSet/>
      <dgm:spPr/>
      <dgm:t>
        <a:bodyPr/>
        <a:lstStyle/>
        <a:p>
          <a:endParaRPr lang="tr-TR"/>
        </a:p>
      </dgm:t>
    </dgm:pt>
    <dgm:pt modelId="{BF5643CE-3DDD-4DE0-90AB-49BB503326BC}" type="sibTrans" cxnId="{C7ED443F-F3E6-486D-A4B8-4557A209E450}">
      <dgm:prSet/>
      <dgm:spPr/>
      <dgm:t>
        <a:bodyPr/>
        <a:lstStyle/>
        <a:p>
          <a:endParaRPr lang="tr-TR"/>
        </a:p>
      </dgm:t>
    </dgm:pt>
    <dgm:pt modelId="{BBA17D45-2C59-4049-8E05-18AC1BFD3474}">
      <dgm:prSet/>
      <dgm:spPr/>
      <dgm:t>
        <a:bodyPr/>
        <a:lstStyle/>
        <a:p>
          <a:pPr>
            <a:lnSpc>
              <a:spcPct val="100000"/>
            </a:lnSpc>
          </a:pPr>
          <a:r>
            <a:rPr lang="en-US" dirty="0"/>
            <a:t>through a third-party</a:t>
          </a:r>
          <a:r>
            <a:rPr lang="tr-TR" dirty="0"/>
            <a:t> </a:t>
          </a:r>
          <a:r>
            <a:rPr lang="en-US" dirty="0"/>
            <a:t>system of</a:t>
          </a:r>
        </a:p>
      </dgm:t>
    </dgm:pt>
    <dgm:pt modelId="{C76A9FBE-5C57-4183-A02B-91F37864AAC9}" type="parTrans" cxnId="{7EE75145-474E-4407-BEBB-2CFF94C08CF4}">
      <dgm:prSet/>
      <dgm:spPr/>
      <dgm:t>
        <a:bodyPr/>
        <a:lstStyle/>
        <a:p>
          <a:endParaRPr lang="tr-TR"/>
        </a:p>
      </dgm:t>
    </dgm:pt>
    <dgm:pt modelId="{14951F90-9AA0-4D32-B87B-C1FCA0805B48}" type="sibTrans" cxnId="{7EE75145-474E-4407-BEBB-2CFF94C08CF4}">
      <dgm:prSet/>
      <dgm:spPr/>
      <dgm:t>
        <a:bodyPr/>
        <a:lstStyle/>
        <a:p>
          <a:endParaRPr lang="tr-TR"/>
        </a:p>
      </dgm:t>
    </dgm:pt>
    <dgm:pt modelId="{51B71B0D-CEDD-433E-A425-09DA18D9DF9E}">
      <dgm:prSet/>
      <dgm:spPr/>
      <dgm:t>
        <a:bodyPr/>
        <a:lstStyle/>
        <a:p>
          <a:pPr>
            <a:lnSpc>
              <a:spcPct val="100000"/>
            </a:lnSpc>
          </a:pPr>
          <a:r>
            <a:rPr lang="en-US" dirty="0"/>
            <a:t>APIs</a:t>
          </a:r>
          <a:r>
            <a:rPr lang="tr-TR" dirty="0"/>
            <a:t>: </a:t>
          </a:r>
          <a:r>
            <a:rPr lang="en-US" dirty="0"/>
            <a:t>application programming interfaces</a:t>
          </a:r>
        </a:p>
      </dgm:t>
    </dgm:pt>
    <dgm:pt modelId="{E9A5DCBA-39A1-4408-9FAC-20DE465ABE2E}" type="parTrans" cxnId="{DB6DF557-C0EA-4A02-AC77-D6C8FECA836E}">
      <dgm:prSet/>
      <dgm:spPr/>
      <dgm:t>
        <a:bodyPr/>
        <a:lstStyle/>
        <a:p>
          <a:endParaRPr lang="tr-TR"/>
        </a:p>
      </dgm:t>
    </dgm:pt>
    <dgm:pt modelId="{E7C8D07F-AFB5-49DD-BDBC-C8C8EB40B88A}" type="sibTrans" cxnId="{DB6DF557-C0EA-4A02-AC77-D6C8FECA836E}">
      <dgm:prSet/>
      <dgm:spPr/>
      <dgm:t>
        <a:bodyPr/>
        <a:lstStyle/>
        <a:p>
          <a:endParaRPr lang="tr-TR"/>
        </a:p>
      </dgm:t>
    </dgm:pt>
    <dgm:pt modelId="{61826535-BC45-4D06-A40A-C459B4335908}">
      <dgm:prSet/>
      <dgm:spPr/>
      <dgm:t>
        <a:bodyPr/>
        <a:lstStyle/>
        <a:p>
          <a:pPr>
            <a:lnSpc>
              <a:spcPct val="100000"/>
            </a:lnSpc>
          </a:pPr>
          <a:r>
            <a:rPr lang="en-US" dirty="0"/>
            <a:t>by the user or</a:t>
          </a:r>
        </a:p>
      </dgm:t>
    </dgm:pt>
    <dgm:pt modelId="{EE6C48E0-6F53-4D78-986F-A06C865B4A8F}" type="parTrans" cxnId="{3F0DF520-E20E-46E7-9EB2-E006F075F2DA}">
      <dgm:prSet/>
      <dgm:spPr/>
      <dgm:t>
        <a:bodyPr/>
        <a:lstStyle/>
        <a:p>
          <a:endParaRPr lang="tr-TR"/>
        </a:p>
      </dgm:t>
    </dgm:pt>
    <dgm:pt modelId="{F201E3CE-FBA5-436A-97A2-4123BD275567}" type="sibTrans" cxnId="{3F0DF520-E20E-46E7-9EB2-E006F075F2DA}">
      <dgm:prSet/>
      <dgm:spPr/>
      <dgm:t>
        <a:bodyPr/>
        <a:lstStyle/>
        <a:p>
          <a:endParaRPr lang="tr-TR"/>
        </a:p>
      </dgm:t>
    </dgm:pt>
    <dgm:pt modelId="{DFC391B3-D432-476E-B654-ADC0CB6F6694}">
      <dgm:prSet/>
      <dgm:spPr/>
      <dgm:t>
        <a:bodyPr/>
        <a:lstStyle/>
        <a:p>
          <a:pPr>
            <a:lnSpc>
              <a:spcPct val="100000"/>
            </a:lnSpc>
          </a:pPr>
          <a:r>
            <a:rPr lang="en-US" dirty="0"/>
            <a:t>by third</a:t>
          </a:r>
          <a:r>
            <a:rPr lang="tr-TR" dirty="0"/>
            <a:t>-</a:t>
          </a:r>
          <a:r>
            <a:rPr lang="en-US" dirty="0"/>
            <a:t>party</a:t>
          </a:r>
          <a:r>
            <a:rPr lang="tr-TR" dirty="0"/>
            <a:t> </a:t>
          </a:r>
          <a:r>
            <a:rPr lang="en-US" dirty="0"/>
            <a:t>servers</a:t>
          </a:r>
        </a:p>
      </dgm:t>
    </dgm:pt>
    <dgm:pt modelId="{13BD1630-9841-47F4-8B59-607E73A30633}" type="parTrans" cxnId="{0BEC69DB-DA95-48AF-BCDF-3BE305F4D2F2}">
      <dgm:prSet/>
      <dgm:spPr/>
      <dgm:t>
        <a:bodyPr/>
        <a:lstStyle/>
        <a:p>
          <a:endParaRPr lang="tr-TR"/>
        </a:p>
      </dgm:t>
    </dgm:pt>
    <dgm:pt modelId="{05708E02-3A46-4980-803E-8D4B1CCF5BF4}" type="sibTrans" cxnId="{0BEC69DB-DA95-48AF-BCDF-3BE305F4D2F2}">
      <dgm:prSet/>
      <dgm:spPr/>
      <dgm:t>
        <a:bodyPr/>
        <a:lstStyle/>
        <a:p>
          <a:endParaRPr lang="tr-TR"/>
        </a:p>
      </dgm:t>
    </dgm:pt>
    <dgm:pt modelId="{7133932C-52E2-4F8B-85E1-F38B98B06FB0}">
      <dgm:prSet/>
      <dgm:spPr/>
      <dgm:t>
        <a:bodyPr/>
        <a:lstStyle/>
        <a:p>
          <a:pPr>
            <a:lnSpc>
              <a:spcPct val="100000"/>
            </a:lnSpc>
          </a:pPr>
          <a:r>
            <a:rPr lang="en-US" dirty="0"/>
            <a:t>through a third party</a:t>
          </a:r>
        </a:p>
      </dgm:t>
    </dgm:pt>
    <dgm:pt modelId="{5F7BA6D4-34B8-4F71-8677-69F40D2BE415}" type="parTrans" cxnId="{3316F838-36A1-44E4-9552-54A6720DF64B}">
      <dgm:prSet/>
      <dgm:spPr/>
      <dgm:t>
        <a:bodyPr/>
        <a:lstStyle/>
        <a:p>
          <a:endParaRPr lang="tr-TR"/>
        </a:p>
      </dgm:t>
    </dgm:pt>
    <dgm:pt modelId="{C4EC4044-4546-4D18-AD29-C726F1F44AA1}" type="sibTrans" cxnId="{3316F838-36A1-44E4-9552-54A6720DF64B}">
      <dgm:prSet/>
      <dgm:spPr/>
      <dgm:t>
        <a:bodyPr/>
        <a:lstStyle/>
        <a:p>
          <a:endParaRPr lang="tr-TR"/>
        </a:p>
      </dgm:t>
    </dgm:pt>
    <dgm:pt modelId="{46EE6E65-A750-4F4C-BAD5-F29FC17434A5}" type="pres">
      <dgm:prSet presAssocID="{E17C0B0E-35B3-4564-BAE7-2BD217E8F56C}" presName="root" presStyleCnt="0">
        <dgm:presLayoutVars>
          <dgm:dir/>
          <dgm:resizeHandles val="exact"/>
        </dgm:presLayoutVars>
      </dgm:prSet>
      <dgm:spPr/>
    </dgm:pt>
    <dgm:pt modelId="{9E05E804-25CE-48C6-9109-9B4F0BF7C492}" type="pres">
      <dgm:prSet presAssocID="{3DB98E4F-DA7E-4531-9E36-3C72BDF04FC2}" presName="compNode" presStyleCnt="0"/>
      <dgm:spPr/>
    </dgm:pt>
    <dgm:pt modelId="{D68FDF50-B29E-49CF-9D6E-6A766FFCD698}" type="pres">
      <dgm:prSet presAssocID="{3DB98E4F-DA7E-4531-9E36-3C72BDF04FC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B9F2028-2929-4B54-9B63-A68250C3944D}" type="pres">
      <dgm:prSet presAssocID="{3DB98E4F-DA7E-4531-9E36-3C72BDF04FC2}" presName="iconSpace" presStyleCnt="0"/>
      <dgm:spPr/>
    </dgm:pt>
    <dgm:pt modelId="{A50317DF-1F5C-4EB9-9C18-443551C54150}" type="pres">
      <dgm:prSet presAssocID="{3DB98E4F-DA7E-4531-9E36-3C72BDF04FC2}" presName="parTx" presStyleLbl="revTx" presStyleIdx="0" presStyleCnt="8">
        <dgm:presLayoutVars>
          <dgm:chMax val="0"/>
          <dgm:chPref val="0"/>
        </dgm:presLayoutVars>
      </dgm:prSet>
      <dgm:spPr/>
    </dgm:pt>
    <dgm:pt modelId="{8669E6C7-BB0A-4582-8CC8-DC23E52456D0}" type="pres">
      <dgm:prSet presAssocID="{3DB98E4F-DA7E-4531-9E36-3C72BDF04FC2}" presName="txSpace" presStyleCnt="0"/>
      <dgm:spPr/>
    </dgm:pt>
    <dgm:pt modelId="{C93A641C-EEED-4DF1-B149-EAC58CDB0EA7}" type="pres">
      <dgm:prSet presAssocID="{3DB98E4F-DA7E-4531-9E36-3C72BDF04FC2}" presName="desTx" presStyleLbl="revTx" presStyleIdx="1" presStyleCnt="8">
        <dgm:presLayoutVars/>
      </dgm:prSet>
      <dgm:spPr/>
    </dgm:pt>
    <dgm:pt modelId="{E6A8420A-ED27-4AB4-A3B2-50D342A5B105}" type="pres">
      <dgm:prSet presAssocID="{E70769E5-99A0-45C7-B738-813A59ABBE9D}" presName="sibTrans" presStyleCnt="0"/>
      <dgm:spPr/>
    </dgm:pt>
    <dgm:pt modelId="{6E8ABD27-2A3F-47BB-AD80-CA112F6FA670}" type="pres">
      <dgm:prSet presAssocID="{43478A70-7345-42F1-B329-31D8CA60A23F}" presName="compNode" presStyleCnt="0"/>
      <dgm:spPr/>
    </dgm:pt>
    <dgm:pt modelId="{A7FFD9C6-8D07-455D-8125-DF72D557E153}" type="pres">
      <dgm:prSet presAssocID="{43478A70-7345-42F1-B329-31D8CA60A23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cial Network"/>
        </a:ext>
      </dgm:extLst>
    </dgm:pt>
    <dgm:pt modelId="{6C00FB4C-1EE5-489F-A4D5-5BA226242FFE}" type="pres">
      <dgm:prSet presAssocID="{43478A70-7345-42F1-B329-31D8CA60A23F}" presName="iconSpace" presStyleCnt="0"/>
      <dgm:spPr/>
    </dgm:pt>
    <dgm:pt modelId="{FC99CD35-B0F1-46A1-A3B4-C0FC55AD5475}" type="pres">
      <dgm:prSet presAssocID="{43478A70-7345-42F1-B329-31D8CA60A23F}" presName="parTx" presStyleLbl="revTx" presStyleIdx="2" presStyleCnt="8">
        <dgm:presLayoutVars>
          <dgm:chMax val="0"/>
          <dgm:chPref val="0"/>
        </dgm:presLayoutVars>
      </dgm:prSet>
      <dgm:spPr/>
    </dgm:pt>
    <dgm:pt modelId="{27A388CA-AD8C-4B8D-A19D-FAA0E87B9E58}" type="pres">
      <dgm:prSet presAssocID="{43478A70-7345-42F1-B329-31D8CA60A23F}" presName="txSpace" presStyleCnt="0"/>
      <dgm:spPr/>
    </dgm:pt>
    <dgm:pt modelId="{38C1E78D-14D8-40AC-98A4-49BE5E719119}" type="pres">
      <dgm:prSet presAssocID="{43478A70-7345-42F1-B329-31D8CA60A23F}" presName="desTx" presStyleLbl="revTx" presStyleIdx="3" presStyleCnt="8">
        <dgm:presLayoutVars/>
      </dgm:prSet>
      <dgm:spPr/>
    </dgm:pt>
    <dgm:pt modelId="{14BEBD74-281E-498E-AD67-B0457BC68711}" type="pres">
      <dgm:prSet presAssocID="{258A90AD-5E7F-4A1A-A395-D9B120FB3C13}" presName="sibTrans" presStyleCnt="0"/>
      <dgm:spPr/>
    </dgm:pt>
    <dgm:pt modelId="{3BEEB5CA-0E50-4D5E-96B3-DDF34E5E5002}" type="pres">
      <dgm:prSet presAssocID="{ACF3C392-704C-4244-BC5B-742DDB1B5986}" presName="compNode" presStyleCnt="0"/>
      <dgm:spPr/>
    </dgm:pt>
    <dgm:pt modelId="{0B1D2EAA-B164-4AD9-8640-0D5F4AFBE9E4}" type="pres">
      <dgm:prSet presAssocID="{ACF3C392-704C-4244-BC5B-742DDB1B598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llet"/>
        </a:ext>
      </dgm:extLst>
    </dgm:pt>
    <dgm:pt modelId="{A3CA05C9-63CE-477A-BD28-C978D412852B}" type="pres">
      <dgm:prSet presAssocID="{ACF3C392-704C-4244-BC5B-742DDB1B5986}" presName="iconSpace" presStyleCnt="0"/>
      <dgm:spPr/>
    </dgm:pt>
    <dgm:pt modelId="{10069A49-1AA6-461F-AC96-648322185381}" type="pres">
      <dgm:prSet presAssocID="{ACF3C392-704C-4244-BC5B-742DDB1B5986}" presName="parTx" presStyleLbl="revTx" presStyleIdx="4" presStyleCnt="8">
        <dgm:presLayoutVars>
          <dgm:chMax val="0"/>
          <dgm:chPref val="0"/>
        </dgm:presLayoutVars>
      </dgm:prSet>
      <dgm:spPr/>
    </dgm:pt>
    <dgm:pt modelId="{722440B8-1D9B-49AF-9576-6CEFEBD3E51C}" type="pres">
      <dgm:prSet presAssocID="{ACF3C392-704C-4244-BC5B-742DDB1B5986}" presName="txSpace" presStyleCnt="0"/>
      <dgm:spPr/>
    </dgm:pt>
    <dgm:pt modelId="{B0640E79-7B7D-464C-9ED0-778E961BB37D}" type="pres">
      <dgm:prSet presAssocID="{ACF3C392-704C-4244-BC5B-742DDB1B5986}" presName="desTx" presStyleLbl="revTx" presStyleIdx="5" presStyleCnt="8">
        <dgm:presLayoutVars/>
      </dgm:prSet>
      <dgm:spPr/>
    </dgm:pt>
    <dgm:pt modelId="{5D8313D3-5D8F-4367-B94D-D3CF087400E3}" type="pres">
      <dgm:prSet presAssocID="{4D8B6711-566E-4111-87CE-84228293FFDD}" presName="sibTrans" presStyleCnt="0"/>
      <dgm:spPr/>
    </dgm:pt>
    <dgm:pt modelId="{565B0769-752C-4A91-8A29-E774CFF24162}" type="pres">
      <dgm:prSet presAssocID="{3C8689E8-FD98-4F71-A92A-1A1D9AF7149D}" presName="compNode" presStyleCnt="0"/>
      <dgm:spPr/>
    </dgm:pt>
    <dgm:pt modelId="{9B7B355D-B125-4ED3-9CB6-4BDED19AD4D0}" type="pres">
      <dgm:prSet presAssocID="{3C8689E8-FD98-4F71-A92A-1A1D9AF7149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gister"/>
        </a:ext>
      </dgm:extLst>
    </dgm:pt>
    <dgm:pt modelId="{C2728CE7-7AB1-4EFB-8ECF-1EFD7E6017C6}" type="pres">
      <dgm:prSet presAssocID="{3C8689E8-FD98-4F71-A92A-1A1D9AF7149D}" presName="iconSpace" presStyleCnt="0"/>
      <dgm:spPr/>
    </dgm:pt>
    <dgm:pt modelId="{F28FF8D3-07D0-45B4-8F0A-19A6981B2D5D}" type="pres">
      <dgm:prSet presAssocID="{3C8689E8-FD98-4F71-A92A-1A1D9AF7149D}" presName="parTx" presStyleLbl="revTx" presStyleIdx="6" presStyleCnt="8">
        <dgm:presLayoutVars>
          <dgm:chMax val="0"/>
          <dgm:chPref val="0"/>
        </dgm:presLayoutVars>
      </dgm:prSet>
      <dgm:spPr/>
    </dgm:pt>
    <dgm:pt modelId="{21D87E17-DDC0-4010-9D4D-6974591F630E}" type="pres">
      <dgm:prSet presAssocID="{3C8689E8-FD98-4F71-A92A-1A1D9AF7149D}" presName="txSpace" presStyleCnt="0"/>
      <dgm:spPr/>
    </dgm:pt>
    <dgm:pt modelId="{DC633F21-A07D-4789-BB5A-E15EDA86F444}" type="pres">
      <dgm:prSet presAssocID="{3C8689E8-FD98-4F71-A92A-1A1D9AF7149D}" presName="desTx" presStyleLbl="revTx" presStyleIdx="7" presStyleCnt="8">
        <dgm:presLayoutVars/>
      </dgm:prSet>
      <dgm:spPr/>
    </dgm:pt>
  </dgm:ptLst>
  <dgm:cxnLst>
    <dgm:cxn modelId="{95B02308-7361-468D-BC20-C6561848A654}" type="presOf" srcId="{61826535-BC45-4D06-A40A-C459B4335908}" destId="{B0640E79-7B7D-464C-9ED0-778E961BB37D}" srcOrd="0" destOrd="1" presId="urn:microsoft.com/office/officeart/2018/5/layout/CenteredIconLabelDescriptionList"/>
    <dgm:cxn modelId="{3F0DF520-E20E-46E7-9EB2-E006F075F2DA}" srcId="{ACF3C392-704C-4244-BC5B-742DDB1B5986}" destId="{61826535-BC45-4D06-A40A-C459B4335908}" srcOrd="1" destOrd="0" parTransId="{EE6C48E0-6F53-4D78-986F-A06C865B4A8F}" sibTransId="{F201E3CE-FBA5-436A-97A2-4123BD275567}"/>
    <dgm:cxn modelId="{18F1FF24-CFC3-4BE2-8621-6F9408EC3EA8}" type="presOf" srcId="{3C8689E8-FD98-4F71-A92A-1A1D9AF7149D}" destId="{F28FF8D3-07D0-45B4-8F0A-19A6981B2D5D}" srcOrd="0" destOrd="0" presId="urn:microsoft.com/office/officeart/2018/5/layout/CenteredIconLabelDescriptionList"/>
    <dgm:cxn modelId="{D0C49126-78BD-497A-BE5D-D4C9E149D9A5}" type="presOf" srcId="{DFC391B3-D432-476E-B654-ADC0CB6F6694}" destId="{B0640E79-7B7D-464C-9ED0-778E961BB37D}" srcOrd="0" destOrd="2" presId="urn:microsoft.com/office/officeart/2018/5/layout/CenteredIconLabelDescriptionList"/>
    <dgm:cxn modelId="{3316F838-36A1-44E4-9552-54A6720DF64B}" srcId="{3C8689E8-FD98-4F71-A92A-1A1D9AF7149D}" destId="{7133932C-52E2-4F8B-85E1-F38B98B06FB0}" srcOrd="1" destOrd="0" parTransId="{5F7BA6D4-34B8-4F71-8677-69F40D2BE415}" sibTransId="{C4EC4044-4546-4D18-AD29-C726F1F44AA1}"/>
    <dgm:cxn modelId="{C7ED443F-F3E6-486D-A4B8-4557A209E450}" srcId="{E17C0B0E-35B3-4564-BAE7-2BD217E8F56C}" destId="{3C8689E8-FD98-4F71-A92A-1A1D9AF7149D}" srcOrd="3" destOrd="0" parTransId="{C5BFB3E3-6C09-4672-8663-FBCD9D942752}" sibTransId="{BF5643CE-3DDD-4DE0-90AB-49BB503326BC}"/>
    <dgm:cxn modelId="{C0514D41-7CFD-4402-AC3E-B039F1DF2622}" type="presOf" srcId="{E17C0B0E-35B3-4564-BAE7-2BD217E8F56C}" destId="{46EE6E65-A750-4F4C-BAD5-F29FC17434A5}" srcOrd="0" destOrd="0" presId="urn:microsoft.com/office/officeart/2018/5/layout/CenteredIconLabelDescriptionList"/>
    <dgm:cxn modelId="{44BFAB42-2EB8-43E2-BAF9-CB4C0F2E540D}" type="presOf" srcId="{43478A70-7345-42F1-B329-31D8CA60A23F}" destId="{FC99CD35-B0F1-46A1-A3B4-C0FC55AD5475}" srcOrd="0" destOrd="0" presId="urn:microsoft.com/office/officeart/2018/5/layout/CenteredIconLabelDescriptionList"/>
    <dgm:cxn modelId="{33F5B144-6F84-4D03-B4EA-0E3730F9B3FE}" type="presOf" srcId="{D47D0405-23B6-4BCE-A356-99174AA0C2B1}" destId="{C93A641C-EEED-4DF1-B149-EAC58CDB0EA7}" srcOrd="0" destOrd="0" presId="urn:microsoft.com/office/officeart/2018/5/layout/CenteredIconLabelDescriptionList"/>
    <dgm:cxn modelId="{7EE75145-474E-4407-BEBB-2CFF94C08CF4}" srcId="{3DB98E4F-DA7E-4531-9E36-3C72BDF04FC2}" destId="{BBA17D45-2C59-4049-8E05-18AC1BFD3474}" srcOrd="1" destOrd="0" parTransId="{C76A9FBE-5C57-4183-A02B-91F37864AAC9}" sibTransId="{14951F90-9AA0-4D32-B87B-C1FCA0805B48}"/>
    <dgm:cxn modelId="{B001B267-E9E2-4085-AA5F-051BAC06C17D}" srcId="{3DB98E4F-DA7E-4531-9E36-3C72BDF04FC2}" destId="{D47D0405-23B6-4BCE-A356-99174AA0C2B1}" srcOrd="0" destOrd="0" parTransId="{A8657F41-9FF9-4198-9033-F0FBEF5B6577}" sibTransId="{D2599E2E-1DCB-42E0-B206-F78C4521F8D9}"/>
    <dgm:cxn modelId="{52BAC14D-2E0D-44A9-9688-D224BF80F27D}" srcId="{3C8689E8-FD98-4F71-A92A-1A1D9AF7149D}" destId="{07DC76A9-301E-4977-91A6-DD4E5FA01865}" srcOrd="0" destOrd="0" parTransId="{DF6E2332-3679-41C3-B352-6516C500F274}" sibTransId="{1E6ED9ED-3642-4A87-B9F3-9A44D3C31D63}"/>
    <dgm:cxn modelId="{0297F950-2CA7-4D12-908E-D36399475BDC}" type="presOf" srcId="{ACF3C392-704C-4244-BC5B-742DDB1B5986}" destId="{10069A49-1AA6-461F-AC96-648322185381}" srcOrd="0" destOrd="0" presId="urn:microsoft.com/office/officeart/2018/5/layout/CenteredIconLabelDescriptionList"/>
    <dgm:cxn modelId="{16F90971-EF64-42AC-A7DD-7DE0AD9A37BB}" srcId="{E17C0B0E-35B3-4564-BAE7-2BD217E8F56C}" destId="{ACF3C392-704C-4244-BC5B-742DDB1B5986}" srcOrd="2" destOrd="0" parTransId="{F83DDECE-68F4-4696-A1EA-B21AFA94921B}" sibTransId="{4D8B6711-566E-4111-87CE-84228293FFDD}"/>
    <dgm:cxn modelId="{DB6DF557-C0EA-4A02-AC77-D6C8FECA836E}" srcId="{3DB98E4F-DA7E-4531-9E36-3C72BDF04FC2}" destId="{51B71B0D-CEDD-433E-A425-09DA18D9DF9E}" srcOrd="2" destOrd="0" parTransId="{E9A5DCBA-39A1-4408-9FAC-20DE465ABE2E}" sibTransId="{E7C8D07F-AFB5-49DD-BDBC-C8C8EB40B88A}"/>
    <dgm:cxn modelId="{D7BE1379-D4B8-4F47-872A-26AD39C09ECF}" type="presOf" srcId="{BDB0E51C-1CC6-4A5A-818C-E8750B7AF32D}" destId="{38C1E78D-14D8-40AC-98A4-49BE5E719119}" srcOrd="0" destOrd="0" presId="urn:microsoft.com/office/officeart/2018/5/layout/CenteredIconLabelDescriptionList"/>
    <dgm:cxn modelId="{8FD16795-CC23-4CAE-A640-986E78108602}" type="presOf" srcId="{BBA17D45-2C59-4049-8E05-18AC1BFD3474}" destId="{C93A641C-EEED-4DF1-B149-EAC58CDB0EA7}" srcOrd="0" destOrd="1" presId="urn:microsoft.com/office/officeart/2018/5/layout/CenteredIconLabelDescriptionList"/>
    <dgm:cxn modelId="{2982ECAD-A5B0-44C8-806E-925B03272282}" type="presOf" srcId="{07DC76A9-301E-4977-91A6-DD4E5FA01865}" destId="{DC633F21-A07D-4789-BB5A-E15EDA86F444}" srcOrd="0" destOrd="0" presId="urn:microsoft.com/office/officeart/2018/5/layout/CenteredIconLabelDescriptionList"/>
    <dgm:cxn modelId="{463460BD-CB9F-449E-A635-AC0C628C6AB3}" srcId="{43478A70-7345-42F1-B329-31D8CA60A23F}" destId="{BDB0E51C-1CC6-4A5A-818C-E8750B7AF32D}" srcOrd="0" destOrd="0" parTransId="{78BDE500-5698-46B1-A8B7-75AED7EEA06E}" sibTransId="{793D2C23-2354-4BF7-BA3E-715657CE6CBF}"/>
    <dgm:cxn modelId="{2ADD08BE-B15F-4C1E-B553-EB9334C74E26}" type="presOf" srcId="{51B71B0D-CEDD-433E-A425-09DA18D9DF9E}" destId="{C93A641C-EEED-4DF1-B149-EAC58CDB0EA7}" srcOrd="0" destOrd="2" presId="urn:microsoft.com/office/officeart/2018/5/layout/CenteredIconLabelDescriptionList"/>
    <dgm:cxn modelId="{B94339CE-EF12-4E8E-AFCE-DD31ED22FCB6}" srcId="{E17C0B0E-35B3-4564-BAE7-2BD217E8F56C}" destId="{3DB98E4F-DA7E-4531-9E36-3C72BDF04FC2}" srcOrd="0" destOrd="0" parTransId="{6AD83A50-E1C0-4CDA-92FA-6135AA4AC423}" sibTransId="{E70769E5-99A0-45C7-B738-813A59ABBE9D}"/>
    <dgm:cxn modelId="{45F445D2-D59F-4D9A-83C2-17505B5F179E}" srcId="{ACF3C392-704C-4244-BC5B-742DDB1B5986}" destId="{0480A229-EEA6-4B4C-807F-C46E85F7C066}" srcOrd="0" destOrd="0" parTransId="{4379A9B3-B26E-4E38-8257-08C401B02596}" sibTransId="{E0326406-5233-4CBA-A3EB-2C1083D35107}"/>
    <dgm:cxn modelId="{0BEC69DB-DA95-48AF-BCDF-3BE305F4D2F2}" srcId="{ACF3C392-704C-4244-BC5B-742DDB1B5986}" destId="{DFC391B3-D432-476E-B654-ADC0CB6F6694}" srcOrd="2" destOrd="0" parTransId="{13BD1630-9841-47F4-8B59-607E73A30633}" sibTransId="{05708E02-3A46-4980-803E-8D4B1CCF5BF4}"/>
    <dgm:cxn modelId="{B0A7CCE4-5D3F-4ADF-B89C-0376167ED23C}" type="presOf" srcId="{7133932C-52E2-4F8B-85E1-F38B98B06FB0}" destId="{DC633F21-A07D-4789-BB5A-E15EDA86F444}" srcOrd="0" destOrd="1" presId="urn:microsoft.com/office/officeart/2018/5/layout/CenteredIconLabelDescriptionList"/>
    <dgm:cxn modelId="{37290BE6-0C0E-4339-BF72-8CBEDA3F056C}" type="presOf" srcId="{0480A229-EEA6-4B4C-807F-C46E85F7C066}" destId="{B0640E79-7B7D-464C-9ED0-778E961BB37D}" srcOrd="0" destOrd="0" presId="urn:microsoft.com/office/officeart/2018/5/layout/CenteredIconLabelDescriptionList"/>
    <dgm:cxn modelId="{0A23EAEC-DB54-4123-A979-CBFDC97751A6}" type="presOf" srcId="{3DB98E4F-DA7E-4531-9E36-3C72BDF04FC2}" destId="{A50317DF-1F5C-4EB9-9C18-443551C54150}" srcOrd="0" destOrd="0" presId="urn:microsoft.com/office/officeart/2018/5/layout/CenteredIconLabelDescriptionList"/>
    <dgm:cxn modelId="{EFFFF6F4-CF3F-4ECC-8D50-A4ECBEFADD8C}" srcId="{E17C0B0E-35B3-4564-BAE7-2BD217E8F56C}" destId="{43478A70-7345-42F1-B329-31D8CA60A23F}" srcOrd="1" destOrd="0" parTransId="{5A3C1057-657D-474E-B5AC-9FB5DBA0AEE1}" sibTransId="{258A90AD-5E7F-4A1A-A395-D9B120FB3C13}"/>
    <dgm:cxn modelId="{F21257EA-8728-4D8D-AA9D-D4F97DE04887}" type="presParOf" srcId="{46EE6E65-A750-4F4C-BAD5-F29FC17434A5}" destId="{9E05E804-25CE-48C6-9109-9B4F0BF7C492}" srcOrd="0" destOrd="0" presId="urn:microsoft.com/office/officeart/2018/5/layout/CenteredIconLabelDescriptionList"/>
    <dgm:cxn modelId="{376DFBF1-BA2E-4086-9C27-DB3CFCD079CB}" type="presParOf" srcId="{9E05E804-25CE-48C6-9109-9B4F0BF7C492}" destId="{D68FDF50-B29E-49CF-9D6E-6A766FFCD698}" srcOrd="0" destOrd="0" presId="urn:microsoft.com/office/officeart/2018/5/layout/CenteredIconLabelDescriptionList"/>
    <dgm:cxn modelId="{4CC42C2F-F255-4EDA-BD97-3BAF885B3041}" type="presParOf" srcId="{9E05E804-25CE-48C6-9109-9B4F0BF7C492}" destId="{8B9F2028-2929-4B54-9B63-A68250C3944D}" srcOrd="1" destOrd="0" presId="urn:microsoft.com/office/officeart/2018/5/layout/CenteredIconLabelDescriptionList"/>
    <dgm:cxn modelId="{598C92FA-61DF-4969-B078-B7A5F0D69747}" type="presParOf" srcId="{9E05E804-25CE-48C6-9109-9B4F0BF7C492}" destId="{A50317DF-1F5C-4EB9-9C18-443551C54150}" srcOrd="2" destOrd="0" presId="urn:microsoft.com/office/officeart/2018/5/layout/CenteredIconLabelDescriptionList"/>
    <dgm:cxn modelId="{68F0906F-42EE-4E08-871A-C590CAA4372E}" type="presParOf" srcId="{9E05E804-25CE-48C6-9109-9B4F0BF7C492}" destId="{8669E6C7-BB0A-4582-8CC8-DC23E52456D0}" srcOrd="3" destOrd="0" presId="urn:microsoft.com/office/officeart/2018/5/layout/CenteredIconLabelDescriptionList"/>
    <dgm:cxn modelId="{48FB2DC1-0E25-488D-8185-3E38275A6A7F}" type="presParOf" srcId="{9E05E804-25CE-48C6-9109-9B4F0BF7C492}" destId="{C93A641C-EEED-4DF1-B149-EAC58CDB0EA7}" srcOrd="4" destOrd="0" presId="urn:microsoft.com/office/officeart/2018/5/layout/CenteredIconLabelDescriptionList"/>
    <dgm:cxn modelId="{F2D15073-7D4D-4F0D-A30F-E3D83BF12F03}" type="presParOf" srcId="{46EE6E65-A750-4F4C-BAD5-F29FC17434A5}" destId="{E6A8420A-ED27-4AB4-A3B2-50D342A5B105}" srcOrd="1" destOrd="0" presId="urn:microsoft.com/office/officeart/2018/5/layout/CenteredIconLabelDescriptionList"/>
    <dgm:cxn modelId="{6C86405A-0ED9-45B1-9367-F2F17794153B}" type="presParOf" srcId="{46EE6E65-A750-4F4C-BAD5-F29FC17434A5}" destId="{6E8ABD27-2A3F-47BB-AD80-CA112F6FA670}" srcOrd="2" destOrd="0" presId="urn:microsoft.com/office/officeart/2018/5/layout/CenteredIconLabelDescriptionList"/>
    <dgm:cxn modelId="{D709F266-ED03-4C80-8D1C-A3C28AA683F0}" type="presParOf" srcId="{6E8ABD27-2A3F-47BB-AD80-CA112F6FA670}" destId="{A7FFD9C6-8D07-455D-8125-DF72D557E153}" srcOrd="0" destOrd="0" presId="urn:microsoft.com/office/officeart/2018/5/layout/CenteredIconLabelDescriptionList"/>
    <dgm:cxn modelId="{EA776E72-4529-44FE-87AB-1247CB5CEB6F}" type="presParOf" srcId="{6E8ABD27-2A3F-47BB-AD80-CA112F6FA670}" destId="{6C00FB4C-1EE5-489F-A4D5-5BA226242FFE}" srcOrd="1" destOrd="0" presId="urn:microsoft.com/office/officeart/2018/5/layout/CenteredIconLabelDescriptionList"/>
    <dgm:cxn modelId="{FD4A059E-0F2C-40EF-99DA-99240C154B20}" type="presParOf" srcId="{6E8ABD27-2A3F-47BB-AD80-CA112F6FA670}" destId="{FC99CD35-B0F1-46A1-A3B4-C0FC55AD5475}" srcOrd="2" destOrd="0" presId="urn:microsoft.com/office/officeart/2018/5/layout/CenteredIconLabelDescriptionList"/>
    <dgm:cxn modelId="{F4923363-ED52-48CD-B729-BB1769B8B3CE}" type="presParOf" srcId="{6E8ABD27-2A3F-47BB-AD80-CA112F6FA670}" destId="{27A388CA-AD8C-4B8D-A19D-FAA0E87B9E58}" srcOrd="3" destOrd="0" presId="urn:microsoft.com/office/officeart/2018/5/layout/CenteredIconLabelDescriptionList"/>
    <dgm:cxn modelId="{855BFAD8-CF7A-4B1F-8DCC-33E7CC807EDD}" type="presParOf" srcId="{6E8ABD27-2A3F-47BB-AD80-CA112F6FA670}" destId="{38C1E78D-14D8-40AC-98A4-49BE5E719119}" srcOrd="4" destOrd="0" presId="urn:microsoft.com/office/officeart/2018/5/layout/CenteredIconLabelDescriptionList"/>
    <dgm:cxn modelId="{38DA0B60-FBF1-495E-B8E4-4719ABD92772}" type="presParOf" srcId="{46EE6E65-A750-4F4C-BAD5-F29FC17434A5}" destId="{14BEBD74-281E-498E-AD67-B0457BC68711}" srcOrd="3" destOrd="0" presId="urn:microsoft.com/office/officeart/2018/5/layout/CenteredIconLabelDescriptionList"/>
    <dgm:cxn modelId="{D6FAF5BA-185B-439C-8E42-4D5579923573}" type="presParOf" srcId="{46EE6E65-A750-4F4C-BAD5-F29FC17434A5}" destId="{3BEEB5CA-0E50-4D5E-96B3-DDF34E5E5002}" srcOrd="4" destOrd="0" presId="urn:microsoft.com/office/officeart/2018/5/layout/CenteredIconLabelDescriptionList"/>
    <dgm:cxn modelId="{03157268-2EA9-40D9-983C-761EDC598D48}" type="presParOf" srcId="{3BEEB5CA-0E50-4D5E-96B3-DDF34E5E5002}" destId="{0B1D2EAA-B164-4AD9-8640-0D5F4AFBE9E4}" srcOrd="0" destOrd="0" presId="urn:microsoft.com/office/officeart/2018/5/layout/CenteredIconLabelDescriptionList"/>
    <dgm:cxn modelId="{0FFAC78F-1554-4CCF-8455-527BC070E782}" type="presParOf" srcId="{3BEEB5CA-0E50-4D5E-96B3-DDF34E5E5002}" destId="{A3CA05C9-63CE-477A-BD28-C978D412852B}" srcOrd="1" destOrd="0" presId="urn:microsoft.com/office/officeart/2018/5/layout/CenteredIconLabelDescriptionList"/>
    <dgm:cxn modelId="{629DCE5F-2143-4F41-9110-AF763B9FA273}" type="presParOf" srcId="{3BEEB5CA-0E50-4D5E-96B3-DDF34E5E5002}" destId="{10069A49-1AA6-461F-AC96-648322185381}" srcOrd="2" destOrd="0" presId="urn:microsoft.com/office/officeart/2018/5/layout/CenteredIconLabelDescriptionList"/>
    <dgm:cxn modelId="{931E982E-0CEE-4A04-9847-DF979CC43049}" type="presParOf" srcId="{3BEEB5CA-0E50-4D5E-96B3-DDF34E5E5002}" destId="{722440B8-1D9B-49AF-9576-6CEFEBD3E51C}" srcOrd="3" destOrd="0" presId="urn:microsoft.com/office/officeart/2018/5/layout/CenteredIconLabelDescriptionList"/>
    <dgm:cxn modelId="{AB7E0074-C6E3-413C-89E5-B869E93BC16F}" type="presParOf" srcId="{3BEEB5CA-0E50-4D5E-96B3-DDF34E5E5002}" destId="{B0640E79-7B7D-464C-9ED0-778E961BB37D}" srcOrd="4" destOrd="0" presId="urn:microsoft.com/office/officeart/2018/5/layout/CenteredIconLabelDescriptionList"/>
    <dgm:cxn modelId="{F4449A5A-9F32-4713-B377-E97EA71FB8DD}" type="presParOf" srcId="{46EE6E65-A750-4F4C-BAD5-F29FC17434A5}" destId="{5D8313D3-5D8F-4367-B94D-D3CF087400E3}" srcOrd="5" destOrd="0" presId="urn:microsoft.com/office/officeart/2018/5/layout/CenteredIconLabelDescriptionList"/>
    <dgm:cxn modelId="{3B42BE9A-6165-4CDA-8BA9-20C337FFCE5F}" type="presParOf" srcId="{46EE6E65-A750-4F4C-BAD5-F29FC17434A5}" destId="{565B0769-752C-4A91-8A29-E774CFF24162}" srcOrd="6" destOrd="0" presId="urn:microsoft.com/office/officeart/2018/5/layout/CenteredIconLabelDescriptionList"/>
    <dgm:cxn modelId="{26E5349B-B8CE-4D05-8180-97A7EBA20744}" type="presParOf" srcId="{565B0769-752C-4A91-8A29-E774CFF24162}" destId="{9B7B355D-B125-4ED3-9CB6-4BDED19AD4D0}" srcOrd="0" destOrd="0" presId="urn:microsoft.com/office/officeart/2018/5/layout/CenteredIconLabelDescriptionList"/>
    <dgm:cxn modelId="{B7A23CDA-1A72-4B4E-B39F-6BD9912746D3}" type="presParOf" srcId="{565B0769-752C-4A91-8A29-E774CFF24162}" destId="{C2728CE7-7AB1-4EFB-8ECF-1EFD7E6017C6}" srcOrd="1" destOrd="0" presId="urn:microsoft.com/office/officeart/2018/5/layout/CenteredIconLabelDescriptionList"/>
    <dgm:cxn modelId="{234D3214-AAFC-44E0-989A-5F4170215AAE}" type="presParOf" srcId="{565B0769-752C-4A91-8A29-E774CFF24162}" destId="{F28FF8D3-07D0-45B4-8F0A-19A6981B2D5D}" srcOrd="2" destOrd="0" presId="urn:microsoft.com/office/officeart/2018/5/layout/CenteredIconLabelDescriptionList"/>
    <dgm:cxn modelId="{DFF60D85-B17C-45F3-8C3D-BD7CBCD3A3AB}" type="presParOf" srcId="{565B0769-752C-4A91-8A29-E774CFF24162}" destId="{21D87E17-DDC0-4010-9D4D-6974591F630E}" srcOrd="3" destOrd="0" presId="urn:microsoft.com/office/officeart/2018/5/layout/CenteredIconLabelDescriptionList"/>
    <dgm:cxn modelId="{6EF21EB6-6C2C-468B-ABF6-D69CA911563B}" type="presParOf" srcId="{565B0769-752C-4A91-8A29-E774CFF24162}" destId="{DC633F21-A07D-4789-BB5A-E15EDA86F444}"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9AC92103-61CF-4E3A-92B0-DF26D186F52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7D718D6-7D99-43A6-BA34-86D63E0D7AED}">
      <dgm:prSet/>
      <dgm:spPr/>
      <dgm:t>
        <a:bodyPr/>
        <a:lstStyle/>
        <a:p>
          <a:pPr>
            <a:lnSpc>
              <a:spcPct val="100000"/>
            </a:lnSpc>
          </a:pPr>
          <a:r>
            <a:rPr lang="tr-TR"/>
            <a:t>Getting Your First Bitcoin</a:t>
          </a:r>
          <a:endParaRPr lang="en-US"/>
        </a:p>
      </dgm:t>
    </dgm:pt>
    <dgm:pt modelId="{6D51F79D-D4BC-41D9-88B4-2F6FABF779B1}" type="parTrans" cxnId="{E538A385-E05C-414D-B848-71FC2BD778FC}">
      <dgm:prSet/>
      <dgm:spPr/>
      <dgm:t>
        <a:bodyPr/>
        <a:lstStyle/>
        <a:p>
          <a:endParaRPr lang="en-US"/>
        </a:p>
      </dgm:t>
    </dgm:pt>
    <dgm:pt modelId="{8D1EC531-9F10-4BC9-BEDF-778FBEE780DB}" type="sibTrans" cxnId="{E538A385-E05C-414D-B848-71FC2BD778FC}">
      <dgm:prSet phldrT="01" phldr="0"/>
      <dgm:spPr/>
      <dgm:t>
        <a:bodyPr/>
        <a:lstStyle/>
        <a:p>
          <a:endParaRPr lang="en-US"/>
        </a:p>
      </dgm:t>
    </dgm:pt>
    <dgm:pt modelId="{FC14ED97-EC77-492E-B025-B67B36C73D4F}">
      <dgm:prSet/>
      <dgm:spPr/>
      <dgm:t>
        <a:bodyPr/>
        <a:lstStyle/>
        <a:p>
          <a:pPr>
            <a:lnSpc>
              <a:spcPct val="100000"/>
            </a:lnSpc>
          </a:pPr>
          <a:r>
            <a:rPr lang="en-US"/>
            <a:t>Finding the Current Price of Bitcoin</a:t>
          </a:r>
        </a:p>
      </dgm:t>
    </dgm:pt>
    <dgm:pt modelId="{4E4A8821-BE76-47B0-A4D7-FFE4BA093B2E}" type="parTrans" cxnId="{4B5E5A27-BC8F-43EC-8071-264061E5A088}">
      <dgm:prSet/>
      <dgm:spPr/>
      <dgm:t>
        <a:bodyPr/>
        <a:lstStyle/>
        <a:p>
          <a:endParaRPr lang="en-US"/>
        </a:p>
      </dgm:t>
    </dgm:pt>
    <dgm:pt modelId="{B3FEE948-7CD3-4B64-9B0C-3FDE1714D9F1}" type="sibTrans" cxnId="{4B5E5A27-BC8F-43EC-8071-264061E5A088}">
      <dgm:prSet phldrT="02" phldr="0"/>
      <dgm:spPr/>
      <dgm:t>
        <a:bodyPr/>
        <a:lstStyle/>
        <a:p>
          <a:endParaRPr lang="en-US"/>
        </a:p>
      </dgm:t>
    </dgm:pt>
    <dgm:pt modelId="{42AA5B09-174D-4367-99BF-51890B465FBE}">
      <dgm:prSet/>
      <dgm:spPr/>
      <dgm:t>
        <a:bodyPr/>
        <a:lstStyle/>
        <a:p>
          <a:pPr>
            <a:lnSpc>
              <a:spcPct val="100000"/>
            </a:lnSpc>
          </a:pPr>
          <a:r>
            <a:rPr lang="tr-TR"/>
            <a:t>Sending and Receiving Bitcoin</a:t>
          </a:r>
          <a:endParaRPr lang="en-US"/>
        </a:p>
      </dgm:t>
    </dgm:pt>
    <dgm:pt modelId="{529B88CF-DF6A-4CC2-B403-9D7CC36007A4}" type="parTrans" cxnId="{4385F3B0-8F75-4BA8-A702-141CA8533A93}">
      <dgm:prSet/>
      <dgm:spPr/>
      <dgm:t>
        <a:bodyPr/>
        <a:lstStyle/>
        <a:p>
          <a:endParaRPr lang="en-US"/>
        </a:p>
      </dgm:t>
    </dgm:pt>
    <dgm:pt modelId="{2E2313B2-BBB0-478E-BB99-7901DAFF8E6C}" type="sibTrans" cxnId="{4385F3B0-8F75-4BA8-A702-141CA8533A93}">
      <dgm:prSet phldrT="03" phldr="0"/>
      <dgm:spPr/>
      <dgm:t>
        <a:bodyPr/>
        <a:lstStyle/>
        <a:p>
          <a:endParaRPr lang="en-US"/>
        </a:p>
      </dgm:t>
    </dgm:pt>
    <dgm:pt modelId="{8DC245D5-616F-49EB-AC59-57044EE41E83}" type="pres">
      <dgm:prSet presAssocID="{9AC92103-61CF-4E3A-92B0-DF26D186F522}" presName="root" presStyleCnt="0">
        <dgm:presLayoutVars>
          <dgm:dir/>
          <dgm:resizeHandles val="exact"/>
        </dgm:presLayoutVars>
      </dgm:prSet>
      <dgm:spPr/>
    </dgm:pt>
    <dgm:pt modelId="{DD677B74-3488-4C86-82A7-D539E307968C}" type="pres">
      <dgm:prSet presAssocID="{67D718D6-7D99-43A6-BA34-86D63E0D7AED}" presName="compNode" presStyleCnt="0"/>
      <dgm:spPr/>
    </dgm:pt>
    <dgm:pt modelId="{1046D042-7642-48C1-B467-303FD518973D}" type="pres">
      <dgm:prSet presAssocID="{67D718D6-7D99-43A6-BA34-86D63E0D7AED}" presName="bgRect" presStyleLbl="bgShp" presStyleIdx="0" presStyleCnt="3"/>
      <dgm:spPr/>
    </dgm:pt>
    <dgm:pt modelId="{7E85D348-F273-4ADE-B68F-0AC354A8EFC2}" type="pres">
      <dgm:prSet presAssocID="{67D718D6-7D99-43A6-BA34-86D63E0D7AE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nsfer1"/>
        </a:ext>
      </dgm:extLst>
    </dgm:pt>
    <dgm:pt modelId="{5044D5DB-F665-4DFE-86C9-C03C638F0F8D}" type="pres">
      <dgm:prSet presAssocID="{67D718D6-7D99-43A6-BA34-86D63E0D7AED}" presName="spaceRect" presStyleCnt="0"/>
      <dgm:spPr/>
    </dgm:pt>
    <dgm:pt modelId="{EF53915F-51D4-4A76-BA41-CFBAE497C759}" type="pres">
      <dgm:prSet presAssocID="{67D718D6-7D99-43A6-BA34-86D63E0D7AED}" presName="parTx" presStyleLbl="revTx" presStyleIdx="0" presStyleCnt="3">
        <dgm:presLayoutVars>
          <dgm:chMax val="0"/>
          <dgm:chPref val="0"/>
        </dgm:presLayoutVars>
      </dgm:prSet>
      <dgm:spPr/>
    </dgm:pt>
    <dgm:pt modelId="{980AC63E-92C0-4778-8163-1CDB56FF5728}" type="pres">
      <dgm:prSet presAssocID="{8D1EC531-9F10-4BC9-BEDF-778FBEE780DB}" presName="sibTrans" presStyleCnt="0"/>
      <dgm:spPr/>
    </dgm:pt>
    <dgm:pt modelId="{B250C121-F064-407F-BF39-74AB2602A242}" type="pres">
      <dgm:prSet presAssocID="{FC14ED97-EC77-492E-B025-B67B36C73D4F}" presName="compNode" presStyleCnt="0"/>
      <dgm:spPr/>
    </dgm:pt>
    <dgm:pt modelId="{042AD22E-DACF-4DE7-B51D-24E11642E76A}" type="pres">
      <dgm:prSet presAssocID="{FC14ED97-EC77-492E-B025-B67B36C73D4F}" presName="bgRect" presStyleLbl="bgShp" presStyleIdx="1" presStyleCnt="3"/>
      <dgm:spPr/>
    </dgm:pt>
    <dgm:pt modelId="{9F3F88D0-FA1D-4ECA-B4E5-B7514209A0AD}" type="pres">
      <dgm:prSet presAssocID="{FC14ED97-EC77-492E-B025-B67B36C73D4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C4627701-FEBD-40E3-814F-4E4366286593}" type="pres">
      <dgm:prSet presAssocID="{FC14ED97-EC77-492E-B025-B67B36C73D4F}" presName="spaceRect" presStyleCnt="0"/>
      <dgm:spPr/>
    </dgm:pt>
    <dgm:pt modelId="{D5DC6EBC-F0CC-41B3-BDA4-AE6241F457DD}" type="pres">
      <dgm:prSet presAssocID="{FC14ED97-EC77-492E-B025-B67B36C73D4F}" presName="parTx" presStyleLbl="revTx" presStyleIdx="1" presStyleCnt="3">
        <dgm:presLayoutVars>
          <dgm:chMax val="0"/>
          <dgm:chPref val="0"/>
        </dgm:presLayoutVars>
      </dgm:prSet>
      <dgm:spPr/>
    </dgm:pt>
    <dgm:pt modelId="{C2CCC18F-A48C-4950-B9AF-22CBBD5A2CE3}" type="pres">
      <dgm:prSet presAssocID="{B3FEE948-7CD3-4B64-9B0C-3FDE1714D9F1}" presName="sibTrans" presStyleCnt="0"/>
      <dgm:spPr/>
    </dgm:pt>
    <dgm:pt modelId="{9E75D425-60C3-4BA0-A6D7-FBA922A016EA}" type="pres">
      <dgm:prSet presAssocID="{42AA5B09-174D-4367-99BF-51890B465FBE}" presName="compNode" presStyleCnt="0"/>
      <dgm:spPr/>
    </dgm:pt>
    <dgm:pt modelId="{958E7F23-2762-4C75-92E5-4EE8128DB397}" type="pres">
      <dgm:prSet presAssocID="{42AA5B09-174D-4367-99BF-51890B465FBE}" presName="bgRect" presStyleLbl="bgShp" presStyleIdx="2" presStyleCnt="3"/>
      <dgm:spPr/>
    </dgm:pt>
    <dgm:pt modelId="{8710777E-D92D-455A-AD78-1B559E4F030A}" type="pres">
      <dgm:prSet presAssocID="{42AA5B09-174D-4367-99BF-51890B465F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envelope"/>
        </a:ext>
      </dgm:extLst>
    </dgm:pt>
    <dgm:pt modelId="{6C762B55-2CFB-4230-AC6C-1C7612B253C4}" type="pres">
      <dgm:prSet presAssocID="{42AA5B09-174D-4367-99BF-51890B465FBE}" presName="spaceRect" presStyleCnt="0"/>
      <dgm:spPr/>
    </dgm:pt>
    <dgm:pt modelId="{82472AE6-ED3C-48D1-8082-00A497F1B898}" type="pres">
      <dgm:prSet presAssocID="{42AA5B09-174D-4367-99BF-51890B465FBE}" presName="parTx" presStyleLbl="revTx" presStyleIdx="2" presStyleCnt="3">
        <dgm:presLayoutVars>
          <dgm:chMax val="0"/>
          <dgm:chPref val="0"/>
        </dgm:presLayoutVars>
      </dgm:prSet>
      <dgm:spPr/>
    </dgm:pt>
  </dgm:ptLst>
  <dgm:cxnLst>
    <dgm:cxn modelId="{4B5E5A27-BC8F-43EC-8071-264061E5A088}" srcId="{9AC92103-61CF-4E3A-92B0-DF26D186F522}" destId="{FC14ED97-EC77-492E-B025-B67B36C73D4F}" srcOrd="1" destOrd="0" parTransId="{4E4A8821-BE76-47B0-A4D7-FFE4BA093B2E}" sibTransId="{B3FEE948-7CD3-4B64-9B0C-3FDE1714D9F1}"/>
    <dgm:cxn modelId="{883F8663-01C0-473A-9F6C-520622803121}" type="presOf" srcId="{FC14ED97-EC77-492E-B025-B67B36C73D4F}" destId="{D5DC6EBC-F0CC-41B3-BDA4-AE6241F457DD}" srcOrd="0" destOrd="0" presId="urn:microsoft.com/office/officeart/2018/2/layout/IconVerticalSolidList"/>
    <dgm:cxn modelId="{D44BCD76-3B87-42AD-9F3F-7430D5C4C00A}" type="presOf" srcId="{9AC92103-61CF-4E3A-92B0-DF26D186F522}" destId="{8DC245D5-616F-49EB-AC59-57044EE41E83}" srcOrd="0" destOrd="0" presId="urn:microsoft.com/office/officeart/2018/2/layout/IconVerticalSolidList"/>
    <dgm:cxn modelId="{E538A385-E05C-414D-B848-71FC2BD778FC}" srcId="{9AC92103-61CF-4E3A-92B0-DF26D186F522}" destId="{67D718D6-7D99-43A6-BA34-86D63E0D7AED}" srcOrd="0" destOrd="0" parTransId="{6D51F79D-D4BC-41D9-88B4-2F6FABF779B1}" sibTransId="{8D1EC531-9F10-4BC9-BEDF-778FBEE780DB}"/>
    <dgm:cxn modelId="{C28A549E-DC4D-4CA6-9721-9FB65A2A90D7}" type="presOf" srcId="{42AA5B09-174D-4367-99BF-51890B465FBE}" destId="{82472AE6-ED3C-48D1-8082-00A497F1B898}" srcOrd="0" destOrd="0" presId="urn:microsoft.com/office/officeart/2018/2/layout/IconVerticalSolidList"/>
    <dgm:cxn modelId="{4385F3B0-8F75-4BA8-A702-141CA8533A93}" srcId="{9AC92103-61CF-4E3A-92B0-DF26D186F522}" destId="{42AA5B09-174D-4367-99BF-51890B465FBE}" srcOrd="2" destOrd="0" parTransId="{529B88CF-DF6A-4CC2-B403-9D7CC36007A4}" sibTransId="{2E2313B2-BBB0-478E-BB99-7901DAFF8E6C}"/>
    <dgm:cxn modelId="{D748E8C7-3F00-4A83-9721-F10445913F29}" type="presOf" srcId="{67D718D6-7D99-43A6-BA34-86D63E0D7AED}" destId="{EF53915F-51D4-4A76-BA41-CFBAE497C759}" srcOrd="0" destOrd="0" presId="urn:microsoft.com/office/officeart/2018/2/layout/IconVerticalSolidList"/>
    <dgm:cxn modelId="{BC99F1F7-F701-4C46-B8F9-613006C26D96}" type="presParOf" srcId="{8DC245D5-616F-49EB-AC59-57044EE41E83}" destId="{DD677B74-3488-4C86-82A7-D539E307968C}" srcOrd="0" destOrd="0" presId="urn:microsoft.com/office/officeart/2018/2/layout/IconVerticalSolidList"/>
    <dgm:cxn modelId="{8C814930-2F23-47F3-A08E-005408EA6382}" type="presParOf" srcId="{DD677B74-3488-4C86-82A7-D539E307968C}" destId="{1046D042-7642-48C1-B467-303FD518973D}" srcOrd="0" destOrd="0" presId="urn:microsoft.com/office/officeart/2018/2/layout/IconVerticalSolidList"/>
    <dgm:cxn modelId="{BFE0B036-73BF-4AF6-AABD-CC7A9A6518D2}" type="presParOf" srcId="{DD677B74-3488-4C86-82A7-D539E307968C}" destId="{7E85D348-F273-4ADE-B68F-0AC354A8EFC2}" srcOrd="1" destOrd="0" presId="urn:microsoft.com/office/officeart/2018/2/layout/IconVerticalSolidList"/>
    <dgm:cxn modelId="{13C1FD2C-FE6F-415C-AE64-A9CAF9E9D998}" type="presParOf" srcId="{DD677B74-3488-4C86-82A7-D539E307968C}" destId="{5044D5DB-F665-4DFE-86C9-C03C638F0F8D}" srcOrd="2" destOrd="0" presId="urn:microsoft.com/office/officeart/2018/2/layout/IconVerticalSolidList"/>
    <dgm:cxn modelId="{C0510352-7A2E-4866-98C2-F3D3AF32C950}" type="presParOf" srcId="{DD677B74-3488-4C86-82A7-D539E307968C}" destId="{EF53915F-51D4-4A76-BA41-CFBAE497C759}" srcOrd="3" destOrd="0" presId="urn:microsoft.com/office/officeart/2018/2/layout/IconVerticalSolidList"/>
    <dgm:cxn modelId="{EF460D15-A338-4B08-BA9F-EA2E4D4126A0}" type="presParOf" srcId="{8DC245D5-616F-49EB-AC59-57044EE41E83}" destId="{980AC63E-92C0-4778-8163-1CDB56FF5728}" srcOrd="1" destOrd="0" presId="urn:microsoft.com/office/officeart/2018/2/layout/IconVerticalSolidList"/>
    <dgm:cxn modelId="{1CEBB49C-66D5-4929-8436-1215468079B1}" type="presParOf" srcId="{8DC245D5-616F-49EB-AC59-57044EE41E83}" destId="{B250C121-F064-407F-BF39-74AB2602A242}" srcOrd="2" destOrd="0" presId="urn:microsoft.com/office/officeart/2018/2/layout/IconVerticalSolidList"/>
    <dgm:cxn modelId="{D41A4784-B2DB-4F8E-A54E-285EE0717060}" type="presParOf" srcId="{B250C121-F064-407F-BF39-74AB2602A242}" destId="{042AD22E-DACF-4DE7-B51D-24E11642E76A}" srcOrd="0" destOrd="0" presId="urn:microsoft.com/office/officeart/2018/2/layout/IconVerticalSolidList"/>
    <dgm:cxn modelId="{3F1520D3-7E7B-4BB5-9C91-D8B427A51EBF}" type="presParOf" srcId="{B250C121-F064-407F-BF39-74AB2602A242}" destId="{9F3F88D0-FA1D-4ECA-B4E5-B7514209A0AD}" srcOrd="1" destOrd="0" presId="urn:microsoft.com/office/officeart/2018/2/layout/IconVerticalSolidList"/>
    <dgm:cxn modelId="{A51E9A99-5D8E-4A1E-8540-313B46008FF1}" type="presParOf" srcId="{B250C121-F064-407F-BF39-74AB2602A242}" destId="{C4627701-FEBD-40E3-814F-4E4366286593}" srcOrd="2" destOrd="0" presId="urn:microsoft.com/office/officeart/2018/2/layout/IconVerticalSolidList"/>
    <dgm:cxn modelId="{A536F1CB-B6A1-4DE2-8F0C-E949DD9C0BAE}" type="presParOf" srcId="{B250C121-F064-407F-BF39-74AB2602A242}" destId="{D5DC6EBC-F0CC-41B3-BDA4-AE6241F457DD}" srcOrd="3" destOrd="0" presId="urn:microsoft.com/office/officeart/2018/2/layout/IconVerticalSolidList"/>
    <dgm:cxn modelId="{98C94297-D387-4428-A0FA-9160D63530AE}" type="presParOf" srcId="{8DC245D5-616F-49EB-AC59-57044EE41E83}" destId="{C2CCC18F-A48C-4950-B9AF-22CBBD5A2CE3}" srcOrd="3" destOrd="0" presId="urn:microsoft.com/office/officeart/2018/2/layout/IconVerticalSolidList"/>
    <dgm:cxn modelId="{4E3B923D-EC64-4D40-95C5-8D10F7879458}" type="presParOf" srcId="{8DC245D5-616F-49EB-AC59-57044EE41E83}" destId="{9E75D425-60C3-4BA0-A6D7-FBA922A016EA}" srcOrd="4" destOrd="0" presId="urn:microsoft.com/office/officeart/2018/2/layout/IconVerticalSolidList"/>
    <dgm:cxn modelId="{46CEAFEC-771E-4055-90C6-89D9C51F9BB0}" type="presParOf" srcId="{9E75D425-60C3-4BA0-A6D7-FBA922A016EA}" destId="{958E7F23-2762-4C75-92E5-4EE8128DB397}" srcOrd="0" destOrd="0" presId="urn:microsoft.com/office/officeart/2018/2/layout/IconVerticalSolidList"/>
    <dgm:cxn modelId="{8048224F-E03A-4D2A-8F3D-C83D4118061D}" type="presParOf" srcId="{9E75D425-60C3-4BA0-A6D7-FBA922A016EA}" destId="{8710777E-D92D-455A-AD78-1B559E4F030A}" srcOrd="1" destOrd="0" presId="urn:microsoft.com/office/officeart/2018/2/layout/IconVerticalSolidList"/>
    <dgm:cxn modelId="{74799717-0A1C-4A45-A02F-83A5F40C10B0}" type="presParOf" srcId="{9E75D425-60C3-4BA0-A6D7-FBA922A016EA}" destId="{6C762B55-2CFB-4230-AC6C-1C7612B253C4}" srcOrd="2" destOrd="0" presId="urn:microsoft.com/office/officeart/2018/2/layout/IconVerticalSolidList"/>
    <dgm:cxn modelId="{6D5AF7F3-5C6D-48B8-903C-AB758225E97A}" type="presParOf" srcId="{9E75D425-60C3-4BA0-A6D7-FBA922A016EA}" destId="{82472AE6-ED3C-48D1-8082-00A497F1B89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E2AEF24-1C98-4348-ABED-CEEBBFF75AED}"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1AEA44C4-1BFF-41F5-A167-E590391110F6}">
      <dgm:prSet/>
      <dgm:spPr/>
      <dgm:t>
        <a:bodyPr/>
        <a:lstStyle/>
        <a:p>
          <a:pPr>
            <a:lnSpc>
              <a:spcPct val="100000"/>
            </a:lnSpc>
            <a:defRPr b="1"/>
          </a:pPr>
          <a:r>
            <a:rPr lang="tr-TR" err="1"/>
            <a:t>Wallet</a:t>
          </a:r>
          <a:endParaRPr lang="en-US"/>
        </a:p>
      </dgm:t>
    </dgm:pt>
    <dgm:pt modelId="{95D78B13-21E0-488A-9981-3F643BF90D26}" type="parTrans" cxnId="{B6041A4E-A3A0-4DC3-BA22-37B280C37E33}">
      <dgm:prSet/>
      <dgm:spPr/>
      <dgm:t>
        <a:bodyPr/>
        <a:lstStyle/>
        <a:p>
          <a:endParaRPr lang="en-US"/>
        </a:p>
      </dgm:t>
    </dgm:pt>
    <dgm:pt modelId="{68383F83-64AF-4DC9-8902-03138AB77928}" type="sibTrans" cxnId="{B6041A4E-A3A0-4DC3-BA22-37B280C37E33}">
      <dgm:prSet/>
      <dgm:spPr/>
      <dgm:t>
        <a:bodyPr/>
        <a:lstStyle/>
        <a:p>
          <a:endParaRPr lang="en-US"/>
        </a:p>
      </dgm:t>
    </dgm:pt>
    <dgm:pt modelId="{B8101263-CCCC-4149-AE25-48347309CCF9}">
      <dgm:prSet/>
      <dgm:spPr/>
      <dgm:t>
        <a:bodyPr/>
        <a:lstStyle/>
        <a:p>
          <a:pPr>
            <a:lnSpc>
              <a:spcPct val="100000"/>
            </a:lnSpc>
          </a:pPr>
          <a:r>
            <a:rPr lang="en-US"/>
            <a:t>A wallet is simply</a:t>
          </a:r>
        </a:p>
      </dgm:t>
    </dgm:pt>
    <dgm:pt modelId="{77E79169-2013-438B-B9D6-2252C27C31B9}" type="parTrans" cxnId="{4B17B52C-6368-4A5C-BFD7-9C3178700565}">
      <dgm:prSet/>
      <dgm:spPr/>
      <dgm:t>
        <a:bodyPr/>
        <a:lstStyle/>
        <a:p>
          <a:endParaRPr lang="en-US"/>
        </a:p>
      </dgm:t>
    </dgm:pt>
    <dgm:pt modelId="{F1955E99-1016-4901-8473-1077ACEB2FD7}" type="sibTrans" cxnId="{4B17B52C-6368-4A5C-BFD7-9C3178700565}">
      <dgm:prSet/>
      <dgm:spPr/>
      <dgm:t>
        <a:bodyPr/>
        <a:lstStyle/>
        <a:p>
          <a:endParaRPr lang="en-US"/>
        </a:p>
      </dgm:t>
    </dgm:pt>
    <dgm:pt modelId="{C3442B01-9AF4-4B19-84BB-CB9375413BE5}">
      <dgm:prSet/>
      <dgm:spPr/>
      <dgm:t>
        <a:bodyPr/>
        <a:lstStyle/>
        <a:p>
          <a:pPr>
            <a:lnSpc>
              <a:spcPct val="100000"/>
            </a:lnSpc>
            <a:defRPr b="1"/>
          </a:pPr>
          <a:r>
            <a:rPr lang="tr-TR" i="1"/>
            <a:t>Bitcoin address</a:t>
          </a:r>
          <a:endParaRPr lang="en-US"/>
        </a:p>
      </dgm:t>
    </dgm:pt>
    <dgm:pt modelId="{7025A9FA-42E9-4E42-BA0B-410DA7739E07}" type="parTrans" cxnId="{1457D23C-5883-4E48-AA52-2CD41297F801}">
      <dgm:prSet/>
      <dgm:spPr/>
      <dgm:t>
        <a:bodyPr/>
        <a:lstStyle/>
        <a:p>
          <a:endParaRPr lang="en-US"/>
        </a:p>
      </dgm:t>
    </dgm:pt>
    <dgm:pt modelId="{46936977-358B-49B0-B1C0-DB18790F0D11}" type="sibTrans" cxnId="{1457D23C-5883-4E48-AA52-2CD41297F801}">
      <dgm:prSet/>
      <dgm:spPr/>
      <dgm:t>
        <a:bodyPr/>
        <a:lstStyle/>
        <a:p>
          <a:endParaRPr lang="en-US"/>
        </a:p>
      </dgm:t>
    </dgm:pt>
    <dgm:pt modelId="{5E698E80-9F0E-49A4-95CC-30E39CD977E0}">
      <dgm:prSet/>
      <dgm:spPr/>
      <dgm:t>
        <a:bodyPr/>
        <a:lstStyle/>
        <a:p>
          <a:pPr>
            <a:lnSpc>
              <a:spcPct val="100000"/>
            </a:lnSpc>
          </a:pPr>
          <a:r>
            <a:rPr lang="en-US"/>
            <a:t>Bitcoin addresses start with a 1 or 3</a:t>
          </a:r>
        </a:p>
      </dgm:t>
    </dgm:pt>
    <dgm:pt modelId="{6CCB45ED-59F1-42D2-9D71-09EB3C7D4127}" type="parTrans" cxnId="{EC56782D-D809-454B-88CA-C0B695A36EF2}">
      <dgm:prSet/>
      <dgm:spPr/>
      <dgm:t>
        <a:bodyPr/>
        <a:lstStyle/>
        <a:p>
          <a:endParaRPr lang="en-US"/>
        </a:p>
      </dgm:t>
    </dgm:pt>
    <dgm:pt modelId="{E4EF353E-B544-4BE3-9C8F-C724C7942EC2}" type="sibTrans" cxnId="{EC56782D-D809-454B-88CA-C0B695A36EF2}">
      <dgm:prSet/>
      <dgm:spPr/>
      <dgm:t>
        <a:bodyPr/>
        <a:lstStyle/>
        <a:p>
          <a:endParaRPr lang="en-US"/>
        </a:p>
      </dgm:t>
    </dgm:pt>
    <dgm:pt modelId="{F24BB7AF-25C6-46D8-9442-8073A06E175E}">
      <dgm:prSet/>
      <dgm:spPr/>
      <dgm:t>
        <a:bodyPr/>
        <a:lstStyle/>
        <a:p>
          <a:pPr>
            <a:lnSpc>
              <a:spcPct val="100000"/>
            </a:lnSpc>
          </a:pPr>
          <a:r>
            <a:rPr lang="tr-TR"/>
            <a:t>1Cdid9KFAaatwczBwBttQcwXYCpvK8h7FK.</a:t>
          </a:r>
          <a:endParaRPr lang="en-US"/>
        </a:p>
      </dgm:t>
    </dgm:pt>
    <dgm:pt modelId="{9C912136-F4AF-4A12-AA93-AA33684FB3C2}" type="parTrans" cxnId="{F4E41415-BB4D-41E0-BA47-2845F03BA908}">
      <dgm:prSet/>
      <dgm:spPr/>
      <dgm:t>
        <a:bodyPr/>
        <a:lstStyle/>
        <a:p>
          <a:endParaRPr lang="en-US"/>
        </a:p>
      </dgm:t>
    </dgm:pt>
    <dgm:pt modelId="{B8E618B5-1076-42F1-9ADC-52B9853BBBB3}" type="sibTrans" cxnId="{F4E41415-BB4D-41E0-BA47-2845F03BA908}">
      <dgm:prSet/>
      <dgm:spPr/>
      <dgm:t>
        <a:bodyPr/>
        <a:lstStyle/>
        <a:p>
          <a:endParaRPr lang="en-US"/>
        </a:p>
      </dgm:t>
    </dgm:pt>
    <dgm:pt modelId="{CCB7DACB-2F92-4C12-B1D2-3BE3BDD7CD81}">
      <dgm:prSet/>
      <dgm:spPr/>
      <dgm:t>
        <a:bodyPr/>
        <a:lstStyle/>
        <a:p>
          <a:pPr>
            <a:lnSpc>
              <a:spcPct val="100000"/>
            </a:lnSpc>
          </a:pPr>
          <a:r>
            <a:rPr lang="tr-TR" dirty="0" err="1"/>
            <a:t>to</a:t>
          </a:r>
          <a:r>
            <a:rPr lang="tr-TR" dirty="0"/>
            <a:t> </a:t>
          </a:r>
          <a:r>
            <a:rPr lang="en-US" dirty="0"/>
            <a:t>unlock the funds within</a:t>
          </a:r>
        </a:p>
      </dgm:t>
    </dgm:pt>
    <dgm:pt modelId="{3C4E02C9-E468-40A3-BC9D-E7212855FA02}" type="parTrans" cxnId="{5669117B-A47E-402E-B835-E2F01A5697E2}">
      <dgm:prSet/>
      <dgm:spPr/>
      <dgm:t>
        <a:bodyPr/>
        <a:lstStyle/>
        <a:p>
          <a:endParaRPr lang="tr-TR"/>
        </a:p>
      </dgm:t>
    </dgm:pt>
    <dgm:pt modelId="{8DAFA3CB-62A2-4B02-83D9-E76C40710D22}" type="sibTrans" cxnId="{5669117B-A47E-402E-B835-E2F01A5697E2}">
      <dgm:prSet/>
      <dgm:spPr/>
      <dgm:t>
        <a:bodyPr/>
        <a:lstStyle/>
        <a:p>
          <a:endParaRPr lang="tr-TR"/>
        </a:p>
      </dgm:t>
    </dgm:pt>
    <dgm:pt modelId="{622827CE-D8C1-4E6E-8099-91D24E4CE44F}">
      <dgm:prSet/>
      <dgm:spPr/>
      <dgm:t>
        <a:bodyPr/>
        <a:lstStyle/>
        <a:p>
          <a:pPr>
            <a:lnSpc>
              <a:spcPct val="100000"/>
            </a:lnSpc>
            <a:defRPr b="1"/>
          </a:pPr>
          <a:r>
            <a:rPr lang="tr-TR" dirty="0" err="1"/>
            <a:t>Usage</a:t>
          </a:r>
          <a:endParaRPr lang="en-US" dirty="0"/>
        </a:p>
      </dgm:t>
    </dgm:pt>
    <dgm:pt modelId="{B1861F88-CD95-47F0-9DE6-D8E7175E5324}" type="parTrans" cxnId="{78B4B632-0A34-4FFB-AA67-D4BBD8ED1740}">
      <dgm:prSet/>
      <dgm:spPr/>
      <dgm:t>
        <a:bodyPr/>
        <a:lstStyle/>
        <a:p>
          <a:endParaRPr lang="tr-TR"/>
        </a:p>
      </dgm:t>
    </dgm:pt>
    <dgm:pt modelId="{947F78EC-631A-4BEB-9502-939C39FC21DF}" type="sibTrans" cxnId="{78B4B632-0A34-4FFB-AA67-D4BBD8ED1740}">
      <dgm:prSet/>
      <dgm:spPr/>
      <dgm:t>
        <a:bodyPr/>
        <a:lstStyle/>
        <a:p>
          <a:endParaRPr lang="tr-TR"/>
        </a:p>
      </dgm:t>
    </dgm:pt>
    <dgm:pt modelId="{CDCB173D-6CA8-44DE-B762-13C21AE79C61}">
      <dgm:prSet/>
      <dgm:spPr/>
      <dgm:t>
        <a:bodyPr/>
        <a:lstStyle/>
        <a:p>
          <a:pPr>
            <a:lnSpc>
              <a:spcPct val="100000"/>
            </a:lnSpc>
          </a:pPr>
          <a:r>
            <a:rPr lang="en-US"/>
            <a:t>Can</a:t>
          </a:r>
          <a:r>
            <a:rPr lang="tr-TR"/>
            <a:t> </a:t>
          </a:r>
          <a:r>
            <a:rPr lang="en-US"/>
            <a:t>be shared with other bitcoin users</a:t>
          </a:r>
        </a:p>
      </dgm:t>
    </dgm:pt>
    <dgm:pt modelId="{0EF98A67-1DD9-4375-8BE0-B4C50816276D}" type="parTrans" cxnId="{5746D92C-10EA-4092-8201-9360CBFE453D}">
      <dgm:prSet/>
      <dgm:spPr/>
      <dgm:t>
        <a:bodyPr/>
        <a:lstStyle/>
        <a:p>
          <a:endParaRPr lang="tr-TR"/>
        </a:p>
      </dgm:t>
    </dgm:pt>
    <dgm:pt modelId="{49EA459A-2E3B-48B2-8D30-2027F10E988C}" type="sibTrans" cxnId="{5746D92C-10EA-4092-8201-9360CBFE453D}">
      <dgm:prSet/>
      <dgm:spPr/>
      <dgm:t>
        <a:bodyPr/>
        <a:lstStyle/>
        <a:p>
          <a:endParaRPr lang="tr-TR"/>
        </a:p>
      </dgm:t>
    </dgm:pt>
    <dgm:pt modelId="{A9F5B21D-A1EB-4292-9166-5299A350622F}">
      <dgm:prSet/>
      <dgm:spPr/>
      <dgm:t>
        <a:bodyPr/>
        <a:lstStyle/>
        <a:p>
          <a:pPr>
            <a:lnSpc>
              <a:spcPct val="100000"/>
            </a:lnSpc>
          </a:pPr>
          <a:r>
            <a:rPr lang="en-US"/>
            <a:t>to send bitcoin</a:t>
          </a:r>
          <a:r>
            <a:rPr lang="tr-TR"/>
            <a:t> </a:t>
          </a:r>
          <a:r>
            <a:rPr lang="en-US"/>
            <a:t>directly to your wallet.</a:t>
          </a:r>
        </a:p>
      </dgm:t>
    </dgm:pt>
    <dgm:pt modelId="{80A5BE23-46E0-4407-AA29-A3C5B7B24B8A}" type="parTrans" cxnId="{9342AED4-3512-4A06-A66B-71760362E343}">
      <dgm:prSet/>
      <dgm:spPr/>
      <dgm:t>
        <a:bodyPr/>
        <a:lstStyle/>
        <a:p>
          <a:endParaRPr lang="tr-TR"/>
        </a:p>
      </dgm:t>
    </dgm:pt>
    <dgm:pt modelId="{28BB5A82-8339-4618-8703-7D2B23362C4C}" type="sibTrans" cxnId="{9342AED4-3512-4A06-A66B-71760362E343}">
      <dgm:prSet/>
      <dgm:spPr/>
      <dgm:t>
        <a:bodyPr/>
        <a:lstStyle/>
        <a:p>
          <a:endParaRPr lang="tr-TR"/>
        </a:p>
      </dgm:t>
    </dgm:pt>
    <dgm:pt modelId="{2CAC10D8-B5A9-42F4-85CD-B665F5EE9925}">
      <dgm:prSet/>
      <dgm:spPr/>
      <dgm:t>
        <a:bodyPr/>
        <a:lstStyle/>
        <a:p>
          <a:pPr>
            <a:lnSpc>
              <a:spcPct val="100000"/>
            </a:lnSpc>
          </a:pPr>
          <a:r>
            <a:rPr lang="en-US" dirty="0"/>
            <a:t>a collection of addresses and</a:t>
          </a:r>
          <a:r>
            <a:rPr lang="tr-TR" dirty="0"/>
            <a:t> </a:t>
          </a:r>
          <a:r>
            <a:rPr lang="en-US" dirty="0"/>
            <a:t>the keys</a:t>
          </a:r>
        </a:p>
      </dgm:t>
    </dgm:pt>
    <dgm:pt modelId="{B0E7DCA8-C42A-46C8-8F55-35AF5194AEB8}" type="parTrans" cxnId="{6D5F17CC-F8A3-432F-9A9B-EE8030FCF104}">
      <dgm:prSet/>
      <dgm:spPr/>
      <dgm:t>
        <a:bodyPr/>
        <a:lstStyle/>
        <a:p>
          <a:endParaRPr lang="tr-TR"/>
        </a:p>
      </dgm:t>
    </dgm:pt>
    <dgm:pt modelId="{9FA66090-8224-4927-8396-32695B8F93A1}" type="sibTrans" cxnId="{6D5F17CC-F8A3-432F-9A9B-EE8030FCF104}">
      <dgm:prSet/>
      <dgm:spPr/>
      <dgm:t>
        <a:bodyPr/>
        <a:lstStyle/>
        <a:p>
          <a:endParaRPr lang="tr-TR"/>
        </a:p>
      </dgm:t>
    </dgm:pt>
    <dgm:pt modelId="{A03E803B-3561-4615-984C-276F2891F658}" type="pres">
      <dgm:prSet presAssocID="{FE2AEF24-1C98-4348-ABED-CEEBBFF75AED}" presName="root" presStyleCnt="0">
        <dgm:presLayoutVars>
          <dgm:dir/>
          <dgm:resizeHandles val="exact"/>
        </dgm:presLayoutVars>
      </dgm:prSet>
      <dgm:spPr/>
    </dgm:pt>
    <dgm:pt modelId="{CA9DA3E7-CE1D-4E66-A6A8-51956B817686}" type="pres">
      <dgm:prSet presAssocID="{1AEA44C4-1BFF-41F5-A167-E590391110F6}" presName="compNode" presStyleCnt="0"/>
      <dgm:spPr/>
    </dgm:pt>
    <dgm:pt modelId="{E7373A1E-2F69-4D6E-B70C-18F6DCF7E711}" type="pres">
      <dgm:prSet presAssocID="{1AEA44C4-1BFF-41F5-A167-E590391110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let"/>
        </a:ext>
      </dgm:extLst>
    </dgm:pt>
    <dgm:pt modelId="{AF4C3EBC-2E17-45D6-8F26-491D87F3E47E}" type="pres">
      <dgm:prSet presAssocID="{1AEA44C4-1BFF-41F5-A167-E590391110F6}" presName="iconSpace" presStyleCnt="0"/>
      <dgm:spPr/>
    </dgm:pt>
    <dgm:pt modelId="{E6016B9D-6B11-42FB-9CBC-3330A905A2B0}" type="pres">
      <dgm:prSet presAssocID="{1AEA44C4-1BFF-41F5-A167-E590391110F6}" presName="parTx" presStyleLbl="revTx" presStyleIdx="0" presStyleCnt="6">
        <dgm:presLayoutVars>
          <dgm:chMax val="0"/>
          <dgm:chPref val="0"/>
        </dgm:presLayoutVars>
      </dgm:prSet>
      <dgm:spPr/>
    </dgm:pt>
    <dgm:pt modelId="{F25D031A-E644-4FC6-A7A5-A5891557CCA2}" type="pres">
      <dgm:prSet presAssocID="{1AEA44C4-1BFF-41F5-A167-E590391110F6}" presName="txSpace" presStyleCnt="0"/>
      <dgm:spPr/>
    </dgm:pt>
    <dgm:pt modelId="{1FD9CC2C-0403-4BF7-862D-384AB77EE3EA}" type="pres">
      <dgm:prSet presAssocID="{1AEA44C4-1BFF-41F5-A167-E590391110F6}" presName="desTx" presStyleLbl="revTx" presStyleIdx="1" presStyleCnt="6">
        <dgm:presLayoutVars/>
      </dgm:prSet>
      <dgm:spPr/>
    </dgm:pt>
    <dgm:pt modelId="{08E36B92-7F8F-46A2-91BD-698131595BA7}" type="pres">
      <dgm:prSet presAssocID="{68383F83-64AF-4DC9-8902-03138AB77928}" presName="sibTrans" presStyleCnt="0"/>
      <dgm:spPr/>
    </dgm:pt>
    <dgm:pt modelId="{D28F32E4-191D-478E-A045-C27E79DFCCD0}" type="pres">
      <dgm:prSet presAssocID="{C3442B01-9AF4-4B19-84BB-CB9375413BE5}" presName="compNode" presStyleCnt="0"/>
      <dgm:spPr/>
    </dgm:pt>
    <dgm:pt modelId="{39E8F826-5F08-4581-A934-613A8C2FFA69}" type="pres">
      <dgm:prSet presAssocID="{C3442B01-9AF4-4B19-84BB-CB9375413BE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6B5485F1-5181-40D0-B9F3-4C999DECDB66}" type="pres">
      <dgm:prSet presAssocID="{C3442B01-9AF4-4B19-84BB-CB9375413BE5}" presName="iconSpace" presStyleCnt="0"/>
      <dgm:spPr/>
    </dgm:pt>
    <dgm:pt modelId="{696332BA-C3AE-4A82-B396-EA390AF205CF}" type="pres">
      <dgm:prSet presAssocID="{C3442B01-9AF4-4B19-84BB-CB9375413BE5}" presName="parTx" presStyleLbl="revTx" presStyleIdx="2" presStyleCnt="6">
        <dgm:presLayoutVars>
          <dgm:chMax val="0"/>
          <dgm:chPref val="0"/>
        </dgm:presLayoutVars>
      </dgm:prSet>
      <dgm:spPr/>
    </dgm:pt>
    <dgm:pt modelId="{8673C2E5-4AC0-409C-9666-FCAE97DDC6F8}" type="pres">
      <dgm:prSet presAssocID="{C3442B01-9AF4-4B19-84BB-CB9375413BE5}" presName="txSpace" presStyleCnt="0"/>
      <dgm:spPr/>
    </dgm:pt>
    <dgm:pt modelId="{8A6D7D04-4F78-40CA-9DC6-BDD12FC2C572}" type="pres">
      <dgm:prSet presAssocID="{C3442B01-9AF4-4B19-84BB-CB9375413BE5}" presName="desTx" presStyleLbl="revTx" presStyleIdx="3" presStyleCnt="6">
        <dgm:presLayoutVars/>
      </dgm:prSet>
      <dgm:spPr/>
    </dgm:pt>
    <dgm:pt modelId="{381D997C-92D4-4484-B6EE-216AE66F348A}" type="pres">
      <dgm:prSet presAssocID="{46936977-358B-49B0-B1C0-DB18790F0D11}" presName="sibTrans" presStyleCnt="0"/>
      <dgm:spPr/>
    </dgm:pt>
    <dgm:pt modelId="{724505C1-B7CA-42FD-8C50-AD5870216151}" type="pres">
      <dgm:prSet presAssocID="{622827CE-D8C1-4E6E-8099-91D24E4CE44F}" presName="compNode" presStyleCnt="0"/>
      <dgm:spPr/>
    </dgm:pt>
    <dgm:pt modelId="{124C4569-AEAF-4DBA-934E-C89DB12AD6D8}" type="pres">
      <dgm:prSet presAssocID="{622827CE-D8C1-4E6E-8099-91D24E4CE4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CA258C0E-8E96-4959-AB72-C21E50670A8E}" type="pres">
      <dgm:prSet presAssocID="{622827CE-D8C1-4E6E-8099-91D24E4CE44F}" presName="iconSpace" presStyleCnt="0"/>
      <dgm:spPr/>
    </dgm:pt>
    <dgm:pt modelId="{F00FF01E-351F-4738-A831-590BC9F55A72}" type="pres">
      <dgm:prSet presAssocID="{622827CE-D8C1-4E6E-8099-91D24E4CE44F}" presName="parTx" presStyleLbl="revTx" presStyleIdx="4" presStyleCnt="6">
        <dgm:presLayoutVars>
          <dgm:chMax val="0"/>
          <dgm:chPref val="0"/>
        </dgm:presLayoutVars>
      </dgm:prSet>
      <dgm:spPr/>
    </dgm:pt>
    <dgm:pt modelId="{96C267E2-2D01-437F-9667-D63F3EEB194F}" type="pres">
      <dgm:prSet presAssocID="{622827CE-D8C1-4E6E-8099-91D24E4CE44F}" presName="txSpace" presStyleCnt="0"/>
      <dgm:spPr/>
    </dgm:pt>
    <dgm:pt modelId="{94C7EDCA-C135-4DDA-8784-97CC813FA6A9}" type="pres">
      <dgm:prSet presAssocID="{622827CE-D8C1-4E6E-8099-91D24E4CE44F}" presName="desTx" presStyleLbl="revTx" presStyleIdx="5" presStyleCnt="6">
        <dgm:presLayoutVars/>
      </dgm:prSet>
      <dgm:spPr/>
    </dgm:pt>
  </dgm:ptLst>
  <dgm:cxnLst>
    <dgm:cxn modelId="{E7545208-C413-43F2-AD8D-2C07DFD90848}" type="presOf" srcId="{CCB7DACB-2F92-4C12-B1D2-3BE3BDD7CD81}" destId="{1FD9CC2C-0403-4BF7-862D-384AB77EE3EA}" srcOrd="0" destOrd="2" presId="urn:microsoft.com/office/officeart/2018/5/layout/CenteredIconLabelDescriptionList"/>
    <dgm:cxn modelId="{F4E41415-BB4D-41E0-BA47-2845F03BA908}" srcId="{C3442B01-9AF4-4B19-84BB-CB9375413BE5}" destId="{F24BB7AF-25C6-46D8-9442-8073A06E175E}" srcOrd="1" destOrd="0" parTransId="{9C912136-F4AF-4A12-AA93-AA33684FB3C2}" sibTransId="{B8E618B5-1076-42F1-9ADC-52B9853BBBB3}"/>
    <dgm:cxn modelId="{E2F8FD20-DA5F-475D-9C17-95B162AA18BA}" type="presOf" srcId="{1AEA44C4-1BFF-41F5-A167-E590391110F6}" destId="{E6016B9D-6B11-42FB-9CBC-3330A905A2B0}" srcOrd="0" destOrd="0" presId="urn:microsoft.com/office/officeart/2018/5/layout/CenteredIconLabelDescriptionList"/>
    <dgm:cxn modelId="{D6600723-D89E-4E5F-B0EC-560E42621A0A}" type="presOf" srcId="{CDCB173D-6CA8-44DE-B762-13C21AE79C61}" destId="{94C7EDCA-C135-4DDA-8784-97CC813FA6A9}" srcOrd="0" destOrd="0" presId="urn:microsoft.com/office/officeart/2018/5/layout/CenteredIconLabelDescriptionList"/>
    <dgm:cxn modelId="{4B17B52C-6368-4A5C-BFD7-9C3178700565}" srcId="{1AEA44C4-1BFF-41F5-A167-E590391110F6}" destId="{B8101263-CCCC-4149-AE25-48347309CCF9}" srcOrd="0" destOrd="0" parTransId="{77E79169-2013-438B-B9D6-2252C27C31B9}" sibTransId="{F1955E99-1016-4901-8473-1077ACEB2FD7}"/>
    <dgm:cxn modelId="{5746D92C-10EA-4092-8201-9360CBFE453D}" srcId="{622827CE-D8C1-4E6E-8099-91D24E4CE44F}" destId="{CDCB173D-6CA8-44DE-B762-13C21AE79C61}" srcOrd="0" destOrd="0" parTransId="{0EF98A67-1DD9-4375-8BE0-B4C50816276D}" sibTransId="{49EA459A-2E3B-48B2-8D30-2027F10E988C}"/>
    <dgm:cxn modelId="{EC56782D-D809-454B-88CA-C0B695A36EF2}" srcId="{C3442B01-9AF4-4B19-84BB-CB9375413BE5}" destId="{5E698E80-9F0E-49A4-95CC-30E39CD977E0}" srcOrd="0" destOrd="0" parTransId="{6CCB45ED-59F1-42D2-9D71-09EB3C7D4127}" sibTransId="{E4EF353E-B544-4BE3-9C8F-C724C7942EC2}"/>
    <dgm:cxn modelId="{78B4B632-0A34-4FFB-AA67-D4BBD8ED1740}" srcId="{FE2AEF24-1C98-4348-ABED-CEEBBFF75AED}" destId="{622827CE-D8C1-4E6E-8099-91D24E4CE44F}" srcOrd="2" destOrd="0" parTransId="{B1861F88-CD95-47F0-9DE6-D8E7175E5324}" sibTransId="{947F78EC-631A-4BEB-9502-939C39FC21DF}"/>
    <dgm:cxn modelId="{5C2D093B-DC3E-4165-99FC-7649E3F87F4A}" type="presOf" srcId="{5E698E80-9F0E-49A4-95CC-30E39CD977E0}" destId="{8A6D7D04-4F78-40CA-9DC6-BDD12FC2C572}" srcOrd="0" destOrd="0" presId="urn:microsoft.com/office/officeart/2018/5/layout/CenteredIconLabelDescriptionList"/>
    <dgm:cxn modelId="{1457D23C-5883-4E48-AA52-2CD41297F801}" srcId="{FE2AEF24-1C98-4348-ABED-CEEBBFF75AED}" destId="{C3442B01-9AF4-4B19-84BB-CB9375413BE5}" srcOrd="1" destOrd="0" parTransId="{7025A9FA-42E9-4E42-BA0B-410DA7739E07}" sibTransId="{46936977-358B-49B0-B1C0-DB18790F0D11}"/>
    <dgm:cxn modelId="{4500E160-436F-41F8-95CD-B88835AF138A}" type="presOf" srcId="{2CAC10D8-B5A9-42F4-85CD-B665F5EE9925}" destId="{1FD9CC2C-0403-4BF7-862D-384AB77EE3EA}" srcOrd="0" destOrd="1" presId="urn:microsoft.com/office/officeart/2018/5/layout/CenteredIconLabelDescriptionList"/>
    <dgm:cxn modelId="{E1C31762-37B8-49ED-883D-0704CB32C2FF}" type="presOf" srcId="{FE2AEF24-1C98-4348-ABED-CEEBBFF75AED}" destId="{A03E803B-3561-4615-984C-276F2891F658}" srcOrd="0" destOrd="0" presId="urn:microsoft.com/office/officeart/2018/5/layout/CenteredIconLabelDescriptionList"/>
    <dgm:cxn modelId="{B6041A4E-A3A0-4DC3-BA22-37B280C37E33}" srcId="{FE2AEF24-1C98-4348-ABED-CEEBBFF75AED}" destId="{1AEA44C4-1BFF-41F5-A167-E590391110F6}" srcOrd="0" destOrd="0" parTransId="{95D78B13-21E0-488A-9981-3F643BF90D26}" sibTransId="{68383F83-64AF-4DC9-8902-03138AB77928}"/>
    <dgm:cxn modelId="{5669117B-A47E-402E-B835-E2F01A5697E2}" srcId="{1AEA44C4-1BFF-41F5-A167-E590391110F6}" destId="{CCB7DACB-2F92-4C12-B1D2-3BE3BDD7CD81}" srcOrd="2" destOrd="0" parTransId="{3C4E02C9-E468-40A3-BC9D-E7212855FA02}" sibTransId="{8DAFA3CB-62A2-4B02-83D9-E76C40710D22}"/>
    <dgm:cxn modelId="{2F1EBB98-593C-4FF6-B5A0-B56F7775DE77}" type="presOf" srcId="{F24BB7AF-25C6-46D8-9442-8073A06E175E}" destId="{8A6D7D04-4F78-40CA-9DC6-BDD12FC2C572}" srcOrd="0" destOrd="1" presId="urn:microsoft.com/office/officeart/2018/5/layout/CenteredIconLabelDescriptionList"/>
    <dgm:cxn modelId="{5F5C6AAB-C622-48AA-81CB-5E689F3751CB}" type="presOf" srcId="{622827CE-D8C1-4E6E-8099-91D24E4CE44F}" destId="{F00FF01E-351F-4738-A831-590BC9F55A72}" srcOrd="0" destOrd="0" presId="urn:microsoft.com/office/officeart/2018/5/layout/CenteredIconLabelDescriptionList"/>
    <dgm:cxn modelId="{651F77B7-49CC-452A-82D2-D7AAF0EB414D}" type="presOf" srcId="{B8101263-CCCC-4149-AE25-48347309CCF9}" destId="{1FD9CC2C-0403-4BF7-862D-384AB77EE3EA}" srcOrd="0" destOrd="0" presId="urn:microsoft.com/office/officeart/2018/5/layout/CenteredIconLabelDescriptionList"/>
    <dgm:cxn modelId="{7C7C71BC-8FA5-458D-ADE9-2D0F4B716DE1}" type="presOf" srcId="{A9F5B21D-A1EB-4292-9166-5299A350622F}" destId="{94C7EDCA-C135-4DDA-8784-97CC813FA6A9}" srcOrd="0" destOrd="1" presId="urn:microsoft.com/office/officeart/2018/5/layout/CenteredIconLabelDescriptionList"/>
    <dgm:cxn modelId="{6D5F17CC-F8A3-432F-9A9B-EE8030FCF104}" srcId="{1AEA44C4-1BFF-41F5-A167-E590391110F6}" destId="{2CAC10D8-B5A9-42F4-85CD-B665F5EE9925}" srcOrd="1" destOrd="0" parTransId="{B0E7DCA8-C42A-46C8-8F55-35AF5194AEB8}" sibTransId="{9FA66090-8224-4927-8396-32695B8F93A1}"/>
    <dgm:cxn modelId="{9342AED4-3512-4A06-A66B-71760362E343}" srcId="{622827CE-D8C1-4E6E-8099-91D24E4CE44F}" destId="{A9F5B21D-A1EB-4292-9166-5299A350622F}" srcOrd="1" destOrd="0" parTransId="{80A5BE23-46E0-4407-AA29-A3C5B7B24B8A}" sibTransId="{28BB5A82-8339-4618-8703-7D2B23362C4C}"/>
    <dgm:cxn modelId="{DBCF0EF4-F694-4E42-BA37-2BFC7C2B3AB6}" type="presOf" srcId="{C3442B01-9AF4-4B19-84BB-CB9375413BE5}" destId="{696332BA-C3AE-4A82-B396-EA390AF205CF}" srcOrd="0" destOrd="0" presId="urn:microsoft.com/office/officeart/2018/5/layout/CenteredIconLabelDescriptionList"/>
    <dgm:cxn modelId="{37018209-B665-41AF-A2F7-33FFF0EC8D2A}" type="presParOf" srcId="{A03E803B-3561-4615-984C-276F2891F658}" destId="{CA9DA3E7-CE1D-4E66-A6A8-51956B817686}" srcOrd="0" destOrd="0" presId="urn:microsoft.com/office/officeart/2018/5/layout/CenteredIconLabelDescriptionList"/>
    <dgm:cxn modelId="{1DF8484D-B274-4805-AD4C-F7F50A79FC80}" type="presParOf" srcId="{CA9DA3E7-CE1D-4E66-A6A8-51956B817686}" destId="{E7373A1E-2F69-4D6E-B70C-18F6DCF7E711}" srcOrd="0" destOrd="0" presId="urn:microsoft.com/office/officeart/2018/5/layout/CenteredIconLabelDescriptionList"/>
    <dgm:cxn modelId="{17C919EC-0AC7-43F1-9B33-6A932BA2A5AE}" type="presParOf" srcId="{CA9DA3E7-CE1D-4E66-A6A8-51956B817686}" destId="{AF4C3EBC-2E17-45D6-8F26-491D87F3E47E}" srcOrd="1" destOrd="0" presId="urn:microsoft.com/office/officeart/2018/5/layout/CenteredIconLabelDescriptionList"/>
    <dgm:cxn modelId="{3006E2D3-F30D-40B5-959F-E8E4BF85F37C}" type="presParOf" srcId="{CA9DA3E7-CE1D-4E66-A6A8-51956B817686}" destId="{E6016B9D-6B11-42FB-9CBC-3330A905A2B0}" srcOrd="2" destOrd="0" presId="urn:microsoft.com/office/officeart/2018/5/layout/CenteredIconLabelDescriptionList"/>
    <dgm:cxn modelId="{8D829835-F53C-4185-969F-36A2187B8462}" type="presParOf" srcId="{CA9DA3E7-CE1D-4E66-A6A8-51956B817686}" destId="{F25D031A-E644-4FC6-A7A5-A5891557CCA2}" srcOrd="3" destOrd="0" presId="urn:microsoft.com/office/officeart/2018/5/layout/CenteredIconLabelDescriptionList"/>
    <dgm:cxn modelId="{3261E075-8103-4552-A8FF-98236DC18306}" type="presParOf" srcId="{CA9DA3E7-CE1D-4E66-A6A8-51956B817686}" destId="{1FD9CC2C-0403-4BF7-862D-384AB77EE3EA}" srcOrd="4" destOrd="0" presId="urn:microsoft.com/office/officeart/2018/5/layout/CenteredIconLabelDescriptionList"/>
    <dgm:cxn modelId="{68ED2215-47EA-4ADB-A4A1-C0E240CEA4D6}" type="presParOf" srcId="{A03E803B-3561-4615-984C-276F2891F658}" destId="{08E36B92-7F8F-46A2-91BD-698131595BA7}" srcOrd="1" destOrd="0" presId="urn:microsoft.com/office/officeart/2018/5/layout/CenteredIconLabelDescriptionList"/>
    <dgm:cxn modelId="{FA7527E0-337D-462B-B114-4AAA1E204F0A}" type="presParOf" srcId="{A03E803B-3561-4615-984C-276F2891F658}" destId="{D28F32E4-191D-478E-A045-C27E79DFCCD0}" srcOrd="2" destOrd="0" presId="urn:microsoft.com/office/officeart/2018/5/layout/CenteredIconLabelDescriptionList"/>
    <dgm:cxn modelId="{4A96AD3A-8581-4F1A-8210-0865CC288B24}" type="presParOf" srcId="{D28F32E4-191D-478E-A045-C27E79DFCCD0}" destId="{39E8F826-5F08-4581-A934-613A8C2FFA69}" srcOrd="0" destOrd="0" presId="urn:microsoft.com/office/officeart/2018/5/layout/CenteredIconLabelDescriptionList"/>
    <dgm:cxn modelId="{329A19DB-D529-4A88-8DDF-9D748662A85C}" type="presParOf" srcId="{D28F32E4-191D-478E-A045-C27E79DFCCD0}" destId="{6B5485F1-5181-40D0-B9F3-4C999DECDB66}" srcOrd="1" destOrd="0" presId="urn:microsoft.com/office/officeart/2018/5/layout/CenteredIconLabelDescriptionList"/>
    <dgm:cxn modelId="{2084F71D-8111-4CF4-AAEE-E4E10797069B}" type="presParOf" srcId="{D28F32E4-191D-478E-A045-C27E79DFCCD0}" destId="{696332BA-C3AE-4A82-B396-EA390AF205CF}" srcOrd="2" destOrd="0" presId="urn:microsoft.com/office/officeart/2018/5/layout/CenteredIconLabelDescriptionList"/>
    <dgm:cxn modelId="{0705B725-E492-4D23-9482-F06A948E24D3}" type="presParOf" srcId="{D28F32E4-191D-478E-A045-C27E79DFCCD0}" destId="{8673C2E5-4AC0-409C-9666-FCAE97DDC6F8}" srcOrd="3" destOrd="0" presId="urn:microsoft.com/office/officeart/2018/5/layout/CenteredIconLabelDescriptionList"/>
    <dgm:cxn modelId="{0C59D13E-C2E1-480D-A03A-2DEFDE6E2CDA}" type="presParOf" srcId="{D28F32E4-191D-478E-A045-C27E79DFCCD0}" destId="{8A6D7D04-4F78-40CA-9DC6-BDD12FC2C572}" srcOrd="4" destOrd="0" presId="urn:microsoft.com/office/officeart/2018/5/layout/CenteredIconLabelDescriptionList"/>
    <dgm:cxn modelId="{D3A3F43E-D37B-4AA2-8A76-5EE742BA9AEA}" type="presParOf" srcId="{A03E803B-3561-4615-984C-276F2891F658}" destId="{381D997C-92D4-4484-B6EE-216AE66F348A}" srcOrd="3" destOrd="0" presId="urn:microsoft.com/office/officeart/2018/5/layout/CenteredIconLabelDescriptionList"/>
    <dgm:cxn modelId="{2BF98642-DD69-406B-A9DF-6C185181B897}" type="presParOf" srcId="{A03E803B-3561-4615-984C-276F2891F658}" destId="{724505C1-B7CA-42FD-8C50-AD5870216151}" srcOrd="4" destOrd="0" presId="urn:microsoft.com/office/officeart/2018/5/layout/CenteredIconLabelDescriptionList"/>
    <dgm:cxn modelId="{711E8ED3-FC53-4966-9B51-3167072AA59C}" type="presParOf" srcId="{724505C1-B7CA-42FD-8C50-AD5870216151}" destId="{124C4569-AEAF-4DBA-934E-C89DB12AD6D8}" srcOrd="0" destOrd="0" presId="urn:microsoft.com/office/officeart/2018/5/layout/CenteredIconLabelDescriptionList"/>
    <dgm:cxn modelId="{23270EEC-20F9-4DF0-9E13-620A1AAC5726}" type="presParOf" srcId="{724505C1-B7CA-42FD-8C50-AD5870216151}" destId="{CA258C0E-8E96-4959-AB72-C21E50670A8E}" srcOrd="1" destOrd="0" presId="urn:microsoft.com/office/officeart/2018/5/layout/CenteredIconLabelDescriptionList"/>
    <dgm:cxn modelId="{4B918B3C-B6D9-429A-B0E8-94431D8399F1}" type="presParOf" srcId="{724505C1-B7CA-42FD-8C50-AD5870216151}" destId="{F00FF01E-351F-4738-A831-590BC9F55A72}" srcOrd="2" destOrd="0" presId="urn:microsoft.com/office/officeart/2018/5/layout/CenteredIconLabelDescriptionList"/>
    <dgm:cxn modelId="{A0DA434E-CA73-4B15-A2BA-D7F62DE4C8EB}" type="presParOf" srcId="{724505C1-B7CA-42FD-8C50-AD5870216151}" destId="{96C267E2-2D01-437F-9667-D63F3EEB194F}" srcOrd="3" destOrd="0" presId="urn:microsoft.com/office/officeart/2018/5/layout/CenteredIconLabelDescriptionList"/>
    <dgm:cxn modelId="{2ABB3FDF-FC80-4A08-9C02-9BFBF64FEEE8}" type="presParOf" srcId="{724505C1-B7CA-42FD-8C50-AD5870216151}" destId="{94C7EDCA-C135-4DDA-8784-97CC813FA6A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FE2AEF24-1C98-4348-ABED-CEEBBFF75AE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2A0394-8205-4B86-8180-FFB9B8DD998D}">
      <dgm:prSet/>
      <dgm:spPr/>
      <dgm:t>
        <a:bodyPr/>
        <a:lstStyle/>
        <a:p>
          <a:pPr>
            <a:lnSpc>
              <a:spcPct val="100000"/>
            </a:lnSpc>
          </a:pPr>
          <a:r>
            <a:rPr lang="en-US" dirty="0"/>
            <a:t>you can create new addresses</a:t>
          </a:r>
        </a:p>
      </dgm:t>
    </dgm:pt>
    <dgm:pt modelId="{CFD5CAC0-2218-4A05-9B03-00562ECD0C4A}" type="parTrans" cxnId="{4FEFE9D5-A012-425A-85B1-EA4842CE8622}">
      <dgm:prSet/>
      <dgm:spPr/>
      <dgm:t>
        <a:bodyPr/>
        <a:lstStyle/>
        <a:p>
          <a:endParaRPr lang="en-US"/>
        </a:p>
      </dgm:t>
    </dgm:pt>
    <dgm:pt modelId="{7CA43DA5-E844-4E10-9A48-03EE0F549C32}" type="sibTrans" cxnId="{4FEFE9D5-A012-425A-85B1-EA4842CE8622}">
      <dgm:prSet/>
      <dgm:spPr/>
      <dgm:t>
        <a:bodyPr/>
        <a:lstStyle/>
        <a:p>
          <a:endParaRPr lang="en-US"/>
        </a:p>
      </dgm:t>
    </dgm:pt>
    <dgm:pt modelId="{48B6CFCF-3E11-43EA-9B02-CA2735044E9C}">
      <dgm:prSet/>
      <dgm:spPr/>
      <dgm:t>
        <a:bodyPr/>
        <a:lstStyle/>
        <a:p>
          <a:pPr>
            <a:lnSpc>
              <a:spcPct val="100000"/>
            </a:lnSpc>
          </a:pPr>
          <a:r>
            <a:rPr lang="tr-TR"/>
            <a:t>QR code</a:t>
          </a:r>
          <a:endParaRPr lang="en-US"/>
        </a:p>
      </dgm:t>
    </dgm:pt>
    <dgm:pt modelId="{88B66FA8-8ED1-4582-A548-D2CD0F7A6C6E}" type="parTrans" cxnId="{5CF2F7A9-76B6-4BDB-9DE9-F8DFE0A6673F}">
      <dgm:prSet/>
      <dgm:spPr/>
      <dgm:t>
        <a:bodyPr/>
        <a:lstStyle/>
        <a:p>
          <a:endParaRPr lang="en-US"/>
        </a:p>
      </dgm:t>
    </dgm:pt>
    <dgm:pt modelId="{61F92FB8-96FA-44C2-A378-FD15C164170A}" type="sibTrans" cxnId="{5CF2F7A9-76B6-4BDB-9DE9-F8DFE0A6673F}">
      <dgm:prSet/>
      <dgm:spPr/>
      <dgm:t>
        <a:bodyPr/>
        <a:lstStyle/>
        <a:p>
          <a:endParaRPr lang="en-US"/>
        </a:p>
      </dgm:t>
    </dgm:pt>
    <dgm:pt modelId="{E29848D9-30F2-4731-8489-11F97B08B4D3}">
      <dgm:prSet/>
      <dgm:spPr/>
      <dgm:t>
        <a:bodyPr/>
        <a:lstStyle/>
        <a:p>
          <a:pPr>
            <a:lnSpc>
              <a:spcPct val="100000"/>
            </a:lnSpc>
          </a:pPr>
          <a:r>
            <a:rPr lang="tr-TR"/>
            <a:t>Private keys </a:t>
          </a:r>
          <a:endParaRPr lang="en-US"/>
        </a:p>
      </dgm:t>
    </dgm:pt>
    <dgm:pt modelId="{70B661E6-3DDE-471A-9737-49977B854FE9}" type="parTrans" cxnId="{2A2515FE-4977-466F-B3E8-D88C9D69304A}">
      <dgm:prSet/>
      <dgm:spPr/>
      <dgm:t>
        <a:bodyPr/>
        <a:lstStyle/>
        <a:p>
          <a:endParaRPr lang="en-US"/>
        </a:p>
      </dgm:t>
    </dgm:pt>
    <dgm:pt modelId="{28833E59-9341-411D-B419-E02D5D46CE5D}" type="sibTrans" cxnId="{2A2515FE-4977-466F-B3E8-D88C9D69304A}">
      <dgm:prSet/>
      <dgm:spPr/>
      <dgm:t>
        <a:bodyPr/>
        <a:lstStyle/>
        <a:p>
          <a:endParaRPr lang="en-US"/>
        </a:p>
      </dgm:t>
    </dgm:pt>
    <dgm:pt modelId="{47078C8C-C91B-463F-A102-7820463303B9}">
      <dgm:prSet/>
      <dgm:spPr/>
      <dgm:t>
        <a:bodyPr/>
        <a:lstStyle/>
        <a:p>
          <a:pPr>
            <a:lnSpc>
              <a:spcPct val="100000"/>
            </a:lnSpc>
          </a:pPr>
          <a:r>
            <a:rPr lang="tr-TR"/>
            <a:t>generated by the wallet</a:t>
          </a:r>
          <a:endParaRPr lang="en-US"/>
        </a:p>
      </dgm:t>
    </dgm:pt>
    <dgm:pt modelId="{EFE6D4EA-E262-40C0-819C-F3FFD8C546E6}" type="parTrans" cxnId="{5FF47777-C9D6-4647-96C1-1D410950D0BE}">
      <dgm:prSet/>
      <dgm:spPr/>
      <dgm:t>
        <a:bodyPr/>
        <a:lstStyle/>
        <a:p>
          <a:endParaRPr lang="en-US"/>
        </a:p>
      </dgm:t>
    </dgm:pt>
    <dgm:pt modelId="{E42EB42A-01F3-4C82-BC31-4E3D672F9430}" type="sibTrans" cxnId="{5FF47777-C9D6-4647-96C1-1D410950D0BE}">
      <dgm:prSet/>
      <dgm:spPr/>
      <dgm:t>
        <a:bodyPr/>
        <a:lstStyle/>
        <a:p>
          <a:endParaRPr lang="en-US"/>
        </a:p>
      </dgm:t>
    </dgm:pt>
    <dgm:pt modelId="{D607F271-BD9D-4B16-914F-BEF5D57F5D3B}">
      <dgm:prSet/>
      <dgm:spPr/>
      <dgm:t>
        <a:bodyPr/>
        <a:lstStyle/>
        <a:p>
          <a:pPr>
            <a:lnSpc>
              <a:spcPct val="100000"/>
            </a:lnSpc>
          </a:pPr>
          <a:r>
            <a:rPr lang="tr-TR"/>
            <a:t>Used together with bitcoin addresses</a:t>
          </a:r>
          <a:endParaRPr lang="en-US"/>
        </a:p>
      </dgm:t>
    </dgm:pt>
    <dgm:pt modelId="{59AEAF50-88EF-4CB3-8789-62E3EC3D27D8}" type="parTrans" cxnId="{442CE985-3351-45E3-8980-AB2BEFFF9265}">
      <dgm:prSet/>
      <dgm:spPr/>
      <dgm:t>
        <a:bodyPr/>
        <a:lstStyle/>
        <a:p>
          <a:endParaRPr lang="en-US"/>
        </a:p>
      </dgm:t>
    </dgm:pt>
    <dgm:pt modelId="{25829D9C-F33B-4010-8831-F098B35DD1B5}" type="sibTrans" cxnId="{442CE985-3351-45E3-8980-AB2BEFFF9265}">
      <dgm:prSet/>
      <dgm:spPr/>
      <dgm:t>
        <a:bodyPr/>
        <a:lstStyle/>
        <a:p>
          <a:endParaRPr lang="en-US"/>
        </a:p>
      </dgm:t>
    </dgm:pt>
    <dgm:pt modelId="{D11EC019-1A82-4424-9E20-812018ECCAD4}">
      <dgm:prSet/>
      <dgm:spPr/>
      <dgm:t>
        <a:bodyPr/>
        <a:lstStyle/>
        <a:p>
          <a:pPr>
            <a:lnSpc>
              <a:spcPct val="100000"/>
            </a:lnSpc>
          </a:pPr>
          <a:r>
            <a:rPr lang="tr-TR" dirty="0" err="1"/>
            <a:t>to</a:t>
          </a:r>
          <a:r>
            <a:rPr lang="tr-TR" dirty="0"/>
            <a:t> </a:t>
          </a:r>
          <a:r>
            <a:rPr lang="en-US" dirty="0"/>
            <a:t>direct funds to your wallet</a:t>
          </a:r>
        </a:p>
      </dgm:t>
    </dgm:pt>
    <dgm:pt modelId="{5241E12F-D392-4C8B-A1EA-B0ACEB1A1EA1}" type="parTrans" cxnId="{CF28159E-6D9D-43FC-B379-0EE7DEB5A58A}">
      <dgm:prSet/>
      <dgm:spPr/>
      <dgm:t>
        <a:bodyPr/>
        <a:lstStyle/>
        <a:p>
          <a:endParaRPr lang="tr-TR"/>
        </a:p>
      </dgm:t>
    </dgm:pt>
    <dgm:pt modelId="{8F45C3AC-7698-4069-9697-680CAC2BC180}" type="sibTrans" cxnId="{CF28159E-6D9D-43FC-B379-0EE7DEB5A58A}">
      <dgm:prSet/>
      <dgm:spPr/>
      <dgm:t>
        <a:bodyPr/>
        <a:lstStyle/>
        <a:p>
          <a:endParaRPr lang="tr-TR"/>
        </a:p>
      </dgm:t>
    </dgm:pt>
    <dgm:pt modelId="{B1FBBAD6-3615-4C03-BFC0-3AAB84AD3957}">
      <dgm:prSet/>
      <dgm:spPr/>
      <dgm:t>
        <a:bodyPr/>
        <a:lstStyle/>
        <a:p>
          <a:pPr>
            <a:lnSpc>
              <a:spcPct val="100000"/>
            </a:lnSpc>
          </a:pPr>
          <a:r>
            <a:rPr lang="tr-TR" dirty="0" err="1"/>
            <a:t>to</a:t>
          </a:r>
          <a:r>
            <a:rPr lang="tr-TR" dirty="0"/>
            <a:t> </a:t>
          </a:r>
          <a:r>
            <a:rPr lang="tr-TR" dirty="0" err="1"/>
            <a:t>exchange</a:t>
          </a:r>
          <a:r>
            <a:rPr lang="tr-TR" dirty="0"/>
            <a:t> </a:t>
          </a:r>
          <a:r>
            <a:rPr lang="tr-TR" dirty="0" err="1"/>
            <a:t>via</a:t>
          </a:r>
          <a:r>
            <a:rPr lang="tr-TR" dirty="0"/>
            <a:t> </a:t>
          </a:r>
          <a:r>
            <a:rPr lang="tr-TR" dirty="0" err="1"/>
            <a:t>camera</a:t>
          </a:r>
          <a:endParaRPr lang="en-US" dirty="0"/>
        </a:p>
      </dgm:t>
    </dgm:pt>
    <dgm:pt modelId="{98C28598-590A-4376-B767-30C382959884}" type="parTrans" cxnId="{7F53EB1C-E5CF-410F-8806-7DBA55FCC951}">
      <dgm:prSet/>
      <dgm:spPr/>
      <dgm:t>
        <a:bodyPr/>
        <a:lstStyle/>
        <a:p>
          <a:endParaRPr lang="tr-TR"/>
        </a:p>
      </dgm:t>
    </dgm:pt>
    <dgm:pt modelId="{212D21B5-5F02-4C87-82B1-F044E6437865}" type="sibTrans" cxnId="{7F53EB1C-E5CF-410F-8806-7DBA55FCC951}">
      <dgm:prSet/>
      <dgm:spPr/>
      <dgm:t>
        <a:bodyPr/>
        <a:lstStyle/>
        <a:p>
          <a:endParaRPr lang="tr-TR"/>
        </a:p>
      </dgm:t>
    </dgm:pt>
    <dgm:pt modelId="{FA69ED37-507A-417C-81D4-C41AD550C886}">
      <dgm:prSet/>
      <dgm:spPr/>
      <dgm:t>
        <a:bodyPr/>
        <a:lstStyle/>
        <a:p>
          <a:pPr>
            <a:lnSpc>
              <a:spcPct val="100000"/>
            </a:lnSpc>
          </a:pPr>
          <a:r>
            <a:rPr lang="tr-TR"/>
            <a:t>New Bitcoin Adresses</a:t>
          </a:r>
          <a:endParaRPr lang="en-US"/>
        </a:p>
      </dgm:t>
    </dgm:pt>
    <dgm:pt modelId="{88555CD6-C1D0-4E79-8963-59E9DAAB297C}" type="parTrans" cxnId="{C39FCBAA-7F81-4219-977D-B14B2227C79D}">
      <dgm:prSet/>
      <dgm:spPr/>
      <dgm:t>
        <a:bodyPr/>
        <a:lstStyle/>
        <a:p>
          <a:endParaRPr lang="tr-TR"/>
        </a:p>
      </dgm:t>
    </dgm:pt>
    <dgm:pt modelId="{C1A5D200-D4D7-4B12-976C-8D70E07CAB04}" type="sibTrans" cxnId="{C39FCBAA-7F81-4219-977D-B14B2227C79D}">
      <dgm:prSet/>
      <dgm:spPr/>
      <dgm:t>
        <a:bodyPr/>
        <a:lstStyle/>
        <a:p>
          <a:endParaRPr lang="tr-TR"/>
        </a:p>
      </dgm:t>
    </dgm:pt>
    <dgm:pt modelId="{7F2E55DE-F6FA-4E5E-9430-A81125C4E462}">
      <dgm:prSet/>
      <dgm:spPr/>
      <dgm:t>
        <a:bodyPr/>
        <a:lstStyle/>
        <a:p>
          <a:pPr>
            <a:lnSpc>
              <a:spcPct val="100000"/>
            </a:lnSpc>
          </a:pPr>
          <a:r>
            <a:rPr lang="tr-TR"/>
            <a:t>Easy way to read the address</a:t>
          </a:r>
          <a:endParaRPr lang="en-US"/>
        </a:p>
      </dgm:t>
    </dgm:pt>
    <dgm:pt modelId="{A2BAE73E-5A0C-4263-A255-4FE7971C9BE1}" type="parTrans" cxnId="{6F9B19A6-5F8E-4857-8A63-7282A489AD61}">
      <dgm:prSet/>
      <dgm:spPr/>
      <dgm:t>
        <a:bodyPr/>
        <a:lstStyle/>
        <a:p>
          <a:endParaRPr lang="tr-TR"/>
        </a:p>
      </dgm:t>
    </dgm:pt>
    <dgm:pt modelId="{C2194A60-BBE7-42D4-AC07-318BE4146444}" type="sibTrans" cxnId="{6F9B19A6-5F8E-4857-8A63-7282A489AD61}">
      <dgm:prSet/>
      <dgm:spPr/>
      <dgm:t>
        <a:bodyPr/>
        <a:lstStyle/>
        <a:p>
          <a:endParaRPr lang="tr-TR"/>
        </a:p>
      </dgm:t>
    </dgm:pt>
    <dgm:pt modelId="{534E9E70-CF0E-47E1-8AAF-160A36F019DF}">
      <dgm:prSet/>
      <dgm:spPr/>
      <dgm:t>
        <a:bodyPr/>
        <a:lstStyle/>
        <a:p>
          <a:pPr>
            <a:lnSpc>
              <a:spcPct val="100000"/>
            </a:lnSpc>
          </a:pPr>
          <a:r>
            <a:rPr lang="en-US"/>
            <a:t>as often as you like</a:t>
          </a:r>
        </a:p>
      </dgm:t>
    </dgm:pt>
    <dgm:pt modelId="{8B1470E2-34D0-46CA-AFA3-A7A21527A1DA}" type="parTrans" cxnId="{EC5ED59C-D722-45E9-B28E-A99B82827CB6}">
      <dgm:prSet/>
      <dgm:spPr/>
      <dgm:t>
        <a:bodyPr/>
        <a:lstStyle/>
        <a:p>
          <a:endParaRPr lang="tr-TR"/>
        </a:p>
      </dgm:t>
    </dgm:pt>
    <dgm:pt modelId="{ED7C1B35-8CFC-4AAD-B7EB-CC9698EFE258}" type="sibTrans" cxnId="{EC5ED59C-D722-45E9-B28E-A99B82827CB6}">
      <dgm:prSet/>
      <dgm:spPr/>
      <dgm:t>
        <a:bodyPr/>
        <a:lstStyle/>
        <a:p>
          <a:endParaRPr lang="tr-TR"/>
        </a:p>
      </dgm:t>
    </dgm:pt>
    <dgm:pt modelId="{E2E42C74-F77B-47C9-8165-478ACFAECC62}" type="pres">
      <dgm:prSet presAssocID="{FE2AEF24-1C98-4348-ABED-CEEBBFF75AED}" presName="root" presStyleCnt="0">
        <dgm:presLayoutVars>
          <dgm:dir/>
          <dgm:resizeHandles val="exact"/>
        </dgm:presLayoutVars>
      </dgm:prSet>
      <dgm:spPr/>
    </dgm:pt>
    <dgm:pt modelId="{9C5DD522-2F37-440F-A6C4-613799A5C756}" type="pres">
      <dgm:prSet presAssocID="{FA69ED37-507A-417C-81D4-C41AD550C886}" presName="compNode" presStyleCnt="0"/>
      <dgm:spPr/>
    </dgm:pt>
    <dgm:pt modelId="{BA222332-9EB7-4311-BCEB-497C5AA1308A}" type="pres">
      <dgm:prSet presAssocID="{FA69ED37-507A-417C-81D4-C41AD550C886}" presName="bgRect" presStyleLbl="bgShp" presStyleIdx="0" presStyleCnt="3"/>
      <dgm:spPr/>
    </dgm:pt>
    <dgm:pt modelId="{5CDC8FF1-C661-43DE-8110-7DBB0AEF62F3}" type="pres">
      <dgm:prSet presAssocID="{FA69ED37-507A-417C-81D4-C41AD550C8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39B173C5-8436-4B04-96D4-291E6B51A19C}" type="pres">
      <dgm:prSet presAssocID="{FA69ED37-507A-417C-81D4-C41AD550C886}" presName="spaceRect" presStyleCnt="0"/>
      <dgm:spPr/>
    </dgm:pt>
    <dgm:pt modelId="{CF47EE0E-6758-46AE-9FAB-ED2621C6986D}" type="pres">
      <dgm:prSet presAssocID="{FA69ED37-507A-417C-81D4-C41AD550C886}" presName="parTx" presStyleLbl="revTx" presStyleIdx="0" presStyleCnt="6">
        <dgm:presLayoutVars>
          <dgm:chMax val="0"/>
          <dgm:chPref val="0"/>
        </dgm:presLayoutVars>
      </dgm:prSet>
      <dgm:spPr/>
    </dgm:pt>
    <dgm:pt modelId="{437709FC-0465-4AC2-B97C-063A9548CEAC}" type="pres">
      <dgm:prSet presAssocID="{FA69ED37-507A-417C-81D4-C41AD550C886}" presName="desTx" presStyleLbl="revTx" presStyleIdx="1" presStyleCnt="6">
        <dgm:presLayoutVars/>
      </dgm:prSet>
      <dgm:spPr/>
    </dgm:pt>
    <dgm:pt modelId="{3FDD07C4-FF04-4B83-8A9B-8D15560D0AC0}" type="pres">
      <dgm:prSet presAssocID="{C1A5D200-D4D7-4B12-976C-8D70E07CAB04}" presName="sibTrans" presStyleCnt="0"/>
      <dgm:spPr/>
    </dgm:pt>
    <dgm:pt modelId="{7EB2B059-8F18-4C0E-B487-6B94230B1EA3}" type="pres">
      <dgm:prSet presAssocID="{48B6CFCF-3E11-43EA-9B02-CA2735044E9C}" presName="compNode" presStyleCnt="0"/>
      <dgm:spPr/>
    </dgm:pt>
    <dgm:pt modelId="{140A70E8-4D94-4CB3-8E22-EDEC5B7E91B5}" type="pres">
      <dgm:prSet presAssocID="{48B6CFCF-3E11-43EA-9B02-CA2735044E9C}" presName="bgRect" presStyleLbl="bgShp" presStyleIdx="1" presStyleCnt="3"/>
      <dgm:spPr/>
    </dgm:pt>
    <dgm:pt modelId="{332738B7-1D6C-4ED5-B759-42407107737A}" type="pres">
      <dgm:prSet presAssocID="{48B6CFCF-3E11-43EA-9B02-CA2735044E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65DC22EE-F663-4A45-99A1-4DCE6EDDD579}" type="pres">
      <dgm:prSet presAssocID="{48B6CFCF-3E11-43EA-9B02-CA2735044E9C}" presName="spaceRect" presStyleCnt="0"/>
      <dgm:spPr/>
    </dgm:pt>
    <dgm:pt modelId="{D71A2AE7-6294-465A-8293-A9A0904FD64A}" type="pres">
      <dgm:prSet presAssocID="{48B6CFCF-3E11-43EA-9B02-CA2735044E9C}" presName="parTx" presStyleLbl="revTx" presStyleIdx="2" presStyleCnt="6">
        <dgm:presLayoutVars>
          <dgm:chMax val="0"/>
          <dgm:chPref val="0"/>
        </dgm:presLayoutVars>
      </dgm:prSet>
      <dgm:spPr/>
    </dgm:pt>
    <dgm:pt modelId="{134FFDA7-FE4B-4395-8531-F37B62366776}" type="pres">
      <dgm:prSet presAssocID="{48B6CFCF-3E11-43EA-9B02-CA2735044E9C}" presName="desTx" presStyleLbl="revTx" presStyleIdx="3" presStyleCnt="6">
        <dgm:presLayoutVars/>
      </dgm:prSet>
      <dgm:spPr/>
    </dgm:pt>
    <dgm:pt modelId="{57629087-90A0-44B3-99C3-D3DE8C62534D}" type="pres">
      <dgm:prSet presAssocID="{61F92FB8-96FA-44C2-A378-FD15C164170A}" presName="sibTrans" presStyleCnt="0"/>
      <dgm:spPr/>
    </dgm:pt>
    <dgm:pt modelId="{B5B78ED4-E94A-4B4B-9A96-1DFB4CFD31B7}" type="pres">
      <dgm:prSet presAssocID="{E29848D9-30F2-4731-8489-11F97B08B4D3}" presName="compNode" presStyleCnt="0"/>
      <dgm:spPr/>
    </dgm:pt>
    <dgm:pt modelId="{6BFC62A5-AE38-4153-8CFE-04A366C4CB39}" type="pres">
      <dgm:prSet presAssocID="{E29848D9-30F2-4731-8489-11F97B08B4D3}" presName="bgRect" presStyleLbl="bgShp" presStyleIdx="2" presStyleCnt="3"/>
      <dgm:spPr/>
    </dgm:pt>
    <dgm:pt modelId="{B4BE7540-7055-4B2E-BEA8-6AD585710927}" type="pres">
      <dgm:prSet presAssocID="{E29848D9-30F2-4731-8489-11F97B08B4D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ss Pieces"/>
        </a:ext>
      </dgm:extLst>
    </dgm:pt>
    <dgm:pt modelId="{EFAE8FD5-A612-4C43-87F8-9197672FF99B}" type="pres">
      <dgm:prSet presAssocID="{E29848D9-30F2-4731-8489-11F97B08B4D3}" presName="spaceRect" presStyleCnt="0"/>
      <dgm:spPr/>
    </dgm:pt>
    <dgm:pt modelId="{E70B2810-D75F-4089-90E7-CAC7F4346435}" type="pres">
      <dgm:prSet presAssocID="{E29848D9-30F2-4731-8489-11F97B08B4D3}" presName="parTx" presStyleLbl="revTx" presStyleIdx="4" presStyleCnt="6">
        <dgm:presLayoutVars>
          <dgm:chMax val="0"/>
          <dgm:chPref val="0"/>
        </dgm:presLayoutVars>
      </dgm:prSet>
      <dgm:spPr/>
    </dgm:pt>
    <dgm:pt modelId="{8260A742-F039-4B2A-B99F-AFB90558AB54}" type="pres">
      <dgm:prSet presAssocID="{E29848D9-30F2-4731-8489-11F97B08B4D3}" presName="desTx" presStyleLbl="revTx" presStyleIdx="5" presStyleCnt="6">
        <dgm:presLayoutVars/>
      </dgm:prSet>
      <dgm:spPr/>
    </dgm:pt>
  </dgm:ptLst>
  <dgm:cxnLst>
    <dgm:cxn modelId="{43A7B215-F6AD-47B1-B950-A69A6CA338F8}" type="presOf" srcId="{B1FBBAD6-3615-4C03-BFC0-3AAB84AD3957}" destId="{134FFDA7-FE4B-4395-8531-F37B62366776}" srcOrd="0" destOrd="1" presId="urn:microsoft.com/office/officeart/2018/2/layout/IconVerticalSolidList"/>
    <dgm:cxn modelId="{7F53EB1C-E5CF-410F-8806-7DBA55FCC951}" srcId="{48B6CFCF-3E11-43EA-9B02-CA2735044E9C}" destId="{B1FBBAD6-3615-4C03-BFC0-3AAB84AD3957}" srcOrd="1" destOrd="0" parTransId="{98C28598-590A-4376-B767-30C382959884}" sibTransId="{212D21B5-5F02-4C87-82B1-F044E6437865}"/>
    <dgm:cxn modelId="{7B334121-D440-41F8-9BF5-E00BC8A29C0D}" type="presOf" srcId="{FE2AEF24-1C98-4348-ABED-CEEBBFF75AED}" destId="{E2E42C74-F77B-47C9-8165-478ACFAECC62}" srcOrd="0" destOrd="0" presId="urn:microsoft.com/office/officeart/2018/2/layout/IconVerticalSolidList"/>
    <dgm:cxn modelId="{2C28CF37-BB37-4849-A8CC-1203740673E3}" type="presOf" srcId="{534E9E70-CF0E-47E1-8AAF-160A36F019DF}" destId="{437709FC-0465-4AC2-B97C-063A9548CEAC}" srcOrd="0" destOrd="1" presId="urn:microsoft.com/office/officeart/2018/2/layout/IconVerticalSolidList"/>
    <dgm:cxn modelId="{C0782D49-062E-4957-AC1B-E7D54350B650}" type="presOf" srcId="{E29848D9-30F2-4731-8489-11F97B08B4D3}" destId="{E70B2810-D75F-4089-90E7-CAC7F4346435}" srcOrd="0" destOrd="0" presId="urn:microsoft.com/office/officeart/2018/2/layout/IconVerticalSolidList"/>
    <dgm:cxn modelId="{8BE0974E-5E18-4698-B2CA-109AE6AD6CD4}" type="presOf" srcId="{D11EC019-1A82-4424-9E20-812018ECCAD4}" destId="{437709FC-0465-4AC2-B97C-063A9548CEAC}" srcOrd="0" destOrd="2" presId="urn:microsoft.com/office/officeart/2018/2/layout/IconVerticalSolidList"/>
    <dgm:cxn modelId="{5FF47777-C9D6-4647-96C1-1D410950D0BE}" srcId="{E29848D9-30F2-4731-8489-11F97B08B4D3}" destId="{47078C8C-C91B-463F-A102-7820463303B9}" srcOrd="0" destOrd="0" parTransId="{EFE6D4EA-E262-40C0-819C-F3FFD8C546E6}" sibTransId="{E42EB42A-01F3-4C82-BC31-4E3D672F9430}"/>
    <dgm:cxn modelId="{442CE985-3351-45E3-8980-AB2BEFFF9265}" srcId="{E29848D9-30F2-4731-8489-11F97B08B4D3}" destId="{D607F271-BD9D-4B16-914F-BEF5D57F5D3B}" srcOrd="1" destOrd="0" parTransId="{59AEAF50-88EF-4CB3-8789-62E3EC3D27D8}" sibTransId="{25829D9C-F33B-4010-8831-F098B35DD1B5}"/>
    <dgm:cxn modelId="{EC5ED59C-D722-45E9-B28E-A99B82827CB6}" srcId="{FA69ED37-507A-417C-81D4-C41AD550C886}" destId="{534E9E70-CF0E-47E1-8AAF-160A36F019DF}" srcOrd="1" destOrd="0" parTransId="{8B1470E2-34D0-46CA-AFA3-A7A21527A1DA}" sibTransId="{ED7C1B35-8CFC-4AAD-B7EB-CC9698EFE258}"/>
    <dgm:cxn modelId="{CF28159E-6D9D-43FC-B379-0EE7DEB5A58A}" srcId="{FA69ED37-507A-417C-81D4-C41AD550C886}" destId="{D11EC019-1A82-4424-9E20-812018ECCAD4}" srcOrd="2" destOrd="0" parTransId="{5241E12F-D392-4C8B-A1EA-B0ACEB1A1EA1}" sibTransId="{8F45C3AC-7698-4069-9697-680CAC2BC180}"/>
    <dgm:cxn modelId="{347BF2A2-BD0E-42A1-AE13-000FAD955162}" type="presOf" srcId="{F92A0394-8205-4B86-8180-FFB9B8DD998D}" destId="{437709FC-0465-4AC2-B97C-063A9548CEAC}" srcOrd="0" destOrd="0" presId="urn:microsoft.com/office/officeart/2018/2/layout/IconVerticalSolidList"/>
    <dgm:cxn modelId="{495C3FA5-3EB2-4A65-AB1D-BFEFD7E52843}" type="presOf" srcId="{48B6CFCF-3E11-43EA-9B02-CA2735044E9C}" destId="{D71A2AE7-6294-465A-8293-A9A0904FD64A}" srcOrd="0" destOrd="0" presId="urn:microsoft.com/office/officeart/2018/2/layout/IconVerticalSolidList"/>
    <dgm:cxn modelId="{6F9B19A6-5F8E-4857-8A63-7282A489AD61}" srcId="{48B6CFCF-3E11-43EA-9B02-CA2735044E9C}" destId="{7F2E55DE-F6FA-4E5E-9430-A81125C4E462}" srcOrd="0" destOrd="0" parTransId="{A2BAE73E-5A0C-4263-A255-4FE7971C9BE1}" sibTransId="{C2194A60-BBE7-42D4-AC07-318BE4146444}"/>
    <dgm:cxn modelId="{5CF2F7A9-76B6-4BDB-9DE9-F8DFE0A6673F}" srcId="{FE2AEF24-1C98-4348-ABED-CEEBBFF75AED}" destId="{48B6CFCF-3E11-43EA-9B02-CA2735044E9C}" srcOrd="1" destOrd="0" parTransId="{88B66FA8-8ED1-4582-A548-D2CD0F7A6C6E}" sibTransId="{61F92FB8-96FA-44C2-A378-FD15C164170A}"/>
    <dgm:cxn modelId="{C39FCBAA-7F81-4219-977D-B14B2227C79D}" srcId="{FE2AEF24-1C98-4348-ABED-CEEBBFF75AED}" destId="{FA69ED37-507A-417C-81D4-C41AD550C886}" srcOrd="0" destOrd="0" parTransId="{88555CD6-C1D0-4E79-8963-59E9DAAB297C}" sibTransId="{C1A5D200-D4D7-4B12-976C-8D70E07CAB04}"/>
    <dgm:cxn modelId="{B9D120BC-AAC6-4816-8521-ADEF81BD911D}" type="presOf" srcId="{FA69ED37-507A-417C-81D4-C41AD550C886}" destId="{CF47EE0E-6758-46AE-9FAB-ED2621C6986D}" srcOrd="0" destOrd="0" presId="urn:microsoft.com/office/officeart/2018/2/layout/IconVerticalSolidList"/>
    <dgm:cxn modelId="{845335C1-BF33-4178-8D21-A9739AB4BBE4}" type="presOf" srcId="{D607F271-BD9D-4B16-914F-BEF5D57F5D3B}" destId="{8260A742-F039-4B2A-B99F-AFB90558AB54}" srcOrd="0" destOrd="1" presId="urn:microsoft.com/office/officeart/2018/2/layout/IconVerticalSolidList"/>
    <dgm:cxn modelId="{ED5CF6CD-46D3-43BA-B518-B6F0EA1C08F5}" type="presOf" srcId="{47078C8C-C91B-463F-A102-7820463303B9}" destId="{8260A742-F039-4B2A-B99F-AFB90558AB54}" srcOrd="0" destOrd="0" presId="urn:microsoft.com/office/officeart/2018/2/layout/IconVerticalSolidList"/>
    <dgm:cxn modelId="{AFDC46D5-10E5-4F02-88B7-3573D441C437}" type="presOf" srcId="{7F2E55DE-F6FA-4E5E-9430-A81125C4E462}" destId="{134FFDA7-FE4B-4395-8531-F37B62366776}" srcOrd="0" destOrd="0" presId="urn:microsoft.com/office/officeart/2018/2/layout/IconVerticalSolidList"/>
    <dgm:cxn modelId="{4FEFE9D5-A012-425A-85B1-EA4842CE8622}" srcId="{FA69ED37-507A-417C-81D4-C41AD550C886}" destId="{F92A0394-8205-4B86-8180-FFB9B8DD998D}" srcOrd="0" destOrd="0" parTransId="{CFD5CAC0-2218-4A05-9B03-00562ECD0C4A}" sibTransId="{7CA43DA5-E844-4E10-9A48-03EE0F549C32}"/>
    <dgm:cxn modelId="{2A2515FE-4977-466F-B3E8-D88C9D69304A}" srcId="{FE2AEF24-1C98-4348-ABED-CEEBBFF75AED}" destId="{E29848D9-30F2-4731-8489-11F97B08B4D3}" srcOrd="2" destOrd="0" parTransId="{70B661E6-3DDE-471A-9737-49977B854FE9}" sibTransId="{28833E59-9341-411D-B419-E02D5D46CE5D}"/>
    <dgm:cxn modelId="{65A757FC-A6C5-422C-9749-1D39719CC7CF}" type="presParOf" srcId="{E2E42C74-F77B-47C9-8165-478ACFAECC62}" destId="{9C5DD522-2F37-440F-A6C4-613799A5C756}" srcOrd="0" destOrd="0" presId="urn:microsoft.com/office/officeart/2018/2/layout/IconVerticalSolidList"/>
    <dgm:cxn modelId="{BEB9A377-938E-43DF-9614-9AC784EC2FFD}" type="presParOf" srcId="{9C5DD522-2F37-440F-A6C4-613799A5C756}" destId="{BA222332-9EB7-4311-BCEB-497C5AA1308A}" srcOrd="0" destOrd="0" presId="urn:microsoft.com/office/officeart/2018/2/layout/IconVerticalSolidList"/>
    <dgm:cxn modelId="{DF282D0B-E703-4809-9ECC-F2CF79679E0A}" type="presParOf" srcId="{9C5DD522-2F37-440F-A6C4-613799A5C756}" destId="{5CDC8FF1-C661-43DE-8110-7DBB0AEF62F3}" srcOrd="1" destOrd="0" presId="urn:microsoft.com/office/officeart/2018/2/layout/IconVerticalSolidList"/>
    <dgm:cxn modelId="{B027F531-98EE-4466-973B-49899F9E96C7}" type="presParOf" srcId="{9C5DD522-2F37-440F-A6C4-613799A5C756}" destId="{39B173C5-8436-4B04-96D4-291E6B51A19C}" srcOrd="2" destOrd="0" presId="urn:microsoft.com/office/officeart/2018/2/layout/IconVerticalSolidList"/>
    <dgm:cxn modelId="{33459EE6-D78D-4013-8358-DC843ECDE1BD}" type="presParOf" srcId="{9C5DD522-2F37-440F-A6C4-613799A5C756}" destId="{CF47EE0E-6758-46AE-9FAB-ED2621C6986D}" srcOrd="3" destOrd="0" presId="urn:microsoft.com/office/officeart/2018/2/layout/IconVerticalSolidList"/>
    <dgm:cxn modelId="{7E81A926-08C1-49AA-A69B-68264205858C}" type="presParOf" srcId="{9C5DD522-2F37-440F-A6C4-613799A5C756}" destId="{437709FC-0465-4AC2-B97C-063A9548CEAC}" srcOrd="4" destOrd="0" presId="urn:microsoft.com/office/officeart/2018/2/layout/IconVerticalSolidList"/>
    <dgm:cxn modelId="{9BD95BB0-11E3-4523-A21B-20E3E5E43D85}" type="presParOf" srcId="{E2E42C74-F77B-47C9-8165-478ACFAECC62}" destId="{3FDD07C4-FF04-4B83-8A9B-8D15560D0AC0}" srcOrd="1" destOrd="0" presId="urn:microsoft.com/office/officeart/2018/2/layout/IconVerticalSolidList"/>
    <dgm:cxn modelId="{3A3DFCF2-47E2-44D8-AE26-E9994E888BC7}" type="presParOf" srcId="{E2E42C74-F77B-47C9-8165-478ACFAECC62}" destId="{7EB2B059-8F18-4C0E-B487-6B94230B1EA3}" srcOrd="2" destOrd="0" presId="urn:microsoft.com/office/officeart/2018/2/layout/IconVerticalSolidList"/>
    <dgm:cxn modelId="{A9FFB6F2-9F1D-486E-A2DB-CD169218BC5D}" type="presParOf" srcId="{7EB2B059-8F18-4C0E-B487-6B94230B1EA3}" destId="{140A70E8-4D94-4CB3-8E22-EDEC5B7E91B5}" srcOrd="0" destOrd="0" presId="urn:microsoft.com/office/officeart/2018/2/layout/IconVerticalSolidList"/>
    <dgm:cxn modelId="{FF4F7D46-E0F9-4FF7-B548-23CF936F67FF}" type="presParOf" srcId="{7EB2B059-8F18-4C0E-B487-6B94230B1EA3}" destId="{332738B7-1D6C-4ED5-B759-42407107737A}" srcOrd="1" destOrd="0" presId="urn:microsoft.com/office/officeart/2018/2/layout/IconVerticalSolidList"/>
    <dgm:cxn modelId="{388178C0-739C-46C5-B488-2D63EB40FC07}" type="presParOf" srcId="{7EB2B059-8F18-4C0E-B487-6B94230B1EA3}" destId="{65DC22EE-F663-4A45-99A1-4DCE6EDDD579}" srcOrd="2" destOrd="0" presId="urn:microsoft.com/office/officeart/2018/2/layout/IconVerticalSolidList"/>
    <dgm:cxn modelId="{71F34E33-7B34-40AD-80FE-611DE07EB8B1}" type="presParOf" srcId="{7EB2B059-8F18-4C0E-B487-6B94230B1EA3}" destId="{D71A2AE7-6294-465A-8293-A9A0904FD64A}" srcOrd="3" destOrd="0" presId="urn:microsoft.com/office/officeart/2018/2/layout/IconVerticalSolidList"/>
    <dgm:cxn modelId="{FDB9DB45-C649-46D6-ADFF-0D1CF1ACFA9F}" type="presParOf" srcId="{7EB2B059-8F18-4C0E-B487-6B94230B1EA3}" destId="{134FFDA7-FE4B-4395-8531-F37B62366776}" srcOrd="4" destOrd="0" presId="urn:microsoft.com/office/officeart/2018/2/layout/IconVerticalSolidList"/>
    <dgm:cxn modelId="{8AF32C96-E8DB-466C-BCF5-53ED1DBC2B6C}" type="presParOf" srcId="{E2E42C74-F77B-47C9-8165-478ACFAECC62}" destId="{57629087-90A0-44B3-99C3-D3DE8C62534D}" srcOrd="3" destOrd="0" presId="urn:microsoft.com/office/officeart/2018/2/layout/IconVerticalSolidList"/>
    <dgm:cxn modelId="{05AE5B18-468D-4DC9-830C-9E8EEE1D34EB}" type="presParOf" srcId="{E2E42C74-F77B-47C9-8165-478ACFAECC62}" destId="{B5B78ED4-E94A-4B4B-9A96-1DFB4CFD31B7}" srcOrd="4" destOrd="0" presId="urn:microsoft.com/office/officeart/2018/2/layout/IconVerticalSolidList"/>
    <dgm:cxn modelId="{AB8F5C92-9A26-42FC-9EDE-21D1D60E6BCD}" type="presParOf" srcId="{B5B78ED4-E94A-4B4B-9A96-1DFB4CFD31B7}" destId="{6BFC62A5-AE38-4153-8CFE-04A366C4CB39}" srcOrd="0" destOrd="0" presId="urn:microsoft.com/office/officeart/2018/2/layout/IconVerticalSolidList"/>
    <dgm:cxn modelId="{D0553BD0-B3CA-40BF-8B6C-809EABD67E8C}" type="presParOf" srcId="{B5B78ED4-E94A-4B4B-9A96-1DFB4CFD31B7}" destId="{B4BE7540-7055-4B2E-BEA8-6AD585710927}" srcOrd="1" destOrd="0" presId="urn:microsoft.com/office/officeart/2018/2/layout/IconVerticalSolidList"/>
    <dgm:cxn modelId="{35D091C6-BEB5-4695-BA56-68F4937C6392}" type="presParOf" srcId="{B5B78ED4-E94A-4B4B-9A96-1DFB4CFD31B7}" destId="{EFAE8FD5-A612-4C43-87F8-9197672FF99B}" srcOrd="2" destOrd="0" presId="urn:microsoft.com/office/officeart/2018/2/layout/IconVerticalSolidList"/>
    <dgm:cxn modelId="{3E39299E-3EC9-49A2-B77C-E2695B856B43}" type="presParOf" srcId="{B5B78ED4-E94A-4B4B-9A96-1DFB4CFD31B7}" destId="{E70B2810-D75F-4089-90E7-CAC7F4346435}" srcOrd="3" destOrd="0" presId="urn:microsoft.com/office/officeart/2018/2/layout/IconVerticalSolidList"/>
    <dgm:cxn modelId="{64782AE2-A226-4A95-AC67-7D5AD81BF3DC}" type="presParOf" srcId="{B5B78ED4-E94A-4B4B-9A96-1DFB4CFD31B7}" destId="{8260A742-F039-4B2A-B99F-AFB90558AB5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05DA12E-6DC1-4111-8624-7B2DAA6B820E}" type="doc">
      <dgm:prSet loTypeId="urn:microsoft.com/office/officeart/2018/2/layout/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5E27AC49-E372-4F0B-96A5-6BC2A5274B25}">
      <dgm:prSet/>
      <dgm:spPr/>
      <dgm:t>
        <a:bodyPr/>
        <a:lstStyle/>
        <a:p>
          <a:pPr>
            <a:lnSpc>
              <a:spcPct val="100000"/>
            </a:lnSpc>
            <a:defRPr b="1"/>
          </a:pPr>
          <a:r>
            <a:rPr lang="tr-TR"/>
            <a:t>No </a:t>
          </a:r>
          <a:r>
            <a:rPr lang="tr-TR" err="1"/>
            <a:t>traditional</a:t>
          </a:r>
          <a:r>
            <a:rPr lang="tr-TR"/>
            <a:t> </a:t>
          </a:r>
          <a:r>
            <a:rPr lang="tr-TR" err="1"/>
            <a:t>methods</a:t>
          </a:r>
          <a:r>
            <a:rPr lang="tr-TR"/>
            <a:t> </a:t>
          </a:r>
          <a:r>
            <a:rPr lang="tr-TR" err="1"/>
            <a:t>applicable</a:t>
          </a:r>
          <a:endParaRPr lang="en-US"/>
        </a:p>
      </dgm:t>
    </dgm:pt>
    <dgm:pt modelId="{668F839B-2759-431F-9B92-83493726706D}" type="parTrans" cxnId="{31AB8008-0ADD-4D14-9A75-1D360678EFBE}">
      <dgm:prSet/>
      <dgm:spPr/>
      <dgm:t>
        <a:bodyPr/>
        <a:lstStyle/>
        <a:p>
          <a:endParaRPr lang="en-US"/>
        </a:p>
      </dgm:t>
    </dgm:pt>
    <dgm:pt modelId="{AE9C4296-73EF-4B76-AACB-25F5CC6380CE}" type="sibTrans" cxnId="{31AB8008-0ADD-4D14-9A75-1D360678EFBE}">
      <dgm:prSet/>
      <dgm:spPr/>
      <dgm:t>
        <a:bodyPr/>
        <a:lstStyle/>
        <a:p>
          <a:endParaRPr lang="en-US"/>
        </a:p>
      </dgm:t>
    </dgm:pt>
    <dgm:pt modelId="{F689E43B-898A-45B2-A3EB-BBF21FC83E32}">
      <dgm:prSet/>
      <dgm:spPr/>
      <dgm:t>
        <a:bodyPr/>
        <a:lstStyle/>
        <a:p>
          <a:pPr>
            <a:lnSpc>
              <a:spcPct val="100000"/>
            </a:lnSpc>
          </a:pPr>
          <a:r>
            <a:rPr lang="tr-TR"/>
            <a:t>Since account transfers are reversible</a:t>
          </a:r>
          <a:endParaRPr lang="en-US"/>
        </a:p>
      </dgm:t>
    </dgm:pt>
    <dgm:pt modelId="{96F0842F-4C64-4F64-A030-CF6A234C461D}" type="parTrans" cxnId="{620A29B8-F86F-4763-867F-9FFC7C4B8C67}">
      <dgm:prSet/>
      <dgm:spPr/>
      <dgm:t>
        <a:bodyPr/>
        <a:lstStyle/>
        <a:p>
          <a:endParaRPr lang="en-US"/>
        </a:p>
      </dgm:t>
    </dgm:pt>
    <dgm:pt modelId="{54C135C4-9AE0-4C0D-AFDD-4D1F77E5FF0C}" type="sibTrans" cxnId="{620A29B8-F86F-4763-867F-9FFC7C4B8C67}">
      <dgm:prSet/>
      <dgm:spPr/>
      <dgm:t>
        <a:bodyPr/>
        <a:lstStyle/>
        <a:p>
          <a:endParaRPr lang="en-US"/>
        </a:p>
      </dgm:t>
    </dgm:pt>
    <dgm:pt modelId="{691C6998-3727-4985-A135-5D5DED2C243D}">
      <dgm:prSet/>
      <dgm:spPr/>
      <dgm:t>
        <a:bodyPr/>
        <a:lstStyle/>
        <a:p>
          <a:pPr>
            <a:lnSpc>
              <a:spcPct val="100000"/>
            </a:lnSpc>
          </a:pPr>
          <a:r>
            <a:rPr lang="tr-TR"/>
            <a:t>As a new user </a:t>
          </a:r>
          <a:r>
            <a:rPr lang="en-US"/>
            <a:t>you cannot buy bitcoin instantly with a credit card</a:t>
          </a:r>
        </a:p>
      </dgm:t>
    </dgm:pt>
    <dgm:pt modelId="{D744F74D-DC9A-4A5A-9EAB-3DA0C67426C4}" type="parTrans" cxnId="{EAF6CA76-A348-48AD-9A68-779BA070C954}">
      <dgm:prSet/>
      <dgm:spPr/>
      <dgm:t>
        <a:bodyPr/>
        <a:lstStyle/>
        <a:p>
          <a:endParaRPr lang="en-US"/>
        </a:p>
      </dgm:t>
    </dgm:pt>
    <dgm:pt modelId="{D414A8CF-3313-4DF0-8C2B-7E6C4A77398C}" type="sibTrans" cxnId="{EAF6CA76-A348-48AD-9A68-779BA070C954}">
      <dgm:prSet/>
      <dgm:spPr/>
      <dgm:t>
        <a:bodyPr/>
        <a:lstStyle/>
        <a:p>
          <a:endParaRPr lang="en-US"/>
        </a:p>
      </dgm:t>
    </dgm:pt>
    <dgm:pt modelId="{C755C8C7-991D-48AE-BAD9-7C8B0F4EB356}">
      <dgm:prSet/>
      <dgm:spPr/>
      <dgm:t>
        <a:bodyPr/>
        <a:lstStyle/>
        <a:p>
          <a:pPr>
            <a:lnSpc>
              <a:spcPct val="100000"/>
            </a:lnSpc>
          </a:pPr>
          <a:r>
            <a:rPr lang="tr-TR" err="1"/>
            <a:t>You</a:t>
          </a:r>
          <a:r>
            <a:rPr lang="tr-TR"/>
            <a:t> </a:t>
          </a:r>
          <a:r>
            <a:rPr lang="tr-TR" err="1"/>
            <a:t>cannot</a:t>
          </a:r>
          <a:r>
            <a:rPr lang="tr-TR"/>
            <a:t> buy </a:t>
          </a:r>
          <a:r>
            <a:rPr lang="tr-TR" err="1"/>
            <a:t>bitcoin</a:t>
          </a:r>
          <a:endParaRPr lang="en-US"/>
        </a:p>
      </dgm:t>
    </dgm:pt>
    <dgm:pt modelId="{12E099BD-1C86-4D9F-A301-11D4B584776D}" type="parTrans" cxnId="{EBEAF48C-6051-4C16-ACC7-6C2C4746A598}">
      <dgm:prSet/>
      <dgm:spPr/>
      <dgm:t>
        <a:bodyPr/>
        <a:lstStyle/>
        <a:p>
          <a:endParaRPr lang="tr-TR"/>
        </a:p>
      </dgm:t>
    </dgm:pt>
    <dgm:pt modelId="{B8481C7F-61D8-4BDA-B2F7-951DCF43DAEE}" type="sibTrans" cxnId="{EBEAF48C-6051-4C16-ACC7-6C2C4746A598}">
      <dgm:prSet/>
      <dgm:spPr/>
      <dgm:t>
        <a:bodyPr/>
        <a:lstStyle/>
        <a:p>
          <a:endParaRPr lang="tr-TR"/>
        </a:p>
      </dgm:t>
    </dgm:pt>
    <dgm:pt modelId="{BD616FE8-899C-41E3-92A0-237480E17541}">
      <dgm:prSet/>
      <dgm:spPr/>
      <dgm:t>
        <a:bodyPr/>
        <a:lstStyle/>
        <a:p>
          <a:pPr>
            <a:lnSpc>
              <a:spcPct val="100000"/>
            </a:lnSpc>
            <a:defRPr b="1"/>
          </a:pPr>
          <a:r>
            <a:rPr lang="tr-TR"/>
            <a:t>No credit card!</a:t>
          </a:r>
          <a:endParaRPr lang="en-US"/>
        </a:p>
      </dgm:t>
    </dgm:pt>
    <dgm:pt modelId="{4F06FAF9-1893-432F-999E-9656F676EAD3}" type="parTrans" cxnId="{1E1C8362-CEA4-4546-93FD-47B684B7AAE3}">
      <dgm:prSet/>
      <dgm:spPr/>
      <dgm:t>
        <a:bodyPr/>
        <a:lstStyle/>
        <a:p>
          <a:endParaRPr lang="tr-TR"/>
        </a:p>
      </dgm:t>
    </dgm:pt>
    <dgm:pt modelId="{CB3A7C5E-9DAC-453F-A7CE-9112919778B4}" type="sibTrans" cxnId="{1E1C8362-CEA4-4546-93FD-47B684B7AAE3}">
      <dgm:prSet/>
      <dgm:spPr/>
      <dgm:t>
        <a:bodyPr/>
        <a:lstStyle/>
        <a:p>
          <a:endParaRPr lang="tr-TR"/>
        </a:p>
      </dgm:t>
    </dgm:pt>
    <dgm:pt modelId="{C29695F7-42F1-424A-BAB5-1EB54807D450}">
      <dgm:prSet/>
      <dgm:spPr/>
      <dgm:t>
        <a:bodyPr/>
        <a:lstStyle/>
        <a:p>
          <a:pPr>
            <a:lnSpc>
              <a:spcPct val="100000"/>
            </a:lnSpc>
          </a:pPr>
          <a:r>
            <a:rPr lang="tr-TR"/>
            <a:t>with </a:t>
          </a:r>
          <a:r>
            <a:rPr lang="tr-TR" err="1"/>
            <a:t>your</a:t>
          </a:r>
          <a:r>
            <a:rPr lang="tr-TR"/>
            <a:t> pay pal </a:t>
          </a:r>
          <a:r>
            <a:rPr lang="tr-TR" err="1"/>
            <a:t>or</a:t>
          </a:r>
          <a:r>
            <a:rPr lang="tr-TR"/>
            <a:t> </a:t>
          </a:r>
          <a:r>
            <a:rPr lang="tr-TR" err="1"/>
            <a:t>credit</a:t>
          </a:r>
          <a:r>
            <a:rPr lang="tr-TR"/>
            <a:t> </a:t>
          </a:r>
          <a:r>
            <a:rPr lang="tr-TR" err="1"/>
            <a:t>card</a:t>
          </a:r>
          <a:r>
            <a:rPr lang="tr-TR"/>
            <a:t> directly</a:t>
          </a:r>
          <a:endParaRPr lang="en-US"/>
        </a:p>
      </dgm:t>
    </dgm:pt>
    <dgm:pt modelId="{DD5CE9A2-50B0-4EA6-AF39-B0E4F695AFF8}" type="parTrans" cxnId="{C41B6B9B-EC5B-42A8-B480-E9079EB59E2C}">
      <dgm:prSet/>
      <dgm:spPr/>
    </dgm:pt>
    <dgm:pt modelId="{2A0E53DB-E47B-4DA1-B5BF-EA0A361B7979}" type="sibTrans" cxnId="{C41B6B9B-EC5B-42A8-B480-E9079EB59E2C}">
      <dgm:prSet/>
      <dgm:spPr/>
    </dgm:pt>
    <dgm:pt modelId="{01572248-970F-45DC-910C-30B6D0332228}" type="pres">
      <dgm:prSet presAssocID="{105DA12E-6DC1-4111-8624-7B2DAA6B820E}" presName="root" presStyleCnt="0">
        <dgm:presLayoutVars>
          <dgm:dir/>
          <dgm:resizeHandles val="exact"/>
        </dgm:presLayoutVars>
      </dgm:prSet>
      <dgm:spPr/>
    </dgm:pt>
    <dgm:pt modelId="{5DF30837-944D-4EB2-B442-3E40585573A3}" type="pres">
      <dgm:prSet presAssocID="{5E27AC49-E372-4F0B-96A5-6BC2A5274B25}" presName="compNode" presStyleCnt="0"/>
      <dgm:spPr/>
    </dgm:pt>
    <dgm:pt modelId="{F360BDA2-8E0C-42F3-A582-DF4DBE072B1A}" type="pres">
      <dgm:prSet presAssocID="{5E27AC49-E372-4F0B-96A5-6BC2A5274B2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gister"/>
        </a:ext>
      </dgm:extLst>
    </dgm:pt>
    <dgm:pt modelId="{6FC1CDD6-623A-43FC-99E2-0C6A04524CBA}" type="pres">
      <dgm:prSet presAssocID="{5E27AC49-E372-4F0B-96A5-6BC2A5274B25}" presName="iconSpace" presStyleCnt="0"/>
      <dgm:spPr/>
    </dgm:pt>
    <dgm:pt modelId="{D3F7CDA8-AEEC-4191-86C8-69C5275D1495}" type="pres">
      <dgm:prSet presAssocID="{5E27AC49-E372-4F0B-96A5-6BC2A5274B25}" presName="parTx" presStyleLbl="revTx" presStyleIdx="0" presStyleCnt="4">
        <dgm:presLayoutVars>
          <dgm:chMax val="0"/>
          <dgm:chPref val="0"/>
        </dgm:presLayoutVars>
      </dgm:prSet>
      <dgm:spPr/>
    </dgm:pt>
    <dgm:pt modelId="{A969B885-F238-40EA-9EBB-82707E28FD41}" type="pres">
      <dgm:prSet presAssocID="{5E27AC49-E372-4F0B-96A5-6BC2A5274B25}" presName="txSpace" presStyleCnt="0"/>
      <dgm:spPr/>
    </dgm:pt>
    <dgm:pt modelId="{9E224F64-5575-43E4-AC44-3904601F5C4D}" type="pres">
      <dgm:prSet presAssocID="{5E27AC49-E372-4F0B-96A5-6BC2A5274B25}" presName="desTx" presStyleLbl="revTx" presStyleIdx="1" presStyleCnt="4">
        <dgm:presLayoutVars/>
      </dgm:prSet>
      <dgm:spPr/>
    </dgm:pt>
    <dgm:pt modelId="{D86684CF-43D7-4F85-A978-D01C478C1A3E}" type="pres">
      <dgm:prSet presAssocID="{AE9C4296-73EF-4B76-AACB-25F5CC6380CE}" presName="sibTrans" presStyleCnt="0"/>
      <dgm:spPr/>
    </dgm:pt>
    <dgm:pt modelId="{AE9B0AD1-4D33-4C01-85BA-801F9916F810}" type="pres">
      <dgm:prSet presAssocID="{BD616FE8-899C-41E3-92A0-237480E17541}" presName="compNode" presStyleCnt="0"/>
      <dgm:spPr/>
    </dgm:pt>
    <dgm:pt modelId="{B7356557-C847-4241-9B01-15226FDAEBBE}" type="pres">
      <dgm:prSet presAssocID="{BD616FE8-899C-41E3-92A0-237480E1754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edit card"/>
        </a:ext>
      </dgm:extLst>
    </dgm:pt>
    <dgm:pt modelId="{DCF1CC66-6C77-4F6F-A1B4-10EE4E8ED34E}" type="pres">
      <dgm:prSet presAssocID="{BD616FE8-899C-41E3-92A0-237480E17541}" presName="iconSpace" presStyleCnt="0"/>
      <dgm:spPr/>
    </dgm:pt>
    <dgm:pt modelId="{66459B40-6C94-45C1-972D-65A88E3956DC}" type="pres">
      <dgm:prSet presAssocID="{BD616FE8-899C-41E3-92A0-237480E17541}" presName="parTx" presStyleLbl="revTx" presStyleIdx="2" presStyleCnt="4">
        <dgm:presLayoutVars>
          <dgm:chMax val="0"/>
          <dgm:chPref val="0"/>
        </dgm:presLayoutVars>
      </dgm:prSet>
      <dgm:spPr/>
    </dgm:pt>
    <dgm:pt modelId="{020279A1-A655-40AD-9667-74DE14BC0418}" type="pres">
      <dgm:prSet presAssocID="{BD616FE8-899C-41E3-92A0-237480E17541}" presName="txSpace" presStyleCnt="0"/>
      <dgm:spPr/>
    </dgm:pt>
    <dgm:pt modelId="{915087CB-61BE-44D6-A965-D6328EF62EBA}" type="pres">
      <dgm:prSet presAssocID="{BD616FE8-899C-41E3-92A0-237480E17541}" presName="desTx" presStyleLbl="revTx" presStyleIdx="3" presStyleCnt="4">
        <dgm:presLayoutVars/>
      </dgm:prSet>
      <dgm:spPr/>
    </dgm:pt>
  </dgm:ptLst>
  <dgm:cxnLst>
    <dgm:cxn modelId="{4864DA05-0C97-4977-AA8C-93C59D4A9DC6}" type="presOf" srcId="{5E27AC49-E372-4F0B-96A5-6BC2A5274B25}" destId="{D3F7CDA8-AEEC-4191-86C8-69C5275D1495}" srcOrd="0" destOrd="0" presId="urn:microsoft.com/office/officeart/2018/2/layout/IconLabelDescriptionList"/>
    <dgm:cxn modelId="{31AB8008-0ADD-4D14-9A75-1D360678EFBE}" srcId="{105DA12E-6DC1-4111-8624-7B2DAA6B820E}" destId="{5E27AC49-E372-4F0B-96A5-6BC2A5274B25}" srcOrd="0" destOrd="0" parTransId="{668F839B-2759-431F-9B92-83493726706D}" sibTransId="{AE9C4296-73EF-4B76-AACB-25F5CC6380CE}"/>
    <dgm:cxn modelId="{1E1C8362-CEA4-4546-93FD-47B684B7AAE3}" srcId="{105DA12E-6DC1-4111-8624-7B2DAA6B820E}" destId="{BD616FE8-899C-41E3-92A0-237480E17541}" srcOrd="1" destOrd="0" parTransId="{4F06FAF9-1893-432F-999E-9656F676EAD3}" sibTransId="{CB3A7C5E-9DAC-453F-A7CE-9112919778B4}"/>
    <dgm:cxn modelId="{49167F6C-CF85-4EBB-BE25-AC341C3B5208}" type="presOf" srcId="{C29695F7-42F1-424A-BAB5-1EB54807D450}" destId="{9E224F64-5575-43E4-AC44-3904601F5C4D}" srcOrd="0" destOrd="1" presId="urn:microsoft.com/office/officeart/2018/2/layout/IconLabelDescriptionList"/>
    <dgm:cxn modelId="{EAF6CA76-A348-48AD-9A68-779BA070C954}" srcId="{BD616FE8-899C-41E3-92A0-237480E17541}" destId="{691C6998-3727-4985-A135-5D5DED2C243D}" srcOrd="0" destOrd="0" parTransId="{D744F74D-DC9A-4A5A-9EAB-3DA0C67426C4}" sibTransId="{D414A8CF-3313-4DF0-8C2B-7E6C4A77398C}"/>
    <dgm:cxn modelId="{EBEAF48C-6051-4C16-ACC7-6C2C4746A598}" srcId="{5E27AC49-E372-4F0B-96A5-6BC2A5274B25}" destId="{C755C8C7-991D-48AE-BAD9-7C8B0F4EB356}" srcOrd="0" destOrd="0" parTransId="{12E099BD-1C86-4D9F-A301-11D4B584776D}" sibTransId="{B8481C7F-61D8-4BDA-B2F7-951DCF43DAEE}"/>
    <dgm:cxn modelId="{C41B6B9B-EC5B-42A8-B480-E9079EB59E2C}" srcId="{5E27AC49-E372-4F0B-96A5-6BC2A5274B25}" destId="{C29695F7-42F1-424A-BAB5-1EB54807D450}" srcOrd="1" destOrd="0" parTransId="{DD5CE9A2-50B0-4EA6-AF39-B0E4F695AFF8}" sibTransId="{2A0E53DB-E47B-4DA1-B5BF-EA0A361B7979}"/>
    <dgm:cxn modelId="{620A29B8-F86F-4763-867F-9FFC7C4B8C67}" srcId="{5E27AC49-E372-4F0B-96A5-6BC2A5274B25}" destId="{F689E43B-898A-45B2-A3EB-BBF21FC83E32}" srcOrd="2" destOrd="0" parTransId="{96F0842F-4C64-4F64-A030-CF6A234C461D}" sibTransId="{54C135C4-9AE0-4C0D-AFDD-4D1F77E5FF0C}"/>
    <dgm:cxn modelId="{9C98F6BE-C5A5-4B86-B8CC-00FAB883D3A6}" type="presOf" srcId="{691C6998-3727-4985-A135-5D5DED2C243D}" destId="{915087CB-61BE-44D6-A965-D6328EF62EBA}" srcOrd="0" destOrd="0" presId="urn:microsoft.com/office/officeart/2018/2/layout/IconLabelDescriptionList"/>
    <dgm:cxn modelId="{A9222CC5-09C2-429C-8995-B061045E8688}" type="presOf" srcId="{C755C8C7-991D-48AE-BAD9-7C8B0F4EB356}" destId="{9E224F64-5575-43E4-AC44-3904601F5C4D}" srcOrd="0" destOrd="0" presId="urn:microsoft.com/office/officeart/2018/2/layout/IconLabelDescriptionList"/>
    <dgm:cxn modelId="{094D04D2-4AE3-4E9E-BD00-4148E0B84BB4}" type="presOf" srcId="{105DA12E-6DC1-4111-8624-7B2DAA6B820E}" destId="{01572248-970F-45DC-910C-30B6D0332228}" srcOrd="0" destOrd="0" presId="urn:microsoft.com/office/officeart/2018/2/layout/IconLabelDescriptionList"/>
    <dgm:cxn modelId="{55882EDC-E563-4DFA-B929-218CAE833A02}" type="presOf" srcId="{BD616FE8-899C-41E3-92A0-237480E17541}" destId="{66459B40-6C94-45C1-972D-65A88E3956DC}" srcOrd="0" destOrd="0" presId="urn:microsoft.com/office/officeart/2018/2/layout/IconLabelDescriptionList"/>
    <dgm:cxn modelId="{9B707AF9-A2F9-41C9-B1E4-9D098464C1F0}" type="presOf" srcId="{F689E43B-898A-45B2-A3EB-BBF21FC83E32}" destId="{9E224F64-5575-43E4-AC44-3904601F5C4D}" srcOrd="0" destOrd="2" presId="urn:microsoft.com/office/officeart/2018/2/layout/IconLabelDescriptionList"/>
    <dgm:cxn modelId="{673C723F-B467-4081-AD3D-977C1796EDE8}" type="presParOf" srcId="{01572248-970F-45DC-910C-30B6D0332228}" destId="{5DF30837-944D-4EB2-B442-3E40585573A3}" srcOrd="0" destOrd="0" presId="urn:microsoft.com/office/officeart/2018/2/layout/IconLabelDescriptionList"/>
    <dgm:cxn modelId="{07E37C2A-380B-491E-A1EB-12CC98BA24E8}" type="presParOf" srcId="{5DF30837-944D-4EB2-B442-3E40585573A3}" destId="{F360BDA2-8E0C-42F3-A582-DF4DBE072B1A}" srcOrd="0" destOrd="0" presId="urn:microsoft.com/office/officeart/2018/2/layout/IconLabelDescriptionList"/>
    <dgm:cxn modelId="{2D970643-767E-4D11-90C3-B13AB1B3EFFC}" type="presParOf" srcId="{5DF30837-944D-4EB2-B442-3E40585573A3}" destId="{6FC1CDD6-623A-43FC-99E2-0C6A04524CBA}" srcOrd="1" destOrd="0" presId="urn:microsoft.com/office/officeart/2018/2/layout/IconLabelDescriptionList"/>
    <dgm:cxn modelId="{55C9CA5D-BFFF-462C-A89E-D5CE73FBE421}" type="presParOf" srcId="{5DF30837-944D-4EB2-B442-3E40585573A3}" destId="{D3F7CDA8-AEEC-4191-86C8-69C5275D1495}" srcOrd="2" destOrd="0" presId="urn:microsoft.com/office/officeart/2018/2/layout/IconLabelDescriptionList"/>
    <dgm:cxn modelId="{8D068147-7359-4909-A14E-3FD7A3D61D3C}" type="presParOf" srcId="{5DF30837-944D-4EB2-B442-3E40585573A3}" destId="{A969B885-F238-40EA-9EBB-82707E28FD41}" srcOrd="3" destOrd="0" presId="urn:microsoft.com/office/officeart/2018/2/layout/IconLabelDescriptionList"/>
    <dgm:cxn modelId="{FE54CD76-00EF-4001-8E57-B87F1C145D33}" type="presParOf" srcId="{5DF30837-944D-4EB2-B442-3E40585573A3}" destId="{9E224F64-5575-43E4-AC44-3904601F5C4D}" srcOrd="4" destOrd="0" presId="urn:microsoft.com/office/officeart/2018/2/layout/IconLabelDescriptionList"/>
    <dgm:cxn modelId="{C46B992B-F20F-43C2-9922-6DD1FCE78627}" type="presParOf" srcId="{01572248-970F-45DC-910C-30B6D0332228}" destId="{D86684CF-43D7-4F85-A978-D01C478C1A3E}" srcOrd="1" destOrd="0" presId="urn:microsoft.com/office/officeart/2018/2/layout/IconLabelDescriptionList"/>
    <dgm:cxn modelId="{39EF1707-1657-4BDE-871E-978316C583FC}" type="presParOf" srcId="{01572248-970F-45DC-910C-30B6D0332228}" destId="{AE9B0AD1-4D33-4C01-85BA-801F9916F810}" srcOrd="2" destOrd="0" presId="urn:microsoft.com/office/officeart/2018/2/layout/IconLabelDescriptionList"/>
    <dgm:cxn modelId="{518840D3-8C8E-4486-A7DD-2B5B91E6A511}" type="presParOf" srcId="{AE9B0AD1-4D33-4C01-85BA-801F9916F810}" destId="{B7356557-C847-4241-9B01-15226FDAEBBE}" srcOrd="0" destOrd="0" presId="urn:microsoft.com/office/officeart/2018/2/layout/IconLabelDescriptionList"/>
    <dgm:cxn modelId="{647B2AFE-16BC-4A9F-8E64-D6A267846A84}" type="presParOf" srcId="{AE9B0AD1-4D33-4C01-85BA-801F9916F810}" destId="{DCF1CC66-6C77-4F6F-A1B4-10EE4E8ED34E}" srcOrd="1" destOrd="0" presId="urn:microsoft.com/office/officeart/2018/2/layout/IconLabelDescriptionList"/>
    <dgm:cxn modelId="{2CF74EDA-BB56-4F2C-979A-A09896208C13}" type="presParOf" srcId="{AE9B0AD1-4D33-4C01-85BA-801F9916F810}" destId="{66459B40-6C94-45C1-972D-65A88E3956DC}" srcOrd="2" destOrd="0" presId="urn:microsoft.com/office/officeart/2018/2/layout/IconLabelDescriptionList"/>
    <dgm:cxn modelId="{3D8BDA9C-E015-43B5-9FB1-A99CC28EA888}" type="presParOf" srcId="{AE9B0AD1-4D33-4C01-85BA-801F9916F810}" destId="{020279A1-A655-40AD-9667-74DE14BC0418}" srcOrd="3" destOrd="0" presId="urn:microsoft.com/office/officeart/2018/2/layout/IconLabelDescriptionList"/>
    <dgm:cxn modelId="{7A9545D4-D3D2-45F8-89AB-F7374FD5B4F0}" type="presParOf" srcId="{AE9B0AD1-4D33-4C01-85BA-801F9916F810}" destId="{915087CB-61BE-44D6-A965-D6328EF62EBA}"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3B6F1A0-EB43-4F33-A77A-A826C138753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34853EE-233D-4EC8-BE0B-9A494270264D}">
      <dgm:prSet/>
      <dgm:spPr/>
      <dgm:t>
        <a:bodyPr/>
        <a:lstStyle/>
        <a:p>
          <a:pPr>
            <a:lnSpc>
              <a:spcPct val="100000"/>
            </a:lnSpc>
            <a:defRPr b="1"/>
          </a:pPr>
          <a:r>
            <a:rPr lang="en-US" dirty="0"/>
            <a:t>Sell Product</a:t>
          </a:r>
        </a:p>
      </dgm:t>
    </dgm:pt>
    <dgm:pt modelId="{56A62FD3-220B-4A35-BE4E-BDBDB63F0907}" type="sibTrans" cxnId="{96207D22-F244-4339-81B6-4929BA91BD04}">
      <dgm:prSet/>
      <dgm:spPr/>
      <dgm:t>
        <a:bodyPr/>
        <a:lstStyle/>
        <a:p>
          <a:endParaRPr lang="tr-TR"/>
        </a:p>
      </dgm:t>
    </dgm:pt>
    <dgm:pt modelId="{C26395BE-2676-47A9-8B19-4E238BCC3BD2}" type="parTrans" cxnId="{96207D22-F244-4339-81B6-4929BA91BD04}">
      <dgm:prSet/>
      <dgm:spPr/>
      <dgm:t>
        <a:bodyPr/>
        <a:lstStyle/>
        <a:p>
          <a:endParaRPr lang="tr-TR"/>
        </a:p>
      </dgm:t>
    </dgm:pt>
    <dgm:pt modelId="{F1E02052-0C39-4E36-BF6B-5568053A357C}">
      <dgm:prSet/>
      <dgm:spPr/>
      <dgm:t>
        <a:bodyPr/>
        <a:lstStyle/>
        <a:p>
          <a:pPr>
            <a:lnSpc>
              <a:spcPct val="100000"/>
            </a:lnSpc>
            <a:defRPr b="1"/>
          </a:pPr>
          <a:r>
            <a:rPr lang="en-US"/>
            <a:t>Find sellers</a:t>
          </a:r>
          <a:endParaRPr lang="en-US" dirty="0"/>
        </a:p>
      </dgm:t>
    </dgm:pt>
    <dgm:pt modelId="{9EC8DA4A-EFAF-4FC8-85FD-8C49D9DF15B2}" type="sibTrans" cxnId="{3D2C0E0A-CE90-4829-B00C-DF118D286209}">
      <dgm:prSet/>
      <dgm:spPr/>
      <dgm:t>
        <a:bodyPr/>
        <a:lstStyle/>
        <a:p>
          <a:endParaRPr lang="en-US"/>
        </a:p>
      </dgm:t>
    </dgm:pt>
    <dgm:pt modelId="{DDF6AC33-809A-4DBE-9703-DB077B3C268B}" type="parTrans" cxnId="{3D2C0E0A-CE90-4829-B00C-DF118D286209}">
      <dgm:prSet/>
      <dgm:spPr/>
      <dgm:t>
        <a:bodyPr/>
        <a:lstStyle/>
        <a:p>
          <a:endParaRPr lang="en-US"/>
        </a:p>
      </dgm:t>
    </dgm:pt>
    <dgm:pt modelId="{125360D4-9725-4854-9E99-F9C9D535A704}">
      <dgm:prSet/>
      <dgm:spPr/>
      <dgm:t>
        <a:bodyPr/>
        <a:lstStyle/>
        <a:p>
          <a:pPr>
            <a:lnSpc>
              <a:spcPct val="100000"/>
            </a:lnSpc>
            <a:defRPr b="1"/>
          </a:pPr>
          <a:r>
            <a:rPr lang="en-US" dirty="0"/>
            <a:t>Buy from Friend</a:t>
          </a:r>
        </a:p>
      </dgm:t>
    </dgm:pt>
    <dgm:pt modelId="{259B46C0-3B3E-4578-80F2-45CAA385F55A}" type="sibTrans" cxnId="{DF624F42-99CD-49B1-A823-791D4B0D57DE}">
      <dgm:prSet/>
      <dgm:spPr/>
      <dgm:t>
        <a:bodyPr/>
        <a:lstStyle/>
        <a:p>
          <a:endParaRPr lang="en-US"/>
        </a:p>
      </dgm:t>
    </dgm:pt>
    <dgm:pt modelId="{8C6A70A3-9238-4DBF-8FD2-3E1ACD114520}" type="parTrans" cxnId="{DF624F42-99CD-49B1-A823-791D4B0D57DE}">
      <dgm:prSet/>
      <dgm:spPr/>
      <dgm:t>
        <a:bodyPr/>
        <a:lstStyle/>
        <a:p>
          <a:endParaRPr lang="en-US"/>
        </a:p>
      </dgm:t>
    </dgm:pt>
    <dgm:pt modelId="{AE27F7DC-7FF6-4023-9DAE-499407DF696C}">
      <dgm:prSet/>
      <dgm:spPr/>
      <dgm:t>
        <a:bodyPr/>
        <a:lstStyle/>
        <a:p>
          <a:pPr>
            <a:lnSpc>
              <a:spcPct val="100000"/>
            </a:lnSpc>
          </a:pPr>
          <a:r>
            <a:rPr lang="en-US" dirty="0"/>
            <a:t>Find a friend who has bitcoin</a:t>
          </a:r>
        </a:p>
      </dgm:t>
    </dgm:pt>
    <dgm:pt modelId="{8283BBDB-1457-4D1F-94BA-E49B12EC41E1}" type="sibTrans" cxnId="{8F8951FB-37E2-4E8B-892A-EE4D69BF0255}">
      <dgm:prSet/>
      <dgm:spPr/>
      <dgm:t>
        <a:bodyPr/>
        <a:lstStyle/>
        <a:p>
          <a:endParaRPr lang="tr-TR"/>
        </a:p>
      </dgm:t>
    </dgm:pt>
    <dgm:pt modelId="{610A468E-F2CB-4CD3-9399-898F347D2464}" type="parTrans" cxnId="{8F8951FB-37E2-4E8B-892A-EE4D69BF0255}">
      <dgm:prSet/>
      <dgm:spPr/>
      <dgm:t>
        <a:bodyPr/>
        <a:lstStyle/>
        <a:p>
          <a:endParaRPr lang="tr-TR"/>
        </a:p>
      </dgm:t>
    </dgm:pt>
    <dgm:pt modelId="{FC5D9272-33E7-497A-B82E-3C55CC630E3F}">
      <dgm:prSet/>
      <dgm:spPr/>
      <dgm:t>
        <a:bodyPr/>
        <a:lstStyle/>
        <a:p>
          <a:pPr>
            <a:lnSpc>
              <a:spcPct val="100000"/>
            </a:lnSpc>
          </a:pPr>
          <a:r>
            <a:rPr lang="en-US" dirty="0"/>
            <a:t>and buy some from him or her directly</a:t>
          </a:r>
        </a:p>
      </dgm:t>
    </dgm:pt>
    <dgm:pt modelId="{319AA5EE-575C-4BA4-B4C8-5E9480170B12}" type="sibTrans" cxnId="{94C98230-58C6-42C5-BA5C-18A3087D324F}">
      <dgm:prSet/>
      <dgm:spPr/>
      <dgm:t>
        <a:bodyPr/>
        <a:lstStyle/>
        <a:p>
          <a:endParaRPr lang="tr-TR"/>
        </a:p>
      </dgm:t>
    </dgm:pt>
    <dgm:pt modelId="{BD3952E5-E216-4727-B21C-D4140407DF5A}" type="parTrans" cxnId="{94C98230-58C6-42C5-BA5C-18A3087D324F}">
      <dgm:prSet/>
      <dgm:spPr/>
      <dgm:t>
        <a:bodyPr/>
        <a:lstStyle/>
        <a:p>
          <a:endParaRPr lang="tr-TR"/>
        </a:p>
      </dgm:t>
    </dgm:pt>
    <dgm:pt modelId="{9E371EC7-BDEB-4C58-AFB8-FC88FE036505}">
      <dgm:prSet/>
      <dgm:spPr/>
      <dgm:t>
        <a:bodyPr/>
        <a:lstStyle/>
        <a:p>
          <a:pPr>
            <a:lnSpc>
              <a:spcPct val="100000"/>
            </a:lnSpc>
          </a:pPr>
          <a:r>
            <a:rPr lang="en-US" dirty="0"/>
            <a:t>Use a classified service such as localbitcoins.com</a:t>
          </a:r>
        </a:p>
      </dgm:t>
    </dgm:pt>
    <dgm:pt modelId="{62F44400-9EEE-48EF-B37F-A7CE30304E1A}" type="parTrans" cxnId="{FC8A55BF-60E6-4419-9C83-2D2372825849}">
      <dgm:prSet/>
      <dgm:spPr/>
      <dgm:t>
        <a:bodyPr/>
        <a:lstStyle/>
        <a:p>
          <a:endParaRPr lang="tr-TR"/>
        </a:p>
      </dgm:t>
    </dgm:pt>
    <dgm:pt modelId="{BA459E87-80FC-49CD-902D-6B96BB991A84}" type="sibTrans" cxnId="{FC8A55BF-60E6-4419-9C83-2D2372825849}">
      <dgm:prSet/>
      <dgm:spPr/>
      <dgm:t>
        <a:bodyPr/>
        <a:lstStyle/>
        <a:p>
          <a:endParaRPr lang="tr-TR"/>
        </a:p>
      </dgm:t>
    </dgm:pt>
    <dgm:pt modelId="{422C6E9E-924F-4BF2-9069-0CA587C4D3F3}">
      <dgm:prSet/>
      <dgm:spPr/>
      <dgm:t>
        <a:bodyPr/>
        <a:lstStyle/>
        <a:p>
          <a:pPr>
            <a:lnSpc>
              <a:spcPct val="100000"/>
            </a:lnSpc>
          </a:pPr>
          <a:r>
            <a:rPr lang="en-US" dirty="0"/>
            <a:t>to find a seller in your area to buy bitcoin for cash in an in-person transaction </a:t>
          </a:r>
          <a:endParaRPr lang="tr-TR" dirty="0"/>
        </a:p>
      </dgm:t>
    </dgm:pt>
    <dgm:pt modelId="{C5315452-AC54-44F6-A9FE-6B8A598920C7}" type="parTrans" cxnId="{2EEFD019-1415-4DE4-8DAA-A139E573B4E2}">
      <dgm:prSet/>
      <dgm:spPr/>
      <dgm:t>
        <a:bodyPr/>
        <a:lstStyle/>
        <a:p>
          <a:endParaRPr lang="tr-TR"/>
        </a:p>
      </dgm:t>
    </dgm:pt>
    <dgm:pt modelId="{97BDD7C9-3FD7-48D7-9FB4-93158414C710}" type="sibTrans" cxnId="{2EEFD019-1415-4DE4-8DAA-A139E573B4E2}">
      <dgm:prSet/>
      <dgm:spPr/>
      <dgm:t>
        <a:bodyPr/>
        <a:lstStyle/>
        <a:p>
          <a:endParaRPr lang="tr-TR"/>
        </a:p>
      </dgm:t>
    </dgm:pt>
    <dgm:pt modelId="{3EC444FB-AFB2-49E6-9179-3C6DF9F86664}">
      <dgm:prSet/>
      <dgm:spPr/>
      <dgm:t>
        <a:bodyPr/>
        <a:lstStyle/>
        <a:p>
          <a:pPr>
            <a:lnSpc>
              <a:spcPct val="100000"/>
            </a:lnSpc>
          </a:pPr>
          <a:r>
            <a:rPr lang="en-US" dirty="0"/>
            <a:t>Earn bitcoin by selling a product or service for bitcoin.</a:t>
          </a:r>
          <a:endParaRPr lang="tr-TR"/>
        </a:p>
      </dgm:t>
    </dgm:pt>
    <dgm:pt modelId="{9243F1D9-143D-4390-B985-05B4E0DB0CCA}" type="parTrans" cxnId="{5398BCC2-1F7C-449F-9100-34259BFD2608}">
      <dgm:prSet/>
      <dgm:spPr/>
      <dgm:t>
        <a:bodyPr/>
        <a:lstStyle/>
        <a:p>
          <a:endParaRPr lang="tr-TR"/>
        </a:p>
      </dgm:t>
    </dgm:pt>
    <dgm:pt modelId="{A8322E1B-4C5F-4667-9F14-11486A1BC2A5}" type="sibTrans" cxnId="{5398BCC2-1F7C-449F-9100-34259BFD2608}">
      <dgm:prSet/>
      <dgm:spPr/>
      <dgm:t>
        <a:bodyPr/>
        <a:lstStyle/>
        <a:p>
          <a:endParaRPr lang="tr-TR"/>
        </a:p>
      </dgm:t>
    </dgm:pt>
    <dgm:pt modelId="{9BDF946E-0FC1-43BA-BB8B-CB94BBA6DD90}" type="pres">
      <dgm:prSet presAssocID="{33B6F1A0-EB43-4F33-A77A-A826C138753F}" presName="root" presStyleCnt="0">
        <dgm:presLayoutVars>
          <dgm:dir/>
          <dgm:resizeHandles val="exact"/>
        </dgm:presLayoutVars>
      </dgm:prSet>
      <dgm:spPr/>
    </dgm:pt>
    <dgm:pt modelId="{20409381-7C17-46B9-9905-029CE11C5295}" type="pres">
      <dgm:prSet presAssocID="{125360D4-9725-4854-9E99-F9C9D535A704}" presName="compNode" presStyleCnt="0"/>
      <dgm:spPr/>
    </dgm:pt>
    <dgm:pt modelId="{E5B68AEB-651C-4A90-B74C-F7BD6A1E1772}" type="pres">
      <dgm:prSet presAssocID="{125360D4-9725-4854-9E99-F9C9D535A704}" presName="iconRect" presStyleLbl="node1" presStyleIdx="0" presStyleCnt="3" custLinFactNeighborX="-469" custLinFactNeighborY="-117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97580AD-15F0-4EDC-BF15-62E01EEA36D8}" type="pres">
      <dgm:prSet presAssocID="{125360D4-9725-4854-9E99-F9C9D535A704}" presName="iconSpace" presStyleCnt="0"/>
      <dgm:spPr/>
    </dgm:pt>
    <dgm:pt modelId="{A2D0BB53-4A9A-4FE5-8D9E-BDF7CF7E04EE}" type="pres">
      <dgm:prSet presAssocID="{125360D4-9725-4854-9E99-F9C9D535A704}" presName="parTx" presStyleLbl="revTx" presStyleIdx="0" presStyleCnt="6">
        <dgm:presLayoutVars>
          <dgm:chMax val="0"/>
          <dgm:chPref val="0"/>
        </dgm:presLayoutVars>
      </dgm:prSet>
      <dgm:spPr/>
    </dgm:pt>
    <dgm:pt modelId="{65DCB9CE-97B5-45E2-B573-AC903D4E16D7}" type="pres">
      <dgm:prSet presAssocID="{125360D4-9725-4854-9E99-F9C9D535A704}" presName="txSpace" presStyleCnt="0"/>
      <dgm:spPr/>
    </dgm:pt>
    <dgm:pt modelId="{6D6D7A5D-2CDD-463B-892F-1A9F58026482}" type="pres">
      <dgm:prSet presAssocID="{125360D4-9725-4854-9E99-F9C9D535A704}" presName="desTx" presStyleLbl="revTx" presStyleIdx="1" presStyleCnt="6">
        <dgm:presLayoutVars/>
      </dgm:prSet>
      <dgm:spPr/>
    </dgm:pt>
    <dgm:pt modelId="{AF1C89FA-69CF-4C03-93E1-58A44C67CEF4}" type="pres">
      <dgm:prSet presAssocID="{259B46C0-3B3E-4578-80F2-45CAA385F55A}" presName="sibTrans" presStyleCnt="0"/>
      <dgm:spPr/>
    </dgm:pt>
    <dgm:pt modelId="{8AEACBC3-9C82-4DC1-A757-06E2F443C9FA}" type="pres">
      <dgm:prSet presAssocID="{F1E02052-0C39-4E36-BF6B-5568053A357C}" presName="compNode" presStyleCnt="0"/>
      <dgm:spPr/>
    </dgm:pt>
    <dgm:pt modelId="{C52E1268-9570-4F3F-A0E6-D36D5EC378D7}" type="pres">
      <dgm:prSet presAssocID="{F1E02052-0C39-4E36-BF6B-5568053A35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86E95329-0718-453F-9C1A-08EAEFBFAC1D}" type="pres">
      <dgm:prSet presAssocID="{F1E02052-0C39-4E36-BF6B-5568053A357C}" presName="iconSpace" presStyleCnt="0"/>
      <dgm:spPr/>
    </dgm:pt>
    <dgm:pt modelId="{3F0A1F48-4138-44FC-A3E7-048C440A6D60}" type="pres">
      <dgm:prSet presAssocID="{F1E02052-0C39-4E36-BF6B-5568053A357C}" presName="parTx" presStyleLbl="revTx" presStyleIdx="2" presStyleCnt="6">
        <dgm:presLayoutVars>
          <dgm:chMax val="0"/>
          <dgm:chPref val="0"/>
        </dgm:presLayoutVars>
      </dgm:prSet>
      <dgm:spPr/>
    </dgm:pt>
    <dgm:pt modelId="{AE6C634E-4A6D-40B1-8E90-232AB99828E9}" type="pres">
      <dgm:prSet presAssocID="{F1E02052-0C39-4E36-BF6B-5568053A357C}" presName="txSpace" presStyleCnt="0"/>
      <dgm:spPr/>
    </dgm:pt>
    <dgm:pt modelId="{36DBF9D2-3FA1-42DF-9706-B6407F5042F3}" type="pres">
      <dgm:prSet presAssocID="{F1E02052-0C39-4E36-BF6B-5568053A357C}" presName="desTx" presStyleLbl="revTx" presStyleIdx="3" presStyleCnt="6">
        <dgm:presLayoutVars/>
      </dgm:prSet>
      <dgm:spPr/>
    </dgm:pt>
    <dgm:pt modelId="{39607192-4A3D-48F2-9E6E-D964EF782CAA}" type="pres">
      <dgm:prSet presAssocID="{9EC8DA4A-EFAF-4FC8-85FD-8C49D9DF15B2}" presName="sibTrans" presStyleCnt="0"/>
      <dgm:spPr/>
    </dgm:pt>
    <dgm:pt modelId="{B2DE1EE6-60C6-406D-AE13-5A10766ED4A7}" type="pres">
      <dgm:prSet presAssocID="{B34853EE-233D-4EC8-BE0B-9A494270264D}" presName="compNode" presStyleCnt="0"/>
      <dgm:spPr/>
    </dgm:pt>
    <dgm:pt modelId="{213CD4AA-308E-4048-80F6-0365D6A0A317}" type="pres">
      <dgm:prSet presAssocID="{B34853EE-233D-4EC8-BE0B-9A49427026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483D5D03-9667-4509-9AF8-D808FCFF0203}" type="pres">
      <dgm:prSet presAssocID="{B34853EE-233D-4EC8-BE0B-9A494270264D}" presName="iconSpace" presStyleCnt="0"/>
      <dgm:spPr/>
    </dgm:pt>
    <dgm:pt modelId="{B732E661-0AAF-42FC-9155-8CB55C7FDEE1}" type="pres">
      <dgm:prSet presAssocID="{B34853EE-233D-4EC8-BE0B-9A494270264D}" presName="parTx" presStyleLbl="revTx" presStyleIdx="4" presStyleCnt="6">
        <dgm:presLayoutVars>
          <dgm:chMax val="0"/>
          <dgm:chPref val="0"/>
        </dgm:presLayoutVars>
      </dgm:prSet>
      <dgm:spPr/>
    </dgm:pt>
    <dgm:pt modelId="{067FE440-D640-476C-89C6-5062119FC68F}" type="pres">
      <dgm:prSet presAssocID="{B34853EE-233D-4EC8-BE0B-9A494270264D}" presName="txSpace" presStyleCnt="0"/>
      <dgm:spPr/>
    </dgm:pt>
    <dgm:pt modelId="{AE396BAF-C474-4D6D-9C6B-BBA4D10A887E}" type="pres">
      <dgm:prSet presAssocID="{B34853EE-233D-4EC8-BE0B-9A494270264D}" presName="desTx" presStyleLbl="revTx" presStyleIdx="5" presStyleCnt="6">
        <dgm:presLayoutVars/>
      </dgm:prSet>
      <dgm:spPr/>
    </dgm:pt>
  </dgm:ptLst>
  <dgm:cxnLst>
    <dgm:cxn modelId="{3D2C0E0A-CE90-4829-B00C-DF118D286209}" srcId="{33B6F1A0-EB43-4F33-A77A-A826C138753F}" destId="{F1E02052-0C39-4E36-BF6B-5568053A357C}" srcOrd="1" destOrd="0" parTransId="{DDF6AC33-809A-4DBE-9703-DB077B3C268B}" sibTransId="{9EC8DA4A-EFAF-4FC8-85FD-8C49D9DF15B2}"/>
    <dgm:cxn modelId="{2EEFD019-1415-4DE4-8DAA-A139E573B4E2}" srcId="{F1E02052-0C39-4E36-BF6B-5568053A357C}" destId="{422C6E9E-924F-4BF2-9069-0CA587C4D3F3}" srcOrd="1" destOrd="0" parTransId="{C5315452-AC54-44F6-A9FE-6B8A598920C7}" sibTransId="{97BDD7C9-3FD7-48D7-9FB4-93158414C710}"/>
    <dgm:cxn modelId="{C248A71A-A635-4A26-BF68-162562C146BE}" type="presOf" srcId="{FC5D9272-33E7-497A-B82E-3C55CC630E3F}" destId="{6D6D7A5D-2CDD-463B-892F-1A9F58026482}" srcOrd="0" destOrd="1" presId="urn:microsoft.com/office/officeart/2018/2/layout/IconLabelDescriptionList"/>
    <dgm:cxn modelId="{DA731C1B-5C23-4110-AAFD-D46B12F19A26}" type="presOf" srcId="{9E371EC7-BDEB-4C58-AFB8-FC88FE036505}" destId="{36DBF9D2-3FA1-42DF-9706-B6407F5042F3}" srcOrd="0" destOrd="0" presId="urn:microsoft.com/office/officeart/2018/2/layout/IconLabelDescriptionList"/>
    <dgm:cxn modelId="{96207D22-F244-4339-81B6-4929BA91BD04}" srcId="{33B6F1A0-EB43-4F33-A77A-A826C138753F}" destId="{B34853EE-233D-4EC8-BE0B-9A494270264D}" srcOrd="2" destOrd="0" parTransId="{C26395BE-2676-47A9-8B19-4E238BCC3BD2}" sibTransId="{56A62FD3-220B-4A35-BE4E-BDBDB63F0907}"/>
    <dgm:cxn modelId="{94C98230-58C6-42C5-BA5C-18A3087D324F}" srcId="{125360D4-9725-4854-9E99-F9C9D535A704}" destId="{FC5D9272-33E7-497A-B82E-3C55CC630E3F}" srcOrd="1" destOrd="0" parTransId="{BD3952E5-E216-4727-B21C-D4140407DF5A}" sibTransId="{319AA5EE-575C-4BA4-B4C8-5E9480170B12}"/>
    <dgm:cxn modelId="{BB91193C-F899-4BDB-A9D1-BACCC1C50C79}" type="presOf" srcId="{B34853EE-233D-4EC8-BE0B-9A494270264D}" destId="{B732E661-0AAF-42FC-9155-8CB55C7FDEE1}" srcOrd="0" destOrd="0" presId="urn:microsoft.com/office/officeart/2018/2/layout/IconLabelDescriptionList"/>
    <dgm:cxn modelId="{4288703C-7A1F-40D8-AF1C-E8B568ABD6B5}" type="presOf" srcId="{3EC444FB-AFB2-49E6-9179-3C6DF9F86664}" destId="{AE396BAF-C474-4D6D-9C6B-BBA4D10A887E}" srcOrd="0" destOrd="0" presId="urn:microsoft.com/office/officeart/2018/2/layout/IconLabelDescriptionList"/>
    <dgm:cxn modelId="{DF624F42-99CD-49B1-A823-791D4B0D57DE}" srcId="{33B6F1A0-EB43-4F33-A77A-A826C138753F}" destId="{125360D4-9725-4854-9E99-F9C9D535A704}" srcOrd="0" destOrd="0" parTransId="{8C6A70A3-9238-4DBF-8FD2-3E1ACD114520}" sibTransId="{259B46C0-3B3E-4578-80F2-45CAA385F55A}"/>
    <dgm:cxn modelId="{E4771A74-3C53-4C97-A503-4B31850370AF}" type="presOf" srcId="{AE27F7DC-7FF6-4023-9DAE-499407DF696C}" destId="{6D6D7A5D-2CDD-463B-892F-1A9F58026482}" srcOrd="0" destOrd="0" presId="urn:microsoft.com/office/officeart/2018/2/layout/IconLabelDescriptionList"/>
    <dgm:cxn modelId="{8CFF207B-3095-4D64-9B4E-72EC43E531DB}" type="presOf" srcId="{422C6E9E-924F-4BF2-9069-0CA587C4D3F3}" destId="{36DBF9D2-3FA1-42DF-9706-B6407F5042F3}" srcOrd="0" destOrd="1" presId="urn:microsoft.com/office/officeart/2018/2/layout/IconLabelDescriptionList"/>
    <dgm:cxn modelId="{169B7294-D87A-496A-B2C8-A21BFF9B1B53}" type="presOf" srcId="{F1E02052-0C39-4E36-BF6B-5568053A357C}" destId="{3F0A1F48-4138-44FC-A3E7-048C440A6D60}" srcOrd="0" destOrd="0" presId="urn:microsoft.com/office/officeart/2018/2/layout/IconLabelDescriptionList"/>
    <dgm:cxn modelId="{FC8A55BF-60E6-4419-9C83-2D2372825849}" srcId="{F1E02052-0C39-4E36-BF6B-5568053A357C}" destId="{9E371EC7-BDEB-4C58-AFB8-FC88FE036505}" srcOrd="0" destOrd="0" parTransId="{62F44400-9EEE-48EF-B37F-A7CE30304E1A}" sibTransId="{BA459E87-80FC-49CD-902D-6B96BB991A84}"/>
    <dgm:cxn modelId="{5398BCC2-1F7C-449F-9100-34259BFD2608}" srcId="{B34853EE-233D-4EC8-BE0B-9A494270264D}" destId="{3EC444FB-AFB2-49E6-9179-3C6DF9F86664}" srcOrd="0" destOrd="0" parTransId="{9243F1D9-143D-4390-B985-05B4E0DB0CCA}" sibTransId="{A8322E1B-4C5F-4667-9F14-11486A1BC2A5}"/>
    <dgm:cxn modelId="{336549E1-D383-406E-A8FE-1F616AD7B477}" type="presOf" srcId="{33B6F1A0-EB43-4F33-A77A-A826C138753F}" destId="{9BDF946E-0FC1-43BA-BB8B-CB94BBA6DD90}" srcOrd="0" destOrd="0" presId="urn:microsoft.com/office/officeart/2018/2/layout/IconLabelDescriptionList"/>
    <dgm:cxn modelId="{9F65E8EA-530B-4881-8428-AC8D56ACADD4}" type="presOf" srcId="{125360D4-9725-4854-9E99-F9C9D535A704}" destId="{A2D0BB53-4A9A-4FE5-8D9E-BDF7CF7E04EE}" srcOrd="0" destOrd="0" presId="urn:microsoft.com/office/officeart/2018/2/layout/IconLabelDescriptionList"/>
    <dgm:cxn modelId="{8F8951FB-37E2-4E8B-892A-EE4D69BF0255}" srcId="{125360D4-9725-4854-9E99-F9C9D535A704}" destId="{AE27F7DC-7FF6-4023-9DAE-499407DF696C}" srcOrd="0" destOrd="0" parTransId="{610A468E-F2CB-4CD3-9399-898F347D2464}" sibTransId="{8283BBDB-1457-4D1F-94BA-E49B12EC41E1}"/>
    <dgm:cxn modelId="{135B50DF-413D-4185-8CD5-46B646CDCC48}" type="presParOf" srcId="{9BDF946E-0FC1-43BA-BB8B-CB94BBA6DD90}" destId="{20409381-7C17-46B9-9905-029CE11C5295}" srcOrd="0" destOrd="0" presId="urn:microsoft.com/office/officeart/2018/2/layout/IconLabelDescriptionList"/>
    <dgm:cxn modelId="{471CF19E-AD73-4402-BD07-E52345F5583D}" type="presParOf" srcId="{20409381-7C17-46B9-9905-029CE11C5295}" destId="{E5B68AEB-651C-4A90-B74C-F7BD6A1E1772}" srcOrd="0" destOrd="0" presId="urn:microsoft.com/office/officeart/2018/2/layout/IconLabelDescriptionList"/>
    <dgm:cxn modelId="{CDF506CC-9892-4FCC-B5A2-F166FE029317}" type="presParOf" srcId="{20409381-7C17-46B9-9905-029CE11C5295}" destId="{297580AD-15F0-4EDC-BF15-62E01EEA36D8}" srcOrd="1" destOrd="0" presId="urn:microsoft.com/office/officeart/2018/2/layout/IconLabelDescriptionList"/>
    <dgm:cxn modelId="{D8CEDACF-6FA3-4FD5-A24E-EA8379BBC59E}" type="presParOf" srcId="{20409381-7C17-46B9-9905-029CE11C5295}" destId="{A2D0BB53-4A9A-4FE5-8D9E-BDF7CF7E04EE}" srcOrd="2" destOrd="0" presId="urn:microsoft.com/office/officeart/2018/2/layout/IconLabelDescriptionList"/>
    <dgm:cxn modelId="{E1DB0104-8880-47A1-9BCA-C648D330D1F5}" type="presParOf" srcId="{20409381-7C17-46B9-9905-029CE11C5295}" destId="{65DCB9CE-97B5-45E2-B573-AC903D4E16D7}" srcOrd="3" destOrd="0" presId="urn:microsoft.com/office/officeart/2018/2/layout/IconLabelDescriptionList"/>
    <dgm:cxn modelId="{20EB15A9-30D8-4CD3-86D1-9C3DCDF7C875}" type="presParOf" srcId="{20409381-7C17-46B9-9905-029CE11C5295}" destId="{6D6D7A5D-2CDD-463B-892F-1A9F58026482}" srcOrd="4" destOrd="0" presId="urn:microsoft.com/office/officeart/2018/2/layout/IconLabelDescriptionList"/>
    <dgm:cxn modelId="{5F2F0BBE-2A42-4155-A978-02650D12139A}" type="presParOf" srcId="{9BDF946E-0FC1-43BA-BB8B-CB94BBA6DD90}" destId="{AF1C89FA-69CF-4C03-93E1-58A44C67CEF4}" srcOrd="1" destOrd="0" presId="urn:microsoft.com/office/officeart/2018/2/layout/IconLabelDescriptionList"/>
    <dgm:cxn modelId="{A7D49BF7-50C6-4DC4-B3A0-17AAF5F62988}" type="presParOf" srcId="{9BDF946E-0FC1-43BA-BB8B-CB94BBA6DD90}" destId="{8AEACBC3-9C82-4DC1-A757-06E2F443C9FA}" srcOrd="2" destOrd="0" presId="urn:microsoft.com/office/officeart/2018/2/layout/IconLabelDescriptionList"/>
    <dgm:cxn modelId="{E25E6AE7-A1A9-49E4-840C-09873FB5AF4E}" type="presParOf" srcId="{8AEACBC3-9C82-4DC1-A757-06E2F443C9FA}" destId="{C52E1268-9570-4F3F-A0E6-D36D5EC378D7}" srcOrd="0" destOrd="0" presId="urn:microsoft.com/office/officeart/2018/2/layout/IconLabelDescriptionList"/>
    <dgm:cxn modelId="{0E7364B9-D8B3-4468-A051-49624383E5D4}" type="presParOf" srcId="{8AEACBC3-9C82-4DC1-A757-06E2F443C9FA}" destId="{86E95329-0718-453F-9C1A-08EAEFBFAC1D}" srcOrd="1" destOrd="0" presId="urn:microsoft.com/office/officeart/2018/2/layout/IconLabelDescriptionList"/>
    <dgm:cxn modelId="{E5F48226-8FCA-4B96-A62C-CBD82446A4BD}" type="presParOf" srcId="{8AEACBC3-9C82-4DC1-A757-06E2F443C9FA}" destId="{3F0A1F48-4138-44FC-A3E7-048C440A6D60}" srcOrd="2" destOrd="0" presId="urn:microsoft.com/office/officeart/2018/2/layout/IconLabelDescriptionList"/>
    <dgm:cxn modelId="{608B5E82-AB13-4739-A5AF-8E1DB8A8D68D}" type="presParOf" srcId="{8AEACBC3-9C82-4DC1-A757-06E2F443C9FA}" destId="{AE6C634E-4A6D-40B1-8E90-232AB99828E9}" srcOrd="3" destOrd="0" presId="urn:microsoft.com/office/officeart/2018/2/layout/IconLabelDescriptionList"/>
    <dgm:cxn modelId="{90C6DADC-EA6E-4158-8F0D-CDAAD4EAB85F}" type="presParOf" srcId="{8AEACBC3-9C82-4DC1-A757-06E2F443C9FA}" destId="{36DBF9D2-3FA1-42DF-9706-B6407F5042F3}" srcOrd="4" destOrd="0" presId="urn:microsoft.com/office/officeart/2018/2/layout/IconLabelDescriptionList"/>
    <dgm:cxn modelId="{765371B2-4AAA-4BA2-AD0A-4EF659D77D5B}" type="presParOf" srcId="{9BDF946E-0FC1-43BA-BB8B-CB94BBA6DD90}" destId="{39607192-4A3D-48F2-9E6E-D964EF782CAA}" srcOrd="3" destOrd="0" presId="urn:microsoft.com/office/officeart/2018/2/layout/IconLabelDescriptionList"/>
    <dgm:cxn modelId="{F8810999-E922-4AE6-896B-6B3460DEF5A4}" type="presParOf" srcId="{9BDF946E-0FC1-43BA-BB8B-CB94BBA6DD90}" destId="{B2DE1EE6-60C6-406D-AE13-5A10766ED4A7}" srcOrd="4" destOrd="0" presId="urn:microsoft.com/office/officeart/2018/2/layout/IconLabelDescriptionList"/>
    <dgm:cxn modelId="{92945D3B-2417-4EF9-B60D-CA3AF92CFEEA}" type="presParOf" srcId="{B2DE1EE6-60C6-406D-AE13-5A10766ED4A7}" destId="{213CD4AA-308E-4048-80F6-0365D6A0A317}" srcOrd="0" destOrd="0" presId="urn:microsoft.com/office/officeart/2018/2/layout/IconLabelDescriptionList"/>
    <dgm:cxn modelId="{C8231B16-3303-4C82-8D7E-773DE04FA06A}" type="presParOf" srcId="{B2DE1EE6-60C6-406D-AE13-5A10766ED4A7}" destId="{483D5D03-9667-4509-9AF8-D808FCFF0203}" srcOrd="1" destOrd="0" presId="urn:microsoft.com/office/officeart/2018/2/layout/IconLabelDescriptionList"/>
    <dgm:cxn modelId="{6661EDE0-7F59-4BED-B34D-66315BD9945F}" type="presParOf" srcId="{B2DE1EE6-60C6-406D-AE13-5A10766ED4A7}" destId="{B732E661-0AAF-42FC-9155-8CB55C7FDEE1}" srcOrd="2" destOrd="0" presId="urn:microsoft.com/office/officeart/2018/2/layout/IconLabelDescriptionList"/>
    <dgm:cxn modelId="{E2A39EE4-BD28-4AF0-A8E2-8413A16ACD2D}" type="presParOf" srcId="{B2DE1EE6-60C6-406D-AE13-5A10766ED4A7}" destId="{067FE440-D640-476C-89C6-5062119FC68F}" srcOrd="3" destOrd="0" presId="urn:microsoft.com/office/officeart/2018/2/layout/IconLabelDescriptionList"/>
    <dgm:cxn modelId="{23C33223-274D-4596-A449-38492A24A959}" type="presParOf" srcId="{B2DE1EE6-60C6-406D-AE13-5A10766ED4A7}" destId="{AE396BAF-C474-4D6D-9C6B-BBA4D10A88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3B6F1A0-EB43-4F33-A77A-A826C138753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25360D4-9725-4854-9E99-F9C9D535A704}">
      <dgm:prSet/>
      <dgm:spPr/>
      <dgm:t>
        <a:bodyPr/>
        <a:lstStyle/>
        <a:p>
          <a:pPr>
            <a:lnSpc>
              <a:spcPct val="100000"/>
            </a:lnSpc>
            <a:defRPr b="1"/>
          </a:pPr>
          <a:r>
            <a:rPr lang="tr-TR"/>
            <a:t>Use Bitcoin ATM</a:t>
          </a:r>
          <a:endParaRPr lang="en-US" dirty="0"/>
        </a:p>
      </dgm:t>
    </dgm:pt>
    <dgm:pt modelId="{8C6A70A3-9238-4DBF-8FD2-3E1ACD114520}" type="parTrans" cxnId="{DF624F42-99CD-49B1-A823-791D4B0D57DE}">
      <dgm:prSet/>
      <dgm:spPr/>
      <dgm:t>
        <a:bodyPr/>
        <a:lstStyle/>
        <a:p>
          <a:endParaRPr lang="en-US"/>
        </a:p>
      </dgm:t>
    </dgm:pt>
    <dgm:pt modelId="{259B46C0-3B3E-4578-80F2-45CAA385F55A}" type="sibTrans" cxnId="{DF624F42-99CD-49B1-A823-791D4B0D57DE}">
      <dgm:prSet/>
      <dgm:spPr/>
      <dgm:t>
        <a:bodyPr/>
        <a:lstStyle/>
        <a:p>
          <a:endParaRPr lang="en-US"/>
        </a:p>
      </dgm:t>
    </dgm:pt>
    <dgm:pt modelId="{667BB493-3098-4C5B-B070-0AC3E2024D27}">
      <dgm:prSet/>
      <dgm:spPr/>
      <dgm:t>
        <a:bodyPr/>
        <a:lstStyle/>
        <a:p>
          <a:pPr>
            <a:lnSpc>
              <a:spcPct val="100000"/>
            </a:lnSpc>
          </a:pPr>
          <a:r>
            <a:rPr lang="en-US" dirty="0"/>
            <a:t>Use a bitcoin ATM in your city</a:t>
          </a:r>
          <a:r>
            <a:rPr lang="tr-TR" dirty="0"/>
            <a:t> if any is available</a:t>
          </a:r>
          <a:endParaRPr lang="en-US" dirty="0"/>
        </a:p>
      </dgm:t>
    </dgm:pt>
    <dgm:pt modelId="{0FAA085F-C2D6-410F-A1FD-FC57EF4FA899}" type="sibTrans" cxnId="{48DCA515-070C-436B-914D-EFB789BC9A5C}">
      <dgm:prSet/>
      <dgm:spPr/>
      <dgm:t>
        <a:bodyPr/>
        <a:lstStyle/>
        <a:p>
          <a:endParaRPr lang="en-US"/>
        </a:p>
      </dgm:t>
    </dgm:pt>
    <dgm:pt modelId="{3DA508E8-84EE-4492-B702-445886DC6B6F}" type="parTrans" cxnId="{48DCA515-070C-436B-914D-EFB789BC9A5C}">
      <dgm:prSet/>
      <dgm:spPr/>
      <dgm:t>
        <a:bodyPr/>
        <a:lstStyle/>
        <a:p>
          <a:endParaRPr lang="en-US"/>
        </a:p>
      </dgm:t>
    </dgm:pt>
    <dgm:pt modelId="{F1E02052-0C39-4E36-BF6B-5568053A357C}">
      <dgm:prSet/>
      <dgm:spPr/>
      <dgm:t>
        <a:bodyPr/>
        <a:lstStyle/>
        <a:p>
          <a:pPr>
            <a:lnSpc>
              <a:spcPct val="100000"/>
            </a:lnSpc>
            <a:defRPr b="1"/>
          </a:pPr>
          <a:r>
            <a:rPr lang="tr-TR" dirty="0"/>
            <a:t>Use Bitcoin Exchange</a:t>
          </a:r>
          <a:endParaRPr lang="en-US" dirty="0"/>
        </a:p>
      </dgm:t>
    </dgm:pt>
    <dgm:pt modelId="{9EC8DA4A-EFAF-4FC8-85FD-8C49D9DF15B2}" type="sibTrans" cxnId="{3D2C0E0A-CE90-4829-B00C-DF118D286209}">
      <dgm:prSet/>
      <dgm:spPr/>
      <dgm:t>
        <a:bodyPr/>
        <a:lstStyle/>
        <a:p>
          <a:endParaRPr lang="en-US"/>
        </a:p>
      </dgm:t>
    </dgm:pt>
    <dgm:pt modelId="{DDF6AC33-809A-4DBE-9703-DB077B3C268B}" type="parTrans" cxnId="{3D2C0E0A-CE90-4829-B00C-DF118D286209}">
      <dgm:prSet/>
      <dgm:spPr/>
      <dgm:t>
        <a:bodyPr/>
        <a:lstStyle/>
        <a:p>
          <a:endParaRPr lang="en-US"/>
        </a:p>
      </dgm:t>
    </dgm:pt>
    <dgm:pt modelId="{5B9A1712-EEDA-4E14-946E-21F16E2FC021}">
      <dgm:prSet/>
      <dgm:spPr/>
      <dgm:t>
        <a:bodyPr/>
        <a:lstStyle/>
        <a:p>
          <a:pPr>
            <a:lnSpc>
              <a:spcPct val="100000"/>
            </a:lnSpc>
          </a:pPr>
          <a:r>
            <a:rPr lang="en-US" dirty="0"/>
            <a:t>Use a bitcoin currency exchange linked to your bank account. </a:t>
          </a:r>
        </a:p>
      </dgm:t>
    </dgm:pt>
    <dgm:pt modelId="{F61ACD92-74D1-4DDB-8A0B-85BEEFD27D34}" type="sibTrans" cxnId="{220547AD-ACF7-4A34-84AB-49961E545C3F}">
      <dgm:prSet/>
      <dgm:spPr/>
      <dgm:t>
        <a:bodyPr/>
        <a:lstStyle/>
        <a:p>
          <a:endParaRPr lang="en-US"/>
        </a:p>
      </dgm:t>
    </dgm:pt>
    <dgm:pt modelId="{86059490-BDCD-4B9A-9232-FBEA937670A0}" type="parTrans" cxnId="{220547AD-ACF7-4A34-84AB-49961E545C3F}">
      <dgm:prSet/>
      <dgm:spPr/>
      <dgm:t>
        <a:bodyPr/>
        <a:lstStyle/>
        <a:p>
          <a:endParaRPr lang="en-US"/>
        </a:p>
      </dgm:t>
    </dgm:pt>
    <dgm:pt modelId="{B34853EE-233D-4EC8-BE0B-9A494270264D}">
      <dgm:prSet/>
      <dgm:spPr/>
      <dgm:t>
        <a:bodyPr/>
        <a:lstStyle/>
        <a:p>
          <a:pPr>
            <a:lnSpc>
              <a:spcPct val="100000"/>
            </a:lnSpc>
            <a:defRPr b="1"/>
          </a:pPr>
          <a:r>
            <a:rPr lang="tr-TR"/>
            <a:t>Local exchanges</a:t>
          </a:r>
          <a:endParaRPr lang="en-US"/>
        </a:p>
      </dgm:t>
    </dgm:pt>
    <dgm:pt modelId="{56A62FD3-220B-4A35-BE4E-BDBDB63F0907}" type="sibTrans" cxnId="{96207D22-F244-4339-81B6-4929BA91BD04}">
      <dgm:prSet/>
      <dgm:spPr/>
      <dgm:t>
        <a:bodyPr/>
        <a:lstStyle/>
        <a:p>
          <a:endParaRPr lang="tr-TR"/>
        </a:p>
      </dgm:t>
    </dgm:pt>
    <dgm:pt modelId="{C26395BE-2676-47A9-8B19-4E238BCC3BD2}" type="parTrans" cxnId="{96207D22-F244-4339-81B6-4929BA91BD04}">
      <dgm:prSet/>
      <dgm:spPr/>
      <dgm:t>
        <a:bodyPr/>
        <a:lstStyle/>
        <a:p>
          <a:endParaRPr lang="tr-TR"/>
        </a:p>
      </dgm:t>
    </dgm:pt>
    <dgm:pt modelId="{0BFAC339-E449-4814-9C8B-DAC5913044CC}">
      <dgm:prSet/>
      <dgm:spPr/>
      <dgm:t>
        <a:bodyPr/>
        <a:lstStyle/>
        <a:p>
          <a:pPr>
            <a:lnSpc>
              <a:spcPct val="100000"/>
            </a:lnSpc>
          </a:pPr>
          <a:r>
            <a:rPr lang="en-US" dirty="0"/>
            <a:t>Many countries now have currency exchanges</a:t>
          </a:r>
        </a:p>
      </dgm:t>
    </dgm:pt>
    <dgm:pt modelId="{38562C67-AFA3-4566-94AB-81AD69AA8B91}" type="sibTrans" cxnId="{48D09598-3E7C-415A-857B-8A0708047D18}">
      <dgm:prSet/>
      <dgm:spPr/>
      <dgm:t>
        <a:bodyPr/>
        <a:lstStyle/>
        <a:p>
          <a:endParaRPr lang="en-US"/>
        </a:p>
      </dgm:t>
    </dgm:pt>
    <dgm:pt modelId="{A25728D4-D5D8-4B2B-8A64-9F75DCA0680B}" type="parTrans" cxnId="{48D09598-3E7C-415A-857B-8A0708047D18}">
      <dgm:prSet/>
      <dgm:spPr/>
      <dgm:t>
        <a:bodyPr/>
        <a:lstStyle/>
        <a:p>
          <a:endParaRPr lang="en-US"/>
        </a:p>
      </dgm:t>
    </dgm:pt>
    <dgm:pt modelId="{EEE297E1-8486-4B45-B5F7-D137057757C1}">
      <dgm:prSet/>
      <dgm:spPr/>
      <dgm:t>
        <a:bodyPr/>
        <a:lstStyle/>
        <a:p>
          <a:pPr>
            <a:lnSpc>
              <a:spcPct val="100000"/>
            </a:lnSpc>
          </a:pPr>
          <a:r>
            <a:rPr lang="en-US" dirty="0"/>
            <a:t>offer a market for buyers and sellers</a:t>
          </a:r>
        </a:p>
      </dgm:t>
    </dgm:pt>
    <dgm:pt modelId="{D0CDB817-F7BC-4466-889C-0861CF46850C}" type="sibTrans" cxnId="{8EC46712-61C6-492C-81C2-0ED91DA3E640}">
      <dgm:prSet/>
      <dgm:spPr/>
      <dgm:t>
        <a:bodyPr/>
        <a:lstStyle/>
        <a:p>
          <a:endParaRPr lang="tr-TR"/>
        </a:p>
      </dgm:t>
    </dgm:pt>
    <dgm:pt modelId="{F9BFE1F5-D64D-476E-87B8-567DDCF8A723}" type="parTrans" cxnId="{8EC46712-61C6-492C-81C2-0ED91DA3E640}">
      <dgm:prSet/>
      <dgm:spPr/>
      <dgm:t>
        <a:bodyPr/>
        <a:lstStyle/>
        <a:p>
          <a:endParaRPr lang="tr-TR"/>
        </a:p>
      </dgm:t>
    </dgm:pt>
    <dgm:pt modelId="{C6AC273C-4FCC-4C82-B850-B4A241E50D8C}">
      <dgm:prSet/>
      <dgm:spPr/>
      <dgm:t>
        <a:bodyPr/>
        <a:lstStyle/>
        <a:p>
          <a:pPr>
            <a:lnSpc>
              <a:spcPct val="100000"/>
            </a:lnSpc>
          </a:pPr>
          <a:r>
            <a:rPr lang="en-US" dirty="0"/>
            <a:t>to swap bitcoin with local currency</a:t>
          </a:r>
        </a:p>
      </dgm:t>
    </dgm:pt>
    <dgm:pt modelId="{987A17E0-2378-4A86-96F7-E084E294A1FF}" type="sibTrans" cxnId="{A968DADA-1C38-4DAE-A28E-E6F2B5521F22}">
      <dgm:prSet/>
      <dgm:spPr/>
      <dgm:t>
        <a:bodyPr/>
        <a:lstStyle/>
        <a:p>
          <a:endParaRPr lang="tr-TR"/>
        </a:p>
      </dgm:t>
    </dgm:pt>
    <dgm:pt modelId="{822C2C88-E581-4E69-8512-CA4FBF0F0C13}" type="parTrans" cxnId="{A968DADA-1C38-4DAE-A28E-E6F2B5521F22}">
      <dgm:prSet/>
      <dgm:spPr/>
      <dgm:t>
        <a:bodyPr/>
        <a:lstStyle/>
        <a:p>
          <a:endParaRPr lang="tr-TR"/>
        </a:p>
      </dgm:t>
    </dgm:pt>
    <dgm:pt modelId="{9BDF946E-0FC1-43BA-BB8B-CB94BBA6DD90}" type="pres">
      <dgm:prSet presAssocID="{33B6F1A0-EB43-4F33-A77A-A826C138753F}" presName="root" presStyleCnt="0">
        <dgm:presLayoutVars>
          <dgm:dir/>
          <dgm:resizeHandles val="exact"/>
        </dgm:presLayoutVars>
      </dgm:prSet>
      <dgm:spPr/>
    </dgm:pt>
    <dgm:pt modelId="{20409381-7C17-46B9-9905-029CE11C5295}" type="pres">
      <dgm:prSet presAssocID="{125360D4-9725-4854-9E99-F9C9D535A704}" presName="compNode" presStyleCnt="0"/>
      <dgm:spPr/>
    </dgm:pt>
    <dgm:pt modelId="{E5B68AEB-651C-4A90-B74C-F7BD6A1E1772}" type="pres">
      <dgm:prSet presAssocID="{125360D4-9725-4854-9E99-F9C9D535A7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97580AD-15F0-4EDC-BF15-62E01EEA36D8}" type="pres">
      <dgm:prSet presAssocID="{125360D4-9725-4854-9E99-F9C9D535A704}" presName="iconSpace" presStyleCnt="0"/>
      <dgm:spPr/>
    </dgm:pt>
    <dgm:pt modelId="{A2D0BB53-4A9A-4FE5-8D9E-BDF7CF7E04EE}" type="pres">
      <dgm:prSet presAssocID="{125360D4-9725-4854-9E99-F9C9D535A704}" presName="parTx" presStyleLbl="revTx" presStyleIdx="0" presStyleCnt="6">
        <dgm:presLayoutVars>
          <dgm:chMax val="0"/>
          <dgm:chPref val="0"/>
        </dgm:presLayoutVars>
      </dgm:prSet>
      <dgm:spPr/>
    </dgm:pt>
    <dgm:pt modelId="{65DCB9CE-97B5-45E2-B573-AC903D4E16D7}" type="pres">
      <dgm:prSet presAssocID="{125360D4-9725-4854-9E99-F9C9D535A704}" presName="txSpace" presStyleCnt="0"/>
      <dgm:spPr/>
    </dgm:pt>
    <dgm:pt modelId="{6D6D7A5D-2CDD-463B-892F-1A9F58026482}" type="pres">
      <dgm:prSet presAssocID="{125360D4-9725-4854-9E99-F9C9D535A704}" presName="desTx" presStyleLbl="revTx" presStyleIdx="1" presStyleCnt="6">
        <dgm:presLayoutVars/>
      </dgm:prSet>
      <dgm:spPr/>
    </dgm:pt>
    <dgm:pt modelId="{AF1C89FA-69CF-4C03-93E1-58A44C67CEF4}" type="pres">
      <dgm:prSet presAssocID="{259B46C0-3B3E-4578-80F2-45CAA385F55A}" presName="sibTrans" presStyleCnt="0"/>
      <dgm:spPr/>
    </dgm:pt>
    <dgm:pt modelId="{8AEACBC3-9C82-4DC1-A757-06E2F443C9FA}" type="pres">
      <dgm:prSet presAssocID="{F1E02052-0C39-4E36-BF6B-5568053A357C}" presName="compNode" presStyleCnt="0"/>
      <dgm:spPr/>
    </dgm:pt>
    <dgm:pt modelId="{C52E1268-9570-4F3F-A0E6-D36D5EC378D7}" type="pres">
      <dgm:prSet presAssocID="{F1E02052-0C39-4E36-BF6B-5568053A35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86E95329-0718-453F-9C1A-08EAEFBFAC1D}" type="pres">
      <dgm:prSet presAssocID="{F1E02052-0C39-4E36-BF6B-5568053A357C}" presName="iconSpace" presStyleCnt="0"/>
      <dgm:spPr/>
    </dgm:pt>
    <dgm:pt modelId="{3F0A1F48-4138-44FC-A3E7-048C440A6D60}" type="pres">
      <dgm:prSet presAssocID="{F1E02052-0C39-4E36-BF6B-5568053A357C}" presName="parTx" presStyleLbl="revTx" presStyleIdx="2" presStyleCnt="6">
        <dgm:presLayoutVars>
          <dgm:chMax val="0"/>
          <dgm:chPref val="0"/>
        </dgm:presLayoutVars>
      </dgm:prSet>
      <dgm:spPr/>
    </dgm:pt>
    <dgm:pt modelId="{AE6C634E-4A6D-40B1-8E90-232AB99828E9}" type="pres">
      <dgm:prSet presAssocID="{F1E02052-0C39-4E36-BF6B-5568053A357C}" presName="txSpace" presStyleCnt="0"/>
      <dgm:spPr/>
    </dgm:pt>
    <dgm:pt modelId="{36DBF9D2-3FA1-42DF-9706-B6407F5042F3}" type="pres">
      <dgm:prSet presAssocID="{F1E02052-0C39-4E36-BF6B-5568053A357C}" presName="desTx" presStyleLbl="revTx" presStyleIdx="3" presStyleCnt="6">
        <dgm:presLayoutVars/>
      </dgm:prSet>
      <dgm:spPr/>
    </dgm:pt>
    <dgm:pt modelId="{39607192-4A3D-48F2-9E6E-D964EF782CAA}" type="pres">
      <dgm:prSet presAssocID="{9EC8DA4A-EFAF-4FC8-85FD-8C49D9DF15B2}" presName="sibTrans" presStyleCnt="0"/>
      <dgm:spPr/>
    </dgm:pt>
    <dgm:pt modelId="{B2DE1EE6-60C6-406D-AE13-5A10766ED4A7}" type="pres">
      <dgm:prSet presAssocID="{B34853EE-233D-4EC8-BE0B-9A494270264D}" presName="compNode" presStyleCnt="0"/>
      <dgm:spPr/>
    </dgm:pt>
    <dgm:pt modelId="{213CD4AA-308E-4048-80F6-0365D6A0A317}" type="pres">
      <dgm:prSet presAssocID="{B34853EE-233D-4EC8-BE0B-9A49427026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483D5D03-9667-4509-9AF8-D808FCFF0203}" type="pres">
      <dgm:prSet presAssocID="{B34853EE-233D-4EC8-BE0B-9A494270264D}" presName="iconSpace" presStyleCnt="0"/>
      <dgm:spPr/>
    </dgm:pt>
    <dgm:pt modelId="{B732E661-0AAF-42FC-9155-8CB55C7FDEE1}" type="pres">
      <dgm:prSet presAssocID="{B34853EE-233D-4EC8-BE0B-9A494270264D}" presName="parTx" presStyleLbl="revTx" presStyleIdx="4" presStyleCnt="6">
        <dgm:presLayoutVars>
          <dgm:chMax val="0"/>
          <dgm:chPref val="0"/>
        </dgm:presLayoutVars>
      </dgm:prSet>
      <dgm:spPr/>
    </dgm:pt>
    <dgm:pt modelId="{067FE440-D640-476C-89C6-5062119FC68F}" type="pres">
      <dgm:prSet presAssocID="{B34853EE-233D-4EC8-BE0B-9A494270264D}" presName="txSpace" presStyleCnt="0"/>
      <dgm:spPr/>
    </dgm:pt>
    <dgm:pt modelId="{AE396BAF-C474-4D6D-9C6B-BBA4D10A887E}" type="pres">
      <dgm:prSet presAssocID="{B34853EE-233D-4EC8-BE0B-9A494270264D}" presName="desTx" presStyleLbl="revTx" presStyleIdx="5" presStyleCnt="6">
        <dgm:presLayoutVars/>
      </dgm:prSet>
      <dgm:spPr/>
    </dgm:pt>
  </dgm:ptLst>
  <dgm:cxnLst>
    <dgm:cxn modelId="{3D2C0E0A-CE90-4829-B00C-DF118D286209}" srcId="{33B6F1A0-EB43-4F33-A77A-A826C138753F}" destId="{F1E02052-0C39-4E36-BF6B-5568053A357C}" srcOrd="1" destOrd="0" parTransId="{DDF6AC33-809A-4DBE-9703-DB077B3C268B}" sibTransId="{9EC8DA4A-EFAF-4FC8-85FD-8C49D9DF15B2}"/>
    <dgm:cxn modelId="{8EC46712-61C6-492C-81C2-0ED91DA3E640}" srcId="{B34853EE-233D-4EC8-BE0B-9A494270264D}" destId="{EEE297E1-8486-4B45-B5F7-D137057757C1}" srcOrd="1" destOrd="0" parTransId="{F9BFE1F5-D64D-476E-87B8-567DDCF8A723}" sibTransId="{D0CDB817-F7BC-4466-889C-0861CF46850C}"/>
    <dgm:cxn modelId="{48DCA515-070C-436B-914D-EFB789BC9A5C}" srcId="{125360D4-9725-4854-9E99-F9C9D535A704}" destId="{667BB493-3098-4C5B-B070-0AC3E2024D27}" srcOrd="0" destOrd="0" parTransId="{3DA508E8-84EE-4492-B702-445886DC6B6F}" sibTransId="{0FAA085F-C2D6-410F-A1FD-FC57EF4FA899}"/>
    <dgm:cxn modelId="{D19D6F19-2FDF-416D-A80D-C2BF6639B8AE}" type="presOf" srcId="{667BB493-3098-4C5B-B070-0AC3E2024D27}" destId="{6D6D7A5D-2CDD-463B-892F-1A9F58026482}" srcOrd="0" destOrd="0" presId="urn:microsoft.com/office/officeart/2018/2/layout/IconLabelDescriptionList"/>
    <dgm:cxn modelId="{96207D22-F244-4339-81B6-4929BA91BD04}" srcId="{33B6F1A0-EB43-4F33-A77A-A826C138753F}" destId="{B34853EE-233D-4EC8-BE0B-9A494270264D}" srcOrd="2" destOrd="0" parTransId="{C26395BE-2676-47A9-8B19-4E238BCC3BD2}" sibTransId="{56A62FD3-220B-4A35-BE4E-BDBDB63F0907}"/>
    <dgm:cxn modelId="{BB91193C-F899-4BDB-A9D1-BACCC1C50C79}" type="presOf" srcId="{B34853EE-233D-4EC8-BE0B-9A494270264D}" destId="{B732E661-0AAF-42FC-9155-8CB55C7FDEE1}" srcOrd="0" destOrd="0" presId="urn:microsoft.com/office/officeart/2018/2/layout/IconLabelDescriptionList"/>
    <dgm:cxn modelId="{DA7FAA5B-8757-47F4-9350-2BF2D116D692}" type="presOf" srcId="{C6AC273C-4FCC-4C82-B850-B4A241E50D8C}" destId="{AE396BAF-C474-4D6D-9C6B-BBA4D10A887E}" srcOrd="0" destOrd="2" presId="urn:microsoft.com/office/officeart/2018/2/layout/IconLabelDescriptionList"/>
    <dgm:cxn modelId="{DF624F42-99CD-49B1-A823-791D4B0D57DE}" srcId="{33B6F1A0-EB43-4F33-A77A-A826C138753F}" destId="{125360D4-9725-4854-9E99-F9C9D535A704}" srcOrd="0" destOrd="0" parTransId="{8C6A70A3-9238-4DBF-8FD2-3E1ACD114520}" sibTransId="{259B46C0-3B3E-4578-80F2-45CAA385F55A}"/>
    <dgm:cxn modelId="{A1B58A68-DA1D-4BA1-9C78-D84A0B41771D}" type="presOf" srcId="{0BFAC339-E449-4814-9C8B-DAC5913044CC}" destId="{AE396BAF-C474-4D6D-9C6B-BBA4D10A887E}" srcOrd="0" destOrd="0" presId="urn:microsoft.com/office/officeart/2018/2/layout/IconLabelDescriptionList"/>
    <dgm:cxn modelId="{E692918F-0972-4C4B-B64C-C9F49D43C33D}" type="presOf" srcId="{5B9A1712-EEDA-4E14-946E-21F16E2FC021}" destId="{36DBF9D2-3FA1-42DF-9706-B6407F5042F3}" srcOrd="0" destOrd="0" presId="urn:microsoft.com/office/officeart/2018/2/layout/IconLabelDescriptionList"/>
    <dgm:cxn modelId="{24EA7D91-B7E6-4C6E-8E7C-E2BF3B473D19}" type="presOf" srcId="{EEE297E1-8486-4B45-B5F7-D137057757C1}" destId="{AE396BAF-C474-4D6D-9C6B-BBA4D10A887E}" srcOrd="0" destOrd="1" presId="urn:microsoft.com/office/officeart/2018/2/layout/IconLabelDescriptionList"/>
    <dgm:cxn modelId="{169B7294-D87A-496A-B2C8-A21BFF9B1B53}" type="presOf" srcId="{F1E02052-0C39-4E36-BF6B-5568053A357C}" destId="{3F0A1F48-4138-44FC-A3E7-048C440A6D60}" srcOrd="0" destOrd="0" presId="urn:microsoft.com/office/officeart/2018/2/layout/IconLabelDescriptionList"/>
    <dgm:cxn modelId="{48D09598-3E7C-415A-857B-8A0708047D18}" srcId="{B34853EE-233D-4EC8-BE0B-9A494270264D}" destId="{0BFAC339-E449-4814-9C8B-DAC5913044CC}" srcOrd="0" destOrd="0" parTransId="{A25728D4-D5D8-4B2B-8A64-9F75DCA0680B}" sibTransId="{38562C67-AFA3-4566-94AB-81AD69AA8B91}"/>
    <dgm:cxn modelId="{220547AD-ACF7-4A34-84AB-49961E545C3F}" srcId="{F1E02052-0C39-4E36-BF6B-5568053A357C}" destId="{5B9A1712-EEDA-4E14-946E-21F16E2FC021}" srcOrd="0" destOrd="0" parTransId="{86059490-BDCD-4B9A-9232-FBEA937670A0}" sibTransId="{F61ACD92-74D1-4DDB-8A0B-85BEEFD27D34}"/>
    <dgm:cxn modelId="{A968DADA-1C38-4DAE-A28E-E6F2B5521F22}" srcId="{B34853EE-233D-4EC8-BE0B-9A494270264D}" destId="{C6AC273C-4FCC-4C82-B850-B4A241E50D8C}" srcOrd="2" destOrd="0" parTransId="{822C2C88-E581-4E69-8512-CA4FBF0F0C13}" sibTransId="{987A17E0-2378-4A86-96F7-E084E294A1FF}"/>
    <dgm:cxn modelId="{336549E1-D383-406E-A8FE-1F616AD7B477}" type="presOf" srcId="{33B6F1A0-EB43-4F33-A77A-A826C138753F}" destId="{9BDF946E-0FC1-43BA-BB8B-CB94BBA6DD90}" srcOrd="0" destOrd="0" presId="urn:microsoft.com/office/officeart/2018/2/layout/IconLabelDescriptionList"/>
    <dgm:cxn modelId="{9F65E8EA-530B-4881-8428-AC8D56ACADD4}" type="presOf" srcId="{125360D4-9725-4854-9E99-F9C9D535A704}" destId="{A2D0BB53-4A9A-4FE5-8D9E-BDF7CF7E04EE}" srcOrd="0" destOrd="0" presId="urn:microsoft.com/office/officeart/2018/2/layout/IconLabelDescriptionList"/>
    <dgm:cxn modelId="{135B50DF-413D-4185-8CD5-46B646CDCC48}" type="presParOf" srcId="{9BDF946E-0FC1-43BA-BB8B-CB94BBA6DD90}" destId="{20409381-7C17-46B9-9905-029CE11C5295}" srcOrd="0" destOrd="0" presId="urn:microsoft.com/office/officeart/2018/2/layout/IconLabelDescriptionList"/>
    <dgm:cxn modelId="{471CF19E-AD73-4402-BD07-E52345F5583D}" type="presParOf" srcId="{20409381-7C17-46B9-9905-029CE11C5295}" destId="{E5B68AEB-651C-4A90-B74C-F7BD6A1E1772}" srcOrd="0" destOrd="0" presId="urn:microsoft.com/office/officeart/2018/2/layout/IconLabelDescriptionList"/>
    <dgm:cxn modelId="{CDF506CC-9892-4FCC-B5A2-F166FE029317}" type="presParOf" srcId="{20409381-7C17-46B9-9905-029CE11C5295}" destId="{297580AD-15F0-4EDC-BF15-62E01EEA36D8}" srcOrd="1" destOrd="0" presId="urn:microsoft.com/office/officeart/2018/2/layout/IconLabelDescriptionList"/>
    <dgm:cxn modelId="{D8CEDACF-6FA3-4FD5-A24E-EA8379BBC59E}" type="presParOf" srcId="{20409381-7C17-46B9-9905-029CE11C5295}" destId="{A2D0BB53-4A9A-4FE5-8D9E-BDF7CF7E04EE}" srcOrd="2" destOrd="0" presId="urn:microsoft.com/office/officeart/2018/2/layout/IconLabelDescriptionList"/>
    <dgm:cxn modelId="{E1DB0104-8880-47A1-9BCA-C648D330D1F5}" type="presParOf" srcId="{20409381-7C17-46B9-9905-029CE11C5295}" destId="{65DCB9CE-97B5-45E2-B573-AC903D4E16D7}" srcOrd="3" destOrd="0" presId="urn:microsoft.com/office/officeart/2018/2/layout/IconLabelDescriptionList"/>
    <dgm:cxn modelId="{20EB15A9-30D8-4CD3-86D1-9C3DCDF7C875}" type="presParOf" srcId="{20409381-7C17-46B9-9905-029CE11C5295}" destId="{6D6D7A5D-2CDD-463B-892F-1A9F58026482}" srcOrd="4" destOrd="0" presId="urn:microsoft.com/office/officeart/2018/2/layout/IconLabelDescriptionList"/>
    <dgm:cxn modelId="{5F2F0BBE-2A42-4155-A978-02650D12139A}" type="presParOf" srcId="{9BDF946E-0FC1-43BA-BB8B-CB94BBA6DD90}" destId="{AF1C89FA-69CF-4C03-93E1-58A44C67CEF4}" srcOrd="1" destOrd="0" presId="urn:microsoft.com/office/officeart/2018/2/layout/IconLabelDescriptionList"/>
    <dgm:cxn modelId="{A7D49BF7-50C6-4DC4-B3A0-17AAF5F62988}" type="presParOf" srcId="{9BDF946E-0FC1-43BA-BB8B-CB94BBA6DD90}" destId="{8AEACBC3-9C82-4DC1-A757-06E2F443C9FA}" srcOrd="2" destOrd="0" presId="urn:microsoft.com/office/officeart/2018/2/layout/IconLabelDescriptionList"/>
    <dgm:cxn modelId="{E25E6AE7-A1A9-49E4-840C-09873FB5AF4E}" type="presParOf" srcId="{8AEACBC3-9C82-4DC1-A757-06E2F443C9FA}" destId="{C52E1268-9570-4F3F-A0E6-D36D5EC378D7}" srcOrd="0" destOrd="0" presId="urn:microsoft.com/office/officeart/2018/2/layout/IconLabelDescriptionList"/>
    <dgm:cxn modelId="{0E7364B9-D8B3-4468-A051-49624383E5D4}" type="presParOf" srcId="{8AEACBC3-9C82-4DC1-A757-06E2F443C9FA}" destId="{86E95329-0718-453F-9C1A-08EAEFBFAC1D}" srcOrd="1" destOrd="0" presId="urn:microsoft.com/office/officeart/2018/2/layout/IconLabelDescriptionList"/>
    <dgm:cxn modelId="{E5F48226-8FCA-4B96-A62C-CBD82446A4BD}" type="presParOf" srcId="{8AEACBC3-9C82-4DC1-A757-06E2F443C9FA}" destId="{3F0A1F48-4138-44FC-A3E7-048C440A6D60}" srcOrd="2" destOrd="0" presId="urn:microsoft.com/office/officeart/2018/2/layout/IconLabelDescriptionList"/>
    <dgm:cxn modelId="{608B5E82-AB13-4739-A5AF-8E1DB8A8D68D}" type="presParOf" srcId="{8AEACBC3-9C82-4DC1-A757-06E2F443C9FA}" destId="{AE6C634E-4A6D-40B1-8E90-232AB99828E9}" srcOrd="3" destOrd="0" presId="urn:microsoft.com/office/officeart/2018/2/layout/IconLabelDescriptionList"/>
    <dgm:cxn modelId="{90C6DADC-EA6E-4158-8F0D-CDAAD4EAB85F}" type="presParOf" srcId="{8AEACBC3-9C82-4DC1-A757-06E2F443C9FA}" destId="{36DBF9D2-3FA1-42DF-9706-B6407F5042F3}" srcOrd="4" destOrd="0" presId="urn:microsoft.com/office/officeart/2018/2/layout/IconLabelDescriptionList"/>
    <dgm:cxn modelId="{765371B2-4AAA-4BA2-AD0A-4EF659D77D5B}" type="presParOf" srcId="{9BDF946E-0FC1-43BA-BB8B-CB94BBA6DD90}" destId="{39607192-4A3D-48F2-9E6E-D964EF782CAA}" srcOrd="3" destOrd="0" presId="urn:microsoft.com/office/officeart/2018/2/layout/IconLabelDescriptionList"/>
    <dgm:cxn modelId="{F8810999-E922-4AE6-896B-6B3460DEF5A4}" type="presParOf" srcId="{9BDF946E-0FC1-43BA-BB8B-CB94BBA6DD90}" destId="{B2DE1EE6-60C6-406D-AE13-5A10766ED4A7}" srcOrd="4" destOrd="0" presId="urn:microsoft.com/office/officeart/2018/2/layout/IconLabelDescriptionList"/>
    <dgm:cxn modelId="{92945D3B-2417-4EF9-B60D-CA3AF92CFEEA}" type="presParOf" srcId="{B2DE1EE6-60C6-406D-AE13-5A10766ED4A7}" destId="{213CD4AA-308E-4048-80F6-0365D6A0A317}" srcOrd="0" destOrd="0" presId="urn:microsoft.com/office/officeart/2018/2/layout/IconLabelDescriptionList"/>
    <dgm:cxn modelId="{C8231B16-3303-4C82-8D7E-773DE04FA06A}" type="presParOf" srcId="{B2DE1EE6-60C6-406D-AE13-5A10766ED4A7}" destId="{483D5D03-9667-4509-9AF8-D808FCFF0203}" srcOrd="1" destOrd="0" presId="urn:microsoft.com/office/officeart/2018/2/layout/IconLabelDescriptionList"/>
    <dgm:cxn modelId="{6661EDE0-7F59-4BED-B34D-66315BD9945F}" type="presParOf" srcId="{B2DE1EE6-60C6-406D-AE13-5A10766ED4A7}" destId="{B732E661-0AAF-42FC-9155-8CB55C7FDEE1}" srcOrd="2" destOrd="0" presId="urn:microsoft.com/office/officeart/2018/2/layout/IconLabelDescriptionList"/>
    <dgm:cxn modelId="{E2A39EE4-BD28-4AF0-A8E2-8413A16ACD2D}" type="presParOf" srcId="{B2DE1EE6-60C6-406D-AE13-5A10766ED4A7}" destId="{067FE440-D640-476C-89C6-5062119FC68F}" srcOrd="3" destOrd="0" presId="urn:microsoft.com/office/officeart/2018/2/layout/IconLabelDescriptionList"/>
    <dgm:cxn modelId="{23C33223-274D-4596-A449-38492A24A959}" type="presParOf" srcId="{B2DE1EE6-60C6-406D-AE13-5A10766ED4A7}" destId="{AE396BAF-C474-4D6D-9C6B-BBA4D10A88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E19CAD04-7F19-4C2A-BC18-81BF357C5B53}"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3660AB34-CAE2-4A48-8C4E-A92C6E370651}">
      <dgm:prSet/>
      <dgm:spPr/>
      <dgm:t>
        <a:bodyPr/>
        <a:lstStyle/>
        <a:p>
          <a:pPr>
            <a:lnSpc>
              <a:spcPct val="100000"/>
            </a:lnSpc>
            <a:defRPr b="1"/>
          </a:pPr>
          <a:r>
            <a:rPr lang="en-US" i="1"/>
            <a:t>Exchange</a:t>
          </a:r>
          <a:r>
            <a:rPr lang="tr-TR" i="1"/>
            <a:t> </a:t>
          </a:r>
          <a:r>
            <a:rPr lang="en-US" i="1"/>
            <a:t>rate</a:t>
          </a:r>
          <a:endParaRPr lang="en-US"/>
        </a:p>
      </dgm:t>
    </dgm:pt>
    <dgm:pt modelId="{609838DB-8F3B-458B-8412-A9E96E6C2051}" type="parTrans" cxnId="{C5233382-6D7D-4861-BD1A-8CCE7E05D09C}">
      <dgm:prSet/>
      <dgm:spPr/>
      <dgm:t>
        <a:bodyPr/>
        <a:lstStyle/>
        <a:p>
          <a:endParaRPr lang="en-US"/>
        </a:p>
      </dgm:t>
    </dgm:pt>
    <dgm:pt modelId="{09FF648F-2A9F-44EB-8961-2AB00E5DCC84}" type="sibTrans" cxnId="{C5233382-6D7D-4861-BD1A-8CCE7E05D09C}">
      <dgm:prSet/>
      <dgm:spPr/>
      <dgm:t>
        <a:bodyPr/>
        <a:lstStyle/>
        <a:p>
          <a:endParaRPr lang="en-US"/>
        </a:p>
      </dgm:t>
    </dgm:pt>
    <dgm:pt modelId="{CAD6A1CC-C3F0-47A6-AE9E-524C2E4E133C}">
      <dgm:prSet/>
      <dgm:spPr/>
      <dgm:t>
        <a:bodyPr/>
        <a:lstStyle/>
        <a:p>
          <a:pPr>
            <a:lnSpc>
              <a:spcPct val="100000"/>
            </a:lnSpc>
            <a:defRPr b="1"/>
          </a:pPr>
          <a:r>
            <a:rPr lang="tr-TR" i="1"/>
            <a:t>Bitcoin Average</a:t>
          </a:r>
          <a:endParaRPr lang="en-US"/>
        </a:p>
      </dgm:t>
      <dgm:extLst>
        <a:ext uri="{E40237B7-FDA0-4F09-8148-C483321AD2D9}">
          <dgm14:cNvPr xmlns:dgm14="http://schemas.microsoft.com/office/drawing/2010/diagram" id="0" name="">
            <a:hlinkClick xmlns:r="http://schemas.openxmlformats.org/officeDocument/2006/relationships" r:id="rId1"/>
          </dgm14:cNvPr>
        </a:ext>
      </dgm:extLst>
    </dgm:pt>
    <dgm:pt modelId="{64B917A9-53E8-4D88-A7C1-F30DEC8B9A2E}" type="parTrans" cxnId="{4268E7F1-33B1-471B-8ECD-26CBC54AE18E}">
      <dgm:prSet/>
      <dgm:spPr/>
      <dgm:t>
        <a:bodyPr/>
        <a:lstStyle/>
        <a:p>
          <a:endParaRPr lang="en-US"/>
        </a:p>
      </dgm:t>
    </dgm:pt>
    <dgm:pt modelId="{157D02E9-C2F7-4827-B18C-5BC8A85A835B}" type="sibTrans" cxnId="{4268E7F1-33B1-471B-8ECD-26CBC54AE18E}">
      <dgm:prSet/>
      <dgm:spPr/>
      <dgm:t>
        <a:bodyPr/>
        <a:lstStyle/>
        <a:p>
          <a:endParaRPr lang="en-US"/>
        </a:p>
      </dgm:t>
    </dgm:pt>
    <dgm:pt modelId="{491F61C2-213E-49E6-AF8D-15CFCE8C8EE8}">
      <dgm:prSet/>
      <dgm:spPr/>
      <dgm:t>
        <a:bodyPr/>
        <a:lstStyle/>
        <a:p>
          <a:pPr>
            <a:lnSpc>
              <a:spcPct val="100000"/>
            </a:lnSpc>
          </a:pPr>
          <a:r>
            <a:rPr lang="en-US" dirty="0"/>
            <a:t>provides a simple view of</a:t>
          </a:r>
        </a:p>
      </dgm:t>
    </dgm:pt>
    <dgm:pt modelId="{C1B7EBFE-1BBF-490B-A121-AFCD869BB537}" type="parTrans" cxnId="{EC7366E6-8E62-4D22-AF0F-DF6B539A141A}">
      <dgm:prSet/>
      <dgm:spPr/>
      <dgm:t>
        <a:bodyPr/>
        <a:lstStyle/>
        <a:p>
          <a:endParaRPr lang="en-US"/>
        </a:p>
      </dgm:t>
    </dgm:pt>
    <dgm:pt modelId="{1D3ED6C2-A7B3-4B63-AF22-483171EC0B9F}" type="sibTrans" cxnId="{EC7366E6-8E62-4D22-AF0F-DF6B539A141A}">
      <dgm:prSet/>
      <dgm:spPr/>
      <dgm:t>
        <a:bodyPr/>
        <a:lstStyle/>
        <a:p>
          <a:endParaRPr lang="en-US"/>
        </a:p>
      </dgm:t>
    </dgm:pt>
    <dgm:pt modelId="{B3F05B99-F256-4914-A39D-66C0C844F886}">
      <dgm:prSet/>
      <dgm:spPr/>
      <dgm:t>
        <a:bodyPr/>
        <a:lstStyle/>
        <a:p>
          <a:pPr>
            <a:lnSpc>
              <a:spcPct val="100000"/>
            </a:lnSpc>
            <a:defRPr b="1"/>
          </a:pPr>
          <a:r>
            <a:rPr lang="tr-TR" i="1"/>
            <a:t>CoinCap</a:t>
          </a:r>
          <a:endParaRPr lang="en-US"/>
        </a:p>
      </dgm:t>
      <dgm:extLst>
        <a:ext uri="{E40237B7-FDA0-4F09-8148-C483321AD2D9}">
          <dgm14:cNvPr xmlns:dgm14="http://schemas.microsoft.com/office/drawing/2010/diagram" id="0" name="">
            <a:hlinkClick xmlns:r="http://schemas.openxmlformats.org/officeDocument/2006/relationships" r:id="rId2"/>
          </dgm14:cNvPr>
        </a:ext>
      </dgm:extLst>
    </dgm:pt>
    <dgm:pt modelId="{891F2F14-EC7C-46B1-9B1A-111A0CAD9649}" type="parTrans" cxnId="{68672B62-178E-4074-84A2-1BB1D74C462C}">
      <dgm:prSet/>
      <dgm:spPr/>
      <dgm:t>
        <a:bodyPr/>
        <a:lstStyle/>
        <a:p>
          <a:endParaRPr lang="en-US"/>
        </a:p>
      </dgm:t>
    </dgm:pt>
    <dgm:pt modelId="{43AAAF99-B4DA-48B5-8941-D123D0FC9301}" type="sibTrans" cxnId="{68672B62-178E-4074-84A2-1BB1D74C462C}">
      <dgm:prSet/>
      <dgm:spPr/>
      <dgm:t>
        <a:bodyPr/>
        <a:lstStyle/>
        <a:p>
          <a:endParaRPr lang="en-US"/>
        </a:p>
      </dgm:t>
    </dgm:pt>
    <dgm:pt modelId="{D011C2BD-2B75-4C42-93DB-7B5D96005FA9}">
      <dgm:prSet/>
      <dgm:spPr/>
      <dgm:t>
        <a:bodyPr/>
        <a:lstStyle/>
        <a:p>
          <a:pPr>
            <a:lnSpc>
              <a:spcPct val="100000"/>
            </a:lnSpc>
          </a:pPr>
          <a:r>
            <a:rPr lang="en-US" dirty="0"/>
            <a:t>A service listing the market capitalization and exchange rates</a:t>
          </a:r>
        </a:p>
      </dgm:t>
    </dgm:pt>
    <dgm:pt modelId="{9233C607-47EB-4986-BA4E-6E454CB22884}" type="parTrans" cxnId="{BDF4DA73-4F2B-4A87-A753-7800B9662CD8}">
      <dgm:prSet/>
      <dgm:spPr/>
      <dgm:t>
        <a:bodyPr/>
        <a:lstStyle/>
        <a:p>
          <a:endParaRPr lang="en-US"/>
        </a:p>
      </dgm:t>
    </dgm:pt>
    <dgm:pt modelId="{B78E917A-7F40-4A44-BB73-964E0F038A7F}" type="sibTrans" cxnId="{BDF4DA73-4F2B-4A87-A753-7800B9662CD8}">
      <dgm:prSet/>
      <dgm:spPr/>
      <dgm:t>
        <a:bodyPr/>
        <a:lstStyle/>
        <a:p>
          <a:endParaRPr lang="en-US"/>
        </a:p>
      </dgm:t>
    </dgm:pt>
    <dgm:pt modelId="{4726ADFC-4B60-43D1-8025-5B6572CB49A3}">
      <dgm:prSet/>
      <dgm:spPr/>
      <dgm:t>
        <a:bodyPr/>
        <a:lstStyle/>
        <a:p>
          <a:pPr>
            <a:lnSpc>
              <a:spcPct val="100000"/>
            </a:lnSpc>
            <a:defRPr b="1"/>
          </a:pPr>
          <a:r>
            <a:rPr lang="tr-TR" i="1"/>
            <a:t>CME</a:t>
          </a:r>
          <a:endParaRPr lang="en-US"/>
        </a:p>
      </dgm:t>
      <dgm:extLst>
        <a:ext uri="{E40237B7-FDA0-4F09-8148-C483321AD2D9}">
          <dgm14:cNvPr xmlns:dgm14="http://schemas.microsoft.com/office/drawing/2010/diagram" id="0" name="">
            <a:hlinkClick xmlns:r="http://schemas.openxmlformats.org/officeDocument/2006/relationships" r:id="rId3"/>
          </dgm14:cNvPr>
        </a:ext>
      </dgm:extLst>
    </dgm:pt>
    <dgm:pt modelId="{B788A1B8-7880-4448-AEDA-BBE99CF0B873}" type="parTrans" cxnId="{2CCD7E51-B5B2-4262-AF87-C1A7C9DF9F39}">
      <dgm:prSet/>
      <dgm:spPr/>
      <dgm:t>
        <a:bodyPr/>
        <a:lstStyle/>
        <a:p>
          <a:endParaRPr lang="en-US"/>
        </a:p>
      </dgm:t>
    </dgm:pt>
    <dgm:pt modelId="{8D10F6BA-0989-4503-BD08-0CB97A8CD7ED}" type="sibTrans" cxnId="{2CCD7E51-B5B2-4262-AF87-C1A7C9DF9F39}">
      <dgm:prSet/>
      <dgm:spPr/>
      <dgm:t>
        <a:bodyPr/>
        <a:lstStyle/>
        <a:p>
          <a:endParaRPr lang="en-US"/>
        </a:p>
      </dgm:t>
    </dgm:pt>
    <dgm:pt modelId="{608283D5-7B16-4558-B802-024590DD353D}">
      <dgm:prSet/>
      <dgm:spPr/>
      <dgm:t>
        <a:bodyPr/>
        <a:lstStyle/>
        <a:p>
          <a:pPr>
            <a:lnSpc>
              <a:spcPct val="100000"/>
            </a:lnSpc>
          </a:pPr>
          <a:r>
            <a:rPr lang="en-US" dirty="0"/>
            <a:t>A reference rate that can be used for institutional and contractual reference </a:t>
          </a:r>
        </a:p>
      </dgm:t>
    </dgm:pt>
    <dgm:pt modelId="{966C4425-1670-437C-81BF-3C56780B2A63}" type="parTrans" cxnId="{9FB625F0-4C88-4D30-9589-0DEA1D327CCA}">
      <dgm:prSet/>
      <dgm:spPr/>
      <dgm:t>
        <a:bodyPr/>
        <a:lstStyle/>
        <a:p>
          <a:endParaRPr lang="en-US"/>
        </a:p>
      </dgm:t>
    </dgm:pt>
    <dgm:pt modelId="{7F8E83AE-F532-4CAF-BC37-0245FD01F729}" type="sibTrans" cxnId="{9FB625F0-4C88-4D30-9589-0DEA1D327CCA}">
      <dgm:prSet/>
      <dgm:spPr/>
      <dgm:t>
        <a:bodyPr/>
        <a:lstStyle/>
        <a:p>
          <a:endParaRPr lang="en-US"/>
        </a:p>
      </dgm:t>
    </dgm:pt>
    <dgm:pt modelId="{13B20830-68CC-4305-B13F-3E08C9E2B8E6}">
      <dgm:prSet/>
      <dgm:spPr/>
      <dgm:t>
        <a:bodyPr/>
        <a:lstStyle/>
        <a:p>
          <a:pPr>
            <a:lnSpc>
              <a:spcPct val="100000"/>
            </a:lnSpc>
          </a:pPr>
          <a:r>
            <a:rPr lang="en-US" dirty="0"/>
            <a:t>Bitcoin, like most other currencies, </a:t>
          </a:r>
        </a:p>
      </dgm:t>
    </dgm:pt>
    <dgm:pt modelId="{80CF5374-3595-4567-856F-2B3F364EA2CB}" type="parTrans" cxnId="{9A149D59-A1CA-4F19-8FD5-23BDB5130FB1}">
      <dgm:prSet/>
      <dgm:spPr/>
      <dgm:t>
        <a:bodyPr/>
        <a:lstStyle/>
        <a:p>
          <a:endParaRPr lang="tr-TR"/>
        </a:p>
      </dgm:t>
    </dgm:pt>
    <dgm:pt modelId="{595A0D99-9475-4128-80AA-1DB361C002C6}" type="sibTrans" cxnId="{9A149D59-A1CA-4F19-8FD5-23BDB5130FB1}">
      <dgm:prSet/>
      <dgm:spPr/>
      <dgm:t>
        <a:bodyPr/>
        <a:lstStyle/>
        <a:p>
          <a:endParaRPr lang="tr-TR"/>
        </a:p>
      </dgm:t>
    </dgm:pt>
    <dgm:pt modelId="{C7D88940-DF4F-4EDF-9190-567C52244FA2}">
      <dgm:prSet/>
      <dgm:spPr/>
      <dgm:t>
        <a:bodyPr/>
        <a:lstStyle/>
        <a:p>
          <a:pPr>
            <a:lnSpc>
              <a:spcPct val="100000"/>
            </a:lnSpc>
          </a:pPr>
          <a:r>
            <a:rPr lang="en-US" dirty="0"/>
            <a:t>There are hundreds of applications and websites</a:t>
          </a:r>
        </a:p>
      </dgm:t>
    </dgm:pt>
    <dgm:pt modelId="{2743FDF1-F4B3-429D-A24B-EA755341D7DB}" type="parTrans" cxnId="{04DDD526-7AB2-4DF8-98FC-DFA840BC5C94}">
      <dgm:prSet/>
      <dgm:spPr/>
      <dgm:t>
        <a:bodyPr/>
        <a:lstStyle/>
        <a:p>
          <a:endParaRPr lang="tr-TR"/>
        </a:p>
      </dgm:t>
    </dgm:pt>
    <dgm:pt modelId="{7417CE6A-6030-4C5A-B761-4DB6EA5285A0}" type="sibTrans" cxnId="{04DDD526-7AB2-4DF8-98FC-DFA840BC5C94}">
      <dgm:prSet/>
      <dgm:spPr/>
      <dgm:t>
        <a:bodyPr/>
        <a:lstStyle/>
        <a:p>
          <a:endParaRPr lang="tr-TR"/>
        </a:p>
      </dgm:t>
    </dgm:pt>
    <dgm:pt modelId="{5A951F75-E389-4895-BB74-3E4FDBEC3280}">
      <dgm:prSet/>
      <dgm:spPr/>
      <dgm:t>
        <a:bodyPr/>
        <a:lstStyle/>
        <a:p>
          <a:pPr>
            <a:lnSpc>
              <a:spcPct val="100000"/>
            </a:lnSpc>
          </a:pPr>
          <a:r>
            <a:rPr lang="en-US" dirty="0"/>
            <a:t>provided</a:t>
          </a:r>
          <a:r>
            <a:rPr lang="tr-TR" dirty="0"/>
            <a:t> </a:t>
          </a:r>
          <a:r>
            <a:rPr lang="en-US" dirty="0"/>
            <a:t>as part of investment data feeds by the CME</a:t>
          </a:r>
          <a:endParaRPr lang="tr-TR" dirty="0"/>
        </a:p>
        <a:p>
          <a:pPr>
            <a:lnSpc>
              <a:spcPct val="100000"/>
            </a:lnSpc>
          </a:pPr>
          <a:r>
            <a:rPr lang="tr-TR" dirty="0">
              <a:hlinkClick xmlns:r="http://schemas.openxmlformats.org/officeDocument/2006/relationships" r:id="rId4"/>
            </a:rPr>
            <a:t>https://www.cmegroup.com/trading/cryptocurrency-indices.html</a:t>
          </a:r>
          <a:r>
            <a:rPr lang="tr-TR" dirty="0"/>
            <a:t> </a:t>
          </a:r>
          <a:endParaRPr lang="en-US" dirty="0"/>
        </a:p>
      </dgm:t>
    </dgm:pt>
    <dgm:pt modelId="{BE648FC7-DEF6-4B6E-A227-6E3332F6045D}" type="parTrans" cxnId="{9A46E588-EECA-488D-874F-67E1DB14DDAD}">
      <dgm:prSet/>
      <dgm:spPr/>
      <dgm:t>
        <a:bodyPr/>
        <a:lstStyle/>
        <a:p>
          <a:endParaRPr lang="tr-TR"/>
        </a:p>
      </dgm:t>
    </dgm:pt>
    <dgm:pt modelId="{54BF12E2-27B4-4AC7-BD68-44EFEF2C5D2A}" type="sibTrans" cxnId="{9A46E588-EECA-488D-874F-67E1DB14DDAD}">
      <dgm:prSet/>
      <dgm:spPr/>
      <dgm:t>
        <a:bodyPr/>
        <a:lstStyle/>
        <a:p>
          <a:endParaRPr lang="tr-TR"/>
        </a:p>
      </dgm:t>
    </dgm:pt>
    <dgm:pt modelId="{D7DD2714-091A-4A3F-994D-2CB5B616052F}">
      <dgm:prSet/>
      <dgm:spPr/>
      <dgm:t>
        <a:bodyPr/>
        <a:lstStyle/>
        <a:p>
          <a:pPr>
            <a:lnSpc>
              <a:spcPct val="100000"/>
            </a:lnSpc>
          </a:pPr>
          <a:r>
            <a:rPr lang="en-US" i="1" dirty="0"/>
            <a:t>Chicago Mercantile Exchange Bitcoin Reference Rate</a:t>
          </a:r>
          <a:endParaRPr lang="en-US" dirty="0"/>
        </a:p>
      </dgm:t>
    </dgm:pt>
    <dgm:pt modelId="{DD36A58B-24BD-4DD3-B3FB-52306D7072EB}" type="parTrans" cxnId="{CB5D5D98-1F33-4B18-83EF-8884E22338EB}">
      <dgm:prSet/>
      <dgm:spPr/>
      <dgm:t>
        <a:bodyPr/>
        <a:lstStyle/>
        <a:p>
          <a:endParaRPr lang="tr-TR"/>
        </a:p>
      </dgm:t>
    </dgm:pt>
    <dgm:pt modelId="{54270023-8A55-4A48-92CB-449BD53C4671}" type="sibTrans" cxnId="{CB5D5D98-1F33-4B18-83EF-8884E22338EB}">
      <dgm:prSet/>
      <dgm:spPr/>
      <dgm:t>
        <a:bodyPr/>
        <a:lstStyle/>
        <a:p>
          <a:endParaRPr lang="tr-TR"/>
        </a:p>
      </dgm:t>
    </dgm:pt>
    <dgm:pt modelId="{09DDE63D-A992-4751-A00C-BD731A14EEBF}">
      <dgm:prSet/>
      <dgm:spPr/>
      <dgm:t>
        <a:bodyPr/>
        <a:lstStyle/>
        <a:p>
          <a:pPr>
            <a:lnSpc>
              <a:spcPct val="100000"/>
            </a:lnSpc>
          </a:pPr>
          <a:r>
            <a:rPr lang="en-US" dirty="0"/>
            <a:t>that can provide the current market</a:t>
          </a:r>
          <a:r>
            <a:rPr lang="tr-TR" dirty="0"/>
            <a:t> rate.</a:t>
          </a:r>
        </a:p>
        <a:p>
          <a:pPr>
            <a:lnSpc>
              <a:spcPct val="100000"/>
            </a:lnSpc>
          </a:pPr>
          <a:r>
            <a:rPr lang="tr-TR" dirty="0" err="1"/>
            <a:t>Example</a:t>
          </a:r>
          <a:r>
            <a:rPr lang="tr-TR" dirty="0"/>
            <a:t>: </a:t>
          </a:r>
          <a:r>
            <a:rPr lang="tr-TR" dirty="0">
              <a:hlinkClick xmlns:r="http://schemas.openxmlformats.org/officeDocument/2006/relationships" r:id="rId5"/>
            </a:rPr>
            <a:t>https://www.coindesk.com/</a:t>
          </a:r>
          <a:r>
            <a:rPr lang="tr-TR" dirty="0"/>
            <a:t> </a:t>
          </a:r>
          <a:endParaRPr lang="en-US" dirty="0"/>
        </a:p>
      </dgm:t>
    </dgm:pt>
    <dgm:pt modelId="{FE64DFF2-2DA0-483F-BFF8-54EE3F9DB7CB}" type="parTrans" cxnId="{B96178E8-7AF6-44CD-A480-15DA20787F88}">
      <dgm:prSet/>
      <dgm:spPr/>
      <dgm:t>
        <a:bodyPr/>
        <a:lstStyle/>
        <a:p>
          <a:endParaRPr lang="tr-TR"/>
        </a:p>
      </dgm:t>
    </dgm:pt>
    <dgm:pt modelId="{8B795004-855B-488A-8ED9-D4BE9679D530}" type="sibTrans" cxnId="{B96178E8-7AF6-44CD-A480-15DA20787F88}">
      <dgm:prSet/>
      <dgm:spPr/>
      <dgm:t>
        <a:bodyPr/>
        <a:lstStyle/>
        <a:p>
          <a:endParaRPr lang="tr-TR"/>
        </a:p>
      </dgm:t>
    </dgm:pt>
    <dgm:pt modelId="{0635D518-AF6B-4251-AE17-CAB8288D12E2}">
      <dgm:prSet/>
      <dgm:spPr/>
      <dgm:t>
        <a:bodyPr/>
        <a:lstStyle/>
        <a:p>
          <a:pPr>
            <a:lnSpc>
              <a:spcPct val="100000"/>
            </a:lnSpc>
          </a:pPr>
          <a:r>
            <a:rPr lang="en-US"/>
            <a:t>has </a:t>
          </a:r>
          <a:r>
            <a:rPr lang="en-US" dirty="0"/>
            <a:t>a </a:t>
          </a:r>
          <a:r>
            <a:rPr lang="en-US" i="1" dirty="0"/>
            <a:t>floating exchange rate</a:t>
          </a:r>
          <a:r>
            <a:rPr lang="en-US" dirty="0"/>
            <a:t>.</a:t>
          </a:r>
        </a:p>
      </dgm:t>
    </dgm:pt>
    <dgm:pt modelId="{D97BBB3A-BEFE-408F-A034-628D8942B9E1}" type="parTrans" cxnId="{EDCD2C7B-77C1-47C0-A022-BD71AA3C9CDE}">
      <dgm:prSet/>
      <dgm:spPr/>
      <dgm:t>
        <a:bodyPr/>
        <a:lstStyle/>
        <a:p>
          <a:endParaRPr lang="tr-TR"/>
        </a:p>
      </dgm:t>
    </dgm:pt>
    <dgm:pt modelId="{FC9A43B1-B55C-407C-97E2-B283DE0DF973}" type="sibTrans" cxnId="{EDCD2C7B-77C1-47C0-A022-BD71AA3C9CDE}">
      <dgm:prSet/>
      <dgm:spPr/>
      <dgm:t>
        <a:bodyPr/>
        <a:lstStyle/>
        <a:p>
          <a:endParaRPr lang="tr-TR"/>
        </a:p>
      </dgm:t>
    </dgm:pt>
    <dgm:pt modelId="{6AA0BE71-6921-423F-AE1C-28B988DEA558}">
      <dgm:prSet/>
      <dgm:spPr/>
      <dgm:t>
        <a:bodyPr/>
        <a:lstStyle/>
        <a:p>
          <a:pPr>
            <a:lnSpc>
              <a:spcPct val="100000"/>
            </a:lnSpc>
            <a:defRPr b="1"/>
          </a:pPr>
          <a:r>
            <a:rPr lang="tr-TR"/>
            <a:t>Websites</a:t>
          </a:r>
          <a:endParaRPr lang="en-US"/>
        </a:p>
      </dgm:t>
    </dgm:pt>
    <dgm:pt modelId="{B691420F-8943-4AD9-AB69-8E5A031682AF}" type="parTrans" cxnId="{B1B2D8C4-BA89-414F-BB90-E9EBF7D09FA2}">
      <dgm:prSet/>
      <dgm:spPr/>
      <dgm:t>
        <a:bodyPr/>
        <a:lstStyle/>
        <a:p>
          <a:endParaRPr lang="tr-TR"/>
        </a:p>
      </dgm:t>
    </dgm:pt>
    <dgm:pt modelId="{DE5EEA1D-0FA2-4651-8462-3D0ACE26533B}" type="sibTrans" cxnId="{B1B2D8C4-BA89-414F-BB90-E9EBF7D09FA2}">
      <dgm:prSet/>
      <dgm:spPr/>
      <dgm:t>
        <a:bodyPr/>
        <a:lstStyle/>
        <a:p>
          <a:endParaRPr lang="tr-TR"/>
        </a:p>
      </dgm:t>
    </dgm:pt>
    <dgm:pt modelId="{CD128D2A-86DA-4AE6-9BDF-9FB55FAA5396}">
      <dgm:prSet/>
      <dgm:spPr/>
      <dgm:t>
        <a:bodyPr/>
        <a:lstStyle/>
        <a:p>
          <a:pPr>
            <a:lnSpc>
              <a:spcPct val="100000"/>
            </a:lnSpc>
          </a:pPr>
          <a:r>
            <a:rPr lang="en-US" dirty="0"/>
            <a:t>the volume-weighted-average for each currency.</a:t>
          </a:r>
          <a:endParaRPr lang="tr-TR" dirty="0"/>
        </a:p>
        <a:p>
          <a:pPr>
            <a:lnSpc>
              <a:spcPct val="100000"/>
            </a:lnSpc>
          </a:pPr>
          <a:r>
            <a:rPr lang="tr-TR" dirty="0">
              <a:hlinkClick xmlns:r="http://schemas.openxmlformats.org/officeDocument/2006/relationships" r:id="rId1"/>
            </a:rPr>
            <a:t>https://bitcoinaverage.com/</a:t>
          </a:r>
          <a:r>
            <a:rPr lang="tr-TR" dirty="0"/>
            <a:t> </a:t>
          </a:r>
          <a:endParaRPr lang="en-US" dirty="0"/>
        </a:p>
      </dgm:t>
    </dgm:pt>
    <dgm:pt modelId="{3C786149-D2D6-4319-BBCD-FA5EE3530A6A}" type="parTrans" cxnId="{4629773C-CA84-4AF6-BE30-9838313F6979}">
      <dgm:prSet/>
      <dgm:spPr/>
      <dgm:t>
        <a:bodyPr/>
        <a:lstStyle/>
        <a:p>
          <a:endParaRPr lang="tr-TR"/>
        </a:p>
      </dgm:t>
    </dgm:pt>
    <dgm:pt modelId="{55D7C724-F153-46A8-A8F0-9E93697D37F0}" type="sibTrans" cxnId="{4629773C-CA84-4AF6-BE30-9838313F6979}">
      <dgm:prSet/>
      <dgm:spPr/>
      <dgm:t>
        <a:bodyPr/>
        <a:lstStyle/>
        <a:p>
          <a:endParaRPr lang="tr-TR"/>
        </a:p>
      </dgm:t>
    </dgm:pt>
    <dgm:pt modelId="{E8031BA8-1C62-4495-B508-993680BB630F}">
      <dgm:prSet/>
      <dgm:spPr/>
      <dgm:t>
        <a:bodyPr/>
        <a:lstStyle/>
        <a:p>
          <a:pPr>
            <a:lnSpc>
              <a:spcPct val="100000"/>
            </a:lnSpc>
          </a:pPr>
          <a:r>
            <a:rPr lang="en-US" dirty="0"/>
            <a:t>of hundreds of</a:t>
          </a:r>
          <a:r>
            <a:rPr lang="tr-TR" dirty="0"/>
            <a:t> crypto-currencies, </a:t>
          </a:r>
          <a:r>
            <a:rPr lang="tr-TR" dirty="0" err="1"/>
            <a:t>including</a:t>
          </a:r>
          <a:r>
            <a:rPr lang="tr-TR" dirty="0"/>
            <a:t> </a:t>
          </a:r>
          <a:r>
            <a:rPr lang="tr-TR" dirty="0" err="1"/>
            <a:t>bitcoin</a:t>
          </a:r>
          <a:endParaRPr lang="tr-TR" dirty="0"/>
        </a:p>
        <a:p>
          <a:pPr>
            <a:lnSpc>
              <a:spcPct val="100000"/>
            </a:lnSpc>
          </a:pPr>
          <a:r>
            <a:rPr lang="tr-TR" dirty="0">
              <a:hlinkClick xmlns:r="http://schemas.openxmlformats.org/officeDocument/2006/relationships" r:id="rId6"/>
            </a:rPr>
            <a:t>https://coincap.io/</a:t>
          </a:r>
          <a:r>
            <a:rPr lang="tr-TR" dirty="0"/>
            <a:t> </a:t>
          </a:r>
          <a:endParaRPr lang="en-US" dirty="0"/>
        </a:p>
      </dgm:t>
    </dgm:pt>
    <dgm:pt modelId="{9CDE3C11-981C-4694-B716-BDBFF2BD59FD}" type="parTrans" cxnId="{B091CA77-A5DB-45EA-9610-673965245D9D}">
      <dgm:prSet/>
      <dgm:spPr/>
      <dgm:t>
        <a:bodyPr/>
        <a:lstStyle/>
        <a:p>
          <a:endParaRPr lang="tr-TR"/>
        </a:p>
      </dgm:t>
    </dgm:pt>
    <dgm:pt modelId="{AB47494C-02F2-4AD8-84C6-89BF6C2530CC}" type="sibTrans" cxnId="{B091CA77-A5DB-45EA-9610-673965245D9D}">
      <dgm:prSet/>
      <dgm:spPr/>
      <dgm:t>
        <a:bodyPr/>
        <a:lstStyle/>
        <a:p>
          <a:endParaRPr lang="tr-TR"/>
        </a:p>
      </dgm:t>
    </dgm:pt>
    <dgm:pt modelId="{917F7608-EDE7-4CF3-89F6-53CDA50CDE77}" type="pres">
      <dgm:prSet presAssocID="{E19CAD04-7F19-4C2A-BC18-81BF357C5B53}" presName="root" presStyleCnt="0">
        <dgm:presLayoutVars>
          <dgm:dir/>
          <dgm:resizeHandles val="exact"/>
        </dgm:presLayoutVars>
      </dgm:prSet>
      <dgm:spPr/>
    </dgm:pt>
    <dgm:pt modelId="{A0C80568-F2EA-446D-A640-D83B7388AB08}" type="pres">
      <dgm:prSet presAssocID="{3660AB34-CAE2-4A48-8C4E-A92C6E370651}" presName="compNode" presStyleCnt="0"/>
      <dgm:spPr/>
    </dgm:pt>
    <dgm:pt modelId="{DE7C4C2C-AA0D-4F0B-AA72-CF72BCEDAC0B}" type="pres">
      <dgm:prSet presAssocID="{3660AB34-CAE2-4A48-8C4E-A92C6E370651}" presName="iconRect" presStyleLbl="node1" presStyleIdx="0"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ey"/>
        </a:ext>
      </dgm:extLst>
    </dgm:pt>
    <dgm:pt modelId="{2E525013-3601-4D01-BE2D-C1A2FD18B0D8}" type="pres">
      <dgm:prSet presAssocID="{3660AB34-CAE2-4A48-8C4E-A92C6E370651}" presName="iconSpace" presStyleCnt="0"/>
      <dgm:spPr/>
    </dgm:pt>
    <dgm:pt modelId="{4A89AD11-CF85-45CD-9B2E-BB6EE935B46C}" type="pres">
      <dgm:prSet presAssocID="{3660AB34-CAE2-4A48-8C4E-A92C6E370651}" presName="parTx" presStyleLbl="revTx" presStyleIdx="0" presStyleCnt="10">
        <dgm:presLayoutVars>
          <dgm:chMax val="0"/>
          <dgm:chPref val="0"/>
        </dgm:presLayoutVars>
      </dgm:prSet>
      <dgm:spPr/>
    </dgm:pt>
    <dgm:pt modelId="{353BAAB7-FEB1-4C8C-9BBD-625D1D86AA76}" type="pres">
      <dgm:prSet presAssocID="{3660AB34-CAE2-4A48-8C4E-A92C6E370651}" presName="txSpace" presStyleCnt="0"/>
      <dgm:spPr/>
    </dgm:pt>
    <dgm:pt modelId="{DD30B034-B44D-4411-92CA-6EC5768ADA4F}" type="pres">
      <dgm:prSet presAssocID="{3660AB34-CAE2-4A48-8C4E-A92C6E370651}" presName="desTx" presStyleLbl="revTx" presStyleIdx="1" presStyleCnt="10">
        <dgm:presLayoutVars/>
      </dgm:prSet>
      <dgm:spPr/>
    </dgm:pt>
    <dgm:pt modelId="{21D4E4AD-A651-4808-B850-589D10E26D8F}" type="pres">
      <dgm:prSet presAssocID="{09FF648F-2A9F-44EB-8961-2AB00E5DCC84}" presName="sibTrans" presStyleCnt="0"/>
      <dgm:spPr/>
    </dgm:pt>
    <dgm:pt modelId="{2FBFC617-BA64-43C4-BF72-B258BD91C5D5}" type="pres">
      <dgm:prSet presAssocID="{6AA0BE71-6921-423F-AE1C-28B988DEA558}" presName="compNode" presStyleCnt="0"/>
      <dgm:spPr/>
    </dgm:pt>
    <dgm:pt modelId="{3B97E421-C15C-4AB4-A567-5440993126B3}" type="pres">
      <dgm:prSet presAssocID="{6AA0BE71-6921-423F-AE1C-28B988DEA558}" presName="iconRect" presStyleLbl="node1" presStyleIdx="1"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cipitation"/>
        </a:ext>
      </dgm:extLst>
    </dgm:pt>
    <dgm:pt modelId="{58AD87CB-2EC4-45FC-B779-2054677AD87F}" type="pres">
      <dgm:prSet presAssocID="{6AA0BE71-6921-423F-AE1C-28B988DEA558}" presName="iconSpace" presStyleCnt="0"/>
      <dgm:spPr/>
    </dgm:pt>
    <dgm:pt modelId="{A818AF81-6F87-409F-BA9B-87A5E13B9FE1}" type="pres">
      <dgm:prSet presAssocID="{6AA0BE71-6921-423F-AE1C-28B988DEA558}" presName="parTx" presStyleLbl="revTx" presStyleIdx="2" presStyleCnt="10">
        <dgm:presLayoutVars>
          <dgm:chMax val="0"/>
          <dgm:chPref val="0"/>
        </dgm:presLayoutVars>
      </dgm:prSet>
      <dgm:spPr/>
    </dgm:pt>
    <dgm:pt modelId="{E1F82B7D-A261-4E0D-8401-D928BED9EBA4}" type="pres">
      <dgm:prSet presAssocID="{6AA0BE71-6921-423F-AE1C-28B988DEA558}" presName="txSpace" presStyleCnt="0"/>
      <dgm:spPr/>
    </dgm:pt>
    <dgm:pt modelId="{E790B0FF-6C5F-4F5A-8033-55A4DB3A589C}" type="pres">
      <dgm:prSet presAssocID="{6AA0BE71-6921-423F-AE1C-28B988DEA558}" presName="desTx" presStyleLbl="revTx" presStyleIdx="3" presStyleCnt="10">
        <dgm:presLayoutVars/>
      </dgm:prSet>
      <dgm:spPr/>
    </dgm:pt>
    <dgm:pt modelId="{E053DD12-533A-41F7-9C3C-2D97FB412AD9}" type="pres">
      <dgm:prSet presAssocID="{DE5EEA1D-0FA2-4651-8462-3D0ACE26533B}" presName="sibTrans" presStyleCnt="0"/>
      <dgm:spPr/>
    </dgm:pt>
    <dgm:pt modelId="{EB20BF86-3193-4B2F-941E-82F820A3AB66}" type="pres">
      <dgm:prSet presAssocID="{CAD6A1CC-C3F0-47A6-AE9E-524C2E4E133C}" presName="compNode" presStyleCnt="0"/>
      <dgm:spPr/>
    </dgm:pt>
    <dgm:pt modelId="{78866CA9-4420-4A3F-8031-4BA4138AFFCB}" type="pres">
      <dgm:prSet presAssocID="{CAD6A1CC-C3F0-47A6-AE9E-524C2E4E133C}" presName="iconRect" presStyleLbl="node1" presStyleIdx="2"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nk"/>
        </a:ext>
      </dgm:extLst>
    </dgm:pt>
    <dgm:pt modelId="{3F7DD517-848F-4EE5-AC0A-75CB47B9491F}" type="pres">
      <dgm:prSet presAssocID="{CAD6A1CC-C3F0-47A6-AE9E-524C2E4E133C}" presName="iconSpace" presStyleCnt="0"/>
      <dgm:spPr/>
    </dgm:pt>
    <dgm:pt modelId="{F71CDC4E-B9C9-450D-9CBC-E659A34D81B0}" type="pres">
      <dgm:prSet presAssocID="{CAD6A1CC-C3F0-47A6-AE9E-524C2E4E133C}" presName="parTx" presStyleLbl="revTx" presStyleIdx="4" presStyleCnt="10">
        <dgm:presLayoutVars>
          <dgm:chMax val="0"/>
          <dgm:chPref val="0"/>
        </dgm:presLayoutVars>
      </dgm:prSet>
      <dgm:spPr/>
    </dgm:pt>
    <dgm:pt modelId="{95645F1F-74C6-4C9E-B677-2BDD084A96B6}" type="pres">
      <dgm:prSet presAssocID="{CAD6A1CC-C3F0-47A6-AE9E-524C2E4E133C}" presName="txSpace" presStyleCnt="0"/>
      <dgm:spPr/>
    </dgm:pt>
    <dgm:pt modelId="{69B165EB-94FA-48B4-ABA5-24F9F6726A3B}" type="pres">
      <dgm:prSet presAssocID="{CAD6A1CC-C3F0-47A6-AE9E-524C2E4E133C}" presName="desTx" presStyleLbl="revTx" presStyleIdx="5" presStyleCnt="10">
        <dgm:presLayoutVars/>
      </dgm:prSet>
      <dgm:spPr/>
    </dgm:pt>
    <dgm:pt modelId="{6A037C37-3597-4D8F-AEBF-5E60336374B1}" type="pres">
      <dgm:prSet presAssocID="{157D02E9-C2F7-4827-B18C-5BC8A85A835B}" presName="sibTrans" presStyleCnt="0"/>
      <dgm:spPr/>
    </dgm:pt>
    <dgm:pt modelId="{B6B6CC8A-104F-421A-9024-121DA62AA0CC}" type="pres">
      <dgm:prSet presAssocID="{B3F05B99-F256-4914-A39D-66C0C844F886}" presName="compNode" presStyleCnt="0"/>
      <dgm:spPr/>
    </dgm:pt>
    <dgm:pt modelId="{6BDF4E52-380B-4C22-A616-1F86ED4DF4B3}" type="pres">
      <dgm:prSet presAssocID="{B3F05B99-F256-4914-A39D-66C0C844F886}" presName="iconRect" presStyleLbl="node1" presStyleIdx="3" presStyleCnt="5"/>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inancial"/>
        </a:ext>
      </dgm:extLst>
    </dgm:pt>
    <dgm:pt modelId="{0A7BDB0B-FC2E-4558-9B3B-8620F3A54766}" type="pres">
      <dgm:prSet presAssocID="{B3F05B99-F256-4914-A39D-66C0C844F886}" presName="iconSpace" presStyleCnt="0"/>
      <dgm:spPr/>
    </dgm:pt>
    <dgm:pt modelId="{D89DFD51-6E3E-4679-9AB7-956292D496E0}" type="pres">
      <dgm:prSet presAssocID="{B3F05B99-F256-4914-A39D-66C0C844F886}" presName="parTx" presStyleLbl="revTx" presStyleIdx="6" presStyleCnt="10">
        <dgm:presLayoutVars>
          <dgm:chMax val="0"/>
          <dgm:chPref val="0"/>
        </dgm:presLayoutVars>
      </dgm:prSet>
      <dgm:spPr/>
    </dgm:pt>
    <dgm:pt modelId="{BC3DCE94-FBC5-4906-82D0-AD9F0E1B7DE2}" type="pres">
      <dgm:prSet presAssocID="{B3F05B99-F256-4914-A39D-66C0C844F886}" presName="txSpace" presStyleCnt="0"/>
      <dgm:spPr/>
    </dgm:pt>
    <dgm:pt modelId="{E71B4C2F-5E5E-40FE-AA64-FD7E340916A1}" type="pres">
      <dgm:prSet presAssocID="{B3F05B99-F256-4914-A39D-66C0C844F886}" presName="desTx" presStyleLbl="revTx" presStyleIdx="7" presStyleCnt="10">
        <dgm:presLayoutVars/>
      </dgm:prSet>
      <dgm:spPr/>
    </dgm:pt>
    <dgm:pt modelId="{1EB2A868-6E07-439C-9F28-1A9BC2B08096}" type="pres">
      <dgm:prSet presAssocID="{43AAAF99-B4DA-48B5-8941-D123D0FC9301}" presName="sibTrans" presStyleCnt="0"/>
      <dgm:spPr/>
    </dgm:pt>
    <dgm:pt modelId="{942662E5-F22E-4330-8C95-F306E0E7BBCA}" type="pres">
      <dgm:prSet presAssocID="{4726ADFC-4B60-43D1-8025-5B6572CB49A3}" presName="compNode" presStyleCnt="0"/>
      <dgm:spPr/>
    </dgm:pt>
    <dgm:pt modelId="{86FDE2FF-D386-4C01-8771-D1112473BE24}" type="pres">
      <dgm:prSet presAssocID="{4726ADFC-4B60-43D1-8025-5B6572CB49A3}" presName="iconRect" presStyleLbl="node1" presStyleIdx="4" presStyleCnt="5"/>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Website"/>
        </a:ext>
      </dgm:extLst>
    </dgm:pt>
    <dgm:pt modelId="{6A34CA04-97CF-4622-BFBE-5D8BDE2F8D07}" type="pres">
      <dgm:prSet presAssocID="{4726ADFC-4B60-43D1-8025-5B6572CB49A3}" presName="iconSpace" presStyleCnt="0"/>
      <dgm:spPr/>
    </dgm:pt>
    <dgm:pt modelId="{3DDEC275-ECDE-4D91-BE66-ACD6F6F69BA6}" type="pres">
      <dgm:prSet presAssocID="{4726ADFC-4B60-43D1-8025-5B6572CB49A3}" presName="parTx" presStyleLbl="revTx" presStyleIdx="8" presStyleCnt="10">
        <dgm:presLayoutVars>
          <dgm:chMax val="0"/>
          <dgm:chPref val="0"/>
        </dgm:presLayoutVars>
      </dgm:prSet>
      <dgm:spPr/>
    </dgm:pt>
    <dgm:pt modelId="{6D8396A5-8E50-45B7-974C-42B2F254C00B}" type="pres">
      <dgm:prSet presAssocID="{4726ADFC-4B60-43D1-8025-5B6572CB49A3}" presName="txSpace" presStyleCnt="0"/>
      <dgm:spPr/>
    </dgm:pt>
    <dgm:pt modelId="{2A512E0B-17DF-4EFE-9076-98808A222A6F}" type="pres">
      <dgm:prSet presAssocID="{4726ADFC-4B60-43D1-8025-5B6572CB49A3}" presName="desTx" presStyleLbl="revTx" presStyleIdx="9" presStyleCnt="10">
        <dgm:presLayoutVars/>
      </dgm:prSet>
      <dgm:spPr/>
    </dgm:pt>
  </dgm:ptLst>
  <dgm:cxnLst>
    <dgm:cxn modelId="{0D67B203-5065-4FE2-81E8-7B8E6713C81C}" type="presOf" srcId="{D7DD2714-091A-4A3F-994D-2CB5B616052F}" destId="{2A512E0B-17DF-4EFE-9076-98808A222A6F}" srcOrd="0" destOrd="0" presId="urn:microsoft.com/office/officeart/2018/5/layout/CenteredIconLabelDescriptionList"/>
    <dgm:cxn modelId="{AA872F0B-8123-4EAA-9339-36363050E96F}" type="presOf" srcId="{3660AB34-CAE2-4A48-8C4E-A92C6E370651}" destId="{4A89AD11-CF85-45CD-9B2E-BB6EE935B46C}" srcOrd="0" destOrd="0" presId="urn:microsoft.com/office/officeart/2018/5/layout/CenteredIconLabelDescriptionList"/>
    <dgm:cxn modelId="{3FD0FC23-357E-4E82-88C4-50761CB51C8A}" type="presOf" srcId="{E19CAD04-7F19-4C2A-BC18-81BF357C5B53}" destId="{917F7608-EDE7-4CF3-89F6-53CDA50CDE77}" srcOrd="0" destOrd="0" presId="urn:microsoft.com/office/officeart/2018/5/layout/CenteredIconLabelDescriptionList"/>
    <dgm:cxn modelId="{04DDD526-7AB2-4DF8-98FC-DFA840BC5C94}" srcId="{6AA0BE71-6921-423F-AE1C-28B988DEA558}" destId="{C7D88940-DF4F-4EDF-9190-567C52244FA2}" srcOrd="0" destOrd="0" parTransId="{2743FDF1-F4B3-429D-A24B-EA755341D7DB}" sibTransId="{7417CE6A-6030-4C5A-B761-4DB6EA5285A0}"/>
    <dgm:cxn modelId="{4629773C-CA84-4AF6-BE30-9838313F6979}" srcId="{CAD6A1CC-C3F0-47A6-AE9E-524C2E4E133C}" destId="{CD128D2A-86DA-4AE6-9BDF-9FB55FAA5396}" srcOrd="1" destOrd="0" parTransId="{3C786149-D2D6-4319-BBCD-FA5EE3530A6A}" sibTransId="{55D7C724-F153-46A8-A8F0-9E93697D37F0}"/>
    <dgm:cxn modelId="{68672B62-178E-4074-84A2-1BB1D74C462C}" srcId="{E19CAD04-7F19-4C2A-BC18-81BF357C5B53}" destId="{B3F05B99-F256-4914-A39D-66C0C844F886}" srcOrd="3" destOrd="0" parTransId="{891F2F14-EC7C-46B1-9B1A-111A0CAD9649}" sibTransId="{43AAAF99-B4DA-48B5-8941-D123D0FC9301}"/>
    <dgm:cxn modelId="{0AE0AA62-703A-4ACE-93DC-39DEC5E5A323}" type="presOf" srcId="{0635D518-AF6B-4251-AE17-CAB8288D12E2}" destId="{DD30B034-B44D-4411-92CA-6EC5768ADA4F}" srcOrd="0" destOrd="1" presId="urn:microsoft.com/office/officeart/2018/5/layout/CenteredIconLabelDescriptionList"/>
    <dgm:cxn modelId="{500C6A4A-34C1-405C-BF3D-147DD8DDA3B7}" type="presOf" srcId="{E8031BA8-1C62-4495-B508-993680BB630F}" destId="{E71B4C2F-5E5E-40FE-AA64-FD7E340916A1}" srcOrd="0" destOrd="1" presId="urn:microsoft.com/office/officeart/2018/5/layout/CenteredIconLabelDescriptionList"/>
    <dgm:cxn modelId="{B08A516D-6189-421F-BCB9-316F3E296107}" type="presOf" srcId="{C7D88940-DF4F-4EDF-9190-567C52244FA2}" destId="{E790B0FF-6C5F-4F5A-8033-55A4DB3A589C}" srcOrd="0" destOrd="0" presId="urn:microsoft.com/office/officeart/2018/5/layout/CenteredIconLabelDescriptionList"/>
    <dgm:cxn modelId="{2CCD7E51-B5B2-4262-AF87-C1A7C9DF9F39}" srcId="{E19CAD04-7F19-4C2A-BC18-81BF357C5B53}" destId="{4726ADFC-4B60-43D1-8025-5B6572CB49A3}" srcOrd="4" destOrd="0" parTransId="{B788A1B8-7880-4448-AEDA-BBE99CF0B873}" sibTransId="{8D10F6BA-0989-4503-BD08-0CB97A8CD7ED}"/>
    <dgm:cxn modelId="{BDF4DA73-4F2B-4A87-A753-7800B9662CD8}" srcId="{B3F05B99-F256-4914-A39D-66C0C844F886}" destId="{D011C2BD-2B75-4C42-93DB-7B5D96005FA9}" srcOrd="0" destOrd="0" parTransId="{9233C607-47EB-4986-BA4E-6E454CB22884}" sibTransId="{B78E917A-7F40-4A44-BB73-964E0F038A7F}"/>
    <dgm:cxn modelId="{2BD50055-7987-48F2-B4EF-A642EE0A7A78}" type="presOf" srcId="{608283D5-7B16-4558-B802-024590DD353D}" destId="{2A512E0B-17DF-4EFE-9076-98808A222A6F}" srcOrd="0" destOrd="1" presId="urn:microsoft.com/office/officeart/2018/5/layout/CenteredIconLabelDescriptionList"/>
    <dgm:cxn modelId="{4A0F9A76-589D-4859-844C-27669A67EF5B}" type="presOf" srcId="{5A951F75-E389-4895-BB74-3E4FDBEC3280}" destId="{2A512E0B-17DF-4EFE-9076-98808A222A6F}" srcOrd="0" destOrd="2" presId="urn:microsoft.com/office/officeart/2018/5/layout/CenteredIconLabelDescriptionList"/>
    <dgm:cxn modelId="{B091CA77-A5DB-45EA-9610-673965245D9D}" srcId="{B3F05B99-F256-4914-A39D-66C0C844F886}" destId="{E8031BA8-1C62-4495-B508-993680BB630F}" srcOrd="1" destOrd="0" parTransId="{9CDE3C11-981C-4694-B716-BDBFF2BD59FD}" sibTransId="{AB47494C-02F2-4AD8-84C6-89BF6C2530CC}"/>
    <dgm:cxn modelId="{9A149D59-A1CA-4F19-8FD5-23BDB5130FB1}" srcId="{3660AB34-CAE2-4A48-8C4E-A92C6E370651}" destId="{13B20830-68CC-4305-B13F-3E08C9E2B8E6}" srcOrd="0" destOrd="0" parTransId="{80CF5374-3595-4567-856F-2B3F364EA2CB}" sibTransId="{595A0D99-9475-4128-80AA-1DB361C002C6}"/>
    <dgm:cxn modelId="{EDCD2C7B-77C1-47C0-A022-BD71AA3C9CDE}" srcId="{3660AB34-CAE2-4A48-8C4E-A92C6E370651}" destId="{0635D518-AF6B-4251-AE17-CAB8288D12E2}" srcOrd="1" destOrd="0" parTransId="{D97BBB3A-BEFE-408F-A034-628D8942B9E1}" sibTransId="{FC9A43B1-B55C-407C-97E2-B283DE0DF973}"/>
    <dgm:cxn modelId="{BA168680-5ABF-4B53-8494-98E61186EC9E}" type="presOf" srcId="{D011C2BD-2B75-4C42-93DB-7B5D96005FA9}" destId="{E71B4C2F-5E5E-40FE-AA64-FD7E340916A1}" srcOrd="0" destOrd="0" presId="urn:microsoft.com/office/officeart/2018/5/layout/CenteredIconLabelDescriptionList"/>
    <dgm:cxn modelId="{C5233382-6D7D-4861-BD1A-8CCE7E05D09C}" srcId="{E19CAD04-7F19-4C2A-BC18-81BF357C5B53}" destId="{3660AB34-CAE2-4A48-8C4E-A92C6E370651}" srcOrd="0" destOrd="0" parTransId="{609838DB-8F3B-458B-8412-A9E96E6C2051}" sibTransId="{09FF648F-2A9F-44EB-8961-2AB00E5DCC84}"/>
    <dgm:cxn modelId="{9A46E588-EECA-488D-874F-67E1DB14DDAD}" srcId="{4726ADFC-4B60-43D1-8025-5B6572CB49A3}" destId="{5A951F75-E389-4895-BB74-3E4FDBEC3280}" srcOrd="2" destOrd="0" parTransId="{BE648FC7-DEF6-4B6E-A227-6E3332F6045D}" sibTransId="{54BF12E2-27B4-4AC7-BD68-44EFEF2C5D2A}"/>
    <dgm:cxn modelId="{CB5D5D98-1F33-4B18-83EF-8884E22338EB}" srcId="{4726ADFC-4B60-43D1-8025-5B6572CB49A3}" destId="{D7DD2714-091A-4A3F-994D-2CB5B616052F}" srcOrd="0" destOrd="0" parTransId="{DD36A58B-24BD-4DD3-B3FB-52306D7072EB}" sibTransId="{54270023-8A55-4A48-92CB-449BD53C4671}"/>
    <dgm:cxn modelId="{210CB8A5-1343-47F3-8167-EFC3293D843E}" type="presOf" srcId="{4726ADFC-4B60-43D1-8025-5B6572CB49A3}" destId="{3DDEC275-ECDE-4D91-BE66-ACD6F6F69BA6}" srcOrd="0" destOrd="0" presId="urn:microsoft.com/office/officeart/2018/5/layout/CenteredIconLabelDescriptionList"/>
    <dgm:cxn modelId="{F50841B6-8813-414E-869D-5008DF201847}" type="presOf" srcId="{B3F05B99-F256-4914-A39D-66C0C844F886}" destId="{D89DFD51-6E3E-4679-9AB7-956292D496E0}" srcOrd="0" destOrd="0" presId="urn:microsoft.com/office/officeart/2018/5/layout/CenteredIconLabelDescriptionList"/>
    <dgm:cxn modelId="{4B5DCAC0-87C7-4047-A1AD-0B5C6364EF2A}" type="presOf" srcId="{CD128D2A-86DA-4AE6-9BDF-9FB55FAA5396}" destId="{69B165EB-94FA-48B4-ABA5-24F9F6726A3B}" srcOrd="0" destOrd="1" presId="urn:microsoft.com/office/officeart/2018/5/layout/CenteredIconLabelDescriptionList"/>
    <dgm:cxn modelId="{221F7BC4-20D8-4D81-B467-BDD879ECE656}" type="presOf" srcId="{13B20830-68CC-4305-B13F-3E08C9E2B8E6}" destId="{DD30B034-B44D-4411-92CA-6EC5768ADA4F}" srcOrd="0" destOrd="0" presId="urn:microsoft.com/office/officeart/2018/5/layout/CenteredIconLabelDescriptionList"/>
    <dgm:cxn modelId="{B1B2D8C4-BA89-414F-BB90-E9EBF7D09FA2}" srcId="{E19CAD04-7F19-4C2A-BC18-81BF357C5B53}" destId="{6AA0BE71-6921-423F-AE1C-28B988DEA558}" srcOrd="1" destOrd="0" parTransId="{B691420F-8943-4AD9-AB69-8E5A031682AF}" sibTransId="{DE5EEA1D-0FA2-4651-8462-3D0ACE26533B}"/>
    <dgm:cxn modelId="{C8A5EAD1-9287-464D-9841-45CA23A7A0A2}" type="presOf" srcId="{491F61C2-213E-49E6-AF8D-15CFCE8C8EE8}" destId="{69B165EB-94FA-48B4-ABA5-24F9F6726A3B}" srcOrd="0" destOrd="0" presId="urn:microsoft.com/office/officeart/2018/5/layout/CenteredIconLabelDescriptionList"/>
    <dgm:cxn modelId="{FBDC59DF-8853-4C64-9BB8-DB0D068949E2}" type="presOf" srcId="{09DDE63D-A992-4751-A00C-BD731A14EEBF}" destId="{E790B0FF-6C5F-4F5A-8033-55A4DB3A589C}" srcOrd="0" destOrd="1" presId="urn:microsoft.com/office/officeart/2018/5/layout/CenteredIconLabelDescriptionList"/>
    <dgm:cxn modelId="{EC7366E6-8E62-4D22-AF0F-DF6B539A141A}" srcId="{CAD6A1CC-C3F0-47A6-AE9E-524C2E4E133C}" destId="{491F61C2-213E-49E6-AF8D-15CFCE8C8EE8}" srcOrd="0" destOrd="0" parTransId="{C1B7EBFE-1BBF-490B-A121-AFCD869BB537}" sibTransId="{1D3ED6C2-A7B3-4B63-AF22-483171EC0B9F}"/>
    <dgm:cxn modelId="{B96178E8-7AF6-44CD-A480-15DA20787F88}" srcId="{6AA0BE71-6921-423F-AE1C-28B988DEA558}" destId="{09DDE63D-A992-4751-A00C-BD731A14EEBF}" srcOrd="1" destOrd="0" parTransId="{FE64DFF2-2DA0-483F-BFF8-54EE3F9DB7CB}" sibTransId="{8B795004-855B-488A-8ED9-D4BE9679D530}"/>
    <dgm:cxn modelId="{E20441EF-DD64-4988-ADE3-0C4758C20D4B}" type="presOf" srcId="{6AA0BE71-6921-423F-AE1C-28B988DEA558}" destId="{A818AF81-6F87-409F-BA9B-87A5E13B9FE1}" srcOrd="0" destOrd="0" presId="urn:microsoft.com/office/officeart/2018/5/layout/CenteredIconLabelDescriptionList"/>
    <dgm:cxn modelId="{9FB625F0-4C88-4D30-9589-0DEA1D327CCA}" srcId="{4726ADFC-4B60-43D1-8025-5B6572CB49A3}" destId="{608283D5-7B16-4558-B802-024590DD353D}" srcOrd="1" destOrd="0" parTransId="{966C4425-1670-437C-81BF-3C56780B2A63}" sibTransId="{7F8E83AE-F532-4CAF-BC37-0245FD01F729}"/>
    <dgm:cxn modelId="{4268E7F1-33B1-471B-8ECD-26CBC54AE18E}" srcId="{E19CAD04-7F19-4C2A-BC18-81BF357C5B53}" destId="{CAD6A1CC-C3F0-47A6-AE9E-524C2E4E133C}" srcOrd="2" destOrd="0" parTransId="{64B917A9-53E8-4D88-A7C1-F30DEC8B9A2E}" sibTransId="{157D02E9-C2F7-4827-B18C-5BC8A85A835B}"/>
    <dgm:cxn modelId="{FBE8F9F8-C01F-47AD-B097-217ACB984B78}" type="presOf" srcId="{CAD6A1CC-C3F0-47A6-AE9E-524C2E4E133C}" destId="{F71CDC4E-B9C9-450D-9CBC-E659A34D81B0}" srcOrd="0" destOrd="0" presId="urn:microsoft.com/office/officeart/2018/5/layout/CenteredIconLabelDescriptionList"/>
    <dgm:cxn modelId="{EADFE89B-C27E-49F9-B869-F034786599ED}" type="presParOf" srcId="{917F7608-EDE7-4CF3-89F6-53CDA50CDE77}" destId="{A0C80568-F2EA-446D-A640-D83B7388AB08}" srcOrd="0" destOrd="0" presId="urn:microsoft.com/office/officeart/2018/5/layout/CenteredIconLabelDescriptionList"/>
    <dgm:cxn modelId="{31C10364-E667-4E62-9583-75777C11DA1D}" type="presParOf" srcId="{A0C80568-F2EA-446D-A640-D83B7388AB08}" destId="{DE7C4C2C-AA0D-4F0B-AA72-CF72BCEDAC0B}" srcOrd="0" destOrd="0" presId="urn:microsoft.com/office/officeart/2018/5/layout/CenteredIconLabelDescriptionList"/>
    <dgm:cxn modelId="{1F5AA840-FBCF-4759-A033-79207CE73C92}" type="presParOf" srcId="{A0C80568-F2EA-446D-A640-D83B7388AB08}" destId="{2E525013-3601-4D01-BE2D-C1A2FD18B0D8}" srcOrd="1" destOrd="0" presId="urn:microsoft.com/office/officeart/2018/5/layout/CenteredIconLabelDescriptionList"/>
    <dgm:cxn modelId="{62C94739-58A1-4D8E-81F5-3E7804DCBDE1}" type="presParOf" srcId="{A0C80568-F2EA-446D-A640-D83B7388AB08}" destId="{4A89AD11-CF85-45CD-9B2E-BB6EE935B46C}" srcOrd="2" destOrd="0" presId="urn:microsoft.com/office/officeart/2018/5/layout/CenteredIconLabelDescriptionList"/>
    <dgm:cxn modelId="{01A5239F-CD0B-4D03-91F4-3FC1DB62D327}" type="presParOf" srcId="{A0C80568-F2EA-446D-A640-D83B7388AB08}" destId="{353BAAB7-FEB1-4C8C-9BBD-625D1D86AA76}" srcOrd="3" destOrd="0" presId="urn:microsoft.com/office/officeart/2018/5/layout/CenteredIconLabelDescriptionList"/>
    <dgm:cxn modelId="{9280D7B2-3102-4DA7-9E2F-CFB7F21A2318}" type="presParOf" srcId="{A0C80568-F2EA-446D-A640-D83B7388AB08}" destId="{DD30B034-B44D-4411-92CA-6EC5768ADA4F}" srcOrd="4" destOrd="0" presId="urn:microsoft.com/office/officeart/2018/5/layout/CenteredIconLabelDescriptionList"/>
    <dgm:cxn modelId="{1DF0B131-1C99-4F9B-A19F-3F291F763A24}" type="presParOf" srcId="{917F7608-EDE7-4CF3-89F6-53CDA50CDE77}" destId="{21D4E4AD-A651-4808-B850-589D10E26D8F}" srcOrd="1" destOrd="0" presId="urn:microsoft.com/office/officeart/2018/5/layout/CenteredIconLabelDescriptionList"/>
    <dgm:cxn modelId="{D2BB31A2-AA14-4601-9857-EF43C19BCD4D}" type="presParOf" srcId="{917F7608-EDE7-4CF3-89F6-53CDA50CDE77}" destId="{2FBFC617-BA64-43C4-BF72-B258BD91C5D5}" srcOrd="2" destOrd="0" presId="urn:microsoft.com/office/officeart/2018/5/layout/CenteredIconLabelDescriptionList"/>
    <dgm:cxn modelId="{6E9089BD-A78B-4854-AE61-BEEFB55E5DA4}" type="presParOf" srcId="{2FBFC617-BA64-43C4-BF72-B258BD91C5D5}" destId="{3B97E421-C15C-4AB4-A567-5440993126B3}" srcOrd="0" destOrd="0" presId="urn:microsoft.com/office/officeart/2018/5/layout/CenteredIconLabelDescriptionList"/>
    <dgm:cxn modelId="{46811F71-BB87-486D-A03B-58C97B855C2B}" type="presParOf" srcId="{2FBFC617-BA64-43C4-BF72-B258BD91C5D5}" destId="{58AD87CB-2EC4-45FC-B779-2054677AD87F}" srcOrd="1" destOrd="0" presId="urn:microsoft.com/office/officeart/2018/5/layout/CenteredIconLabelDescriptionList"/>
    <dgm:cxn modelId="{D3DB06DC-3724-41D6-B93D-729B3CF783FB}" type="presParOf" srcId="{2FBFC617-BA64-43C4-BF72-B258BD91C5D5}" destId="{A818AF81-6F87-409F-BA9B-87A5E13B9FE1}" srcOrd="2" destOrd="0" presId="urn:microsoft.com/office/officeart/2018/5/layout/CenteredIconLabelDescriptionList"/>
    <dgm:cxn modelId="{B103E0E6-0B81-4C01-B956-43046C8EC065}" type="presParOf" srcId="{2FBFC617-BA64-43C4-BF72-B258BD91C5D5}" destId="{E1F82B7D-A261-4E0D-8401-D928BED9EBA4}" srcOrd="3" destOrd="0" presId="urn:microsoft.com/office/officeart/2018/5/layout/CenteredIconLabelDescriptionList"/>
    <dgm:cxn modelId="{7066AAEC-A4BA-4378-B3E3-19388A791117}" type="presParOf" srcId="{2FBFC617-BA64-43C4-BF72-B258BD91C5D5}" destId="{E790B0FF-6C5F-4F5A-8033-55A4DB3A589C}" srcOrd="4" destOrd="0" presId="urn:microsoft.com/office/officeart/2018/5/layout/CenteredIconLabelDescriptionList"/>
    <dgm:cxn modelId="{018D6FBC-6DF7-4A66-A3E0-E0C8E154694D}" type="presParOf" srcId="{917F7608-EDE7-4CF3-89F6-53CDA50CDE77}" destId="{E053DD12-533A-41F7-9C3C-2D97FB412AD9}" srcOrd="3" destOrd="0" presId="urn:microsoft.com/office/officeart/2018/5/layout/CenteredIconLabelDescriptionList"/>
    <dgm:cxn modelId="{EC92304B-5D26-4F5B-AA08-110D0D7957D3}" type="presParOf" srcId="{917F7608-EDE7-4CF3-89F6-53CDA50CDE77}" destId="{EB20BF86-3193-4B2F-941E-82F820A3AB66}" srcOrd="4" destOrd="0" presId="urn:microsoft.com/office/officeart/2018/5/layout/CenteredIconLabelDescriptionList"/>
    <dgm:cxn modelId="{439B9518-BCAA-49D1-9E19-145B4F5205A6}" type="presParOf" srcId="{EB20BF86-3193-4B2F-941E-82F820A3AB66}" destId="{78866CA9-4420-4A3F-8031-4BA4138AFFCB}" srcOrd="0" destOrd="0" presId="urn:microsoft.com/office/officeart/2018/5/layout/CenteredIconLabelDescriptionList"/>
    <dgm:cxn modelId="{6B479433-FA79-4834-80FD-6E6FD3820FCC}" type="presParOf" srcId="{EB20BF86-3193-4B2F-941E-82F820A3AB66}" destId="{3F7DD517-848F-4EE5-AC0A-75CB47B9491F}" srcOrd="1" destOrd="0" presId="urn:microsoft.com/office/officeart/2018/5/layout/CenteredIconLabelDescriptionList"/>
    <dgm:cxn modelId="{B138FD3E-77AC-400F-A3D9-68DB6206A8DA}" type="presParOf" srcId="{EB20BF86-3193-4B2F-941E-82F820A3AB66}" destId="{F71CDC4E-B9C9-450D-9CBC-E659A34D81B0}" srcOrd="2" destOrd="0" presId="urn:microsoft.com/office/officeart/2018/5/layout/CenteredIconLabelDescriptionList"/>
    <dgm:cxn modelId="{054FAE08-31A7-48F1-929E-B56DA4233FD7}" type="presParOf" srcId="{EB20BF86-3193-4B2F-941E-82F820A3AB66}" destId="{95645F1F-74C6-4C9E-B677-2BDD084A96B6}" srcOrd="3" destOrd="0" presId="urn:microsoft.com/office/officeart/2018/5/layout/CenteredIconLabelDescriptionList"/>
    <dgm:cxn modelId="{AD9CA8E4-02AA-43BB-AC6B-1C7F14160B15}" type="presParOf" srcId="{EB20BF86-3193-4B2F-941E-82F820A3AB66}" destId="{69B165EB-94FA-48B4-ABA5-24F9F6726A3B}" srcOrd="4" destOrd="0" presId="urn:microsoft.com/office/officeart/2018/5/layout/CenteredIconLabelDescriptionList"/>
    <dgm:cxn modelId="{CDE2B00C-6045-46EC-BEA5-EF487D0C5A32}" type="presParOf" srcId="{917F7608-EDE7-4CF3-89F6-53CDA50CDE77}" destId="{6A037C37-3597-4D8F-AEBF-5E60336374B1}" srcOrd="5" destOrd="0" presId="urn:microsoft.com/office/officeart/2018/5/layout/CenteredIconLabelDescriptionList"/>
    <dgm:cxn modelId="{4811AD7C-F7D3-42B2-9389-3E22BAF2B32D}" type="presParOf" srcId="{917F7608-EDE7-4CF3-89F6-53CDA50CDE77}" destId="{B6B6CC8A-104F-421A-9024-121DA62AA0CC}" srcOrd="6" destOrd="0" presId="urn:microsoft.com/office/officeart/2018/5/layout/CenteredIconLabelDescriptionList"/>
    <dgm:cxn modelId="{AD4BD1E5-CA87-4FA5-9BCB-89859A172F98}" type="presParOf" srcId="{B6B6CC8A-104F-421A-9024-121DA62AA0CC}" destId="{6BDF4E52-380B-4C22-A616-1F86ED4DF4B3}" srcOrd="0" destOrd="0" presId="urn:microsoft.com/office/officeart/2018/5/layout/CenteredIconLabelDescriptionList"/>
    <dgm:cxn modelId="{AC0AE7F5-E778-4091-950D-3C0FD5C23E8E}" type="presParOf" srcId="{B6B6CC8A-104F-421A-9024-121DA62AA0CC}" destId="{0A7BDB0B-FC2E-4558-9B3B-8620F3A54766}" srcOrd="1" destOrd="0" presId="urn:microsoft.com/office/officeart/2018/5/layout/CenteredIconLabelDescriptionList"/>
    <dgm:cxn modelId="{86F06542-7B62-4D42-83AE-6494C6452140}" type="presParOf" srcId="{B6B6CC8A-104F-421A-9024-121DA62AA0CC}" destId="{D89DFD51-6E3E-4679-9AB7-956292D496E0}" srcOrd="2" destOrd="0" presId="urn:microsoft.com/office/officeart/2018/5/layout/CenteredIconLabelDescriptionList"/>
    <dgm:cxn modelId="{9B62253E-88E3-4A10-B9A0-76938A924B32}" type="presParOf" srcId="{B6B6CC8A-104F-421A-9024-121DA62AA0CC}" destId="{BC3DCE94-FBC5-4906-82D0-AD9F0E1B7DE2}" srcOrd="3" destOrd="0" presId="urn:microsoft.com/office/officeart/2018/5/layout/CenteredIconLabelDescriptionList"/>
    <dgm:cxn modelId="{50361AF6-D6F8-4CDC-811D-49615AF846A8}" type="presParOf" srcId="{B6B6CC8A-104F-421A-9024-121DA62AA0CC}" destId="{E71B4C2F-5E5E-40FE-AA64-FD7E340916A1}" srcOrd="4" destOrd="0" presId="urn:microsoft.com/office/officeart/2018/5/layout/CenteredIconLabelDescriptionList"/>
    <dgm:cxn modelId="{13F1C732-D460-4450-9E6C-7094632A1794}" type="presParOf" srcId="{917F7608-EDE7-4CF3-89F6-53CDA50CDE77}" destId="{1EB2A868-6E07-439C-9F28-1A9BC2B08096}" srcOrd="7" destOrd="0" presId="urn:microsoft.com/office/officeart/2018/5/layout/CenteredIconLabelDescriptionList"/>
    <dgm:cxn modelId="{FC33A07F-AF3F-41A6-ADDA-6F8B304EDD7B}" type="presParOf" srcId="{917F7608-EDE7-4CF3-89F6-53CDA50CDE77}" destId="{942662E5-F22E-4330-8C95-F306E0E7BBCA}" srcOrd="8" destOrd="0" presId="urn:microsoft.com/office/officeart/2018/5/layout/CenteredIconLabelDescriptionList"/>
    <dgm:cxn modelId="{5B06A786-D027-46DB-9ECA-F615D5393CAB}" type="presParOf" srcId="{942662E5-F22E-4330-8C95-F306E0E7BBCA}" destId="{86FDE2FF-D386-4C01-8771-D1112473BE24}" srcOrd="0" destOrd="0" presId="urn:microsoft.com/office/officeart/2018/5/layout/CenteredIconLabelDescriptionList"/>
    <dgm:cxn modelId="{9C18045E-1606-4535-A447-A7B0393EC935}" type="presParOf" srcId="{942662E5-F22E-4330-8C95-F306E0E7BBCA}" destId="{6A34CA04-97CF-4622-BFBE-5D8BDE2F8D07}" srcOrd="1" destOrd="0" presId="urn:microsoft.com/office/officeart/2018/5/layout/CenteredIconLabelDescriptionList"/>
    <dgm:cxn modelId="{3E2680A6-8E6D-4EB7-AD9F-9E736B75D7EB}" type="presParOf" srcId="{942662E5-F22E-4330-8C95-F306E0E7BBCA}" destId="{3DDEC275-ECDE-4D91-BE66-ACD6F6F69BA6}" srcOrd="2" destOrd="0" presId="urn:microsoft.com/office/officeart/2018/5/layout/CenteredIconLabelDescriptionList"/>
    <dgm:cxn modelId="{CFB186FD-AB4A-4E60-A2ED-1784396D216F}" type="presParOf" srcId="{942662E5-F22E-4330-8C95-F306E0E7BBCA}" destId="{6D8396A5-8E50-45B7-974C-42B2F254C00B}" srcOrd="3" destOrd="0" presId="urn:microsoft.com/office/officeart/2018/5/layout/CenteredIconLabelDescriptionList"/>
    <dgm:cxn modelId="{25E1858B-9E07-45C3-93E2-CE7A7ECCE8B5}" type="presParOf" srcId="{942662E5-F22E-4330-8C95-F306E0E7BBCA}" destId="{2A512E0B-17DF-4EFE-9076-98808A222A6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2591EA11-898D-4F31-98DA-9BB0F828948D}" type="doc">
      <dgm:prSet loTypeId="urn:diagrams.loki3.com/BracketList" loCatId="list" qsTypeId="urn:microsoft.com/office/officeart/2005/8/quickstyle/simple5" qsCatId="simple" csTypeId="urn:microsoft.com/office/officeart/2005/8/colors/accent2_1" csCatId="accent2" phldr="1"/>
      <dgm:spPr/>
      <dgm:t>
        <a:bodyPr/>
        <a:lstStyle/>
        <a:p>
          <a:endParaRPr lang="en-US"/>
        </a:p>
      </dgm:t>
    </dgm:pt>
    <dgm:pt modelId="{FDF4A277-B693-467E-B776-2C09281E0D45}">
      <dgm:prSet/>
      <dgm:spPr/>
      <dgm:t>
        <a:bodyPr/>
        <a:lstStyle/>
        <a:p>
          <a:r>
            <a:rPr lang="tr-TR" dirty="0" err="1"/>
            <a:t>Sending</a:t>
          </a:r>
          <a:endParaRPr lang="en-US" dirty="0"/>
        </a:p>
      </dgm:t>
    </dgm:pt>
    <dgm:pt modelId="{94C93DC9-0584-4127-83D6-C7C091768BEC}" type="parTrans" cxnId="{C8946A7C-957D-4D26-8C98-780BE51829AE}">
      <dgm:prSet/>
      <dgm:spPr/>
      <dgm:t>
        <a:bodyPr/>
        <a:lstStyle/>
        <a:p>
          <a:endParaRPr lang="en-US"/>
        </a:p>
      </dgm:t>
    </dgm:pt>
    <dgm:pt modelId="{7A58A282-499F-41CE-B351-DB54A6147A6B}" type="sibTrans" cxnId="{C8946A7C-957D-4D26-8C98-780BE51829AE}">
      <dgm:prSet/>
      <dgm:spPr/>
      <dgm:t>
        <a:bodyPr/>
        <a:lstStyle/>
        <a:p>
          <a:endParaRPr lang="en-US"/>
        </a:p>
      </dgm:t>
    </dgm:pt>
    <dgm:pt modelId="{5CEF5FF3-4DC3-47A9-9F0F-3A33E8094A03}">
      <dgm:prSet/>
      <dgm:spPr/>
      <dgm:t>
        <a:bodyPr/>
        <a:lstStyle/>
        <a:p>
          <a:r>
            <a:rPr lang="tr-TR" dirty="0" err="1"/>
            <a:t>Exchanging</a:t>
          </a:r>
          <a:endParaRPr lang="en-US" dirty="0"/>
        </a:p>
      </dgm:t>
    </dgm:pt>
    <dgm:pt modelId="{E41C06EB-AA99-4B05-A716-9900AA848E8C}" type="parTrans" cxnId="{6C62BDE5-0A90-4E98-857D-4C3DC437E3AE}">
      <dgm:prSet/>
      <dgm:spPr/>
      <dgm:t>
        <a:bodyPr/>
        <a:lstStyle/>
        <a:p>
          <a:endParaRPr lang="tr-TR"/>
        </a:p>
      </dgm:t>
    </dgm:pt>
    <dgm:pt modelId="{6DB19E86-48FE-4A33-BBB5-A86A18A9224E}" type="sibTrans" cxnId="{6C62BDE5-0A90-4E98-857D-4C3DC437E3AE}">
      <dgm:prSet/>
      <dgm:spPr/>
      <dgm:t>
        <a:bodyPr/>
        <a:lstStyle/>
        <a:p>
          <a:endParaRPr lang="tr-TR"/>
        </a:p>
      </dgm:t>
    </dgm:pt>
    <dgm:pt modelId="{ABD02789-B85A-4650-A435-F886B775C287}">
      <dgm:prSet/>
      <dgm:spPr/>
      <dgm:t>
        <a:bodyPr/>
        <a:lstStyle/>
        <a:p>
          <a:r>
            <a:rPr lang="tr-TR" dirty="0" err="1"/>
            <a:t>Receive</a:t>
          </a:r>
          <a:endParaRPr lang="en-US" dirty="0"/>
        </a:p>
      </dgm:t>
    </dgm:pt>
    <dgm:pt modelId="{DBFE19F9-499A-4EE0-BE54-319117F96B15}" type="parTrans" cxnId="{B301BB04-EFCB-4145-B483-02511D5A6315}">
      <dgm:prSet/>
      <dgm:spPr/>
      <dgm:t>
        <a:bodyPr/>
        <a:lstStyle/>
        <a:p>
          <a:endParaRPr lang="tr-TR"/>
        </a:p>
      </dgm:t>
    </dgm:pt>
    <dgm:pt modelId="{568F0211-6FB0-48E1-8C79-6BBF1C1DCE2B}" type="sibTrans" cxnId="{B301BB04-EFCB-4145-B483-02511D5A6315}">
      <dgm:prSet/>
      <dgm:spPr/>
      <dgm:t>
        <a:bodyPr/>
        <a:lstStyle/>
        <a:p>
          <a:endParaRPr lang="tr-TR"/>
        </a:p>
      </dgm:t>
    </dgm:pt>
    <dgm:pt modelId="{0A17C021-FA3B-4E80-BB6E-14C3E6AACF60}">
      <dgm:prSet/>
      <dgm:spPr/>
      <dgm:t>
        <a:bodyPr/>
        <a:lstStyle/>
        <a:p>
          <a:r>
            <a:rPr lang="tr-TR" dirty="0" err="1"/>
            <a:t>Selects</a:t>
          </a:r>
          <a:r>
            <a:rPr lang="tr-TR" dirty="0"/>
            <a:t> </a:t>
          </a:r>
          <a:r>
            <a:rPr lang="en-US" b="1" dirty="0"/>
            <a:t>Send</a:t>
          </a:r>
          <a:r>
            <a:rPr lang="en-US" dirty="0"/>
            <a:t> on his smartphone wallet</a:t>
          </a:r>
        </a:p>
      </dgm:t>
    </dgm:pt>
    <dgm:pt modelId="{436B318F-3834-44CE-8C4C-8184FF592681}" type="parTrans" cxnId="{5542806B-34DD-459B-B89A-3BFCA3F10562}">
      <dgm:prSet/>
      <dgm:spPr/>
      <dgm:t>
        <a:bodyPr/>
        <a:lstStyle/>
        <a:p>
          <a:endParaRPr lang="tr-TR"/>
        </a:p>
      </dgm:t>
    </dgm:pt>
    <dgm:pt modelId="{56536E60-06BE-4C76-B422-B4F0F83E7134}" type="sibTrans" cxnId="{5542806B-34DD-459B-B89A-3BFCA3F10562}">
      <dgm:prSet/>
      <dgm:spPr/>
      <dgm:t>
        <a:bodyPr/>
        <a:lstStyle/>
        <a:p>
          <a:endParaRPr lang="tr-TR"/>
        </a:p>
      </dgm:t>
    </dgm:pt>
    <dgm:pt modelId="{FA194244-17D8-4C76-A81D-BA4BF4E2977E}">
      <dgm:prSet/>
      <dgm:spPr/>
      <dgm:t>
        <a:bodyPr/>
        <a:lstStyle/>
        <a:p>
          <a:r>
            <a:rPr lang="tr-TR" dirty="0" err="1"/>
            <a:t>Between</a:t>
          </a:r>
          <a:r>
            <a:rPr lang="tr-TR" dirty="0"/>
            <a:t> </a:t>
          </a:r>
          <a:r>
            <a:rPr lang="en-US" dirty="0"/>
            <a:t>Alice</a:t>
          </a:r>
          <a:r>
            <a:rPr lang="tr-TR" dirty="0"/>
            <a:t> &amp; Joe</a:t>
          </a:r>
          <a:endParaRPr lang="en-US" dirty="0"/>
        </a:p>
      </dgm:t>
    </dgm:pt>
    <dgm:pt modelId="{E2A8DE6B-CD1D-47BF-BC7E-119B0491E28B}" type="parTrans" cxnId="{C208E70B-FC86-490F-B980-24318A341A94}">
      <dgm:prSet/>
      <dgm:spPr/>
      <dgm:t>
        <a:bodyPr/>
        <a:lstStyle/>
        <a:p>
          <a:endParaRPr lang="en-US"/>
        </a:p>
      </dgm:t>
    </dgm:pt>
    <dgm:pt modelId="{3FD6B1A8-2CEA-45AF-B127-A20171FCAB3B}" type="sibTrans" cxnId="{C208E70B-FC86-490F-B980-24318A341A94}">
      <dgm:prSet/>
      <dgm:spPr/>
      <dgm:t>
        <a:bodyPr/>
        <a:lstStyle/>
        <a:p>
          <a:endParaRPr lang="en-US"/>
        </a:p>
      </dgm:t>
    </dgm:pt>
    <dgm:pt modelId="{C06AF3C2-2F2E-4125-95D7-984CBFF5EE3E}">
      <dgm:prSet/>
      <dgm:spPr/>
      <dgm:t>
        <a:bodyPr/>
        <a:lstStyle/>
        <a:p>
          <a:r>
            <a:rPr lang="tr-TR" dirty="0" err="1"/>
            <a:t>Receiving</a:t>
          </a:r>
          <a:endParaRPr lang="en-US" dirty="0"/>
        </a:p>
      </dgm:t>
    </dgm:pt>
    <dgm:pt modelId="{395C4831-D16D-42F0-A78B-C9DDBE8D0362}" type="parTrans" cxnId="{4558D4A1-5E70-40EC-8AF4-05F38420886B}">
      <dgm:prSet/>
      <dgm:spPr/>
      <dgm:t>
        <a:bodyPr/>
        <a:lstStyle/>
        <a:p>
          <a:endParaRPr lang="en-US"/>
        </a:p>
      </dgm:t>
    </dgm:pt>
    <dgm:pt modelId="{7094F916-1349-4A15-9DB5-AFBFC8328DE5}" type="sibTrans" cxnId="{4558D4A1-5E70-40EC-8AF4-05F38420886B}">
      <dgm:prSet/>
      <dgm:spPr/>
      <dgm:t>
        <a:bodyPr/>
        <a:lstStyle/>
        <a:p>
          <a:endParaRPr lang="en-US"/>
        </a:p>
      </dgm:t>
    </dgm:pt>
    <dgm:pt modelId="{E92A1D49-443D-46A9-A75A-42634CADE7D5}">
      <dgm:prSet/>
      <dgm:spPr/>
      <dgm:t>
        <a:bodyPr/>
        <a:lstStyle/>
        <a:p>
          <a:r>
            <a:rPr lang="tr-TR" dirty="0"/>
            <a:t>QR </a:t>
          </a:r>
          <a:r>
            <a:rPr lang="tr-TR" dirty="0" err="1"/>
            <a:t>Code</a:t>
          </a:r>
          <a:endParaRPr lang="en-US" dirty="0"/>
        </a:p>
      </dgm:t>
    </dgm:pt>
    <dgm:pt modelId="{6B1E0FAA-E841-4337-929F-CE357BA93D7C}" type="parTrans" cxnId="{4C7942E5-6302-4E68-B447-6FE72C960BD0}">
      <dgm:prSet/>
      <dgm:spPr/>
      <dgm:t>
        <a:bodyPr/>
        <a:lstStyle/>
        <a:p>
          <a:endParaRPr lang="en-US"/>
        </a:p>
      </dgm:t>
    </dgm:pt>
    <dgm:pt modelId="{6264C4F5-A7D0-466E-BDBE-A3BF78ADDD20}" type="sibTrans" cxnId="{4C7942E5-6302-4E68-B447-6FE72C960BD0}">
      <dgm:prSet/>
      <dgm:spPr/>
      <dgm:t>
        <a:bodyPr/>
        <a:lstStyle/>
        <a:p>
          <a:endParaRPr lang="en-US"/>
        </a:p>
      </dgm:t>
    </dgm:pt>
    <dgm:pt modelId="{5160CB78-089D-4828-B4AC-23756A0137F3}">
      <dgm:prSet/>
      <dgm:spPr/>
      <dgm:t>
        <a:bodyPr/>
        <a:lstStyle/>
        <a:p>
          <a:r>
            <a:rPr lang="tr-TR" dirty="0"/>
            <a:t>T</a:t>
          </a:r>
          <a:r>
            <a:rPr lang="en-US" dirty="0"/>
            <a:t>ap the QR code icon</a:t>
          </a:r>
        </a:p>
      </dgm:t>
    </dgm:pt>
    <dgm:pt modelId="{563DA83E-C96B-474F-B8CB-49C3B10CB1BC}" type="parTrans" cxnId="{30534D9A-6EB5-4E9C-96F0-36A78E36A3BF}">
      <dgm:prSet/>
      <dgm:spPr/>
      <dgm:t>
        <a:bodyPr/>
        <a:lstStyle/>
        <a:p>
          <a:endParaRPr lang="en-US"/>
        </a:p>
      </dgm:t>
    </dgm:pt>
    <dgm:pt modelId="{15D4516B-8AF7-4D23-B9AE-99C561CA94CC}" type="sibTrans" cxnId="{30534D9A-6EB5-4E9C-96F0-36A78E36A3BF}">
      <dgm:prSet/>
      <dgm:spPr/>
      <dgm:t>
        <a:bodyPr/>
        <a:lstStyle/>
        <a:p>
          <a:endParaRPr lang="en-US"/>
        </a:p>
      </dgm:t>
    </dgm:pt>
    <dgm:pt modelId="{F066CC26-11D1-4E06-852E-D9FAC3766803}">
      <dgm:prSet/>
      <dgm:spPr/>
      <dgm:t>
        <a:bodyPr/>
        <a:lstStyle/>
        <a:p>
          <a:r>
            <a:rPr lang="en-US" dirty="0"/>
            <a:t>scanning the</a:t>
          </a:r>
          <a:r>
            <a:rPr lang="tr-TR" dirty="0"/>
            <a:t> </a:t>
          </a:r>
          <a:r>
            <a:rPr lang="en-US" dirty="0"/>
            <a:t>QR code</a:t>
          </a:r>
        </a:p>
      </dgm:t>
    </dgm:pt>
    <dgm:pt modelId="{273A4E57-D144-44F6-A475-A8ED611EB504}" type="parTrans" cxnId="{F8EAED94-9961-4E35-9F83-D10259EE4097}">
      <dgm:prSet/>
      <dgm:spPr/>
      <dgm:t>
        <a:bodyPr/>
        <a:lstStyle/>
        <a:p>
          <a:endParaRPr lang="en-US"/>
        </a:p>
      </dgm:t>
    </dgm:pt>
    <dgm:pt modelId="{BD1D54D4-3505-4935-ABF5-5A2821BE383B}" type="sibTrans" cxnId="{F8EAED94-9961-4E35-9F83-D10259EE4097}">
      <dgm:prSet/>
      <dgm:spPr/>
      <dgm:t>
        <a:bodyPr/>
        <a:lstStyle/>
        <a:p>
          <a:endParaRPr lang="en-US"/>
        </a:p>
      </dgm:t>
    </dgm:pt>
    <dgm:pt modelId="{20FB7F4E-A045-4B86-ADE4-9AA3793E9C42}">
      <dgm:prSet/>
      <dgm:spPr/>
      <dgm:t>
        <a:bodyPr/>
        <a:lstStyle/>
        <a:p>
          <a:r>
            <a:rPr lang="tr-TR" dirty="0"/>
            <a:t>Enter Amount</a:t>
          </a:r>
          <a:endParaRPr lang="en-US" dirty="0"/>
        </a:p>
      </dgm:t>
    </dgm:pt>
    <dgm:pt modelId="{FA56D4F6-C975-4B69-82E2-D5BC9058D221}" type="parTrans" cxnId="{239BCC33-9E97-455E-AC0B-76FED642F921}">
      <dgm:prSet/>
      <dgm:spPr/>
      <dgm:t>
        <a:bodyPr/>
        <a:lstStyle/>
        <a:p>
          <a:endParaRPr lang="en-US"/>
        </a:p>
      </dgm:t>
    </dgm:pt>
    <dgm:pt modelId="{F9740351-AF2E-49C0-AAAE-00C505477198}" type="sibTrans" cxnId="{239BCC33-9E97-455E-AC0B-76FED642F921}">
      <dgm:prSet/>
      <dgm:spPr/>
      <dgm:t>
        <a:bodyPr/>
        <a:lstStyle/>
        <a:p>
          <a:endParaRPr lang="en-US"/>
        </a:p>
      </dgm:t>
    </dgm:pt>
    <dgm:pt modelId="{049CCF7E-B442-4C09-817C-DF4C1DF4CA1F}">
      <dgm:prSet/>
      <dgm:spPr/>
      <dgm:t>
        <a:bodyPr/>
        <a:lstStyle/>
        <a:p>
          <a:r>
            <a:rPr lang="en-US" dirty="0"/>
            <a:t>Joe enters the amount as $</a:t>
          </a:r>
          <a:r>
            <a:rPr lang="tr-TR" dirty="0"/>
            <a:t>3</a:t>
          </a:r>
          <a:r>
            <a:rPr lang="en-US" dirty="0"/>
            <a:t>0</a:t>
          </a:r>
        </a:p>
      </dgm:t>
    </dgm:pt>
    <dgm:pt modelId="{EACF540B-6536-4274-9339-DDC732E3CCE4}" type="parTrans" cxnId="{8903C43D-9217-4A83-B407-8D6262267C88}">
      <dgm:prSet/>
      <dgm:spPr/>
      <dgm:t>
        <a:bodyPr/>
        <a:lstStyle/>
        <a:p>
          <a:endParaRPr lang="en-US"/>
        </a:p>
      </dgm:t>
    </dgm:pt>
    <dgm:pt modelId="{BDA3BCD2-0EF6-45DD-B1CC-051770458986}" type="sibTrans" cxnId="{8903C43D-9217-4A83-B407-8D6262267C88}">
      <dgm:prSet/>
      <dgm:spPr/>
      <dgm:t>
        <a:bodyPr/>
        <a:lstStyle/>
        <a:p>
          <a:endParaRPr lang="en-US"/>
        </a:p>
      </dgm:t>
    </dgm:pt>
    <dgm:pt modelId="{8655B419-66F9-473F-8183-F45828C83BA9}">
      <dgm:prSet/>
      <dgm:spPr/>
      <dgm:t>
        <a:bodyPr/>
        <a:lstStyle/>
        <a:p>
          <a:r>
            <a:rPr lang="en-US" dirty="0"/>
            <a:t>to exchange </a:t>
          </a:r>
          <a:r>
            <a:rPr lang="en-US" b="1" dirty="0"/>
            <a:t>$</a:t>
          </a:r>
          <a:r>
            <a:rPr lang="tr-TR" b="1" dirty="0"/>
            <a:t>3</a:t>
          </a:r>
          <a:r>
            <a:rPr lang="en-US" b="1" dirty="0"/>
            <a:t>0</a:t>
          </a:r>
          <a:r>
            <a:rPr lang="en-US" dirty="0"/>
            <a:t> for bitcoin</a:t>
          </a:r>
        </a:p>
      </dgm:t>
    </dgm:pt>
    <dgm:pt modelId="{21C4CD72-F24E-4FAE-908D-9CFB5E7518EC}" type="parTrans" cxnId="{C95B2407-DF9C-47E6-8737-5A87A1191299}">
      <dgm:prSet/>
      <dgm:spPr/>
      <dgm:t>
        <a:bodyPr/>
        <a:lstStyle/>
        <a:p>
          <a:endParaRPr lang="en-US"/>
        </a:p>
      </dgm:t>
    </dgm:pt>
    <dgm:pt modelId="{F76433F8-088B-45D8-9969-F76277D7925C}" type="sibTrans" cxnId="{C95B2407-DF9C-47E6-8737-5A87A1191299}">
      <dgm:prSet/>
      <dgm:spPr/>
      <dgm:t>
        <a:bodyPr/>
        <a:lstStyle/>
        <a:p>
          <a:endParaRPr lang="en-US"/>
        </a:p>
      </dgm:t>
    </dgm:pt>
    <dgm:pt modelId="{8FE112A7-D874-4B0A-A0EC-EF545C8D3FDA}">
      <dgm:prSet/>
      <dgm:spPr/>
      <dgm:t>
        <a:bodyPr/>
        <a:lstStyle/>
        <a:p>
          <a:r>
            <a:rPr lang="tr-TR" dirty="0"/>
            <a:t>Bitcoin </a:t>
          </a:r>
          <a:r>
            <a:rPr lang="tr-TR" dirty="0" err="1"/>
            <a:t>address</a:t>
          </a:r>
          <a:r>
            <a:rPr lang="tr-TR" dirty="0"/>
            <a:t> is </a:t>
          </a:r>
          <a:r>
            <a:rPr lang="tr-TR" dirty="0" err="1"/>
            <a:t>received</a:t>
          </a:r>
          <a:r>
            <a:rPr lang="tr-TR" dirty="0"/>
            <a:t> </a:t>
          </a:r>
          <a:r>
            <a:rPr lang="tr-TR" dirty="0" err="1"/>
            <a:t>from</a:t>
          </a:r>
          <a:r>
            <a:rPr lang="tr-TR" dirty="0"/>
            <a:t> QR </a:t>
          </a:r>
          <a:r>
            <a:rPr lang="tr-TR" dirty="0" err="1"/>
            <a:t>code</a:t>
          </a:r>
          <a:endParaRPr lang="en-US" dirty="0"/>
        </a:p>
      </dgm:t>
    </dgm:pt>
    <dgm:pt modelId="{BDB28EB2-69F9-4AE0-A561-10522ED19780}" type="parTrans" cxnId="{DFCF54D5-657C-485D-96FA-CF3311000E7E}">
      <dgm:prSet/>
      <dgm:spPr/>
      <dgm:t>
        <a:bodyPr/>
        <a:lstStyle/>
        <a:p>
          <a:endParaRPr lang="en-US"/>
        </a:p>
      </dgm:t>
    </dgm:pt>
    <dgm:pt modelId="{A7BFE544-34CF-4814-B1AE-AE4F1BC32E85}" type="sibTrans" cxnId="{DFCF54D5-657C-485D-96FA-CF3311000E7E}">
      <dgm:prSet/>
      <dgm:spPr/>
      <dgm:t>
        <a:bodyPr/>
        <a:lstStyle/>
        <a:p>
          <a:endParaRPr lang="en-US"/>
        </a:p>
      </dgm:t>
    </dgm:pt>
    <dgm:pt modelId="{63387CCB-B7A4-4C5C-AB5A-79738CB47667}">
      <dgm:prSet/>
      <dgm:spPr/>
      <dgm:t>
        <a:bodyPr/>
        <a:lstStyle/>
        <a:p>
          <a:r>
            <a:rPr lang="tr-TR" dirty="0"/>
            <a:t>Alice </a:t>
          </a:r>
          <a:r>
            <a:rPr lang="tr-TR" dirty="0" err="1"/>
            <a:t>Opens</a:t>
          </a:r>
          <a:r>
            <a:rPr lang="tr-TR" dirty="0"/>
            <a:t> </a:t>
          </a:r>
          <a:r>
            <a:rPr lang="tr-TR" dirty="0" err="1"/>
            <a:t>wallet</a:t>
          </a:r>
          <a:r>
            <a:rPr lang="tr-TR" dirty="0"/>
            <a:t> </a:t>
          </a:r>
          <a:r>
            <a:rPr lang="tr-TR" dirty="0" err="1"/>
            <a:t>application</a:t>
          </a:r>
          <a:endParaRPr lang="en-US" dirty="0"/>
        </a:p>
      </dgm:t>
    </dgm:pt>
    <dgm:pt modelId="{3829FC9B-3F1C-4443-92C6-125EB9A8F5CA}" type="parTrans" cxnId="{D6B62A43-6E02-445B-961B-0474E8D3E164}">
      <dgm:prSet/>
      <dgm:spPr/>
      <dgm:t>
        <a:bodyPr/>
        <a:lstStyle/>
        <a:p>
          <a:endParaRPr lang="en-US"/>
        </a:p>
      </dgm:t>
    </dgm:pt>
    <dgm:pt modelId="{9DF7F2CE-F18F-4FA1-ACA2-B87D96033BFC}" type="sibTrans" cxnId="{D6B62A43-6E02-445B-961B-0474E8D3E164}">
      <dgm:prSet/>
      <dgm:spPr/>
      <dgm:t>
        <a:bodyPr/>
        <a:lstStyle/>
        <a:p>
          <a:endParaRPr lang="en-US"/>
        </a:p>
      </dgm:t>
    </dgm:pt>
    <dgm:pt modelId="{352B4A69-BD5E-4AB6-901B-9B0D0C3F146E}">
      <dgm:prSet/>
      <dgm:spPr/>
      <dgm:t>
        <a:bodyPr/>
        <a:lstStyle/>
        <a:p>
          <a:r>
            <a:rPr lang="tr-TR" dirty="0"/>
            <a:t>Joe </a:t>
          </a:r>
          <a:r>
            <a:rPr lang="tr-TR" dirty="0" err="1"/>
            <a:t>opens</a:t>
          </a:r>
          <a:r>
            <a:rPr lang="tr-TR" dirty="0"/>
            <a:t> his </a:t>
          </a:r>
          <a:r>
            <a:rPr lang="tr-TR" dirty="0" err="1"/>
            <a:t>wallet</a:t>
          </a:r>
          <a:r>
            <a:rPr lang="tr-TR" dirty="0"/>
            <a:t> </a:t>
          </a:r>
          <a:r>
            <a:rPr lang="tr-TR" dirty="0" err="1"/>
            <a:t>application</a:t>
          </a:r>
          <a:endParaRPr lang="en-US" dirty="0"/>
        </a:p>
      </dgm:t>
    </dgm:pt>
    <dgm:pt modelId="{E9CA5A7B-11C1-46E5-BB62-7DED8A838311}" type="parTrans" cxnId="{92AFBDD0-29CE-428C-A64D-E49DD8D72BF6}">
      <dgm:prSet/>
      <dgm:spPr/>
      <dgm:t>
        <a:bodyPr/>
        <a:lstStyle/>
        <a:p>
          <a:endParaRPr lang="en-US"/>
        </a:p>
      </dgm:t>
    </dgm:pt>
    <dgm:pt modelId="{1316A614-B650-40E4-99FF-8A7FD803F6E2}" type="sibTrans" cxnId="{92AFBDD0-29CE-428C-A64D-E49DD8D72BF6}">
      <dgm:prSet/>
      <dgm:spPr/>
      <dgm:t>
        <a:bodyPr/>
        <a:lstStyle/>
        <a:p>
          <a:endParaRPr lang="en-US"/>
        </a:p>
      </dgm:t>
    </dgm:pt>
    <dgm:pt modelId="{983B3823-E2BA-4DEA-AFAA-5F8AB7688B69}">
      <dgm:prSet/>
      <dgm:spPr/>
      <dgm:t>
        <a:bodyPr/>
        <a:lstStyle/>
        <a:p>
          <a:r>
            <a:rPr lang="en-US" dirty="0"/>
            <a:t>Mycelium </a:t>
          </a:r>
          <a:r>
            <a:rPr lang="tr-TR" dirty="0" err="1"/>
            <a:t>or</a:t>
          </a:r>
          <a:r>
            <a:rPr lang="tr-TR" dirty="0"/>
            <a:t> </a:t>
          </a:r>
          <a:r>
            <a:rPr lang="tr-TR" dirty="0" err="1"/>
            <a:t>any</a:t>
          </a:r>
          <a:r>
            <a:rPr lang="tr-TR" dirty="0"/>
            <a:t> </a:t>
          </a:r>
          <a:r>
            <a:rPr lang="tr-TR" dirty="0" err="1"/>
            <a:t>other</a:t>
          </a:r>
          <a:r>
            <a:rPr lang="tr-TR" dirty="0"/>
            <a:t> </a:t>
          </a:r>
          <a:r>
            <a:rPr lang="tr-TR" dirty="0" err="1"/>
            <a:t>one</a:t>
          </a:r>
          <a:endParaRPr lang="en-US" dirty="0"/>
        </a:p>
      </dgm:t>
    </dgm:pt>
    <dgm:pt modelId="{69AA53F2-C18C-43FD-9AA3-E729BDEE2AFE}" type="parTrans" cxnId="{3CEFC65C-A1BA-4236-AD57-59B3A3A6DC4F}">
      <dgm:prSet/>
      <dgm:spPr/>
      <dgm:t>
        <a:bodyPr/>
        <a:lstStyle/>
        <a:p>
          <a:endParaRPr lang="en-US"/>
        </a:p>
      </dgm:t>
    </dgm:pt>
    <dgm:pt modelId="{75B65A22-C09A-4723-B30A-01DE3739B9D4}" type="sibTrans" cxnId="{3CEFC65C-A1BA-4236-AD57-59B3A3A6DC4F}">
      <dgm:prSet/>
      <dgm:spPr/>
      <dgm:t>
        <a:bodyPr/>
        <a:lstStyle/>
        <a:p>
          <a:endParaRPr lang="en-US"/>
        </a:p>
      </dgm:t>
    </dgm:pt>
    <dgm:pt modelId="{A516D811-2073-4360-8010-46E72F39AD45}">
      <dgm:prSet/>
      <dgm:spPr/>
      <dgm:t>
        <a:bodyPr/>
        <a:lstStyle/>
        <a:p>
          <a:r>
            <a:rPr lang="tr-TR" dirty="0"/>
            <a:t>An </a:t>
          </a:r>
          <a:r>
            <a:rPr lang="tr-TR" dirty="0" err="1"/>
            <a:t>application</a:t>
          </a:r>
          <a:r>
            <a:rPr lang="tr-TR" dirty="0"/>
            <a:t> </a:t>
          </a:r>
          <a:r>
            <a:rPr lang="tr-TR" dirty="0" err="1"/>
            <a:t>accepts</a:t>
          </a:r>
          <a:r>
            <a:rPr lang="tr-TR" dirty="0"/>
            <a:t> Bitcoin</a:t>
          </a:r>
          <a:endParaRPr lang="en-US" dirty="0"/>
        </a:p>
      </dgm:t>
    </dgm:pt>
    <dgm:pt modelId="{2CDAD7C2-2BC2-42A7-B2B1-ED1C4BF8C3AF}" type="parTrans" cxnId="{1C1DE991-C733-4784-80D5-5016CF493EA9}">
      <dgm:prSet/>
      <dgm:spPr/>
      <dgm:t>
        <a:bodyPr/>
        <a:lstStyle/>
        <a:p>
          <a:endParaRPr lang="en-US"/>
        </a:p>
      </dgm:t>
    </dgm:pt>
    <dgm:pt modelId="{DAAADAF0-5E1F-41C2-9783-28C12F5A9517}" type="sibTrans" cxnId="{1C1DE991-C733-4784-80D5-5016CF493EA9}">
      <dgm:prSet/>
      <dgm:spPr/>
      <dgm:t>
        <a:bodyPr/>
        <a:lstStyle/>
        <a:p>
          <a:endParaRPr lang="en-US"/>
        </a:p>
      </dgm:t>
    </dgm:pt>
    <dgm:pt modelId="{36E587B6-E20B-4046-AD59-3A1B4BE0D9EC}">
      <dgm:prSet/>
      <dgm:spPr/>
      <dgm:t>
        <a:bodyPr/>
        <a:lstStyle/>
        <a:p>
          <a:r>
            <a:rPr lang="en-US" dirty="0"/>
            <a:t>Alice’s bitcoin</a:t>
          </a:r>
          <a:r>
            <a:rPr lang="tr-TR" dirty="0"/>
            <a:t> </a:t>
          </a:r>
          <a:r>
            <a:rPr lang="tr-TR" dirty="0" err="1"/>
            <a:t>address</a:t>
          </a:r>
          <a:r>
            <a:rPr lang="tr-TR" dirty="0"/>
            <a:t>.</a:t>
          </a:r>
          <a:endParaRPr lang="en-US" dirty="0"/>
        </a:p>
      </dgm:t>
    </dgm:pt>
    <dgm:pt modelId="{095B4314-D4F2-4477-94D8-8DD061DED768}" type="parTrans" cxnId="{676294D0-7EB2-4824-9DBA-489D86DAC339}">
      <dgm:prSet/>
      <dgm:spPr/>
      <dgm:t>
        <a:bodyPr/>
        <a:lstStyle/>
        <a:p>
          <a:endParaRPr lang="en-US"/>
        </a:p>
      </dgm:t>
    </dgm:pt>
    <dgm:pt modelId="{183FE6E3-3429-4BDA-8EFE-7EEACB0BF008}" type="sibTrans" cxnId="{676294D0-7EB2-4824-9DBA-489D86DAC339}">
      <dgm:prSet/>
      <dgm:spPr/>
      <dgm:t>
        <a:bodyPr/>
        <a:lstStyle/>
        <a:p>
          <a:endParaRPr lang="en-US"/>
        </a:p>
      </dgm:t>
    </dgm:pt>
    <dgm:pt modelId="{F09D5A42-52E2-4C8D-94BA-9D51EDADF5B2}">
      <dgm:prSet/>
      <dgm:spPr/>
      <dgm:t>
        <a:bodyPr/>
        <a:lstStyle/>
        <a:p>
          <a:r>
            <a:rPr lang="tr-TR" dirty="0" err="1"/>
            <a:t>to</a:t>
          </a:r>
          <a:r>
            <a:rPr lang="tr-TR" dirty="0"/>
            <a:t> d</a:t>
          </a:r>
          <a:r>
            <a:rPr lang="en-US" dirty="0" err="1"/>
            <a:t>isplays</a:t>
          </a:r>
          <a:r>
            <a:rPr lang="en-US" dirty="0"/>
            <a:t> a QR code</a:t>
          </a:r>
        </a:p>
      </dgm:t>
    </dgm:pt>
    <dgm:pt modelId="{676569AD-8776-430C-8956-0DBBBB331180}" type="parTrans" cxnId="{4360A2DE-9E14-4D86-99D1-A12EA819569F}">
      <dgm:prSet/>
      <dgm:spPr/>
      <dgm:t>
        <a:bodyPr/>
        <a:lstStyle/>
        <a:p>
          <a:endParaRPr lang="en-US"/>
        </a:p>
      </dgm:t>
    </dgm:pt>
    <dgm:pt modelId="{ADD5BC65-4A25-419F-8591-3EE28A29AC5B}" type="sibTrans" cxnId="{4360A2DE-9E14-4D86-99D1-A12EA819569F}">
      <dgm:prSet/>
      <dgm:spPr/>
      <dgm:t>
        <a:bodyPr/>
        <a:lstStyle/>
        <a:p>
          <a:endParaRPr lang="en-US"/>
        </a:p>
      </dgm:t>
    </dgm:pt>
    <dgm:pt modelId="{523E18FA-7877-47E1-A5D0-6F50A3EDAEF2}">
      <dgm:prSet/>
      <dgm:spPr/>
      <dgm:t>
        <a:bodyPr/>
        <a:lstStyle/>
        <a:p>
          <a:r>
            <a:rPr lang="en-US"/>
            <a:t>displayed </a:t>
          </a:r>
          <a:r>
            <a:rPr lang="en-US" dirty="0"/>
            <a:t>on Alice’s smartphone</a:t>
          </a:r>
        </a:p>
      </dgm:t>
    </dgm:pt>
    <dgm:pt modelId="{DFE30563-6E62-41B5-BC3C-162FDB82F9AD}" type="parTrans" cxnId="{A8B4C230-4373-4704-BEE3-79D8D4D280F0}">
      <dgm:prSet/>
      <dgm:spPr/>
      <dgm:t>
        <a:bodyPr/>
        <a:lstStyle/>
        <a:p>
          <a:endParaRPr lang="en-US"/>
        </a:p>
      </dgm:t>
    </dgm:pt>
    <dgm:pt modelId="{683E212E-70F4-4D3D-A911-F6EBA7BCEE26}" type="sibTrans" cxnId="{A8B4C230-4373-4704-BEE3-79D8D4D280F0}">
      <dgm:prSet/>
      <dgm:spPr/>
      <dgm:t>
        <a:bodyPr/>
        <a:lstStyle/>
        <a:p>
          <a:endParaRPr lang="en-US"/>
        </a:p>
      </dgm:t>
    </dgm:pt>
    <dgm:pt modelId="{992920E2-EEAD-4959-9D02-594F54F0A684}">
      <dgm:prSet/>
      <dgm:spPr/>
      <dgm:t>
        <a:bodyPr/>
        <a:lstStyle/>
        <a:p>
          <a:r>
            <a:rPr lang="tr-TR" dirty="0"/>
            <a:t>Exchange rate</a:t>
          </a:r>
          <a:endParaRPr lang="en-US" dirty="0"/>
        </a:p>
      </dgm:t>
    </dgm:pt>
    <dgm:pt modelId="{04E34833-78F8-49D1-AFF3-C920B689A5E6}" type="parTrans" cxnId="{9E25532A-F556-46EE-BD38-7F6630F966A8}">
      <dgm:prSet/>
      <dgm:spPr/>
      <dgm:t>
        <a:bodyPr/>
        <a:lstStyle/>
        <a:p>
          <a:endParaRPr lang="en-US"/>
        </a:p>
      </dgm:t>
    </dgm:pt>
    <dgm:pt modelId="{C79931C4-71FF-4B85-BEE0-30807AB0B90E}" type="sibTrans" cxnId="{9E25532A-F556-46EE-BD38-7F6630F966A8}">
      <dgm:prSet/>
      <dgm:spPr/>
      <dgm:t>
        <a:bodyPr/>
        <a:lstStyle/>
        <a:p>
          <a:endParaRPr lang="en-US"/>
        </a:p>
      </dgm:t>
    </dgm:pt>
    <dgm:pt modelId="{95E64E3E-CE76-4F7E-A9E5-3A2F1F0AC2DA}">
      <dgm:prSet/>
      <dgm:spPr/>
      <dgm:t>
        <a:bodyPr/>
        <a:lstStyle/>
        <a:p>
          <a:r>
            <a:rPr lang="tr-TR" dirty="0" err="1"/>
            <a:t>Uses</a:t>
          </a:r>
          <a:r>
            <a:rPr lang="tr-TR" dirty="0"/>
            <a:t> </a:t>
          </a:r>
          <a:r>
            <a:rPr lang="tr-TR" dirty="0" err="1"/>
            <a:t>live</a:t>
          </a:r>
          <a:r>
            <a:rPr lang="tr-TR" dirty="0"/>
            <a:t> data </a:t>
          </a:r>
          <a:r>
            <a:rPr lang="tr-TR" dirty="0" err="1"/>
            <a:t>from</a:t>
          </a:r>
          <a:r>
            <a:rPr lang="tr-TR" dirty="0"/>
            <a:t> </a:t>
          </a:r>
          <a:r>
            <a:rPr lang="tr-TR" dirty="0" err="1"/>
            <a:t>exchange</a:t>
          </a:r>
          <a:r>
            <a:rPr lang="tr-TR" dirty="0"/>
            <a:t> </a:t>
          </a:r>
          <a:r>
            <a:rPr lang="tr-TR" dirty="0" err="1"/>
            <a:t>markets</a:t>
          </a:r>
          <a:endParaRPr lang="en-US" dirty="0"/>
        </a:p>
      </dgm:t>
    </dgm:pt>
    <dgm:pt modelId="{28F5C95A-6022-4F10-BCA3-67A8F50CAA87}" type="parTrans" cxnId="{EA3159A3-65B0-4A02-A0AC-FED9CE26CAE0}">
      <dgm:prSet/>
      <dgm:spPr/>
      <dgm:t>
        <a:bodyPr/>
        <a:lstStyle/>
        <a:p>
          <a:endParaRPr lang="en-US"/>
        </a:p>
      </dgm:t>
    </dgm:pt>
    <dgm:pt modelId="{95E0753B-1E5C-47ED-BE5E-B9F025955673}" type="sibTrans" cxnId="{EA3159A3-65B0-4A02-A0AC-FED9CE26CAE0}">
      <dgm:prSet/>
      <dgm:spPr/>
      <dgm:t>
        <a:bodyPr/>
        <a:lstStyle/>
        <a:p>
          <a:endParaRPr lang="en-US"/>
        </a:p>
      </dgm:t>
    </dgm:pt>
    <dgm:pt modelId="{77C24F1B-142D-4BEE-86ED-C410434667A4}">
      <dgm:prSet/>
      <dgm:spPr/>
      <dgm:t>
        <a:bodyPr/>
        <a:lstStyle/>
        <a:p>
          <a:r>
            <a:rPr lang="tr-TR" dirty="0"/>
            <a:t>1BTC = </a:t>
          </a:r>
          <a:r>
            <a:rPr lang="en-US" dirty="0"/>
            <a:t>$</a:t>
          </a:r>
          <a:r>
            <a:rPr lang="tr-TR" dirty="0"/>
            <a:t>30 000</a:t>
          </a:r>
          <a:endParaRPr lang="en-US" dirty="0"/>
        </a:p>
      </dgm:t>
    </dgm:pt>
    <dgm:pt modelId="{5FFE1552-BB47-4058-B5AB-31FFE829CA31}" type="parTrans" cxnId="{9789D3C2-D9E6-4E05-AA00-F2C686118AEC}">
      <dgm:prSet/>
      <dgm:spPr/>
      <dgm:t>
        <a:bodyPr/>
        <a:lstStyle/>
        <a:p>
          <a:endParaRPr lang="en-US"/>
        </a:p>
      </dgm:t>
    </dgm:pt>
    <dgm:pt modelId="{9A541897-D24D-4844-81A3-8FFEF96C75B2}" type="sibTrans" cxnId="{9789D3C2-D9E6-4E05-AA00-F2C686118AEC}">
      <dgm:prSet/>
      <dgm:spPr/>
      <dgm:t>
        <a:bodyPr/>
        <a:lstStyle/>
        <a:p>
          <a:endParaRPr lang="en-US"/>
        </a:p>
      </dgm:t>
    </dgm:pt>
    <dgm:pt modelId="{5ED6CC2A-96D7-4F54-A3F9-E7308D9E4EA9}">
      <dgm:prSet/>
      <dgm:spPr/>
      <dgm:t>
        <a:bodyPr/>
        <a:lstStyle/>
        <a:p>
          <a:r>
            <a:rPr lang="en-US" dirty="0"/>
            <a:t>$</a:t>
          </a:r>
          <a:r>
            <a:rPr lang="tr-TR" dirty="0"/>
            <a:t>30 = 1/1000 BTC</a:t>
          </a:r>
          <a:endParaRPr lang="en-US" dirty="0"/>
        </a:p>
      </dgm:t>
    </dgm:pt>
    <dgm:pt modelId="{D2E3283B-8FDC-42A8-839C-185ED886F197}" type="parTrans" cxnId="{C7848A47-2335-4485-92AE-01935DD83450}">
      <dgm:prSet/>
      <dgm:spPr/>
      <dgm:t>
        <a:bodyPr/>
        <a:lstStyle/>
        <a:p>
          <a:endParaRPr lang="en-US"/>
        </a:p>
      </dgm:t>
    </dgm:pt>
    <dgm:pt modelId="{0136B838-ABB7-42F8-B7F4-A1333230D222}" type="sibTrans" cxnId="{C7848A47-2335-4485-92AE-01935DD83450}">
      <dgm:prSet/>
      <dgm:spPr/>
      <dgm:t>
        <a:bodyPr/>
        <a:lstStyle/>
        <a:p>
          <a:endParaRPr lang="en-US"/>
        </a:p>
      </dgm:t>
    </dgm:pt>
    <dgm:pt modelId="{98B17947-A7B0-451A-A827-299277238F31}">
      <dgm:prSet/>
      <dgm:spPr/>
      <dgm:t>
        <a:bodyPr/>
        <a:lstStyle/>
        <a:p>
          <a:r>
            <a:rPr lang="tr-TR" dirty="0" err="1"/>
            <a:t>Wallet</a:t>
          </a:r>
          <a:endParaRPr lang="en-US" dirty="0"/>
        </a:p>
      </dgm:t>
    </dgm:pt>
    <dgm:pt modelId="{5539AEEA-4827-43BE-B1B9-C5AFE7803857}" type="parTrans" cxnId="{58DBADAC-D61E-44AD-AD48-8AEB116169CA}">
      <dgm:prSet/>
      <dgm:spPr/>
      <dgm:t>
        <a:bodyPr/>
        <a:lstStyle/>
        <a:p>
          <a:endParaRPr lang="en-US"/>
        </a:p>
      </dgm:t>
    </dgm:pt>
    <dgm:pt modelId="{E1B6A292-0C4C-4FD4-B007-50933E4BA32A}" type="sibTrans" cxnId="{58DBADAC-D61E-44AD-AD48-8AEB116169CA}">
      <dgm:prSet/>
      <dgm:spPr/>
      <dgm:t>
        <a:bodyPr/>
        <a:lstStyle/>
        <a:p>
          <a:endParaRPr lang="en-US"/>
        </a:p>
      </dgm:t>
    </dgm:pt>
    <dgm:pt modelId="{619B6F43-F7D4-4794-9C31-28EACD505B24}" type="pres">
      <dgm:prSet presAssocID="{2591EA11-898D-4F31-98DA-9BB0F828948D}" presName="Name0" presStyleCnt="0">
        <dgm:presLayoutVars>
          <dgm:dir/>
          <dgm:animLvl val="lvl"/>
          <dgm:resizeHandles val="exact"/>
        </dgm:presLayoutVars>
      </dgm:prSet>
      <dgm:spPr/>
    </dgm:pt>
    <dgm:pt modelId="{29DD8F8A-2C28-46A5-A99A-618A14ECC19F}" type="pres">
      <dgm:prSet presAssocID="{5CEF5FF3-4DC3-47A9-9F0F-3A33E8094A03}" presName="linNode" presStyleCnt="0"/>
      <dgm:spPr/>
    </dgm:pt>
    <dgm:pt modelId="{3AE618D1-7CFC-453B-86E8-93D02585A60B}" type="pres">
      <dgm:prSet presAssocID="{5CEF5FF3-4DC3-47A9-9F0F-3A33E8094A03}" presName="parTx" presStyleLbl="revTx" presStyleIdx="0" presStyleCnt="6">
        <dgm:presLayoutVars>
          <dgm:chMax val="1"/>
          <dgm:bulletEnabled val="1"/>
        </dgm:presLayoutVars>
      </dgm:prSet>
      <dgm:spPr/>
    </dgm:pt>
    <dgm:pt modelId="{AC5F7014-87F6-4EEA-B6A7-FDCC97F1691F}" type="pres">
      <dgm:prSet presAssocID="{5CEF5FF3-4DC3-47A9-9F0F-3A33E8094A03}" presName="bracket" presStyleLbl="parChTrans1D1" presStyleIdx="0" presStyleCnt="6"/>
      <dgm:spPr/>
    </dgm:pt>
    <dgm:pt modelId="{51892679-E824-4831-B8F5-55B69D36535C}" type="pres">
      <dgm:prSet presAssocID="{5CEF5FF3-4DC3-47A9-9F0F-3A33E8094A03}" presName="spH" presStyleCnt="0"/>
      <dgm:spPr/>
    </dgm:pt>
    <dgm:pt modelId="{2E6A5A74-6F9C-41A3-A4C8-BE3C1F7C4F63}" type="pres">
      <dgm:prSet presAssocID="{5CEF5FF3-4DC3-47A9-9F0F-3A33E8094A03}" presName="desTx" presStyleLbl="node1" presStyleIdx="0" presStyleCnt="6">
        <dgm:presLayoutVars>
          <dgm:bulletEnabled val="1"/>
        </dgm:presLayoutVars>
      </dgm:prSet>
      <dgm:spPr/>
    </dgm:pt>
    <dgm:pt modelId="{C89BEE60-7BF6-47C1-B25E-8A3EEF33A001}" type="pres">
      <dgm:prSet presAssocID="{6DB19E86-48FE-4A33-BBB5-A86A18A9224E}" presName="spV" presStyleCnt="0"/>
      <dgm:spPr/>
    </dgm:pt>
    <dgm:pt modelId="{B63A26FD-895B-4F03-B40E-C80EAB5412CA}" type="pres">
      <dgm:prSet presAssocID="{C06AF3C2-2F2E-4125-95D7-984CBFF5EE3E}" presName="linNode" presStyleCnt="0"/>
      <dgm:spPr/>
    </dgm:pt>
    <dgm:pt modelId="{6F4C6012-A727-4DBF-8747-0FE0C4132009}" type="pres">
      <dgm:prSet presAssocID="{C06AF3C2-2F2E-4125-95D7-984CBFF5EE3E}" presName="parTx" presStyleLbl="revTx" presStyleIdx="1" presStyleCnt="6">
        <dgm:presLayoutVars>
          <dgm:chMax val="1"/>
          <dgm:bulletEnabled val="1"/>
        </dgm:presLayoutVars>
      </dgm:prSet>
      <dgm:spPr/>
    </dgm:pt>
    <dgm:pt modelId="{1E00B66E-A4F5-4491-AA86-C81AC0B69D21}" type="pres">
      <dgm:prSet presAssocID="{C06AF3C2-2F2E-4125-95D7-984CBFF5EE3E}" presName="bracket" presStyleLbl="parChTrans1D1" presStyleIdx="1" presStyleCnt="6"/>
      <dgm:spPr/>
    </dgm:pt>
    <dgm:pt modelId="{B9FB51DE-D91E-4932-B61D-7A93DAA30C5B}" type="pres">
      <dgm:prSet presAssocID="{C06AF3C2-2F2E-4125-95D7-984CBFF5EE3E}" presName="spH" presStyleCnt="0"/>
      <dgm:spPr/>
    </dgm:pt>
    <dgm:pt modelId="{F753A3C9-10D6-47E4-95E4-6A9A25ED6A03}" type="pres">
      <dgm:prSet presAssocID="{C06AF3C2-2F2E-4125-95D7-984CBFF5EE3E}" presName="desTx" presStyleLbl="node1" presStyleIdx="1" presStyleCnt="6">
        <dgm:presLayoutVars>
          <dgm:bulletEnabled val="1"/>
        </dgm:presLayoutVars>
      </dgm:prSet>
      <dgm:spPr/>
    </dgm:pt>
    <dgm:pt modelId="{7339C123-30FC-4E51-8D2D-CC33B958DBC7}" type="pres">
      <dgm:prSet presAssocID="{7094F916-1349-4A15-9DB5-AFBFC8328DE5}" presName="spV" presStyleCnt="0"/>
      <dgm:spPr/>
    </dgm:pt>
    <dgm:pt modelId="{7038B9BB-BE2E-4092-A51C-554858187FDB}" type="pres">
      <dgm:prSet presAssocID="{ABD02789-B85A-4650-A435-F886B775C287}" presName="linNode" presStyleCnt="0"/>
      <dgm:spPr/>
    </dgm:pt>
    <dgm:pt modelId="{7BEB54A4-C0FD-4474-A105-50BED5576B45}" type="pres">
      <dgm:prSet presAssocID="{ABD02789-B85A-4650-A435-F886B775C287}" presName="parTx" presStyleLbl="revTx" presStyleIdx="2" presStyleCnt="6">
        <dgm:presLayoutVars>
          <dgm:chMax val="1"/>
          <dgm:bulletEnabled val="1"/>
        </dgm:presLayoutVars>
      </dgm:prSet>
      <dgm:spPr/>
    </dgm:pt>
    <dgm:pt modelId="{82DED941-3553-4AAA-BA2B-487525D79056}" type="pres">
      <dgm:prSet presAssocID="{ABD02789-B85A-4650-A435-F886B775C287}" presName="bracket" presStyleLbl="parChTrans1D1" presStyleIdx="2" presStyleCnt="6"/>
      <dgm:spPr/>
    </dgm:pt>
    <dgm:pt modelId="{F747DCB8-A9C0-4252-86A6-A1B61C09492C}" type="pres">
      <dgm:prSet presAssocID="{ABD02789-B85A-4650-A435-F886B775C287}" presName="spH" presStyleCnt="0"/>
      <dgm:spPr/>
    </dgm:pt>
    <dgm:pt modelId="{BD7C6425-A922-4A84-B6C6-2D8F67159018}" type="pres">
      <dgm:prSet presAssocID="{ABD02789-B85A-4650-A435-F886B775C287}" presName="desTx" presStyleLbl="node1" presStyleIdx="2" presStyleCnt="6">
        <dgm:presLayoutVars>
          <dgm:bulletEnabled val="1"/>
        </dgm:presLayoutVars>
      </dgm:prSet>
      <dgm:spPr/>
    </dgm:pt>
    <dgm:pt modelId="{8908D929-75F1-4929-B0D1-A45CA5FF644D}" type="pres">
      <dgm:prSet presAssocID="{568F0211-6FB0-48E1-8C79-6BBF1C1DCE2B}" presName="spV" presStyleCnt="0"/>
      <dgm:spPr/>
    </dgm:pt>
    <dgm:pt modelId="{FA196F63-36BA-4596-BACA-A11075761646}" type="pres">
      <dgm:prSet presAssocID="{FDF4A277-B693-467E-B776-2C09281E0D45}" presName="linNode" presStyleCnt="0"/>
      <dgm:spPr/>
    </dgm:pt>
    <dgm:pt modelId="{55BD9C6F-940F-46C6-BFE4-3A2A88D49A5B}" type="pres">
      <dgm:prSet presAssocID="{FDF4A277-B693-467E-B776-2C09281E0D45}" presName="parTx" presStyleLbl="revTx" presStyleIdx="3" presStyleCnt="6">
        <dgm:presLayoutVars>
          <dgm:chMax val="1"/>
          <dgm:bulletEnabled val="1"/>
        </dgm:presLayoutVars>
      </dgm:prSet>
      <dgm:spPr/>
    </dgm:pt>
    <dgm:pt modelId="{2282E69B-9FC3-4F20-A2DC-5CF63766F4ED}" type="pres">
      <dgm:prSet presAssocID="{FDF4A277-B693-467E-B776-2C09281E0D45}" presName="bracket" presStyleLbl="parChTrans1D1" presStyleIdx="3" presStyleCnt="6"/>
      <dgm:spPr/>
    </dgm:pt>
    <dgm:pt modelId="{9CEB3D49-449A-44B0-B0E9-022D13DD6184}" type="pres">
      <dgm:prSet presAssocID="{FDF4A277-B693-467E-B776-2C09281E0D45}" presName="spH" presStyleCnt="0"/>
      <dgm:spPr/>
    </dgm:pt>
    <dgm:pt modelId="{C0598D0A-4EAB-431D-BFC7-B3EE52473DE7}" type="pres">
      <dgm:prSet presAssocID="{FDF4A277-B693-467E-B776-2C09281E0D45}" presName="desTx" presStyleLbl="node1" presStyleIdx="3" presStyleCnt="6">
        <dgm:presLayoutVars>
          <dgm:bulletEnabled val="1"/>
        </dgm:presLayoutVars>
      </dgm:prSet>
      <dgm:spPr/>
    </dgm:pt>
    <dgm:pt modelId="{526BC696-79A2-4E38-B85A-ACD0A2131AD4}" type="pres">
      <dgm:prSet presAssocID="{7A58A282-499F-41CE-B351-DB54A6147A6B}" presName="spV" presStyleCnt="0"/>
      <dgm:spPr/>
    </dgm:pt>
    <dgm:pt modelId="{9BBEA2D2-F8B0-4F6D-92F5-929D12422962}" type="pres">
      <dgm:prSet presAssocID="{E92A1D49-443D-46A9-A75A-42634CADE7D5}" presName="linNode" presStyleCnt="0"/>
      <dgm:spPr/>
    </dgm:pt>
    <dgm:pt modelId="{B28811DE-04CC-4117-A9B5-2C21B08450D4}" type="pres">
      <dgm:prSet presAssocID="{E92A1D49-443D-46A9-A75A-42634CADE7D5}" presName="parTx" presStyleLbl="revTx" presStyleIdx="4" presStyleCnt="6">
        <dgm:presLayoutVars>
          <dgm:chMax val="1"/>
          <dgm:bulletEnabled val="1"/>
        </dgm:presLayoutVars>
      </dgm:prSet>
      <dgm:spPr/>
    </dgm:pt>
    <dgm:pt modelId="{4D4A9925-0D02-4A54-B833-E260297EFE67}" type="pres">
      <dgm:prSet presAssocID="{E92A1D49-443D-46A9-A75A-42634CADE7D5}" presName="bracket" presStyleLbl="parChTrans1D1" presStyleIdx="4" presStyleCnt="6"/>
      <dgm:spPr/>
    </dgm:pt>
    <dgm:pt modelId="{D6C4035B-280E-461D-8C73-5A1C1254120E}" type="pres">
      <dgm:prSet presAssocID="{E92A1D49-443D-46A9-A75A-42634CADE7D5}" presName="spH" presStyleCnt="0"/>
      <dgm:spPr/>
    </dgm:pt>
    <dgm:pt modelId="{61705F8F-F93A-4164-A432-7FB7E200E85A}" type="pres">
      <dgm:prSet presAssocID="{E92A1D49-443D-46A9-A75A-42634CADE7D5}" presName="desTx" presStyleLbl="node1" presStyleIdx="4" presStyleCnt="6">
        <dgm:presLayoutVars>
          <dgm:bulletEnabled val="1"/>
        </dgm:presLayoutVars>
      </dgm:prSet>
      <dgm:spPr/>
    </dgm:pt>
    <dgm:pt modelId="{140C1377-2734-4F09-AC20-30A4DC2B006E}" type="pres">
      <dgm:prSet presAssocID="{6264C4F5-A7D0-466E-BDBE-A3BF78ADDD20}" presName="spV" presStyleCnt="0"/>
      <dgm:spPr/>
    </dgm:pt>
    <dgm:pt modelId="{735C766F-6846-4197-A1ED-9B09EA97BE81}" type="pres">
      <dgm:prSet presAssocID="{992920E2-EEAD-4959-9D02-594F54F0A684}" presName="linNode" presStyleCnt="0"/>
      <dgm:spPr/>
    </dgm:pt>
    <dgm:pt modelId="{FA29D370-F5FB-4FCB-8660-17098385BB4F}" type="pres">
      <dgm:prSet presAssocID="{992920E2-EEAD-4959-9D02-594F54F0A684}" presName="parTx" presStyleLbl="revTx" presStyleIdx="5" presStyleCnt="6">
        <dgm:presLayoutVars>
          <dgm:chMax val="1"/>
          <dgm:bulletEnabled val="1"/>
        </dgm:presLayoutVars>
      </dgm:prSet>
      <dgm:spPr/>
    </dgm:pt>
    <dgm:pt modelId="{01B81D4D-24E1-41D7-841F-5F3AE0F88040}" type="pres">
      <dgm:prSet presAssocID="{992920E2-EEAD-4959-9D02-594F54F0A684}" presName="bracket" presStyleLbl="parChTrans1D1" presStyleIdx="5" presStyleCnt="6"/>
      <dgm:spPr/>
    </dgm:pt>
    <dgm:pt modelId="{341AE832-75B2-4934-9781-DE02533CB503}" type="pres">
      <dgm:prSet presAssocID="{992920E2-EEAD-4959-9D02-594F54F0A684}" presName="spH" presStyleCnt="0"/>
      <dgm:spPr/>
    </dgm:pt>
    <dgm:pt modelId="{58FF2390-CC85-49C3-98D6-A3A409521ABE}" type="pres">
      <dgm:prSet presAssocID="{992920E2-EEAD-4959-9D02-594F54F0A684}" presName="desTx" presStyleLbl="node1" presStyleIdx="5" presStyleCnt="6">
        <dgm:presLayoutVars>
          <dgm:bulletEnabled val="1"/>
        </dgm:presLayoutVars>
      </dgm:prSet>
      <dgm:spPr/>
    </dgm:pt>
  </dgm:ptLst>
  <dgm:cxnLst>
    <dgm:cxn modelId="{B301BB04-EFCB-4145-B483-02511D5A6315}" srcId="{2591EA11-898D-4F31-98DA-9BB0F828948D}" destId="{ABD02789-B85A-4650-A435-F886B775C287}" srcOrd="2" destOrd="0" parTransId="{DBFE19F9-499A-4EE0-BE54-319117F96B15}" sibTransId="{568F0211-6FB0-48E1-8C79-6BBF1C1DCE2B}"/>
    <dgm:cxn modelId="{C95B2407-DF9C-47E6-8737-5A87A1191299}" srcId="{5CEF5FF3-4DC3-47A9-9F0F-3A33E8094A03}" destId="{8655B419-66F9-473F-8183-F45828C83BA9}" srcOrd="1" destOrd="0" parTransId="{21C4CD72-F24E-4FAE-908D-9CFB5E7518EC}" sibTransId="{F76433F8-088B-45D8-9969-F76277D7925C}"/>
    <dgm:cxn modelId="{C208E70B-FC86-490F-B980-24318A341A94}" srcId="{5CEF5FF3-4DC3-47A9-9F0F-3A33E8094A03}" destId="{FA194244-17D8-4C76-A81D-BA4BF4E2977E}" srcOrd="0" destOrd="0" parTransId="{E2A8DE6B-CD1D-47BF-BC7E-119B0491E28B}" sibTransId="{3FD6B1A8-2CEA-45AF-B127-A20171FCAB3B}"/>
    <dgm:cxn modelId="{E6AD600F-86D7-4645-9926-AE4795A91427}" type="presOf" srcId="{ABD02789-B85A-4650-A435-F886B775C287}" destId="{7BEB54A4-C0FD-4474-A105-50BED5576B45}" srcOrd="0" destOrd="0" presId="urn:diagrams.loki3.com/BracketList"/>
    <dgm:cxn modelId="{4F41E210-606C-4062-9420-6BDC98E4D30A}" type="presOf" srcId="{20FB7F4E-A045-4B86-ADE4-9AA3793E9C42}" destId="{61705F8F-F93A-4164-A432-7FB7E200E85A}" srcOrd="0" destOrd="3" presId="urn:diagrams.loki3.com/BracketList"/>
    <dgm:cxn modelId="{E83BCA12-057D-4505-8DC0-AF7DD803A2F3}" type="presOf" srcId="{FA194244-17D8-4C76-A81D-BA4BF4E2977E}" destId="{2E6A5A74-6F9C-41A3-A4C8-BE3C1F7C4F63}" srcOrd="0" destOrd="0" presId="urn:diagrams.loki3.com/BracketList"/>
    <dgm:cxn modelId="{0719DE23-2CB7-495E-8EBA-D90D6523F710}" type="presOf" srcId="{5CEF5FF3-4DC3-47A9-9F0F-3A33E8094A03}" destId="{3AE618D1-7CFC-453B-86E8-93D02585A60B}" srcOrd="0" destOrd="0" presId="urn:diagrams.loki3.com/BracketList"/>
    <dgm:cxn modelId="{C60C0328-20A7-4FA2-8380-F6786D993EAE}" type="presOf" srcId="{FDF4A277-B693-467E-B776-2C09281E0D45}" destId="{55BD9C6F-940F-46C6-BFE4-3A2A88D49A5B}" srcOrd="0" destOrd="0" presId="urn:diagrams.loki3.com/BracketList"/>
    <dgm:cxn modelId="{9E25532A-F556-46EE-BD38-7F6630F966A8}" srcId="{2591EA11-898D-4F31-98DA-9BB0F828948D}" destId="{992920E2-EEAD-4959-9D02-594F54F0A684}" srcOrd="5" destOrd="0" parTransId="{04E34833-78F8-49D1-AFF3-C920B689A5E6}" sibTransId="{C79931C4-71FF-4B85-BEE0-30807AB0B90E}"/>
    <dgm:cxn modelId="{A8B4C230-4373-4704-BEE3-79D8D4D280F0}" srcId="{5160CB78-089D-4828-B4AC-23756A0137F3}" destId="{523E18FA-7877-47E1-A5D0-6F50A3EDAEF2}" srcOrd="1" destOrd="0" parTransId="{DFE30563-6E62-41B5-BC3C-162FDB82F9AD}" sibTransId="{683E212E-70F4-4D3D-A911-F6EBA7BCEE26}"/>
    <dgm:cxn modelId="{239BCC33-9E97-455E-AC0B-76FED642F921}" srcId="{E92A1D49-443D-46A9-A75A-42634CADE7D5}" destId="{20FB7F4E-A045-4B86-ADE4-9AA3793E9C42}" srcOrd="1" destOrd="0" parTransId="{FA56D4F6-C975-4B69-82E2-D5BC9058D221}" sibTransId="{F9740351-AF2E-49C0-AAAE-00C505477198}"/>
    <dgm:cxn modelId="{8D151A3C-6BFB-4DD3-BB47-EFAF430B20AB}" type="presOf" srcId="{5ED6CC2A-96D7-4F54-A3F9-E7308D9E4EA9}" destId="{58FF2390-CC85-49C3-98D6-A3A409521ABE}" srcOrd="0" destOrd="2" presId="urn:diagrams.loki3.com/BracketList"/>
    <dgm:cxn modelId="{8903C43D-9217-4A83-B407-8D6262267C88}" srcId="{20FB7F4E-A045-4B86-ADE4-9AA3793E9C42}" destId="{049CCF7E-B442-4C09-817C-DF4C1DF4CA1F}" srcOrd="0" destOrd="0" parTransId="{EACF540B-6536-4274-9339-DDC732E3CCE4}" sibTransId="{BDA3BCD2-0EF6-45DD-B1CC-051770458986}"/>
    <dgm:cxn modelId="{3CEFC65C-A1BA-4236-AD57-59B3A3A6DC4F}" srcId="{98B17947-A7B0-451A-A827-299277238F31}" destId="{983B3823-E2BA-4DEA-AFAA-5F8AB7688B69}" srcOrd="1" destOrd="0" parTransId="{69AA53F2-C18C-43FD-9AA3-E729BDEE2AFE}" sibTransId="{75B65A22-C09A-4723-B30A-01DE3739B9D4}"/>
    <dgm:cxn modelId="{D6B62A43-6E02-445B-961B-0474E8D3E164}" srcId="{C06AF3C2-2F2E-4125-95D7-984CBFF5EE3E}" destId="{63387CCB-B7A4-4C5C-AB5A-79738CB47667}" srcOrd="0" destOrd="0" parTransId="{3829FC9B-3F1C-4443-92C6-125EB9A8F5CA}" sibTransId="{9DF7F2CE-F18F-4FA1-ACA2-B87D96033BFC}"/>
    <dgm:cxn modelId="{084C0346-A8F9-4AD1-8ACF-69A1624AE9DB}" type="presOf" srcId="{983B3823-E2BA-4DEA-AFAA-5F8AB7688B69}" destId="{F753A3C9-10D6-47E4-95E4-6A9A25ED6A03}" srcOrd="0" destOrd="3" presId="urn:diagrams.loki3.com/BracketList"/>
    <dgm:cxn modelId="{BE385267-24C4-45AD-B7F1-CD300747EF9E}" type="presOf" srcId="{0A17C021-FA3B-4E80-BB6E-14C3E6AACF60}" destId="{C0598D0A-4EAB-431D-BFC7-B3EE52473DE7}" srcOrd="0" destOrd="1" presId="urn:diagrams.loki3.com/BracketList"/>
    <dgm:cxn modelId="{C7848A47-2335-4485-92AE-01935DD83450}" srcId="{992920E2-EEAD-4959-9D02-594F54F0A684}" destId="{5ED6CC2A-96D7-4F54-A3F9-E7308D9E4EA9}" srcOrd="2" destOrd="0" parTransId="{D2E3283B-8FDC-42A8-839C-185ED886F197}" sibTransId="{0136B838-ABB7-42F8-B7F4-A1333230D222}"/>
    <dgm:cxn modelId="{CB9C5169-8092-4062-9EB2-B0BA38A2681B}" type="presOf" srcId="{523E18FA-7877-47E1-A5D0-6F50A3EDAEF2}" destId="{61705F8F-F93A-4164-A432-7FB7E200E85A}" srcOrd="0" destOrd="2" presId="urn:diagrams.loki3.com/BracketList"/>
    <dgm:cxn modelId="{EE0BE269-064E-4927-BAED-7DC7FA8085B9}" type="presOf" srcId="{C06AF3C2-2F2E-4125-95D7-984CBFF5EE3E}" destId="{6F4C6012-A727-4DBF-8747-0FE0C4132009}" srcOrd="0" destOrd="0" presId="urn:diagrams.loki3.com/BracketList"/>
    <dgm:cxn modelId="{5542806B-34DD-459B-B89A-3BFCA3F10562}" srcId="{FDF4A277-B693-467E-B776-2C09281E0D45}" destId="{0A17C021-FA3B-4E80-BB6E-14C3E6AACF60}" srcOrd="1" destOrd="0" parTransId="{436B318F-3834-44CE-8C4C-8184FF592681}" sibTransId="{56536E60-06BE-4C76-B422-B4F0F83E7134}"/>
    <dgm:cxn modelId="{082A904B-E0D2-4EE0-91F0-A2C1700F63AF}" type="presOf" srcId="{8655B419-66F9-473F-8183-F45828C83BA9}" destId="{2E6A5A74-6F9C-41A3-A4C8-BE3C1F7C4F63}" srcOrd="0" destOrd="1" presId="urn:diagrams.loki3.com/BracketList"/>
    <dgm:cxn modelId="{737C6951-2A42-4510-A152-E95FC459EBEB}" type="presOf" srcId="{049CCF7E-B442-4C09-817C-DF4C1DF4CA1F}" destId="{61705F8F-F93A-4164-A432-7FB7E200E85A}" srcOrd="0" destOrd="4" presId="urn:diagrams.loki3.com/BracketList"/>
    <dgm:cxn modelId="{7D5B1252-3D0F-4871-A60C-7009A4CA1707}" type="presOf" srcId="{36E587B6-E20B-4046-AD59-3A1B4BE0D9EC}" destId="{BD7C6425-A922-4A84-B6C6-2D8F67159018}" srcOrd="0" destOrd="1" presId="urn:diagrams.loki3.com/BracketList"/>
    <dgm:cxn modelId="{00D6BB73-4C1D-450E-B0CA-F22EB5EE4DB7}" type="presOf" srcId="{2591EA11-898D-4F31-98DA-9BB0F828948D}" destId="{619B6F43-F7D4-4794-9C31-28EACD505B24}" srcOrd="0" destOrd="0" presId="urn:diagrams.loki3.com/BracketList"/>
    <dgm:cxn modelId="{4414177B-CC00-44C5-BE0C-27873253FBD8}" type="presOf" srcId="{98B17947-A7B0-451A-A827-299277238F31}" destId="{F753A3C9-10D6-47E4-95E4-6A9A25ED6A03}" srcOrd="0" destOrd="1" presId="urn:diagrams.loki3.com/BracketList"/>
    <dgm:cxn modelId="{C8946A7C-957D-4D26-8C98-780BE51829AE}" srcId="{2591EA11-898D-4F31-98DA-9BB0F828948D}" destId="{FDF4A277-B693-467E-B776-2C09281E0D45}" srcOrd="3" destOrd="0" parTransId="{94C93DC9-0584-4127-83D6-C7C091768BEC}" sibTransId="{7A58A282-499F-41CE-B351-DB54A6147A6B}"/>
    <dgm:cxn modelId="{97929F7F-7BF1-430C-AC14-B2102CCC738B}" type="presOf" srcId="{E92A1D49-443D-46A9-A75A-42634CADE7D5}" destId="{B28811DE-04CC-4117-A9B5-2C21B08450D4}" srcOrd="0" destOrd="0" presId="urn:diagrams.loki3.com/BracketList"/>
    <dgm:cxn modelId="{1C1DE991-C733-4784-80D5-5016CF493EA9}" srcId="{98B17947-A7B0-451A-A827-299277238F31}" destId="{A516D811-2073-4360-8010-46E72F39AD45}" srcOrd="0" destOrd="0" parTransId="{2CDAD7C2-2BC2-42A7-B2B1-ED1C4BF8C3AF}" sibTransId="{DAAADAF0-5E1F-41C2-9783-28C12F5A9517}"/>
    <dgm:cxn modelId="{F8EAED94-9961-4E35-9F83-D10259EE4097}" srcId="{5160CB78-089D-4828-B4AC-23756A0137F3}" destId="{F066CC26-11D1-4E06-852E-D9FAC3766803}" srcOrd="0" destOrd="0" parTransId="{273A4E57-D144-44F6-A475-A8ED611EB504}" sibTransId="{BD1D54D4-3505-4935-ABF5-5A2821BE383B}"/>
    <dgm:cxn modelId="{30534D9A-6EB5-4E9C-96F0-36A78E36A3BF}" srcId="{E92A1D49-443D-46A9-A75A-42634CADE7D5}" destId="{5160CB78-089D-4828-B4AC-23756A0137F3}" srcOrd="0" destOrd="0" parTransId="{563DA83E-C96B-474F-B8CB-49C3B10CB1BC}" sibTransId="{15D4516B-8AF7-4D23-B9AE-99C561CA94CC}"/>
    <dgm:cxn modelId="{670E939E-7B84-4E2D-9918-910A1DF785FA}" type="presOf" srcId="{352B4A69-BD5E-4AB6-901B-9B0D0C3F146E}" destId="{C0598D0A-4EAB-431D-BFC7-B3EE52473DE7}" srcOrd="0" destOrd="0" presId="urn:diagrams.loki3.com/BracketList"/>
    <dgm:cxn modelId="{4558D4A1-5E70-40EC-8AF4-05F38420886B}" srcId="{2591EA11-898D-4F31-98DA-9BB0F828948D}" destId="{C06AF3C2-2F2E-4125-95D7-984CBFF5EE3E}" srcOrd="1" destOrd="0" parTransId="{395C4831-D16D-42F0-A78B-C9DDBE8D0362}" sibTransId="{7094F916-1349-4A15-9DB5-AFBFC8328DE5}"/>
    <dgm:cxn modelId="{EA3159A3-65B0-4A02-A0AC-FED9CE26CAE0}" srcId="{992920E2-EEAD-4959-9D02-594F54F0A684}" destId="{95E64E3E-CE76-4F7E-A9E5-3A2F1F0AC2DA}" srcOrd="0" destOrd="0" parTransId="{28F5C95A-6022-4F10-BCA3-67A8F50CAA87}" sibTransId="{95E0753B-1E5C-47ED-BE5E-B9F025955673}"/>
    <dgm:cxn modelId="{AECDA8AA-E32C-452E-8402-1E51B56B8F5F}" type="presOf" srcId="{F066CC26-11D1-4E06-852E-D9FAC3766803}" destId="{61705F8F-F93A-4164-A432-7FB7E200E85A}" srcOrd="0" destOrd="1" presId="urn:diagrams.loki3.com/BracketList"/>
    <dgm:cxn modelId="{58DBADAC-D61E-44AD-AD48-8AEB116169CA}" srcId="{C06AF3C2-2F2E-4125-95D7-984CBFF5EE3E}" destId="{98B17947-A7B0-451A-A827-299277238F31}" srcOrd="1" destOrd="0" parTransId="{5539AEEA-4827-43BE-B1B9-C5AFE7803857}" sibTransId="{E1B6A292-0C4C-4FD4-B007-50933E4BA32A}"/>
    <dgm:cxn modelId="{9789D3C2-D9E6-4E05-AA00-F2C686118AEC}" srcId="{992920E2-EEAD-4959-9D02-594F54F0A684}" destId="{77C24F1B-142D-4BEE-86ED-C410434667A4}" srcOrd="1" destOrd="0" parTransId="{5FFE1552-BB47-4058-B5AB-31FFE829CA31}" sibTransId="{9A541897-D24D-4844-81A3-8FFEF96C75B2}"/>
    <dgm:cxn modelId="{676294D0-7EB2-4824-9DBA-489D86DAC339}" srcId="{ABD02789-B85A-4650-A435-F886B775C287}" destId="{36E587B6-E20B-4046-AD59-3A1B4BE0D9EC}" srcOrd="1" destOrd="0" parTransId="{095B4314-D4F2-4477-94D8-8DD061DED768}" sibTransId="{183FE6E3-3429-4BDA-8EFE-7EEACB0BF008}"/>
    <dgm:cxn modelId="{92AFBDD0-29CE-428C-A64D-E49DD8D72BF6}" srcId="{FDF4A277-B693-467E-B776-2C09281E0D45}" destId="{352B4A69-BD5E-4AB6-901B-9B0D0C3F146E}" srcOrd="0" destOrd="0" parTransId="{E9CA5A7B-11C1-46E5-BB62-7DED8A838311}" sibTransId="{1316A614-B650-40E4-99FF-8A7FD803F6E2}"/>
    <dgm:cxn modelId="{7FF3BDD0-3A3C-48FD-BBE3-053B359C6B75}" type="presOf" srcId="{95E64E3E-CE76-4F7E-A9E5-3A2F1F0AC2DA}" destId="{58FF2390-CC85-49C3-98D6-A3A409521ABE}" srcOrd="0" destOrd="0" presId="urn:diagrams.loki3.com/BracketList"/>
    <dgm:cxn modelId="{DFCF54D5-657C-485D-96FA-CF3311000E7E}" srcId="{20FB7F4E-A045-4B86-ADE4-9AA3793E9C42}" destId="{8FE112A7-D874-4B0A-A0EC-EF545C8D3FDA}" srcOrd="1" destOrd="0" parTransId="{BDB28EB2-69F9-4AE0-A561-10522ED19780}" sibTransId="{A7BFE544-34CF-4814-B1AE-AE4F1BC32E85}"/>
    <dgm:cxn modelId="{1B73D5DB-FFA8-4F7D-A96D-CBFC2475F78E}" type="presOf" srcId="{77C24F1B-142D-4BEE-86ED-C410434667A4}" destId="{58FF2390-CC85-49C3-98D6-A3A409521ABE}" srcOrd="0" destOrd="1" presId="urn:diagrams.loki3.com/BracketList"/>
    <dgm:cxn modelId="{F707DADC-8331-40AB-81A4-F0B4C6B5BD19}" type="presOf" srcId="{63387CCB-B7A4-4C5C-AB5A-79738CB47667}" destId="{F753A3C9-10D6-47E4-95E4-6A9A25ED6A03}" srcOrd="0" destOrd="0" presId="urn:diagrams.loki3.com/BracketList"/>
    <dgm:cxn modelId="{4E38F5DD-4108-4D04-844A-65E3EA9974C2}" type="presOf" srcId="{8FE112A7-D874-4B0A-A0EC-EF545C8D3FDA}" destId="{61705F8F-F93A-4164-A432-7FB7E200E85A}" srcOrd="0" destOrd="5" presId="urn:diagrams.loki3.com/BracketList"/>
    <dgm:cxn modelId="{4360A2DE-9E14-4D86-99D1-A12EA819569F}" srcId="{ABD02789-B85A-4650-A435-F886B775C287}" destId="{F09D5A42-52E2-4C8D-94BA-9D51EDADF5B2}" srcOrd="0" destOrd="0" parTransId="{676569AD-8776-430C-8956-0DBBBB331180}" sibTransId="{ADD5BC65-4A25-419F-8591-3EE28A29AC5B}"/>
    <dgm:cxn modelId="{0706E0E0-546E-4577-9A12-D5F3769CF9DD}" type="presOf" srcId="{992920E2-EEAD-4959-9D02-594F54F0A684}" destId="{FA29D370-F5FB-4FCB-8660-17098385BB4F}" srcOrd="0" destOrd="0" presId="urn:diagrams.loki3.com/BracketList"/>
    <dgm:cxn modelId="{23DB60E2-A38F-4E69-844E-DA32D05EF11B}" type="presOf" srcId="{F09D5A42-52E2-4C8D-94BA-9D51EDADF5B2}" destId="{BD7C6425-A922-4A84-B6C6-2D8F67159018}" srcOrd="0" destOrd="0" presId="urn:diagrams.loki3.com/BracketList"/>
    <dgm:cxn modelId="{4C7942E5-6302-4E68-B447-6FE72C960BD0}" srcId="{2591EA11-898D-4F31-98DA-9BB0F828948D}" destId="{E92A1D49-443D-46A9-A75A-42634CADE7D5}" srcOrd="4" destOrd="0" parTransId="{6B1E0FAA-E841-4337-929F-CE357BA93D7C}" sibTransId="{6264C4F5-A7D0-466E-BDBE-A3BF78ADDD20}"/>
    <dgm:cxn modelId="{6C62BDE5-0A90-4E98-857D-4C3DC437E3AE}" srcId="{2591EA11-898D-4F31-98DA-9BB0F828948D}" destId="{5CEF5FF3-4DC3-47A9-9F0F-3A33E8094A03}" srcOrd="0" destOrd="0" parTransId="{E41C06EB-AA99-4B05-A716-9900AA848E8C}" sibTransId="{6DB19E86-48FE-4A33-BBB5-A86A18A9224E}"/>
    <dgm:cxn modelId="{AC0A9AEE-CA6E-4C1D-89A5-A3961A49E4F3}" type="presOf" srcId="{5160CB78-089D-4828-B4AC-23756A0137F3}" destId="{61705F8F-F93A-4164-A432-7FB7E200E85A}" srcOrd="0" destOrd="0" presId="urn:diagrams.loki3.com/BracketList"/>
    <dgm:cxn modelId="{FC3225F9-A57D-40CB-934C-8E9EAC1FBE55}" type="presOf" srcId="{A516D811-2073-4360-8010-46E72F39AD45}" destId="{F753A3C9-10D6-47E4-95E4-6A9A25ED6A03}" srcOrd="0" destOrd="2" presId="urn:diagrams.loki3.com/BracketList"/>
    <dgm:cxn modelId="{24415A0C-373E-49B3-B704-E6DA308A5009}" type="presParOf" srcId="{619B6F43-F7D4-4794-9C31-28EACD505B24}" destId="{29DD8F8A-2C28-46A5-A99A-618A14ECC19F}" srcOrd="0" destOrd="0" presId="urn:diagrams.loki3.com/BracketList"/>
    <dgm:cxn modelId="{999F4B6C-59FA-4F86-9AC6-A1136F027162}" type="presParOf" srcId="{29DD8F8A-2C28-46A5-A99A-618A14ECC19F}" destId="{3AE618D1-7CFC-453B-86E8-93D02585A60B}" srcOrd="0" destOrd="0" presId="urn:diagrams.loki3.com/BracketList"/>
    <dgm:cxn modelId="{1222DD66-D43B-4078-9B0D-0FB3877BA8BA}" type="presParOf" srcId="{29DD8F8A-2C28-46A5-A99A-618A14ECC19F}" destId="{AC5F7014-87F6-4EEA-B6A7-FDCC97F1691F}" srcOrd="1" destOrd="0" presId="urn:diagrams.loki3.com/BracketList"/>
    <dgm:cxn modelId="{91AA8918-8C4C-4B3B-8A1D-DE2013BFD32D}" type="presParOf" srcId="{29DD8F8A-2C28-46A5-A99A-618A14ECC19F}" destId="{51892679-E824-4831-B8F5-55B69D36535C}" srcOrd="2" destOrd="0" presId="urn:diagrams.loki3.com/BracketList"/>
    <dgm:cxn modelId="{55F7A32B-81AA-473F-953E-C885448410EC}" type="presParOf" srcId="{29DD8F8A-2C28-46A5-A99A-618A14ECC19F}" destId="{2E6A5A74-6F9C-41A3-A4C8-BE3C1F7C4F63}" srcOrd="3" destOrd="0" presId="urn:diagrams.loki3.com/BracketList"/>
    <dgm:cxn modelId="{B02BFEA5-FC5A-49DF-AC5E-ECDA9B3EADD2}" type="presParOf" srcId="{619B6F43-F7D4-4794-9C31-28EACD505B24}" destId="{C89BEE60-7BF6-47C1-B25E-8A3EEF33A001}" srcOrd="1" destOrd="0" presId="urn:diagrams.loki3.com/BracketList"/>
    <dgm:cxn modelId="{D3E769D5-0B05-4BC8-BD0E-34518DD85EFF}" type="presParOf" srcId="{619B6F43-F7D4-4794-9C31-28EACD505B24}" destId="{B63A26FD-895B-4F03-B40E-C80EAB5412CA}" srcOrd="2" destOrd="0" presId="urn:diagrams.loki3.com/BracketList"/>
    <dgm:cxn modelId="{529E2A2E-0CC1-44ED-8F00-10343F1B8B39}" type="presParOf" srcId="{B63A26FD-895B-4F03-B40E-C80EAB5412CA}" destId="{6F4C6012-A727-4DBF-8747-0FE0C4132009}" srcOrd="0" destOrd="0" presId="urn:diagrams.loki3.com/BracketList"/>
    <dgm:cxn modelId="{A7825932-1C10-4BC3-9279-4F45D4793883}" type="presParOf" srcId="{B63A26FD-895B-4F03-B40E-C80EAB5412CA}" destId="{1E00B66E-A4F5-4491-AA86-C81AC0B69D21}" srcOrd="1" destOrd="0" presId="urn:diagrams.loki3.com/BracketList"/>
    <dgm:cxn modelId="{BF5D3D15-2FAE-444A-85E7-9EC5F1BD89FB}" type="presParOf" srcId="{B63A26FD-895B-4F03-B40E-C80EAB5412CA}" destId="{B9FB51DE-D91E-4932-B61D-7A93DAA30C5B}" srcOrd="2" destOrd="0" presId="urn:diagrams.loki3.com/BracketList"/>
    <dgm:cxn modelId="{83C80CD1-8999-40E0-80DE-34897B83512F}" type="presParOf" srcId="{B63A26FD-895B-4F03-B40E-C80EAB5412CA}" destId="{F753A3C9-10D6-47E4-95E4-6A9A25ED6A03}" srcOrd="3" destOrd="0" presId="urn:diagrams.loki3.com/BracketList"/>
    <dgm:cxn modelId="{20B9AFE5-01CA-4212-9663-1DD1AC78E70C}" type="presParOf" srcId="{619B6F43-F7D4-4794-9C31-28EACD505B24}" destId="{7339C123-30FC-4E51-8D2D-CC33B958DBC7}" srcOrd="3" destOrd="0" presId="urn:diagrams.loki3.com/BracketList"/>
    <dgm:cxn modelId="{07FC5703-F369-47D1-81BA-D7511598C795}" type="presParOf" srcId="{619B6F43-F7D4-4794-9C31-28EACD505B24}" destId="{7038B9BB-BE2E-4092-A51C-554858187FDB}" srcOrd="4" destOrd="0" presId="urn:diagrams.loki3.com/BracketList"/>
    <dgm:cxn modelId="{DE2CE508-B025-423E-9643-C365357D8257}" type="presParOf" srcId="{7038B9BB-BE2E-4092-A51C-554858187FDB}" destId="{7BEB54A4-C0FD-4474-A105-50BED5576B45}" srcOrd="0" destOrd="0" presId="urn:diagrams.loki3.com/BracketList"/>
    <dgm:cxn modelId="{8411ED01-A3F6-4D70-8B47-DA9C85990CC6}" type="presParOf" srcId="{7038B9BB-BE2E-4092-A51C-554858187FDB}" destId="{82DED941-3553-4AAA-BA2B-487525D79056}" srcOrd="1" destOrd="0" presId="urn:diagrams.loki3.com/BracketList"/>
    <dgm:cxn modelId="{92CC9F2D-4D95-48E8-A36E-D579B51D849A}" type="presParOf" srcId="{7038B9BB-BE2E-4092-A51C-554858187FDB}" destId="{F747DCB8-A9C0-4252-86A6-A1B61C09492C}" srcOrd="2" destOrd="0" presId="urn:diagrams.loki3.com/BracketList"/>
    <dgm:cxn modelId="{514F8E69-C05B-4C85-B565-0EA156344334}" type="presParOf" srcId="{7038B9BB-BE2E-4092-A51C-554858187FDB}" destId="{BD7C6425-A922-4A84-B6C6-2D8F67159018}" srcOrd="3" destOrd="0" presId="urn:diagrams.loki3.com/BracketList"/>
    <dgm:cxn modelId="{8781AC68-A16A-4511-94B2-2CE4C347984E}" type="presParOf" srcId="{619B6F43-F7D4-4794-9C31-28EACD505B24}" destId="{8908D929-75F1-4929-B0D1-A45CA5FF644D}" srcOrd="5" destOrd="0" presId="urn:diagrams.loki3.com/BracketList"/>
    <dgm:cxn modelId="{BA8AF42D-B0A9-4BDE-979D-0657E8A6303F}" type="presParOf" srcId="{619B6F43-F7D4-4794-9C31-28EACD505B24}" destId="{FA196F63-36BA-4596-BACA-A11075761646}" srcOrd="6" destOrd="0" presId="urn:diagrams.loki3.com/BracketList"/>
    <dgm:cxn modelId="{5784BD81-94AE-48A3-BED6-2D5E877FBEE7}" type="presParOf" srcId="{FA196F63-36BA-4596-BACA-A11075761646}" destId="{55BD9C6F-940F-46C6-BFE4-3A2A88D49A5B}" srcOrd="0" destOrd="0" presId="urn:diagrams.loki3.com/BracketList"/>
    <dgm:cxn modelId="{7DA741BD-275D-4DA5-A7FB-C998DA54D1BA}" type="presParOf" srcId="{FA196F63-36BA-4596-BACA-A11075761646}" destId="{2282E69B-9FC3-4F20-A2DC-5CF63766F4ED}" srcOrd="1" destOrd="0" presId="urn:diagrams.loki3.com/BracketList"/>
    <dgm:cxn modelId="{C94B6426-4DDD-4183-9B90-D8E9E2287323}" type="presParOf" srcId="{FA196F63-36BA-4596-BACA-A11075761646}" destId="{9CEB3D49-449A-44B0-B0E9-022D13DD6184}" srcOrd="2" destOrd="0" presId="urn:diagrams.loki3.com/BracketList"/>
    <dgm:cxn modelId="{E1270C7A-C54B-420A-B0AB-FB84FAEEF07D}" type="presParOf" srcId="{FA196F63-36BA-4596-BACA-A11075761646}" destId="{C0598D0A-4EAB-431D-BFC7-B3EE52473DE7}" srcOrd="3" destOrd="0" presId="urn:diagrams.loki3.com/BracketList"/>
    <dgm:cxn modelId="{A842FBCA-B69E-4536-9390-5D73D15DCD47}" type="presParOf" srcId="{619B6F43-F7D4-4794-9C31-28EACD505B24}" destId="{526BC696-79A2-4E38-B85A-ACD0A2131AD4}" srcOrd="7" destOrd="0" presId="urn:diagrams.loki3.com/BracketList"/>
    <dgm:cxn modelId="{FC3F0F8A-844E-4F2A-B812-A43D7BE72B1B}" type="presParOf" srcId="{619B6F43-F7D4-4794-9C31-28EACD505B24}" destId="{9BBEA2D2-F8B0-4F6D-92F5-929D12422962}" srcOrd="8" destOrd="0" presId="urn:diagrams.loki3.com/BracketList"/>
    <dgm:cxn modelId="{721A8FBE-6C50-460C-8FD3-701E752C84F7}" type="presParOf" srcId="{9BBEA2D2-F8B0-4F6D-92F5-929D12422962}" destId="{B28811DE-04CC-4117-A9B5-2C21B08450D4}" srcOrd="0" destOrd="0" presId="urn:diagrams.loki3.com/BracketList"/>
    <dgm:cxn modelId="{4FFCFA89-456A-43BA-8B72-5ADE9DFF5CEE}" type="presParOf" srcId="{9BBEA2D2-F8B0-4F6D-92F5-929D12422962}" destId="{4D4A9925-0D02-4A54-B833-E260297EFE67}" srcOrd="1" destOrd="0" presId="urn:diagrams.loki3.com/BracketList"/>
    <dgm:cxn modelId="{79844B4C-B4B2-4BDD-B2F4-21D3ABBF04BA}" type="presParOf" srcId="{9BBEA2D2-F8B0-4F6D-92F5-929D12422962}" destId="{D6C4035B-280E-461D-8C73-5A1C1254120E}" srcOrd="2" destOrd="0" presId="urn:diagrams.loki3.com/BracketList"/>
    <dgm:cxn modelId="{863205AD-9536-4404-9C55-FCEA80451B39}" type="presParOf" srcId="{9BBEA2D2-F8B0-4F6D-92F5-929D12422962}" destId="{61705F8F-F93A-4164-A432-7FB7E200E85A}" srcOrd="3" destOrd="0" presId="urn:diagrams.loki3.com/BracketList"/>
    <dgm:cxn modelId="{6A30F186-FEB2-419D-A32C-DAF4B11E2A21}" type="presParOf" srcId="{619B6F43-F7D4-4794-9C31-28EACD505B24}" destId="{140C1377-2734-4F09-AC20-30A4DC2B006E}" srcOrd="9" destOrd="0" presId="urn:diagrams.loki3.com/BracketList"/>
    <dgm:cxn modelId="{0A6EB420-AF37-4A02-B546-C04F73E7CD80}" type="presParOf" srcId="{619B6F43-F7D4-4794-9C31-28EACD505B24}" destId="{735C766F-6846-4197-A1ED-9B09EA97BE81}" srcOrd="10" destOrd="0" presId="urn:diagrams.loki3.com/BracketList"/>
    <dgm:cxn modelId="{31D29957-26BF-491C-8EED-71894B7BF526}" type="presParOf" srcId="{735C766F-6846-4197-A1ED-9B09EA97BE81}" destId="{FA29D370-F5FB-4FCB-8660-17098385BB4F}" srcOrd="0" destOrd="0" presId="urn:diagrams.loki3.com/BracketList"/>
    <dgm:cxn modelId="{3E2BFBA9-1E5F-4923-98ED-3E197FA6B9A3}" type="presParOf" srcId="{735C766F-6846-4197-A1ED-9B09EA97BE81}" destId="{01B81D4D-24E1-41D7-841F-5F3AE0F88040}" srcOrd="1" destOrd="0" presId="urn:diagrams.loki3.com/BracketList"/>
    <dgm:cxn modelId="{1B7D6A2B-3D9D-4643-8F41-2DE607253A86}" type="presParOf" srcId="{735C766F-6846-4197-A1ED-9B09EA97BE81}" destId="{341AE832-75B2-4934-9781-DE02533CB503}" srcOrd="2" destOrd="0" presId="urn:diagrams.loki3.com/BracketList"/>
    <dgm:cxn modelId="{69F0D943-6E12-4558-B9CA-8860A1F26BA1}" type="presParOf" srcId="{735C766F-6846-4197-A1ED-9B09EA97BE81}" destId="{58FF2390-CC85-49C3-98D6-A3A409521ABE}"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FDD430-E083-4B21-8B1F-D4243DB99DD6}">
      <dsp:nvSpPr>
        <dsp:cNvPr id="0" name=""/>
        <dsp:cNvSpPr/>
      </dsp:nvSpPr>
      <dsp:spPr>
        <a:xfrm>
          <a:off x="0" y="33733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4218D8-1F5B-47A9-9A98-5C41873D0FF9}">
      <dsp:nvSpPr>
        <dsp:cNvPr id="0" name=""/>
        <dsp:cNvSpPr/>
      </dsp:nvSpPr>
      <dsp:spPr>
        <a:xfrm>
          <a:off x="311650" y="5689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What is Bitcoin?</a:t>
          </a:r>
        </a:p>
      </dsp:txBody>
      <dsp:txXfrm>
        <a:off x="339030" y="84279"/>
        <a:ext cx="4308342" cy="506120"/>
      </dsp:txXfrm>
    </dsp:sp>
    <dsp:sp modelId="{771703C6-AB8C-4AFE-9546-07F0E9C5B365}">
      <dsp:nvSpPr>
        <dsp:cNvPr id="0" name=""/>
        <dsp:cNvSpPr/>
      </dsp:nvSpPr>
      <dsp:spPr>
        <a:xfrm>
          <a:off x="0" y="119917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DF849E-E638-44C1-84F1-3C99F745084F}">
      <dsp:nvSpPr>
        <dsp:cNvPr id="0" name=""/>
        <dsp:cNvSpPr/>
      </dsp:nvSpPr>
      <dsp:spPr>
        <a:xfrm>
          <a:off x="311650" y="91873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History of Bitcoin</a:t>
          </a:r>
        </a:p>
      </dsp:txBody>
      <dsp:txXfrm>
        <a:off x="339030" y="946119"/>
        <a:ext cx="4308342" cy="506120"/>
      </dsp:txXfrm>
    </dsp:sp>
    <dsp:sp modelId="{456C47FE-A6FA-4A26-B2A2-7BD9B3E92158}">
      <dsp:nvSpPr>
        <dsp:cNvPr id="0" name=""/>
        <dsp:cNvSpPr/>
      </dsp:nvSpPr>
      <dsp:spPr>
        <a:xfrm>
          <a:off x="0" y="206101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5BD854-4BC0-45FF-A1E5-0CC8E136ABC9}">
      <dsp:nvSpPr>
        <dsp:cNvPr id="0" name=""/>
        <dsp:cNvSpPr/>
      </dsp:nvSpPr>
      <dsp:spPr>
        <a:xfrm>
          <a:off x="311650" y="178057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en-US" sz="1900" kern="1200"/>
            <a:t>Bitcoin Uses, Users, and Their Stories</a:t>
          </a:r>
          <a:endParaRPr lang="tr-TR" sz="1900" kern="1200"/>
        </a:p>
      </dsp:txBody>
      <dsp:txXfrm>
        <a:off x="339030" y="1807959"/>
        <a:ext cx="4308342" cy="506120"/>
      </dsp:txXfrm>
    </dsp:sp>
    <dsp:sp modelId="{25C45133-5A75-40D0-A939-F34B1861E75A}">
      <dsp:nvSpPr>
        <dsp:cNvPr id="0" name=""/>
        <dsp:cNvSpPr/>
      </dsp:nvSpPr>
      <dsp:spPr>
        <a:xfrm>
          <a:off x="0" y="292285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7C57E0-CA18-4F9F-9E3F-63A36E82B758}">
      <dsp:nvSpPr>
        <dsp:cNvPr id="0" name=""/>
        <dsp:cNvSpPr/>
      </dsp:nvSpPr>
      <dsp:spPr>
        <a:xfrm>
          <a:off x="311650" y="264241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Getting Started</a:t>
          </a:r>
        </a:p>
      </dsp:txBody>
      <dsp:txXfrm>
        <a:off x="339030" y="2669799"/>
        <a:ext cx="4308342"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9DF1C-0208-4C40-8396-5B342DBB224F}">
      <dsp:nvSpPr>
        <dsp:cNvPr id="0" name=""/>
        <dsp:cNvSpPr/>
      </dsp:nvSpPr>
      <dsp:spPr>
        <a:xfrm>
          <a:off x="1313244" y="417658"/>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652618-1631-4D78-B8B8-4E7F93C0DEF2}">
      <dsp:nvSpPr>
        <dsp:cNvPr id="0" name=""/>
        <dsp:cNvSpPr/>
      </dsp:nvSpPr>
      <dsp:spPr>
        <a:xfrm>
          <a:off x="3849" y="19488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tr-TR" sz="2900" kern="1200"/>
            <a:t>Concept and technologies</a:t>
          </a:r>
          <a:r>
            <a:rPr lang="en-US" sz="2900" kern="1200"/>
            <a:t> </a:t>
          </a:r>
          <a:endParaRPr lang="tr-TR" sz="2900" kern="1200"/>
        </a:p>
      </dsp:txBody>
      <dsp:txXfrm>
        <a:off x="3849" y="1948871"/>
        <a:ext cx="4028906" cy="604335"/>
      </dsp:txXfrm>
    </dsp:sp>
    <dsp:sp modelId="{32B60985-C76D-476E-ABF8-C0B9270BD1D4}">
      <dsp:nvSpPr>
        <dsp:cNvPr id="0" name=""/>
        <dsp:cNvSpPr/>
      </dsp:nvSpPr>
      <dsp:spPr>
        <a:xfrm>
          <a:off x="3849" y="2609531"/>
          <a:ext cx="4028906" cy="62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form</a:t>
          </a:r>
          <a:r>
            <a:rPr lang="en-US" sz="1700" kern="1200" dirty="0"/>
            <a:t> basis of</a:t>
          </a:r>
          <a:endParaRPr lang="tr-TR" sz="1700" kern="1200" dirty="0"/>
        </a:p>
        <a:p>
          <a:pPr marL="0" lvl="0" indent="0" algn="ctr" defTabSz="755650">
            <a:lnSpc>
              <a:spcPct val="100000"/>
            </a:lnSpc>
            <a:spcBef>
              <a:spcPct val="0"/>
            </a:spcBef>
            <a:spcAft>
              <a:spcPct val="35000"/>
            </a:spcAft>
            <a:buNone/>
          </a:pPr>
          <a:r>
            <a:rPr lang="en-US" sz="1700" kern="1200" dirty="0"/>
            <a:t>a </a:t>
          </a:r>
          <a:r>
            <a:rPr lang="en-US" sz="1700" b="1" kern="1200" dirty="0"/>
            <a:t>digital</a:t>
          </a:r>
          <a:r>
            <a:rPr lang="tr-TR" sz="1700" b="1" kern="1200" dirty="0"/>
            <a:t> </a:t>
          </a:r>
          <a:r>
            <a:rPr lang="en-US" sz="1700" b="1" kern="1200" dirty="0"/>
            <a:t>money </a:t>
          </a:r>
          <a:r>
            <a:rPr lang="en-US" sz="1700" kern="1200" dirty="0"/>
            <a:t>ecosystem</a:t>
          </a:r>
          <a:endParaRPr lang="tr-TR" sz="1700" kern="1200" dirty="0"/>
        </a:p>
      </dsp:txBody>
      <dsp:txXfrm>
        <a:off x="3849" y="2609531"/>
        <a:ext cx="4028906" cy="624313"/>
      </dsp:txXfrm>
    </dsp:sp>
    <dsp:sp modelId="{06644D51-18C6-4007-A040-33F7F2D95CF8}">
      <dsp:nvSpPr>
        <dsp:cNvPr id="0" name=""/>
        <dsp:cNvSpPr/>
      </dsp:nvSpPr>
      <dsp:spPr>
        <a:xfrm>
          <a:off x="6047209" y="417658"/>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7FD98A-33AC-44FC-A98B-4A6FF1F4EA8C}">
      <dsp:nvSpPr>
        <dsp:cNvPr id="0" name=""/>
        <dsp:cNvSpPr/>
      </dsp:nvSpPr>
      <dsp:spPr>
        <a:xfrm>
          <a:off x="4737814" y="19488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kern="1200"/>
            <a:t>Units of currency </a:t>
          </a:r>
          <a:endParaRPr lang="tr-TR" sz="2900" kern="1200"/>
        </a:p>
      </dsp:txBody>
      <dsp:txXfrm>
        <a:off x="4737814" y="1948871"/>
        <a:ext cx="4028906" cy="604335"/>
      </dsp:txXfrm>
    </dsp:sp>
    <dsp:sp modelId="{140BB107-B533-4D07-823B-F3D740B01F47}">
      <dsp:nvSpPr>
        <dsp:cNvPr id="0" name=""/>
        <dsp:cNvSpPr/>
      </dsp:nvSpPr>
      <dsp:spPr>
        <a:xfrm>
          <a:off x="4737814" y="2609531"/>
          <a:ext cx="4028906" cy="62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to store and transmit</a:t>
          </a:r>
          <a:r>
            <a:rPr lang="tr-TR" sz="1700" kern="1200" dirty="0"/>
            <a:t> </a:t>
          </a:r>
          <a:r>
            <a:rPr lang="en-US" sz="1700" b="1" kern="1200" dirty="0"/>
            <a:t>value</a:t>
          </a:r>
          <a:endParaRPr lang="tr-TR" sz="1700" b="1" kern="1200" dirty="0"/>
        </a:p>
        <a:p>
          <a:pPr marL="0" lvl="0" indent="0" algn="ctr" defTabSz="755650">
            <a:lnSpc>
              <a:spcPct val="100000"/>
            </a:lnSpc>
            <a:spcBef>
              <a:spcPct val="0"/>
            </a:spcBef>
            <a:spcAft>
              <a:spcPct val="35000"/>
            </a:spcAft>
            <a:buNone/>
          </a:pPr>
          <a:r>
            <a:rPr lang="en-US" sz="1700" kern="1200"/>
            <a:t>among </a:t>
          </a:r>
          <a:r>
            <a:rPr lang="en-US" sz="1700" kern="1200" dirty="0"/>
            <a:t>participants</a:t>
          </a:r>
          <a:endParaRPr lang="tr-TR" sz="1700" kern="1200" dirty="0"/>
        </a:p>
      </dsp:txBody>
      <dsp:txXfrm>
        <a:off x="4737814" y="2609531"/>
        <a:ext cx="4028906" cy="6243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40D0B-4049-44D6-A61B-657EB4291323}">
      <dsp:nvSpPr>
        <dsp:cNvPr id="0" name=""/>
        <dsp:cNvSpPr/>
      </dsp:nvSpPr>
      <dsp:spPr>
        <a:xfrm>
          <a:off x="1313244" y="497089"/>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8E63DD-AE58-4729-8046-A45E6E08BC4A}">
      <dsp:nvSpPr>
        <dsp:cNvPr id="0" name=""/>
        <dsp:cNvSpPr/>
      </dsp:nvSpPr>
      <dsp:spPr>
        <a:xfrm>
          <a:off x="3849" y="20214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Protocol</a:t>
          </a:r>
        </a:p>
      </dsp:txBody>
      <dsp:txXfrm>
        <a:off x="3849" y="2021471"/>
        <a:ext cx="4028906" cy="604335"/>
      </dsp:txXfrm>
    </dsp:sp>
    <dsp:sp modelId="{74188C31-7E7F-481C-BB1B-830AE93A900A}">
      <dsp:nvSpPr>
        <dsp:cNvPr id="0" name=""/>
        <dsp:cNvSpPr/>
      </dsp:nvSpPr>
      <dsp:spPr>
        <a:xfrm>
          <a:off x="3849" y="2678954"/>
          <a:ext cx="4028906" cy="47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Bitcoin users communicate with</a:t>
          </a:r>
          <a:endParaRPr lang="tr-TR" sz="2200" b="1" kern="1200" dirty="0"/>
        </a:p>
      </dsp:txBody>
      <dsp:txXfrm>
        <a:off x="3849" y="2678954"/>
        <a:ext cx="4028906" cy="475460"/>
      </dsp:txXfrm>
    </dsp:sp>
    <dsp:sp modelId="{8C53EC5F-CF0F-467C-BB88-57C6D42F8E1B}">
      <dsp:nvSpPr>
        <dsp:cNvPr id="0" name=""/>
        <dsp:cNvSpPr/>
      </dsp:nvSpPr>
      <dsp:spPr>
        <a:xfrm>
          <a:off x="6047209" y="497089"/>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D47DF0-6C84-4A3E-AAB4-E0CEE7C72CBD}">
      <dsp:nvSpPr>
        <dsp:cNvPr id="0" name=""/>
        <dsp:cNvSpPr/>
      </dsp:nvSpPr>
      <dsp:spPr>
        <a:xfrm>
          <a:off x="4737814" y="20214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kern="1200"/>
            <a:t>bitcoin protocol</a:t>
          </a:r>
          <a:endParaRPr lang="tr-TR" sz="3600" b="1" kern="1200"/>
        </a:p>
      </dsp:txBody>
      <dsp:txXfrm>
        <a:off x="4737814" y="2021471"/>
        <a:ext cx="4028906" cy="604335"/>
      </dsp:txXfrm>
    </dsp:sp>
    <dsp:sp modelId="{F106BCFF-B397-4061-B417-B5325F2FEF1E}">
      <dsp:nvSpPr>
        <dsp:cNvPr id="0" name=""/>
        <dsp:cNvSpPr/>
      </dsp:nvSpPr>
      <dsp:spPr>
        <a:xfrm>
          <a:off x="4737814" y="2678954"/>
          <a:ext cx="4028906" cy="47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the </a:t>
          </a:r>
          <a:r>
            <a:rPr lang="tr-TR" sz="2200" kern="1200" dirty="0"/>
            <a:t>internet or transport networks</a:t>
          </a:r>
        </a:p>
      </dsp:txBody>
      <dsp:txXfrm>
        <a:off x="4737814" y="2678954"/>
        <a:ext cx="4028906" cy="4754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D608D3-4340-4472-81E2-4ACF82EFD2A3}">
      <dsp:nvSpPr>
        <dsp:cNvPr id="0" name=""/>
        <dsp:cNvSpPr/>
      </dsp:nvSpPr>
      <dsp:spPr>
        <a:xfrm>
          <a:off x="957" y="953951"/>
          <a:ext cx="657808" cy="6578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508545-62BC-4166-BF42-485837C12001}">
      <dsp:nvSpPr>
        <dsp:cNvPr id="0" name=""/>
        <dsp:cNvSpPr/>
      </dsp:nvSpPr>
      <dsp:spPr>
        <a:xfrm>
          <a:off x="957"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Bitcoin</a:t>
          </a:r>
        </a:p>
      </dsp:txBody>
      <dsp:txXfrm>
        <a:off x="957" y="1691135"/>
        <a:ext cx="1879453" cy="440496"/>
      </dsp:txXfrm>
    </dsp:sp>
    <dsp:sp modelId="{51989DA1-368E-4FFF-84A7-B7EE6AE09E66}">
      <dsp:nvSpPr>
        <dsp:cNvPr id="0" name=""/>
        <dsp:cNvSpPr/>
      </dsp:nvSpPr>
      <dsp:spPr>
        <a:xfrm>
          <a:off x="957"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open source</a:t>
          </a:r>
          <a:r>
            <a:rPr lang="tr-TR" sz="1100" kern="1200"/>
            <a:t> </a:t>
          </a:r>
          <a:r>
            <a:rPr lang="en-US" sz="1100" kern="1200"/>
            <a:t>software</a:t>
          </a:r>
          <a:endParaRPr lang="tr-TR" sz="1100" kern="1200"/>
        </a:p>
        <a:p>
          <a:pPr marL="0" lvl="0" indent="0" algn="l" defTabSz="488950">
            <a:lnSpc>
              <a:spcPct val="100000"/>
            </a:lnSpc>
            <a:spcBef>
              <a:spcPct val="0"/>
            </a:spcBef>
            <a:spcAft>
              <a:spcPct val="35000"/>
            </a:spcAft>
            <a:buNone/>
          </a:pPr>
          <a:r>
            <a:rPr lang="en-US" sz="1100" kern="1200"/>
            <a:t>available </a:t>
          </a:r>
          <a:r>
            <a:rPr lang="tr-TR" sz="1100" kern="1200">
              <a:hlinkClick xmlns:r="http://schemas.openxmlformats.org/officeDocument/2006/relationships" r:id="rId3"/>
            </a:rPr>
            <a:t>GitHub</a:t>
          </a:r>
          <a:endParaRPr lang="tr-TR" sz="1100" kern="1200"/>
        </a:p>
      </dsp:txBody>
      <dsp:txXfrm>
        <a:off x="957" y="2168551"/>
        <a:ext cx="1879453" cy="631349"/>
      </dsp:txXfrm>
    </dsp:sp>
    <dsp:sp modelId="{4C17D050-0C13-4C3D-B709-AC83E5CD1A87}">
      <dsp:nvSpPr>
        <dsp:cNvPr id="0" name=""/>
        <dsp:cNvSpPr/>
      </dsp:nvSpPr>
      <dsp:spPr>
        <a:xfrm>
          <a:off x="2209314" y="953951"/>
          <a:ext cx="657808" cy="657808"/>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6AEEDA-5C34-4379-B465-85DC81A15B89}">
      <dsp:nvSpPr>
        <dsp:cNvPr id="0" name=""/>
        <dsp:cNvSpPr/>
      </dsp:nvSpPr>
      <dsp:spPr>
        <a:xfrm>
          <a:off x="2209314"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Runs on various hardware</a:t>
          </a:r>
        </a:p>
      </dsp:txBody>
      <dsp:txXfrm>
        <a:off x="2209314" y="1691135"/>
        <a:ext cx="1879453" cy="440496"/>
      </dsp:txXfrm>
    </dsp:sp>
    <dsp:sp modelId="{6AB23007-0412-42DA-AF11-F092AD74B3E9}">
      <dsp:nvSpPr>
        <dsp:cNvPr id="0" name=""/>
        <dsp:cNvSpPr/>
      </dsp:nvSpPr>
      <dsp:spPr>
        <a:xfrm>
          <a:off x="2209314"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laptops</a:t>
          </a:r>
          <a:endParaRPr lang="tr-TR" sz="1100" kern="1200"/>
        </a:p>
        <a:p>
          <a:pPr marL="0" lvl="0" indent="0" algn="l" defTabSz="488950">
            <a:lnSpc>
              <a:spcPct val="100000"/>
            </a:lnSpc>
            <a:spcBef>
              <a:spcPct val="0"/>
            </a:spcBef>
            <a:spcAft>
              <a:spcPct val="35000"/>
            </a:spcAft>
            <a:buNone/>
          </a:pPr>
          <a:r>
            <a:rPr lang="en-US" sz="1100" kern="1200"/>
            <a:t>smartphones</a:t>
          </a:r>
          <a:endParaRPr lang="tr-TR" sz="1100" kern="1200"/>
        </a:p>
      </dsp:txBody>
      <dsp:txXfrm>
        <a:off x="2209314" y="2168551"/>
        <a:ext cx="1879453" cy="631349"/>
      </dsp:txXfrm>
    </dsp:sp>
    <dsp:sp modelId="{3429B73C-16AA-4D73-B54F-B82DB60C67F5}">
      <dsp:nvSpPr>
        <dsp:cNvPr id="0" name=""/>
        <dsp:cNvSpPr/>
      </dsp:nvSpPr>
      <dsp:spPr>
        <a:xfrm>
          <a:off x="4417672" y="953951"/>
          <a:ext cx="657808" cy="657808"/>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F93ED-F3D5-494A-BA3A-866C8DC2A8E1}">
      <dsp:nvSpPr>
        <dsp:cNvPr id="0" name=""/>
        <dsp:cNvSpPr/>
      </dsp:nvSpPr>
      <dsp:spPr>
        <a:xfrm>
          <a:off x="4417672"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Operating systems</a:t>
          </a:r>
        </a:p>
      </dsp:txBody>
      <dsp:txXfrm>
        <a:off x="4417672" y="1691135"/>
        <a:ext cx="1879453" cy="440496"/>
      </dsp:txXfrm>
    </dsp:sp>
    <dsp:sp modelId="{DD54AB1B-B9A9-4E8A-83DA-F33C5156116A}">
      <dsp:nvSpPr>
        <dsp:cNvPr id="0" name=""/>
        <dsp:cNvSpPr/>
      </dsp:nvSpPr>
      <dsp:spPr>
        <a:xfrm>
          <a:off x="4417672"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tr-TR" sz="1100" kern="1200"/>
            <a:t>MS Windows</a:t>
          </a:r>
        </a:p>
        <a:p>
          <a:pPr marL="0" lvl="0" indent="0" algn="l" defTabSz="488950">
            <a:lnSpc>
              <a:spcPct val="100000"/>
            </a:lnSpc>
            <a:spcBef>
              <a:spcPct val="0"/>
            </a:spcBef>
            <a:spcAft>
              <a:spcPct val="35000"/>
            </a:spcAft>
            <a:buNone/>
          </a:pPr>
          <a:r>
            <a:rPr lang="tr-TR" sz="1100" kern="1200"/>
            <a:t>LINUX</a:t>
          </a:r>
        </a:p>
        <a:p>
          <a:pPr marL="0" lvl="0" indent="0" algn="l" defTabSz="488950">
            <a:lnSpc>
              <a:spcPct val="100000"/>
            </a:lnSpc>
            <a:spcBef>
              <a:spcPct val="0"/>
            </a:spcBef>
            <a:spcAft>
              <a:spcPct val="35000"/>
            </a:spcAft>
            <a:buNone/>
          </a:pPr>
          <a:r>
            <a:rPr lang="tr-TR" sz="1100" kern="1200"/>
            <a:t>Mac OS X</a:t>
          </a:r>
        </a:p>
      </dsp:txBody>
      <dsp:txXfrm>
        <a:off x="4417672" y="2168551"/>
        <a:ext cx="1879453" cy="6313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D4CDB-10B2-45BB-9013-B18CF0ECE6F1}">
      <dsp:nvSpPr>
        <dsp:cNvPr id="0" name=""/>
        <dsp:cNvSpPr/>
      </dsp:nvSpPr>
      <dsp:spPr>
        <a:xfrm>
          <a:off x="854191" y="449233"/>
          <a:ext cx="915468" cy="915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9BFBAF-6407-43F2-97E4-06B48DA92E47}">
      <dsp:nvSpPr>
        <dsp:cNvPr id="0" name=""/>
        <dsp:cNvSpPr/>
      </dsp:nvSpPr>
      <dsp:spPr>
        <a:xfrm>
          <a:off x="4113"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Transfer Bitcoin</a:t>
          </a:r>
        </a:p>
      </dsp:txBody>
      <dsp:txXfrm>
        <a:off x="4113" y="1483083"/>
        <a:ext cx="2615625" cy="392343"/>
      </dsp:txXfrm>
    </dsp:sp>
    <dsp:sp modelId="{F3C82930-014C-4CD3-AC37-B37E4D131C3E}">
      <dsp:nvSpPr>
        <dsp:cNvPr id="0" name=""/>
        <dsp:cNvSpPr/>
      </dsp:nvSpPr>
      <dsp:spPr>
        <a:xfrm>
          <a:off x="4113"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Users can transfer bitcoin over the network</a:t>
          </a:r>
          <a:endParaRPr lang="tr-TR" sz="1700" kern="1200" dirty="0"/>
        </a:p>
      </dsp:txBody>
      <dsp:txXfrm>
        <a:off x="4113" y="1930487"/>
        <a:ext cx="2615625" cy="1271782"/>
      </dsp:txXfrm>
    </dsp:sp>
    <dsp:sp modelId="{B27CA3DB-40AD-4DE9-BB63-6D8A9D3F386F}">
      <dsp:nvSpPr>
        <dsp:cNvPr id="0" name=""/>
        <dsp:cNvSpPr/>
      </dsp:nvSpPr>
      <dsp:spPr>
        <a:xfrm>
          <a:off x="3927551" y="449233"/>
          <a:ext cx="915468" cy="915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E60E66-E25B-4146-9A3F-B12970795BE7}">
      <dsp:nvSpPr>
        <dsp:cNvPr id="0" name=""/>
        <dsp:cNvSpPr/>
      </dsp:nvSpPr>
      <dsp:spPr>
        <a:xfrm>
          <a:off x="3077472"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Conventional currency</a:t>
          </a:r>
        </a:p>
      </dsp:txBody>
      <dsp:txXfrm>
        <a:off x="3077472" y="1483083"/>
        <a:ext cx="2615625" cy="392343"/>
      </dsp:txXfrm>
    </dsp:sp>
    <dsp:sp modelId="{8C83E99B-4A14-4247-BF89-4B31CDD90198}">
      <dsp:nvSpPr>
        <dsp:cNvPr id="0" name=""/>
        <dsp:cNvSpPr/>
      </dsp:nvSpPr>
      <dsp:spPr>
        <a:xfrm>
          <a:off x="3077472"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buy and sell goods</a:t>
          </a:r>
          <a:endParaRPr lang="tr-TR" sz="1700" kern="1200" dirty="0"/>
        </a:p>
        <a:p>
          <a:pPr marL="0" lvl="0" indent="0" algn="ctr" defTabSz="755650">
            <a:lnSpc>
              <a:spcPct val="100000"/>
            </a:lnSpc>
            <a:spcBef>
              <a:spcPct val="0"/>
            </a:spcBef>
            <a:spcAft>
              <a:spcPct val="35000"/>
            </a:spcAft>
            <a:buNone/>
          </a:pPr>
          <a:r>
            <a:rPr lang="en-US" sz="1700" kern="1200" dirty="0"/>
            <a:t>send money to people</a:t>
          </a:r>
          <a:r>
            <a:rPr lang="tr-TR" sz="1700" kern="1200" dirty="0"/>
            <a:t> </a:t>
          </a:r>
          <a:r>
            <a:rPr lang="en-US" sz="1700" kern="1200" dirty="0"/>
            <a:t>or organizations</a:t>
          </a:r>
          <a:endParaRPr lang="tr-TR" sz="1700" kern="1200" dirty="0"/>
        </a:p>
        <a:p>
          <a:pPr marL="0" lvl="0" indent="0" algn="ctr" defTabSz="755650">
            <a:lnSpc>
              <a:spcPct val="100000"/>
            </a:lnSpc>
            <a:spcBef>
              <a:spcPct val="0"/>
            </a:spcBef>
            <a:spcAft>
              <a:spcPct val="35000"/>
            </a:spcAft>
            <a:buNone/>
          </a:pPr>
          <a:r>
            <a:rPr lang="en-US" sz="1700" kern="1200" dirty="0"/>
            <a:t>extend credit</a:t>
          </a:r>
          <a:endParaRPr lang="tr-TR" sz="1700" kern="1200" dirty="0"/>
        </a:p>
      </dsp:txBody>
      <dsp:txXfrm>
        <a:off x="3077472" y="1930487"/>
        <a:ext cx="2615625" cy="1271782"/>
      </dsp:txXfrm>
    </dsp:sp>
    <dsp:sp modelId="{A581A96E-375F-4D4E-99DF-B64019A9978B}">
      <dsp:nvSpPr>
        <dsp:cNvPr id="0" name=""/>
        <dsp:cNvSpPr/>
      </dsp:nvSpPr>
      <dsp:spPr>
        <a:xfrm>
          <a:off x="7000910" y="449233"/>
          <a:ext cx="915468" cy="915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F27D7B-19A0-4C86-AF05-1C1F3E39B4FE}">
      <dsp:nvSpPr>
        <dsp:cNvPr id="0" name=""/>
        <dsp:cNvSpPr/>
      </dsp:nvSpPr>
      <dsp:spPr>
        <a:xfrm>
          <a:off x="6150832"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Currency operations</a:t>
          </a:r>
        </a:p>
      </dsp:txBody>
      <dsp:txXfrm>
        <a:off x="6150832" y="1483083"/>
        <a:ext cx="2615625" cy="392343"/>
      </dsp:txXfrm>
    </dsp:sp>
    <dsp:sp modelId="{F3E12948-6432-4FCE-A543-7D082DFFD31D}">
      <dsp:nvSpPr>
        <dsp:cNvPr id="0" name=""/>
        <dsp:cNvSpPr/>
      </dsp:nvSpPr>
      <dsp:spPr>
        <a:xfrm>
          <a:off x="6150832"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Sell &amp; Purchase</a:t>
          </a:r>
        </a:p>
        <a:p>
          <a:pPr marL="0" lvl="0" indent="0" algn="ctr" defTabSz="755650">
            <a:lnSpc>
              <a:spcPct val="100000"/>
            </a:lnSpc>
            <a:spcBef>
              <a:spcPct val="0"/>
            </a:spcBef>
            <a:spcAft>
              <a:spcPct val="35000"/>
            </a:spcAft>
            <a:buNone/>
          </a:pPr>
          <a:r>
            <a:rPr lang="tr-TR" sz="1700" kern="1200" dirty="0"/>
            <a:t>Exchange Bitcoin with </a:t>
          </a:r>
          <a:r>
            <a:rPr lang="tr-TR" sz="1700" kern="1200"/>
            <a:t>other currencies</a:t>
          </a:r>
          <a:endParaRPr lang="tr-TR" sz="1700" kern="1200" dirty="0"/>
        </a:p>
      </dsp:txBody>
      <dsp:txXfrm>
        <a:off x="6150832" y="1930487"/>
        <a:ext cx="2615625" cy="12717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4937F-EB34-4C10-8837-888B746898EF}">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9C6680-0247-4CD7-B429-E7127FEBE5FD}">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Virtual</a:t>
          </a:r>
          <a:endParaRPr lang="en-US" sz="3600" kern="1200"/>
        </a:p>
      </dsp:txBody>
      <dsp:txXfrm>
        <a:off x="956501" y="1659420"/>
        <a:ext cx="4320000" cy="648000"/>
      </dsp:txXfrm>
    </dsp:sp>
    <dsp:sp modelId="{A42DC1E9-FD7C-4313-BAB3-2C966BE16DDE}">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tr-TR" sz="3600" kern="1200"/>
            <a:t>No physical coins</a:t>
          </a:r>
          <a:endParaRPr lang="en-US" sz="3600" kern="1200"/>
        </a:p>
      </dsp:txBody>
      <dsp:txXfrm>
        <a:off x="956501" y="2370906"/>
        <a:ext cx="4320000" cy="8143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F402DB-0FD2-4EFA-8DDE-FD7FCB69FB0A}">
      <dsp:nvSpPr>
        <dsp:cNvPr id="0" name=""/>
        <dsp:cNvSpPr/>
      </dsp:nvSpPr>
      <dsp:spPr>
        <a:xfrm>
          <a:off x="2361239" y="98187"/>
          <a:ext cx="1510523" cy="14177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819F20-2ADB-4457-A4CA-49AC44BC7927}">
      <dsp:nvSpPr>
        <dsp:cNvPr id="0" name=""/>
        <dsp:cNvSpPr/>
      </dsp:nvSpPr>
      <dsp:spPr>
        <a:xfrm>
          <a:off x="958610" y="1644894"/>
          <a:ext cx="4315781" cy="607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Borderless</a:t>
          </a:r>
          <a:endParaRPr lang="en-US" sz="3600" kern="1200"/>
        </a:p>
      </dsp:txBody>
      <dsp:txXfrm>
        <a:off x="958610" y="1644894"/>
        <a:ext cx="4315781" cy="607592"/>
      </dsp:txXfrm>
    </dsp:sp>
    <dsp:sp modelId="{B20A0E77-D705-4BFC-BA18-04C620E30EBA}">
      <dsp:nvSpPr>
        <dsp:cNvPr id="0" name=""/>
        <dsp:cNvSpPr/>
      </dsp:nvSpPr>
      <dsp:spPr>
        <a:xfrm>
          <a:off x="958610" y="2312482"/>
          <a:ext cx="4315781" cy="785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Fast, secure &amp; borderless</a:t>
          </a:r>
          <a:endParaRPr lang="en-US" sz="1700" kern="1200"/>
        </a:p>
        <a:p>
          <a:pPr marL="0" lvl="0" indent="0" algn="ctr" defTabSz="755650">
            <a:lnSpc>
              <a:spcPct val="90000"/>
            </a:lnSpc>
            <a:spcBef>
              <a:spcPct val="0"/>
            </a:spcBef>
            <a:spcAft>
              <a:spcPct val="35000"/>
            </a:spcAft>
            <a:buNone/>
          </a:pPr>
          <a:r>
            <a:rPr lang="en-US" sz="1700" kern="1200"/>
            <a:t>Bitcoin in a sense is the perfect</a:t>
          </a:r>
          <a:r>
            <a:rPr lang="tr-TR" sz="1700" kern="1200"/>
            <a:t> </a:t>
          </a:r>
          <a:r>
            <a:rPr lang="en-US" sz="1700" kern="1200"/>
            <a:t>form of money for the internet because it is fast, secure, and borderless.</a:t>
          </a:r>
          <a:endParaRPr lang="tr-TR" sz="1700" kern="1200"/>
        </a:p>
      </dsp:txBody>
      <dsp:txXfrm>
        <a:off x="958610" y="2312482"/>
        <a:ext cx="4315781" cy="7854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7A459-394F-4D57-BE7E-7C48972B2FEE}">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C0A760-4C00-406E-9B9E-A91502CBE840}">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Distributed</a:t>
          </a:r>
          <a:endParaRPr lang="en-US" sz="3600" kern="1200"/>
        </a:p>
      </dsp:txBody>
      <dsp:txXfrm>
        <a:off x="956501" y="1659420"/>
        <a:ext cx="4320000" cy="648000"/>
      </dsp:txXfrm>
    </dsp:sp>
    <dsp:sp modelId="{4A0778B0-FEE3-4170-B53D-1651EB6DBA39}">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peer-to-peer system</a:t>
          </a:r>
        </a:p>
        <a:p>
          <a:pPr marL="0" lvl="0" indent="0" algn="ctr" defTabSz="977900">
            <a:lnSpc>
              <a:spcPct val="90000"/>
            </a:lnSpc>
            <a:spcBef>
              <a:spcPct val="0"/>
            </a:spcBef>
            <a:spcAft>
              <a:spcPct val="35000"/>
            </a:spcAft>
            <a:buNone/>
          </a:pPr>
          <a:r>
            <a:rPr lang="en-US" sz="2200" kern="1200"/>
            <a:t>no “central” server or</a:t>
          </a:r>
          <a:r>
            <a:rPr lang="tr-TR" sz="2200" kern="1200"/>
            <a:t> point of control</a:t>
          </a:r>
          <a:endParaRPr lang="en-US" sz="2200" kern="1200"/>
        </a:p>
      </dsp:txBody>
      <dsp:txXfrm>
        <a:off x="956501" y="2370906"/>
        <a:ext cx="4320000" cy="8143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43B3D-11DF-4FAB-AAB6-DD21B88DA0B7}">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2D5F9D-4F7E-4CD7-807F-3084294E0B76}">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Decentralized</a:t>
          </a:r>
          <a:endParaRPr lang="en-US" sz="3600" kern="1200"/>
        </a:p>
      </dsp:txBody>
      <dsp:txXfrm>
        <a:off x="956501" y="1659420"/>
        <a:ext cx="4320000" cy="648000"/>
      </dsp:txXfrm>
    </dsp:sp>
    <dsp:sp modelId="{36D1AE88-8D99-4BF1-B46E-80768DDF65FB}">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free of any central</a:t>
          </a:r>
          <a:r>
            <a:rPr lang="tr-TR" sz="1700" kern="1200"/>
            <a:t> </a:t>
          </a:r>
          <a:r>
            <a:rPr lang="en-US" sz="1700" kern="1200"/>
            <a:t>authority or point of control</a:t>
          </a:r>
        </a:p>
        <a:p>
          <a:pPr marL="0" lvl="0" indent="0" algn="ctr" defTabSz="755650">
            <a:lnSpc>
              <a:spcPct val="90000"/>
            </a:lnSpc>
            <a:spcBef>
              <a:spcPct val="0"/>
            </a:spcBef>
            <a:spcAft>
              <a:spcPct val="35000"/>
            </a:spcAft>
            <a:buNone/>
          </a:pPr>
          <a:r>
            <a:rPr lang="en-US" sz="1700" kern="1200"/>
            <a:t>avoid a single point of</a:t>
          </a:r>
          <a:r>
            <a:rPr lang="tr-TR" sz="1700" kern="1200"/>
            <a:t> </a:t>
          </a:r>
          <a:r>
            <a:rPr lang="en-US" sz="1700" kern="1200"/>
            <a:t>attack</a:t>
          </a:r>
          <a:r>
            <a:rPr lang="tr-TR" sz="1700" kern="1200"/>
            <a:t> </a:t>
          </a:r>
          <a:r>
            <a:rPr lang="en-US" sz="1700" kern="1200"/>
            <a:t>or corrupt</a:t>
          </a:r>
          <a:r>
            <a:rPr lang="tr-TR" sz="1700" kern="1200"/>
            <a:t>ion</a:t>
          </a:r>
          <a:endParaRPr lang="en-US" sz="1700" kern="1200"/>
        </a:p>
      </dsp:txBody>
      <dsp:txXfrm>
        <a:off x="956501" y="2370906"/>
        <a:ext cx="4320000" cy="81433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23B63-3130-47E0-8FEE-6B37D95AB14E}">
      <dsp:nvSpPr>
        <dsp:cNvPr id="0" name=""/>
        <dsp:cNvSpPr/>
      </dsp:nvSpPr>
      <dsp:spPr>
        <a:xfrm>
          <a:off x="932296" y="500547"/>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A1183E-9522-4189-8082-07C0894BD276}">
      <dsp:nvSpPr>
        <dsp:cNvPr id="0" name=""/>
        <dsp:cNvSpPr/>
      </dsp:nvSpPr>
      <dsp:spPr>
        <a:xfrm>
          <a:off x="1323" y="15975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defRPr b="1"/>
          </a:pPr>
          <a:r>
            <a:rPr lang="en-US" sz="2700" kern="1200"/>
            <a:t>Robust</a:t>
          </a:r>
        </a:p>
      </dsp:txBody>
      <dsp:txXfrm>
        <a:off x="1323" y="1597521"/>
        <a:ext cx="2864531" cy="429679"/>
      </dsp:txXfrm>
    </dsp:sp>
    <dsp:sp modelId="{DA88703C-80FC-494D-9C44-7DC834EEB91D}">
      <dsp:nvSpPr>
        <dsp:cNvPr id="0" name=""/>
        <dsp:cNvSpPr/>
      </dsp:nvSpPr>
      <dsp:spPr>
        <a:xfrm>
          <a:off x="1323" y="2071102"/>
          <a:ext cx="2864531" cy="62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Not </a:t>
          </a:r>
          <a:r>
            <a:rPr lang="tr-TR" sz="1700" kern="1200" dirty="0" err="1"/>
            <a:t>easy</a:t>
          </a:r>
          <a:r>
            <a:rPr lang="tr-TR" sz="1700" kern="1200" dirty="0"/>
            <a:t> </a:t>
          </a:r>
          <a:r>
            <a:rPr lang="tr-TR" sz="1700" kern="1200" dirty="0" err="1"/>
            <a:t>to</a:t>
          </a:r>
          <a:r>
            <a:rPr lang="tr-TR" sz="1700" kern="1200" dirty="0"/>
            <a:t> </a:t>
          </a:r>
          <a:r>
            <a:rPr lang="en-US" sz="1700" kern="1200" dirty="0" err="1"/>
            <a:t>intervent</a:t>
          </a:r>
          <a:endParaRPr lang="tr-TR" sz="1700" kern="1200" dirty="0"/>
        </a:p>
      </dsp:txBody>
      <dsp:txXfrm>
        <a:off x="1323" y="2071102"/>
        <a:ext cx="2864531" cy="624518"/>
      </dsp:txXfrm>
    </dsp:sp>
    <dsp:sp modelId="{8525C032-333B-4CCC-9F3D-CBF1AF38413C}">
      <dsp:nvSpPr>
        <dsp:cNvPr id="0" name=""/>
        <dsp:cNvSpPr/>
      </dsp:nvSpPr>
      <dsp:spPr>
        <a:xfrm>
          <a:off x="4298120" y="500547"/>
          <a:ext cx="1002585" cy="1002585"/>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59159D-DF8F-454F-ADB4-E7C180586F98}">
      <dsp:nvSpPr>
        <dsp:cNvPr id="0" name=""/>
        <dsp:cNvSpPr/>
      </dsp:nvSpPr>
      <dsp:spPr>
        <a:xfrm>
          <a:off x="3367147" y="15975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defRPr b="1"/>
          </a:pPr>
          <a:r>
            <a:rPr lang="tr-TR" sz="2700" kern="1200" dirty="0" err="1"/>
            <a:t>Possible</a:t>
          </a:r>
          <a:r>
            <a:rPr lang="tr-TR" sz="2700" kern="1200" dirty="0"/>
            <a:t> </a:t>
          </a:r>
          <a:r>
            <a:rPr lang="tr-TR" sz="2700" kern="1200" dirty="0" err="1"/>
            <a:t>actors</a:t>
          </a:r>
          <a:endParaRPr lang="en-US" sz="2700" kern="1200" dirty="0"/>
        </a:p>
      </dsp:txBody>
      <dsp:txXfrm>
        <a:off x="3367147" y="1597521"/>
        <a:ext cx="2864531" cy="429679"/>
      </dsp:txXfrm>
    </dsp:sp>
    <dsp:sp modelId="{92E7AEF7-6BC0-4DF3-A409-74EFA9D76B87}">
      <dsp:nvSpPr>
        <dsp:cNvPr id="0" name=""/>
        <dsp:cNvSpPr/>
      </dsp:nvSpPr>
      <dsp:spPr>
        <a:xfrm>
          <a:off x="3367147" y="2071102"/>
          <a:ext cx="2864531" cy="62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legitimate governments</a:t>
          </a:r>
        </a:p>
        <a:p>
          <a:pPr marL="0" lvl="0" indent="0" algn="ctr" defTabSz="755650">
            <a:lnSpc>
              <a:spcPct val="100000"/>
            </a:lnSpc>
            <a:spcBef>
              <a:spcPct val="0"/>
            </a:spcBef>
            <a:spcAft>
              <a:spcPct val="35000"/>
            </a:spcAft>
            <a:buNone/>
          </a:pPr>
          <a:r>
            <a:rPr lang="en-US" sz="1700" kern="1200" dirty="0"/>
            <a:t>criminal</a:t>
          </a:r>
          <a:r>
            <a:rPr lang="tr-TR" sz="1700" kern="1200" dirty="0"/>
            <a:t> </a:t>
          </a:r>
          <a:r>
            <a:rPr lang="en-US" sz="1700" kern="1200" dirty="0"/>
            <a:t>elements</a:t>
          </a:r>
        </a:p>
      </dsp:txBody>
      <dsp:txXfrm>
        <a:off x="3367147" y="2071102"/>
        <a:ext cx="2864531" cy="62451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B39F2-93B2-467F-ADAE-2F9B661A355C}">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4895AB-32D7-4BB8-9A9F-2D11F69B40C2}">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Ownership</a:t>
          </a:r>
          <a:endParaRPr lang="en-US" sz="3600" kern="1200"/>
        </a:p>
      </dsp:txBody>
      <dsp:txXfrm>
        <a:off x="956501" y="1659420"/>
        <a:ext cx="4320000" cy="648000"/>
      </dsp:txXfrm>
    </dsp:sp>
    <dsp:sp modelId="{F8DFE648-1B9A-467C-B57A-A86C1507BF38}">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Keys are the </a:t>
          </a:r>
          <a:r>
            <a:rPr lang="tr-TR" sz="2200" kern="1200" dirty="0" err="1"/>
            <a:t>only</a:t>
          </a:r>
          <a:r>
            <a:rPr lang="tr-TR" sz="2200" kern="1200" dirty="0"/>
            <a:t> </a:t>
          </a:r>
          <a:r>
            <a:rPr lang="tr-TR" sz="2200" kern="1200" dirty="0" err="1"/>
            <a:t>instruments</a:t>
          </a:r>
          <a:endParaRPr lang="en-US" sz="2200" kern="1200" dirty="0"/>
        </a:p>
        <a:p>
          <a:pPr marL="0" lvl="0" indent="0" algn="ctr" defTabSz="977900">
            <a:lnSpc>
              <a:spcPct val="100000"/>
            </a:lnSpc>
            <a:spcBef>
              <a:spcPct val="0"/>
            </a:spcBef>
            <a:spcAft>
              <a:spcPct val="35000"/>
            </a:spcAft>
            <a:buNone/>
          </a:pPr>
          <a:r>
            <a:rPr lang="tr-TR" sz="2200" kern="1200"/>
            <a:t>to </a:t>
          </a:r>
          <a:r>
            <a:rPr lang="tr-TR" sz="2200" kern="1200" dirty="0"/>
            <a:t>prove the ownership</a:t>
          </a:r>
          <a:endParaRPr lang="en-US" sz="2200" kern="1200" dirty="0"/>
        </a:p>
      </dsp:txBody>
      <dsp:txXfrm>
        <a:off x="956501" y="2370906"/>
        <a:ext cx="4320000" cy="81433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21152-9ECD-40E7-B30F-F5AF67F23EDE}">
      <dsp:nvSpPr>
        <dsp:cNvPr id="0" name=""/>
        <dsp:cNvSpPr/>
      </dsp:nvSpPr>
      <dsp:spPr>
        <a:xfrm>
          <a:off x="604868" y="843832"/>
          <a:ext cx="651164" cy="6511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30C672-109C-42A5-8211-313E39761D41}">
      <dsp:nvSpPr>
        <dsp:cNvPr id="0" name=""/>
        <dsp:cNvSpPr/>
      </dsp:nvSpPr>
      <dsp:spPr>
        <a:xfrm>
          <a:off x="216"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Keys</a:t>
          </a:r>
          <a:endParaRPr lang="en-US" sz="1700" kern="1200"/>
        </a:p>
      </dsp:txBody>
      <dsp:txXfrm>
        <a:off x="216" y="1559861"/>
        <a:ext cx="1860468" cy="279070"/>
      </dsp:txXfrm>
    </dsp:sp>
    <dsp:sp modelId="{91696DA7-AB36-4C74-A0B4-4243B1ECEFEF}">
      <dsp:nvSpPr>
        <dsp:cNvPr id="0" name=""/>
        <dsp:cNvSpPr/>
      </dsp:nvSpPr>
      <dsp:spPr>
        <a:xfrm>
          <a:off x="216"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Signing</a:t>
          </a:r>
          <a:r>
            <a:rPr lang="tr-TR" sz="1300" kern="1200"/>
            <a:t> </a:t>
          </a:r>
          <a:r>
            <a:rPr lang="tr-TR" sz="1300" kern="1200" err="1"/>
            <a:t>transactions</a:t>
          </a:r>
          <a:endParaRPr lang="en-US" sz="1300" kern="1200"/>
        </a:p>
      </dsp:txBody>
      <dsp:txXfrm>
        <a:off x="216" y="1869102"/>
        <a:ext cx="1860468" cy="483233"/>
      </dsp:txXfrm>
    </dsp:sp>
    <dsp:sp modelId="{3104ED01-568B-4980-B696-322AE7C3F665}">
      <dsp:nvSpPr>
        <dsp:cNvPr id="0" name=""/>
        <dsp:cNvSpPr/>
      </dsp:nvSpPr>
      <dsp:spPr>
        <a:xfrm>
          <a:off x="2790919" y="843832"/>
          <a:ext cx="651164" cy="651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124CE1-F680-40C4-BD3F-38304E688B0F}">
      <dsp:nvSpPr>
        <dsp:cNvPr id="0" name=""/>
        <dsp:cNvSpPr/>
      </dsp:nvSpPr>
      <dsp:spPr>
        <a:xfrm>
          <a:off x="218626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err="1"/>
            <a:t>Signing</a:t>
          </a:r>
          <a:endParaRPr lang="en-US" sz="1700" kern="1200"/>
        </a:p>
      </dsp:txBody>
      <dsp:txXfrm>
        <a:off x="2186267" y="1559861"/>
        <a:ext cx="1860468" cy="279070"/>
      </dsp:txXfrm>
    </dsp:sp>
    <dsp:sp modelId="{75711616-A00B-4B17-80FE-6927DC5E7F9A}">
      <dsp:nvSpPr>
        <dsp:cNvPr id="0" name=""/>
        <dsp:cNvSpPr/>
      </dsp:nvSpPr>
      <dsp:spPr>
        <a:xfrm>
          <a:off x="218626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users</a:t>
          </a:r>
          <a:r>
            <a:rPr lang="en-US" sz="1300" kern="1200"/>
            <a:t> can sign transactions</a:t>
          </a:r>
        </a:p>
        <a:p>
          <a:pPr marL="0" lvl="0" indent="0" algn="ctr" defTabSz="577850">
            <a:lnSpc>
              <a:spcPct val="100000"/>
            </a:lnSpc>
            <a:spcBef>
              <a:spcPct val="0"/>
            </a:spcBef>
            <a:spcAft>
              <a:spcPct val="35000"/>
            </a:spcAft>
            <a:buNone/>
          </a:pPr>
          <a:r>
            <a:rPr lang="en-US" sz="1300" kern="1200"/>
            <a:t>to</a:t>
          </a:r>
          <a:r>
            <a:rPr lang="tr-TR" sz="1300" kern="1200"/>
            <a:t> </a:t>
          </a:r>
          <a:r>
            <a:rPr lang="en-US" sz="1300" kern="1200"/>
            <a:t>unlock the value</a:t>
          </a:r>
        </a:p>
      </dsp:txBody>
      <dsp:txXfrm>
        <a:off x="2186267" y="1869102"/>
        <a:ext cx="1860468" cy="483233"/>
      </dsp:txXfrm>
    </dsp:sp>
    <dsp:sp modelId="{BB723F20-CB89-4D60-9E0E-FEDD22085EC1}">
      <dsp:nvSpPr>
        <dsp:cNvPr id="0" name=""/>
        <dsp:cNvSpPr/>
      </dsp:nvSpPr>
      <dsp:spPr>
        <a:xfrm>
          <a:off x="4976970" y="843832"/>
          <a:ext cx="651164" cy="6511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CE15CC-0933-4F60-B30E-8F1A0DC2A6CF}">
      <dsp:nvSpPr>
        <dsp:cNvPr id="0" name=""/>
        <dsp:cNvSpPr/>
      </dsp:nvSpPr>
      <dsp:spPr>
        <a:xfrm>
          <a:off x="437231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err="1"/>
            <a:t>Spending</a:t>
          </a:r>
          <a:endParaRPr lang="en-US" sz="1700" kern="1200"/>
        </a:p>
      </dsp:txBody>
      <dsp:txXfrm>
        <a:off x="4372317" y="1559861"/>
        <a:ext cx="1860468" cy="279070"/>
      </dsp:txXfrm>
    </dsp:sp>
    <dsp:sp modelId="{281116B5-E9E3-4B75-9332-22BBA6C3069F}">
      <dsp:nvSpPr>
        <dsp:cNvPr id="0" name=""/>
        <dsp:cNvSpPr/>
      </dsp:nvSpPr>
      <dsp:spPr>
        <a:xfrm>
          <a:off x="437231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Transferring</a:t>
          </a:r>
          <a:r>
            <a:rPr lang="tr-TR" sz="1300" kern="1200"/>
            <a:t> </a:t>
          </a:r>
          <a:r>
            <a:rPr lang="tr-TR" sz="1300" kern="1200" err="1"/>
            <a:t>the</a:t>
          </a:r>
          <a:r>
            <a:rPr lang="tr-TR" sz="1300" kern="1200"/>
            <a:t> </a:t>
          </a:r>
          <a:r>
            <a:rPr lang="tr-TR" sz="1300" kern="1200" err="1"/>
            <a:t>ownership</a:t>
          </a:r>
          <a:endParaRPr lang="en-US" sz="1300" kern="1200"/>
        </a:p>
        <a:p>
          <a:pPr marL="0" lvl="0" indent="0" algn="ctr" defTabSz="577850">
            <a:lnSpc>
              <a:spcPct val="100000"/>
            </a:lnSpc>
            <a:spcBef>
              <a:spcPct val="0"/>
            </a:spcBef>
            <a:spcAft>
              <a:spcPct val="35000"/>
            </a:spcAft>
            <a:buNone/>
          </a:pPr>
          <a:r>
            <a:rPr lang="en-US" sz="1300" kern="1200"/>
            <a:t>to a new owner. </a:t>
          </a:r>
        </a:p>
      </dsp:txBody>
      <dsp:txXfrm>
        <a:off x="4372317" y="1869102"/>
        <a:ext cx="1860468" cy="48323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B99483-6ABA-4232-8B9D-5B899F22F74F}">
      <dsp:nvSpPr>
        <dsp:cNvPr id="0" name=""/>
        <dsp:cNvSpPr/>
      </dsp:nvSpPr>
      <dsp:spPr>
        <a:xfrm>
          <a:off x="604868" y="843832"/>
          <a:ext cx="651164" cy="6511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D2345D-576E-4A24-8048-74F8DC5D1A7B}">
      <dsp:nvSpPr>
        <dsp:cNvPr id="0" name=""/>
        <dsp:cNvSpPr/>
      </dsp:nvSpPr>
      <dsp:spPr>
        <a:xfrm>
          <a:off x="216"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Wallets</a:t>
          </a:r>
          <a:endParaRPr lang="en-US" sz="1700" kern="1200"/>
        </a:p>
      </dsp:txBody>
      <dsp:txXfrm>
        <a:off x="216" y="1559861"/>
        <a:ext cx="1860468" cy="279070"/>
      </dsp:txXfrm>
    </dsp:sp>
    <dsp:sp modelId="{6E6B9602-ECBB-4B8C-ABE3-E1927F06019C}">
      <dsp:nvSpPr>
        <dsp:cNvPr id="0" name=""/>
        <dsp:cNvSpPr/>
      </dsp:nvSpPr>
      <dsp:spPr>
        <a:xfrm>
          <a:off x="216"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Digital</a:t>
          </a:r>
          <a:r>
            <a:rPr lang="tr-TR" sz="1300" kern="1200"/>
            <a:t> </a:t>
          </a:r>
          <a:r>
            <a:rPr lang="en-US" sz="1300" kern="1200"/>
            <a:t>wallet</a:t>
          </a:r>
        </a:p>
        <a:p>
          <a:pPr marL="0" lvl="0" indent="0" algn="ctr" defTabSz="577850">
            <a:lnSpc>
              <a:spcPct val="100000"/>
            </a:lnSpc>
            <a:spcBef>
              <a:spcPct val="0"/>
            </a:spcBef>
            <a:spcAft>
              <a:spcPct val="35000"/>
            </a:spcAft>
            <a:buNone/>
          </a:pPr>
          <a:r>
            <a:rPr lang="tr-TR" sz="1300" kern="1200"/>
            <a:t>Offline </a:t>
          </a:r>
          <a:r>
            <a:rPr lang="tr-TR" sz="1300" kern="1200" err="1"/>
            <a:t>wallet</a:t>
          </a:r>
          <a:endParaRPr lang="en-US" sz="1300" kern="1200"/>
        </a:p>
      </dsp:txBody>
      <dsp:txXfrm>
        <a:off x="216" y="1869102"/>
        <a:ext cx="1860468" cy="483233"/>
      </dsp:txXfrm>
    </dsp:sp>
    <dsp:sp modelId="{35056B2D-8E11-44EB-B3C9-9F7E99EB38C1}">
      <dsp:nvSpPr>
        <dsp:cNvPr id="0" name=""/>
        <dsp:cNvSpPr/>
      </dsp:nvSpPr>
      <dsp:spPr>
        <a:xfrm>
          <a:off x="2790919" y="843832"/>
          <a:ext cx="651164" cy="651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812235-C9A2-4F2D-B263-D0676BE93226}">
      <dsp:nvSpPr>
        <dsp:cNvPr id="0" name=""/>
        <dsp:cNvSpPr/>
      </dsp:nvSpPr>
      <dsp:spPr>
        <a:xfrm>
          <a:off x="218626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kern="1200"/>
            <a:t>Digital</a:t>
          </a:r>
          <a:r>
            <a:rPr lang="tr-TR" sz="1700" kern="1200"/>
            <a:t> </a:t>
          </a:r>
          <a:r>
            <a:rPr lang="en-US" sz="1700" kern="1200"/>
            <a:t>wallet</a:t>
          </a:r>
        </a:p>
      </dsp:txBody>
      <dsp:txXfrm>
        <a:off x="2186267" y="1559861"/>
        <a:ext cx="1860468" cy="279070"/>
      </dsp:txXfrm>
    </dsp:sp>
    <dsp:sp modelId="{A85911ED-AC1E-49E3-9A61-0278DC268EF8}">
      <dsp:nvSpPr>
        <dsp:cNvPr id="0" name=""/>
        <dsp:cNvSpPr/>
      </dsp:nvSpPr>
      <dsp:spPr>
        <a:xfrm>
          <a:off x="218626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on user’s computer</a:t>
          </a:r>
        </a:p>
        <a:p>
          <a:pPr marL="0" lvl="0" indent="0" algn="ctr" defTabSz="577850">
            <a:lnSpc>
              <a:spcPct val="100000"/>
            </a:lnSpc>
            <a:spcBef>
              <a:spcPct val="0"/>
            </a:spcBef>
            <a:spcAft>
              <a:spcPct val="35000"/>
            </a:spcAft>
            <a:buNone/>
          </a:pPr>
          <a:r>
            <a:rPr lang="en-US" sz="1300" kern="1200"/>
            <a:t>or smartphone</a:t>
          </a:r>
        </a:p>
      </dsp:txBody>
      <dsp:txXfrm>
        <a:off x="2186267" y="1869102"/>
        <a:ext cx="1860468" cy="483233"/>
      </dsp:txXfrm>
    </dsp:sp>
    <dsp:sp modelId="{870132B6-38F7-4852-A518-FD769005844A}">
      <dsp:nvSpPr>
        <dsp:cNvPr id="0" name=""/>
        <dsp:cNvSpPr/>
      </dsp:nvSpPr>
      <dsp:spPr>
        <a:xfrm>
          <a:off x="4976970" y="843832"/>
          <a:ext cx="651164" cy="65116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DEA234-4BBA-4BAD-A043-BF720FA7DF5E}">
      <dsp:nvSpPr>
        <dsp:cNvPr id="0" name=""/>
        <dsp:cNvSpPr/>
      </dsp:nvSpPr>
      <dsp:spPr>
        <a:xfrm>
          <a:off x="437231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Offline </a:t>
          </a:r>
          <a:r>
            <a:rPr lang="tr-TR" sz="1700" kern="1200" err="1"/>
            <a:t>wallets</a:t>
          </a:r>
          <a:endParaRPr lang="en-US" sz="1700" kern="1200"/>
        </a:p>
      </dsp:txBody>
      <dsp:txXfrm>
        <a:off x="4372317" y="1559861"/>
        <a:ext cx="1860468" cy="279070"/>
      </dsp:txXfrm>
    </dsp:sp>
    <dsp:sp modelId="{75018AC5-BC26-46BA-8B96-F386053CFB7A}">
      <dsp:nvSpPr>
        <dsp:cNvPr id="0" name=""/>
        <dsp:cNvSpPr/>
      </dsp:nvSpPr>
      <dsp:spPr>
        <a:xfrm>
          <a:off x="437231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print</a:t>
          </a:r>
          <a:endParaRPr lang="en-US" sz="1300" kern="1200"/>
        </a:p>
        <a:p>
          <a:pPr marL="0" lvl="0" indent="0" algn="ctr" defTabSz="577850">
            <a:lnSpc>
              <a:spcPct val="100000"/>
            </a:lnSpc>
            <a:spcBef>
              <a:spcPct val="0"/>
            </a:spcBef>
            <a:spcAft>
              <a:spcPct val="35000"/>
            </a:spcAft>
            <a:buNone/>
          </a:pPr>
          <a:r>
            <a:rPr lang="tr-TR" sz="1300" kern="1200"/>
            <a:t>or physical forms</a:t>
          </a:r>
          <a:endParaRPr lang="en-US" sz="1300" kern="1200"/>
        </a:p>
      </dsp:txBody>
      <dsp:txXfrm>
        <a:off x="4372317" y="1869102"/>
        <a:ext cx="1860468" cy="48323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CC41B2-1212-42CE-8A41-16214D80BBB4}">
      <dsp:nvSpPr>
        <dsp:cNvPr id="0" name=""/>
        <dsp:cNvSpPr/>
      </dsp:nvSpPr>
      <dsp:spPr>
        <a:xfrm>
          <a:off x="3259" y="697054"/>
          <a:ext cx="650528" cy="6505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CC373F-4C73-4ADA-9C33-554282DF6277}">
      <dsp:nvSpPr>
        <dsp:cNvPr id="0" name=""/>
        <dsp:cNvSpPr/>
      </dsp:nvSpPr>
      <dsp:spPr>
        <a:xfrm>
          <a:off x="3259"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a:t>Mining</a:t>
          </a:r>
          <a:endParaRPr lang="en-US" sz="1700" kern="1200"/>
        </a:p>
      </dsp:txBody>
      <dsp:txXfrm>
        <a:off x="3259" y="1425071"/>
        <a:ext cx="1858651" cy="278797"/>
      </dsp:txXfrm>
    </dsp:sp>
    <dsp:sp modelId="{C6045BDE-6DE7-404B-8FCF-E7BD47A76152}">
      <dsp:nvSpPr>
        <dsp:cNvPr id="0" name=""/>
        <dsp:cNvSpPr/>
      </dsp:nvSpPr>
      <dsp:spPr>
        <a:xfrm>
          <a:off x="3259"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competing</a:t>
          </a:r>
        </a:p>
        <a:p>
          <a:pPr marL="0" lvl="0" indent="0" algn="l" defTabSz="577850">
            <a:lnSpc>
              <a:spcPct val="100000"/>
            </a:lnSpc>
            <a:spcBef>
              <a:spcPct val="0"/>
            </a:spcBef>
            <a:spcAft>
              <a:spcPct val="35000"/>
            </a:spcAft>
            <a:buNone/>
          </a:pPr>
          <a:r>
            <a:rPr lang="en-US" sz="1300" kern="1200"/>
            <a:t>to find solutions</a:t>
          </a:r>
        </a:p>
        <a:p>
          <a:pPr marL="0" lvl="0" indent="0" algn="l" defTabSz="577850">
            <a:lnSpc>
              <a:spcPct val="100000"/>
            </a:lnSpc>
            <a:spcBef>
              <a:spcPct val="0"/>
            </a:spcBef>
            <a:spcAft>
              <a:spcPct val="35000"/>
            </a:spcAft>
            <a:buNone/>
          </a:pPr>
          <a:r>
            <a:rPr lang="en-US" sz="1300" kern="1200"/>
            <a:t>to a mathematical problem</a:t>
          </a:r>
        </a:p>
      </dsp:txBody>
      <dsp:txXfrm>
        <a:off x="3259" y="1739910"/>
        <a:ext cx="1858651" cy="759202"/>
      </dsp:txXfrm>
    </dsp:sp>
    <dsp:sp modelId="{375B88C7-232B-40F4-AFB1-0DE81C7B81AE}">
      <dsp:nvSpPr>
        <dsp:cNvPr id="0" name=""/>
        <dsp:cNvSpPr/>
      </dsp:nvSpPr>
      <dsp:spPr>
        <a:xfrm>
          <a:off x="2187175" y="697054"/>
          <a:ext cx="650528" cy="6505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C8EA65-BA8B-4448-8ECC-F85B422E1752}">
      <dsp:nvSpPr>
        <dsp:cNvPr id="0" name=""/>
        <dsp:cNvSpPr/>
      </dsp:nvSpPr>
      <dsp:spPr>
        <a:xfrm>
          <a:off x="2187175"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err="1"/>
            <a:t>Coverage</a:t>
          </a:r>
          <a:endParaRPr lang="en-US" sz="1700" kern="1200"/>
        </a:p>
      </dsp:txBody>
      <dsp:txXfrm>
        <a:off x="2187175" y="1425071"/>
        <a:ext cx="1858651" cy="278797"/>
      </dsp:txXfrm>
    </dsp:sp>
    <dsp:sp modelId="{3C3E3F0B-AF31-4AD9-9160-DAA30D0D174B}">
      <dsp:nvSpPr>
        <dsp:cNvPr id="0" name=""/>
        <dsp:cNvSpPr/>
      </dsp:nvSpPr>
      <dsp:spPr>
        <a:xfrm>
          <a:off x="2187175"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processing bitcoin</a:t>
          </a:r>
          <a:r>
            <a:rPr lang="tr-TR" sz="1300" kern="1200"/>
            <a:t> </a:t>
          </a:r>
          <a:r>
            <a:rPr lang="tr-TR" sz="1300" kern="1200" err="1"/>
            <a:t>transactions</a:t>
          </a:r>
          <a:endParaRPr lang="en-US" sz="1300" kern="1200"/>
        </a:p>
      </dsp:txBody>
      <dsp:txXfrm>
        <a:off x="2187175" y="1739910"/>
        <a:ext cx="1858651" cy="759202"/>
      </dsp:txXfrm>
    </dsp:sp>
    <dsp:sp modelId="{EADC64AC-66C9-40B9-AAC4-45BC66971A98}">
      <dsp:nvSpPr>
        <dsp:cNvPr id="0" name=""/>
        <dsp:cNvSpPr/>
      </dsp:nvSpPr>
      <dsp:spPr>
        <a:xfrm>
          <a:off x="4371091" y="697054"/>
          <a:ext cx="650528" cy="6505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108727-2D51-4D43-960F-CE39A0821CDB}">
      <dsp:nvSpPr>
        <dsp:cNvPr id="0" name=""/>
        <dsp:cNvSpPr/>
      </dsp:nvSpPr>
      <dsp:spPr>
        <a:xfrm>
          <a:off x="4371091"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err="1"/>
            <a:t>Validation</a:t>
          </a:r>
          <a:endParaRPr lang="en-US" sz="1700" kern="1200"/>
        </a:p>
      </dsp:txBody>
      <dsp:txXfrm>
        <a:off x="4371091" y="1425071"/>
        <a:ext cx="1858651" cy="278797"/>
      </dsp:txXfrm>
    </dsp:sp>
    <dsp:sp modelId="{8E8B024D-8F60-4D5E-96FD-8ADB7620CFE4}">
      <dsp:nvSpPr>
        <dsp:cNvPr id="0" name=""/>
        <dsp:cNvSpPr/>
      </dsp:nvSpPr>
      <dsp:spPr>
        <a:xfrm>
          <a:off x="4371091"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tr-TR" sz="1300" kern="1200" err="1"/>
            <a:t>The</a:t>
          </a:r>
          <a:r>
            <a:rPr lang="tr-TR" sz="1300" kern="1200"/>
            <a:t> </a:t>
          </a:r>
          <a:r>
            <a:rPr lang="tr-TR" sz="1300" kern="1200" err="1"/>
            <a:t>transactions</a:t>
          </a:r>
          <a:endParaRPr lang="en-US" sz="1300" kern="1200"/>
        </a:p>
        <a:p>
          <a:pPr marL="0" lvl="0" indent="0" algn="l" defTabSz="577850">
            <a:lnSpc>
              <a:spcPct val="100000"/>
            </a:lnSpc>
            <a:spcBef>
              <a:spcPct val="0"/>
            </a:spcBef>
            <a:spcAft>
              <a:spcPct val="35000"/>
            </a:spcAft>
            <a:buNone/>
          </a:pPr>
          <a:r>
            <a:rPr lang="tr-TR" sz="1300" kern="1200" err="1"/>
            <a:t>are</a:t>
          </a:r>
          <a:r>
            <a:rPr lang="tr-TR" sz="1300" kern="1200"/>
            <a:t> </a:t>
          </a:r>
          <a:r>
            <a:rPr lang="tr-TR" sz="1300" kern="1200" err="1"/>
            <a:t>valid</a:t>
          </a:r>
          <a:endParaRPr lang="en-US" sz="1300" kern="1200"/>
        </a:p>
        <a:p>
          <a:pPr marL="0" lvl="0" indent="0" algn="l" defTabSz="577850">
            <a:lnSpc>
              <a:spcPct val="100000"/>
            </a:lnSpc>
            <a:spcBef>
              <a:spcPct val="0"/>
            </a:spcBef>
            <a:spcAft>
              <a:spcPct val="35000"/>
            </a:spcAft>
            <a:buNone/>
          </a:pPr>
          <a:r>
            <a:rPr lang="tr-TR" sz="1300" kern="1200" err="1"/>
            <a:t>are</a:t>
          </a:r>
          <a:r>
            <a:rPr lang="tr-TR" sz="1300" kern="1200"/>
            <a:t> </a:t>
          </a:r>
          <a:r>
            <a:rPr lang="tr-TR" sz="1300" kern="1200" err="1"/>
            <a:t>genuine</a:t>
          </a:r>
          <a:endParaRPr lang="en-US" sz="1300" kern="1200"/>
        </a:p>
      </dsp:txBody>
      <dsp:txXfrm>
        <a:off x="4371091" y="1739910"/>
        <a:ext cx="1858651" cy="75920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62B2F-4500-4E5C-955A-C78B7DA1B4B3}">
      <dsp:nvSpPr>
        <dsp:cNvPr id="0" name=""/>
        <dsp:cNvSpPr/>
      </dsp:nvSpPr>
      <dsp:spPr>
        <a:xfrm>
          <a:off x="1323" y="351531"/>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30E131-82DC-422E-8771-E1B1F80D0591}">
      <dsp:nvSpPr>
        <dsp:cNvPr id="0" name=""/>
        <dsp:cNvSpPr/>
      </dsp:nvSpPr>
      <dsp:spPr>
        <a:xfrm>
          <a:off x="1323" y="14613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Involvement</a:t>
          </a:r>
          <a:endParaRPr lang="en-US" sz="2700" kern="1200"/>
        </a:p>
      </dsp:txBody>
      <dsp:txXfrm>
        <a:off x="1323" y="1461321"/>
        <a:ext cx="2864531" cy="429679"/>
      </dsp:txXfrm>
    </dsp:sp>
    <dsp:sp modelId="{52248CD7-3864-48A8-BFDD-75EB9649D053}">
      <dsp:nvSpPr>
        <dsp:cNvPr id="0" name=""/>
        <dsp:cNvSpPr/>
      </dsp:nvSpPr>
      <dsp:spPr>
        <a:xfrm>
          <a:off x="1323" y="1940862"/>
          <a:ext cx="2864531" cy="903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a:t>anyone can participate</a:t>
          </a:r>
          <a:endParaRPr lang="en-US" sz="1700" kern="1200"/>
        </a:p>
      </dsp:txBody>
      <dsp:txXfrm>
        <a:off x="1323" y="1940862"/>
        <a:ext cx="2864531" cy="903773"/>
      </dsp:txXfrm>
    </dsp:sp>
    <dsp:sp modelId="{058DEA02-7783-468B-A023-061A9E95D507}">
      <dsp:nvSpPr>
        <dsp:cNvPr id="0" name=""/>
        <dsp:cNvSpPr/>
      </dsp:nvSpPr>
      <dsp:spPr>
        <a:xfrm>
          <a:off x="3367147" y="351531"/>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799FC8-47DE-4EA1-9072-D286A9DA275F}">
      <dsp:nvSpPr>
        <dsp:cNvPr id="0" name=""/>
        <dsp:cNvSpPr/>
      </dsp:nvSpPr>
      <dsp:spPr>
        <a:xfrm>
          <a:off x="3367147" y="14613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err="1"/>
            <a:t>Requirement</a:t>
          </a:r>
          <a:endParaRPr lang="en-US" sz="2700" kern="1200"/>
        </a:p>
      </dsp:txBody>
      <dsp:txXfrm>
        <a:off x="3367147" y="1461321"/>
        <a:ext cx="2864531" cy="429679"/>
      </dsp:txXfrm>
    </dsp:sp>
    <dsp:sp modelId="{74E9F8D9-3BD0-4B98-A5F2-658777C7B3C4}">
      <dsp:nvSpPr>
        <dsp:cNvPr id="0" name=""/>
        <dsp:cNvSpPr/>
      </dsp:nvSpPr>
      <dsp:spPr>
        <a:xfrm>
          <a:off x="3367147" y="1940862"/>
          <a:ext cx="2864531" cy="903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a:t>a </a:t>
          </a:r>
          <a:r>
            <a:rPr lang="tr-TR" sz="1700" kern="1200" err="1"/>
            <a:t>device</a:t>
          </a:r>
          <a:endParaRPr lang="en-US" sz="1700" kern="1200"/>
        </a:p>
        <a:p>
          <a:pPr marL="0" lvl="0" indent="0" algn="l" defTabSz="755650">
            <a:lnSpc>
              <a:spcPct val="100000"/>
            </a:lnSpc>
            <a:spcBef>
              <a:spcPct val="0"/>
            </a:spcBef>
            <a:spcAft>
              <a:spcPct val="35000"/>
            </a:spcAft>
            <a:buNone/>
          </a:pPr>
          <a:r>
            <a:rPr lang="en-US" sz="1700" kern="1200"/>
            <a:t>running the full bitcoin protocol stack</a:t>
          </a:r>
        </a:p>
      </dsp:txBody>
      <dsp:txXfrm>
        <a:off x="3367147" y="1940862"/>
        <a:ext cx="2864531" cy="90377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9AA18-A79E-4328-A5E2-11115B7D9DDF}">
      <dsp:nvSpPr>
        <dsp:cNvPr id="0" name=""/>
        <dsp:cNvSpPr/>
      </dsp:nvSpPr>
      <dsp:spPr>
        <a:xfrm>
          <a:off x="4365" y="312203"/>
          <a:ext cx="1001606" cy="10016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99F133-5BE2-4530-BB1E-411AA261E52F}">
      <dsp:nvSpPr>
        <dsp:cNvPr id="0" name=""/>
        <dsp:cNvSpPr/>
      </dsp:nvSpPr>
      <dsp:spPr>
        <a:xfrm>
          <a:off x="4365" y="142439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err="1"/>
            <a:t>Duration</a:t>
          </a:r>
          <a:endParaRPr lang="en-US" sz="2700" kern="1200"/>
        </a:p>
      </dsp:txBody>
      <dsp:txXfrm>
        <a:off x="4365" y="1424396"/>
        <a:ext cx="2861733" cy="429260"/>
      </dsp:txXfrm>
    </dsp:sp>
    <dsp:sp modelId="{0599B9E8-0FAC-4933-93D7-261DBD0EED2A}">
      <dsp:nvSpPr>
        <dsp:cNvPr id="0" name=""/>
        <dsp:cNvSpPr/>
      </dsp:nvSpPr>
      <dsp:spPr>
        <a:xfrm>
          <a:off x="4365" y="1905091"/>
          <a:ext cx="2861733" cy="97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on average</a:t>
          </a:r>
        </a:p>
        <a:p>
          <a:pPr marL="0" lvl="0" indent="0" algn="l" defTabSz="755650">
            <a:lnSpc>
              <a:spcPct val="100000"/>
            </a:lnSpc>
            <a:spcBef>
              <a:spcPct val="0"/>
            </a:spcBef>
            <a:spcAft>
              <a:spcPct val="35000"/>
            </a:spcAft>
            <a:buNone/>
          </a:pPr>
          <a:r>
            <a:rPr lang="en-US" sz="1700" kern="1200"/>
            <a:t>a bitcoin miner is able</a:t>
          </a:r>
        </a:p>
        <a:p>
          <a:pPr marL="0" lvl="0" indent="0" algn="l" defTabSz="755650">
            <a:lnSpc>
              <a:spcPct val="100000"/>
            </a:lnSpc>
            <a:spcBef>
              <a:spcPct val="0"/>
            </a:spcBef>
            <a:spcAft>
              <a:spcPct val="35000"/>
            </a:spcAft>
            <a:buNone/>
          </a:pPr>
          <a:r>
            <a:rPr lang="en-US" sz="1700" kern="1200"/>
            <a:t>to validate the transactions</a:t>
          </a:r>
        </a:p>
      </dsp:txBody>
      <dsp:txXfrm>
        <a:off x="4365" y="1905091"/>
        <a:ext cx="2861733" cy="978872"/>
      </dsp:txXfrm>
    </dsp:sp>
    <dsp:sp modelId="{3B7B0B38-4970-44DE-BCA0-6BC8DE7F6726}">
      <dsp:nvSpPr>
        <dsp:cNvPr id="0" name=""/>
        <dsp:cNvSpPr/>
      </dsp:nvSpPr>
      <dsp:spPr>
        <a:xfrm>
          <a:off x="3366903" y="312203"/>
          <a:ext cx="1001606" cy="10016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05A747-C116-47EE-B1D8-195B7E0CB8C3}">
      <dsp:nvSpPr>
        <dsp:cNvPr id="0" name=""/>
        <dsp:cNvSpPr/>
      </dsp:nvSpPr>
      <dsp:spPr>
        <a:xfrm>
          <a:off x="3366903" y="142439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10 </a:t>
          </a:r>
          <a:r>
            <a:rPr lang="tr-TR" sz="2700" kern="1200" err="1"/>
            <a:t>Minutes</a:t>
          </a:r>
          <a:endParaRPr lang="en-US" sz="2700" kern="1200"/>
        </a:p>
      </dsp:txBody>
      <dsp:txXfrm>
        <a:off x="3366903" y="1424396"/>
        <a:ext cx="2861733" cy="429260"/>
      </dsp:txXfrm>
    </dsp:sp>
    <dsp:sp modelId="{CA220093-FE82-4816-BDC7-0D38EF6CD822}">
      <dsp:nvSpPr>
        <dsp:cNvPr id="0" name=""/>
        <dsp:cNvSpPr/>
      </dsp:nvSpPr>
      <dsp:spPr>
        <a:xfrm>
          <a:off x="3366903" y="1905091"/>
          <a:ext cx="2861733" cy="97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To</a:t>
          </a:r>
          <a:r>
            <a:rPr lang="tr-TR" sz="1700" kern="1200"/>
            <a:t> </a:t>
          </a:r>
          <a:r>
            <a:rPr lang="tr-TR" sz="1700" kern="1200" err="1"/>
            <a:t>validate</a:t>
          </a:r>
          <a:endParaRPr lang="en-US" sz="1700" kern="1200"/>
        </a:p>
        <a:p>
          <a:pPr marL="0" lvl="0" indent="0" algn="l" defTabSz="755650">
            <a:lnSpc>
              <a:spcPct val="100000"/>
            </a:lnSpc>
            <a:spcBef>
              <a:spcPct val="0"/>
            </a:spcBef>
            <a:spcAft>
              <a:spcPct val="35000"/>
            </a:spcAft>
            <a:buNone/>
          </a:pPr>
          <a:r>
            <a:rPr lang="tr-TR" sz="1700" kern="1200" err="1"/>
            <a:t>One</a:t>
          </a:r>
          <a:r>
            <a:rPr lang="tr-TR" sz="1700" kern="1200"/>
            <a:t> </a:t>
          </a:r>
          <a:r>
            <a:rPr lang="tr-TR" sz="1700" kern="1200" err="1"/>
            <a:t>block</a:t>
          </a:r>
          <a:r>
            <a:rPr lang="tr-TR" sz="1700" kern="1200"/>
            <a:t> of </a:t>
          </a:r>
          <a:r>
            <a:rPr lang="tr-TR" sz="1700" kern="1200" err="1"/>
            <a:t>transaction</a:t>
          </a:r>
          <a:endParaRPr lang="en-US" sz="1700" kern="1200"/>
        </a:p>
      </dsp:txBody>
      <dsp:txXfrm>
        <a:off x="3366903" y="1905091"/>
        <a:ext cx="2861733" cy="97887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4E8940-8200-4AEA-BF60-4E5981075374}">
      <dsp:nvSpPr>
        <dsp:cNvPr id="0" name=""/>
        <dsp:cNvSpPr/>
      </dsp:nvSpPr>
      <dsp:spPr>
        <a:xfrm>
          <a:off x="1323" y="500415"/>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1F38FB-49AB-4747-81EE-E313DCA3829F}">
      <dsp:nvSpPr>
        <dsp:cNvPr id="0" name=""/>
        <dsp:cNvSpPr/>
      </dsp:nvSpPr>
      <dsp:spPr>
        <a:xfrm>
          <a:off x="1323" y="159740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Minting</a:t>
          </a:r>
          <a:endParaRPr lang="en-US" sz="2700" kern="1200"/>
        </a:p>
      </dsp:txBody>
      <dsp:txXfrm>
        <a:off x="1323" y="1597401"/>
        <a:ext cx="2864531" cy="429679"/>
      </dsp:txXfrm>
    </dsp:sp>
    <dsp:sp modelId="{C24DED39-8D1C-417A-AFAD-77DFA7E33B9A}">
      <dsp:nvSpPr>
        <dsp:cNvPr id="0" name=""/>
        <dsp:cNvSpPr/>
      </dsp:nvSpPr>
      <dsp:spPr>
        <a:xfrm>
          <a:off x="1323" y="2070987"/>
          <a:ext cx="2864531" cy="624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Bitcoin are created</a:t>
          </a:r>
        </a:p>
        <a:p>
          <a:pPr marL="0" lvl="0" indent="0" algn="l" defTabSz="755650">
            <a:lnSpc>
              <a:spcPct val="100000"/>
            </a:lnSpc>
            <a:spcBef>
              <a:spcPct val="0"/>
            </a:spcBef>
            <a:spcAft>
              <a:spcPct val="35000"/>
            </a:spcAft>
            <a:buNone/>
          </a:pPr>
          <a:r>
            <a:rPr lang="en-US" sz="1700" kern="1200"/>
            <a:t>through mining</a:t>
          </a:r>
        </a:p>
      </dsp:txBody>
      <dsp:txXfrm>
        <a:off x="1323" y="2070987"/>
        <a:ext cx="2864531" cy="624764"/>
      </dsp:txXfrm>
    </dsp:sp>
    <dsp:sp modelId="{FD4C3AEF-C0BC-47A0-867F-A0893932F028}">
      <dsp:nvSpPr>
        <dsp:cNvPr id="0" name=""/>
        <dsp:cNvSpPr/>
      </dsp:nvSpPr>
      <dsp:spPr>
        <a:xfrm>
          <a:off x="3367147" y="500415"/>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7F1797-12E2-4B93-840C-63B9A28C96A7}">
      <dsp:nvSpPr>
        <dsp:cNvPr id="0" name=""/>
        <dsp:cNvSpPr/>
      </dsp:nvSpPr>
      <dsp:spPr>
        <a:xfrm>
          <a:off x="3367147" y="159740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Reward</a:t>
          </a:r>
          <a:endParaRPr lang="en-US" sz="2700" kern="1200"/>
        </a:p>
      </dsp:txBody>
      <dsp:txXfrm>
        <a:off x="3367147" y="1597401"/>
        <a:ext cx="2864531" cy="429679"/>
      </dsp:txXfrm>
    </dsp:sp>
    <dsp:sp modelId="{5933FB09-B342-4956-9A63-64077DB98F34}">
      <dsp:nvSpPr>
        <dsp:cNvPr id="0" name=""/>
        <dsp:cNvSpPr/>
      </dsp:nvSpPr>
      <dsp:spPr>
        <a:xfrm>
          <a:off x="3367147" y="2070987"/>
          <a:ext cx="2864531" cy="624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Miner</a:t>
          </a:r>
          <a:r>
            <a:rPr lang="en-US" sz="1700" kern="1200"/>
            <a:t> is</a:t>
          </a:r>
          <a:r>
            <a:rPr lang="tr-TR" sz="1700" kern="1200"/>
            <a:t> </a:t>
          </a:r>
          <a:r>
            <a:rPr lang="en-US" sz="1700" kern="1200"/>
            <a:t>rewarded</a:t>
          </a:r>
        </a:p>
        <a:p>
          <a:pPr marL="0" lvl="0" indent="0" algn="l" defTabSz="755650">
            <a:lnSpc>
              <a:spcPct val="100000"/>
            </a:lnSpc>
            <a:spcBef>
              <a:spcPct val="0"/>
            </a:spcBef>
            <a:spcAft>
              <a:spcPct val="35000"/>
            </a:spcAft>
            <a:buNone/>
          </a:pPr>
          <a:r>
            <a:rPr lang="en-US" sz="1700" kern="1200"/>
            <a:t>with brand new bitcoin</a:t>
          </a:r>
        </a:p>
      </dsp:txBody>
      <dsp:txXfrm>
        <a:off x="3367147" y="2070987"/>
        <a:ext cx="2864531" cy="62476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FF702-683A-46DB-B215-FFE8A9A77596}">
      <dsp:nvSpPr>
        <dsp:cNvPr id="0" name=""/>
        <dsp:cNvSpPr/>
      </dsp:nvSpPr>
      <dsp:spPr>
        <a:xfrm>
          <a:off x="1323" y="359256"/>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0D625A-9C40-4860-A074-D4AC8F9DAA0B}">
      <dsp:nvSpPr>
        <dsp:cNvPr id="0" name=""/>
        <dsp:cNvSpPr/>
      </dsp:nvSpPr>
      <dsp:spPr>
        <a:xfrm>
          <a:off x="1323" y="146838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Decentralization</a:t>
          </a:r>
          <a:endParaRPr lang="en-US" sz="2700" kern="1200"/>
        </a:p>
      </dsp:txBody>
      <dsp:txXfrm>
        <a:off x="1323" y="1468381"/>
        <a:ext cx="2864531" cy="429679"/>
      </dsp:txXfrm>
    </dsp:sp>
    <dsp:sp modelId="{D43A110A-4D5D-419E-9899-EA36A12A902A}">
      <dsp:nvSpPr>
        <dsp:cNvPr id="0" name=""/>
        <dsp:cNvSpPr/>
      </dsp:nvSpPr>
      <dsp:spPr>
        <a:xfrm>
          <a:off x="1323" y="1947614"/>
          <a:ext cx="2864531" cy="889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bitcoin</a:t>
          </a:r>
          <a:r>
            <a:rPr lang="tr-TR" sz="1700" kern="1200"/>
            <a:t> </a:t>
          </a:r>
          <a:r>
            <a:rPr lang="tr-TR" sz="1700" kern="1200" err="1"/>
            <a:t>mining</a:t>
          </a:r>
          <a:endParaRPr lang="en-US" sz="1700" kern="1200"/>
        </a:p>
        <a:p>
          <a:pPr marL="0" lvl="0" indent="0" algn="l" defTabSz="755650">
            <a:lnSpc>
              <a:spcPct val="100000"/>
            </a:lnSpc>
            <a:spcBef>
              <a:spcPct val="0"/>
            </a:spcBef>
            <a:spcAft>
              <a:spcPct val="35000"/>
            </a:spcAft>
            <a:buNone/>
          </a:pPr>
          <a:r>
            <a:rPr lang="tr-TR" sz="1700" kern="1200" err="1"/>
            <a:t>Decentralizes</a:t>
          </a:r>
          <a:r>
            <a:rPr lang="tr-TR" sz="1700" kern="1200"/>
            <a:t> </a:t>
          </a:r>
          <a:r>
            <a:rPr lang="tr-TR" sz="1700" kern="1200" err="1"/>
            <a:t>the</a:t>
          </a:r>
          <a:r>
            <a:rPr lang="tr-TR" sz="1700" kern="1200"/>
            <a:t> </a:t>
          </a:r>
          <a:r>
            <a:rPr lang="en-US" sz="1700" kern="1200"/>
            <a:t>currency-issuance </a:t>
          </a:r>
        </a:p>
      </dsp:txBody>
      <dsp:txXfrm>
        <a:off x="1323" y="1947614"/>
        <a:ext cx="2864531" cy="889296"/>
      </dsp:txXfrm>
    </dsp:sp>
    <dsp:sp modelId="{605C2EC1-01CA-4380-881A-C2E638C8BCC4}">
      <dsp:nvSpPr>
        <dsp:cNvPr id="0" name=""/>
        <dsp:cNvSpPr/>
      </dsp:nvSpPr>
      <dsp:spPr>
        <a:xfrm>
          <a:off x="3367147" y="359256"/>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46A7B6-0F70-492F-847F-102F10FCAB0A}">
      <dsp:nvSpPr>
        <dsp:cNvPr id="0" name=""/>
        <dsp:cNvSpPr/>
      </dsp:nvSpPr>
      <dsp:spPr>
        <a:xfrm>
          <a:off x="3367147" y="146838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No </a:t>
          </a:r>
          <a:r>
            <a:rPr lang="tr-TR" sz="2700" kern="1200" err="1"/>
            <a:t>central</a:t>
          </a:r>
          <a:r>
            <a:rPr lang="tr-TR" sz="2700" kern="1200"/>
            <a:t> </a:t>
          </a:r>
          <a:r>
            <a:rPr lang="tr-TR" sz="2700" kern="1200" err="1"/>
            <a:t>banks</a:t>
          </a:r>
          <a:endParaRPr lang="en-US" sz="2700" kern="1200"/>
        </a:p>
      </dsp:txBody>
      <dsp:txXfrm>
        <a:off x="3367147" y="1468381"/>
        <a:ext cx="2864531" cy="429679"/>
      </dsp:txXfrm>
    </dsp:sp>
    <dsp:sp modelId="{8C6E41CD-FD7C-4EFD-9267-3E784404784C}">
      <dsp:nvSpPr>
        <dsp:cNvPr id="0" name=""/>
        <dsp:cNvSpPr/>
      </dsp:nvSpPr>
      <dsp:spPr>
        <a:xfrm>
          <a:off x="3367147" y="1947614"/>
          <a:ext cx="2864531" cy="889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clearing functions </a:t>
          </a:r>
          <a:r>
            <a:rPr lang="tr-TR" sz="1700" kern="1200" err="1"/>
            <a:t>and</a:t>
          </a:r>
          <a:r>
            <a:rPr lang="tr-TR" sz="1700" kern="1200"/>
            <a:t> </a:t>
          </a:r>
          <a:r>
            <a:rPr lang="en-US" sz="1700" kern="1200"/>
            <a:t>need</a:t>
          </a:r>
        </a:p>
        <a:p>
          <a:pPr marL="0" lvl="0" indent="0" algn="l" defTabSz="755650">
            <a:lnSpc>
              <a:spcPct val="100000"/>
            </a:lnSpc>
            <a:spcBef>
              <a:spcPct val="0"/>
            </a:spcBef>
            <a:spcAft>
              <a:spcPct val="35000"/>
            </a:spcAft>
            <a:buNone/>
          </a:pPr>
          <a:r>
            <a:rPr lang="en-US" sz="1700" kern="1200"/>
            <a:t>for</a:t>
          </a:r>
          <a:r>
            <a:rPr lang="tr-TR" sz="1700" kern="1200"/>
            <a:t> any central bank.</a:t>
          </a:r>
          <a:endParaRPr lang="en-US" sz="1700" kern="1200"/>
        </a:p>
      </dsp:txBody>
      <dsp:txXfrm>
        <a:off x="3367147" y="1947614"/>
        <a:ext cx="2864531" cy="88929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92AD3-3D97-482D-9384-A4E20989DA33}">
      <dsp:nvSpPr>
        <dsp:cNvPr id="0" name=""/>
        <dsp:cNvSpPr/>
      </dsp:nvSpPr>
      <dsp:spPr>
        <a:xfrm>
          <a:off x="0" y="445"/>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75D057-EC45-4132-AAC6-4B42A893AD94}">
      <dsp:nvSpPr>
        <dsp:cNvPr id="0" name=""/>
        <dsp:cNvSpPr/>
      </dsp:nvSpPr>
      <dsp:spPr>
        <a:xfrm>
          <a:off x="315517" y="235127"/>
          <a:ext cx="573667" cy="5736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07DB44-5D65-49B6-9DAF-8BE027B61794}">
      <dsp:nvSpPr>
        <dsp:cNvPr id="0" name=""/>
        <dsp:cNvSpPr/>
      </dsp:nvSpPr>
      <dsp:spPr>
        <a:xfrm>
          <a:off x="1204702" y="445"/>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Regulation</a:t>
          </a:r>
          <a:endParaRPr lang="en-US" sz="2500" kern="1200" dirty="0"/>
        </a:p>
      </dsp:txBody>
      <dsp:txXfrm>
        <a:off x="1204702" y="445"/>
        <a:ext cx="3946756" cy="1043032"/>
      </dsp:txXfrm>
    </dsp:sp>
    <dsp:sp modelId="{40CF4186-539F-43E7-86A7-7ACDF8371CCA}">
      <dsp:nvSpPr>
        <dsp:cNvPr id="0" name=""/>
        <dsp:cNvSpPr/>
      </dsp:nvSpPr>
      <dsp:spPr>
        <a:xfrm>
          <a:off x="5151459" y="445"/>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includes built-in algorithms</a:t>
          </a:r>
        </a:p>
        <a:p>
          <a:pPr marL="0" lvl="0" indent="0" algn="l" defTabSz="666750">
            <a:lnSpc>
              <a:spcPct val="100000"/>
            </a:lnSpc>
            <a:spcBef>
              <a:spcPct val="0"/>
            </a:spcBef>
            <a:spcAft>
              <a:spcPct val="35000"/>
            </a:spcAft>
            <a:buNone/>
          </a:pPr>
          <a:r>
            <a:rPr lang="en-US" sz="1500" kern="1200" dirty="0"/>
            <a:t>regulate</a:t>
          </a:r>
          <a:r>
            <a:rPr lang="tr-TR" sz="1500" kern="1200" dirty="0"/>
            <a:t>s</a:t>
          </a:r>
          <a:r>
            <a:rPr lang="en-US" sz="1500" kern="1200" dirty="0"/>
            <a:t> the mining function</a:t>
          </a:r>
          <a:r>
            <a:rPr lang="tr-TR" sz="1500" kern="1200" dirty="0"/>
            <a:t> </a:t>
          </a:r>
          <a:r>
            <a:rPr lang="en-US" sz="1500" kern="1200" dirty="0"/>
            <a:t>across the network</a:t>
          </a:r>
        </a:p>
      </dsp:txBody>
      <dsp:txXfrm>
        <a:off x="5151459" y="445"/>
        <a:ext cx="3619111" cy="1043032"/>
      </dsp:txXfrm>
    </dsp:sp>
    <dsp:sp modelId="{5BEEEEBA-95D4-425A-9D35-92EAE97D8B73}">
      <dsp:nvSpPr>
        <dsp:cNvPr id="0" name=""/>
        <dsp:cNvSpPr/>
      </dsp:nvSpPr>
      <dsp:spPr>
        <a:xfrm>
          <a:off x="0" y="1304235"/>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AB74A6-3A9F-43AE-9703-DE7778D3C291}">
      <dsp:nvSpPr>
        <dsp:cNvPr id="0" name=""/>
        <dsp:cNvSpPr/>
      </dsp:nvSpPr>
      <dsp:spPr>
        <a:xfrm>
          <a:off x="315517" y="1538918"/>
          <a:ext cx="573667" cy="5736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72720A-03C3-416D-B8BD-78386B6DCFDE}">
      <dsp:nvSpPr>
        <dsp:cNvPr id="0" name=""/>
        <dsp:cNvSpPr/>
      </dsp:nvSpPr>
      <dsp:spPr>
        <a:xfrm>
          <a:off x="1204702" y="1304235"/>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10 Minutes</a:t>
          </a:r>
          <a:endParaRPr lang="en-US" sz="2500" kern="1200" dirty="0"/>
        </a:p>
      </dsp:txBody>
      <dsp:txXfrm>
        <a:off x="1204702" y="1304235"/>
        <a:ext cx="3946756" cy="1043032"/>
      </dsp:txXfrm>
    </dsp:sp>
    <dsp:sp modelId="{38019B00-87D0-4E90-A921-0B45FA26AE75}">
      <dsp:nvSpPr>
        <dsp:cNvPr id="0" name=""/>
        <dsp:cNvSpPr/>
      </dsp:nvSpPr>
      <dsp:spPr>
        <a:xfrm>
          <a:off x="5151459" y="1304235"/>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someone succeeds every 10 minutes</a:t>
          </a:r>
        </a:p>
        <a:p>
          <a:pPr marL="0" lvl="0" indent="0" algn="l" defTabSz="666750">
            <a:lnSpc>
              <a:spcPct val="100000"/>
            </a:lnSpc>
            <a:spcBef>
              <a:spcPct val="0"/>
            </a:spcBef>
            <a:spcAft>
              <a:spcPct val="35000"/>
            </a:spcAft>
            <a:buNone/>
          </a:pPr>
          <a:r>
            <a:rPr lang="en-US" sz="1500" kern="1200"/>
            <a:t>regardless</a:t>
          </a:r>
          <a:r>
            <a:rPr lang="tr-TR" sz="1500" kern="1200"/>
            <a:t> </a:t>
          </a:r>
          <a:r>
            <a:rPr lang="en-US" sz="1500" kern="1200" dirty="0"/>
            <a:t>of miners</a:t>
          </a:r>
          <a:r>
            <a:rPr lang="tr-TR" sz="1500" kern="1200" dirty="0"/>
            <a:t> and computation power of network</a:t>
          </a:r>
          <a:endParaRPr lang="en-US" sz="1500" kern="1200" dirty="0"/>
        </a:p>
      </dsp:txBody>
      <dsp:txXfrm>
        <a:off x="5151459" y="1304235"/>
        <a:ext cx="3619111" cy="1043032"/>
      </dsp:txXfrm>
    </dsp:sp>
    <dsp:sp modelId="{60730AA3-181E-4B57-B80F-6572496B9F64}">
      <dsp:nvSpPr>
        <dsp:cNvPr id="0" name=""/>
        <dsp:cNvSpPr/>
      </dsp:nvSpPr>
      <dsp:spPr>
        <a:xfrm>
          <a:off x="0" y="2608026"/>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D8D4A6-058F-4454-BFF7-CCCD0C06E2D6}">
      <dsp:nvSpPr>
        <dsp:cNvPr id="0" name=""/>
        <dsp:cNvSpPr/>
      </dsp:nvSpPr>
      <dsp:spPr>
        <a:xfrm>
          <a:off x="315517" y="2842708"/>
          <a:ext cx="573667" cy="5736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2CB7A3-CAD4-4E60-A4FA-8DDAC358C1B1}">
      <dsp:nvSpPr>
        <dsp:cNvPr id="0" name=""/>
        <dsp:cNvSpPr/>
      </dsp:nvSpPr>
      <dsp:spPr>
        <a:xfrm>
          <a:off x="1204702" y="2608026"/>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Difficulty</a:t>
          </a:r>
          <a:endParaRPr lang="en-US" sz="2500" kern="1200" dirty="0"/>
        </a:p>
      </dsp:txBody>
      <dsp:txXfrm>
        <a:off x="1204702" y="2608026"/>
        <a:ext cx="3946756" cy="1043032"/>
      </dsp:txXfrm>
    </dsp:sp>
    <dsp:sp modelId="{822FB3CA-B8D7-4F80-A7F7-C3B2F9399344}">
      <dsp:nvSpPr>
        <dsp:cNvPr id="0" name=""/>
        <dsp:cNvSpPr/>
      </dsp:nvSpPr>
      <dsp:spPr>
        <a:xfrm>
          <a:off x="5151459" y="2608026"/>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The difficulty of the processing task</a:t>
          </a:r>
          <a:r>
            <a:rPr lang="tr-TR" sz="1500" kern="1200" dirty="0"/>
            <a:t> </a:t>
          </a:r>
          <a:r>
            <a:rPr lang="en-US" sz="1500" kern="1200" dirty="0"/>
            <a:t>miners must perform</a:t>
          </a:r>
        </a:p>
        <a:p>
          <a:pPr marL="0" lvl="0" indent="0" algn="l" defTabSz="666750">
            <a:lnSpc>
              <a:spcPct val="100000"/>
            </a:lnSpc>
            <a:spcBef>
              <a:spcPct val="0"/>
            </a:spcBef>
            <a:spcAft>
              <a:spcPct val="35000"/>
            </a:spcAft>
            <a:buNone/>
          </a:pPr>
          <a:r>
            <a:rPr lang="en-US" sz="1500" kern="1200"/>
            <a:t>adjusted dynamically</a:t>
          </a:r>
          <a:endParaRPr lang="en-US" sz="1500" kern="1200" dirty="0"/>
        </a:p>
      </dsp:txBody>
      <dsp:txXfrm>
        <a:off x="5151459" y="2608026"/>
        <a:ext cx="3619111" cy="10430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57EBB-2DD8-4745-999A-84B443972DE7}">
      <dsp:nvSpPr>
        <dsp:cNvPr id="0" name=""/>
        <dsp:cNvSpPr/>
      </dsp:nvSpPr>
      <dsp:spPr>
        <a:xfrm>
          <a:off x="637345" y="590146"/>
          <a:ext cx="677080" cy="6770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4D830F-2038-4364-9721-4140978B2BB4}">
      <dsp:nvSpPr>
        <dsp:cNvPr id="0" name=""/>
        <dsp:cNvSpPr/>
      </dsp:nvSpPr>
      <dsp:spPr>
        <a:xfrm>
          <a:off x="8628"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4 years period</a:t>
          </a:r>
          <a:endParaRPr lang="en-US" sz="1800" kern="1200"/>
        </a:p>
      </dsp:txBody>
      <dsp:txXfrm>
        <a:off x="8628" y="1373478"/>
        <a:ext cx="1934515" cy="290177"/>
      </dsp:txXfrm>
    </dsp:sp>
    <dsp:sp modelId="{3E46D3F8-7B66-4DA7-AD42-E2B5A7714744}">
      <dsp:nvSpPr>
        <dsp:cNvPr id="0" name=""/>
        <dsp:cNvSpPr/>
      </dsp:nvSpPr>
      <dsp:spPr>
        <a:xfrm>
          <a:off x="8628"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 protocol halves the rate</a:t>
          </a:r>
        </a:p>
        <a:p>
          <a:pPr marL="0" lvl="0" indent="0" algn="ctr" defTabSz="622300">
            <a:lnSpc>
              <a:spcPct val="100000"/>
            </a:lnSpc>
            <a:spcBef>
              <a:spcPct val="0"/>
            </a:spcBef>
            <a:spcAft>
              <a:spcPct val="35000"/>
            </a:spcAft>
            <a:buNone/>
          </a:pPr>
          <a:r>
            <a:rPr lang="en-US" sz="1400" kern="1200"/>
            <a:t>every </a:t>
          </a:r>
          <a:r>
            <a:rPr lang="en-US" sz="1400" kern="1200" dirty="0"/>
            <a:t>4 years</a:t>
          </a:r>
        </a:p>
        <a:p>
          <a:pPr marL="0" lvl="0" indent="0" algn="ctr" defTabSz="622300">
            <a:lnSpc>
              <a:spcPct val="100000"/>
            </a:lnSpc>
            <a:spcBef>
              <a:spcPct val="0"/>
            </a:spcBef>
            <a:spcAft>
              <a:spcPct val="35000"/>
            </a:spcAft>
            <a:buNone/>
          </a:pPr>
          <a:r>
            <a:rPr lang="en-US" sz="1400" kern="1200"/>
            <a:t>new bitcoin</a:t>
          </a:r>
          <a:r>
            <a:rPr lang="tr-TR" sz="1400" kern="1200"/>
            <a:t>s</a:t>
          </a:r>
          <a:r>
            <a:rPr lang="en-US" sz="1400" kern="1200"/>
            <a:t> are created</a:t>
          </a:r>
        </a:p>
      </dsp:txBody>
      <dsp:txXfrm>
        <a:off x="8628" y="1713074"/>
        <a:ext cx="1934515" cy="1348028"/>
      </dsp:txXfrm>
    </dsp:sp>
    <dsp:sp modelId="{47D785E4-56A9-4456-AEE8-60026B774B67}">
      <dsp:nvSpPr>
        <dsp:cNvPr id="0" name=""/>
        <dsp:cNvSpPr/>
      </dsp:nvSpPr>
      <dsp:spPr>
        <a:xfrm>
          <a:off x="2910401" y="590146"/>
          <a:ext cx="677080" cy="6770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09E795-ACF5-4A64-91AF-C293537A14F6}">
      <dsp:nvSpPr>
        <dsp:cNvPr id="0" name=""/>
        <dsp:cNvSpPr/>
      </dsp:nvSpPr>
      <dsp:spPr>
        <a:xfrm>
          <a:off x="2281683"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21M Coins</a:t>
          </a:r>
          <a:endParaRPr lang="en-US" sz="1800" kern="1200"/>
        </a:p>
      </dsp:txBody>
      <dsp:txXfrm>
        <a:off x="2281683" y="1373478"/>
        <a:ext cx="1934515" cy="290177"/>
      </dsp:txXfrm>
    </dsp:sp>
    <dsp:sp modelId="{C49E999F-2E37-4EA9-A8D7-0CFE09EB3AE5}">
      <dsp:nvSpPr>
        <dsp:cNvPr id="0" name=""/>
        <dsp:cNvSpPr/>
      </dsp:nvSpPr>
      <dsp:spPr>
        <a:xfrm>
          <a:off x="2281683"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 total number of bitcoin</a:t>
          </a:r>
          <a:r>
            <a:rPr lang="tr-TR" sz="1400" kern="1200" dirty="0"/>
            <a:t>s</a:t>
          </a:r>
          <a:endParaRPr lang="en-US" sz="1400" kern="1200" dirty="0"/>
        </a:p>
        <a:p>
          <a:pPr marL="0" lvl="0" indent="0" algn="ctr" defTabSz="622300">
            <a:lnSpc>
              <a:spcPct val="100000"/>
            </a:lnSpc>
            <a:spcBef>
              <a:spcPct val="0"/>
            </a:spcBef>
            <a:spcAft>
              <a:spcPct val="35000"/>
            </a:spcAft>
            <a:buNone/>
          </a:pPr>
          <a:r>
            <a:rPr lang="tr-TR" sz="1400" kern="1200" dirty="0" err="1"/>
            <a:t>to</a:t>
          </a:r>
          <a:r>
            <a:rPr lang="en-US" sz="1400" kern="1200" dirty="0"/>
            <a:t> be created</a:t>
          </a:r>
          <a:r>
            <a:rPr lang="tr-TR" sz="1400" kern="1200" dirty="0"/>
            <a:t> </a:t>
          </a:r>
          <a:r>
            <a:rPr lang="en-US" sz="1400" kern="1200" dirty="0"/>
            <a:t>fixed total</a:t>
          </a:r>
        </a:p>
        <a:p>
          <a:pPr marL="0" lvl="0" indent="0" algn="ctr" defTabSz="622300">
            <a:lnSpc>
              <a:spcPct val="100000"/>
            </a:lnSpc>
            <a:spcBef>
              <a:spcPct val="0"/>
            </a:spcBef>
            <a:spcAft>
              <a:spcPct val="35000"/>
            </a:spcAft>
            <a:buNone/>
          </a:pPr>
          <a:r>
            <a:rPr lang="en-US" sz="1400" kern="1200"/>
            <a:t>just </a:t>
          </a:r>
          <a:r>
            <a:rPr lang="en-US" sz="1400" kern="1200" dirty="0"/>
            <a:t>below 21</a:t>
          </a:r>
          <a:r>
            <a:rPr lang="tr-TR" sz="1400" kern="1200" dirty="0"/>
            <a:t> </a:t>
          </a:r>
          <a:r>
            <a:rPr lang="tr-TR" sz="1400" kern="1200" dirty="0" err="1"/>
            <a:t>million</a:t>
          </a:r>
          <a:r>
            <a:rPr lang="tr-TR" sz="1400" kern="1200" dirty="0"/>
            <a:t> </a:t>
          </a:r>
          <a:r>
            <a:rPr lang="tr-TR" sz="1400" kern="1200" dirty="0" err="1"/>
            <a:t>coins</a:t>
          </a:r>
          <a:endParaRPr lang="en-US" sz="1400" kern="1200" dirty="0"/>
        </a:p>
      </dsp:txBody>
      <dsp:txXfrm>
        <a:off x="2281683" y="1713074"/>
        <a:ext cx="1934515" cy="1348028"/>
      </dsp:txXfrm>
    </dsp:sp>
    <dsp:sp modelId="{783DC34C-8C04-4A6B-9D43-2954A3676793}">
      <dsp:nvSpPr>
        <dsp:cNvPr id="0" name=""/>
        <dsp:cNvSpPr/>
      </dsp:nvSpPr>
      <dsp:spPr>
        <a:xfrm>
          <a:off x="5183456" y="590146"/>
          <a:ext cx="677080" cy="6770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2845AF7-6FC1-4758-983D-4643CB01AEAB}">
      <dsp:nvSpPr>
        <dsp:cNvPr id="0" name=""/>
        <dsp:cNvSpPr/>
      </dsp:nvSpPr>
      <dsp:spPr>
        <a:xfrm>
          <a:off x="4554739"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2140</a:t>
          </a:r>
          <a:endParaRPr lang="en-US" sz="1800" kern="1200"/>
        </a:p>
      </dsp:txBody>
      <dsp:txXfrm>
        <a:off x="4554739" y="1373478"/>
        <a:ext cx="1934515" cy="290177"/>
      </dsp:txXfrm>
    </dsp:sp>
    <dsp:sp modelId="{303624E6-CFC3-4FA2-9852-73171F819F2E}">
      <dsp:nvSpPr>
        <dsp:cNvPr id="0" name=""/>
        <dsp:cNvSpPr/>
      </dsp:nvSpPr>
      <dsp:spPr>
        <a:xfrm>
          <a:off x="4554739"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Bitcoin</a:t>
          </a:r>
          <a:r>
            <a:rPr lang="tr-TR" sz="1400" kern="1200" dirty="0"/>
            <a:t> has </a:t>
          </a:r>
          <a:r>
            <a:rPr lang="en-US" sz="1400" kern="1200" dirty="0"/>
            <a:t>diminishing rate of issuance</a:t>
          </a:r>
        </a:p>
        <a:p>
          <a:pPr marL="0" lvl="0" indent="0" algn="ctr" defTabSz="622300">
            <a:lnSpc>
              <a:spcPct val="100000"/>
            </a:lnSpc>
            <a:spcBef>
              <a:spcPct val="0"/>
            </a:spcBef>
            <a:spcAft>
              <a:spcPct val="35000"/>
            </a:spcAft>
            <a:buNone/>
          </a:pPr>
          <a:r>
            <a:rPr lang="en-US" sz="1400" kern="1200" dirty="0"/>
            <a:t>over the long term</a:t>
          </a:r>
          <a:endParaRPr lang="tr-TR" sz="1400" kern="1200" dirty="0"/>
        </a:p>
        <a:p>
          <a:pPr marL="0" lvl="0" indent="0" algn="ctr" defTabSz="622300">
            <a:lnSpc>
              <a:spcPct val="100000"/>
            </a:lnSpc>
            <a:spcBef>
              <a:spcPct val="0"/>
            </a:spcBef>
            <a:spcAft>
              <a:spcPct val="35000"/>
            </a:spcAft>
            <a:buNone/>
          </a:pPr>
          <a:r>
            <a:rPr lang="tr-TR" sz="1400" kern="1200" dirty="0" err="1"/>
            <a:t>to</a:t>
          </a:r>
          <a:r>
            <a:rPr lang="tr-TR" sz="1400" kern="1200" dirty="0"/>
            <a:t> be </a:t>
          </a:r>
          <a:r>
            <a:rPr lang="tr-TR" sz="1400" kern="1200" dirty="0" err="1"/>
            <a:t>completed</a:t>
          </a:r>
          <a:endParaRPr lang="en-US" sz="1400" kern="1200" dirty="0"/>
        </a:p>
        <a:p>
          <a:pPr marL="0" lvl="0" indent="0" algn="ctr" defTabSz="622300">
            <a:lnSpc>
              <a:spcPct val="100000"/>
            </a:lnSpc>
            <a:spcBef>
              <a:spcPct val="0"/>
            </a:spcBef>
            <a:spcAft>
              <a:spcPct val="35000"/>
            </a:spcAft>
            <a:buNone/>
          </a:pPr>
          <a:r>
            <a:rPr lang="tr-TR" sz="1400" kern="1200"/>
            <a:t>by </a:t>
          </a:r>
          <a:r>
            <a:rPr lang="tr-TR" sz="1400" kern="1200" dirty="0" err="1"/>
            <a:t>the</a:t>
          </a:r>
          <a:r>
            <a:rPr lang="tr-TR" sz="1400" kern="1200" dirty="0"/>
            <a:t> </a:t>
          </a:r>
          <a:r>
            <a:rPr lang="tr-TR" sz="1400" kern="1200" dirty="0" err="1"/>
            <a:t>year</a:t>
          </a:r>
          <a:r>
            <a:rPr lang="tr-TR" sz="1400" kern="1200" dirty="0"/>
            <a:t> 2140</a:t>
          </a:r>
          <a:endParaRPr lang="en-US" sz="1400" kern="1200" dirty="0"/>
        </a:p>
      </dsp:txBody>
      <dsp:txXfrm>
        <a:off x="4554739" y="1713074"/>
        <a:ext cx="1934515" cy="1348028"/>
      </dsp:txXfrm>
    </dsp:sp>
    <dsp:sp modelId="{FB61680E-FA6B-4444-B493-83AE600C7092}">
      <dsp:nvSpPr>
        <dsp:cNvPr id="0" name=""/>
        <dsp:cNvSpPr/>
      </dsp:nvSpPr>
      <dsp:spPr>
        <a:xfrm>
          <a:off x="7456511" y="590146"/>
          <a:ext cx="677080" cy="6770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9D41A7-E36E-4908-A95A-FF13CB877DD3}">
      <dsp:nvSpPr>
        <dsp:cNvPr id="0" name=""/>
        <dsp:cNvSpPr/>
      </dsp:nvSpPr>
      <dsp:spPr>
        <a:xfrm>
          <a:off x="6827794"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Deflationary</a:t>
          </a:r>
          <a:endParaRPr lang="en-US" sz="1800" kern="1200"/>
        </a:p>
      </dsp:txBody>
      <dsp:txXfrm>
        <a:off x="6827794" y="1373478"/>
        <a:ext cx="1934515" cy="290177"/>
      </dsp:txXfrm>
    </dsp:sp>
    <dsp:sp modelId="{A52CE924-69CA-47A7-93E4-AD6DD13BBD18}">
      <dsp:nvSpPr>
        <dsp:cNvPr id="0" name=""/>
        <dsp:cNvSpPr/>
      </dsp:nvSpPr>
      <dsp:spPr>
        <a:xfrm>
          <a:off x="6827794"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Cannot</a:t>
          </a:r>
          <a:r>
            <a:rPr lang="tr-TR" sz="1400" kern="1200"/>
            <a:t> </a:t>
          </a:r>
          <a:r>
            <a:rPr lang="en-US" sz="1400" kern="1200"/>
            <a:t>be inflated by “printing” new money </a:t>
          </a:r>
          <a:endParaRPr lang="tr-TR" sz="1400" kern="1200"/>
        </a:p>
        <a:p>
          <a:pPr marL="0" lvl="0" indent="0" algn="ctr" defTabSz="622300">
            <a:lnSpc>
              <a:spcPct val="100000"/>
            </a:lnSpc>
            <a:spcBef>
              <a:spcPct val="0"/>
            </a:spcBef>
            <a:spcAft>
              <a:spcPct val="35000"/>
            </a:spcAft>
            <a:buNone/>
          </a:pPr>
          <a:r>
            <a:rPr lang="en-US" sz="1400" kern="1200"/>
            <a:t>above and beyond</a:t>
          </a:r>
          <a:r>
            <a:rPr lang="tr-TR" sz="1400" kern="1200"/>
            <a:t> </a:t>
          </a:r>
          <a:r>
            <a:rPr lang="en-US" sz="1400" kern="1200"/>
            <a:t>the expected issuance rate</a:t>
          </a:r>
        </a:p>
      </dsp:txBody>
      <dsp:txXfrm>
        <a:off x="6827794" y="1713074"/>
        <a:ext cx="1934515" cy="134802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0B84C-4821-4B77-BF27-AF77B8131E72}">
      <dsp:nvSpPr>
        <dsp:cNvPr id="0" name=""/>
        <dsp:cNvSpPr/>
      </dsp:nvSpPr>
      <dsp:spPr>
        <a:xfrm>
          <a:off x="1313427" y="90532"/>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876CCE-0C33-4245-94CB-9A0A5EBA1700}">
      <dsp:nvSpPr>
        <dsp:cNvPr id="0" name=""/>
        <dsp:cNvSpPr/>
      </dsp:nvSpPr>
      <dsp:spPr>
        <a:xfrm>
          <a:off x="4033" y="1649868"/>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dirty="0"/>
            <a:t>4 key innovations</a:t>
          </a:r>
          <a:endParaRPr lang="en-US" sz="3600" kern="1200" dirty="0"/>
        </a:p>
      </dsp:txBody>
      <dsp:txXfrm>
        <a:off x="4033" y="1649868"/>
        <a:ext cx="4028906" cy="604335"/>
      </dsp:txXfrm>
    </dsp:sp>
    <dsp:sp modelId="{18A510AA-56D8-4192-A7EA-B7AB27E35607}">
      <dsp:nvSpPr>
        <dsp:cNvPr id="0" name=""/>
        <dsp:cNvSpPr/>
      </dsp:nvSpPr>
      <dsp:spPr>
        <a:xfrm>
          <a:off x="4033" y="2323607"/>
          <a:ext cx="4028906" cy="123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Brought</a:t>
          </a:r>
          <a:r>
            <a:rPr lang="tr-TR" sz="1700" kern="1200"/>
            <a:t> </a:t>
          </a:r>
          <a:r>
            <a:rPr lang="en-US" sz="1700" kern="1200"/>
            <a:t>together</a:t>
          </a:r>
        </a:p>
        <a:p>
          <a:pPr marL="0" lvl="0" indent="0" algn="ctr" defTabSz="755650">
            <a:lnSpc>
              <a:spcPct val="90000"/>
            </a:lnSpc>
            <a:spcBef>
              <a:spcPct val="0"/>
            </a:spcBef>
            <a:spcAft>
              <a:spcPct val="35000"/>
            </a:spcAft>
            <a:buNone/>
          </a:pPr>
          <a:r>
            <a:rPr lang="en-US" sz="1700" kern="1200"/>
            <a:t>A</a:t>
          </a:r>
          <a:r>
            <a:rPr lang="tr-TR" sz="1700" kern="1200"/>
            <a:t> </a:t>
          </a:r>
          <a:r>
            <a:rPr lang="en-US" sz="1700" kern="1200"/>
            <a:t>unique and powerful combination</a:t>
          </a:r>
        </a:p>
      </dsp:txBody>
      <dsp:txXfrm>
        <a:off x="4033" y="2323607"/>
        <a:ext cx="4028906" cy="1237109"/>
      </dsp:txXfrm>
    </dsp:sp>
    <dsp:sp modelId="{D23E9F49-28FD-4828-8652-8AE79DB3096A}">
      <dsp:nvSpPr>
        <dsp:cNvPr id="0" name=""/>
        <dsp:cNvSpPr/>
      </dsp:nvSpPr>
      <dsp:spPr>
        <a:xfrm>
          <a:off x="6047392" y="90532"/>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4EAF06-533B-4E4B-ADD6-8E4EC8D83855}">
      <dsp:nvSpPr>
        <dsp:cNvPr id="0" name=""/>
        <dsp:cNvSpPr/>
      </dsp:nvSpPr>
      <dsp:spPr>
        <a:xfrm>
          <a:off x="4737998" y="1649868"/>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4 key innovations</a:t>
          </a:r>
          <a:endParaRPr lang="en-US" sz="3600" kern="1200"/>
        </a:p>
      </dsp:txBody>
      <dsp:txXfrm>
        <a:off x="4737998" y="1649868"/>
        <a:ext cx="4028906" cy="604335"/>
      </dsp:txXfrm>
    </dsp:sp>
    <dsp:sp modelId="{40F4CDA7-7ED2-45F8-B35D-398DBA71BC48}">
      <dsp:nvSpPr>
        <dsp:cNvPr id="0" name=""/>
        <dsp:cNvSpPr/>
      </dsp:nvSpPr>
      <dsp:spPr>
        <a:xfrm>
          <a:off x="4737998" y="2323607"/>
          <a:ext cx="4028906" cy="123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1. Bitcoin protocol</a:t>
          </a:r>
          <a:endParaRPr lang="en-US" sz="1700" kern="1200"/>
        </a:p>
        <a:p>
          <a:pPr marL="0" lvl="0" indent="0" algn="ctr" defTabSz="755650">
            <a:lnSpc>
              <a:spcPct val="90000"/>
            </a:lnSpc>
            <a:spcBef>
              <a:spcPct val="0"/>
            </a:spcBef>
            <a:spcAft>
              <a:spcPct val="35000"/>
            </a:spcAft>
            <a:buNone/>
          </a:pPr>
          <a:r>
            <a:rPr lang="tr-TR" sz="1700" kern="1200"/>
            <a:t>2. The blockchain</a:t>
          </a:r>
        </a:p>
        <a:p>
          <a:pPr marL="0" lvl="0" indent="0" algn="ctr" defTabSz="755650">
            <a:lnSpc>
              <a:spcPct val="90000"/>
            </a:lnSpc>
            <a:spcBef>
              <a:spcPct val="0"/>
            </a:spcBef>
            <a:spcAft>
              <a:spcPct val="35000"/>
            </a:spcAft>
            <a:buNone/>
          </a:pPr>
          <a:r>
            <a:rPr lang="tr-TR" sz="1700" kern="1200"/>
            <a:t>3. Consensus rules</a:t>
          </a:r>
        </a:p>
        <a:p>
          <a:pPr marL="0" lvl="0" indent="0" algn="ctr" defTabSz="755650">
            <a:lnSpc>
              <a:spcPct val="90000"/>
            </a:lnSpc>
            <a:spcBef>
              <a:spcPct val="0"/>
            </a:spcBef>
            <a:spcAft>
              <a:spcPct val="35000"/>
            </a:spcAft>
            <a:buNone/>
          </a:pPr>
          <a:r>
            <a:rPr lang="tr-TR" sz="1700" kern="1200"/>
            <a:t>4. </a:t>
          </a:r>
          <a:r>
            <a:rPr lang="en-US" sz="1700" kern="1200"/>
            <a:t>Proof-of-Work algorithm </a:t>
          </a:r>
          <a:endParaRPr lang="tr-TR" sz="1700" kern="1200"/>
        </a:p>
      </dsp:txBody>
      <dsp:txXfrm>
        <a:off x="4737998" y="2323607"/>
        <a:ext cx="4028906" cy="123710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DFC8E-19C7-44C2-945D-CE9D2E816F59}">
      <dsp:nvSpPr>
        <dsp:cNvPr id="0" name=""/>
        <dsp:cNvSpPr/>
      </dsp:nvSpPr>
      <dsp:spPr>
        <a:xfrm>
          <a:off x="0" y="2312"/>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42277E-015C-410E-84C0-1586290BC7A2}">
      <dsp:nvSpPr>
        <dsp:cNvPr id="0" name=""/>
        <dsp:cNvSpPr/>
      </dsp:nvSpPr>
      <dsp:spPr>
        <a:xfrm>
          <a:off x="354561" y="266036"/>
          <a:ext cx="644657" cy="644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7DA060-2586-4050-B737-674D860A4129}">
      <dsp:nvSpPr>
        <dsp:cNvPr id="0" name=""/>
        <dsp:cNvSpPr/>
      </dsp:nvSpPr>
      <dsp:spPr>
        <a:xfrm>
          <a:off x="1353781" y="2312"/>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1. </a:t>
          </a:r>
          <a:r>
            <a:rPr lang="en-US" sz="2200" kern="1200" dirty="0"/>
            <a:t>The</a:t>
          </a:r>
          <a:r>
            <a:rPr lang="tr-TR" sz="2200" kern="1200" dirty="0"/>
            <a:t> </a:t>
          </a:r>
          <a:r>
            <a:rPr lang="en-US" sz="2200" kern="1200" dirty="0"/>
            <a:t>bitcoin protocol </a:t>
          </a:r>
        </a:p>
      </dsp:txBody>
      <dsp:txXfrm>
        <a:off x="1353781" y="2312"/>
        <a:ext cx="3234690" cy="1172105"/>
      </dsp:txXfrm>
    </dsp:sp>
    <dsp:sp modelId="{D1BE7255-5E39-48C1-911E-61F06FBA66C5}">
      <dsp:nvSpPr>
        <dsp:cNvPr id="0" name=""/>
        <dsp:cNvSpPr/>
      </dsp:nvSpPr>
      <dsp:spPr>
        <a:xfrm>
          <a:off x="4588471" y="2312"/>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a:t>A decentralized peer-to-peer network</a:t>
          </a:r>
        </a:p>
      </dsp:txBody>
      <dsp:txXfrm>
        <a:off x="4588471" y="2312"/>
        <a:ext cx="2599728" cy="1172105"/>
      </dsp:txXfrm>
    </dsp:sp>
    <dsp:sp modelId="{6E8A1719-16AB-4688-A5AD-DDF766C871C2}">
      <dsp:nvSpPr>
        <dsp:cNvPr id="0" name=""/>
        <dsp:cNvSpPr/>
      </dsp:nvSpPr>
      <dsp:spPr>
        <a:xfrm>
          <a:off x="0" y="1467444"/>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7F247F-AF03-492B-B1B1-A2462B4D2E88}">
      <dsp:nvSpPr>
        <dsp:cNvPr id="0" name=""/>
        <dsp:cNvSpPr/>
      </dsp:nvSpPr>
      <dsp:spPr>
        <a:xfrm>
          <a:off x="354561" y="1731167"/>
          <a:ext cx="644657" cy="644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E4CCD4-EA09-4DF2-8235-446435336118}">
      <dsp:nvSpPr>
        <dsp:cNvPr id="0" name=""/>
        <dsp:cNvSpPr/>
      </dsp:nvSpPr>
      <dsp:spPr>
        <a:xfrm>
          <a:off x="1353781" y="1467444"/>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2. </a:t>
          </a:r>
          <a:r>
            <a:rPr lang="en-US" sz="2200" kern="1200" dirty="0"/>
            <a:t>The</a:t>
          </a:r>
          <a:r>
            <a:rPr lang="tr-TR" sz="2200" kern="1200" dirty="0"/>
            <a:t> </a:t>
          </a:r>
          <a:r>
            <a:rPr lang="en-US" sz="2200" kern="1200" dirty="0"/>
            <a:t>blockchain </a:t>
          </a:r>
        </a:p>
      </dsp:txBody>
      <dsp:txXfrm>
        <a:off x="1353781" y="1467444"/>
        <a:ext cx="3234690" cy="1172105"/>
      </dsp:txXfrm>
    </dsp:sp>
    <dsp:sp modelId="{6BA7DA27-03DB-401B-9FEA-66C00D2C9B0B}">
      <dsp:nvSpPr>
        <dsp:cNvPr id="0" name=""/>
        <dsp:cNvSpPr/>
      </dsp:nvSpPr>
      <dsp:spPr>
        <a:xfrm>
          <a:off x="4588471" y="1467444"/>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a:t>A public transaction ledger</a:t>
          </a:r>
        </a:p>
      </dsp:txBody>
      <dsp:txXfrm>
        <a:off x="4588471" y="1467444"/>
        <a:ext cx="2599728" cy="1172105"/>
      </dsp:txXfrm>
    </dsp:sp>
    <dsp:sp modelId="{D7BFDCC8-C617-4934-8784-D8E1070BEBF5}">
      <dsp:nvSpPr>
        <dsp:cNvPr id="0" name=""/>
        <dsp:cNvSpPr/>
      </dsp:nvSpPr>
      <dsp:spPr>
        <a:xfrm>
          <a:off x="0" y="2932575"/>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E192F-1D44-4158-943C-F8E5EAD3AFA1}">
      <dsp:nvSpPr>
        <dsp:cNvPr id="0" name=""/>
        <dsp:cNvSpPr/>
      </dsp:nvSpPr>
      <dsp:spPr>
        <a:xfrm>
          <a:off x="354561" y="3196299"/>
          <a:ext cx="644657" cy="644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BFE174-F896-49E9-9874-87E7A243FC7B}">
      <dsp:nvSpPr>
        <dsp:cNvPr id="0" name=""/>
        <dsp:cNvSpPr/>
      </dsp:nvSpPr>
      <dsp:spPr>
        <a:xfrm>
          <a:off x="1353781" y="2932575"/>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3. </a:t>
          </a:r>
          <a:r>
            <a:rPr lang="en-US" sz="2200" kern="1200" dirty="0"/>
            <a:t>Consensus</a:t>
          </a:r>
          <a:r>
            <a:rPr lang="tr-TR" sz="2200" kern="1200" dirty="0"/>
            <a:t> </a:t>
          </a:r>
          <a:r>
            <a:rPr lang="en-US" sz="2200" kern="1200" dirty="0"/>
            <a:t>rules </a:t>
          </a:r>
        </a:p>
      </dsp:txBody>
      <dsp:txXfrm>
        <a:off x="1353781" y="2932575"/>
        <a:ext cx="3234690" cy="1172105"/>
      </dsp:txXfrm>
    </dsp:sp>
    <dsp:sp modelId="{313BD5C5-783D-42B2-B3CF-5023B2DE37E1}">
      <dsp:nvSpPr>
        <dsp:cNvPr id="0" name=""/>
        <dsp:cNvSpPr/>
      </dsp:nvSpPr>
      <dsp:spPr>
        <a:xfrm>
          <a:off x="4588471" y="2932575"/>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dirty="0"/>
            <a:t>A set of rules for independent transaction validation and currency issuance</a:t>
          </a:r>
        </a:p>
      </dsp:txBody>
      <dsp:txXfrm>
        <a:off x="4588471" y="2932575"/>
        <a:ext cx="2599728" cy="1172105"/>
      </dsp:txXfrm>
    </dsp:sp>
    <dsp:sp modelId="{8B802541-AE1A-445C-B957-B41BD9B870CE}">
      <dsp:nvSpPr>
        <dsp:cNvPr id="0" name=""/>
        <dsp:cNvSpPr/>
      </dsp:nvSpPr>
      <dsp:spPr>
        <a:xfrm>
          <a:off x="0" y="4397707"/>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DDB11A-0AE6-471F-9AAE-88D52E59FF53}">
      <dsp:nvSpPr>
        <dsp:cNvPr id="0" name=""/>
        <dsp:cNvSpPr/>
      </dsp:nvSpPr>
      <dsp:spPr>
        <a:xfrm>
          <a:off x="354561" y="4661430"/>
          <a:ext cx="644657" cy="644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D764DE-B041-4BD5-B90B-9B5686A7FBE4}">
      <dsp:nvSpPr>
        <dsp:cNvPr id="0" name=""/>
        <dsp:cNvSpPr/>
      </dsp:nvSpPr>
      <dsp:spPr>
        <a:xfrm>
          <a:off x="1353781" y="4397707"/>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4. </a:t>
          </a:r>
          <a:r>
            <a:rPr lang="en-US" sz="2200" kern="1200" dirty="0"/>
            <a:t>Proof-of-Work algorithm </a:t>
          </a:r>
        </a:p>
      </dsp:txBody>
      <dsp:txXfrm>
        <a:off x="1353781" y="4397707"/>
        <a:ext cx="3234690" cy="1172105"/>
      </dsp:txXfrm>
    </dsp:sp>
    <dsp:sp modelId="{A049CFDE-0089-47EE-AAEB-D33D4E5BE5FA}">
      <dsp:nvSpPr>
        <dsp:cNvPr id="0" name=""/>
        <dsp:cNvSpPr/>
      </dsp:nvSpPr>
      <dsp:spPr>
        <a:xfrm>
          <a:off x="4588471" y="4397707"/>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dirty="0"/>
            <a:t>A mechanism for reaching global decentralized consensus on the valid blockchain</a:t>
          </a:r>
        </a:p>
      </dsp:txBody>
      <dsp:txXfrm>
        <a:off x="4588471" y="4397707"/>
        <a:ext cx="2599728" cy="117210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F2B37-6FDB-4964-BDE1-FAF22D824A0B}">
      <dsp:nvSpPr>
        <dsp:cNvPr id="0" name=""/>
        <dsp:cNvSpPr/>
      </dsp:nvSpPr>
      <dsp:spPr>
        <a:xfrm>
          <a:off x="402818" y="1023958"/>
          <a:ext cx="2951702" cy="19186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tr-TR" sz="2100" kern="1200" dirty="0"/>
            <a:t>Internet </a:t>
          </a:r>
          <a:r>
            <a:rPr lang="en-US" sz="2100" kern="1200" dirty="0"/>
            <a:t>of money </a:t>
          </a:r>
        </a:p>
      </dsp:txBody>
      <dsp:txXfrm>
        <a:off x="496477" y="1117617"/>
        <a:ext cx="2764384" cy="1731288"/>
      </dsp:txXfrm>
    </dsp:sp>
    <dsp:sp modelId="{2956CFA6-6D24-4AA3-AB19-0B47B83169C2}">
      <dsp:nvSpPr>
        <dsp:cNvPr id="0" name=""/>
        <dsp:cNvSpPr/>
      </dsp:nvSpPr>
      <dsp:spPr>
        <a:xfrm>
          <a:off x="1878669" y="355500"/>
          <a:ext cx="3255522" cy="3255522"/>
        </a:xfrm>
        <a:custGeom>
          <a:avLst/>
          <a:gdLst/>
          <a:ahLst/>
          <a:cxnLst/>
          <a:rect l="0" t="0" r="0" b="0"/>
          <a:pathLst>
            <a:path>
              <a:moveTo>
                <a:pt x="328387" y="647335"/>
              </a:moveTo>
              <a:arcTo wR="1627761" hR="1627761" stAng="13022154" swAng="6355693"/>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30AFC04-8875-48ED-8DC5-3979BC43D81B}">
      <dsp:nvSpPr>
        <dsp:cNvPr id="0" name=""/>
        <dsp:cNvSpPr/>
      </dsp:nvSpPr>
      <dsp:spPr>
        <a:xfrm>
          <a:off x="3658340" y="1023958"/>
          <a:ext cx="2951702" cy="1918606"/>
        </a:xfrm>
        <a:prstGeom prst="roundRect">
          <a:avLst/>
        </a:prstGeom>
        <a:solidFill>
          <a:schemeClr val="accent2">
            <a:hueOff val="-7407870"/>
            <a:satOff val="-2749"/>
            <a:lumOff val="627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A</a:t>
          </a:r>
          <a:r>
            <a:rPr lang="tr-TR" sz="2100" kern="1200" dirty="0"/>
            <a:t> </a:t>
          </a:r>
          <a:r>
            <a:rPr lang="en-US" sz="2100" kern="1200" dirty="0"/>
            <a:t>network</a:t>
          </a:r>
        </a:p>
        <a:p>
          <a:pPr marL="171450" lvl="1" indent="-171450" algn="l" defTabSz="711200">
            <a:lnSpc>
              <a:spcPct val="90000"/>
            </a:lnSpc>
            <a:spcBef>
              <a:spcPct val="0"/>
            </a:spcBef>
            <a:spcAft>
              <a:spcPct val="15000"/>
            </a:spcAft>
            <a:buChar char="•"/>
          </a:pPr>
          <a:r>
            <a:rPr lang="en-US" sz="1600" kern="1200"/>
            <a:t>for </a:t>
          </a:r>
          <a:r>
            <a:rPr lang="en-US" sz="1600" kern="1200" dirty="0"/>
            <a:t>propagating</a:t>
          </a:r>
          <a:r>
            <a:rPr lang="tr-TR" sz="1600" kern="1200" dirty="0"/>
            <a:t> </a:t>
          </a:r>
          <a:r>
            <a:rPr lang="en-US" sz="1600" kern="1200"/>
            <a:t>value and securing the ownership of digital assets </a:t>
          </a:r>
        </a:p>
        <a:p>
          <a:pPr marL="171450" lvl="1" indent="-171450" algn="l" defTabSz="711200">
            <a:lnSpc>
              <a:spcPct val="90000"/>
            </a:lnSpc>
            <a:spcBef>
              <a:spcPct val="0"/>
            </a:spcBef>
            <a:spcAft>
              <a:spcPct val="15000"/>
            </a:spcAft>
            <a:buChar char="•"/>
          </a:pPr>
          <a:r>
            <a:rPr lang="en-US" sz="1600" kern="1200" dirty="0"/>
            <a:t>via distributed computation</a:t>
          </a:r>
        </a:p>
      </dsp:txBody>
      <dsp:txXfrm>
        <a:off x="3751999" y="1117617"/>
        <a:ext cx="2764384" cy="1731288"/>
      </dsp:txXfrm>
    </dsp:sp>
    <dsp:sp modelId="{3209BC1A-9CB7-4A02-9B97-7583F7CFDF9F}">
      <dsp:nvSpPr>
        <dsp:cNvPr id="0" name=""/>
        <dsp:cNvSpPr/>
      </dsp:nvSpPr>
      <dsp:spPr>
        <a:xfrm>
          <a:off x="1878669" y="355500"/>
          <a:ext cx="3255522" cy="3255522"/>
        </a:xfrm>
        <a:custGeom>
          <a:avLst/>
          <a:gdLst/>
          <a:ahLst/>
          <a:cxnLst/>
          <a:rect l="0" t="0" r="0" b="0"/>
          <a:pathLst>
            <a:path>
              <a:moveTo>
                <a:pt x="2927134" y="2608186"/>
              </a:moveTo>
              <a:arcTo wR="1627761" hR="1627761" stAng="2222154" swAng="6355693"/>
            </a:path>
          </a:pathLst>
        </a:custGeom>
        <a:noFill/>
        <a:ln w="9525" cap="flat" cmpd="sng" algn="ctr">
          <a:solidFill>
            <a:schemeClr val="accent2">
              <a:hueOff val="-7407870"/>
              <a:satOff val="-2749"/>
              <a:lumOff val="6275"/>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94D0A-160A-41AB-A7DA-4A2EB5F2846D}">
      <dsp:nvSpPr>
        <dsp:cNvPr id="0" name=""/>
        <dsp:cNvSpPr/>
      </dsp:nvSpPr>
      <dsp:spPr>
        <a:xfrm>
          <a:off x="391358"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tr-TR" sz="2000" kern="1200" dirty="0"/>
            <a:t>1997</a:t>
          </a:r>
          <a:endParaRPr lang="en-US" sz="2000" kern="1200" dirty="0"/>
        </a:p>
      </dsp:txBody>
      <dsp:txXfrm>
        <a:off x="391358" y="2514228"/>
        <a:ext cx="3085623" cy="529064"/>
      </dsp:txXfrm>
    </dsp:sp>
    <dsp:sp modelId="{72AF92B3-D71C-4E23-91BB-E58C8CCAA407}">
      <dsp:nvSpPr>
        <dsp:cNvPr id="0" name=""/>
        <dsp:cNvSpPr/>
      </dsp:nvSpPr>
      <dsp:spPr>
        <a:xfrm>
          <a:off x="0" y="2247354"/>
          <a:ext cx="11582400" cy="18727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766EB7-AAE0-434A-914E-8BF14D766A86}">
      <dsp:nvSpPr>
        <dsp:cNvPr id="0" name=""/>
        <dsp:cNvSpPr/>
      </dsp:nvSpPr>
      <dsp:spPr>
        <a:xfrm>
          <a:off x="237077" y="798279"/>
          <a:ext cx="3394186" cy="65313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defRPr b="1"/>
          </a:pPr>
          <a:r>
            <a:rPr lang="en-US" sz="1500" kern="1200" dirty="0" err="1"/>
            <a:t>HashCash</a:t>
          </a:r>
          <a:r>
            <a:rPr lang="tr-TR" sz="1500" kern="1200" dirty="0"/>
            <a:t>, 1997, </a:t>
          </a:r>
          <a:r>
            <a:rPr lang="tr-TR" sz="1500" b="0" i="0" kern="1200" dirty="0">
              <a:hlinkClick xmlns:r="http://schemas.openxmlformats.org/officeDocument/2006/relationships" r:id="rId1"/>
            </a:rPr>
            <a:t>Adam Back</a:t>
          </a:r>
          <a:endParaRPr lang="en-US" sz="1500" kern="1200" dirty="0"/>
        </a:p>
      </dsp:txBody>
      <dsp:txXfrm>
        <a:off x="237077" y="798279"/>
        <a:ext cx="3394186" cy="653137"/>
      </dsp:txXfrm>
    </dsp:sp>
    <dsp:sp modelId="{C9F59CD9-BEB9-4C8C-85A4-0974E55852C8}">
      <dsp:nvSpPr>
        <dsp:cNvPr id="0" name=""/>
        <dsp:cNvSpPr/>
      </dsp:nvSpPr>
      <dsp:spPr>
        <a:xfrm>
          <a:off x="1934170" y="1451416"/>
          <a:ext cx="0" cy="795938"/>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774C82A-9E17-46D5-AD17-7F107D80FB32}">
      <dsp:nvSpPr>
        <dsp:cNvPr id="0" name=""/>
        <dsp:cNvSpPr/>
      </dsp:nvSpPr>
      <dsp:spPr>
        <a:xfrm>
          <a:off x="2319873" y="1638696"/>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tr-TR" sz="2000" kern="1200"/>
            <a:t>1998</a:t>
          </a:r>
          <a:endParaRPr lang="en-US" sz="2000" kern="1200" dirty="0"/>
        </a:p>
      </dsp:txBody>
      <dsp:txXfrm>
        <a:off x="2319873" y="1638696"/>
        <a:ext cx="3085623" cy="529064"/>
      </dsp:txXfrm>
    </dsp:sp>
    <dsp:sp modelId="{3A3718BD-5740-4434-B8C7-F400192F0B2F}">
      <dsp:nvSpPr>
        <dsp:cNvPr id="0" name=""/>
        <dsp:cNvSpPr/>
      </dsp:nvSpPr>
      <dsp:spPr>
        <a:xfrm>
          <a:off x="2165592" y="3230572"/>
          <a:ext cx="3394186" cy="714369"/>
        </a:xfrm>
        <a:prstGeom prst="rect">
          <a:avLst/>
        </a:prstGeom>
        <a:solidFill>
          <a:schemeClr val="accent5">
            <a:tint val="40000"/>
            <a:alpha val="90000"/>
            <a:hueOff val="869005"/>
            <a:satOff val="-9859"/>
            <a:lumOff val="-1001"/>
            <a:alphaOff val="0"/>
          </a:schemeClr>
        </a:solidFill>
        <a:ln w="12700" cap="flat" cmpd="sng" algn="ctr">
          <a:solidFill>
            <a:schemeClr val="accent5">
              <a:tint val="40000"/>
              <a:alpha val="90000"/>
              <a:hueOff val="869005"/>
              <a:satOff val="-9859"/>
              <a:lumOff val="-1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b-money</a:t>
          </a:r>
          <a:r>
            <a:rPr lang="tr-TR" sz="1500" kern="1200" dirty="0"/>
            <a:t>, </a:t>
          </a:r>
          <a:r>
            <a:rPr lang="tr-TR" sz="1500" b="0" i="0" kern="1200" dirty="0"/>
            <a:t>1998, by computer scientist </a:t>
          </a:r>
          <a:r>
            <a:rPr lang="tr-TR" sz="1500" b="0" i="0" kern="1200" dirty="0">
              <a:hlinkClick xmlns:r="http://schemas.openxmlformats.org/officeDocument/2006/relationships" r:id="rId2"/>
            </a:rPr>
            <a:t>Wei Dai</a:t>
          </a:r>
          <a:endParaRPr lang="en-US" sz="1500" kern="1200" dirty="0"/>
        </a:p>
      </dsp:txBody>
      <dsp:txXfrm>
        <a:off x="2165592" y="3230572"/>
        <a:ext cx="3394186" cy="714369"/>
      </dsp:txXfrm>
    </dsp:sp>
    <dsp:sp modelId="{5DA65184-6B4E-4E60-85C5-C5081BD670A2}">
      <dsp:nvSpPr>
        <dsp:cNvPr id="0" name=""/>
        <dsp:cNvSpPr/>
      </dsp:nvSpPr>
      <dsp:spPr>
        <a:xfrm>
          <a:off x="3862685" y="2434634"/>
          <a:ext cx="0" cy="795938"/>
        </a:xfrm>
        <a:prstGeom prst="line">
          <a:avLst/>
        </a:prstGeom>
        <a:solidFill>
          <a:schemeClr val="accent5">
            <a:hueOff val="800431"/>
            <a:satOff val="-10611"/>
            <a:lumOff val="-3333"/>
            <a:alphaOff val="0"/>
          </a:schemeClr>
        </a:solidFill>
        <a:ln w="6350" cap="flat" cmpd="sng" algn="ctr">
          <a:solidFill>
            <a:schemeClr val="accent5">
              <a:hueOff val="800431"/>
              <a:satOff val="-10611"/>
              <a:lumOff val="-3333"/>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4AE1E8A7-9AD3-4501-B0EA-3C938029565A}">
      <dsp:nvSpPr>
        <dsp:cNvPr id="0" name=""/>
        <dsp:cNvSpPr/>
      </dsp:nvSpPr>
      <dsp:spPr>
        <a:xfrm>
          <a:off x="1875645"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F515ABF1-8677-4851-B49F-7A12EDA7A181}">
      <dsp:nvSpPr>
        <dsp:cNvPr id="0" name=""/>
        <dsp:cNvSpPr/>
      </dsp:nvSpPr>
      <dsp:spPr>
        <a:xfrm>
          <a:off x="3804160"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CA70FD10-4B2F-4024-B9A4-93F5B9A6C93A}">
      <dsp:nvSpPr>
        <dsp:cNvPr id="0" name=""/>
        <dsp:cNvSpPr/>
      </dsp:nvSpPr>
      <dsp:spPr>
        <a:xfrm>
          <a:off x="4248388"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2008</a:t>
          </a:r>
        </a:p>
      </dsp:txBody>
      <dsp:txXfrm>
        <a:off x="4248388" y="2514228"/>
        <a:ext cx="3085623" cy="529064"/>
      </dsp:txXfrm>
    </dsp:sp>
    <dsp:sp modelId="{506E1F4B-8609-4868-B127-6DB5D347E5D6}">
      <dsp:nvSpPr>
        <dsp:cNvPr id="0" name=""/>
        <dsp:cNvSpPr/>
      </dsp:nvSpPr>
      <dsp:spPr>
        <a:xfrm>
          <a:off x="4094106" y="328836"/>
          <a:ext cx="3394186" cy="1122580"/>
        </a:xfrm>
        <a:prstGeom prst="rect">
          <a:avLst/>
        </a:prstGeom>
        <a:solidFill>
          <a:schemeClr val="accent5">
            <a:tint val="40000"/>
            <a:alpha val="90000"/>
            <a:hueOff val="1738010"/>
            <a:satOff val="-19717"/>
            <a:lumOff val="-2002"/>
            <a:alphaOff val="0"/>
          </a:schemeClr>
        </a:solidFill>
        <a:ln w="12700" cap="flat" cmpd="sng" algn="ctr">
          <a:solidFill>
            <a:schemeClr val="accent5">
              <a:tint val="40000"/>
              <a:alpha val="90000"/>
              <a:hueOff val="1738010"/>
              <a:satOff val="-19717"/>
              <a:lumOff val="-20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tr-TR" sz="1500" kern="1200" dirty="0"/>
            <a:t>Bitcoin is invented</a:t>
          </a:r>
          <a:endParaRPr lang="en-US" sz="1500" kern="1200" dirty="0"/>
        </a:p>
        <a:p>
          <a:pPr marL="114300" lvl="1" indent="-114300" algn="l" defTabSz="533400">
            <a:lnSpc>
              <a:spcPct val="90000"/>
            </a:lnSpc>
            <a:spcBef>
              <a:spcPct val="0"/>
            </a:spcBef>
            <a:spcAft>
              <a:spcPct val="15000"/>
            </a:spcAft>
            <a:buChar char="•"/>
          </a:pPr>
          <a:r>
            <a:rPr lang="en-US" sz="1200" kern="1200" dirty="0"/>
            <a:t>publication of a </a:t>
          </a:r>
          <a:r>
            <a:rPr lang="tr-TR" sz="1200" kern="1200" dirty="0"/>
            <a:t>white </a:t>
          </a:r>
          <a:r>
            <a:rPr lang="en-US" sz="1200" kern="1200" dirty="0"/>
            <a:t>paper</a:t>
          </a:r>
        </a:p>
        <a:p>
          <a:pPr marL="114300" lvl="1" indent="-114300" algn="l" defTabSz="533400">
            <a:lnSpc>
              <a:spcPct val="90000"/>
            </a:lnSpc>
            <a:spcBef>
              <a:spcPct val="0"/>
            </a:spcBef>
            <a:spcAft>
              <a:spcPct val="15000"/>
            </a:spcAft>
            <a:buChar char="•"/>
          </a:pPr>
          <a:r>
            <a:rPr lang="en-US" sz="1200" kern="1200" dirty="0"/>
            <a:t>“Bitcoin: A </a:t>
          </a:r>
          <a:r>
            <a:rPr lang="en-US" sz="1200" kern="1200" dirty="0" err="1"/>
            <a:t>Peerto</a:t>
          </a:r>
          <a:r>
            <a:rPr lang="en-US" sz="1200" kern="1200" dirty="0"/>
            <a:t>-Peer Electronic Cash System,” written under the alias of Satoshi Nakamoto</a:t>
          </a:r>
        </a:p>
      </dsp:txBody>
      <dsp:txXfrm>
        <a:off x="4094106" y="328836"/>
        <a:ext cx="3394186" cy="1122580"/>
      </dsp:txXfrm>
    </dsp:sp>
    <dsp:sp modelId="{F09B77CD-A485-4C52-97EC-30E12EFC4ABF}">
      <dsp:nvSpPr>
        <dsp:cNvPr id="0" name=""/>
        <dsp:cNvSpPr/>
      </dsp:nvSpPr>
      <dsp:spPr>
        <a:xfrm>
          <a:off x="5791200" y="1451416"/>
          <a:ext cx="0" cy="795938"/>
        </a:xfrm>
        <a:prstGeom prst="line">
          <a:avLst/>
        </a:prstGeom>
        <a:solidFill>
          <a:schemeClr val="accent5">
            <a:hueOff val="1600863"/>
            <a:satOff val="-21221"/>
            <a:lumOff val="-6666"/>
            <a:alphaOff val="0"/>
          </a:schemeClr>
        </a:solidFill>
        <a:ln w="6350" cap="flat" cmpd="sng" algn="ctr">
          <a:solidFill>
            <a:schemeClr val="accent5">
              <a:hueOff val="1600863"/>
              <a:satOff val="-21221"/>
              <a:lumOff val="-6666"/>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A97B8E8B-C126-438B-B725-CCBDCB50472F}">
      <dsp:nvSpPr>
        <dsp:cNvPr id="0" name=""/>
        <dsp:cNvSpPr/>
      </dsp:nvSpPr>
      <dsp:spPr>
        <a:xfrm>
          <a:off x="6176902" y="1638696"/>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2009</a:t>
          </a:r>
        </a:p>
      </dsp:txBody>
      <dsp:txXfrm>
        <a:off x="6176902" y="1638696"/>
        <a:ext cx="3085623" cy="529064"/>
      </dsp:txXfrm>
    </dsp:sp>
    <dsp:sp modelId="{2813CF06-C92D-4641-8F07-C925E967943A}">
      <dsp:nvSpPr>
        <dsp:cNvPr id="0" name=""/>
        <dsp:cNvSpPr/>
      </dsp:nvSpPr>
      <dsp:spPr>
        <a:xfrm>
          <a:off x="6054696" y="3054108"/>
          <a:ext cx="3394186" cy="1428738"/>
        </a:xfrm>
        <a:prstGeom prst="rect">
          <a:avLst/>
        </a:prstGeom>
        <a:solidFill>
          <a:schemeClr val="accent5">
            <a:tint val="40000"/>
            <a:alpha val="90000"/>
            <a:hueOff val="2607015"/>
            <a:satOff val="-29576"/>
            <a:lumOff val="-3003"/>
            <a:alphaOff val="0"/>
          </a:schemeClr>
        </a:solidFill>
        <a:ln w="12700" cap="flat" cmpd="sng" algn="ctr">
          <a:solidFill>
            <a:schemeClr val="accent5">
              <a:tint val="40000"/>
              <a:alpha val="90000"/>
              <a:hueOff val="2607015"/>
              <a:satOff val="-29576"/>
              <a:lumOff val="-300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The bitcoin network started in 2009</a:t>
          </a:r>
        </a:p>
        <a:p>
          <a:pPr marL="0" lvl="0" indent="0" algn="l" defTabSz="666750">
            <a:lnSpc>
              <a:spcPct val="90000"/>
            </a:lnSpc>
            <a:spcBef>
              <a:spcPct val="0"/>
            </a:spcBef>
            <a:spcAft>
              <a:spcPct val="35000"/>
            </a:spcAft>
            <a:buNone/>
          </a:pPr>
          <a:r>
            <a:rPr lang="en-US" sz="1500" kern="1200" dirty="0"/>
            <a:t>Proof-of-Work algorithm (mining) that provides security and resilience for bitcoin has increased in power exponentially</a:t>
          </a:r>
        </a:p>
      </dsp:txBody>
      <dsp:txXfrm>
        <a:off x="6054696" y="3054108"/>
        <a:ext cx="3394186" cy="1428738"/>
      </dsp:txXfrm>
    </dsp:sp>
    <dsp:sp modelId="{0B6D4C85-A3D8-4503-A097-DD0648C3919D}">
      <dsp:nvSpPr>
        <dsp:cNvPr id="0" name=""/>
        <dsp:cNvSpPr/>
      </dsp:nvSpPr>
      <dsp:spPr>
        <a:xfrm>
          <a:off x="7719714" y="2434634"/>
          <a:ext cx="0" cy="795938"/>
        </a:xfrm>
        <a:prstGeom prst="line">
          <a:avLst/>
        </a:prstGeom>
        <a:solidFill>
          <a:schemeClr val="accent5">
            <a:hueOff val="2401294"/>
            <a:satOff val="-31832"/>
            <a:lumOff val="-10000"/>
            <a:alphaOff val="0"/>
          </a:schemeClr>
        </a:solidFill>
        <a:ln w="6350" cap="flat" cmpd="sng" algn="ctr">
          <a:solidFill>
            <a:schemeClr val="accent5">
              <a:hueOff val="2401294"/>
              <a:satOff val="-31832"/>
              <a:lumOff val="-1000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DECC735-7B58-4CAA-8919-D114A4FDBD83}">
      <dsp:nvSpPr>
        <dsp:cNvPr id="0" name=""/>
        <dsp:cNvSpPr/>
      </dsp:nvSpPr>
      <dsp:spPr>
        <a:xfrm>
          <a:off x="5732675"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43E07A81-50A3-49ED-9C8B-3120B57E7C05}">
      <dsp:nvSpPr>
        <dsp:cNvPr id="0" name=""/>
        <dsp:cNvSpPr/>
      </dsp:nvSpPr>
      <dsp:spPr>
        <a:xfrm>
          <a:off x="7661189"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79EC8B7E-7CC2-4F3F-B51E-DD489337477D}">
      <dsp:nvSpPr>
        <dsp:cNvPr id="0" name=""/>
        <dsp:cNvSpPr/>
      </dsp:nvSpPr>
      <dsp:spPr>
        <a:xfrm>
          <a:off x="8105417"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Apr. 2011</a:t>
          </a:r>
        </a:p>
      </dsp:txBody>
      <dsp:txXfrm>
        <a:off x="8105417" y="2514228"/>
        <a:ext cx="3085623" cy="529064"/>
      </dsp:txXfrm>
    </dsp:sp>
    <dsp:sp modelId="{8A64315D-D16E-4489-BF20-CE65BEF1949F}">
      <dsp:nvSpPr>
        <dsp:cNvPr id="0" name=""/>
        <dsp:cNvSpPr/>
      </dsp:nvSpPr>
      <dsp:spPr>
        <a:xfrm>
          <a:off x="7951136" y="226783"/>
          <a:ext cx="3394186" cy="1224632"/>
        </a:xfrm>
        <a:prstGeom prst="rect">
          <a:avLst/>
        </a:prstGeom>
        <a:solidFill>
          <a:schemeClr val="accent5">
            <a:tint val="40000"/>
            <a:alpha val="90000"/>
            <a:hueOff val="3476020"/>
            <a:satOff val="-39435"/>
            <a:lumOff val="-4004"/>
            <a:alphaOff val="0"/>
          </a:schemeClr>
        </a:solidFill>
        <a:ln w="12700" cap="flat" cmpd="sng" algn="ctr">
          <a:solidFill>
            <a:schemeClr val="accent5">
              <a:tint val="40000"/>
              <a:alpha val="90000"/>
              <a:hueOff val="3476020"/>
              <a:satOff val="-39435"/>
              <a:lumOff val="-40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Satoshi Nakamoto withdrew from the public</a:t>
          </a:r>
        </a:p>
        <a:p>
          <a:pPr marL="0" lvl="0" indent="0" algn="l" defTabSz="666750">
            <a:lnSpc>
              <a:spcPct val="90000"/>
            </a:lnSpc>
            <a:spcBef>
              <a:spcPct val="0"/>
            </a:spcBef>
            <a:spcAft>
              <a:spcPct val="35000"/>
            </a:spcAft>
            <a:buNone/>
          </a:pPr>
          <a:r>
            <a:rPr lang="en-US" sz="1500" kern="1200" dirty="0"/>
            <a:t>developing the code and network to a group of volunteers</a:t>
          </a:r>
        </a:p>
      </dsp:txBody>
      <dsp:txXfrm>
        <a:off x="7951136" y="226783"/>
        <a:ext cx="3394186" cy="1224632"/>
      </dsp:txXfrm>
    </dsp:sp>
    <dsp:sp modelId="{99F034EF-1820-4B93-BC2B-D47284E5E62F}">
      <dsp:nvSpPr>
        <dsp:cNvPr id="0" name=""/>
        <dsp:cNvSpPr/>
      </dsp:nvSpPr>
      <dsp:spPr>
        <a:xfrm>
          <a:off x="9648229" y="1451416"/>
          <a:ext cx="0" cy="795938"/>
        </a:xfrm>
        <a:prstGeom prst="line">
          <a:avLst/>
        </a:prstGeom>
        <a:solidFill>
          <a:schemeClr val="accent5">
            <a:hueOff val="3201725"/>
            <a:satOff val="-42442"/>
            <a:lumOff val="-13333"/>
            <a:alphaOff val="0"/>
          </a:schemeClr>
        </a:solidFill>
        <a:ln w="6350" cap="flat" cmpd="sng" algn="ctr">
          <a:solidFill>
            <a:schemeClr val="accent5">
              <a:hueOff val="3201725"/>
              <a:satOff val="-42442"/>
              <a:lumOff val="-13333"/>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BD666211-651C-422F-B2E7-F04BB0E98EC1}">
      <dsp:nvSpPr>
        <dsp:cNvPr id="0" name=""/>
        <dsp:cNvSpPr/>
      </dsp:nvSpPr>
      <dsp:spPr>
        <a:xfrm>
          <a:off x="9589704"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7226D0-4631-4245-852F-90045ACDC5B5}">
      <dsp:nvSpPr>
        <dsp:cNvPr id="0" name=""/>
        <dsp:cNvSpPr/>
      </dsp:nvSpPr>
      <dsp:spPr>
        <a:xfrm>
          <a:off x="0" y="905470"/>
          <a:ext cx="7188200" cy="16716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B859C9-4AC8-4053-84CD-B7488D2B429A}">
      <dsp:nvSpPr>
        <dsp:cNvPr id="0" name=""/>
        <dsp:cNvSpPr/>
      </dsp:nvSpPr>
      <dsp:spPr>
        <a:xfrm>
          <a:off x="505670" y="1281588"/>
          <a:ext cx="919400" cy="9194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7BFF20-8A01-405A-A961-B6B6913EF2E5}">
      <dsp:nvSpPr>
        <dsp:cNvPr id="0" name=""/>
        <dsp:cNvSpPr/>
      </dsp:nvSpPr>
      <dsp:spPr>
        <a:xfrm>
          <a:off x="1930741" y="905470"/>
          <a:ext cx="3234690"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1111250">
            <a:lnSpc>
              <a:spcPct val="100000"/>
            </a:lnSpc>
            <a:spcBef>
              <a:spcPct val="0"/>
            </a:spcBef>
            <a:spcAft>
              <a:spcPct val="35000"/>
            </a:spcAft>
            <a:buNone/>
          </a:pPr>
          <a:r>
            <a:rPr lang="tr-TR" sz="2500" kern="1200" dirty="0"/>
            <a:t>Early proposals</a:t>
          </a:r>
          <a:endParaRPr lang="en-US" sz="2500" kern="1200" dirty="0"/>
        </a:p>
      </dsp:txBody>
      <dsp:txXfrm>
        <a:off x="1930741" y="905470"/>
        <a:ext cx="3234690" cy="1671637"/>
      </dsp:txXfrm>
    </dsp:sp>
    <dsp:sp modelId="{9459BD8C-3C91-4377-9B5C-CB84FD98C2A6}">
      <dsp:nvSpPr>
        <dsp:cNvPr id="0" name=""/>
        <dsp:cNvSpPr/>
      </dsp:nvSpPr>
      <dsp:spPr>
        <a:xfrm>
          <a:off x="5165431" y="905470"/>
          <a:ext cx="2022768"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577850">
            <a:lnSpc>
              <a:spcPct val="100000"/>
            </a:lnSpc>
            <a:spcBef>
              <a:spcPct val="0"/>
            </a:spcBef>
            <a:spcAft>
              <a:spcPct val="35000"/>
            </a:spcAft>
            <a:buNone/>
          </a:pPr>
          <a:r>
            <a:rPr lang="en-US" sz="1300" kern="1200" dirty="0"/>
            <a:t>b-money</a:t>
          </a:r>
          <a:r>
            <a:rPr lang="tr-TR" sz="1300" kern="1200" dirty="0"/>
            <a:t>, </a:t>
          </a:r>
          <a:r>
            <a:rPr lang="tr-TR" sz="1300" b="0" i="0" kern="1200" dirty="0"/>
            <a:t>1998, by computer scientist </a:t>
          </a:r>
          <a:r>
            <a:rPr lang="tr-TR" sz="1300" b="0" i="0" kern="1200" dirty="0">
              <a:hlinkClick xmlns:r="http://schemas.openxmlformats.org/officeDocument/2006/relationships" r:id="rId3"/>
            </a:rPr>
            <a:t>Wei Dai</a:t>
          </a:r>
          <a:endParaRPr lang="en-US" sz="1300" kern="1200" dirty="0"/>
        </a:p>
        <a:p>
          <a:pPr marL="0" lvl="0" indent="0" algn="l" defTabSz="577850">
            <a:lnSpc>
              <a:spcPct val="100000"/>
            </a:lnSpc>
            <a:spcBef>
              <a:spcPct val="0"/>
            </a:spcBef>
            <a:spcAft>
              <a:spcPct val="35000"/>
            </a:spcAft>
            <a:buNone/>
          </a:pPr>
          <a:r>
            <a:rPr lang="en-US" sz="1300" kern="1200" dirty="0" err="1"/>
            <a:t>HashCash</a:t>
          </a:r>
          <a:r>
            <a:rPr lang="tr-TR" sz="1300" kern="1200" dirty="0"/>
            <a:t>, 1997, </a:t>
          </a:r>
          <a:r>
            <a:rPr lang="tr-TR" sz="1300" b="0" i="0" kern="1200" dirty="0">
              <a:hlinkClick xmlns:r="http://schemas.openxmlformats.org/officeDocument/2006/relationships" r:id="rId4"/>
            </a:rPr>
            <a:t>Adam Back</a:t>
          </a:r>
          <a:endParaRPr lang="en-US" sz="1300" kern="1200" dirty="0"/>
        </a:p>
      </dsp:txBody>
      <dsp:txXfrm>
        <a:off x="5165431" y="905470"/>
        <a:ext cx="2022768" cy="1671637"/>
      </dsp:txXfrm>
    </dsp:sp>
    <dsp:sp modelId="{AD2D1F60-6507-4641-A4E8-5D310546D3E1}">
      <dsp:nvSpPr>
        <dsp:cNvPr id="0" name=""/>
        <dsp:cNvSpPr/>
      </dsp:nvSpPr>
      <dsp:spPr>
        <a:xfrm>
          <a:off x="0" y="2995017"/>
          <a:ext cx="7188200" cy="16716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DE056-FB1E-4064-8654-0F030B0A0C85}">
      <dsp:nvSpPr>
        <dsp:cNvPr id="0" name=""/>
        <dsp:cNvSpPr/>
      </dsp:nvSpPr>
      <dsp:spPr>
        <a:xfrm>
          <a:off x="505670" y="3371135"/>
          <a:ext cx="919400" cy="9194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F2F108-E76E-4579-A043-C58BCF7384C0}">
      <dsp:nvSpPr>
        <dsp:cNvPr id="0" name=""/>
        <dsp:cNvSpPr/>
      </dsp:nvSpPr>
      <dsp:spPr>
        <a:xfrm>
          <a:off x="1930741" y="2995017"/>
          <a:ext cx="3234690"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1111250">
            <a:lnSpc>
              <a:spcPct val="100000"/>
            </a:lnSpc>
            <a:spcBef>
              <a:spcPct val="0"/>
            </a:spcBef>
            <a:spcAft>
              <a:spcPct val="35000"/>
            </a:spcAft>
            <a:buNone/>
          </a:pPr>
          <a:r>
            <a:rPr lang="tr-TR" sz="2500" kern="1200" dirty="0"/>
            <a:t>Bitcoin combines earlier concepts</a:t>
          </a:r>
          <a:endParaRPr lang="en-US" sz="2500" kern="1200" dirty="0"/>
        </a:p>
      </dsp:txBody>
      <dsp:txXfrm>
        <a:off x="1930741" y="2995017"/>
        <a:ext cx="3234690" cy="1671637"/>
      </dsp:txXfrm>
    </dsp:sp>
    <dsp:sp modelId="{D1C8446F-ADA4-4AD4-9BD2-1D0B7178413F}">
      <dsp:nvSpPr>
        <dsp:cNvPr id="0" name=""/>
        <dsp:cNvSpPr/>
      </dsp:nvSpPr>
      <dsp:spPr>
        <a:xfrm>
          <a:off x="5165431" y="2995017"/>
          <a:ext cx="2022768"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577850">
            <a:lnSpc>
              <a:spcPct val="100000"/>
            </a:lnSpc>
            <a:spcBef>
              <a:spcPct val="0"/>
            </a:spcBef>
            <a:spcAft>
              <a:spcPct val="35000"/>
            </a:spcAft>
            <a:buNone/>
          </a:pPr>
          <a:r>
            <a:rPr lang="en-US" sz="1300" kern="1200" dirty="0"/>
            <a:t>Nakamoto combined several prior inventions</a:t>
          </a:r>
        </a:p>
        <a:p>
          <a:pPr marL="0" lvl="0" indent="0" algn="l" defTabSz="577850">
            <a:lnSpc>
              <a:spcPct val="100000"/>
            </a:lnSpc>
            <a:spcBef>
              <a:spcPct val="0"/>
            </a:spcBef>
            <a:spcAft>
              <a:spcPct val="35000"/>
            </a:spcAft>
            <a:buNone/>
          </a:pPr>
          <a:r>
            <a:rPr lang="en-US" sz="1300" kern="1200" dirty="0"/>
            <a:t>to create a completely decentralized electronic cash system</a:t>
          </a:r>
        </a:p>
      </dsp:txBody>
      <dsp:txXfrm>
        <a:off x="5165431" y="2995017"/>
        <a:ext cx="2022768" cy="167163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76DE5-0F36-41A5-B284-FB014F73E9CE}">
      <dsp:nvSpPr>
        <dsp:cNvPr id="0" name=""/>
        <dsp:cNvSpPr/>
      </dsp:nvSpPr>
      <dsp:spPr>
        <a:xfrm>
          <a:off x="3947955" y="2610697"/>
          <a:ext cx="1806041" cy="1806041"/>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tr-TR" sz="2700" kern="1200" dirty="0" err="1"/>
            <a:t>Features</a:t>
          </a:r>
          <a:endParaRPr lang="en-US" sz="2700" kern="1200" dirty="0"/>
        </a:p>
      </dsp:txBody>
      <dsp:txXfrm>
        <a:off x="4212444" y="2875186"/>
        <a:ext cx="1277063" cy="1277063"/>
      </dsp:txXfrm>
    </dsp:sp>
    <dsp:sp modelId="{177C8259-2C7D-42A3-A59E-D7583FDD060D}">
      <dsp:nvSpPr>
        <dsp:cNvPr id="0" name=""/>
        <dsp:cNvSpPr/>
      </dsp:nvSpPr>
      <dsp:spPr>
        <a:xfrm rot="10800000">
          <a:off x="1843229" y="3256357"/>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A4EB350E-D00C-4DC9-8265-D6B84DBDD709}">
      <dsp:nvSpPr>
        <dsp:cNvPr id="0" name=""/>
        <dsp:cNvSpPr/>
      </dsp:nvSpPr>
      <dsp:spPr>
        <a:xfrm>
          <a:off x="1211115" y="3008026"/>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Decentralized</a:t>
          </a:r>
          <a:endParaRPr lang="en-US" sz="1600" kern="1200" dirty="0"/>
        </a:p>
      </dsp:txBody>
      <dsp:txXfrm>
        <a:off x="1240737" y="3037648"/>
        <a:ext cx="1204984" cy="952139"/>
      </dsp:txXfrm>
    </dsp:sp>
    <dsp:sp modelId="{9F843E2D-931A-4499-A3A9-595BDBF01D25}">
      <dsp:nvSpPr>
        <dsp:cNvPr id="0" name=""/>
        <dsp:cNvSpPr/>
      </dsp:nvSpPr>
      <dsp:spPr>
        <a:xfrm rot="12600000">
          <a:off x="2112955" y="2249725"/>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03FDCE36-0231-4064-88CD-2FA1319951A7}">
      <dsp:nvSpPr>
        <dsp:cNvPr id="0" name=""/>
        <dsp:cNvSpPr/>
      </dsp:nvSpPr>
      <dsp:spPr>
        <a:xfrm>
          <a:off x="1614076" y="1504153"/>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Independent </a:t>
          </a:r>
          <a:endParaRPr lang="en-US" sz="1600" kern="1200" dirty="0"/>
        </a:p>
      </dsp:txBody>
      <dsp:txXfrm>
        <a:off x="1643698" y="1533775"/>
        <a:ext cx="1204984" cy="952139"/>
      </dsp:txXfrm>
    </dsp:sp>
    <dsp:sp modelId="{DA9E00B5-0E3D-4922-B489-3D97BC74B282}">
      <dsp:nvSpPr>
        <dsp:cNvPr id="0" name=""/>
        <dsp:cNvSpPr/>
      </dsp:nvSpPr>
      <dsp:spPr>
        <a:xfrm rot="14400000">
          <a:off x="2849861" y="1512819"/>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11F4A934-156E-446C-B06B-0A2090DB1EF4}">
      <dsp:nvSpPr>
        <dsp:cNvPr id="0" name=""/>
        <dsp:cNvSpPr/>
      </dsp:nvSpPr>
      <dsp:spPr>
        <a:xfrm>
          <a:off x="2714988" y="403241"/>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No authority</a:t>
          </a:r>
          <a:endParaRPr lang="en-US" sz="1600" kern="1200" dirty="0"/>
        </a:p>
      </dsp:txBody>
      <dsp:txXfrm>
        <a:off x="2744610" y="432863"/>
        <a:ext cx="1204984" cy="952139"/>
      </dsp:txXfrm>
    </dsp:sp>
    <dsp:sp modelId="{5EFAB0F0-B302-4929-B9D1-9F8CB3DA096F}">
      <dsp:nvSpPr>
        <dsp:cNvPr id="0" name=""/>
        <dsp:cNvSpPr/>
      </dsp:nvSpPr>
      <dsp:spPr>
        <a:xfrm rot="16200000">
          <a:off x="3856493" y="1243093"/>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25A82E39-04AB-4760-A754-6B520E92B4CB}">
      <dsp:nvSpPr>
        <dsp:cNvPr id="0" name=""/>
        <dsp:cNvSpPr/>
      </dsp:nvSpPr>
      <dsp:spPr>
        <a:xfrm>
          <a:off x="4218862" y="279"/>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Proof of Work</a:t>
          </a:r>
          <a:endParaRPr lang="en-US" sz="1600" kern="1200" dirty="0"/>
        </a:p>
      </dsp:txBody>
      <dsp:txXfrm>
        <a:off x="4248484" y="29901"/>
        <a:ext cx="1204984" cy="952139"/>
      </dsp:txXfrm>
    </dsp:sp>
    <dsp:sp modelId="{81AD0B6B-A0BF-43BC-9CE7-C985090360E4}">
      <dsp:nvSpPr>
        <dsp:cNvPr id="0" name=""/>
        <dsp:cNvSpPr/>
      </dsp:nvSpPr>
      <dsp:spPr>
        <a:xfrm rot="18000000">
          <a:off x="4863125" y="1512819"/>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601FB356-FDE7-4082-9D64-2321F87A983B}">
      <dsp:nvSpPr>
        <dsp:cNvPr id="0" name=""/>
        <dsp:cNvSpPr/>
      </dsp:nvSpPr>
      <dsp:spPr>
        <a:xfrm>
          <a:off x="5722735" y="403241"/>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Consensus</a:t>
          </a:r>
          <a:endParaRPr lang="en-US" sz="1600" kern="1200" dirty="0"/>
        </a:p>
      </dsp:txBody>
      <dsp:txXfrm>
        <a:off x="5752357" y="432863"/>
        <a:ext cx="1204984" cy="952139"/>
      </dsp:txXfrm>
    </dsp:sp>
    <dsp:sp modelId="{2BF3B6A3-16F1-4059-A0D1-DA6A51D4702C}">
      <dsp:nvSpPr>
        <dsp:cNvPr id="0" name=""/>
        <dsp:cNvSpPr/>
      </dsp:nvSpPr>
      <dsp:spPr>
        <a:xfrm rot="19800000">
          <a:off x="5600030" y="2249725"/>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174DF2E9-5D5F-4E66-B4FC-911CE68F125D}">
      <dsp:nvSpPr>
        <dsp:cNvPr id="0" name=""/>
        <dsp:cNvSpPr/>
      </dsp:nvSpPr>
      <dsp:spPr>
        <a:xfrm>
          <a:off x="6823647" y="1504153"/>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10 Minutes rule</a:t>
          </a:r>
          <a:endParaRPr lang="en-US" sz="1600" kern="1200" dirty="0"/>
        </a:p>
      </dsp:txBody>
      <dsp:txXfrm>
        <a:off x="6853269" y="1533775"/>
        <a:ext cx="1204984" cy="952139"/>
      </dsp:txXfrm>
    </dsp:sp>
    <dsp:sp modelId="{7638DCF9-42F6-4B2B-983D-837308F08CD7}">
      <dsp:nvSpPr>
        <dsp:cNvPr id="0" name=""/>
        <dsp:cNvSpPr/>
      </dsp:nvSpPr>
      <dsp:spPr>
        <a:xfrm>
          <a:off x="5869757" y="3256357"/>
          <a:ext cx="1988966" cy="514721"/>
        </a:xfrm>
        <a:prstGeom prst="leftArrow">
          <a:avLst>
            <a:gd name="adj1" fmla="val 60000"/>
            <a:gd name="adj2" fmla="val 50000"/>
          </a:avLst>
        </a:prstGeom>
        <a:gradFill rotWithShape="0">
          <a:gsLst>
            <a:gs pos="0">
              <a:schemeClr val="accent3">
                <a:tint val="60000"/>
                <a:hueOff val="0"/>
                <a:satOff val="0"/>
                <a:lumOff val="0"/>
                <a:alphaOff val="0"/>
                <a:tint val="94000"/>
                <a:satMod val="103000"/>
                <a:lumMod val="102000"/>
              </a:schemeClr>
            </a:gs>
            <a:gs pos="50000">
              <a:schemeClr val="accent3">
                <a:tint val="60000"/>
                <a:hueOff val="0"/>
                <a:satOff val="0"/>
                <a:lumOff val="0"/>
                <a:alphaOff val="0"/>
                <a:shade val="100000"/>
                <a:satMod val="110000"/>
                <a:lumMod val="100000"/>
              </a:schemeClr>
            </a:gs>
            <a:gs pos="100000">
              <a:schemeClr val="accent3">
                <a:tint val="60000"/>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sp>
    <dsp:sp modelId="{81E9FC53-4AF2-48BF-A36F-4DDD0949C181}">
      <dsp:nvSpPr>
        <dsp:cNvPr id="0" name=""/>
        <dsp:cNvSpPr/>
      </dsp:nvSpPr>
      <dsp:spPr>
        <a:xfrm>
          <a:off x="7226608" y="3008026"/>
          <a:ext cx="1264228" cy="1011383"/>
        </a:xfrm>
        <a:prstGeom prst="roundRect">
          <a:avLst>
            <a:gd name="adj" fmla="val 10000"/>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tr-TR" sz="1600" kern="1200" dirty="0"/>
            <a:t>No </a:t>
          </a:r>
          <a:r>
            <a:rPr lang="en-US" sz="1600" kern="1200" dirty="0"/>
            <a:t>double-spend</a:t>
          </a:r>
          <a:r>
            <a:rPr lang="tr-TR" sz="1600" kern="1200" dirty="0"/>
            <a:t>ing</a:t>
          </a:r>
          <a:endParaRPr lang="en-US" sz="1600" kern="1200" dirty="0"/>
        </a:p>
      </dsp:txBody>
      <dsp:txXfrm>
        <a:off x="7256230" y="3037648"/>
        <a:ext cx="1204984" cy="95213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2DF53-97CD-4080-BBEE-7FB223F73305}">
      <dsp:nvSpPr>
        <dsp:cNvPr id="0" name=""/>
        <dsp:cNvSpPr/>
      </dsp:nvSpPr>
      <dsp:spPr>
        <a:xfrm>
          <a:off x="1023893" y="392574"/>
          <a:ext cx="1094539" cy="1094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3774BA-B712-44DD-B028-435757D0B63A}">
      <dsp:nvSpPr>
        <dsp:cNvPr id="0" name=""/>
        <dsp:cNvSpPr/>
      </dsp:nvSpPr>
      <dsp:spPr>
        <a:xfrm>
          <a:off x="7535" y="1588761"/>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Who is behind Bitcoin?</a:t>
          </a:r>
          <a:endParaRPr lang="en-US" sz="2500" kern="1200"/>
        </a:p>
      </dsp:txBody>
      <dsp:txXfrm>
        <a:off x="7535" y="1588761"/>
        <a:ext cx="3127255" cy="469088"/>
      </dsp:txXfrm>
    </dsp:sp>
    <dsp:sp modelId="{0707EDAC-25E7-433A-A1CA-2700BE7CE91D}">
      <dsp:nvSpPr>
        <dsp:cNvPr id="0" name=""/>
        <dsp:cNvSpPr/>
      </dsp:nvSpPr>
      <dsp:spPr>
        <a:xfrm>
          <a:off x="7535" y="2105127"/>
          <a:ext cx="3127255" cy="65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a:t>Still </a:t>
          </a:r>
          <a:r>
            <a:rPr lang="tr-TR" sz="1700" kern="1200" dirty="0"/>
            <a:t>unknown</a:t>
          </a:r>
          <a:endParaRPr lang="en-US" sz="1700" kern="1200" dirty="0"/>
        </a:p>
      </dsp:txBody>
      <dsp:txXfrm>
        <a:off x="7535" y="2105127"/>
        <a:ext cx="3127255" cy="651332"/>
      </dsp:txXfrm>
    </dsp:sp>
    <dsp:sp modelId="{CCA55BFF-4E3B-4D56-9222-366F6E64612A}">
      <dsp:nvSpPr>
        <dsp:cNvPr id="0" name=""/>
        <dsp:cNvSpPr/>
      </dsp:nvSpPr>
      <dsp:spPr>
        <a:xfrm>
          <a:off x="4698418" y="392574"/>
          <a:ext cx="1094539" cy="1094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DAC9D8-E2C3-4259-970A-BE96105F918D}">
      <dsp:nvSpPr>
        <dsp:cNvPr id="0" name=""/>
        <dsp:cNvSpPr/>
      </dsp:nvSpPr>
      <dsp:spPr>
        <a:xfrm>
          <a:off x="3682060" y="1588761"/>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en-US" sz="2500" kern="1200"/>
            <a:t>The identity</a:t>
          </a:r>
        </a:p>
      </dsp:txBody>
      <dsp:txXfrm>
        <a:off x="3682060" y="1588761"/>
        <a:ext cx="3127255" cy="469088"/>
      </dsp:txXfrm>
    </dsp:sp>
    <dsp:sp modelId="{56B54C5A-6CA1-4B21-BB68-4D950CD8519C}">
      <dsp:nvSpPr>
        <dsp:cNvPr id="0" name=""/>
        <dsp:cNvSpPr/>
      </dsp:nvSpPr>
      <dsp:spPr>
        <a:xfrm>
          <a:off x="3682060" y="2105127"/>
          <a:ext cx="3127255" cy="65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the person</a:t>
          </a:r>
        </a:p>
        <a:p>
          <a:pPr marL="0" lvl="0" indent="0" algn="ctr" defTabSz="755650">
            <a:lnSpc>
              <a:spcPct val="100000"/>
            </a:lnSpc>
            <a:spcBef>
              <a:spcPct val="0"/>
            </a:spcBef>
            <a:spcAft>
              <a:spcPct val="35000"/>
            </a:spcAft>
            <a:buNone/>
          </a:pPr>
          <a:r>
            <a:rPr lang="en-US" sz="1700" kern="1200" dirty="0"/>
            <a:t>people</a:t>
          </a:r>
        </a:p>
      </dsp:txBody>
      <dsp:txXfrm>
        <a:off x="3682060" y="2105127"/>
        <a:ext cx="3127255" cy="65133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F155D-497E-4228-8EC1-A0FEC093B8D1}">
      <dsp:nvSpPr>
        <dsp:cNvPr id="0" name=""/>
        <dsp:cNvSpPr/>
      </dsp:nvSpPr>
      <dsp:spPr>
        <a:xfrm>
          <a:off x="1023893" y="78514"/>
          <a:ext cx="1094539" cy="1094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436F3F-041B-4BA6-A122-A4829DB834F4}">
      <dsp:nvSpPr>
        <dsp:cNvPr id="0" name=""/>
        <dsp:cNvSpPr/>
      </dsp:nvSpPr>
      <dsp:spPr>
        <a:xfrm>
          <a:off x="7535" y="1301710"/>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No control over Bitcoin</a:t>
          </a:r>
          <a:endParaRPr lang="en-US" sz="2500" kern="1200"/>
        </a:p>
      </dsp:txBody>
      <dsp:txXfrm>
        <a:off x="7535" y="1301710"/>
        <a:ext cx="3127255" cy="469088"/>
      </dsp:txXfrm>
    </dsp:sp>
    <dsp:sp modelId="{EFF2E333-05A7-4112-821F-0D0749B02241}">
      <dsp:nvSpPr>
        <dsp:cNvPr id="0" name=""/>
        <dsp:cNvSpPr/>
      </dsp:nvSpPr>
      <dsp:spPr>
        <a:xfrm>
          <a:off x="7535" y="1830638"/>
          <a:ext cx="3127255" cy="1239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N</a:t>
          </a:r>
          <a:r>
            <a:rPr lang="en-US" sz="1700" kern="1200" dirty="0"/>
            <a:t>either Satoshi Nakamoto</a:t>
          </a:r>
          <a:r>
            <a:rPr lang="tr-TR" sz="1700" kern="1200" dirty="0"/>
            <a:t> </a:t>
          </a:r>
          <a:r>
            <a:rPr lang="en-US" sz="1700" kern="1200" dirty="0"/>
            <a:t>nor anyone else</a:t>
          </a:r>
        </a:p>
        <a:p>
          <a:pPr marL="0" lvl="0" indent="0" algn="ctr" defTabSz="755650">
            <a:lnSpc>
              <a:spcPct val="100000"/>
            </a:lnSpc>
            <a:spcBef>
              <a:spcPct val="0"/>
            </a:spcBef>
            <a:spcAft>
              <a:spcPct val="35000"/>
            </a:spcAft>
            <a:buNone/>
          </a:pPr>
          <a:r>
            <a:rPr lang="en-US" sz="1700" kern="1200" dirty="0"/>
            <a:t>exerts individual control over the bitcoin system </a:t>
          </a:r>
        </a:p>
      </dsp:txBody>
      <dsp:txXfrm>
        <a:off x="7535" y="1830638"/>
        <a:ext cx="3127255" cy="1239881"/>
      </dsp:txXfrm>
    </dsp:sp>
    <dsp:sp modelId="{8F34C161-EED9-4D30-ADFD-4E444CBF9CF8}">
      <dsp:nvSpPr>
        <dsp:cNvPr id="0" name=""/>
        <dsp:cNvSpPr/>
      </dsp:nvSpPr>
      <dsp:spPr>
        <a:xfrm>
          <a:off x="4698418" y="78514"/>
          <a:ext cx="1094539" cy="1094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534A00-8F21-4BD2-AE39-9E278F5EE6D1}">
      <dsp:nvSpPr>
        <dsp:cNvPr id="0" name=""/>
        <dsp:cNvSpPr/>
      </dsp:nvSpPr>
      <dsp:spPr>
        <a:xfrm>
          <a:off x="3682060" y="1301710"/>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Operation based on</a:t>
          </a:r>
          <a:endParaRPr lang="en-US" sz="2500" kern="1200"/>
        </a:p>
      </dsp:txBody>
      <dsp:txXfrm>
        <a:off x="3682060" y="1301710"/>
        <a:ext cx="3127255" cy="469088"/>
      </dsp:txXfrm>
    </dsp:sp>
    <dsp:sp modelId="{34A43982-D0D5-4F2B-A3C8-C5AD8012A391}">
      <dsp:nvSpPr>
        <dsp:cNvPr id="0" name=""/>
        <dsp:cNvSpPr/>
      </dsp:nvSpPr>
      <dsp:spPr>
        <a:xfrm>
          <a:off x="3682060" y="1830638"/>
          <a:ext cx="3127255" cy="1239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transparent mathematical principles</a:t>
          </a:r>
        </a:p>
        <a:p>
          <a:pPr marL="0" lvl="0" indent="0" algn="ctr" defTabSz="755650">
            <a:lnSpc>
              <a:spcPct val="100000"/>
            </a:lnSpc>
            <a:spcBef>
              <a:spcPct val="0"/>
            </a:spcBef>
            <a:spcAft>
              <a:spcPct val="35000"/>
            </a:spcAft>
            <a:buNone/>
          </a:pPr>
          <a:r>
            <a:rPr lang="en-US" sz="1700" kern="1200" dirty="0"/>
            <a:t>open-source code</a:t>
          </a:r>
        </a:p>
        <a:p>
          <a:pPr marL="0" lvl="0" indent="0" algn="ctr" defTabSz="755650">
            <a:lnSpc>
              <a:spcPct val="100000"/>
            </a:lnSpc>
            <a:spcBef>
              <a:spcPct val="0"/>
            </a:spcBef>
            <a:spcAft>
              <a:spcPct val="35000"/>
            </a:spcAft>
            <a:buNone/>
          </a:pPr>
          <a:r>
            <a:rPr lang="en-US" sz="1700" kern="1200" dirty="0"/>
            <a:t>consensus among participants</a:t>
          </a:r>
        </a:p>
      </dsp:txBody>
      <dsp:txXfrm>
        <a:off x="3682060" y="1830638"/>
        <a:ext cx="3127255" cy="123988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0765D5-086C-4FF3-B6FE-8FE72898E43E}">
      <dsp:nvSpPr>
        <dsp:cNvPr id="0" name=""/>
        <dsp:cNvSpPr/>
      </dsp:nvSpPr>
      <dsp:spPr>
        <a:xfrm>
          <a:off x="1556976" y="14448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19619E-E484-4B45-B4C6-C6B81159312A}">
      <dsp:nvSpPr>
        <dsp:cNvPr id="0" name=""/>
        <dsp:cNvSpPr/>
      </dsp:nvSpPr>
      <dsp:spPr>
        <a:xfrm>
          <a:off x="152976" y="180106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No authority</a:t>
          </a:r>
          <a:endParaRPr lang="en-US" sz="3600" kern="1200"/>
        </a:p>
      </dsp:txBody>
      <dsp:txXfrm>
        <a:off x="152976" y="1801062"/>
        <a:ext cx="4320000" cy="648000"/>
      </dsp:txXfrm>
    </dsp:sp>
    <dsp:sp modelId="{F15652BF-8E36-4194-B498-D0898C2AA6B8}">
      <dsp:nvSpPr>
        <dsp:cNvPr id="0" name=""/>
        <dsp:cNvSpPr/>
      </dsp:nvSpPr>
      <dsp:spPr>
        <a:xfrm>
          <a:off x="152976" y="2516307"/>
          <a:ext cx="4320000" cy="990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i="1" kern="1200"/>
            <a:t>does not</a:t>
          </a:r>
          <a:r>
            <a:rPr lang="tr-TR" sz="1700" i="1" kern="1200"/>
            <a:t> </a:t>
          </a:r>
          <a:r>
            <a:rPr lang="en-US" sz="1700" i="1" kern="1200"/>
            <a:t>rely on a central authority</a:t>
          </a:r>
          <a:endParaRPr lang="en-US" sz="1700" kern="1200"/>
        </a:p>
      </dsp:txBody>
      <dsp:txXfrm>
        <a:off x="152976" y="2516307"/>
        <a:ext cx="4320000" cy="990458"/>
      </dsp:txXfrm>
    </dsp:sp>
    <dsp:sp modelId="{1B4A7A5D-CEAF-450F-8054-BE8661351F8A}">
      <dsp:nvSpPr>
        <dsp:cNvPr id="0" name=""/>
        <dsp:cNvSpPr/>
      </dsp:nvSpPr>
      <dsp:spPr>
        <a:xfrm>
          <a:off x="6632976" y="14448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6E9D47-507B-47E1-B9A1-76AC82366C1E}">
      <dsp:nvSpPr>
        <dsp:cNvPr id="0" name=""/>
        <dsp:cNvSpPr/>
      </dsp:nvSpPr>
      <dsp:spPr>
        <a:xfrm>
          <a:off x="5228976" y="180106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dirty="0"/>
            <a:t>Operations </a:t>
          </a:r>
          <a:endParaRPr lang="en-US" sz="3600" kern="1200" dirty="0"/>
        </a:p>
      </dsp:txBody>
      <dsp:txXfrm>
        <a:off x="5228976" y="1801062"/>
        <a:ext cx="4320000" cy="648000"/>
      </dsp:txXfrm>
    </dsp:sp>
    <dsp:sp modelId="{363BBFAD-CC05-4E7B-88BF-EB59AD8E7EB8}">
      <dsp:nvSpPr>
        <dsp:cNvPr id="0" name=""/>
        <dsp:cNvSpPr/>
      </dsp:nvSpPr>
      <dsp:spPr>
        <a:xfrm>
          <a:off x="5228976" y="2516307"/>
          <a:ext cx="4320000" cy="990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i="1" kern="1200"/>
            <a:t>currency issuance</a:t>
          </a:r>
          <a:endParaRPr lang="en-US" sz="1700" kern="1200"/>
        </a:p>
        <a:p>
          <a:pPr marL="0" lvl="0" indent="0" algn="ctr" defTabSz="755650">
            <a:lnSpc>
              <a:spcPct val="100000"/>
            </a:lnSpc>
            <a:spcBef>
              <a:spcPct val="0"/>
            </a:spcBef>
            <a:spcAft>
              <a:spcPct val="35000"/>
            </a:spcAft>
            <a:buNone/>
          </a:pPr>
          <a:r>
            <a:rPr lang="en-US" sz="1700" i="1" kern="1200"/>
            <a:t>settlement</a:t>
          </a:r>
          <a:endParaRPr lang="en-US" sz="1700" kern="1200"/>
        </a:p>
        <a:p>
          <a:pPr marL="0" lvl="0" indent="0" algn="ctr" defTabSz="755650">
            <a:lnSpc>
              <a:spcPct val="100000"/>
            </a:lnSpc>
            <a:spcBef>
              <a:spcPct val="0"/>
            </a:spcBef>
            <a:spcAft>
              <a:spcPct val="35000"/>
            </a:spcAft>
            <a:buNone/>
          </a:pPr>
          <a:r>
            <a:rPr lang="en-US" sz="1700" i="1" kern="1200"/>
            <a:t>validation of transactions</a:t>
          </a:r>
          <a:endParaRPr lang="en-US" sz="1700" kern="1200"/>
        </a:p>
      </dsp:txBody>
      <dsp:txXfrm>
        <a:off x="5228976" y="2516307"/>
        <a:ext cx="4320000" cy="990458"/>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DD1F1-81FC-4249-8DCE-9B915894FDFD}">
      <dsp:nvSpPr>
        <dsp:cNvPr id="0" name=""/>
        <dsp:cNvSpPr/>
      </dsp:nvSpPr>
      <dsp:spPr>
        <a:xfrm>
          <a:off x="1556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96F8F1-B797-486D-9C47-2ADF7F377C5F}">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dirty="0"/>
            <a:t>The key innovation</a:t>
          </a:r>
        </a:p>
      </dsp:txBody>
      <dsp:txXfrm>
        <a:off x="152976" y="1981055"/>
        <a:ext cx="4320000" cy="648000"/>
      </dsp:txXfrm>
    </dsp:sp>
    <dsp:sp modelId="{F5F34242-3747-480F-8B77-4652150EA1E6}">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İs </a:t>
          </a:r>
          <a:r>
            <a:rPr lang="tr-TR" sz="2200" kern="1200" dirty="0" err="1"/>
            <a:t>the</a:t>
          </a:r>
          <a:r>
            <a:rPr lang="tr-TR" sz="2200" kern="1200" dirty="0"/>
            <a:t> </a:t>
          </a:r>
          <a:r>
            <a:rPr lang="en-US" sz="2200" kern="1200" dirty="0"/>
            <a:t>“Proof-of-Work” algorithm</a:t>
          </a:r>
        </a:p>
      </dsp:txBody>
      <dsp:txXfrm>
        <a:off x="152976" y="2688423"/>
        <a:ext cx="4320000" cy="621412"/>
      </dsp:txXfrm>
    </dsp:sp>
    <dsp:sp modelId="{194B5E46-19E3-45CE-8A1B-9FAA523077BF}">
      <dsp:nvSpPr>
        <dsp:cNvPr id="0" name=""/>
        <dsp:cNvSpPr/>
      </dsp:nvSpPr>
      <dsp:spPr>
        <a:xfrm>
          <a:off x="6632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2CE385-8710-4CB0-8ECF-FA661210D744}">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dirty="0" err="1"/>
            <a:t>Benefit</a:t>
          </a:r>
          <a:endParaRPr lang="en-US" sz="3600" kern="1200" dirty="0"/>
        </a:p>
      </dsp:txBody>
      <dsp:txXfrm>
        <a:off x="5228976" y="1981055"/>
        <a:ext cx="4320000" cy="648000"/>
      </dsp:txXfrm>
    </dsp:sp>
    <dsp:sp modelId="{37C11801-0EA9-4E9C-9916-4AE49E2EE275}">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Distributed </a:t>
          </a:r>
          <a:r>
            <a:rPr lang="tr-TR" sz="2200" kern="1200" dirty="0" err="1"/>
            <a:t>validation</a:t>
          </a:r>
          <a:r>
            <a:rPr lang="tr-TR" sz="2200" kern="1200" dirty="0"/>
            <a:t> of </a:t>
          </a:r>
          <a:r>
            <a:rPr lang="tr-TR" sz="2200" kern="1200" dirty="0" err="1"/>
            <a:t>transactions</a:t>
          </a:r>
          <a:endParaRPr lang="en-US" sz="2200" kern="1200" dirty="0"/>
        </a:p>
      </dsp:txBody>
      <dsp:txXfrm>
        <a:off x="5228976" y="2688423"/>
        <a:ext cx="4320000" cy="62141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60430-7B03-4F9F-9F94-3943580A196F}">
      <dsp:nvSpPr>
        <dsp:cNvPr id="0" name=""/>
        <dsp:cNvSpPr/>
      </dsp:nvSpPr>
      <dsp:spPr>
        <a:xfrm>
          <a:off x="1556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145B6F-9B92-42BE-A6B8-1DB25F844865}">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10 Minutes rule</a:t>
          </a:r>
          <a:endParaRPr lang="en-US" sz="3600" kern="1200"/>
        </a:p>
      </dsp:txBody>
      <dsp:txXfrm>
        <a:off x="152976" y="1981055"/>
        <a:ext cx="4320000" cy="648000"/>
      </dsp:txXfrm>
    </dsp:sp>
    <dsp:sp modelId="{E0CB4D37-FC04-4B26-859B-E81F54504138}">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pPr>
          <a:r>
            <a:rPr lang="en-US" sz="3100" kern="1200"/>
            <a:t>conduct a global “election”</a:t>
          </a:r>
        </a:p>
      </dsp:txBody>
      <dsp:txXfrm>
        <a:off x="152976" y="2688423"/>
        <a:ext cx="4320000" cy="621412"/>
      </dsp:txXfrm>
    </dsp:sp>
    <dsp:sp modelId="{97390011-15B4-4C26-9126-03CB266871A8}">
      <dsp:nvSpPr>
        <dsp:cNvPr id="0" name=""/>
        <dsp:cNvSpPr/>
      </dsp:nvSpPr>
      <dsp:spPr>
        <a:xfrm>
          <a:off x="6632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0A7C83-2752-4124-8171-3DE47D80D9A5}">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Period</a:t>
          </a:r>
          <a:endParaRPr lang="en-US" sz="3600" kern="1200"/>
        </a:p>
      </dsp:txBody>
      <dsp:txXfrm>
        <a:off x="5228976" y="1981055"/>
        <a:ext cx="4320000" cy="648000"/>
      </dsp:txXfrm>
    </dsp:sp>
    <dsp:sp modelId="{F99DC857-1216-41AF-B03D-B4BC496E73BE}">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pPr>
          <a:r>
            <a:rPr lang="en-US" sz="3100" kern="1200"/>
            <a:t>every 10 minutes</a:t>
          </a:r>
        </a:p>
      </dsp:txBody>
      <dsp:txXfrm>
        <a:off x="5228976" y="2688423"/>
        <a:ext cx="4320000" cy="62141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9345E-C29E-41BA-94AE-79A501CB7AA6}">
      <dsp:nvSpPr>
        <dsp:cNvPr id="0" name=""/>
        <dsp:cNvSpPr/>
      </dsp:nvSpPr>
      <dsp:spPr>
        <a:xfrm>
          <a:off x="4033" y="497054"/>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135C10-F762-4B3C-A1CB-4B1340FECAD8}">
      <dsp:nvSpPr>
        <dsp:cNvPr id="0" name=""/>
        <dsp:cNvSpPr/>
      </dsp:nvSpPr>
      <dsp:spPr>
        <a:xfrm>
          <a:off x="4033" y="2021429"/>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tr-TR" sz="3600" kern="1200"/>
            <a:t>Consensus</a:t>
          </a:r>
          <a:endParaRPr lang="en-US" sz="3600" kern="1200"/>
        </a:p>
      </dsp:txBody>
      <dsp:txXfrm>
        <a:off x="4033" y="2021429"/>
        <a:ext cx="4028906" cy="604335"/>
      </dsp:txXfrm>
    </dsp:sp>
    <dsp:sp modelId="{54B41188-8EF6-439F-B0E2-1C813ECAFFB5}">
      <dsp:nvSpPr>
        <dsp:cNvPr id="0" name=""/>
        <dsp:cNvSpPr/>
      </dsp:nvSpPr>
      <dsp:spPr>
        <a:xfrm>
          <a:off x="4033" y="2678907"/>
          <a:ext cx="4028906" cy="475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pPr>
          <a:r>
            <a:rPr lang="en-US" sz="2500" kern="1200"/>
            <a:t>decentralized network</a:t>
          </a:r>
        </a:p>
      </dsp:txBody>
      <dsp:txXfrm>
        <a:off x="4033" y="2678907"/>
        <a:ext cx="4028906" cy="475287"/>
      </dsp:txXfrm>
    </dsp:sp>
    <dsp:sp modelId="{9E2AD69F-413D-45E2-80D7-4140DB615B32}">
      <dsp:nvSpPr>
        <dsp:cNvPr id="0" name=""/>
        <dsp:cNvSpPr/>
      </dsp:nvSpPr>
      <dsp:spPr>
        <a:xfrm>
          <a:off x="4737998" y="497054"/>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05613C-44A7-4A08-971F-65191089E1FF}">
      <dsp:nvSpPr>
        <dsp:cNvPr id="0" name=""/>
        <dsp:cNvSpPr/>
      </dsp:nvSpPr>
      <dsp:spPr>
        <a:xfrm>
          <a:off x="4737998" y="2021429"/>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dirty="0"/>
            <a:t>arrive at </a:t>
          </a:r>
          <a:r>
            <a:rPr lang="en-US" sz="3600" i="1" kern="1200" dirty="0"/>
            <a:t>consensus</a:t>
          </a:r>
          <a:endParaRPr lang="en-US" sz="3600" kern="1200" dirty="0"/>
        </a:p>
      </dsp:txBody>
      <dsp:txXfrm>
        <a:off x="4737998" y="2021429"/>
        <a:ext cx="4028906" cy="604335"/>
      </dsp:txXfrm>
    </dsp:sp>
    <dsp:sp modelId="{DCF3A310-85BC-469C-B66C-9F1D33509266}">
      <dsp:nvSpPr>
        <dsp:cNvPr id="0" name=""/>
        <dsp:cNvSpPr/>
      </dsp:nvSpPr>
      <dsp:spPr>
        <a:xfrm>
          <a:off x="4737998" y="2678907"/>
          <a:ext cx="4028906" cy="475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pPr>
          <a:r>
            <a:rPr lang="en-US" sz="2500" kern="1200" dirty="0"/>
            <a:t>About</a:t>
          </a:r>
          <a:r>
            <a:rPr lang="tr-TR" sz="2500" kern="1200" dirty="0"/>
            <a:t> </a:t>
          </a:r>
          <a:r>
            <a:rPr lang="en-US" sz="2500" kern="1200" dirty="0"/>
            <a:t>the state of transactions </a:t>
          </a:r>
        </a:p>
      </dsp:txBody>
      <dsp:txXfrm>
        <a:off x="4737998" y="2678907"/>
        <a:ext cx="4028906" cy="47528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E60567-ED87-40A7-99BE-BB487E7EC59A}">
      <dsp:nvSpPr>
        <dsp:cNvPr id="0" name=""/>
        <dsp:cNvSpPr/>
      </dsp:nvSpPr>
      <dsp:spPr>
        <a:xfrm>
          <a:off x="152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0517A8-9419-43C8-97E6-73A10A09A5B9}">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US" sz="3100" kern="1200" dirty="0"/>
            <a:t>double-spend</a:t>
          </a:r>
          <a:r>
            <a:rPr lang="tr-TR" sz="3100" kern="1200" dirty="0" err="1"/>
            <a:t>ing</a:t>
          </a:r>
          <a:r>
            <a:rPr lang="tr-TR" sz="3100" kern="1200" dirty="0"/>
            <a:t> problem</a:t>
          </a:r>
          <a:endParaRPr lang="en-US" sz="3100" kern="1200" dirty="0"/>
        </a:p>
      </dsp:txBody>
      <dsp:txXfrm>
        <a:off x="152976" y="1981055"/>
        <a:ext cx="4320000" cy="648000"/>
      </dsp:txXfrm>
    </dsp:sp>
    <dsp:sp modelId="{68C86C57-D951-48B3-95BB-CEC1655A2FE8}">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was a weakness of digital currency </a:t>
          </a:r>
        </a:p>
      </dsp:txBody>
      <dsp:txXfrm>
        <a:off x="152976" y="2688423"/>
        <a:ext cx="4320000" cy="621412"/>
      </dsp:txXfrm>
    </dsp:sp>
    <dsp:sp modelId="{CF8702EB-A5E7-4C1C-BADF-506EEF9A7804}">
      <dsp:nvSpPr>
        <dsp:cNvPr id="0" name=""/>
        <dsp:cNvSpPr/>
      </dsp:nvSpPr>
      <dsp:spPr>
        <a:xfrm>
          <a:off x="5228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554905-D369-45DF-97AA-7A071E1BF450}">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77950">
            <a:lnSpc>
              <a:spcPct val="100000"/>
            </a:lnSpc>
            <a:spcBef>
              <a:spcPct val="0"/>
            </a:spcBef>
            <a:spcAft>
              <a:spcPct val="35000"/>
            </a:spcAft>
            <a:buNone/>
            <a:defRPr b="1"/>
          </a:pPr>
          <a:r>
            <a:rPr lang="en-US" sz="3100" kern="1200"/>
            <a:t>was addressed</a:t>
          </a:r>
        </a:p>
      </dsp:txBody>
      <dsp:txXfrm>
        <a:off x="5228976" y="1981055"/>
        <a:ext cx="4320000" cy="648000"/>
      </dsp:txXfrm>
    </dsp:sp>
    <dsp:sp modelId="{A43C3336-37C9-4929-B409-42F73579326E}">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by clearing all transactions</a:t>
          </a:r>
        </a:p>
        <a:p>
          <a:pPr marL="0" lvl="0" indent="0" algn="l" defTabSz="755650">
            <a:lnSpc>
              <a:spcPct val="100000"/>
            </a:lnSpc>
            <a:spcBef>
              <a:spcPct val="0"/>
            </a:spcBef>
            <a:spcAft>
              <a:spcPct val="35000"/>
            </a:spcAft>
            <a:buNone/>
          </a:pPr>
          <a:r>
            <a:rPr lang="en-US" sz="1700" kern="1200"/>
            <a:t>through a central clearinghouse</a:t>
          </a:r>
        </a:p>
      </dsp:txBody>
      <dsp:txXfrm>
        <a:off x="5228976" y="2688423"/>
        <a:ext cx="4320000" cy="62141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FD7FF-09B3-43FA-AF36-FC3990461184}">
      <dsp:nvSpPr>
        <dsp:cNvPr id="0" name=""/>
        <dsp:cNvSpPr/>
      </dsp:nvSpPr>
      <dsp:spPr>
        <a:xfrm>
          <a:off x="3316"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Choosing a Bitcoin Wallet</a:t>
          </a:r>
          <a:endParaRPr lang="en-US" sz="2000" kern="1200"/>
        </a:p>
      </dsp:txBody>
      <dsp:txXfrm>
        <a:off x="3316" y="1523992"/>
        <a:ext cx="1795429" cy="1508161"/>
      </dsp:txXfrm>
    </dsp:sp>
    <dsp:sp modelId="{0DCC9908-8CBC-4C25-B49E-49DA12D50A49}">
      <dsp:nvSpPr>
        <dsp:cNvPr id="0" name=""/>
        <dsp:cNvSpPr/>
      </dsp:nvSpPr>
      <dsp:spPr>
        <a:xfrm>
          <a:off x="523990"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34422" y="930616"/>
        <a:ext cx="533216" cy="533216"/>
      </dsp:txXfrm>
    </dsp:sp>
    <dsp:sp modelId="{A508F917-82A4-4803-9024-AD477C4F6900}">
      <dsp:nvSpPr>
        <dsp:cNvPr id="0" name=""/>
        <dsp:cNvSpPr/>
      </dsp:nvSpPr>
      <dsp:spPr>
        <a:xfrm>
          <a:off x="3316"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84FFBF-2B3D-401A-B9A1-6E602B5DDC65}">
      <dsp:nvSpPr>
        <dsp:cNvPr id="0" name=""/>
        <dsp:cNvSpPr/>
      </dsp:nvSpPr>
      <dsp:spPr>
        <a:xfrm>
          <a:off x="1978288"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Quick Start</a:t>
          </a:r>
          <a:endParaRPr lang="en-US" sz="2000" kern="1200"/>
        </a:p>
      </dsp:txBody>
      <dsp:txXfrm>
        <a:off x="1978288" y="1523992"/>
        <a:ext cx="1795429" cy="1508161"/>
      </dsp:txXfrm>
    </dsp:sp>
    <dsp:sp modelId="{E03C81AD-58A2-4801-9916-C6370AE9D717}">
      <dsp:nvSpPr>
        <dsp:cNvPr id="0" name=""/>
        <dsp:cNvSpPr/>
      </dsp:nvSpPr>
      <dsp:spPr>
        <a:xfrm>
          <a:off x="2498963"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609395" y="930616"/>
        <a:ext cx="533216" cy="533216"/>
      </dsp:txXfrm>
    </dsp:sp>
    <dsp:sp modelId="{F6208EDA-DB95-4B53-A750-29DC82FFBC19}">
      <dsp:nvSpPr>
        <dsp:cNvPr id="0" name=""/>
        <dsp:cNvSpPr/>
      </dsp:nvSpPr>
      <dsp:spPr>
        <a:xfrm>
          <a:off x="1978288"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BFAA18-A0D9-46D3-9A81-559A7427055E}">
      <dsp:nvSpPr>
        <dsp:cNvPr id="0" name=""/>
        <dsp:cNvSpPr/>
      </dsp:nvSpPr>
      <dsp:spPr>
        <a:xfrm>
          <a:off x="3953261"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Getting Your First Bitcoin</a:t>
          </a:r>
          <a:endParaRPr lang="en-US" sz="2000" kern="1200"/>
        </a:p>
      </dsp:txBody>
      <dsp:txXfrm>
        <a:off x="3953261" y="1523992"/>
        <a:ext cx="1795429" cy="1508161"/>
      </dsp:txXfrm>
    </dsp:sp>
    <dsp:sp modelId="{2BCC9A02-858A-4BA9-A38E-192ECD00DAD0}">
      <dsp:nvSpPr>
        <dsp:cNvPr id="0" name=""/>
        <dsp:cNvSpPr/>
      </dsp:nvSpPr>
      <dsp:spPr>
        <a:xfrm>
          <a:off x="4473936"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584368" y="930616"/>
        <a:ext cx="533216" cy="533216"/>
      </dsp:txXfrm>
    </dsp:sp>
    <dsp:sp modelId="{56B9711B-9E91-4AA4-BA74-9F78BCE224FA}">
      <dsp:nvSpPr>
        <dsp:cNvPr id="0" name=""/>
        <dsp:cNvSpPr/>
      </dsp:nvSpPr>
      <dsp:spPr>
        <a:xfrm>
          <a:off x="3953261"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B00D5B-4971-4F23-A67E-924F1E93D748}">
      <dsp:nvSpPr>
        <dsp:cNvPr id="0" name=""/>
        <dsp:cNvSpPr/>
      </dsp:nvSpPr>
      <dsp:spPr>
        <a:xfrm>
          <a:off x="5928234"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en-US" sz="2000" kern="1200"/>
            <a:t>Finding the Current Price of Bitcoin</a:t>
          </a:r>
        </a:p>
      </dsp:txBody>
      <dsp:txXfrm>
        <a:off x="5928234" y="1523992"/>
        <a:ext cx="1795429" cy="1508161"/>
      </dsp:txXfrm>
    </dsp:sp>
    <dsp:sp modelId="{7824988A-0D27-4E42-9E39-4A1A464734B5}">
      <dsp:nvSpPr>
        <dsp:cNvPr id="0" name=""/>
        <dsp:cNvSpPr/>
      </dsp:nvSpPr>
      <dsp:spPr>
        <a:xfrm>
          <a:off x="6448909"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559341" y="930616"/>
        <a:ext cx="533216" cy="533216"/>
      </dsp:txXfrm>
    </dsp:sp>
    <dsp:sp modelId="{4EFDC7A7-A174-47A9-A01A-D8DE910E105F}">
      <dsp:nvSpPr>
        <dsp:cNvPr id="0" name=""/>
        <dsp:cNvSpPr/>
      </dsp:nvSpPr>
      <dsp:spPr>
        <a:xfrm>
          <a:off x="5928234"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6EBAFD-185B-4DB0-8318-7E31E510522D}">
      <dsp:nvSpPr>
        <dsp:cNvPr id="0" name=""/>
        <dsp:cNvSpPr/>
      </dsp:nvSpPr>
      <dsp:spPr>
        <a:xfrm>
          <a:off x="7903207"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Sending and Receiving Bitcoin</a:t>
          </a:r>
          <a:endParaRPr lang="en-US" sz="2000" kern="1200"/>
        </a:p>
      </dsp:txBody>
      <dsp:txXfrm>
        <a:off x="7903207" y="1523992"/>
        <a:ext cx="1795429" cy="1508161"/>
      </dsp:txXfrm>
    </dsp:sp>
    <dsp:sp modelId="{D065AAE8-EB6D-4B0A-BDFF-233F96723CFA}">
      <dsp:nvSpPr>
        <dsp:cNvPr id="0" name=""/>
        <dsp:cNvSpPr/>
      </dsp:nvSpPr>
      <dsp:spPr>
        <a:xfrm>
          <a:off x="8423881"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5</a:t>
          </a:r>
        </a:p>
      </dsp:txBody>
      <dsp:txXfrm>
        <a:off x="8534313" y="930616"/>
        <a:ext cx="533216" cy="533216"/>
      </dsp:txXfrm>
    </dsp:sp>
    <dsp:sp modelId="{3154E4F8-3230-4CF9-8220-E5F5A8043F6A}">
      <dsp:nvSpPr>
        <dsp:cNvPr id="0" name=""/>
        <dsp:cNvSpPr/>
      </dsp:nvSpPr>
      <dsp:spPr>
        <a:xfrm>
          <a:off x="7903207"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312AB-3F0F-4DE4-8A8E-131901B40383}">
      <dsp:nvSpPr>
        <dsp:cNvPr id="0" name=""/>
        <dsp:cNvSpPr/>
      </dsp:nvSpPr>
      <dsp:spPr>
        <a:xfrm>
          <a:off x="3316" y="568824"/>
          <a:ext cx="1795429" cy="251360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Desktop wallet</a:t>
          </a:r>
          <a:endParaRPr lang="en-US" sz="2600" kern="1200"/>
        </a:p>
      </dsp:txBody>
      <dsp:txXfrm>
        <a:off x="3316" y="1523992"/>
        <a:ext cx="1795429" cy="1508161"/>
      </dsp:txXfrm>
    </dsp:sp>
    <dsp:sp modelId="{A8109DF2-A761-4398-974E-891236A0E310}">
      <dsp:nvSpPr>
        <dsp:cNvPr id="0" name=""/>
        <dsp:cNvSpPr/>
      </dsp:nvSpPr>
      <dsp:spPr>
        <a:xfrm>
          <a:off x="523990" y="820184"/>
          <a:ext cx="754080" cy="75408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34422" y="930616"/>
        <a:ext cx="533216" cy="533216"/>
      </dsp:txXfrm>
    </dsp:sp>
    <dsp:sp modelId="{EB589A72-3BE9-4DFF-9EA9-F0B3071BEE28}">
      <dsp:nvSpPr>
        <dsp:cNvPr id="0" name=""/>
        <dsp:cNvSpPr/>
      </dsp:nvSpPr>
      <dsp:spPr>
        <a:xfrm>
          <a:off x="3316" y="3082353"/>
          <a:ext cx="1795429" cy="72"/>
        </a:xfrm>
        <a:prstGeom prst="rect">
          <a:avLst/>
        </a:prstGeom>
        <a:solidFill>
          <a:schemeClr val="accent2">
            <a:hueOff val="-823097"/>
            <a:satOff val="-305"/>
            <a:lumOff val="697"/>
            <a:alphaOff val="0"/>
          </a:schemeClr>
        </a:solidFill>
        <a:ln w="12700" cap="flat" cmpd="sng" algn="ctr">
          <a:solidFill>
            <a:schemeClr val="accent2">
              <a:hueOff val="-823097"/>
              <a:satOff val="-305"/>
              <a:lumOff val="69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D57CDA-FB29-4972-93A9-EDE019DE93A9}">
      <dsp:nvSpPr>
        <dsp:cNvPr id="0" name=""/>
        <dsp:cNvSpPr/>
      </dsp:nvSpPr>
      <dsp:spPr>
        <a:xfrm>
          <a:off x="1978288" y="568824"/>
          <a:ext cx="1795429" cy="2513601"/>
        </a:xfrm>
        <a:prstGeom prst="rect">
          <a:avLst/>
        </a:prstGeom>
        <a:solidFill>
          <a:schemeClr val="accent2">
            <a:tint val="40000"/>
            <a:alpha val="90000"/>
            <a:hueOff val="-1852224"/>
            <a:satOff val="-267"/>
            <a:lumOff val="365"/>
            <a:alphaOff val="0"/>
          </a:schemeClr>
        </a:solidFill>
        <a:ln w="12700" cap="flat" cmpd="sng" algn="ctr">
          <a:solidFill>
            <a:schemeClr val="accent2">
              <a:tint val="40000"/>
              <a:alpha val="90000"/>
              <a:hueOff val="-1852224"/>
              <a:satOff val="-267"/>
              <a:lumOff val="3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Mobile wallet</a:t>
          </a:r>
          <a:endParaRPr lang="en-US" sz="2600" kern="1200"/>
        </a:p>
      </dsp:txBody>
      <dsp:txXfrm>
        <a:off x="1978288" y="1523992"/>
        <a:ext cx="1795429" cy="1508161"/>
      </dsp:txXfrm>
    </dsp:sp>
    <dsp:sp modelId="{5D2AC8AD-147A-4F54-8D0B-7239B8788153}">
      <dsp:nvSpPr>
        <dsp:cNvPr id="0" name=""/>
        <dsp:cNvSpPr/>
      </dsp:nvSpPr>
      <dsp:spPr>
        <a:xfrm>
          <a:off x="2498963" y="820184"/>
          <a:ext cx="754080" cy="754080"/>
        </a:xfrm>
        <a:prstGeom prst="ellipse">
          <a:avLst/>
        </a:prstGeom>
        <a:solidFill>
          <a:schemeClr val="accent2">
            <a:hueOff val="-1646193"/>
            <a:satOff val="-611"/>
            <a:lumOff val="1394"/>
            <a:alphaOff val="0"/>
          </a:schemeClr>
        </a:solidFill>
        <a:ln w="12700" cap="flat" cmpd="sng" algn="ctr">
          <a:solidFill>
            <a:schemeClr val="accent2">
              <a:hueOff val="-1646193"/>
              <a:satOff val="-611"/>
              <a:lumOff val="139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609395" y="930616"/>
        <a:ext cx="533216" cy="533216"/>
      </dsp:txXfrm>
    </dsp:sp>
    <dsp:sp modelId="{CAB64ADE-627A-4960-8A53-3CF63AD1F066}">
      <dsp:nvSpPr>
        <dsp:cNvPr id="0" name=""/>
        <dsp:cNvSpPr/>
      </dsp:nvSpPr>
      <dsp:spPr>
        <a:xfrm>
          <a:off x="1978288" y="3082353"/>
          <a:ext cx="1795429" cy="72"/>
        </a:xfrm>
        <a:prstGeom prst="rect">
          <a:avLst/>
        </a:prstGeom>
        <a:solidFill>
          <a:schemeClr val="accent2">
            <a:hueOff val="-2469290"/>
            <a:satOff val="-916"/>
            <a:lumOff val="2092"/>
            <a:alphaOff val="0"/>
          </a:schemeClr>
        </a:solidFill>
        <a:ln w="12700" cap="flat" cmpd="sng" algn="ctr">
          <a:solidFill>
            <a:schemeClr val="accent2">
              <a:hueOff val="-2469290"/>
              <a:satOff val="-916"/>
              <a:lumOff val="20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F8689-3592-47C0-BEBF-8256E5985B0A}">
      <dsp:nvSpPr>
        <dsp:cNvPr id="0" name=""/>
        <dsp:cNvSpPr/>
      </dsp:nvSpPr>
      <dsp:spPr>
        <a:xfrm>
          <a:off x="3953261" y="568824"/>
          <a:ext cx="1795429" cy="2513601"/>
        </a:xfrm>
        <a:prstGeom prst="rect">
          <a:avLst/>
        </a:prstGeom>
        <a:solidFill>
          <a:schemeClr val="accent2">
            <a:tint val="40000"/>
            <a:alpha val="90000"/>
            <a:hueOff val="-3704447"/>
            <a:satOff val="-534"/>
            <a:lumOff val="729"/>
            <a:alphaOff val="0"/>
          </a:schemeClr>
        </a:solidFill>
        <a:ln w="12700" cap="flat" cmpd="sng" algn="ctr">
          <a:solidFill>
            <a:schemeClr val="accent2">
              <a:tint val="40000"/>
              <a:alpha val="90000"/>
              <a:hueOff val="-3704447"/>
              <a:satOff val="-534"/>
              <a:lumOff val="7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Web wallet</a:t>
          </a:r>
          <a:endParaRPr lang="en-US" sz="2600" kern="1200"/>
        </a:p>
      </dsp:txBody>
      <dsp:txXfrm>
        <a:off x="3953261" y="1523992"/>
        <a:ext cx="1795429" cy="1508161"/>
      </dsp:txXfrm>
    </dsp:sp>
    <dsp:sp modelId="{6B141F9C-8430-4053-A6D5-0E49F70099AB}">
      <dsp:nvSpPr>
        <dsp:cNvPr id="0" name=""/>
        <dsp:cNvSpPr/>
      </dsp:nvSpPr>
      <dsp:spPr>
        <a:xfrm>
          <a:off x="4473936" y="820184"/>
          <a:ext cx="754080" cy="754080"/>
        </a:xfrm>
        <a:prstGeom prst="ellipse">
          <a:avLst/>
        </a:prstGeom>
        <a:solidFill>
          <a:schemeClr val="accent2">
            <a:hueOff val="-3292387"/>
            <a:satOff val="-1222"/>
            <a:lumOff val="2789"/>
            <a:alphaOff val="0"/>
          </a:schemeClr>
        </a:solidFill>
        <a:ln w="12700" cap="flat" cmpd="sng" algn="ctr">
          <a:solidFill>
            <a:schemeClr val="accent2">
              <a:hueOff val="-3292387"/>
              <a:satOff val="-1222"/>
              <a:lumOff val="27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584368" y="930616"/>
        <a:ext cx="533216" cy="533216"/>
      </dsp:txXfrm>
    </dsp:sp>
    <dsp:sp modelId="{92B708F9-69FA-49B9-B999-C8B7A1B5625D}">
      <dsp:nvSpPr>
        <dsp:cNvPr id="0" name=""/>
        <dsp:cNvSpPr/>
      </dsp:nvSpPr>
      <dsp:spPr>
        <a:xfrm>
          <a:off x="3953261" y="3082353"/>
          <a:ext cx="1795429" cy="72"/>
        </a:xfrm>
        <a:prstGeom prst="rect">
          <a:avLst/>
        </a:prstGeom>
        <a:solidFill>
          <a:schemeClr val="accent2">
            <a:hueOff val="-4115484"/>
            <a:satOff val="-1527"/>
            <a:lumOff val="3486"/>
            <a:alphaOff val="0"/>
          </a:schemeClr>
        </a:solidFill>
        <a:ln w="12700" cap="flat" cmpd="sng" algn="ctr">
          <a:solidFill>
            <a:schemeClr val="accent2">
              <a:hueOff val="-4115484"/>
              <a:satOff val="-1527"/>
              <a:lumOff val="34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D0F0D8-A244-41B0-AACC-0F09E4205695}">
      <dsp:nvSpPr>
        <dsp:cNvPr id="0" name=""/>
        <dsp:cNvSpPr/>
      </dsp:nvSpPr>
      <dsp:spPr>
        <a:xfrm>
          <a:off x="5928234" y="568824"/>
          <a:ext cx="1795429" cy="2513601"/>
        </a:xfrm>
        <a:prstGeom prst="rect">
          <a:avLst/>
        </a:prstGeom>
        <a:solidFill>
          <a:schemeClr val="accent2">
            <a:tint val="40000"/>
            <a:alpha val="90000"/>
            <a:hueOff val="-5556671"/>
            <a:satOff val="-801"/>
            <a:lumOff val="1094"/>
            <a:alphaOff val="0"/>
          </a:schemeClr>
        </a:solidFill>
        <a:ln w="12700" cap="flat" cmpd="sng" algn="ctr">
          <a:solidFill>
            <a:schemeClr val="accent2">
              <a:tint val="40000"/>
              <a:alpha val="90000"/>
              <a:hueOff val="-5556671"/>
              <a:satOff val="-801"/>
              <a:lumOff val="10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Hardware wallet</a:t>
          </a:r>
          <a:endParaRPr lang="en-US" sz="2600" kern="1200"/>
        </a:p>
      </dsp:txBody>
      <dsp:txXfrm>
        <a:off x="5928234" y="1523992"/>
        <a:ext cx="1795429" cy="1508161"/>
      </dsp:txXfrm>
    </dsp:sp>
    <dsp:sp modelId="{D65630BF-2CA6-4A85-A3BD-F1F70D5CA874}">
      <dsp:nvSpPr>
        <dsp:cNvPr id="0" name=""/>
        <dsp:cNvSpPr/>
      </dsp:nvSpPr>
      <dsp:spPr>
        <a:xfrm>
          <a:off x="6448909" y="820184"/>
          <a:ext cx="754080" cy="754080"/>
        </a:xfrm>
        <a:prstGeom prst="ellipse">
          <a:avLst/>
        </a:prstGeom>
        <a:solidFill>
          <a:schemeClr val="accent2">
            <a:hueOff val="-4938581"/>
            <a:satOff val="-1833"/>
            <a:lumOff val="4183"/>
            <a:alphaOff val="0"/>
          </a:schemeClr>
        </a:solidFill>
        <a:ln w="12700" cap="flat" cmpd="sng" algn="ctr">
          <a:solidFill>
            <a:schemeClr val="accent2">
              <a:hueOff val="-4938581"/>
              <a:satOff val="-1833"/>
              <a:lumOff val="418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559341" y="930616"/>
        <a:ext cx="533216" cy="533216"/>
      </dsp:txXfrm>
    </dsp:sp>
    <dsp:sp modelId="{696E6111-730A-4DE3-8C4B-D629E1DAB1D1}">
      <dsp:nvSpPr>
        <dsp:cNvPr id="0" name=""/>
        <dsp:cNvSpPr/>
      </dsp:nvSpPr>
      <dsp:spPr>
        <a:xfrm>
          <a:off x="5928234" y="3082353"/>
          <a:ext cx="1795429" cy="72"/>
        </a:xfrm>
        <a:prstGeom prst="rect">
          <a:avLst/>
        </a:prstGeom>
        <a:solidFill>
          <a:schemeClr val="accent2">
            <a:hueOff val="-5761677"/>
            <a:satOff val="-2138"/>
            <a:lumOff val="4881"/>
            <a:alphaOff val="0"/>
          </a:schemeClr>
        </a:solidFill>
        <a:ln w="12700" cap="flat" cmpd="sng" algn="ctr">
          <a:solidFill>
            <a:schemeClr val="accent2">
              <a:hueOff val="-5761677"/>
              <a:satOff val="-2138"/>
              <a:lumOff val="488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F34EA7-F9F7-4EDB-A188-95C2D671F115}">
      <dsp:nvSpPr>
        <dsp:cNvPr id="0" name=""/>
        <dsp:cNvSpPr/>
      </dsp:nvSpPr>
      <dsp:spPr>
        <a:xfrm>
          <a:off x="7903207" y="568824"/>
          <a:ext cx="1795429" cy="2513601"/>
        </a:xfrm>
        <a:prstGeom prst="rect">
          <a:avLst/>
        </a:prstGeom>
        <a:solidFill>
          <a:schemeClr val="accent2">
            <a:tint val="40000"/>
            <a:alpha val="90000"/>
            <a:hueOff val="-7408895"/>
            <a:satOff val="-1068"/>
            <a:lumOff val="1459"/>
            <a:alphaOff val="0"/>
          </a:schemeClr>
        </a:solidFill>
        <a:ln w="12700" cap="flat" cmpd="sng" algn="ctr">
          <a:solidFill>
            <a:schemeClr val="accent2">
              <a:tint val="40000"/>
              <a:alpha val="90000"/>
              <a:hueOff val="-7408895"/>
              <a:satOff val="-1068"/>
              <a:lumOff val="14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Paper wallet</a:t>
          </a:r>
          <a:endParaRPr lang="en-US" sz="2600" kern="1200"/>
        </a:p>
      </dsp:txBody>
      <dsp:txXfrm>
        <a:off x="7903207" y="1523992"/>
        <a:ext cx="1795429" cy="1508161"/>
      </dsp:txXfrm>
    </dsp:sp>
    <dsp:sp modelId="{8789A285-F3FB-4145-8D99-D0D8431E7809}">
      <dsp:nvSpPr>
        <dsp:cNvPr id="0" name=""/>
        <dsp:cNvSpPr/>
      </dsp:nvSpPr>
      <dsp:spPr>
        <a:xfrm>
          <a:off x="8423881" y="820184"/>
          <a:ext cx="754080" cy="754080"/>
        </a:xfrm>
        <a:prstGeom prst="ellipse">
          <a:avLst/>
        </a:prstGeom>
        <a:solidFill>
          <a:schemeClr val="accent2">
            <a:hueOff val="-6584774"/>
            <a:satOff val="-2444"/>
            <a:lumOff val="5578"/>
            <a:alphaOff val="0"/>
          </a:schemeClr>
        </a:solidFill>
        <a:ln w="12700" cap="flat" cmpd="sng" algn="ctr">
          <a:solidFill>
            <a:schemeClr val="accent2">
              <a:hueOff val="-6584774"/>
              <a:satOff val="-2444"/>
              <a:lumOff val="55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5</a:t>
          </a:r>
        </a:p>
      </dsp:txBody>
      <dsp:txXfrm>
        <a:off x="8534313" y="930616"/>
        <a:ext cx="533216" cy="533216"/>
      </dsp:txXfrm>
    </dsp:sp>
    <dsp:sp modelId="{DE3ACD4E-D9B8-4441-AD2E-47716A54E64F}">
      <dsp:nvSpPr>
        <dsp:cNvPr id="0" name=""/>
        <dsp:cNvSpPr/>
      </dsp:nvSpPr>
      <dsp:spPr>
        <a:xfrm>
          <a:off x="7903207" y="3082353"/>
          <a:ext cx="1795429" cy="72"/>
        </a:xfrm>
        <a:prstGeom prst="rect">
          <a:avLst/>
        </a:prstGeom>
        <a:solidFill>
          <a:schemeClr val="accent2">
            <a:hueOff val="-7407870"/>
            <a:satOff val="-2749"/>
            <a:lumOff val="6275"/>
            <a:alphaOff val="0"/>
          </a:schemeClr>
        </a:solidFill>
        <a:ln w="12700" cap="flat" cmpd="sng" algn="ctr">
          <a:solidFill>
            <a:schemeClr val="accent2">
              <a:hueOff val="-7407870"/>
              <a:satOff val="-2749"/>
              <a:lumOff val="62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4CB6F-E965-4A53-BC45-F43A27B717FB}">
      <dsp:nvSpPr>
        <dsp:cNvPr id="0" name=""/>
        <dsp:cNvSpPr/>
      </dsp:nvSpPr>
      <dsp:spPr>
        <a:xfrm>
          <a:off x="0" y="680"/>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024AB-1FCE-4071-9CF3-5516B985F217}">
      <dsp:nvSpPr>
        <dsp:cNvPr id="0" name=""/>
        <dsp:cNvSpPr/>
      </dsp:nvSpPr>
      <dsp:spPr>
        <a:xfrm>
          <a:off x="481473" y="358800"/>
          <a:ext cx="875405" cy="875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44A7D3-190F-4CE2-86C1-E43D47637A62}">
      <dsp:nvSpPr>
        <dsp:cNvPr id="0" name=""/>
        <dsp:cNvSpPr/>
      </dsp:nvSpPr>
      <dsp:spPr>
        <a:xfrm>
          <a:off x="1838352" y="680"/>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Full-</a:t>
          </a:r>
          <a:r>
            <a:rPr lang="tr-TR" sz="2500" i="1" kern="1200" dirty="0" err="1"/>
            <a:t>node</a:t>
          </a:r>
          <a:r>
            <a:rPr lang="tr-TR" sz="2500" i="1" kern="1200" dirty="0"/>
            <a:t> </a:t>
          </a:r>
          <a:r>
            <a:rPr lang="tr-TR" sz="2500" i="1" kern="1200" dirty="0" err="1"/>
            <a:t>client</a:t>
          </a:r>
          <a:endParaRPr lang="en-US" sz="2500" kern="1200" dirty="0"/>
        </a:p>
      </dsp:txBody>
      <dsp:txXfrm>
        <a:off x="1838352" y="680"/>
        <a:ext cx="5349847" cy="1591647"/>
      </dsp:txXfrm>
    </dsp:sp>
    <dsp:sp modelId="{907F005E-F7C5-4495-B55B-232A591E9CED}">
      <dsp:nvSpPr>
        <dsp:cNvPr id="0" name=""/>
        <dsp:cNvSpPr/>
      </dsp:nvSpPr>
      <dsp:spPr>
        <a:xfrm>
          <a:off x="0" y="1990238"/>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A2F5CD-29CF-4F7E-BB6D-54ECE2285FB0}">
      <dsp:nvSpPr>
        <dsp:cNvPr id="0" name=""/>
        <dsp:cNvSpPr/>
      </dsp:nvSpPr>
      <dsp:spPr>
        <a:xfrm>
          <a:off x="481473" y="2348359"/>
          <a:ext cx="875405" cy="875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42BC76-C550-4842-AF02-A1225816BF71}">
      <dsp:nvSpPr>
        <dsp:cNvPr id="0" name=""/>
        <dsp:cNvSpPr/>
      </dsp:nvSpPr>
      <dsp:spPr>
        <a:xfrm>
          <a:off x="1838352" y="1990238"/>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Lightweight client</a:t>
          </a:r>
          <a:endParaRPr lang="en-US" sz="2500" kern="1200" dirty="0"/>
        </a:p>
      </dsp:txBody>
      <dsp:txXfrm>
        <a:off x="1838352" y="1990238"/>
        <a:ext cx="5349847" cy="1591647"/>
      </dsp:txXfrm>
    </dsp:sp>
    <dsp:sp modelId="{128B43F1-64EA-4FA6-BACC-47E02AF51D1A}">
      <dsp:nvSpPr>
        <dsp:cNvPr id="0" name=""/>
        <dsp:cNvSpPr/>
      </dsp:nvSpPr>
      <dsp:spPr>
        <a:xfrm>
          <a:off x="0" y="3979797"/>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027AE-3A03-4121-BA58-98F17F6B83AB}">
      <dsp:nvSpPr>
        <dsp:cNvPr id="0" name=""/>
        <dsp:cNvSpPr/>
      </dsp:nvSpPr>
      <dsp:spPr>
        <a:xfrm>
          <a:off x="481473" y="4337918"/>
          <a:ext cx="875405" cy="8754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4D760E-00A2-419F-8B1B-119841932A70}">
      <dsp:nvSpPr>
        <dsp:cNvPr id="0" name=""/>
        <dsp:cNvSpPr/>
      </dsp:nvSpPr>
      <dsp:spPr>
        <a:xfrm>
          <a:off x="1838352" y="3979797"/>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Third-party API client</a:t>
          </a:r>
          <a:endParaRPr lang="en-US" sz="2500" kern="1200" dirty="0"/>
        </a:p>
      </dsp:txBody>
      <dsp:txXfrm>
        <a:off x="1838352" y="3979797"/>
        <a:ext cx="5349847" cy="159164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C934B-DDBB-4D85-9860-81C865BBBFDC}">
      <dsp:nvSpPr>
        <dsp:cNvPr id="0" name=""/>
        <dsp:cNvSpPr/>
      </dsp:nvSpPr>
      <dsp:spPr>
        <a:xfrm>
          <a:off x="8334938" y="1645253"/>
          <a:ext cx="360621" cy="36074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2B78E2-C0F7-4A5B-81A3-BF7B8F4C8A03}">
      <dsp:nvSpPr>
        <dsp:cNvPr id="0" name=""/>
        <dsp:cNvSpPr/>
      </dsp:nvSpPr>
      <dsp:spPr>
        <a:xfrm>
          <a:off x="7722111" y="1645253"/>
          <a:ext cx="360621" cy="360743"/>
        </a:xfrm>
        <a:prstGeom prst="ellipse">
          <a:avLst/>
        </a:prstGeom>
        <a:solidFill>
          <a:schemeClr val="accent2">
            <a:hueOff val="-740787"/>
            <a:satOff val="-275"/>
            <a:lumOff val="628"/>
            <a:alphaOff val="0"/>
          </a:schemeClr>
        </a:solidFill>
        <a:ln w="12700" cap="flat" cmpd="sng" algn="ctr">
          <a:solidFill>
            <a:schemeClr val="accent2">
              <a:hueOff val="-740787"/>
              <a:satOff val="-275"/>
              <a:lumOff val="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9C822C-5DCC-4BC7-A454-D3FA14B0A69D}">
      <dsp:nvSpPr>
        <dsp:cNvPr id="0" name=""/>
        <dsp:cNvSpPr/>
      </dsp:nvSpPr>
      <dsp:spPr>
        <a:xfrm>
          <a:off x="7109284" y="1645253"/>
          <a:ext cx="360621" cy="360743"/>
        </a:xfrm>
        <a:prstGeom prst="ellipse">
          <a:avLst/>
        </a:prstGeom>
        <a:solidFill>
          <a:schemeClr val="accent2">
            <a:hueOff val="-1481574"/>
            <a:satOff val="-550"/>
            <a:lumOff val="1255"/>
            <a:alphaOff val="0"/>
          </a:schemeClr>
        </a:solidFill>
        <a:ln w="12700" cap="flat" cmpd="sng" algn="ctr">
          <a:solidFill>
            <a:schemeClr val="accent2">
              <a:hueOff val="-1481574"/>
              <a:satOff val="-550"/>
              <a:lumOff val="125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C1081F-56CB-47EC-BD7D-9DDED9261292}">
      <dsp:nvSpPr>
        <dsp:cNvPr id="0" name=""/>
        <dsp:cNvSpPr/>
      </dsp:nvSpPr>
      <dsp:spPr>
        <a:xfrm>
          <a:off x="6496458" y="1645253"/>
          <a:ext cx="360621" cy="360743"/>
        </a:xfrm>
        <a:prstGeom prst="ellipse">
          <a:avLst/>
        </a:prstGeom>
        <a:solidFill>
          <a:schemeClr val="accent2">
            <a:hueOff val="-2222361"/>
            <a:satOff val="-825"/>
            <a:lumOff val="1883"/>
            <a:alphaOff val="0"/>
          </a:schemeClr>
        </a:solidFill>
        <a:ln w="12700" cap="flat" cmpd="sng" algn="ctr">
          <a:solidFill>
            <a:schemeClr val="accent2">
              <a:hueOff val="-2222361"/>
              <a:satOff val="-825"/>
              <a:lumOff val="18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83B4F5-F08A-4542-9799-19F3063EBD73}">
      <dsp:nvSpPr>
        <dsp:cNvPr id="0" name=""/>
        <dsp:cNvSpPr/>
      </dsp:nvSpPr>
      <dsp:spPr>
        <a:xfrm>
          <a:off x="5883631" y="1645253"/>
          <a:ext cx="360621" cy="360743"/>
        </a:xfrm>
        <a:prstGeom prst="ellipse">
          <a:avLst/>
        </a:prstGeom>
        <a:solidFill>
          <a:schemeClr val="accent2">
            <a:hueOff val="-2963148"/>
            <a:satOff val="-1100"/>
            <a:lumOff val="2510"/>
            <a:alphaOff val="0"/>
          </a:schemeClr>
        </a:solidFill>
        <a:ln w="12700" cap="flat" cmpd="sng" algn="ctr">
          <a:solidFill>
            <a:schemeClr val="accent2">
              <a:hueOff val="-2963148"/>
              <a:satOff val="-1100"/>
              <a:lumOff val="25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4C4C23-79FF-4DED-87AA-035E5EB5F7E0}">
      <dsp:nvSpPr>
        <dsp:cNvPr id="0" name=""/>
        <dsp:cNvSpPr/>
      </dsp:nvSpPr>
      <dsp:spPr>
        <a:xfrm>
          <a:off x="4909414" y="1464881"/>
          <a:ext cx="722012" cy="721487"/>
        </a:xfrm>
        <a:prstGeom prst="ellipse">
          <a:avLst/>
        </a:prstGeom>
        <a:solidFill>
          <a:schemeClr val="accent2">
            <a:hueOff val="-3703935"/>
            <a:satOff val="-1375"/>
            <a:lumOff val="3138"/>
            <a:alphaOff val="0"/>
          </a:schemeClr>
        </a:solidFill>
        <a:ln w="12700" cap="flat" cmpd="sng" algn="ctr">
          <a:solidFill>
            <a:schemeClr val="accent2">
              <a:hueOff val="-3703935"/>
              <a:satOff val="-1375"/>
              <a:lumOff val="31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BACB10-F9A3-4BA0-92B2-8D7387F62641}">
      <dsp:nvSpPr>
        <dsp:cNvPr id="0" name=""/>
        <dsp:cNvSpPr/>
      </dsp:nvSpPr>
      <dsp:spPr>
        <a:xfrm>
          <a:off x="7746716" y="900033"/>
          <a:ext cx="360621" cy="360743"/>
        </a:xfrm>
        <a:prstGeom prst="ellipse">
          <a:avLst/>
        </a:prstGeom>
        <a:solidFill>
          <a:schemeClr val="accent2">
            <a:hueOff val="-4444722"/>
            <a:satOff val="-1649"/>
            <a:lumOff val="3765"/>
            <a:alphaOff val="0"/>
          </a:schemeClr>
        </a:solidFill>
        <a:ln w="12700" cap="flat" cmpd="sng" algn="ctr">
          <a:solidFill>
            <a:schemeClr val="accent2">
              <a:hueOff val="-4444722"/>
              <a:satOff val="-1649"/>
              <a:lumOff val="376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E68BB3-F7B5-4BEA-81D5-E93B041F2658}">
      <dsp:nvSpPr>
        <dsp:cNvPr id="0" name=""/>
        <dsp:cNvSpPr/>
      </dsp:nvSpPr>
      <dsp:spPr>
        <a:xfrm>
          <a:off x="7746716" y="2395950"/>
          <a:ext cx="360621" cy="360743"/>
        </a:xfrm>
        <a:prstGeom prst="ellipse">
          <a:avLst/>
        </a:prstGeom>
        <a:solidFill>
          <a:schemeClr val="accent2">
            <a:hueOff val="-5185509"/>
            <a:satOff val="-1924"/>
            <a:lumOff val="4393"/>
            <a:alphaOff val="0"/>
          </a:schemeClr>
        </a:solidFill>
        <a:ln w="12700" cap="flat" cmpd="sng" algn="ctr">
          <a:solidFill>
            <a:schemeClr val="accent2">
              <a:hueOff val="-5185509"/>
              <a:satOff val="-1924"/>
              <a:lumOff val="43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69853B-874C-4FA3-BCA7-6F79BFC67999}">
      <dsp:nvSpPr>
        <dsp:cNvPr id="0" name=""/>
        <dsp:cNvSpPr/>
      </dsp:nvSpPr>
      <dsp:spPr>
        <a:xfrm>
          <a:off x="8068893" y="1224264"/>
          <a:ext cx="360621" cy="360743"/>
        </a:xfrm>
        <a:prstGeom prst="ellipse">
          <a:avLst/>
        </a:prstGeom>
        <a:solidFill>
          <a:schemeClr val="accent2">
            <a:hueOff val="-5926296"/>
            <a:satOff val="-2199"/>
            <a:lumOff val="5020"/>
            <a:alphaOff val="0"/>
          </a:schemeClr>
        </a:solidFill>
        <a:ln w="12700" cap="flat" cmpd="sng" algn="ctr">
          <a:solidFill>
            <a:schemeClr val="accent2">
              <a:hueOff val="-5926296"/>
              <a:satOff val="-2199"/>
              <a:lumOff val="502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EB5A34-3E06-4B07-BCCB-943578DD4C37}">
      <dsp:nvSpPr>
        <dsp:cNvPr id="0" name=""/>
        <dsp:cNvSpPr/>
      </dsp:nvSpPr>
      <dsp:spPr>
        <a:xfrm>
          <a:off x="8090422" y="2073544"/>
          <a:ext cx="360621" cy="360743"/>
        </a:xfrm>
        <a:prstGeom prst="ellipse">
          <a:avLst/>
        </a:prstGeom>
        <a:solidFill>
          <a:schemeClr val="accent2">
            <a:hueOff val="-6667083"/>
            <a:satOff val="-2474"/>
            <a:lumOff val="5648"/>
            <a:alphaOff val="0"/>
          </a:schemeClr>
        </a:solidFill>
        <a:ln w="12700" cap="flat" cmpd="sng" algn="ctr">
          <a:solidFill>
            <a:schemeClr val="accent2">
              <a:hueOff val="-6667083"/>
              <a:satOff val="-2474"/>
              <a:lumOff val="564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CCB7F1-1CAD-4E48-B818-5502C6E2E888}">
      <dsp:nvSpPr>
        <dsp:cNvPr id="0" name=""/>
        <dsp:cNvSpPr/>
      </dsp:nvSpPr>
      <dsp:spPr>
        <a:xfrm>
          <a:off x="1006392" y="0"/>
          <a:ext cx="3651585" cy="3651250"/>
        </a:xfrm>
        <a:prstGeom prst="ellipse">
          <a:avLst/>
        </a:prstGeom>
        <a:solidFill>
          <a:schemeClr val="accent2">
            <a:hueOff val="-7407870"/>
            <a:satOff val="-2749"/>
            <a:lumOff val="6275"/>
            <a:alphaOff val="0"/>
          </a:schemeClr>
        </a:solidFill>
        <a:ln w="12700" cap="flat" cmpd="sng" algn="ctr">
          <a:solidFill>
            <a:schemeClr val="accent2">
              <a:hueOff val="-7407870"/>
              <a:satOff val="-2749"/>
              <a:lumOff val="6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stores the entire history of bitcoin</a:t>
          </a:r>
          <a:r>
            <a:rPr lang="tr-TR" sz="3600" kern="1200" dirty="0"/>
            <a:t> transactions</a:t>
          </a:r>
          <a:endParaRPr lang="en-US" sz="3600" kern="1200" dirty="0"/>
        </a:p>
      </dsp:txBody>
      <dsp:txXfrm>
        <a:off x="1541154" y="534713"/>
        <a:ext cx="2582061" cy="258182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55A55-DC31-4F73-AA6E-40C4E3BB25B5}">
      <dsp:nvSpPr>
        <dsp:cNvPr id="0" name=""/>
        <dsp:cNvSpPr/>
      </dsp:nvSpPr>
      <dsp:spPr>
        <a:xfrm>
          <a:off x="658902" y="1093606"/>
          <a:ext cx="709488" cy="7094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B99EEA-870F-46E4-9519-BCFE733FEC16}">
      <dsp:nvSpPr>
        <dsp:cNvPr id="0" name=""/>
        <dsp:cNvSpPr/>
      </dsp:nvSpPr>
      <dsp:spPr>
        <a:xfrm>
          <a:off x="92" y="1880044"/>
          <a:ext cx="2027109" cy="3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tr-TR" sz="1500" kern="1200"/>
            <a:t>SPV</a:t>
          </a:r>
          <a:endParaRPr lang="en-US" sz="1500" kern="1200"/>
        </a:p>
      </dsp:txBody>
      <dsp:txXfrm>
        <a:off x="92" y="1880044"/>
        <a:ext cx="2027109" cy="304066"/>
      </dsp:txXfrm>
    </dsp:sp>
    <dsp:sp modelId="{534F817C-3E66-407D-BD96-A761743AA156}">
      <dsp:nvSpPr>
        <dsp:cNvPr id="0" name=""/>
        <dsp:cNvSpPr/>
      </dsp:nvSpPr>
      <dsp:spPr>
        <a:xfrm>
          <a:off x="92" y="2219902"/>
          <a:ext cx="2027109" cy="663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known as a simple-payment-verification client</a:t>
          </a:r>
        </a:p>
      </dsp:txBody>
      <dsp:txXfrm>
        <a:off x="92" y="2219902"/>
        <a:ext cx="2027109" cy="663242"/>
      </dsp:txXfrm>
    </dsp:sp>
    <dsp:sp modelId="{18A4E6B7-85D9-4108-991B-01A1E54792E8}">
      <dsp:nvSpPr>
        <dsp:cNvPr id="0" name=""/>
        <dsp:cNvSpPr/>
      </dsp:nvSpPr>
      <dsp:spPr>
        <a:xfrm>
          <a:off x="3040756" y="1093606"/>
          <a:ext cx="709488" cy="7094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1DA08A-8679-48AD-AA38-A2047B2DFC84}">
      <dsp:nvSpPr>
        <dsp:cNvPr id="0" name=""/>
        <dsp:cNvSpPr/>
      </dsp:nvSpPr>
      <dsp:spPr>
        <a:xfrm>
          <a:off x="2381945" y="1880044"/>
          <a:ext cx="2027109" cy="3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tr-TR" sz="1500" kern="1200"/>
            <a:t>Connection </a:t>
          </a:r>
          <a:r>
            <a:rPr lang="tr-TR" sz="1500" kern="1200" err="1"/>
            <a:t>to</a:t>
          </a:r>
          <a:r>
            <a:rPr lang="tr-TR" sz="1500" kern="1200"/>
            <a:t> Full </a:t>
          </a:r>
          <a:r>
            <a:rPr lang="tr-TR" sz="1500" kern="1200" err="1"/>
            <a:t>Nodes</a:t>
          </a:r>
          <a:endParaRPr lang="en-US" sz="1500" kern="1200"/>
        </a:p>
      </dsp:txBody>
      <dsp:txXfrm>
        <a:off x="2381945" y="1880044"/>
        <a:ext cx="2027109" cy="304066"/>
      </dsp:txXfrm>
    </dsp:sp>
    <dsp:sp modelId="{C88596FB-59EB-4F27-BE0B-D628C184C3D2}">
      <dsp:nvSpPr>
        <dsp:cNvPr id="0" name=""/>
        <dsp:cNvSpPr/>
      </dsp:nvSpPr>
      <dsp:spPr>
        <a:xfrm>
          <a:off x="2381945" y="2219902"/>
          <a:ext cx="2027109" cy="663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connects to bitcoin full nodes</a:t>
          </a:r>
        </a:p>
        <a:p>
          <a:pPr marL="0" lvl="0" indent="0" algn="ctr" defTabSz="488950">
            <a:lnSpc>
              <a:spcPct val="100000"/>
            </a:lnSpc>
            <a:spcBef>
              <a:spcPct val="0"/>
            </a:spcBef>
            <a:spcAft>
              <a:spcPct val="35000"/>
            </a:spcAft>
            <a:buNone/>
          </a:pPr>
          <a:r>
            <a:rPr lang="en-US" sz="1100" kern="1200"/>
            <a:t>for access to bitcoin</a:t>
          </a:r>
          <a:r>
            <a:rPr lang="tr-TR" sz="1100" kern="1200"/>
            <a:t> </a:t>
          </a:r>
          <a:r>
            <a:rPr lang="tr-TR" sz="1100" kern="1200" err="1"/>
            <a:t>transactions</a:t>
          </a:r>
          <a:endParaRPr lang="en-US" sz="1100" kern="1200"/>
        </a:p>
      </dsp:txBody>
      <dsp:txXfrm>
        <a:off x="2381945" y="2219902"/>
        <a:ext cx="2027109" cy="663242"/>
      </dsp:txXfrm>
    </dsp:sp>
    <dsp:sp modelId="{6C787822-3CD3-4149-9EB7-12370D139D3C}">
      <dsp:nvSpPr>
        <dsp:cNvPr id="0" name=""/>
        <dsp:cNvSpPr/>
      </dsp:nvSpPr>
      <dsp:spPr>
        <a:xfrm>
          <a:off x="5422609" y="1093606"/>
          <a:ext cx="709488" cy="7094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D6A6E5-61A3-44FF-A16C-D54B31598D37}">
      <dsp:nvSpPr>
        <dsp:cNvPr id="0" name=""/>
        <dsp:cNvSpPr/>
      </dsp:nvSpPr>
      <dsp:spPr>
        <a:xfrm>
          <a:off x="4763799" y="1880044"/>
          <a:ext cx="2027109" cy="3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tr-TR" sz="1500" kern="1200"/>
            <a:t>Storage</a:t>
          </a:r>
          <a:endParaRPr lang="en-US" sz="1500" kern="1200"/>
        </a:p>
      </dsp:txBody>
      <dsp:txXfrm>
        <a:off x="4763799" y="1880044"/>
        <a:ext cx="2027109" cy="304066"/>
      </dsp:txXfrm>
    </dsp:sp>
    <dsp:sp modelId="{9AC98F2D-C9CB-4E14-B8C3-E1EE1D28EC46}">
      <dsp:nvSpPr>
        <dsp:cNvPr id="0" name=""/>
        <dsp:cNvSpPr/>
      </dsp:nvSpPr>
      <dsp:spPr>
        <a:xfrm>
          <a:off x="4763799" y="2219902"/>
          <a:ext cx="2027109" cy="663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stores the user wallet locally and independently</a:t>
          </a:r>
        </a:p>
      </dsp:txBody>
      <dsp:txXfrm>
        <a:off x="4763799" y="2219902"/>
        <a:ext cx="2027109" cy="663242"/>
      </dsp:txXfrm>
    </dsp:sp>
    <dsp:sp modelId="{DFABDD44-5331-4E54-A510-012F4032E474}">
      <dsp:nvSpPr>
        <dsp:cNvPr id="0" name=""/>
        <dsp:cNvSpPr/>
      </dsp:nvSpPr>
      <dsp:spPr>
        <a:xfrm>
          <a:off x="7804463" y="1093606"/>
          <a:ext cx="709488" cy="709488"/>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F79D97-F367-42BD-B65C-EC147FE6DD76}">
      <dsp:nvSpPr>
        <dsp:cNvPr id="0" name=""/>
        <dsp:cNvSpPr/>
      </dsp:nvSpPr>
      <dsp:spPr>
        <a:xfrm>
          <a:off x="7145652" y="1880044"/>
          <a:ext cx="2027109" cy="3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tr-TR" sz="1500" kern="1200" err="1"/>
            <a:t>Transactions</a:t>
          </a:r>
          <a:endParaRPr lang="en-US" sz="1500" kern="1200"/>
        </a:p>
      </dsp:txBody>
      <dsp:txXfrm>
        <a:off x="7145652" y="1880044"/>
        <a:ext cx="2027109" cy="304066"/>
      </dsp:txXfrm>
    </dsp:sp>
    <dsp:sp modelId="{B70E47A0-B75E-491C-843A-4095FC62B208}">
      <dsp:nvSpPr>
        <dsp:cNvPr id="0" name=""/>
        <dsp:cNvSpPr/>
      </dsp:nvSpPr>
      <dsp:spPr>
        <a:xfrm>
          <a:off x="7145652" y="2219902"/>
          <a:ext cx="2027109" cy="663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creates,</a:t>
          </a:r>
          <a:r>
            <a:rPr lang="tr-TR" sz="1100" kern="1200"/>
            <a:t> </a:t>
          </a:r>
          <a:endParaRPr lang="en-US" sz="1100" kern="1200"/>
        </a:p>
        <a:p>
          <a:pPr marL="0" lvl="0" indent="0" algn="ctr" defTabSz="488950">
            <a:lnSpc>
              <a:spcPct val="100000"/>
            </a:lnSpc>
            <a:spcBef>
              <a:spcPct val="0"/>
            </a:spcBef>
            <a:spcAft>
              <a:spcPct val="35000"/>
            </a:spcAft>
            <a:buNone/>
          </a:pPr>
          <a:r>
            <a:rPr lang="tr-TR" sz="1100" kern="1200"/>
            <a:t>validates</a:t>
          </a:r>
          <a:endParaRPr lang="en-US" sz="1100" kern="1200"/>
        </a:p>
        <a:p>
          <a:pPr marL="0" lvl="0" indent="0" algn="ctr" defTabSz="488950">
            <a:lnSpc>
              <a:spcPct val="100000"/>
            </a:lnSpc>
            <a:spcBef>
              <a:spcPct val="0"/>
            </a:spcBef>
            <a:spcAft>
              <a:spcPct val="35000"/>
            </a:spcAft>
            <a:buNone/>
          </a:pPr>
          <a:r>
            <a:rPr lang="tr-TR" sz="1100" kern="1200"/>
            <a:t>transmits transactions</a:t>
          </a:r>
          <a:endParaRPr lang="en-US" sz="1100" kern="1200"/>
        </a:p>
      </dsp:txBody>
      <dsp:txXfrm>
        <a:off x="7145652" y="2219902"/>
        <a:ext cx="2027109" cy="663242"/>
      </dsp:txXfrm>
    </dsp:sp>
    <dsp:sp modelId="{D36267F3-709A-407B-82AD-F2ACCDDADD10}">
      <dsp:nvSpPr>
        <dsp:cNvPr id="0" name=""/>
        <dsp:cNvSpPr/>
      </dsp:nvSpPr>
      <dsp:spPr>
        <a:xfrm>
          <a:off x="10186316" y="1093606"/>
          <a:ext cx="709488" cy="709488"/>
        </a:xfrm>
        <a:prstGeom prst="rect">
          <a:avLst/>
        </a:prstGeom>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BD4030-7406-48A2-8629-4A39E2B71569}">
      <dsp:nvSpPr>
        <dsp:cNvPr id="0" name=""/>
        <dsp:cNvSpPr/>
      </dsp:nvSpPr>
      <dsp:spPr>
        <a:xfrm>
          <a:off x="9527506" y="1880044"/>
          <a:ext cx="2027109" cy="3040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tr-TR" sz="1500" kern="1200"/>
            <a:t>Direct Interaction</a:t>
          </a:r>
          <a:endParaRPr lang="en-US" sz="1500" kern="1200"/>
        </a:p>
      </dsp:txBody>
      <dsp:txXfrm>
        <a:off x="9527506" y="1880044"/>
        <a:ext cx="2027109" cy="304066"/>
      </dsp:txXfrm>
    </dsp:sp>
    <dsp:sp modelId="{29776FFF-FD12-4245-BF00-7727AF472681}">
      <dsp:nvSpPr>
        <dsp:cNvPr id="0" name=""/>
        <dsp:cNvSpPr/>
      </dsp:nvSpPr>
      <dsp:spPr>
        <a:xfrm>
          <a:off x="9527506" y="2219902"/>
          <a:ext cx="2027109" cy="663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tr-TR" sz="1100" kern="1200"/>
            <a:t>interact directly </a:t>
          </a:r>
          <a:r>
            <a:rPr lang="en-US" sz="1100" kern="1200"/>
            <a:t>with the bitcoin network, without an intermediary.</a:t>
          </a:r>
        </a:p>
      </dsp:txBody>
      <dsp:txXfrm>
        <a:off x="9527506" y="2219902"/>
        <a:ext cx="2027109" cy="663242"/>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FDF50-B29E-49CF-9D6E-6A766FFCD698}">
      <dsp:nvSpPr>
        <dsp:cNvPr id="0" name=""/>
        <dsp:cNvSpPr/>
      </dsp:nvSpPr>
      <dsp:spPr>
        <a:xfrm>
          <a:off x="819193" y="574776"/>
          <a:ext cx="880031" cy="8800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0317DF-1F5C-4EB9-9C18-443551C54150}">
      <dsp:nvSpPr>
        <dsp:cNvPr id="0" name=""/>
        <dsp:cNvSpPr/>
      </dsp:nvSpPr>
      <dsp:spPr>
        <a:xfrm>
          <a:off x="2021" y="1582081"/>
          <a:ext cx="2514375" cy="377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Third party API</a:t>
          </a:r>
          <a:endParaRPr lang="en-US" sz="2200" kern="1200"/>
        </a:p>
      </dsp:txBody>
      <dsp:txXfrm>
        <a:off x="2021" y="1582081"/>
        <a:ext cx="2514375" cy="377156"/>
      </dsp:txXfrm>
    </dsp:sp>
    <dsp:sp modelId="{C93A641C-EEED-4DF1-B149-EAC58CDB0EA7}">
      <dsp:nvSpPr>
        <dsp:cNvPr id="0" name=""/>
        <dsp:cNvSpPr/>
      </dsp:nvSpPr>
      <dsp:spPr>
        <a:xfrm>
          <a:off x="2021" y="2018434"/>
          <a:ext cx="2514375" cy="151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interacts with bitcoin</a:t>
          </a:r>
        </a:p>
        <a:p>
          <a:pPr marL="0" lvl="0" indent="0" algn="ctr" defTabSz="755650">
            <a:lnSpc>
              <a:spcPct val="100000"/>
            </a:lnSpc>
            <a:spcBef>
              <a:spcPct val="0"/>
            </a:spcBef>
            <a:spcAft>
              <a:spcPct val="35000"/>
            </a:spcAft>
            <a:buNone/>
          </a:pPr>
          <a:r>
            <a:rPr lang="en-US" sz="1700" kern="1200" dirty="0"/>
            <a:t>through a third-party</a:t>
          </a:r>
          <a:r>
            <a:rPr lang="tr-TR" sz="1700" kern="1200" dirty="0"/>
            <a:t> </a:t>
          </a:r>
          <a:r>
            <a:rPr lang="en-US" sz="1700" kern="1200" dirty="0"/>
            <a:t>system of</a:t>
          </a:r>
        </a:p>
        <a:p>
          <a:pPr marL="0" lvl="0" indent="0" algn="ctr" defTabSz="755650">
            <a:lnSpc>
              <a:spcPct val="100000"/>
            </a:lnSpc>
            <a:spcBef>
              <a:spcPct val="0"/>
            </a:spcBef>
            <a:spcAft>
              <a:spcPct val="35000"/>
            </a:spcAft>
            <a:buNone/>
          </a:pPr>
          <a:r>
            <a:rPr lang="en-US" sz="1700" kern="1200" dirty="0"/>
            <a:t>APIs</a:t>
          </a:r>
          <a:r>
            <a:rPr lang="tr-TR" sz="1700" kern="1200" dirty="0"/>
            <a:t>: </a:t>
          </a:r>
          <a:r>
            <a:rPr lang="en-US" sz="1700" kern="1200" dirty="0"/>
            <a:t>application programming interfaces</a:t>
          </a:r>
        </a:p>
      </dsp:txBody>
      <dsp:txXfrm>
        <a:off x="2021" y="2018434"/>
        <a:ext cx="2514375" cy="1516202"/>
      </dsp:txXfrm>
    </dsp:sp>
    <dsp:sp modelId="{A7FFD9C6-8D07-455D-8125-DF72D557E153}">
      <dsp:nvSpPr>
        <dsp:cNvPr id="0" name=""/>
        <dsp:cNvSpPr/>
      </dsp:nvSpPr>
      <dsp:spPr>
        <a:xfrm>
          <a:off x="3773584" y="574776"/>
          <a:ext cx="880031" cy="8800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99CD35-B0F1-46A1-A3B4-C0FC55AD5475}">
      <dsp:nvSpPr>
        <dsp:cNvPr id="0" name=""/>
        <dsp:cNvSpPr/>
      </dsp:nvSpPr>
      <dsp:spPr>
        <a:xfrm>
          <a:off x="2956412" y="1582081"/>
          <a:ext cx="2514375" cy="377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No direct connection</a:t>
          </a:r>
          <a:endParaRPr lang="en-US" sz="2200" kern="1200"/>
        </a:p>
      </dsp:txBody>
      <dsp:txXfrm>
        <a:off x="2956412" y="1582081"/>
        <a:ext cx="2514375" cy="377156"/>
      </dsp:txXfrm>
    </dsp:sp>
    <dsp:sp modelId="{38C1E78D-14D8-40AC-98A4-49BE5E719119}">
      <dsp:nvSpPr>
        <dsp:cNvPr id="0" name=""/>
        <dsp:cNvSpPr/>
      </dsp:nvSpPr>
      <dsp:spPr>
        <a:xfrm>
          <a:off x="2956412" y="2018434"/>
          <a:ext cx="2514375" cy="151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to the bitcoin network directly</a:t>
          </a:r>
        </a:p>
      </dsp:txBody>
      <dsp:txXfrm>
        <a:off x="2956412" y="2018434"/>
        <a:ext cx="2514375" cy="1516202"/>
      </dsp:txXfrm>
    </dsp:sp>
    <dsp:sp modelId="{0B1D2EAA-B164-4AD9-8640-0D5F4AFBE9E4}">
      <dsp:nvSpPr>
        <dsp:cNvPr id="0" name=""/>
        <dsp:cNvSpPr/>
      </dsp:nvSpPr>
      <dsp:spPr>
        <a:xfrm>
          <a:off x="6727974" y="574776"/>
          <a:ext cx="880031" cy="8800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69A49-1AA6-461F-AC96-648322185381}">
      <dsp:nvSpPr>
        <dsp:cNvPr id="0" name=""/>
        <dsp:cNvSpPr/>
      </dsp:nvSpPr>
      <dsp:spPr>
        <a:xfrm>
          <a:off x="5910802" y="1582081"/>
          <a:ext cx="2514375" cy="377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Wallet storage</a:t>
          </a:r>
          <a:endParaRPr lang="en-US" sz="2200" kern="1200"/>
        </a:p>
      </dsp:txBody>
      <dsp:txXfrm>
        <a:off x="5910802" y="1582081"/>
        <a:ext cx="2514375" cy="377156"/>
      </dsp:txXfrm>
    </dsp:sp>
    <dsp:sp modelId="{B0640E79-7B7D-464C-9ED0-778E961BB37D}">
      <dsp:nvSpPr>
        <dsp:cNvPr id="0" name=""/>
        <dsp:cNvSpPr/>
      </dsp:nvSpPr>
      <dsp:spPr>
        <a:xfrm>
          <a:off x="5910802" y="2018434"/>
          <a:ext cx="2514375" cy="151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The wallet may be stored</a:t>
          </a:r>
        </a:p>
        <a:p>
          <a:pPr marL="0" lvl="0" indent="0" algn="ctr" defTabSz="755650">
            <a:lnSpc>
              <a:spcPct val="100000"/>
            </a:lnSpc>
            <a:spcBef>
              <a:spcPct val="0"/>
            </a:spcBef>
            <a:spcAft>
              <a:spcPct val="35000"/>
            </a:spcAft>
            <a:buNone/>
          </a:pPr>
          <a:r>
            <a:rPr lang="en-US" sz="1700" kern="1200" dirty="0"/>
            <a:t>by the user or</a:t>
          </a:r>
        </a:p>
        <a:p>
          <a:pPr marL="0" lvl="0" indent="0" algn="ctr" defTabSz="755650">
            <a:lnSpc>
              <a:spcPct val="100000"/>
            </a:lnSpc>
            <a:spcBef>
              <a:spcPct val="0"/>
            </a:spcBef>
            <a:spcAft>
              <a:spcPct val="35000"/>
            </a:spcAft>
            <a:buNone/>
          </a:pPr>
          <a:r>
            <a:rPr lang="en-US" sz="1700" kern="1200" dirty="0"/>
            <a:t>by third</a:t>
          </a:r>
          <a:r>
            <a:rPr lang="tr-TR" sz="1700" kern="1200" dirty="0"/>
            <a:t>-</a:t>
          </a:r>
          <a:r>
            <a:rPr lang="en-US" sz="1700" kern="1200" dirty="0"/>
            <a:t>party</a:t>
          </a:r>
          <a:r>
            <a:rPr lang="tr-TR" sz="1700" kern="1200" dirty="0"/>
            <a:t> </a:t>
          </a:r>
          <a:r>
            <a:rPr lang="en-US" sz="1700" kern="1200" dirty="0"/>
            <a:t>servers</a:t>
          </a:r>
        </a:p>
      </dsp:txBody>
      <dsp:txXfrm>
        <a:off x="5910802" y="2018434"/>
        <a:ext cx="2514375" cy="1516202"/>
      </dsp:txXfrm>
    </dsp:sp>
    <dsp:sp modelId="{9B7B355D-B125-4ED3-9CB6-4BDED19AD4D0}">
      <dsp:nvSpPr>
        <dsp:cNvPr id="0" name=""/>
        <dsp:cNvSpPr/>
      </dsp:nvSpPr>
      <dsp:spPr>
        <a:xfrm>
          <a:off x="9682365" y="574776"/>
          <a:ext cx="880031" cy="8800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8FF8D3-07D0-45B4-8F0A-19A6981B2D5D}">
      <dsp:nvSpPr>
        <dsp:cNvPr id="0" name=""/>
        <dsp:cNvSpPr/>
      </dsp:nvSpPr>
      <dsp:spPr>
        <a:xfrm>
          <a:off x="8865193" y="1582081"/>
          <a:ext cx="2514375" cy="3771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Transactions</a:t>
          </a:r>
          <a:endParaRPr lang="en-US" sz="2200" kern="1200"/>
        </a:p>
      </dsp:txBody>
      <dsp:txXfrm>
        <a:off x="8865193" y="1582081"/>
        <a:ext cx="2514375" cy="377156"/>
      </dsp:txXfrm>
    </dsp:sp>
    <dsp:sp modelId="{DC633F21-A07D-4789-BB5A-E15EDA86F444}">
      <dsp:nvSpPr>
        <dsp:cNvPr id="0" name=""/>
        <dsp:cNvSpPr/>
      </dsp:nvSpPr>
      <dsp:spPr>
        <a:xfrm>
          <a:off x="8865193" y="2018434"/>
          <a:ext cx="2514375" cy="1516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All </a:t>
          </a:r>
          <a:r>
            <a:rPr lang="en-US" sz="1700" kern="1200" dirty="0"/>
            <a:t>transactions go</a:t>
          </a:r>
        </a:p>
        <a:p>
          <a:pPr marL="0" lvl="0" indent="0" algn="ctr" defTabSz="755650">
            <a:lnSpc>
              <a:spcPct val="100000"/>
            </a:lnSpc>
            <a:spcBef>
              <a:spcPct val="0"/>
            </a:spcBef>
            <a:spcAft>
              <a:spcPct val="35000"/>
            </a:spcAft>
            <a:buNone/>
          </a:pPr>
          <a:r>
            <a:rPr lang="en-US" sz="1700" kern="1200" dirty="0"/>
            <a:t>through a third party</a:t>
          </a:r>
        </a:p>
      </dsp:txBody>
      <dsp:txXfrm>
        <a:off x="8865193" y="2018434"/>
        <a:ext cx="2514375" cy="1516202"/>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6D042-7642-48C1-B467-303FD518973D}">
      <dsp:nvSpPr>
        <dsp:cNvPr id="0" name=""/>
        <dsp:cNvSpPr/>
      </dsp:nvSpPr>
      <dsp:spPr>
        <a:xfrm>
          <a:off x="0" y="680"/>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85D348-F273-4ADE-B68F-0AC354A8EFC2}">
      <dsp:nvSpPr>
        <dsp:cNvPr id="0" name=""/>
        <dsp:cNvSpPr/>
      </dsp:nvSpPr>
      <dsp:spPr>
        <a:xfrm>
          <a:off x="481473" y="358800"/>
          <a:ext cx="875405" cy="875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53915F-51D4-4A76-BA41-CFBAE497C759}">
      <dsp:nvSpPr>
        <dsp:cNvPr id="0" name=""/>
        <dsp:cNvSpPr/>
      </dsp:nvSpPr>
      <dsp:spPr>
        <a:xfrm>
          <a:off x="1838352" y="680"/>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kern="1200"/>
            <a:t>Getting Your First Bitcoin</a:t>
          </a:r>
          <a:endParaRPr lang="en-US" sz="2500" kern="1200"/>
        </a:p>
      </dsp:txBody>
      <dsp:txXfrm>
        <a:off x="1838352" y="680"/>
        <a:ext cx="5349847" cy="1591647"/>
      </dsp:txXfrm>
    </dsp:sp>
    <dsp:sp modelId="{042AD22E-DACF-4DE7-B51D-24E11642E76A}">
      <dsp:nvSpPr>
        <dsp:cNvPr id="0" name=""/>
        <dsp:cNvSpPr/>
      </dsp:nvSpPr>
      <dsp:spPr>
        <a:xfrm>
          <a:off x="0" y="1990238"/>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F88D0-FA1D-4ECA-B4E5-B7514209A0AD}">
      <dsp:nvSpPr>
        <dsp:cNvPr id="0" name=""/>
        <dsp:cNvSpPr/>
      </dsp:nvSpPr>
      <dsp:spPr>
        <a:xfrm>
          <a:off x="481473" y="2348359"/>
          <a:ext cx="875405" cy="875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DC6EBC-F0CC-41B3-BDA4-AE6241F457DD}">
      <dsp:nvSpPr>
        <dsp:cNvPr id="0" name=""/>
        <dsp:cNvSpPr/>
      </dsp:nvSpPr>
      <dsp:spPr>
        <a:xfrm>
          <a:off x="1838352" y="1990238"/>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en-US" sz="2500" kern="1200"/>
            <a:t>Finding the Current Price of Bitcoin</a:t>
          </a:r>
        </a:p>
      </dsp:txBody>
      <dsp:txXfrm>
        <a:off x="1838352" y="1990238"/>
        <a:ext cx="5349847" cy="1591647"/>
      </dsp:txXfrm>
    </dsp:sp>
    <dsp:sp modelId="{958E7F23-2762-4C75-92E5-4EE8128DB397}">
      <dsp:nvSpPr>
        <dsp:cNvPr id="0" name=""/>
        <dsp:cNvSpPr/>
      </dsp:nvSpPr>
      <dsp:spPr>
        <a:xfrm>
          <a:off x="0" y="3979797"/>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10777E-D92D-455A-AD78-1B559E4F030A}">
      <dsp:nvSpPr>
        <dsp:cNvPr id="0" name=""/>
        <dsp:cNvSpPr/>
      </dsp:nvSpPr>
      <dsp:spPr>
        <a:xfrm>
          <a:off x="481473" y="4337918"/>
          <a:ext cx="875405" cy="8754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472AE6-ED3C-48D1-8082-00A497F1B898}">
      <dsp:nvSpPr>
        <dsp:cNvPr id="0" name=""/>
        <dsp:cNvSpPr/>
      </dsp:nvSpPr>
      <dsp:spPr>
        <a:xfrm>
          <a:off x="1838352" y="3979797"/>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kern="1200"/>
            <a:t>Sending and Receiving Bitcoin</a:t>
          </a:r>
          <a:endParaRPr lang="en-US" sz="2500" kern="1200"/>
        </a:p>
      </dsp:txBody>
      <dsp:txXfrm>
        <a:off x="1838352" y="3979797"/>
        <a:ext cx="5349847" cy="159164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373A1E-2F69-4D6E-B70C-18F6DCF7E711}">
      <dsp:nvSpPr>
        <dsp:cNvPr id="0" name=""/>
        <dsp:cNvSpPr/>
      </dsp:nvSpPr>
      <dsp:spPr>
        <a:xfrm>
          <a:off x="1128293" y="606593"/>
          <a:ext cx="1202522" cy="12025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016B9D-6B11-42FB-9CBC-3330A905A2B0}">
      <dsp:nvSpPr>
        <dsp:cNvPr id="0" name=""/>
        <dsp:cNvSpPr/>
      </dsp:nvSpPr>
      <dsp:spPr>
        <a:xfrm>
          <a:off x="11665" y="1933191"/>
          <a:ext cx="3435779" cy="515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lang="tr-TR" sz="3300" kern="1200" err="1"/>
            <a:t>Wallet</a:t>
          </a:r>
          <a:endParaRPr lang="en-US" sz="3300" kern="1200"/>
        </a:p>
      </dsp:txBody>
      <dsp:txXfrm>
        <a:off x="11665" y="1933191"/>
        <a:ext cx="3435779" cy="515366"/>
      </dsp:txXfrm>
    </dsp:sp>
    <dsp:sp modelId="{1FD9CC2C-0403-4BF7-862D-384AB77EE3EA}">
      <dsp:nvSpPr>
        <dsp:cNvPr id="0" name=""/>
        <dsp:cNvSpPr/>
      </dsp:nvSpPr>
      <dsp:spPr>
        <a:xfrm>
          <a:off x="11665" y="2506268"/>
          <a:ext cx="3435779" cy="985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 wallet is simply</a:t>
          </a:r>
        </a:p>
        <a:p>
          <a:pPr marL="0" lvl="0" indent="0" algn="ctr" defTabSz="755650">
            <a:lnSpc>
              <a:spcPct val="100000"/>
            </a:lnSpc>
            <a:spcBef>
              <a:spcPct val="0"/>
            </a:spcBef>
            <a:spcAft>
              <a:spcPct val="35000"/>
            </a:spcAft>
            <a:buNone/>
          </a:pPr>
          <a:r>
            <a:rPr lang="en-US" sz="1700" kern="1200" dirty="0"/>
            <a:t>a collection of addresses and</a:t>
          </a:r>
          <a:r>
            <a:rPr lang="tr-TR" sz="1700" kern="1200" dirty="0"/>
            <a:t> </a:t>
          </a:r>
          <a:r>
            <a:rPr lang="en-US" sz="1700" kern="1200" dirty="0"/>
            <a:t>the keys</a:t>
          </a:r>
        </a:p>
        <a:p>
          <a:pPr marL="0" lvl="0" indent="0" algn="ctr" defTabSz="755650">
            <a:lnSpc>
              <a:spcPct val="100000"/>
            </a:lnSpc>
            <a:spcBef>
              <a:spcPct val="0"/>
            </a:spcBef>
            <a:spcAft>
              <a:spcPct val="35000"/>
            </a:spcAft>
            <a:buNone/>
          </a:pPr>
          <a:r>
            <a:rPr lang="tr-TR" sz="1700" kern="1200" dirty="0" err="1"/>
            <a:t>to</a:t>
          </a:r>
          <a:r>
            <a:rPr lang="tr-TR" sz="1700" kern="1200" dirty="0"/>
            <a:t> </a:t>
          </a:r>
          <a:r>
            <a:rPr lang="en-US" sz="1700" kern="1200" dirty="0"/>
            <a:t>unlock the funds within</a:t>
          </a:r>
        </a:p>
      </dsp:txBody>
      <dsp:txXfrm>
        <a:off x="11665" y="2506268"/>
        <a:ext cx="3435779" cy="985797"/>
      </dsp:txXfrm>
    </dsp:sp>
    <dsp:sp modelId="{39E8F826-5F08-4581-A934-613A8C2FFA69}">
      <dsp:nvSpPr>
        <dsp:cNvPr id="0" name=""/>
        <dsp:cNvSpPr/>
      </dsp:nvSpPr>
      <dsp:spPr>
        <a:xfrm>
          <a:off x="5165335" y="606593"/>
          <a:ext cx="1202522" cy="12025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6332BA-C3AE-4A82-B396-EA390AF205CF}">
      <dsp:nvSpPr>
        <dsp:cNvPr id="0" name=""/>
        <dsp:cNvSpPr/>
      </dsp:nvSpPr>
      <dsp:spPr>
        <a:xfrm>
          <a:off x="4048706" y="1933191"/>
          <a:ext cx="3435779" cy="515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lang="tr-TR" sz="3300" i="1" kern="1200"/>
            <a:t>Bitcoin address</a:t>
          </a:r>
          <a:endParaRPr lang="en-US" sz="3300" kern="1200"/>
        </a:p>
      </dsp:txBody>
      <dsp:txXfrm>
        <a:off x="4048706" y="1933191"/>
        <a:ext cx="3435779" cy="515366"/>
      </dsp:txXfrm>
    </dsp:sp>
    <dsp:sp modelId="{8A6D7D04-4F78-40CA-9DC6-BDD12FC2C572}">
      <dsp:nvSpPr>
        <dsp:cNvPr id="0" name=""/>
        <dsp:cNvSpPr/>
      </dsp:nvSpPr>
      <dsp:spPr>
        <a:xfrm>
          <a:off x="4048706" y="2506268"/>
          <a:ext cx="3435779" cy="985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Bitcoin addresses start with a 1 or 3</a:t>
          </a:r>
        </a:p>
        <a:p>
          <a:pPr marL="0" lvl="0" indent="0" algn="ctr" defTabSz="755650">
            <a:lnSpc>
              <a:spcPct val="100000"/>
            </a:lnSpc>
            <a:spcBef>
              <a:spcPct val="0"/>
            </a:spcBef>
            <a:spcAft>
              <a:spcPct val="35000"/>
            </a:spcAft>
            <a:buNone/>
          </a:pPr>
          <a:r>
            <a:rPr lang="tr-TR" sz="1700" kern="1200"/>
            <a:t>1Cdid9KFAaatwczBwBttQcwXYCpvK8h7FK.</a:t>
          </a:r>
          <a:endParaRPr lang="en-US" sz="1700" kern="1200"/>
        </a:p>
      </dsp:txBody>
      <dsp:txXfrm>
        <a:off x="4048706" y="2506268"/>
        <a:ext cx="3435779" cy="985797"/>
      </dsp:txXfrm>
    </dsp:sp>
    <dsp:sp modelId="{124C4569-AEAF-4DBA-934E-C89DB12AD6D8}">
      <dsp:nvSpPr>
        <dsp:cNvPr id="0" name=""/>
        <dsp:cNvSpPr/>
      </dsp:nvSpPr>
      <dsp:spPr>
        <a:xfrm>
          <a:off x="9202376" y="606593"/>
          <a:ext cx="1202522" cy="12025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0FF01E-351F-4738-A831-590BC9F55A72}">
      <dsp:nvSpPr>
        <dsp:cNvPr id="0" name=""/>
        <dsp:cNvSpPr/>
      </dsp:nvSpPr>
      <dsp:spPr>
        <a:xfrm>
          <a:off x="8085747" y="1933191"/>
          <a:ext cx="3435779" cy="515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100000"/>
            </a:lnSpc>
            <a:spcBef>
              <a:spcPct val="0"/>
            </a:spcBef>
            <a:spcAft>
              <a:spcPct val="35000"/>
            </a:spcAft>
            <a:buNone/>
            <a:defRPr b="1"/>
          </a:pPr>
          <a:r>
            <a:rPr lang="tr-TR" sz="3300" kern="1200" dirty="0" err="1"/>
            <a:t>Usage</a:t>
          </a:r>
          <a:endParaRPr lang="en-US" sz="3300" kern="1200" dirty="0"/>
        </a:p>
      </dsp:txBody>
      <dsp:txXfrm>
        <a:off x="8085747" y="1933191"/>
        <a:ext cx="3435779" cy="515366"/>
      </dsp:txXfrm>
    </dsp:sp>
    <dsp:sp modelId="{94C7EDCA-C135-4DDA-8784-97CC813FA6A9}">
      <dsp:nvSpPr>
        <dsp:cNvPr id="0" name=""/>
        <dsp:cNvSpPr/>
      </dsp:nvSpPr>
      <dsp:spPr>
        <a:xfrm>
          <a:off x="8085747" y="2506268"/>
          <a:ext cx="3435779" cy="985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Can</a:t>
          </a:r>
          <a:r>
            <a:rPr lang="tr-TR" sz="1700" kern="1200"/>
            <a:t> </a:t>
          </a:r>
          <a:r>
            <a:rPr lang="en-US" sz="1700" kern="1200"/>
            <a:t>be shared with other bitcoin users</a:t>
          </a:r>
        </a:p>
        <a:p>
          <a:pPr marL="0" lvl="0" indent="0" algn="ctr" defTabSz="755650">
            <a:lnSpc>
              <a:spcPct val="100000"/>
            </a:lnSpc>
            <a:spcBef>
              <a:spcPct val="0"/>
            </a:spcBef>
            <a:spcAft>
              <a:spcPct val="35000"/>
            </a:spcAft>
            <a:buNone/>
          </a:pPr>
          <a:r>
            <a:rPr lang="en-US" sz="1700" kern="1200"/>
            <a:t>to send bitcoin</a:t>
          </a:r>
          <a:r>
            <a:rPr lang="tr-TR" sz="1700" kern="1200"/>
            <a:t> </a:t>
          </a:r>
          <a:r>
            <a:rPr lang="en-US" sz="1700" kern="1200"/>
            <a:t>directly to your wallet.</a:t>
          </a:r>
        </a:p>
      </dsp:txBody>
      <dsp:txXfrm>
        <a:off x="8085747" y="2506268"/>
        <a:ext cx="3435779" cy="98579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22332-9EB7-4311-BCEB-497C5AA1308A}">
      <dsp:nvSpPr>
        <dsp:cNvPr id="0" name=""/>
        <dsp:cNvSpPr/>
      </dsp:nvSpPr>
      <dsp:spPr>
        <a:xfrm>
          <a:off x="0" y="449"/>
          <a:ext cx="10918963" cy="10511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C8FF1-C661-43DE-8110-7DBB0AEF62F3}">
      <dsp:nvSpPr>
        <dsp:cNvPr id="0" name=""/>
        <dsp:cNvSpPr/>
      </dsp:nvSpPr>
      <dsp:spPr>
        <a:xfrm>
          <a:off x="317969" y="236955"/>
          <a:ext cx="578126" cy="5781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47EE0E-6758-46AE-9FAB-ED2621C6986D}">
      <dsp:nvSpPr>
        <dsp:cNvPr id="0" name=""/>
        <dsp:cNvSpPr/>
      </dsp:nvSpPr>
      <dsp:spPr>
        <a:xfrm>
          <a:off x="1214064" y="449"/>
          <a:ext cx="4913533"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1111250">
            <a:lnSpc>
              <a:spcPct val="100000"/>
            </a:lnSpc>
            <a:spcBef>
              <a:spcPct val="0"/>
            </a:spcBef>
            <a:spcAft>
              <a:spcPct val="35000"/>
            </a:spcAft>
            <a:buNone/>
          </a:pPr>
          <a:r>
            <a:rPr lang="tr-TR" sz="2500" kern="1200"/>
            <a:t>New Bitcoin Adresses</a:t>
          </a:r>
          <a:endParaRPr lang="en-US" sz="2500" kern="1200"/>
        </a:p>
      </dsp:txBody>
      <dsp:txXfrm>
        <a:off x="1214064" y="449"/>
        <a:ext cx="4913533" cy="1051138"/>
      </dsp:txXfrm>
    </dsp:sp>
    <dsp:sp modelId="{437709FC-0465-4AC2-B97C-063A9548CEAC}">
      <dsp:nvSpPr>
        <dsp:cNvPr id="0" name=""/>
        <dsp:cNvSpPr/>
      </dsp:nvSpPr>
      <dsp:spPr>
        <a:xfrm>
          <a:off x="6127598" y="449"/>
          <a:ext cx="4791364"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622300">
            <a:lnSpc>
              <a:spcPct val="100000"/>
            </a:lnSpc>
            <a:spcBef>
              <a:spcPct val="0"/>
            </a:spcBef>
            <a:spcAft>
              <a:spcPct val="35000"/>
            </a:spcAft>
            <a:buNone/>
          </a:pPr>
          <a:r>
            <a:rPr lang="en-US" sz="1400" kern="1200" dirty="0"/>
            <a:t>you can create new addresses</a:t>
          </a:r>
        </a:p>
        <a:p>
          <a:pPr marL="0" lvl="0" indent="0" algn="l" defTabSz="622300">
            <a:lnSpc>
              <a:spcPct val="100000"/>
            </a:lnSpc>
            <a:spcBef>
              <a:spcPct val="0"/>
            </a:spcBef>
            <a:spcAft>
              <a:spcPct val="35000"/>
            </a:spcAft>
            <a:buNone/>
          </a:pPr>
          <a:r>
            <a:rPr lang="en-US" sz="1400" kern="1200"/>
            <a:t>as often as you like</a:t>
          </a:r>
        </a:p>
        <a:p>
          <a:pPr marL="0" lvl="0" indent="0" algn="l" defTabSz="622300">
            <a:lnSpc>
              <a:spcPct val="100000"/>
            </a:lnSpc>
            <a:spcBef>
              <a:spcPct val="0"/>
            </a:spcBef>
            <a:spcAft>
              <a:spcPct val="35000"/>
            </a:spcAft>
            <a:buNone/>
          </a:pPr>
          <a:r>
            <a:rPr lang="tr-TR" sz="1400" kern="1200" dirty="0" err="1"/>
            <a:t>to</a:t>
          </a:r>
          <a:r>
            <a:rPr lang="tr-TR" sz="1400" kern="1200" dirty="0"/>
            <a:t> </a:t>
          </a:r>
          <a:r>
            <a:rPr lang="en-US" sz="1400" kern="1200" dirty="0"/>
            <a:t>direct funds to your wallet</a:t>
          </a:r>
        </a:p>
      </dsp:txBody>
      <dsp:txXfrm>
        <a:off x="6127598" y="449"/>
        <a:ext cx="4791364" cy="1051138"/>
      </dsp:txXfrm>
    </dsp:sp>
    <dsp:sp modelId="{140A70E8-4D94-4CB3-8E22-EDEC5B7E91B5}">
      <dsp:nvSpPr>
        <dsp:cNvPr id="0" name=""/>
        <dsp:cNvSpPr/>
      </dsp:nvSpPr>
      <dsp:spPr>
        <a:xfrm>
          <a:off x="0" y="1314372"/>
          <a:ext cx="10918963" cy="10511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2738B7-1D6C-4ED5-B759-42407107737A}">
      <dsp:nvSpPr>
        <dsp:cNvPr id="0" name=""/>
        <dsp:cNvSpPr/>
      </dsp:nvSpPr>
      <dsp:spPr>
        <a:xfrm>
          <a:off x="317969" y="1550878"/>
          <a:ext cx="578126" cy="5781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1A2AE7-6294-465A-8293-A9A0904FD64A}">
      <dsp:nvSpPr>
        <dsp:cNvPr id="0" name=""/>
        <dsp:cNvSpPr/>
      </dsp:nvSpPr>
      <dsp:spPr>
        <a:xfrm>
          <a:off x="1214064" y="1314372"/>
          <a:ext cx="4913533"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1111250">
            <a:lnSpc>
              <a:spcPct val="100000"/>
            </a:lnSpc>
            <a:spcBef>
              <a:spcPct val="0"/>
            </a:spcBef>
            <a:spcAft>
              <a:spcPct val="35000"/>
            </a:spcAft>
            <a:buNone/>
          </a:pPr>
          <a:r>
            <a:rPr lang="tr-TR" sz="2500" kern="1200"/>
            <a:t>QR code</a:t>
          </a:r>
          <a:endParaRPr lang="en-US" sz="2500" kern="1200"/>
        </a:p>
      </dsp:txBody>
      <dsp:txXfrm>
        <a:off x="1214064" y="1314372"/>
        <a:ext cx="4913533" cy="1051138"/>
      </dsp:txXfrm>
    </dsp:sp>
    <dsp:sp modelId="{134FFDA7-FE4B-4395-8531-F37B62366776}">
      <dsp:nvSpPr>
        <dsp:cNvPr id="0" name=""/>
        <dsp:cNvSpPr/>
      </dsp:nvSpPr>
      <dsp:spPr>
        <a:xfrm>
          <a:off x="6127598" y="1314372"/>
          <a:ext cx="4791364"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622300">
            <a:lnSpc>
              <a:spcPct val="100000"/>
            </a:lnSpc>
            <a:spcBef>
              <a:spcPct val="0"/>
            </a:spcBef>
            <a:spcAft>
              <a:spcPct val="35000"/>
            </a:spcAft>
            <a:buNone/>
          </a:pPr>
          <a:r>
            <a:rPr lang="tr-TR" sz="1400" kern="1200"/>
            <a:t>Easy way to read the address</a:t>
          </a:r>
          <a:endParaRPr lang="en-US" sz="1400" kern="1200"/>
        </a:p>
        <a:p>
          <a:pPr marL="0" lvl="0" indent="0" algn="l" defTabSz="622300">
            <a:lnSpc>
              <a:spcPct val="100000"/>
            </a:lnSpc>
            <a:spcBef>
              <a:spcPct val="0"/>
            </a:spcBef>
            <a:spcAft>
              <a:spcPct val="35000"/>
            </a:spcAft>
            <a:buNone/>
          </a:pPr>
          <a:r>
            <a:rPr lang="tr-TR" sz="1400" kern="1200" dirty="0" err="1"/>
            <a:t>to</a:t>
          </a:r>
          <a:r>
            <a:rPr lang="tr-TR" sz="1400" kern="1200" dirty="0"/>
            <a:t> </a:t>
          </a:r>
          <a:r>
            <a:rPr lang="tr-TR" sz="1400" kern="1200" dirty="0" err="1"/>
            <a:t>exchange</a:t>
          </a:r>
          <a:r>
            <a:rPr lang="tr-TR" sz="1400" kern="1200" dirty="0"/>
            <a:t> </a:t>
          </a:r>
          <a:r>
            <a:rPr lang="tr-TR" sz="1400" kern="1200" dirty="0" err="1"/>
            <a:t>via</a:t>
          </a:r>
          <a:r>
            <a:rPr lang="tr-TR" sz="1400" kern="1200" dirty="0"/>
            <a:t> </a:t>
          </a:r>
          <a:r>
            <a:rPr lang="tr-TR" sz="1400" kern="1200" dirty="0" err="1"/>
            <a:t>camera</a:t>
          </a:r>
          <a:endParaRPr lang="en-US" sz="1400" kern="1200" dirty="0"/>
        </a:p>
      </dsp:txBody>
      <dsp:txXfrm>
        <a:off x="6127598" y="1314372"/>
        <a:ext cx="4791364" cy="1051138"/>
      </dsp:txXfrm>
    </dsp:sp>
    <dsp:sp modelId="{6BFC62A5-AE38-4153-8CFE-04A366C4CB39}">
      <dsp:nvSpPr>
        <dsp:cNvPr id="0" name=""/>
        <dsp:cNvSpPr/>
      </dsp:nvSpPr>
      <dsp:spPr>
        <a:xfrm>
          <a:off x="0" y="2628295"/>
          <a:ext cx="10918963" cy="10511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E7540-7055-4B2E-BEA8-6AD585710927}">
      <dsp:nvSpPr>
        <dsp:cNvPr id="0" name=""/>
        <dsp:cNvSpPr/>
      </dsp:nvSpPr>
      <dsp:spPr>
        <a:xfrm>
          <a:off x="317969" y="2864801"/>
          <a:ext cx="578126" cy="5781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0B2810-D75F-4089-90E7-CAC7F4346435}">
      <dsp:nvSpPr>
        <dsp:cNvPr id="0" name=""/>
        <dsp:cNvSpPr/>
      </dsp:nvSpPr>
      <dsp:spPr>
        <a:xfrm>
          <a:off x="1214064" y="2628295"/>
          <a:ext cx="4913533"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1111250">
            <a:lnSpc>
              <a:spcPct val="100000"/>
            </a:lnSpc>
            <a:spcBef>
              <a:spcPct val="0"/>
            </a:spcBef>
            <a:spcAft>
              <a:spcPct val="35000"/>
            </a:spcAft>
            <a:buNone/>
          </a:pPr>
          <a:r>
            <a:rPr lang="tr-TR" sz="2500" kern="1200"/>
            <a:t>Private keys </a:t>
          </a:r>
          <a:endParaRPr lang="en-US" sz="2500" kern="1200"/>
        </a:p>
      </dsp:txBody>
      <dsp:txXfrm>
        <a:off x="1214064" y="2628295"/>
        <a:ext cx="4913533" cy="1051138"/>
      </dsp:txXfrm>
    </dsp:sp>
    <dsp:sp modelId="{8260A742-F039-4B2A-B99F-AFB90558AB54}">
      <dsp:nvSpPr>
        <dsp:cNvPr id="0" name=""/>
        <dsp:cNvSpPr/>
      </dsp:nvSpPr>
      <dsp:spPr>
        <a:xfrm>
          <a:off x="6127598" y="2628295"/>
          <a:ext cx="4791364" cy="1051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245" tIns="111245" rIns="111245" bIns="111245" numCol="1" spcCol="1270" anchor="ctr" anchorCtr="0">
          <a:noAutofit/>
        </a:bodyPr>
        <a:lstStyle/>
        <a:p>
          <a:pPr marL="0" lvl="0" indent="0" algn="l" defTabSz="622300">
            <a:lnSpc>
              <a:spcPct val="100000"/>
            </a:lnSpc>
            <a:spcBef>
              <a:spcPct val="0"/>
            </a:spcBef>
            <a:spcAft>
              <a:spcPct val="35000"/>
            </a:spcAft>
            <a:buNone/>
          </a:pPr>
          <a:r>
            <a:rPr lang="tr-TR" sz="1400" kern="1200"/>
            <a:t>generated by the wallet</a:t>
          </a:r>
          <a:endParaRPr lang="en-US" sz="1400" kern="1200"/>
        </a:p>
        <a:p>
          <a:pPr marL="0" lvl="0" indent="0" algn="l" defTabSz="622300">
            <a:lnSpc>
              <a:spcPct val="100000"/>
            </a:lnSpc>
            <a:spcBef>
              <a:spcPct val="0"/>
            </a:spcBef>
            <a:spcAft>
              <a:spcPct val="35000"/>
            </a:spcAft>
            <a:buNone/>
          </a:pPr>
          <a:r>
            <a:rPr lang="tr-TR" sz="1400" kern="1200"/>
            <a:t>Used together with bitcoin addresses</a:t>
          </a:r>
          <a:endParaRPr lang="en-US" sz="1400" kern="1200"/>
        </a:p>
      </dsp:txBody>
      <dsp:txXfrm>
        <a:off x="6127598" y="2628295"/>
        <a:ext cx="4791364" cy="105113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0BDA2-8E0C-42F3-A582-DF4DBE072B1A}">
      <dsp:nvSpPr>
        <dsp:cNvPr id="0" name=""/>
        <dsp:cNvSpPr/>
      </dsp:nvSpPr>
      <dsp:spPr>
        <a:xfrm>
          <a:off x="152976" y="14405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F7CDA8-AEEC-4191-86C8-69C5275D1495}">
      <dsp:nvSpPr>
        <dsp:cNvPr id="0" name=""/>
        <dsp:cNvSpPr/>
      </dsp:nvSpPr>
      <dsp:spPr>
        <a:xfrm>
          <a:off x="152976" y="180066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tr-TR" sz="2400" kern="1200"/>
            <a:t>No </a:t>
          </a:r>
          <a:r>
            <a:rPr lang="tr-TR" sz="2400" kern="1200" err="1"/>
            <a:t>traditional</a:t>
          </a:r>
          <a:r>
            <a:rPr lang="tr-TR" sz="2400" kern="1200"/>
            <a:t> </a:t>
          </a:r>
          <a:r>
            <a:rPr lang="tr-TR" sz="2400" kern="1200" err="1"/>
            <a:t>methods</a:t>
          </a:r>
          <a:r>
            <a:rPr lang="tr-TR" sz="2400" kern="1200"/>
            <a:t> </a:t>
          </a:r>
          <a:r>
            <a:rPr lang="tr-TR" sz="2400" kern="1200" err="1"/>
            <a:t>applicable</a:t>
          </a:r>
          <a:endParaRPr lang="en-US" sz="2400" kern="1200"/>
        </a:p>
      </dsp:txBody>
      <dsp:txXfrm>
        <a:off x="152976" y="1800668"/>
        <a:ext cx="4320000" cy="648000"/>
      </dsp:txXfrm>
    </dsp:sp>
    <dsp:sp modelId="{9E224F64-5575-43E4-AC44-3904601F5C4D}">
      <dsp:nvSpPr>
        <dsp:cNvPr id="0" name=""/>
        <dsp:cNvSpPr/>
      </dsp:nvSpPr>
      <dsp:spPr>
        <a:xfrm>
          <a:off x="152976" y="2515931"/>
          <a:ext cx="4320000" cy="9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You</a:t>
          </a:r>
          <a:r>
            <a:rPr lang="tr-TR" sz="1700" kern="1200"/>
            <a:t> </a:t>
          </a:r>
          <a:r>
            <a:rPr lang="tr-TR" sz="1700" kern="1200" err="1"/>
            <a:t>cannot</a:t>
          </a:r>
          <a:r>
            <a:rPr lang="tr-TR" sz="1700" kern="1200"/>
            <a:t> buy </a:t>
          </a:r>
          <a:r>
            <a:rPr lang="tr-TR" sz="1700" kern="1200" err="1"/>
            <a:t>bitcoin</a:t>
          </a:r>
          <a:endParaRPr lang="en-US" sz="1700" kern="1200"/>
        </a:p>
        <a:p>
          <a:pPr marL="0" lvl="0" indent="0" algn="l" defTabSz="755650">
            <a:lnSpc>
              <a:spcPct val="100000"/>
            </a:lnSpc>
            <a:spcBef>
              <a:spcPct val="0"/>
            </a:spcBef>
            <a:spcAft>
              <a:spcPct val="35000"/>
            </a:spcAft>
            <a:buNone/>
          </a:pPr>
          <a:r>
            <a:rPr lang="tr-TR" sz="1700" kern="1200"/>
            <a:t>with </a:t>
          </a:r>
          <a:r>
            <a:rPr lang="tr-TR" sz="1700" kern="1200" err="1"/>
            <a:t>your</a:t>
          </a:r>
          <a:r>
            <a:rPr lang="tr-TR" sz="1700" kern="1200"/>
            <a:t> pay pal </a:t>
          </a:r>
          <a:r>
            <a:rPr lang="tr-TR" sz="1700" kern="1200" err="1"/>
            <a:t>or</a:t>
          </a:r>
          <a:r>
            <a:rPr lang="tr-TR" sz="1700" kern="1200"/>
            <a:t> </a:t>
          </a:r>
          <a:r>
            <a:rPr lang="tr-TR" sz="1700" kern="1200" err="1"/>
            <a:t>credit</a:t>
          </a:r>
          <a:r>
            <a:rPr lang="tr-TR" sz="1700" kern="1200"/>
            <a:t> </a:t>
          </a:r>
          <a:r>
            <a:rPr lang="tr-TR" sz="1700" kern="1200" err="1"/>
            <a:t>card</a:t>
          </a:r>
          <a:r>
            <a:rPr lang="tr-TR" sz="1700" kern="1200"/>
            <a:t> directly</a:t>
          </a:r>
          <a:endParaRPr lang="en-US" sz="1700" kern="1200"/>
        </a:p>
        <a:p>
          <a:pPr marL="0" lvl="0" indent="0" algn="l" defTabSz="755650">
            <a:lnSpc>
              <a:spcPct val="100000"/>
            </a:lnSpc>
            <a:spcBef>
              <a:spcPct val="0"/>
            </a:spcBef>
            <a:spcAft>
              <a:spcPct val="35000"/>
            </a:spcAft>
            <a:buNone/>
          </a:pPr>
          <a:r>
            <a:rPr lang="tr-TR" sz="1700" kern="1200"/>
            <a:t>Since account transfers are reversible</a:t>
          </a:r>
          <a:endParaRPr lang="en-US" sz="1700" kern="1200"/>
        </a:p>
      </dsp:txBody>
      <dsp:txXfrm>
        <a:off x="152976" y="2515931"/>
        <a:ext cx="4320000" cy="991265"/>
      </dsp:txXfrm>
    </dsp:sp>
    <dsp:sp modelId="{B7356557-C847-4241-9B01-15226FDAEBBE}">
      <dsp:nvSpPr>
        <dsp:cNvPr id="0" name=""/>
        <dsp:cNvSpPr/>
      </dsp:nvSpPr>
      <dsp:spPr>
        <a:xfrm>
          <a:off x="5228976" y="14405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459B40-6C94-45C1-972D-65A88E3956DC}">
      <dsp:nvSpPr>
        <dsp:cNvPr id="0" name=""/>
        <dsp:cNvSpPr/>
      </dsp:nvSpPr>
      <dsp:spPr>
        <a:xfrm>
          <a:off x="5228976" y="180066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tr-TR" sz="2400" kern="1200"/>
            <a:t>No credit card!</a:t>
          </a:r>
          <a:endParaRPr lang="en-US" sz="2400" kern="1200"/>
        </a:p>
      </dsp:txBody>
      <dsp:txXfrm>
        <a:off x="5228976" y="1800668"/>
        <a:ext cx="4320000" cy="648000"/>
      </dsp:txXfrm>
    </dsp:sp>
    <dsp:sp modelId="{915087CB-61BE-44D6-A965-D6328EF62EBA}">
      <dsp:nvSpPr>
        <dsp:cNvPr id="0" name=""/>
        <dsp:cNvSpPr/>
      </dsp:nvSpPr>
      <dsp:spPr>
        <a:xfrm>
          <a:off x="5228976" y="2515931"/>
          <a:ext cx="4320000" cy="9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a:t>As a new user </a:t>
          </a:r>
          <a:r>
            <a:rPr lang="en-US" sz="1700" kern="1200"/>
            <a:t>you cannot buy bitcoin instantly with a credit card</a:t>
          </a:r>
        </a:p>
      </dsp:txBody>
      <dsp:txXfrm>
        <a:off x="5228976" y="2515931"/>
        <a:ext cx="4320000" cy="99126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68AEB-651C-4A90-B74C-F7BD6A1E1772}">
      <dsp:nvSpPr>
        <dsp:cNvPr id="0" name=""/>
        <dsp:cNvSpPr/>
      </dsp:nvSpPr>
      <dsp:spPr>
        <a:xfrm>
          <a:off x="0" y="137631"/>
          <a:ext cx="1203398" cy="12033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D0BB53-4A9A-4FE5-8D9E-BDF7CF7E04EE}">
      <dsp:nvSpPr>
        <dsp:cNvPr id="0" name=""/>
        <dsp:cNvSpPr/>
      </dsp:nvSpPr>
      <dsp:spPr>
        <a:xfrm>
          <a:off x="1757" y="1499429"/>
          <a:ext cx="3438281" cy="51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dirty="0"/>
            <a:t>Buy from Friend</a:t>
          </a:r>
        </a:p>
      </dsp:txBody>
      <dsp:txXfrm>
        <a:off x="1757" y="1499429"/>
        <a:ext cx="3438281" cy="515742"/>
      </dsp:txXfrm>
    </dsp:sp>
    <dsp:sp modelId="{6D6D7A5D-2CDD-463B-892F-1A9F58026482}">
      <dsp:nvSpPr>
        <dsp:cNvPr id="0" name=""/>
        <dsp:cNvSpPr/>
      </dsp:nvSpPr>
      <dsp:spPr>
        <a:xfrm>
          <a:off x="1757" y="2082269"/>
          <a:ext cx="3438281" cy="1424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Find a friend who has bitcoin</a:t>
          </a:r>
        </a:p>
        <a:p>
          <a:pPr marL="0" lvl="0" indent="0" algn="l" defTabSz="755650">
            <a:lnSpc>
              <a:spcPct val="100000"/>
            </a:lnSpc>
            <a:spcBef>
              <a:spcPct val="0"/>
            </a:spcBef>
            <a:spcAft>
              <a:spcPct val="35000"/>
            </a:spcAft>
            <a:buNone/>
          </a:pPr>
          <a:r>
            <a:rPr lang="en-US" sz="1700" kern="1200" dirty="0"/>
            <a:t>and buy some from him or her directly</a:t>
          </a:r>
        </a:p>
      </dsp:txBody>
      <dsp:txXfrm>
        <a:off x="1757" y="2082269"/>
        <a:ext cx="3438281" cy="1424380"/>
      </dsp:txXfrm>
    </dsp:sp>
    <dsp:sp modelId="{C52E1268-9570-4F3F-A0E6-D36D5EC378D7}">
      <dsp:nvSpPr>
        <dsp:cNvPr id="0" name=""/>
        <dsp:cNvSpPr/>
      </dsp:nvSpPr>
      <dsp:spPr>
        <a:xfrm>
          <a:off x="4041738" y="151771"/>
          <a:ext cx="1203398" cy="12033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0A1F48-4138-44FC-A3E7-048C440A6D60}">
      <dsp:nvSpPr>
        <dsp:cNvPr id="0" name=""/>
        <dsp:cNvSpPr/>
      </dsp:nvSpPr>
      <dsp:spPr>
        <a:xfrm>
          <a:off x="4041738" y="1499429"/>
          <a:ext cx="3438281" cy="51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a:t>Find sellers</a:t>
          </a:r>
          <a:endParaRPr lang="en-US" sz="3300" kern="1200" dirty="0"/>
        </a:p>
      </dsp:txBody>
      <dsp:txXfrm>
        <a:off x="4041738" y="1499429"/>
        <a:ext cx="3438281" cy="515742"/>
      </dsp:txXfrm>
    </dsp:sp>
    <dsp:sp modelId="{36DBF9D2-3FA1-42DF-9706-B6407F5042F3}">
      <dsp:nvSpPr>
        <dsp:cNvPr id="0" name=""/>
        <dsp:cNvSpPr/>
      </dsp:nvSpPr>
      <dsp:spPr>
        <a:xfrm>
          <a:off x="4041738" y="2082269"/>
          <a:ext cx="3438281" cy="1424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classified service such as localbitcoins.com</a:t>
          </a:r>
        </a:p>
        <a:p>
          <a:pPr marL="0" lvl="0" indent="0" algn="l" defTabSz="755650">
            <a:lnSpc>
              <a:spcPct val="100000"/>
            </a:lnSpc>
            <a:spcBef>
              <a:spcPct val="0"/>
            </a:spcBef>
            <a:spcAft>
              <a:spcPct val="35000"/>
            </a:spcAft>
            <a:buNone/>
          </a:pPr>
          <a:r>
            <a:rPr lang="en-US" sz="1700" kern="1200" dirty="0"/>
            <a:t>to find a seller in your area to buy bitcoin for cash in an in-person transaction </a:t>
          </a:r>
          <a:endParaRPr lang="tr-TR" sz="1700" kern="1200" dirty="0"/>
        </a:p>
      </dsp:txBody>
      <dsp:txXfrm>
        <a:off x="4041738" y="2082269"/>
        <a:ext cx="3438281" cy="1424380"/>
      </dsp:txXfrm>
    </dsp:sp>
    <dsp:sp modelId="{213CD4AA-308E-4048-80F6-0365D6A0A317}">
      <dsp:nvSpPr>
        <dsp:cNvPr id="0" name=""/>
        <dsp:cNvSpPr/>
      </dsp:nvSpPr>
      <dsp:spPr>
        <a:xfrm>
          <a:off x="8081718" y="151771"/>
          <a:ext cx="1203398" cy="12033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32E661-0AAF-42FC-9155-8CB55C7FDEE1}">
      <dsp:nvSpPr>
        <dsp:cNvPr id="0" name=""/>
        <dsp:cNvSpPr/>
      </dsp:nvSpPr>
      <dsp:spPr>
        <a:xfrm>
          <a:off x="8081718" y="1499429"/>
          <a:ext cx="3438281" cy="515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dirty="0"/>
            <a:t>Sell Product</a:t>
          </a:r>
        </a:p>
      </dsp:txBody>
      <dsp:txXfrm>
        <a:off x="8081718" y="1499429"/>
        <a:ext cx="3438281" cy="515742"/>
      </dsp:txXfrm>
    </dsp:sp>
    <dsp:sp modelId="{AE396BAF-C474-4D6D-9C6B-BBA4D10A887E}">
      <dsp:nvSpPr>
        <dsp:cNvPr id="0" name=""/>
        <dsp:cNvSpPr/>
      </dsp:nvSpPr>
      <dsp:spPr>
        <a:xfrm>
          <a:off x="8081718" y="2082269"/>
          <a:ext cx="3438281" cy="1424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Earn bitcoin by selling a product or service for bitcoin.</a:t>
          </a:r>
          <a:endParaRPr lang="tr-TR" sz="1700" kern="1200"/>
        </a:p>
      </dsp:txBody>
      <dsp:txXfrm>
        <a:off x="8081718" y="2082269"/>
        <a:ext cx="3438281" cy="142438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68AEB-651C-4A90-B74C-F7BD6A1E1772}">
      <dsp:nvSpPr>
        <dsp:cNvPr id="0" name=""/>
        <dsp:cNvSpPr/>
      </dsp:nvSpPr>
      <dsp:spPr>
        <a:xfrm>
          <a:off x="4501" y="406241"/>
          <a:ext cx="1191585" cy="1191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D0BB53-4A9A-4FE5-8D9E-BDF7CF7E04EE}">
      <dsp:nvSpPr>
        <dsp:cNvPr id="0" name=""/>
        <dsp:cNvSpPr/>
      </dsp:nvSpPr>
      <dsp:spPr>
        <a:xfrm>
          <a:off x="4501" y="1733196"/>
          <a:ext cx="3404531" cy="510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tr-TR" sz="3000" kern="1200"/>
            <a:t>Use Bitcoin ATM</a:t>
          </a:r>
          <a:endParaRPr lang="en-US" sz="3000" kern="1200" dirty="0"/>
        </a:p>
      </dsp:txBody>
      <dsp:txXfrm>
        <a:off x="4501" y="1733196"/>
        <a:ext cx="3404531" cy="510679"/>
      </dsp:txXfrm>
    </dsp:sp>
    <dsp:sp modelId="{6D6D7A5D-2CDD-463B-892F-1A9F58026482}">
      <dsp:nvSpPr>
        <dsp:cNvPr id="0" name=""/>
        <dsp:cNvSpPr/>
      </dsp:nvSpPr>
      <dsp:spPr>
        <a:xfrm>
          <a:off x="4501" y="2306837"/>
          <a:ext cx="3404531" cy="1247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bitcoin ATM in your city</a:t>
          </a:r>
          <a:r>
            <a:rPr lang="tr-TR" sz="1700" kern="1200" dirty="0"/>
            <a:t> if any is available</a:t>
          </a:r>
          <a:endParaRPr lang="en-US" sz="1700" kern="1200" dirty="0"/>
        </a:p>
      </dsp:txBody>
      <dsp:txXfrm>
        <a:off x="4501" y="2306837"/>
        <a:ext cx="3404531" cy="1247509"/>
      </dsp:txXfrm>
    </dsp:sp>
    <dsp:sp modelId="{C52E1268-9570-4F3F-A0E6-D36D5EC378D7}">
      <dsp:nvSpPr>
        <dsp:cNvPr id="0" name=""/>
        <dsp:cNvSpPr/>
      </dsp:nvSpPr>
      <dsp:spPr>
        <a:xfrm>
          <a:off x="4004825" y="406241"/>
          <a:ext cx="1191585" cy="1191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0A1F48-4138-44FC-A3E7-048C440A6D60}">
      <dsp:nvSpPr>
        <dsp:cNvPr id="0" name=""/>
        <dsp:cNvSpPr/>
      </dsp:nvSpPr>
      <dsp:spPr>
        <a:xfrm>
          <a:off x="4004825" y="1733196"/>
          <a:ext cx="3404531" cy="510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tr-TR" sz="3000" kern="1200" dirty="0"/>
            <a:t>Use Bitcoin Exchange</a:t>
          </a:r>
          <a:endParaRPr lang="en-US" sz="3000" kern="1200" dirty="0"/>
        </a:p>
      </dsp:txBody>
      <dsp:txXfrm>
        <a:off x="4004825" y="1733196"/>
        <a:ext cx="3404531" cy="510679"/>
      </dsp:txXfrm>
    </dsp:sp>
    <dsp:sp modelId="{36DBF9D2-3FA1-42DF-9706-B6407F5042F3}">
      <dsp:nvSpPr>
        <dsp:cNvPr id="0" name=""/>
        <dsp:cNvSpPr/>
      </dsp:nvSpPr>
      <dsp:spPr>
        <a:xfrm>
          <a:off x="4004825" y="2306837"/>
          <a:ext cx="3404531" cy="1247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bitcoin currency exchange linked to your bank account. </a:t>
          </a:r>
        </a:p>
      </dsp:txBody>
      <dsp:txXfrm>
        <a:off x="4004825" y="2306837"/>
        <a:ext cx="3404531" cy="1247509"/>
      </dsp:txXfrm>
    </dsp:sp>
    <dsp:sp modelId="{213CD4AA-308E-4048-80F6-0365D6A0A317}">
      <dsp:nvSpPr>
        <dsp:cNvPr id="0" name=""/>
        <dsp:cNvSpPr/>
      </dsp:nvSpPr>
      <dsp:spPr>
        <a:xfrm>
          <a:off x="8005149" y="406241"/>
          <a:ext cx="1191585" cy="1191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32E661-0AAF-42FC-9155-8CB55C7FDEE1}">
      <dsp:nvSpPr>
        <dsp:cNvPr id="0" name=""/>
        <dsp:cNvSpPr/>
      </dsp:nvSpPr>
      <dsp:spPr>
        <a:xfrm>
          <a:off x="8005149" y="1733196"/>
          <a:ext cx="3404531" cy="510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tr-TR" sz="3000" kern="1200"/>
            <a:t>Local exchanges</a:t>
          </a:r>
          <a:endParaRPr lang="en-US" sz="3000" kern="1200"/>
        </a:p>
      </dsp:txBody>
      <dsp:txXfrm>
        <a:off x="8005149" y="1733196"/>
        <a:ext cx="3404531" cy="510679"/>
      </dsp:txXfrm>
    </dsp:sp>
    <dsp:sp modelId="{AE396BAF-C474-4D6D-9C6B-BBA4D10A887E}">
      <dsp:nvSpPr>
        <dsp:cNvPr id="0" name=""/>
        <dsp:cNvSpPr/>
      </dsp:nvSpPr>
      <dsp:spPr>
        <a:xfrm>
          <a:off x="8005149" y="2306837"/>
          <a:ext cx="3404531" cy="1247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Many countries now have currency exchanges</a:t>
          </a:r>
        </a:p>
        <a:p>
          <a:pPr marL="0" lvl="0" indent="0" algn="l" defTabSz="755650">
            <a:lnSpc>
              <a:spcPct val="100000"/>
            </a:lnSpc>
            <a:spcBef>
              <a:spcPct val="0"/>
            </a:spcBef>
            <a:spcAft>
              <a:spcPct val="35000"/>
            </a:spcAft>
            <a:buNone/>
          </a:pPr>
          <a:r>
            <a:rPr lang="en-US" sz="1700" kern="1200" dirty="0"/>
            <a:t>offer a market for buyers and sellers</a:t>
          </a:r>
        </a:p>
        <a:p>
          <a:pPr marL="0" lvl="0" indent="0" algn="l" defTabSz="755650">
            <a:lnSpc>
              <a:spcPct val="100000"/>
            </a:lnSpc>
            <a:spcBef>
              <a:spcPct val="0"/>
            </a:spcBef>
            <a:spcAft>
              <a:spcPct val="35000"/>
            </a:spcAft>
            <a:buNone/>
          </a:pPr>
          <a:r>
            <a:rPr lang="en-US" sz="1700" kern="1200" dirty="0"/>
            <a:t>to swap bitcoin with local currency</a:t>
          </a:r>
        </a:p>
      </dsp:txBody>
      <dsp:txXfrm>
        <a:off x="8005149" y="2306837"/>
        <a:ext cx="3404531" cy="1247509"/>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C4C2C-AA0D-4F0B-AA72-CF72BCEDAC0B}">
      <dsp:nvSpPr>
        <dsp:cNvPr id="0" name=""/>
        <dsp:cNvSpPr/>
      </dsp:nvSpPr>
      <dsp:spPr>
        <a:xfrm>
          <a:off x="672664" y="23004"/>
          <a:ext cx="716171" cy="716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89AD11-CF85-45CD-9B2E-BB6EE935B46C}">
      <dsp:nvSpPr>
        <dsp:cNvPr id="0" name=""/>
        <dsp:cNvSpPr/>
      </dsp:nvSpPr>
      <dsp:spPr>
        <a:xfrm>
          <a:off x="7648"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i="1" kern="1200"/>
            <a:t>Exchange</a:t>
          </a:r>
          <a:r>
            <a:rPr lang="tr-TR" sz="1900" i="1" kern="1200"/>
            <a:t> </a:t>
          </a:r>
          <a:r>
            <a:rPr lang="en-US" sz="1900" i="1" kern="1200"/>
            <a:t>rate</a:t>
          </a:r>
          <a:endParaRPr lang="en-US" sz="1900" kern="1200"/>
        </a:p>
      </dsp:txBody>
      <dsp:txXfrm>
        <a:off x="7648" y="916547"/>
        <a:ext cx="2046202" cy="306930"/>
      </dsp:txXfrm>
    </dsp:sp>
    <dsp:sp modelId="{DD30B034-B44D-4411-92CA-6EC5768ADA4F}">
      <dsp:nvSpPr>
        <dsp:cNvPr id="0" name=""/>
        <dsp:cNvSpPr/>
      </dsp:nvSpPr>
      <dsp:spPr>
        <a:xfrm>
          <a:off x="7648"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Bitcoin, like most other currencies, </a:t>
          </a:r>
        </a:p>
        <a:p>
          <a:pPr marL="0" lvl="0" indent="0" algn="ctr" defTabSz="622300">
            <a:lnSpc>
              <a:spcPct val="100000"/>
            </a:lnSpc>
            <a:spcBef>
              <a:spcPct val="0"/>
            </a:spcBef>
            <a:spcAft>
              <a:spcPct val="35000"/>
            </a:spcAft>
            <a:buNone/>
          </a:pPr>
          <a:r>
            <a:rPr lang="en-US" sz="1400" kern="1200"/>
            <a:t>has </a:t>
          </a:r>
          <a:r>
            <a:rPr lang="en-US" sz="1400" kern="1200" dirty="0"/>
            <a:t>a </a:t>
          </a:r>
          <a:r>
            <a:rPr lang="en-US" sz="1400" i="1" kern="1200" dirty="0"/>
            <a:t>floating exchange rate</a:t>
          </a:r>
          <a:r>
            <a:rPr lang="en-US" sz="1400" kern="1200" dirty="0"/>
            <a:t>.</a:t>
          </a:r>
        </a:p>
      </dsp:txBody>
      <dsp:txXfrm>
        <a:off x="7648" y="1305977"/>
        <a:ext cx="2046202" cy="2841966"/>
      </dsp:txXfrm>
    </dsp:sp>
    <dsp:sp modelId="{3B97E421-C15C-4AB4-A567-5440993126B3}">
      <dsp:nvSpPr>
        <dsp:cNvPr id="0" name=""/>
        <dsp:cNvSpPr/>
      </dsp:nvSpPr>
      <dsp:spPr>
        <a:xfrm>
          <a:off x="3076952" y="23004"/>
          <a:ext cx="716171" cy="716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18AF81-6F87-409F-BA9B-87A5E13B9FE1}">
      <dsp:nvSpPr>
        <dsp:cNvPr id="0" name=""/>
        <dsp:cNvSpPr/>
      </dsp:nvSpPr>
      <dsp:spPr>
        <a:xfrm>
          <a:off x="2411936"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Websites</a:t>
          </a:r>
          <a:endParaRPr lang="en-US" sz="1900" kern="1200"/>
        </a:p>
      </dsp:txBody>
      <dsp:txXfrm>
        <a:off x="2411936" y="916547"/>
        <a:ext cx="2046202" cy="306930"/>
      </dsp:txXfrm>
    </dsp:sp>
    <dsp:sp modelId="{E790B0FF-6C5F-4F5A-8033-55A4DB3A589C}">
      <dsp:nvSpPr>
        <dsp:cNvPr id="0" name=""/>
        <dsp:cNvSpPr/>
      </dsp:nvSpPr>
      <dsp:spPr>
        <a:xfrm>
          <a:off x="2411936"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There are hundreds of applications and websites</a:t>
          </a:r>
        </a:p>
        <a:p>
          <a:pPr marL="0" lvl="0" indent="0" algn="ctr" defTabSz="622300">
            <a:lnSpc>
              <a:spcPct val="100000"/>
            </a:lnSpc>
            <a:spcBef>
              <a:spcPct val="0"/>
            </a:spcBef>
            <a:spcAft>
              <a:spcPct val="35000"/>
            </a:spcAft>
            <a:buNone/>
          </a:pPr>
          <a:r>
            <a:rPr lang="en-US" sz="1400" kern="1200" dirty="0"/>
            <a:t>that can provide the current market</a:t>
          </a:r>
          <a:r>
            <a:rPr lang="tr-TR" sz="1400" kern="1200" dirty="0"/>
            <a:t> rate.</a:t>
          </a:r>
        </a:p>
        <a:p>
          <a:pPr marL="0" lvl="0" indent="0" algn="ctr" defTabSz="622300">
            <a:lnSpc>
              <a:spcPct val="100000"/>
            </a:lnSpc>
            <a:spcBef>
              <a:spcPct val="0"/>
            </a:spcBef>
            <a:spcAft>
              <a:spcPct val="35000"/>
            </a:spcAft>
            <a:buNone/>
          </a:pPr>
          <a:r>
            <a:rPr lang="tr-TR" sz="1400" kern="1200" dirty="0" err="1"/>
            <a:t>Example</a:t>
          </a:r>
          <a:r>
            <a:rPr lang="tr-TR" sz="1400" kern="1200" dirty="0"/>
            <a:t>: </a:t>
          </a:r>
          <a:r>
            <a:rPr lang="tr-TR" sz="1400" kern="1200" dirty="0">
              <a:hlinkClick xmlns:r="http://schemas.openxmlformats.org/officeDocument/2006/relationships" r:id="rId5"/>
            </a:rPr>
            <a:t>https://www.coindesk.com/</a:t>
          </a:r>
          <a:r>
            <a:rPr lang="tr-TR" sz="1400" kern="1200" dirty="0"/>
            <a:t> </a:t>
          </a:r>
          <a:endParaRPr lang="en-US" sz="1400" kern="1200" dirty="0"/>
        </a:p>
      </dsp:txBody>
      <dsp:txXfrm>
        <a:off x="2411936" y="1305977"/>
        <a:ext cx="2046202" cy="2841966"/>
      </dsp:txXfrm>
    </dsp:sp>
    <dsp:sp modelId="{78866CA9-4420-4A3F-8031-4BA4138AFFCB}">
      <dsp:nvSpPr>
        <dsp:cNvPr id="0" name=""/>
        <dsp:cNvSpPr/>
      </dsp:nvSpPr>
      <dsp:spPr>
        <a:xfrm>
          <a:off x="5481240" y="23004"/>
          <a:ext cx="716171" cy="716171"/>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1CDC4E-B9C9-450D-9CBC-E659A34D81B0}">
      <dsp:nvSpPr>
        <dsp:cNvPr id="0" name=""/>
        <dsp:cNvSpPr/>
      </dsp:nvSpPr>
      <dsp:spPr>
        <a:xfrm>
          <a:off x="4816225"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Bitcoin Average</a:t>
          </a:r>
          <a:endParaRPr lang="en-US" sz="1900" kern="1200"/>
        </a:p>
      </dsp:txBody>
      <dsp:txXfrm>
        <a:off x="4816225" y="916547"/>
        <a:ext cx="2046202" cy="306930"/>
      </dsp:txXfrm>
    </dsp:sp>
    <dsp:sp modelId="{69B165EB-94FA-48B4-ABA5-24F9F6726A3B}">
      <dsp:nvSpPr>
        <dsp:cNvPr id="0" name=""/>
        <dsp:cNvSpPr/>
      </dsp:nvSpPr>
      <dsp:spPr>
        <a:xfrm>
          <a:off x="4816225"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provides a simple view of</a:t>
          </a:r>
        </a:p>
        <a:p>
          <a:pPr marL="0" lvl="0" indent="0" algn="ctr" defTabSz="622300">
            <a:lnSpc>
              <a:spcPct val="100000"/>
            </a:lnSpc>
            <a:spcBef>
              <a:spcPct val="0"/>
            </a:spcBef>
            <a:spcAft>
              <a:spcPct val="35000"/>
            </a:spcAft>
            <a:buNone/>
          </a:pPr>
          <a:r>
            <a:rPr lang="en-US" sz="1400" kern="1200" dirty="0"/>
            <a:t>the volume-weighted-average for each currency.</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8"/>
            </a:rPr>
            <a:t>https://bitcoinaverage.com/</a:t>
          </a:r>
          <a:r>
            <a:rPr lang="tr-TR" sz="1400" kern="1200" dirty="0"/>
            <a:t> </a:t>
          </a:r>
          <a:endParaRPr lang="en-US" sz="1400" kern="1200" dirty="0"/>
        </a:p>
      </dsp:txBody>
      <dsp:txXfrm>
        <a:off x="4816225" y="1305977"/>
        <a:ext cx="2046202" cy="2841966"/>
      </dsp:txXfrm>
    </dsp:sp>
    <dsp:sp modelId="{6BDF4E52-380B-4C22-A616-1F86ED4DF4B3}">
      <dsp:nvSpPr>
        <dsp:cNvPr id="0" name=""/>
        <dsp:cNvSpPr/>
      </dsp:nvSpPr>
      <dsp:spPr>
        <a:xfrm>
          <a:off x="7885529" y="23004"/>
          <a:ext cx="716171" cy="71617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9DFD51-6E3E-4679-9AB7-956292D496E0}">
      <dsp:nvSpPr>
        <dsp:cNvPr id="0" name=""/>
        <dsp:cNvSpPr/>
      </dsp:nvSpPr>
      <dsp:spPr>
        <a:xfrm>
          <a:off x="7220513"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CoinCap</a:t>
          </a:r>
          <a:endParaRPr lang="en-US" sz="1900" kern="1200"/>
        </a:p>
      </dsp:txBody>
      <dsp:txXfrm>
        <a:off x="7220513" y="916547"/>
        <a:ext cx="2046202" cy="306930"/>
      </dsp:txXfrm>
    </dsp:sp>
    <dsp:sp modelId="{E71B4C2F-5E5E-40FE-AA64-FD7E340916A1}">
      <dsp:nvSpPr>
        <dsp:cNvPr id="0" name=""/>
        <dsp:cNvSpPr/>
      </dsp:nvSpPr>
      <dsp:spPr>
        <a:xfrm>
          <a:off x="7220513"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A service listing the market capitalization and exchange rates</a:t>
          </a:r>
        </a:p>
        <a:p>
          <a:pPr marL="0" lvl="0" indent="0" algn="ctr" defTabSz="622300">
            <a:lnSpc>
              <a:spcPct val="100000"/>
            </a:lnSpc>
            <a:spcBef>
              <a:spcPct val="0"/>
            </a:spcBef>
            <a:spcAft>
              <a:spcPct val="35000"/>
            </a:spcAft>
            <a:buNone/>
          </a:pPr>
          <a:r>
            <a:rPr lang="en-US" sz="1400" kern="1200" dirty="0"/>
            <a:t>of hundreds of</a:t>
          </a:r>
          <a:r>
            <a:rPr lang="tr-TR" sz="1400" kern="1200" dirty="0"/>
            <a:t> crypto-currencies, </a:t>
          </a:r>
          <a:r>
            <a:rPr lang="tr-TR" sz="1400" kern="1200" dirty="0" err="1"/>
            <a:t>including</a:t>
          </a:r>
          <a:r>
            <a:rPr lang="tr-TR" sz="1400" kern="1200" dirty="0"/>
            <a:t> </a:t>
          </a:r>
          <a:r>
            <a:rPr lang="tr-TR" sz="1400" kern="1200" dirty="0" err="1"/>
            <a:t>bitcoin</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11"/>
            </a:rPr>
            <a:t>https://coincap.io/</a:t>
          </a:r>
          <a:r>
            <a:rPr lang="tr-TR" sz="1400" kern="1200" dirty="0"/>
            <a:t> </a:t>
          </a:r>
          <a:endParaRPr lang="en-US" sz="1400" kern="1200" dirty="0"/>
        </a:p>
      </dsp:txBody>
      <dsp:txXfrm>
        <a:off x="7220513" y="1305977"/>
        <a:ext cx="2046202" cy="2841966"/>
      </dsp:txXfrm>
    </dsp:sp>
    <dsp:sp modelId="{86FDE2FF-D386-4C01-8771-D1112473BE24}">
      <dsp:nvSpPr>
        <dsp:cNvPr id="0" name=""/>
        <dsp:cNvSpPr/>
      </dsp:nvSpPr>
      <dsp:spPr>
        <a:xfrm>
          <a:off x="10289817" y="23004"/>
          <a:ext cx="716171" cy="716171"/>
        </a:xfrm>
        <a:prstGeom prst="rect">
          <a:avLst/>
        </a:prstGeom>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DEC275-ECDE-4D91-BE66-ACD6F6F69BA6}">
      <dsp:nvSpPr>
        <dsp:cNvPr id="0" name=""/>
        <dsp:cNvSpPr/>
      </dsp:nvSpPr>
      <dsp:spPr>
        <a:xfrm>
          <a:off x="9624801"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CME</a:t>
          </a:r>
          <a:endParaRPr lang="en-US" sz="1900" kern="1200"/>
        </a:p>
      </dsp:txBody>
      <dsp:txXfrm>
        <a:off x="9624801" y="916547"/>
        <a:ext cx="2046202" cy="306930"/>
      </dsp:txXfrm>
    </dsp:sp>
    <dsp:sp modelId="{2A512E0B-17DF-4EFE-9076-98808A222A6F}">
      <dsp:nvSpPr>
        <dsp:cNvPr id="0" name=""/>
        <dsp:cNvSpPr/>
      </dsp:nvSpPr>
      <dsp:spPr>
        <a:xfrm>
          <a:off x="9624801"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i="1" kern="1200" dirty="0"/>
            <a:t>Chicago Mercantile Exchange Bitcoin Reference Rate</a:t>
          </a:r>
          <a:endParaRPr lang="en-US" sz="1400" kern="1200" dirty="0"/>
        </a:p>
        <a:p>
          <a:pPr marL="0" lvl="0" indent="0" algn="ctr" defTabSz="622300">
            <a:lnSpc>
              <a:spcPct val="100000"/>
            </a:lnSpc>
            <a:spcBef>
              <a:spcPct val="0"/>
            </a:spcBef>
            <a:spcAft>
              <a:spcPct val="35000"/>
            </a:spcAft>
            <a:buNone/>
          </a:pPr>
          <a:r>
            <a:rPr lang="en-US" sz="1400" kern="1200" dirty="0"/>
            <a:t>A reference rate that can be used for institutional and contractual reference </a:t>
          </a:r>
        </a:p>
        <a:p>
          <a:pPr marL="0" lvl="0" indent="0" algn="ctr" defTabSz="622300">
            <a:lnSpc>
              <a:spcPct val="100000"/>
            </a:lnSpc>
            <a:spcBef>
              <a:spcPct val="0"/>
            </a:spcBef>
            <a:spcAft>
              <a:spcPct val="35000"/>
            </a:spcAft>
            <a:buNone/>
          </a:pPr>
          <a:r>
            <a:rPr lang="en-US" sz="1400" kern="1200" dirty="0"/>
            <a:t>provided</a:t>
          </a:r>
          <a:r>
            <a:rPr lang="tr-TR" sz="1400" kern="1200" dirty="0"/>
            <a:t> </a:t>
          </a:r>
          <a:r>
            <a:rPr lang="en-US" sz="1400" kern="1200" dirty="0"/>
            <a:t>as part of investment data feeds by the CME</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14"/>
            </a:rPr>
            <a:t>https://www.cmegroup.com/trading/cryptocurrency-indices.html</a:t>
          </a:r>
          <a:r>
            <a:rPr lang="tr-TR" sz="1400" kern="1200" dirty="0"/>
            <a:t> </a:t>
          </a:r>
          <a:endParaRPr lang="en-US" sz="1400" kern="1200" dirty="0"/>
        </a:p>
      </dsp:txBody>
      <dsp:txXfrm>
        <a:off x="9624801" y="1305977"/>
        <a:ext cx="2046202" cy="2841966"/>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E618D1-7CFC-453B-86E8-93D02585A60B}">
      <dsp:nvSpPr>
        <dsp:cNvPr id="0" name=""/>
        <dsp:cNvSpPr/>
      </dsp:nvSpPr>
      <dsp:spPr>
        <a:xfrm>
          <a:off x="2847" y="139753"/>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err="1"/>
            <a:t>Exchanging</a:t>
          </a:r>
          <a:endParaRPr lang="en-US" sz="1400" kern="1200" dirty="0"/>
        </a:p>
      </dsp:txBody>
      <dsp:txXfrm>
        <a:off x="2847" y="139753"/>
        <a:ext cx="1456685" cy="277200"/>
      </dsp:txXfrm>
    </dsp:sp>
    <dsp:sp modelId="{AC5F7014-87F6-4EEA-B6A7-FDCC97F1691F}">
      <dsp:nvSpPr>
        <dsp:cNvPr id="0" name=""/>
        <dsp:cNvSpPr/>
      </dsp:nvSpPr>
      <dsp:spPr>
        <a:xfrm>
          <a:off x="1459532" y="9816"/>
          <a:ext cx="291337" cy="537075"/>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6A5A74-6F9C-41A3-A4C8-BE3C1F7C4F63}">
      <dsp:nvSpPr>
        <dsp:cNvPr id="0" name=""/>
        <dsp:cNvSpPr/>
      </dsp:nvSpPr>
      <dsp:spPr>
        <a:xfrm>
          <a:off x="1867404" y="9816"/>
          <a:ext cx="3962183" cy="537075"/>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err="1"/>
            <a:t>Between</a:t>
          </a:r>
          <a:r>
            <a:rPr lang="tr-TR" sz="1400" kern="1200" dirty="0"/>
            <a:t> </a:t>
          </a:r>
          <a:r>
            <a:rPr lang="en-US" sz="1400" kern="1200" dirty="0"/>
            <a:t>Alice</a:t>
          </a:r>
          <a:r>
            <a:rPr lang="tr-TR" sz="1400" kern="1200" dirty="0"/>
            <a:t> &amp; Joe</a:t>
          </a:r>
          <a:endParaRPr lang="en-US" sz="1400" kern="1200" dirty="0"/>
        </a:p>
        <a:p>
          <a:pPr marL="114300" lvl="1" indent="-114300" algn="l" defTabSz="622300">
            <a:lnSpc>
              <a:spcPct val="90000"/>
            </a:lnSpc>
            <a:spcBef>
              <a:spcPct val="0"/>
            </a:spcBef>
            <a:spcAft>
              <a:spcPct val="15000"/>
            </a:spcAft>
            <a:buChar char="•"/>
          </a:pPr>
          <a:r>
            <a:rPr lang="en-US" sz="1400" kern="1200" dirty="0"/>
            <a:t>to exchange </a:t>
          </a:r>
          <a:r>
            <a:rPr lang="en-US" sz="1400" b="1" kern="1200" dirty="0"/>
            <a:t>$</a:t>
          </a:r>
          <a:r>
            <a:rPr lang="tr-TR" sz="1400" b="1" kern="1200" dirty="0"/>
            <a:t>3</a:t>
          </a:r>
          <a:r>
            <a:rPr lang="en-US" sz="1400" b="1" kern="1200" dirty="0"/>
            <a:t>0</a:t>
          </a:r>
          <a:r>
            <a:rPr lang="en-US" sz="1400" kern="1200" dirty="0"/>
            <a:t> for bitcoin</a:t>
          </a:r>
        </a:p>
      </dsp:txBody>
      <dsp:txXfrm>
        <a:off x="1867404" y="9816"/>
        <a:ext cx="3962183" cy="537075"/>
      </dsp:txXfrm>
    </dsp:sp>
    <dsp:sp modelId="{6F4C6012-A727-4DBF-8747-0FE0C4132009}">
      <dsp:nvSpPr>
        <dsp:cNvPr id="0" name=""/>
        <dsp:cNvSpPr/>
      </dsp:nvSpPr>
      <dsp:spPr>
        <a:xfrm>
          <a:off x="2847" y="952453"/>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err="1"/>
            <a:t>Receiving</a:t>
          </a:r>
          <a:endParaRPr lang="en-US" sz="1400" kern="1200" dirty="0"/>
        </a:p>
      </dsp:txBody>
      <dsp:txXfrm>
        <a:off x="2847" y="952453"/>
        <a:ext cx="1456685" cy="277200"/>
      </dsp:txXfrm>
    </dsp:sp>
    <dsp:sp modelId="{1E00B66E-A4F5-4491-AA86-C81AC0B69D21}">
      <dsp:nvSpPr>
        <dsp:cNvPr id="0" name=""/>
        <dsp:cNvSpPr/>
      </dsp:nvSpPr>
      <dsp:spPr>
        <a:xfrm>
          <a:off x="1459532" y="597291"/>
          <a:ext cx="291337" cy="987525"/>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53A3C9-10D6-47E4-95E4-6A9A25ED6A03}">
      <dsp:nvSpPr>
        <dsp:cNvPr id="0" name=""/>
        <dsp:cNvSpPr/>
      </dsp:nvSpPr>
      <dsp:spPr>
        <a:xfrm>
          <a:off x="1867404" y="597291"/>
          <a:ext cx="3962183" cy="987525"/>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Alice </a:t>
          </a:r>
          <a:r>
            <a:rPr lang="tr-TR" sz="1400" kern="1200" dirty="0" err="1"/>
            <a:t>Opens</a:t>
          </a:r>
          <a:r>
            <a:rPr lang="tr-TR" sz="1400" kern="1200" dirty="0"/>
            <a:t> </a:t>
          </a:r>
          <a:r>
            <a:rPr lang="tr-TR" sz="1400" kern="1200" dirty="0" err="1"/>
            <a:t>wallet</a:t>
          </a:r>
          <a:r>
            <a:rPr lang="tr-TR" sz="1400" kern="1200" dirty="0"/>
            <a:t> </a:t>
          </a:r>
          <a:r>
            <a:rPr lang="tr-TR" sz="1400" kern="1200" dirty="0" err="1"/>
            <a:t>application</a:t>
          </a:r>
          <a:endParaRPr lang="en-US" sz="1400" kern="1200" dirty="0"/>
        </a:p>
        <a:p>
          <a:pPr marL="114300" lvl="1" indent="-114300" algn="l" defTabSz="622300">
            <a:lnSpc>
              <a:spcPct val="90000"/>
            </a:lnSpc>
            <a:spcBef>
              <a:spcPct val="0"/>
            </a:spcBef>
            <a:spcAft>
              <a:spcPct val="15000"/>
            </a:spcAft>
            <a:buChar char="•"/>
          </a:pPr>
          <a:r>
            <a:rPr lang="tr-TR" sz="1400" kern="1200" dirty="0" err="1"/>
            <a:t>Wallet</a:t>
          </a:r>
          <a:endParaRPr lang="en-US" sz="1400" kern="1200" dirty="0"/>
        </a:p>
        <a:p>
          <a:pPr marL="228600" lvl="2" indent="-114300" algn="l" defTabSz="622300">
            <a:lnSpc>
              <a:spcPct val="90000"/>
            </a:lnSpc>
            <a:spcBef>
              <a:spcPct val="0"/>
            </a:spcBef>
            <a:spcAft>
              <a:spcPct val="15000"/>
            </a:spcAft>
            <a:buChar char="•"/>
          </a:pPr>
          <a:r>
            <a:rPr lang="tr-TR" sz="1400" kern="1200" dirty="0"/>
            <a:t>An </a:t>
          </a:r>
          <a:r>
            <a:rPr lang="tr-TR" sz="1400" kern="1200" dirty="0" err="1"/>
            <a:t>application</a:t>
          </a:r>
          <a:r>
            <a:rPr lang="tr-TR" sz="1400" kern="1200" dirty="0"/>
            <a:t> </a:t>
          </a:r>
          <a:r>
            <a:rPr lang="tr-TR" sz="1400" kern="1200" dirty="0" err="1"/>
            <a:t>accepts</a:t>
          </a:r>
          <a:r>
            <a:rPr lang="tr-TR" sz="1400" kern="1200" dirty="0"/>
            <a:t> Bitcoin</a:t>
          </a:r>
          <a:endParaRPr lang="en-US" sz="1400" kern="1200" dirty="0"/>
        </a:p>
        <a:p>
          <a:pPr marL="228600" lvl="2" indent="-114300" algn="l" defTabSz="622300">
            <a:lnSpc>
              <a:spcPct val="90000"/>
            </a:lnSpc>
            <a:spcBef>
              <a:spcPct val="0"/>
            </a:spcBef>
            <a:spcAft>
              <a:spcPct val="15000"/>
            </a:spcAft>
            <a:buChar char="•"/>
          </a:pPr>
          <a:r>
            <a:rPr lang="en-US" sz="1400" kern="1200" dirty="0"/>
            <a:t>Mycelium </a:t>
          </a:r>
          <a:r>
            <a:rPr lang="tr-TR" sz="1400" kern="1200" dirty="0" err="1"/>
            <a:t>or</a:t>
          </a:r>
          <a:r>
            <a:rPr lang="tr-TR" sz="1400" kern="1200" dirty="0"/>
            <a:t> </a:t>
          </a:r>
          <a:r>
            <a:rPr lang="tr-TR" sz="1400" kern="1200" dirty="0" err="1"/>
            <a:t>any</a:t>
          </a:r>
          <a:r>
            <a:rPr lang="tr-TR" sz="1400" kern="1200" dirty="0"/>
            <a:t> </a:t>
          </a:r>
          <a:r>
            <a:rPr lang="tr-TR" sz="1400" kern="1200" dirty="0" err="1"/>
            <a:t>other</a:t>
          </a:r>
          <a:r>
            <a:rPr lang="tr-TR" sz="1400" kern="1200" dirty="0"/>
            <a:t> </a:t>
          </a:r>
          <a:r>
            <a:rPr lang="tr-TR" sz="1400" kern="1200" dirty="0" err="1"/>
            <a:t>one</a:t>
          </a:r>
          <a:endParaRPr lang="en-US" sz="1400" kern="1200" dirty="0"/>
        </a:p>
      </dsp:txBody>
      <dsp:txXfrm>
        <a:off x="1867404" y="597291"/>
        <a:ext cx="3962183" cy="987525"/>
      </dsp:txXfrm>
    </dsp:sp>
    <dsp:sp modelId="{7BEB54A4-C0FD-4474-A105-50BED5576B45}">
      <dsp:nvSpPr>
        <dsp:cNvPr id="0" name=""/>
        <dsp:cNvSpPr/>
      </dsp:nvSpPr>
      <dsp:spPr>
        <a:xfrm>
          <a:off x="2847" y="1765153"/>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err="1"/>
            <a:t>Receive</a:t>
          </a:r>
          <a:endParaRPr lang="en-US" sz="1400" kern="1200" dirty="0"/>
        </a:p>
      </dsp:txBody>
      <dsp:txXfrm>
        <a:off x="2847" y="1765153"/>
        <a:ext cx="1456685" cy="277200"/>
      </dsp:txXfrm>
    </dsp:sp>
    <dsp:sp modelId="{82DED941-3553-4AAA-BA2B-487525D79056}">
      <dsp:nvSpPr>
        <dsp:cNvPr id="0" name=""/>
        <dsp:cNvSpPr/>
      </dsp:nvSpPr>
      <dsp:spPr>
        <a:xfrm>
          <a:off x="1459532" y="1635216"/>
          <a:ext cx="291337" cy="537075"/>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7C6425-A922-4A84-B6C6-2D8F67159018}">
      <dsp:nvSpPr>
        <dsp:cNvPr id="0" name=""/>
        <dsp:cNvSpPr/>
      </dsp:nvSpPr>
      <dsp:spPr>
        <a:xfrm>
          <a:off x="1867404" y="1635216"/>
          <a:ext cx="3962183" cy="537075"/>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err="1"/>
            <a:t>to</a:t>
          </a:r>
          <a:r>
            <a:rPr lang="tr-TR" sz="1400" kern="1200" dirty="0"/>
            <a:t> d</a:t>
          </a:r>
          <a:r>
            <a:rPr lang="en-US" sz="1400" kern="1200" dirty="0" err="1"/>
            <a:t>isplays</a:t>
          </a:r>
          <a:r>
            <a:rPr lang="en-US" sz="1400" kern="1200" dirty="0"/>
            <a:t> a QR code</a:t>
          </a:r>
        </a:p>
        <a:p>
          <a:pPr marL="114300" lvl="1" indent="-114300" algn="l" defTabSz="622300">
            <a:lnSpc>
              <a:spcPct val="90000"/>
            </a:lnSpc>
            <a:spcBef>
              <a:spcPct val="0"/>
            </a:spcBef>
            <a:spcAft>
              <a:spcPct val="15000"/>
            </a:spcAft>
            <a:buChar char="•"/>
          </a:pPr>
          <a:r>
            <a:rPr lang="en-US" sz="1400" kern="1200" dirty="0"/>
            <a:t>Alice’s bitcoin</a:t>
          </a:r>
          <a:r>
            <a:rPr lang="tr-TR" sz="1400" kern="1200" dirty="0"/>
            <a:t> </a:t>
          </a:r>
          <a:r>
            <a:rPr lang="tr-TR" sz="1400" kern="1200" dirty="0" err="1"/>
            <a:t>address</a:t>
          </a:r>
          <a:r>
            <a:rPr lang="tr-TR" sz="1400" kern="1200" dirty="0"/>
            <a:t>.</a:t>
          </a:r>
          <a:endParaRPr lang="en-US" sz="1400" kern="1200" dirty="0"/>
        </a:p>
      </dsp:txBody>
      <dsp:txXfrm>
        <a:off x="1867404" y="1635216"/>
        <a:ext cx="3962183" cy="537075"/>
      </dsp:txXfrm>
    </dsp:sp>
    <dsp:sp modelId="{55BD9C6F-940F-46C6-BFE4-3A2A88D49A5B}">
      <dsp:nvSpPr>
        <dsp:cNvPr id="0" name=""/>
        <dsp:cNvSpPr/>
      </dsp:nvSpPr>
      <dsp:spPr>
        <a:xfrm>
          <a:off x="2847" y="2352629"/>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err="1"/>
            <a:t>Sending</a:t>
          </a:r>
          <a:endParaRPr lang="en-US" sz="1400" kern="1200" dirty="0"/>
        </a:p>
      </dsp:txBody>
      <dsp:txXfrm>
        <a:off x="2847" y="2352629"/>
        <a:ext cx="1456685" cy="277200"/>
      </dsp:txXfrm>
    </dsp:sp>
    <dsp:sp modelId="{2282E69B-9FC3-4F20-A2DC-5CF63766F4ED}">
      <dsp:nvSpPr>
        <dsp:cNvPr id="0" name=""/>
        <dsp:cNvSpPr/>
      </dsp:nvSpPr>
      <dsp:spPr>
        <a:xfrm>
          <a:off x="1459532" y="2222691"/>
          <a:ext cx="291337" cy="537075"/>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598D0A-4EAB-431D-BFC7-B3EE52473DE7}">
      <dsp:nvSpPr>
        <dsp:cNvPr id="0" name=""/>
        <dsp:cNvSpPr/>
      </dsp:nvSpPr>
      <dsp:spPr>
        <a:xfrm>
          <a:off x="1867404" y="2222691"/>
          <a:ext cx="3962183" cy="537075"/>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Joe </a:t>
          </a:r>
          <a:r>
            <a:rPr lang="tr-TR" sz="1400" kern="1200" dirty="0" err="1"/>
            <a:t>opens</a:t>
          </a:r>
          <a:r>
            <a:rPr lang="tr-TR" sz="1400" kern="1200" dirty="0"/>
            <a:t> his </a:t>
          </a:r>
          <a:r>
            <a:rPr lang="tr-TR" sz="1400" kern="1200" dirty="0" err="1"/>
            <a:t>wallet</a:t>
          </a:r>
          <a:r>
            <a:rPr lang="tr-TR" sz="1400" kern="1200" dirty="0"/>
            <a:t> </a:t>
          </a:r>
          <a:r>
            <a:rPr lang="tr-TR" sz="1400" kern="1200" dirty="0" err="1"/>
            <a:t>application</a:t>
          </a:r>
          <a:endParaRPr lang="en-US" sz="1400" kern="1200" dirty="0"/>
        </a:p>
        <a:p>
          <a:pPr marL="114300" lvl="1" indent="-114300" algn="l" defTabSz="622300">
            <a:lnSpc>
              <a:spcPct val="90000"/>
            </a:lnSpc>
            <a:spcBef>
              <a:spcPct val="0"/>
            </a:spcBef>
            <a:spcAft>
              <a:spcPct val="15000"/>
            </a:spcAft>
            <a:buChar char="•"/>
          </a:pPr>
          <a:r>
            <a:rPr lang="tr-TR" sz="1400" kern="1200" dirty="0" err="1"/>
            <a:t>Selects</a:t>
          </a:r>
          <a:r>
            <a:rPr lang="tr-TR" sz="1400" kern="1200" dirty="0"/>
            <a:t> </a:t>
          </a:r>
          <a:r>
            <a:rPr lang="en-US" sz="1400" b="1" kern="1200" dirty="0"/>
            <a:t>Send</a:t>
          </a:r>
          <a:r>
            <a:rPr lang="en-US" sz="1400" kern="1200" dirty="0"/>
            <a:t> on his smartphone wallet</a:t>
          </a:r>
        </a:p>
      </dsp:txBody>
      <dsp:txXfrm>
        <a:off x="1867404" y="2222691"/>
        <a:ext cx="3962183" cy="537075"/>
      </dsp:txXfrm>
    </dsp:sp>
    <dsp:sp modelId="{B28811DE-04CC-4117-A9B5-2C21B08450D4}">
      <dsp:nvSpPr>
        <dsp:cNvPr id="0" name=""/>
        <dsp:cNvSpPr/>
      </dsp:nvSpPr>
      <dsp:spPr>
        <a:xfrm>
          <a:off x="2847" y="3399216"/>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a:t>QR </a:t>
          </a:r>
          <a:r>
            <a:rPr lang="tr-TR" sz="1400" kern="1200" dirty="0" err="1"/>
            <a:t>Code</a:t>
          </a:r>
          <a:endParaRPr lang="en-US" sz="1400" kern="1200" dirty="0"/>
        </a:p>
      </dsp:txBody>
      <dsp:txXfrm>
        <a:off x="2847" y="3399216"/>
        <a:ext cx="1456685" cy="277200"/>
      </dsp:txXfrm>
    </dsp:sp>
    <dsp:sp modelId="{4D4A9925-0D02-4A54-B833-E260297EFE67}">
      <dsp:nvSpPr>
        <dsp:cNvPr id="0" name=""/>
        <dsp:cNvSpPr/>
      </dsp:nvSpPr>
      <dsp:spPr>
        <a:xfrm>
          <a:off x="1459532" y="2810166"/>
          <a:ext cx="291337" cy="1455300"/>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705F8F-F93A-4164-A432-7FB7E200E85A}">
      <dsp:nvSpPr>
        <dsp:cNvPr id="0" name=""/>
        <dsp:cNvSpPr/>
      </dsp:nvSpPr>
      <dsp:spPr>
        <a:xfrm>
          <a:off x="1867404" y="2810166"/>
          <a:ext cx="3962183" cy="1455300"/>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a:t>T</a:t>
          </a:r>
          <a:r>
            <a:rPr lang="en-US" sz="1400" kern="1200" dirty="0"/>
            <a:t>ap the QR code icon</a:t>
          </a:r>
        </a:p>
        <a:p>
          <a:pPr marL="228600" lvl="2" indent="-114300" algn="l" defTabSz="622300">
            <a:lnSpc>
              <a:spcPct val="90000"/>
            </a:lnSpc>
            <a:spcBef>
              <a:spcPct val="0"/>
            </a:spcBef>
            <a:spcAft>
              <a:spcPct val="15000"/>
            </a:spcAft>
            <a:buChar char="•"/>
          </a:pPr>
          <a:r>
            <a:rPr lang="en-US" sz="1400" kern="1200" dirty="0"/>
            <a:t>scanning the</a:t>
          </a:r>
          <a:r>
            <a:rPr lang="tr-TR" sz="1400" kern="1200" dirty="0"/>
            <a:t> </a:t>
          </a:r>
          <a:r>
            <a:rPr lang="en-US" sz="1400" kern="1200" dirty="0"/>
            <a:t>QR code</a:t>
          </a:r>
        </a:p>
        <a:p>
          <a:pPr marL="228600" lvl="2" indent="-114300" algn="l" defTabSz="622300">
            <a:lnSpc>
              <a:spcPct val="90000"/>
            </a:lnSpc>
            <a:spcBef>
              <a:spcPct val="0"/>
            </a:spcBef>
            <a:spcAft>
              <a:spcPct val="15000"/>
            </a:spcAft>
            <a:buChar char="•"/>
          </a:pPr>
          <a:r>
            <a:rPr lang="en-US" sz="1400" kern="1200"/>
            <a:t>displayed </a:t>
          </a:r>
          <a:r>
            <a:rPr lang="en-US" sz="1400" kern="1200" dirty="0"/>
            <a:t>on Alice’s smartphone</a:t>
          </a:r>
        </a:p>
        <a:p>
          <a:pPr marL="114300" lvl="1" indent="-114300" algn="l" defTabSz="622300">
            <a:lnSpc>
              <a:spcPct val="90000"/>
            </a:lnSpc>
            <a:spcBef>
              <a:spcPct val="0"/>
            </a:spcBef>
            <a:spcAft>
              <a:spcPct val="15000"/>
            </a:spcAft>
            <a:buChar char="•"/>
          </a:pPr>
          <a:r>
            <a:rPr lang="tr-TR" sz="1400" kern="1200" dirty="0"/>
            <a:t>Enter Amount</a:t>
          </a:r>
          <a:endParaRPr lang="en-US" sz="1400" kern="1200" dirty="0"/>
        </a:p>
        <a:p>
          <a:pPr marL="228600" lvl="2" indent="-114300" algn="l" defTabSz="622300">
            <a:lnSpc>
              <a:spcPct val="90000"/>
            </a:lnSpc>
            <a:spcBef>
              <a:spcPct val="0"/>
            </a:spcBef>
            <a:spcAft>
              <a:spcPct val="15000"/>
            </a:spcAft>
            <a:buChar char="•"/>
          </a:pPr>
          <a:r>
            <a:rPr lang="en-US" sz="1400" kern="1200" dirty="0"/>
            <a:t>Joe enters the amount as $</a:t>
          </a:r>
          <a:r>
            <a:rPr lang="tr-TR" sz="1400" kern="1200" dirty="0"/>
            <a:t>3</a:t>
          </a:r>
          <a:r>
            <a:rPr lang="en-US" sz="1400" kern="1200" dirty="0"/>
            <a:t>0</a:t>
          </a:r>
        </a:p>
        <a:p>
          <a:pPr marL="228600" lvl="2" indent="-114300" algn="l" defTabSz="622300">
            <a:lnSpc>
              <a:spcPct val="90000"/>
            </a:lnSpc>
            <a:spcBef>
              <a:spcPct val="0"/>
            </a:spcBef>
            <a:spcAft>
              <a:spcPct val="15000"/>
            </a:spcAft>
            <a:buChar char="•"/>
          </a:pPr>
          <a:r>
            <a:rPr lang="tr-TR" sz="1400" kern="1200" dirty="0"/>
            <a:t>Bitcoin </a:t>
          </a:r>
          <a:r>
            <a:rPr lang="tr-TR" sz="1400" kern="1200" dirty="0" err="1"/>
            <a:t>address</a:t>
          </a:r>
          <a:r>
            <a:rPr lang="tr-TR" sz="1400" kern="1200" dirty="0"/>
            <a:t> is </a:t>
          </a:r>
          <a:r>
            <a:rPr lang="tr-TR" sz="1400" kern="1200" dirty="0" err="1"/>
            <a:t>received</a:t>
          </a:r>
          <a:r>
            <a:rPr lang="tr-TR" sz="1400" kern="1200" dirty="0"/>
            <a:t> </a:t>
          </a:r>
          <a:r>
            <a:rPr lang="tr-TR" sz="1400" kern="1200" dirty="0" err="1"/>
            <a:t>from</a:t>
          </a:r>
          <a:r>
            <a:rPr lang="tr-TR" sz="1400" kern="1200" dirty="0"/>
            <a:t> QR </a:t>
          </a:r>
          <a:r>
            <a:rPr lang="tr-TR" sz="1400" kern="1200" dirty="0" err="1"/>
            <a:t>code</a:t>
          </a:r>
          <a:endParaRPr lang="en-US" sz="1400" kern="1200" dirty="0"/>
        </a:p>
      </dsp:txBody>
      <dsp:txXfrm>
        <a:off x="1867404" y="2810166"/>
        <a:ext cx="3962183" cy="1455300"/>
      </dsp:txXfrm>
    </dsp:sp>
    <dsp:sp modelId="{FA29D370-F5FB-4FCB-8660-17098385BB4F}">
      <dsp:nvSpPr>
        <dsp:cNvPr id="0" name=""/>
        <dsp:cNvSpPr/>
      </dsp:nvSpPr>
      <dsp:spPr>
        <a:xfrm>
          <a:off x="2847" y="4558416"/>
          <a:ext cx="1456685" cy="277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tr-TR" sz="1400" kern="1200" dirty="0"/>
            <a:t>Exchange rate</a:t>
          </a:r>
          <a:endParaRPr lang="en-US" sz="1400" kern="1200" dirty="0"/>
        </a:p>
      </dsp:txBody>
      <dsp:txXfrm>
        <a:off x="2847" y="4558416"/>
        <a:ext cx="1456685" cy="277200"/>
      </dsp:txXfrm>
    </dsp:sp>
    <dsp:sp modelId="{01B81D4D-24E1-41D7-841F-5F3AE0F88040}">
      <dsp:nvSpPr>
        <dsp:cNvPr id="0" name=""/>
        <dsp:cNvSpPr/>
      </dsp:nvSpPr>
      <dsp:spPr>
        <a:xfrm>
          <a:off x="1459532" y="4315866"/>
          <a:ext cx="291337" cy="762300"/>
        </a:xfrm>
        <a:prstGeom prst="leftBrace">
          <a:avLst>
            <a:gd name="adj1" fmla="val 35000"/>
            <a:gd name="adj2" fmla="val 50000"/>
          </a:avLst>
        </a:prstGeom>
        <a:noFill/>
        <a:ln w="127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FF2390-CC85-49C3-98D6-A3A409521ABE}">
      <dsp:nvSpPr>
        <dsp:cNvPr id="0" name=""/>
        <dsp:cNvSpPr/>
      </dsp:nvSpPr>
      <dsp:spPr>
        <a:xfrm>
          <a:off x="1867404" y="4315866"/>
          <a:ext cx="3962183" cy="762300"/>
        </a:xfrm>
        <a:prstGeom prst="rect">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tr-TR" sz="1400" kern="1200" dirty="0" err="1"/>
            <a:t>Uses</a:t>
          </a:r>
          <a:r>
            <a:rPr lang="tr-TR" sz="1400" kern="1200" dirty="0"/>
            <a:t> </a:t>
          </a:r>
          <a:r>
            <a:rPr lang="tr-TR" sz="1400" kern="1200" dirty="0" err="1"/>
            <a:t>live</a:t>
          </a:r>
          <a:r>
            <a:rPr lang="tr-TR" sz="1400" kern="1200" dirty="0"/>
            <a:t> data </a:t>
          </a:r>
          <a:r>
            <a:rPr lang="tr-TR" sz="1400" kern="1200" dirty="0" err="1"/>
            <a:t>from</a:t>
          </a:r>
          <a:r>
            <a:rPr lang="tr-TR" sz="1400" kern="1200" dirty="0"/>
            <a:t> </a:t>
          </a:r>
          <a:r>
            <a:rPr lang="tr-TR" sz="1400" kern="1200" dirty="0" err="1"/>
            <a:t>exchange</a:t>
          </a:r>
          <a:r>
            <a:rPr lang="tr-TR" sz="1400" kern="1200" dirty="0"/>
            <a:t> </a:t>
          </a:r>
          <a:r>
            <a:rPr lang="tr-TR" sz="1400" kern="1200" dirty="0" err="1"/>
            <a:t>markets</a:t>
          </a:r>
          <a:endParaRPr lang="en-US" sz="1400" kern="1200" dirty="0"/>
        </a:p>
        <a:p>
          <a:pPr marL="114300" lvl="1" indent="-114300" algn="l" defTabSz="622300">
            <a:lnSpc>
              <a:spcPct val="90000"/>
            </a:lnSpc>
            <a:spcBef>
              <a:spcPct val="0"/>
            </a:spcBef>
            <a:spcAft>
              <a:spcPct val="15000"/>
            </a:spcAft>
            <a:buChar char="•"/>
          </a:pPr>
          <a:r>
            <a:rPr lang="tr-TR" sz="1400" kern="1200" dirty="0"/>
            <a:t>1BTC = </a:t>
          </a:r>
          <a:r>
            <a:rPr lang="en-US" sz="1400" kern="1200" dirty="0"/>
            <a:t>$</a:t>
          </a:r>
          <a:r>
            <a:rPr lang="tr-TR" sz="1400" kern="1200" dirty="0"/>
            <a:t>30 000</a:t>
          </a:r>
          <a:endParaRPr lang="en-US" sz="1400" kern="1200" dirty="0"/>
        </a:p>
        <a:p>
          <a:pPr marL="114300" lvl="1" indent="-114300" algn="l" defTabSz="622300">
            <a:lnSpc>
              <a:spcPct val="90000"/>
            </a:lnSpc>
            <a:spcBef>
              <a:spcPct val="0"/>
            </a:spcBef>
            <a:spcAft>
              <a:spcPct val="15000"/>
            </a:spcAft>
            <a:buChar char="•"/>
          </a:pPr>
          <a:r>
            <a:rPr lang="en-US" sz="1400" kern="1200" dirty="0"/>
            <a:t>$</a:t>
          </a:r>
          <a:r>
            <a:rPr lang="tr-TR" sz="1400" kern="1200" dirty="0"/>
            <a:t>30 = 1/1000 BTC</a:t>
          </a:r>
          <a:endParaRPr lang="en-US" sz="1400" kern="1200" dirty="0"/>
        </a:p>
      </dsp:txBody>
      <dsp:txXfrm>
        <a:off x="1867404" y="4315866"/>
        <a:ext cx="3962183" cy="7623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4.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7.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7.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A620D-E0D7-4B53-8D52-AD352954AB78}" type="datetimeFigureOut">
              <a:rPr lang="tr-TR" smtClean="0"/>
              <a:t>6.05.2024</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F5B5F0-2C70-4A25-84A9-E7B04A992215}" type="slidenum">
              <a:rPr lang="tr-TR" smtClean="0"/>
              <a:t>‹#›</a:t>
            </a:fld>
            <a:endParaRPr lang="tr-TR"/>
          </a:p>
        </p:txBody>
      </p:sp>
    </p:spTree>
    <p:extLst>
      <p:ext uri="{BB962C8B-B14F-4D97-AF65-F5344CB8AC3E}">
        <p14:creationId xmlns:p14="http://schemas.microsoft.com/office/powerpoint/2010/main" val="203574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3</a:t>
            </a:fld>
            <a:endParaRPr lang="tr-TR"/>
          </a:p>
        </p:txBody>
      </p:sp>
    </p:spTree>
    <p:extLst>
      <p:ext uri="{BB962C8B-B14F-4D97-AF65-F5344CB8AC3E}">
        <p14:creationId xmlns:p14="http://schemas.microsoft.com/office/powerpoint/2010/main" val="3878057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4</a:t>
            </a:fld>
            <a:endParaRPr lang="tr-TR"/>
          </a:p>
        </p:txBody>
      </p:sp>
    </p:spTree>
    <p:extLst>
      <p:ext uri="{BB962C8B-B14F-4D97-AF65-F5344CB8AC3E}">
        <p14:creationId xmlns:p14="http://schemas.microsoft.com/office/powerpoint/2010/main" val="1093586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5</a:t>
            </a:fld>
            <a:endParaRPr lang="tr-TR"/>
          </a:p>
        </p:txBody>
      </p:sp>
    </p:spTree>
    <p:extLst>
      <p:ext uri="{BB962C8B-B14F-4D97-AF65-F5344CB8AC3E}">
        <p14:creationId xmlns:p14="http://schemas.microsoft.com/office/powerpoint/2010/main" val="89387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20.02.2021</a:t>
            </a:r>
          </a:p>
        </p:txBody>
      </p:sp>
      <p:sp>
        <p:nvSpPr>
          <p:cNvPr id="4" name="Slayt Numarası Yer Tutucusu 3"/>
          <p:cNvSpPr>
            <a:spLocks noGrp="1"/>
          </p:cNvSpPr>
          <p:nvPr>
            <p:ph type="sldNum" sz="quarter" idx="5"/>
          </p:nvPr>
        </p:nvSpPr>
        <p:spPr/>
        <p:txBody>
          <a:bodyPr/>
          <a:lstStyle/>
          <a:p>
            <a:fld id="{9DF5B5F0-2C70-4A25-84A9-E7B04A992215}" type="slidenum">
              <a:rPr lang="tr-TR" smtClean="0"/>
              <a:t>20</a:t>
            </a:fld>
            <a:endParaRPr lang="tr-TR"/>
          </a:p>
        </p:txBody>
      </p:sp>
    </p:spTree>
    <p:extLst>
      <p:ext uri="{BB962C8B-B14F-4D97-AF65-F5344CB8AC3E}">
        <p14:creationId xmlns:p14="http://schemas.microsoft.com/office/powerpoint/2010/main" val="3506219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https://www.axi.group/en-ae/blog/education/cryptocurrencies/bitcoin-btc-price-predictions</a:t>
            </a:r>
          </a:p>
        </p:txBody>
      </p:sp>
      <p:sp>
        <p:nvSpPr>
          <p:cNvPr id="4" name="Slide Number Placeholder 3"/>
          <p:cNvSpPr>
            <a:spLocks noGrp="1"/>
          </p:cNvSpPr>
          <p:nvPr>
            <p:ph type="sldNum" sz="quarter" idx="5"/>
          </p:nvPr>
        </p:nvSpPr>
        <p:spPr/>
        <p:txBody>
          <a:bodyPr/>
          <a:lstStyle/>
          <a:p>
            <a:fld id="{9DF5B5F0-2C70-4A25-84A9-E7B04A992215}" type="slidenum">
              <a:rPr lang="tr-TR" smtClean="0"/>
              <a:t>21</a:t>
            </a:fld>
            <a:endParaRPr lang="tr-TR"/>
          </a:p>
        </p:txBody>
      </p:sp>
    </p:spTree>
    <p:extLst>
      <p:ext uri="{BB962C8B-B14F-4D97-AF65-F5344CB8AC3E}">
        <p14:creationId xmlns:p14="http://schemas.microsoft.com/office/powerpoint/2010/main" val="16347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https://www.axi.group/en-ae/blog/education/cryptocurrencies/bitcoin-btc-price-predictions</a:t>
            </a:r>
          </a:p>
        </p:txBody>
      </p:sp>
      <p:sp>
        <p:nvSpPr>
          <p:cNvPr id="4" name="Slide Number Placeholder 3"/>
          <p:cNvSpPr>
            <a:spLocks noGrp="1"/>
          </p:cNvSpPr>
          <p:nvPr>
            <p:ph type="sldNum" sz="quarter" idx="5"/>
          </p:nvPr>
        </p:nvSpPr>
        <p:spPr/>
        <p:txBody>
          <a:bodyPr/>
          <a:lstStyle/>
          <a:p>
            <a:fld id="{9DF5B5F0-2C70-4A25-84A9-E7B04A992215}" type="slidenum">
              <a:rPr lang="tr-TR" smtClean="0"/>
              <a:t>22</a:t>
            </a:fld>
            <a:endParaRPr lang="tr-TR"/>
          </a:p>
        </p:txBody>
      </p:sp>
    </p:spTree>
    <p:extLst>
      <p:ext uri="{BB962C8B-B14F-4D97-AF65-F5344CB8AC3E}">
        <p14:creationId xmlns:p14="http://schemas.microsoft.com/office/powerpoint/2010/main" val="2885556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https://www.axi.group/en-ae/blog/education/cryptocurrencies/bitcoin-btc-price-predictions</a:t>
            </a:r>
          </a:p>
        </p:txBody>
      </p:sp>
      <p:sp>
        <p:nvSpPr>
          <p:cNvPr id="4" name="Slide Number Placeholder 3"/>
          <p:cNvSpPr>
            <a:spLocks noGrp="1"/>
          </p:cNvSpPr>
          <p:nvPr>
            <p:ph type="sldNum" sz="quarter" idx="5"/>
          </p:nvPr>
        </p:nvSpPr>
        <p:spPr/>
        <p:txBody>
          <a:bodyPr/>
          <a:lstStyle/>
          <a:p>
            <a:fld id="{9DF5B5F0-2C70-4A25-84A9-E7B04A992215}" type="slidenum">
              <a:rPr lang="tr-TR" smtClean="0"/>
              <a:t>23</a:t>
            </a:fld>
            <a:endParaRPr lang="tr-TR"/>
          </a:p>
        </p:txBody>
      </p:sp>
    </p:spTree>
    <p:extLst>
      <p:ext uri="{BB962C8B-B14F-4D97-AF65-F5344CB8AC3E}">
        <p14:creationId xmlns:p14="http://schemas.microsoft.com/office/powerpoint/2010/main" val="3965813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15.02.2020</a:t>
            </a:r>
          </a:p>
        </p:txBody>
      </p:sp>
      <p:sp>
        <p:nvSpPr>
          <p:cNvPr id="4" name="Slide Number Placeholder 3"/>
          <p:cNvSpPr>
            <a:spLocks noGrp="1"/>
          </p:cNvSpPr>
          <p:nvPr>
            <p:ph type="sldNum" sz="quarter" idx="5"/>
          </p:nvPr>
        </p:nvSpPr>
        <p:spPr/>
        <p:txBody>
          <a:bodyPr/>
          <a:lstStyle/>
          <a:p>
            <a:fld id="{9DF5B5F0-2C70-4A25-84A9-E7B04A992215}" type="slidenum">
              <a:rPr lang="tr-TR" smtClean="0"/>
              <a:t>38</a:t>
            </a:fld>
            <a:endParaRPr lang="tr-TR"/>
          </a:p>
        </p:txBody>
      </p:sp>
    </p:spTree>
    <p:extLst>
      <p:ext uri="{BB962C8B-B14F-4D97-AF65-F5344CB8AC3E}">
        <p14:creationId xmlns:p14="http://schemas.microsoft.com/office/powerpoint/2010/main" val="2302145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9DF5B5F0-2C70-4A25-84A9-E7B04A992215}" type="slidenum">
              <a:rPr lang="tr-TR" smtClean="0"/>
              <a:t>51</a:t>
            </a:fld>
            <a:endParaRPr lang="tr-TR"/>
          </a:p>
        </p:txBody>
      </p:sp>
    </p:spTree>
    <p:extLst>
      <p:ext uri="{BB962C8B-B14F-4D97-AF65-F5344CB8AC3E}">
        <p14:creationId xmlns:p14="http://schemas.microsoft.com/office/powerpoint/2010/main" val="2388637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54</a:t>
            </a:fld>
            <a:endParaRPr lang="en-US" noProof="0" dirty="0"/>
          </a:p>
        </p:txBody>
      </p:sp>
    </p:spTree>
    <p:extLst>
      <p:ext uri="{BB962C8B-B14F-4D97-AF65-F5344CB8AC3E}">
        <p14:creationId xmlns:p14="http://schemas.microsoft.com/office/powerpoint/2010/main" val="1924098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55</a:t>
            </a:fld>
            <a:endParaRPr lang="en-US" noProof="0" dirty="0"/>
          </a:p>
        </p:txBody>
      </p:sp>
    </p:spTree>
    <p:extLst>
      <p:ext uri="{BB962C8B-B14F-4D97-AF65-F5344CB8AC3E}">
        <p14:creationId xmlns:p14="http://schemas.microsoft.com/office/powerpoint/2010/main" val="1543095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60594094-EDF9-420A-ACE4-410F3E72D783}" type="datetime1">
              <a:rPr lang="en-US" smtClean="0"/>
              <a:t>5/6/2024</a:t>
            </a:fld>
            <a:endParaRPr lang="en-US" dirty="0"/>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6D22F896-40B5-4ADD-8801-0D06FADFA095}" type="slidenum">
              <a:rPr lang="en-US" smtClean="0"/>
              <a:t>‹#›</a:t>
            </a:fld>
            <a:endParaRPr lang="en-US" dirty="0"/>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73177301"/>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62415-729E-4A9D-81EB-4D4CED0DCC22}"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1138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03C7635B-25CC-4230-9CEB-B6292FE71572}" type="datetime1">
              <a:rPr lang="en-US" smtClean="0"/>
              <a:t>5/6/2024</a:t>
            </a:fld>
            <a:endParaRPr lang="en-US" dirty="0"/>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dirty="0"/>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6D22F896-40B5-4ADD-8801-0D06FADFA095}" type="slidenum">
              <a:rPr lang="en-US" smtClean="0"/>
              <a:t>‹#›</a:t>
            </a:fld>
            <a:endParaRPr lang="en-US" dirty="0"/>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884998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80FCE7-1FF3-4519-9877-01D5B10A881F}" type="datetime1">
              <a:rPr lang="en-US" smtClean="0"/>
              <a:t>5/6/2024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254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6C7EF6-530F-49F0-9646-212B0C2E4601}" type="datetime1">
              <a:rPr lang="en-US" smtClean="0"/>
              <a:t>5/6/2024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1181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5B871D-7051-46E6-AC23-53CCE98FB85C}" type="datetime1">
              <a:rPr lang="en-US" smtClean="0"/>
              <a:t>5/6/2024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72093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054CAF5C-3435-4E45-8A53-07AB27337965}" type="datetime1">
              <a:rPr lang="en-US" smtClean="0"/>
              <a:t>5/6/2024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1513169"/>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067359E4-D6BC-4A86-A62B-6503497FEE5E}" type="datetime1">
              <a:rPr lang="en-US" smtClean="0"/>
              <a:t>5/6/2024</a:t>
            </a:fld>
            <a:endParaRPr lang="en-US" dirty="0"/>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844294099"/>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64E33DBB-7F93-40E5-99C4-2576F4EBF9D0}" type="datetime1">
              <a:rPr lang="en-US" smtClean="0"/>
              <a:t>5/6/2024</a:t>
            </a:fld>
            <a:endParaRPr lang="en-US" dirty="0"/>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70805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D9A39-11FE-4CC3-B915-0D0A97F1566B}" type="datetime1">
              <a:rPr lang="en-US" smtClean="0"/>
              <a:t>5/6/2024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5693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BF20C9B6-D342-45B1-9855-0D7C3C3FF1D4}" type="datetime1">
              <a:rPr lang="en-US" smtClean="0"/>
              <a:t>5/6/2024</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6D22F896-40B5-4ADD-8801-0D06FADFA095}" type="slidenum">
              <a:rPr lang="en-US" smtClean="0"/>
              <a:t>‹#›</a:t>
            </a:fld>
            <a:endParaRPr lang="en-US" dirty="0"/>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602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 Col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744397" y="2463938"/>
            <a:ext cx="3726003" cy="3314545"/>
          </a:xfrm>
          <a:prstGeom prst="rightArrowCallout">
            <a:avLst>
              <a:gd name="adj1" fmla="val 50000"/>
              <a:gd name="adj2" fmla="val 25000"/>
              <a:gd name="adj3" fmla="val 15421"/>
              <a:gd name="adj4" fmla="val 80487"/>
            </a:avLst>
          </a:prstGeom>
          <a:solidFill>
            <a:schemeClr val="bg1">
              <a:lumMod val="95000"/>
            </a:schemeClr>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613986" y="2463801"/>
            <a:ext cx="3726469" cy="3314200"/>
          </a:xfrm>
          <a:prstGeom prst="rightArrowCallout">
            <a:avLst>
              <a:gd name="adj1" fmla="val 50000"/>
              <a:gd name="adj2" fmla="val 25000"/>
              <a:gd name="adj3" fmla="val 16186"/>
              <a:gd name="adj4" fmla="val 80493"/>
            </a:avLst>
          </a:prstGeom>
          <a:solidFill>
            <a:schemeClr val="bg1">
              <a:lumMod val="95000"/>
            </a:schemeClr>
          </a:solidFill>
        </p:spPr>
        <p:txBody>
          <a:bodyPr lIns="180000" tIns="180000"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p:nvPr>
        </p:nvSpPr>
        <p:spPr>
          <a:xfrm>
            <a:off x="8483985" y="2463801"/>
            <a:ext cx="2963619" cy="3314200"/>
          </a:xfrm>
          <a:prstGeom prst="rect">
            <a:avLst/>
          </a:prstGeom>
          <a:solidFill>
            <a:schemeClr val="bg1">
              <a:lumMod val="95000"/>
            </a:schemeClr>
          </a:solidFill>
        </p:spPr>
        <p:txBody>
          <a:bodyPr lIns="180000" tIns="180000"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F8E9D1B9-1C3A-4397-B3B4-9A921D64159E}"/>
              </a:ext>
            </a:extLst>
          </p:cNvPr>
          <p:cNvSpPr>
            <a:spLocks noGrp="1"/>
          </p:cNvSpPr>
          <p:nvPr>
            <p:ph type="body" sz="quarter" idx="26" hasCustomPrompt="1"/>
          </p:nvPr>
        </p:nvSpPr>
        <p:spPr>
          <a:xfrm>
            <a:off x="431801" y="1080002"/>
            <a:ext cx="11339513" cy="276561"/>
          </a:xfrm>
        </p:spPr>
        <p:txBody>
          <a:bodyPr/>
          <a:lstStyle>
            <a:lvl1pPr marL="0" indent="0">
              <a:buNone/>
              <a:defRPr/>
            </a:lvl1pPr>
            <a:lvl2pPr marL="200025" indent="0">
              <a:buNone/>
              <a:defRPr/>
            </a:lvl2pPr>
            <a:lvl3pPr marL="407194" indent="0">
              <a:buNone/>
              <a:defRPr/>
            </a:lvl3pPr>
            <a:lvl4pPr marL="607219" indent="0">
              <a:buNone/>
              <a:defRPr/>
            </a:lvl4pPr>
            <a:lvl5pPr marL="807244" indent="0">
              <a:buNone/>
              <a:defRPr/>
            </a:lvl5pPr>
          </a:lstStyle>
          <a:p>
            <a:pPr lvl="0"/>
            <a:r>
              <a:rPr lang="en-US" noProof="0"/>
              <a:t>Sub Header</a:t>
            </a:r>
          </a:p>
        </p:txBody>
      </p:sp>
      <p:sp>
        <p:nvSpPr>
          <p:cNvPr id="6" name="Text Placeholder 5">
            <a:extLst>
              <a:ext uri="{FF2B5EF4-FFF2-40B4-BE49-F238E27FC236}">
                <a16:creationId xmlns:a16="http://schemas.microsoft.com/office/drawing/2014/main" id="{1B4F049D-3C57-44BB-ACE2-1363AF36D9EF}"/>
              </a:ext>
            </a:extLst>
          </p:cNvPr>
          <p:cNvSpPr>
            <a:spLocks noGrp="1"/>
          </p:cNvSpPr>
          <p:nvPr>
            <p:ph type="body" sz="quarter" idx="27" hasCustomPrompt="1"/>
          </p:nvPr>
        </p:nvSpPr>
        <p:spPr>
          <a:xfrm>
            <a:off x="744236" y="1647240"/>
            <a:ext cx="2975579" cy="648000"/>
          </a:xfrm>
          <a:ln>
            <a:solidFill>
              <a:schemeClr val="accent1"/>
            </a:solidFill>
          </a:ln>
        </p:spPr>
        <p:txBody>
          <a:bodyPr tIns="108000" anchor="t"/>
          <a:lstStyle>
            <a:lvl1pPr marL="0" indent="0" algn="ctr">
              <a:buNone/>
              <a:defRPr>
                <a:latin typeface="+mj-lt"/>
              </a:defRPr>
            </a:lvl1pPr>
            <a:lvl2pPr marL="200025" indent="0" algn="ctr">
              <a:buNone/>
              <a:defRPr/>
            </a:lvl2pPr>
            <a:lvl3pPr marL="407194" indent="0" algn="ctr">
              <a:buNone/>
              <a:defRPr/>
            </a:lvl3pPr>
            <a:lvl4pPr marL="607219" indent="0" algn="ctr">
              <a:buNone/>
              <a:defRPr/>
            </a:lvl4pPr>
            <a:lvl5pPr marL="807244" indent="0" algn="ctr">
              <a:buNone/>
              <a:defRPr/>
            </a:lvl5pPr>
          </a:lstStyle>
          <a:p>
            <a:pPr lvl="0"/>
            <a:r>
              <a:rPr lang="en-US" noProof="0"/>
              <a:t>Section 1 Title</a:t>
            </a:r>
          </a:p>
        </p:txBody>
      </p:sp>
      <p:sp>
        <p:nvSpPr>
          <p:cNvPr id="12" name="Text Placeholder 11">
            <a:extLst>
              <a:ext uri="{FF2B5EF4-FFF2-40B4-BE49-F238E27FC236}">
                <a16:creationId xmlns:a16="http://schemas.microsoft.com/office/drawing/2014/main" id="{FB9B793F-A64B-475C-96F3-FB40100E01E4}"/>
              </a:ext>
            </a:extLst>
          </p:cNvPr>
          <p:cNvSpPr>
            <a:spLocks noGrp="1"/>
          </p:cNvSpPr>
          <p:nvPr>
            <p:ph type="body" sz="quarter" idx="28" hasCustomPrompt="1"/>
          </p:nvPr>
        </p:nvSpPr>
        <p:spPr>
          <a:xfrm>
            <a:off x="4608336" y="1647040"/>
            <a:ext cx="2975579" cy="648000"/>
          </a:xfrm>
          <a:ln>
            <a:solidFill>
              <a:schemeClr val="accent2"/>
            </a:solidFill>
          </a:ln>
        </p:spPr>
        <p:txBody>
          <a:bodyPr tIns="108000" anchor="t"/>
          <a:lstStyle>
            <a:lvl1pPr marL="0" indent="0" algn="ctr">
              <a:buNone/>
              <a:defRPr>
                <a:latin typeface="+mj-lt"/>
              </a:defRPr>
            </a:lvl1pPr>
          </a:lstStyle>
          <a:p>
            <a:pPr lvl="0"/>
            <a:r>
              <a:rPr lang="en-US" noProof="0"/>
              <a:t>Section 2 Title</a:t>
            </a:r>
          </a:p>
        </p:txBody>
      </p:sp>
      <p:sp>
        <p:nvSpPr>
          <p:cNvPr id="14" name="Text Placeholder 13">
            <a:extLst>
              <a:ext uri="{FF2B5EF4-FFF2-40B4-BE49-F238E27FC236}">
                <a16:creationId xmlns:a16="http://schemas.microsoft.com/office/drawing/2014/main" id="{0EF53567-5287-43FB-B07E-A12F3AEEDB98}"/>
              </a:ext>
            </a:extLst>
          </p:cNvPr>
          <p:cNvSpPr>
            <a:spLocks noGrp="1"/>
          </p:cNvSpPr>
          <p:nvPr>
            <p:ph type="body" sz="quarter" idx="29" hasCustomPrompt="1"/>
          </p:nvPr>
        </p:nvSpPr>
        <p:spPr>
          <a:xfrm>
            <a:off x="8483985" y="1647240"/>
            <a:ext cx="2975579" cy="648000"/>
          </a:xfrm>
          <a:ln>
            <a:solidFill>
              <a:schemeClr val="accent3"/>
            </a:solidFill>
          </a:ln>
        </p:spPr>
        <p:txBody>
          <a:bodyPr tIns="108000" anchor="t"/>
          <a:lstStyle>
            <a:lvl1pPr marL="0" indent="0" algn="ctr">
              <a:buNone/>
              <a:defRPr>
                <a:latin typeface="+mj-lt"/>
              </a:defRPr>
            </a:lvl1pPr>
          </a:lstStyle>
          <a:p>
            <a:pPr lvl="0"/>
            <a:r>
              <a:rPr lang="en-US" noProof="0"/>
              <a:t>Section 3 Title</a:t>
            </a:r>
          </a:p>
        </p:txBody>
      </p:sp>
    </p:spTree>
    <p:extLst>
      <p:ext uri="{BB962C8B-B14F-4D97-AF65-F5344CB8AC3E}">
        <p14:creationId xmlns:p14="http://schemas.microsoft.com/office/powerpoint/2010/main" val="3194721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chemeClr val="bg1"/>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6715" y="86714"/>
            <a:ext cx="12018572" cy="6684572"/>
          </a:xfrm>
          <a:solidFill>
            <a:schemeClr val="bg1">
              <a:lumMod val="85000"/>
            </a:schemeClr>
          </a:solidFill>
        </p:spPr>
        <p:txBody>
          <a:bodyPr lIns="360000" tIns="360000"/>
          <a:lstStyle>
            <a:lvl1pPr marL="0" indent="0">
              <a:buNone/>
              <a:defRPr sz="825"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494607" y="2237328"/>
            <a:ext cx="7202787" cy="1449788"/>
          </a:xfrm>
          <a:solidFill>
            <a:schemeClr val="tx1">
              <a:alpha val="80000"/>
            </a:schemeClr>
          </a:solidFill>
        </p:spPr>
        <p:txBody>
          <a:bodyPr lIns="288000" rIns="2160000" bIns="144000" anchor="b" anchorCtr="0"/>
          <a:lstStyle>
            <a:lvl1pPr algn="r">
              <a:defRPr sz="4950" spc="-113">
                <a:solidFill>
                  <a:schemeClr val="bg1"/>
                </a:solidFill>
              </a:defRPr>
            </a:lvl1pPr>
          </a:lstStyle>
          <a:p>
            <a:r>
              <a:rPr lang="en-US" noProof="0"/>
              <a:t>Thank You</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2494609" y="3684672"/>
            <a:ext cx="5282503" cy="1604172"/>
          </a:xfrm>
          <a:solidFill>
            <a:schemeClr val="tx1">
              <a:alpha val="90000"/>
            </a:schemeClr>
          </a:solidFill>
        </p:spPr>
        <p:txBody>
          <a:bodyPr lIns="216000" tIns="144000" rIns="576000"/>
          <a:lstStyle>
            <a:lvl1pPr marL="0" indent="0" algn="r">
              <a:buNone/>
              <a:defRPr sz="1575">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cxnSp>
        <p:nvCxnSpPr>
          <p:cNvPr id="5" name="Straight Connector 4">
            <a:extLst>
              <a:ext uri="{FF2B5EF4-FFF2-40B4-BE49-F238E27FC236}">
                <a16:creationId xmlns:a16="http://schemas.microsoft.com/office/drawing/2014/main" id="{9688AEDF-1396-4322-8818-9D1C7976FCDF}"/>
              </a:ext>
            </a:extLst>
          </p:cNvPr>
          <p:cNvCxnSpPr>
            <a:cxnSpLocks/>
          </p:cNvCxnSpPr>
          <p:nvPr userDrawn="1"/>
        </p:nvCxnSpPr>
        <p:spPr>
          <a:xfrm>
            <a:off x="7777113" y="2412127"/>
            <a:ext cx="0" cy="110019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C122267-81F5-4D7C-8854-830FD491A4E9}"/>
              </a:ext>
            </a:extLst>
          </p:cNvPr>
          <p:cNvSpPr>
            <a:spLocks noGrp="1"/>
          </p:cNvSpPr>
          <p:nvPr>
            <p:ph type="body" sz="quarter" idx="13" hasCustomPrompt="1"/>
          </p:nvPr>
        </p:nvSpPr>
        <p:spPr>
          <a:xfrm>
            <a:off x="2667001" y="4142258"/>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Contact Number</a:t>
            </a:r>
          </a:p>
        </p:txBody>
      </p:sp>
      <p:sp>
        <p:nvSpPr>
          <p:cNvPr id="9" name="Text Placeholder 5">
            <a:extLst>
              <a:ext uri="{FF2B5EF4-FFF2-40B4-BE49-F238E27FC236}">
                <a16:creationId xmlns:a16="http://schemas.microsoft.com/office/drawing/2014/main" id="{D1624B9A-AB57-40B6-89A6-D34ED60BBF00}"/>
              </a:ext>
            </a:extLst>
          </p:cNvPr>
          <p:cNvSpPr>
            <a:spLocks noGrp="1"/>
          </p:cNvSpPr>
          <p:nvPr>
            <p:ph type="body" sz="quarter" idx="14" hasCustomPrompt="1"/>
          </p:nvPr>
        </p:nvSpPr>
        <p:spPr>
          <a:xfrm>
            <a:off x="2667001" y="4448040"/>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Email or Social Media Handle</a:t>
            </a:r>
          </a:p>
        </p:txBody>
      </p:sp>
      <p:sp>
        <p:nvSpPr>
          <p:cNvPr id="8" name="Picture Placeholder 5">
            <a:extLst>
              <a:ext uri="{FF2B5EF4-FFF2-40B4-BE49-F238E27FC236}">
                <a16:creationId xmlns:a16="http://schemas.microsoft.com/office/drawing/2014/main" id="{61EA5FFD-797F-43FF-B13A-5DA8C820EE22}"/>
              </a:ext>
            </a:extLst>
          </p:cNvPr>
          <p:cNvSpPr>
            <a:spLocks noGrp="1"/>
          </p:cNvSpPr>
          <p:nvPr>
            <p:ph type="pic" sz="quarter" idx="15" hasCustomPrompt="1"/>
          </p:nvPr>
        </p:nvSpPr>
        <p:spPr>
          <a:xfrm>
            <a:off x="8065008" y="2587752"/>
            <a:ext cx="1344168" cy="704088"/>
          </a:xfrm>
        </p:spPr>
        <p:txBody>
          <a:bodyPr/>
          <a:lstStyle>
            <a:lvl1pPr marL="0" indent="0">
              <a:buNone/>
              <a:defRPr>
                <a:solidFill>
                  <a:schemeClr val="bg1"/>
                </a:solidFill>
              </a:defRPr>
            </a:lvl1pPr>
          </a:lstStyle>
          <a:p>
            <a:r>
              <a:rPr lang="en-US" noProof="0" dirty="0"/>
              <a:t>Logo</a:t>
            </a:r>
          </a:p>
        </p:txBody>
      </p:sp>
      <p:sp>
        <p:nvSpPr>
          <p:cNvPr id="10" name="Text Placeholder 5">
            <a:extLst>
              <a:ext uri="{FF2B5EF4-FFF2-40B4-BE49-F238E27FC236}">
                <a16:creationId xmlns:a16="http://schemas.microsoft.com/office/drawing/2014/main" id="{7436EF9B-F86C-114A-BB87-C439E5F12997}"/>
              </a:ext>
            </a:extLst>
          </p:cNvPr>
          <p:cNvSpPr>
            <a:spLocks noGrp="1"/>
          </p:cNvSpPr>
          <p:nvPr>
            <p:ph type="body" sz="quarter" idx="16" hasCustomPrompt="1"/>
          </p:nvPr>
        </p:nvSpPr>
        <p:spPr>
          <a:xfrm>
            <a:off x="2667001" y="4753821"/>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Website Address</a:t>
            </a:r>
          </a:p>
        </p:txBody>
      </p:sp>
    </p:spTree>
    <p:extLst>
      <p:ext uri="{BB962C8B-B14F-4D97-AF65-F5344CB8AC3E}">
        <p14:creationId xmlns:p14="http://schemas.microsoft.com/office/powerpoint/2010/main" val="22700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766DEDFC-ED8B-4EAB-B282-8AC4E1A6E7B8}" type="datetime1">
              <a:rPr lang="en-US" smtClean="0"/>
              <a:t>5/6/2024</a:t>
            </a:fld>
            <a:endParaRPr lang="en-US" dirty="0"/>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6D22F896-40B5-4ADD-8801-0D06FADFA095}" type="slidenum">
              <a:rPr lang="en-US" smtClean="0"/>
              <a:pPr/>
              <a:t>‹#›</a:t>
            </a:fld>
            <a:endParaRPr lang="en-US" dirty="0"/>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791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Lst>
  <p:hf hdr="0" ftr="0" dt="0"/>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4.pn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4.jpeg"/></Relationships>
</file>

<file path=ppt/slides/_rels/slide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102.jpe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1.png"/><Relationship Id="rId7" Type="http://schemas.openxmlformats.org/officeDocument/2006/relationships/diagramQuickStyle" Target="../diagrams/quickStyle27.xml"/><Relationship Id="rId12" Type="http://schemas.openxmlformats.org/officeDocument/2006/relationships/image" Target="../media/image113.jpeg"/><Relationship Id="rId2" Type="http://schemas.openxmlformats.org/officeDocument/2006/relationships/slideLayout" Target="../slideLayouts/slideLayout2.xml"/><Relationship Id="rId1" Type="http://schemas.openxmlformats.org/officeDocument/2006/relationships/video" Target="https://www.youtube.com/embed/cICWtDj6g0k?feature=oembed" TargetMode="External"/><Relationship Id="rId6" Type="http://schemas.openxmlformats.org/officeDocument/2006/relationships/diagramLayout" Target="../diagrams/layout27.xml"/><Relationship Id="rId11" Type="http://schemas.openxmlformats.org/officeDocument/2006/relationships/hyperlink" Target="https://www.youtube.com/watch?v=cICWtDj6g0k" TargetMode="External"/><Relationship Id="rId5" Type="http://schemas.openxmlformats.org/officeDocument/2006/relationships/diagramData" Target="../diagrams/data27.xml"/><Relationship Id="rId10" Type="http://schemas.openxmlformats.org/officeDocument/2006/relationships/image" Target="../media/image112.jpeg"/><Relationship Id="rId4" Type="http://schemas.openxmlformats.org/officeDocument/2006/relationships/image" Target="../media/image107.jpeg"/><Relationship Id="rId9" Type="http://schemas.microsoft.com/office/2007/relationships/diagramDrawing" Target="../diagrams/drawing27.xml"/></Relationships>
</file>

<file path=ppt/slides/_rels/slide33.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107.jpeg"/><Relationship Id="rId7" Type="http://schemas.openxmlformats.org/officeDocument/2006/relationships/diagramColors" Target="../diagrams/colors28.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52.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diagramLayout" Target="../diagrams/layout47.xml"/><Relationship Id="rId7" Type="http://schemas.openxmlformats.org/officeDocument/2006/relationships/image" Target="../media/image184.png"/><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53.xml.rels><?xml version="1.0" encoding="UTF-8" standalone="yes"?>
<Relationships xmlns="http://schemas.openxmlformats.org/package/2006/relationships"><Relationship Id="rId8" Type="http://schemas.openxmlformats.org/officeDocument/2006/relationships/hyperlink" Target="https://www.youtube.com/watch?v=7maNVTM8B1E" TargetMode="External"/><Relationship Id="rId3" Type="http://schemas.openxmlformats.org/officeDocument/2006/relationships/video" Target="https://www.youtube.com/embed/fAmdC64KKdM?feature=oembed" TargetMode="External"/><Relationship Id="rId7" Type="http://schemas.openxmlformats.org/officeDocument/2006/relationships/hyperlink" Target="https://www.youtube.com/watch?v=0gNPmLljJ1k" TargetMode="External"/><Relationship Id="rId2" Type="http://schemas.openxmlformats.org/officeDocument/2006/relationships/video" Target="https://www.youtube.com/embed/0gNPmLljJ1k?feature=oembed" TargetMode="External"/><Relationship Id="rId1" Type="http://schemas.openxmlformats.org/officeDocument/2006/relationships/video" Target="https://www.youtube.com/embed/7maNVTM8B1E?feature=oembed" TargetMode="External"/><Relationship Id="rId6" Type="http://schemas.openxmlformats.org/officeDocument/2006/relationships/image" Target="../media/image187.jpeg"/><Relationship Id="rId5" Type="http://schemas.openxmlformats.org/officeDocument/2006/relationships/image" Target="../media/image186.jpeg"/><Relationship Id="rId4" Type="http://schemas.openxmlformats.org/officeDocument/2006/relationships/slideLayout" Target="../slideLayouts/slideLayout7.xml"/><Relationship Id="rId9" Type="http://schemas.openxmlformats.org/officeDocument/2006/relationships/image" Target="../media/image188.jpeg"/></Relationships>
</file>

<file path=ppt/slides/_rels/slide5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91.png"/><Relationship Id="rId4" Type="http://schemas.openxmlformats.org/officeDocument/2006/relationships/image" Target="../media/image190.png"/></Relationships>
</file>

<file path=ppt/slides/_rels/slide55.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image" Target="../media/image192.png"/><Relationship Id="rId7" Type="http://schemas.openxmlformats.org/officeDocument/2006/relationships/image" Target="../media/image196.svg"/><Relationship Id="rId12"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95.png"/><Relationship Id="rId11" Type="http://schemas.openxmlformats.org/officeDocument/2006/relationships/image" Target="../media/image200.svg"/><Relationship Id="rId5" Type="http://schemas.openxmlformats.org/officeDocument/2006/relationships/image" Target="../media/image194.sv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839984D-81E8-4FA7-A2AE-FAE49E2D6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70BFD7AF-DB0E-4093-A947-38E04E17C8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duotone>
              <a:srgbClr val="484A56"/>
              <a:srgbClr val="484A56"/>
            </a:duotone>
            <a:extLst>
              <a:ext uri="{28A0092B-C50C-407E-A947-70E740481C1C}">
                <a14:useLocalDpi xmlns:a14="http://schemas.microsoft.com/office/drawing/2010/main" val="0"/>
              </a:ext>
            </a:extLst>
          </a:blip>
          <a:stretch>
            <a:fillRect/>
          </a:stretch>
        </p:blipFill>
        <p:spPr>
          <a:xfrm>
            <a:off x="2368" y="0"/>
            <a:ext cx="12187263" cy="6858000"/>
          </a:xfrm>
          <a:prstGeom prst="rect">
            <a:avLst/>
          </a:prstGeom>
        </p:spPr>
      </p:pic>
      <p:sp>
        <p:nvSpPr>
          <p:cNvPr id="27" name="Rounded Rectangle 7">
            <a:extLst>
              <a:ext uri="{FF2B5EF4-FFF2-40B4-BE49-F238E27FC236}">
                <a16:creationId xmlns:a16="http://schemas.microsoft.com/office/drawing/2014/main" id="{E946E7A3-5639-43CA-9FA4-AD710A604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11260976"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18">
            <a:extLst>
              <a:ext uri="{FF2B5EF4-FFF2-40B4-BE49-F238E27FC236}">
                <a16:creationId xmlns:a16="http://schemas.microsoft.com/office/drawing/2014/main" id="{CD87BC91-E8B6-4AF8-987B-0876B46094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ounded Rectangle 8">
            <a:extLst>
              <a:ext uri="{FF2B5EF4-FFF2-40B4-BE49-F238E27FC236}">
                <a16:creationId xmlns:a16="http://schemas.microsoft.com/office/drawing/2014/main" id="{8FD62E48-BA23-4410-9A32-B0CCE3229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033CEE-8C0B-4A02-A8C3-2B214E702A58}"/>
              </a:ext>
            </a:extLst>
          </p:cNvPr>
          <p:cNvSpPr>
            <a:spLocks noGrp="1"/>
          </p:cNvSpPr>
          <p:nvPr>
            <p:ph type="ctrTitle"/>
          </p:nvPr>
        </p:nvSpPr>
        <p:spPr>
          <a:xfrm>
            <a:off x="1068235" y="1023867"/>
            <a:ext cx="4560543" cy="3349641"/>
          </a:xfrm>
        </p:spPr>
        <p:txBody>
          <a:bodyPr>
            <a:normAutofit/>
          </a:bodyPr>
          <a:lstStyle/>
          <a:p>
            <a:r>
              <a:rPr lang="tr-TR" dirty="0">
                <a:solidFill>
                  <a:schemeClr val="tx2">
                    <a:lumMod val="75000"/>
                    <a:lumOff val="25000"/>
                  </a:schemeClr>
                </a:solidFill>
              </a:rPr>
              <a:t>Chapter 1:</a:t>
            </a:r>
            <a:br>
              <a:rPr lang="tr-TR" dirty="0">
                <a:solidFill>
                  <a:schemeClr val="tx2">
                    <a:lumMod val="75000"/>
                    <a:lumOff val="25000"/>
                  </a:schemeClr>
                </a:solidFill>
              </a:rPr>
            </a:br>
            <a:r>
              <a:rPr lang="tr-TR" dirty="0">
                <a:solidFill>
                  <a:schemeClr val="tx2">
                    <a:lumMod val="75000"/>
                    <a:lumOff val="25000"/>
                  </a:schemeClr>
                </a:solidFill>
              </a:rPr>
              <a:t>Introduction</a:t>
            </a:r>
            <a:endParaRPr lang="tr-TR">
              <a:solidFill>
                <a:schemeClr val="tx2">
                  <a:lumMod val="75000"/>
                  <a:lumOff val="25000"/>
                </a:schemeClr>
              </a:solidFill>
            </a:endParaRPr>
          </a:p>
        </p:txBody>
      </p:sp>
      <p:sp>
        <p:nvSpPr>
          <p:cNvPr id="3" name="Subtitle 2">
            <a:extLst>
              <a:ext uri="{FF2B5EF4-FFF2-40B4-BE49-F238E27FC236}">
                <a16:creationId xmlns:a16="http://schemas.microsoft.com/office/drawing/2014/main" id="{1E6C8D7C-6313-43D8-910D-51F942EF727D}"/>
              </a:ext>
            </a:extLst>
          </p:cNvPr>
          <p:cNvSpPr>
            <a:spLocks noGrp="1"/>
          </p:cNvSpPr>
          <p:nvPr>
            <p:ph type="subTitle" idx="1"/>
          </p:nvPr>
        </p:nvSpPr>
        <p:spPr>
          <a:xfrm>
            <a:off x="1068236" y="4945377"/>
            <a:ext cx="4560542" cy="1037760"/>
          </a:xfrm>
        </p:spPr>
        <p:txBody>
          <a:bodyPr>
            <a:normAutofit/>
          </a:bodyPr>
          <a:lstStyle/>
          <a:p>
            <a:pPr>
              <a:lnSpc>
                <a:spcPct val="120000"/>
              </a:lnSpc>
            </a:pPr>
            <a:r>
              <a:rPr lang="tr-TR" sz="1300">
                <a:solidFill>
                  <a:schemeClr val="tx2">
                    <a:lumMod val="75000"/>
                    <a:lumOff val="25000"/>
                  </a:schemeClr>
                </a:solidFill>
              </a:rPr>
              <a:t>Course Notes </a:t>
            </a:r>
          </a:p>
          <a:p>
            <a:pPr>
              <a:lnSpc>
                <a:spcPct val="120000"/>
              </a:lnSpc>
            </a:pPr>
            <a:r>
              <a:rPr lang="en-US" sz="1300">
                <a:solidFill>
                  <a:schemeClr val="tx2">
                    <a:lumMod val="75000"/>
                    <a:lumOff val="25000"/>
                  </a:schemeClr>
                </a:solidFill>
              </a:rPr>
              <a:t>CSE0469 Blockchain: Special Topics in SW Engineering</a:t>
            </a:r>
            <a:endParaRPr lang="tr-TR" sz="1300">
              <a:solidFill>
                <a:schemeClr val="tx2">
                  <a:lumMod val="75000"/>
                  <a:lumOff val="25000"/>
                </a:schemeClr>
              </a:solidFill>
            </a:endParaRPr>
          </a:p>
          <a:p>
            <a:pPr>
              <a:lnSpc>
                <a:spcPct val="120000"/>
              </a:lnSpc>
            </a:pPr>
            <a:r>
              <a:rPr lang="tr-TR" sz="1300">
                <a:solidFill>
                  <a:schemeClr val="tx2">
                    <a:lumMod val="75000"/>
                    <a:lumOff val="25000"/>
                  </a:schemeClr>
                </a:solidFill>
              </a:rPr>
              <a:t>Yusuf Altunel</a:t>
            </a:r>
          </a:p>
        </p:txBody>
      </p:sp>
      <p:cxnSp>
        <p:nvCxnSpPr>
          <p:cNvPr id="33" name="Straight Connector 32">
            <a:extLst>
              <a:ext uri="{FF2B5EF4-FFF2-40B4-BE49-F238E27FC236}">
                <a16:creationId xmlns:a16="http://schemas.microsoft.com/office/drawing/2014/main" id="{59023B07-5A41-4E85-987E-E8701462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1100" y="4629095"/>
            <a:ext cx="694944"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5" name="Round Same Side Corner Rectangle 16">
            <a:extLst>
              <a:ext uri="{FF2B5EF4-FFF2-40B4-BE49-F238E27FC236}">
                <a16:creationId xmlns:a16="http://schemas.microsoft.com/office/drawing/2014/main" id="{6C38FAA7-6D4E-43B3-B226-6EFF20B15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67661" y="721713"/>
            <a:ext cx="5494196" cy="5437518"/>
          </a:xfrm>
          <a:prstGeom prst="round2SameRect">
            <a:avLst>
              <a:gd name="adj1" fmla="val 2412"/>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20">
            <a:extLst>
              <a:ext uri="{FF2B5EF4-FFF2-40B4-BE49-F238E27FC236}">
                <a16:creationId xmlns:a16="http://schemas.microsoft.com/office/drawing/2014/main" id="{6EB972FF-7EEA-4EC9-B869-8E2DEDF90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820" y="693372"/>
            <a:ext cx="10856204" cy="5494195"/>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ounded Rectangle 26">
            <a:extLst>
              <a:ext uri="{FF2B5EF4-FFF2-40B4-BE49-F238E27FC236}">
                <a16:creationId xmlns:a16="http://schemas.microsoft.com/office/drawing/2014/main" id="{81047AE6-E076-4340-BE94-C7A705BCD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2464" y="1308487"/>
            <a:ext cx="4152160" cy="4285867"/>
          </a:xfrm>
          <a:prstGeom prst="roundRect">
            <a:avLst>
              <a:gd name="adj" fmla="val 2462"/>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Resim 5">
            <a:extLst>
              <a:ext uri="{FF2B5EF4-FFF2-40B4-BE49-F238E27FC236}">
                <a16:creationId xmlns:a16="http://schemas.microsoft.com/office/drawing/2014/main" id="{D6857960-5D67-49F9-BFB9-0FA2449CDA3E}"/>
              </a:ext>
            </a:extLst>
          </p:cNvPr>
          <p:cNvPicPr>
            <a:picLocks noChangeAspect="1"/>
          </p:cNvPicPr>
          <p:nvPr/>
        </p:nvPicPr>
        <p:blipFill>
          <a:blip r:embed="rId3"/>
          <a:stretch>
            <a:fillRect/>
          </a:stretch>
        </p:blipFill>
        <p:spPr>
          <a:xfrm>
            <a:off x="7470355" y="1653186"/>
            <a:ext cx="2743857" cy="3610339"/>
          </a:xfrm>
          <a:prstGeom prst="rect">
            <a:avLst/>
          </a:prstGeom>
        </p:spPr>
      </p:pic>
      <p:sp>
        <p:nvSpPr>
          <p:cNvPr id="4" name="Slide Number Placeholder 3">
            <a:extLst>
              <a:ext uri="{FF2B5EF4-FFF2-40B4-BE49-F238E27FC236}">
                <a16:creationId xmlns:a16="http://schemas.microsoft.com/office/drawing/2014/main" id="{DD7942AF-139A-4114-823B-EEE730F7F6CB}"/>
              </a:ext>
            </a:extLst>
          </p:cNvPr>
          <p:cNvSpPr>
            <a:spLocks noGrp="1"/>
          </p:cNvSpPr>
          <p:nvPr>
            <p:ph type="sldNum" sz="quarter" idx="12"/>
          </p:nvPr>
        </p:nvSpPr>
        <p:spPr>
          <a:xfrm>
            <a:off x="466432" y="6442524"/>
            <a:ext cx="595457" cy="365125"/>
          </a:xfrm>
        </p:spPr>
        <p:txBody>
          <a:bodyPr>
            <a:normAutofit/>
          </a:bodyPr>
          <a:lstStyle/>
          <a:p>
            <a:pPr>
              <a:spcAft>
                <a:spcPts val="600"/>
              </a:spcAft>
            </a:pPr>
            <a:fld id="{6D22F896-40B5-4ADD-8801-0D06FADFA095}" type="slidenum">
              <a:rPr lang="en-US">
                <a:solidFill>
                  <a:srgbClr val="FEFCF7"/>
                </a:solidFill>
              </a:rPr>
              <a:pPr>
                <a:spcAft>
                  <a:spcPts val="600"/>
                </a:spcAft>
              </a:pPr>
              <a:t>1</a:t>
            </a:fld>
            <a:endParaRPr lang="en-US">
              <a:solidFill>
                <a:srgbClr val="FEFCF7"/>
              </a:solidFill>
            </a:endParaRPr>
          </a:p>
        </p:txBody>
      </p:sp>
      <p:sp>
        <p:nvSpPr>
          <p:cNvPr id="5" name="Rectangle 4">
            <a:extLst>
              <a:ext uri="{FF2B5EF4-FFF2-40B4-BE49-F238E27FC236}">
                <a16:creationId xmlns:a16="http://schemas.microsoft.com/office/drawing/2014/main" id="{B7DD30FF-86E3-4F78-B54E-14A9BBBB12AC}"/>
              </a:ext>
            </a:extLst>
          </p:cNvPr>
          <p:cNvSpPr/>
          <p:nvPr/>
        </p:nvSpPr>
        <p:spPr>
          <a:xfrm>
            <a:off x="2452688" y="5857637"/>
            <a:ext cx="6996339" cy="369332"/>
          </a:xfrm>
          <a:prstGeom prst="rect">
            <a:avLst/>
          </a:prstGeom>
        </p:spPr>
        <p:txBody>
          <a:bodyPr wrap="none">
            <a:spAutoFit/>
          </a:bodyPr>
          <a:lstStyle/>
          <a:p>
            <a:pPr>
              <a:spcAft>
                <a:spcPts val="600"/>
              </a:spcAft>
            </a:pPr>
            <a:r>
              <a:rPr lang="tr-TR" dirty="0"/>
              <a:t>Based on </a:t>
            </a:r>
            <a:r>
              <a:rPr lang="en-US" dirty="0"/>
              <a:t>	Mastering Bitcoin 2e; Andreas M. Antonopoulos; O’Reilly, 2017</a:t>
            </a:r>
            <a:endParaRPr lang="en-US"/>
          </a:p>
        </p:txBody>
      </p:sp>
    </p:spTree>
    <p:extLst>
      <p:ext uri="{BB962C8B-B14F-4D97-AF65-F5344CB8AC3E}">
        <p14:creationId xmlns:p14="http://schemas.microsoft.com/office/powerpoint/2010/main" val="437580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Image result for what is bitcoin">
            <a:extLst>
              <a:ext uri="{FF2B5EF4-FFF2-40B4-BE49-F238E27FC236}">
                <a16:creationId xmlns:a16="http://schemas.microsoft.com/office/drawing/2014/main" id="{C89AD816-73CC-40B1-862E-FDE03A2D0F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9153"/>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1"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591B44-3FCF-4C17-8DC7-C288EB466833}"/>
              </a:ext>
            </a:extLst>
          </p:cNvPr>
          <p:cNvSpPr>
            <a:spLocks noGrp="1"/>
          </p:cNvSpPr>
          <p:nvPr>
            <p:ph type="title"/>
          </p:nvPr>
        </p:nvSpPr>
        <p:spPr>
          <a:xfrm>
            <a:off x="1069849" y="985785"/>
            <a:ext cx="6233004" cy="1560716"/>
          </a:xfrm>
        </p:spPr>
        <p:txBody>
          <a:bodyPr>
            <a:normAutofit/>
          </a:bodyPr>
          <a:lstStyle/>
          <a:p>
            <a:r>
              <a:rPr lang="tr-TR" dirty="0"/>
              <a:t>Content</a:t>
            </a:r>
          </a:p>
        </p:txBody>
      </p:sp>
      <p:cxnSp>
        <p:nvCxnSpPr>
          <p:cNvPr id="73" name="Straight Connector 7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C895DF4A-F091-4595-B48B-934136A0A96C}"/>
              </a:ext>
            </a:extLst>
          </p:cNvPr>
          <p:cNvGraphicFramePr>
            <a:graphicFrameLocks noGrp="1"/>
          </p:cNvGraphicFramePr>
          <p:nvPr>
            <p:ph idx="1"/>
            <p:extLst>
              <p:ext uri="{D42A27DB-BD31-4B8C-83A1-F6EECF244321}">
                <p14:modId xmlns:p14="http://schemas.microsoft.com/office/powerpoint/2010/main" val="2543656302"/>
              </p:ext>
            </p:extLst>
          </p:nvPr>
        </p:nvGraphicFramePr>
        <p:xfrm>
          <a:off x="1069849" y="2593449"/>
          <a:ext cx="6233003" cy="3458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4D80966-658F-417E-B6F9-C52D3C5D3508}"/>
              </a:ext>
            </a:extLst>
          </p:cNvPr>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4176268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Related image">
            <a:extLst>
              <a:ext uri="{FF2B5EF4-FFF2-40B4-BE49-F238E27FC236}">
                <a16:creationId xmlns:a16="http://schemas.microsoft.com/office/drawing/2014/main" id="{4961BEFE-AF3C-47D8-8698-EC9CF9CD5D5B}"/>
              </a:ext>
            </a:extLst>
          </p:cNvPr>
          <p:cNvPicPr>
            <a:picLocks noChangeAspect="1" noChangeArrowheads="1"/>
          </p:cNvPicPr>
          <p:nvPr/>
        </p:nvPicPr>
        <p:blipFill rotWithShape="1">
          <a:blip r:embed="rId3">
            <a:alphaModFix amt="25000"/>
            <a:extLst>
              <a:ext uri="{28A0092B-C50C-407E-A947-70E740481C1C}">
                <a14:useLocalDpi xmlns:a14="http://schemas.microsoft.com/office/drawing/2010/main" val="0"/>
              </a:ext>
            </a:extLst>
          </a:blip>
          <a:srcRect t="6657" b="9107"/>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a:solidFill>
                  <a:schemeClr val="tx1"/>
                </a:solidFill>
              </a:rPr>
              <a:t>What is Bitcoin</a:t>
            </a:r>
          </a:p>
        </p:txBody>
      </p:sp>
      <p:sp>
        <p:nvSpPr>
          <p:cNvPr id="3" name="Slide Number Placeholder 2">
            <a:extLst>
              <a:ext uri="{FF2B5EF4-FFF2-40B4-BE49-F238E27FC236}">
                <a16:creationId xmlns:a16="http://schemas.microsoft.com/office/drawing/2014/main" id="{DCC2B60D-B0A8-4B5E-A375-673BA9DF574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3</a:t>
            </a:fld>
            <a:endParaRPr lang="en-US" sz="3700">
              <a:solidFill>
                <a:schemeClr val="tx2"/>
              </a:solidFill>
            </a:endParaRPr>
          </a:p>
        </p:txBody>
      </p:sp>
      <p:cxnSp>
        <p:nvCxnSpPr>
          <p:cNvPr id="137"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000650988"/>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5026464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mage result for open source">
            <a:extLst>
              <a:ext uri="{FF2B5EF4-FFF2-40B4-BE49-F238E27FC236}">
                <a16:creationId xmlns:a16="http://schemas.microsoft.com/office/drawing/2014/main" id="{334C3939-A6A7-4AF0-BF14-DD478541816A}"/>
              </a:ext>
            </a:extLst>
          </p:cNvPr>
          <p:cNvPicPr>
            <a:picLocks noChangeAspect="1" noChangeArrowheads="1"/>
          </p:cNvPicPr>
          <p:nvPr/>
        </p:nvPicPr>
        <p:blipFill rotWithShape="1">
          <a:blip r:embed="rId3">
            <a:alphaModFix amt="25000"/>
            <a:extLst>
              <a:ext uri="{28A0092B-C50C-407E-A947-70E740481C1C}">
                <a14:useLocalDpi xmlns:a14="http://schemas.microsoft.com/office/drawing/2010/main" val="0"/>
              </a:ext>
            </a:extLst>
          </a:blip>
          <a:srcRect r="6352"/>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a:solidFill>
                  <a:schemeClr val="tx1"/>
                </a:solidFill>
              </a:rPr>
              <a:t>What is Bitcoin</a:t>
            </a:r>
          </a:p>
        </p:txBody>
      </p:sp>
      <p:sp>
        <p:nvSpPr>
          <p:cNvPr id="3" name="Slide Number Placeholder 2">
            <a:extLst>
              <a:ext uri="{FF2B5EF4-FFF2-40B4-BE49-F238E27FC236}">
                <a16:creationId xmlns:a16="http://schemas.microsoft.com/office/drawing/2014/main" id="{C8E60A43-4EB3-4646-AB77-8E5FB8098CB5}"/>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4</a:t>
            </a:fld>
            <a:endParaRPr lang="en-US" sz="3700">
              <a:solidFill>
                <a:schemeClr val="tx2"/>
              </a:solidFill>
            </a:endParaRPr>
          </a:p>
        </p:txBody>
      </p:sp>
      <p:cxnSp>
        <p:nvCxnSpPr>
          <p:cNvPr id="137"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765665964"/>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5503418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3D877858-43DB-478C-BC84-9DACF1A1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7852528" y="568345"/>
            <a:ext cx="3851743" cy="1560716"/>
          </a:xfrm>
        </p:spPr>
        <p:txBody>
          <a:bodyPr>
            <a:normAutofit/>
          </a:bodyPr>
          <a:lstStyle/>
          <a:p>
            <a:r>
              <a:rPr lang="tr-TR" dirty="0"/>
              <a:t>What is Bitcoin</a:t>
            </a:r>
          </a:p>
        </p:txBody>
      </p:sp>
      <p:pic>
        <p:nvPicPr>
          <p:cNvPr id="5" name="Picture 4">
            <a:extLst>
              <a:ext uri="{FF2B5EF4-FFF2-40B4-BE49-F238E27FC236}">
                <a16:creationId xmlns:a16="http://schemas.microsoft.com/office/drawing/2014/main" id="{BB149D28-5E45-49AD-92BA-51D7F7B302BB}"/>
              </a:ext>
            </a:extLst>
          </p:cNvPr>
          <p:cNvPicPr>
            <a:picLocks noChangeAspect="1"/>
          </p:cNvPicPr>
          <p:nvPr/>
        </p:nvPicPr>
        <p:blipFill>
          <a:blip r:embed="rId3"/>
          <a:stretch>
            <a:fillRect/>
          </a:stretch>
        </p:blipFill>
        <p:spPr>
          <a:xfrm>
            <a:off x="417257" y="575913"/>
            <a:ext cx="4893100" cy="5340702"/>
          </a:xfrm>
          <a:prstGeom prst="rect">
            <a:avLst/>
          </a:prstGeom>
        </p:spPr>
      </p:pic>
      <p:cxnSp>
        <p:nvCxnSpPr>
          <p:cNvPr id="82" name="Straight Connector 81">
            <a:extLst>
              <a:ext uri="{FF2B5EF4-FFF2-40B4-BE49-F238E27FC236}">
                <a16:creationId xmlns:a16="http://schemas.microsoft.com/office/drawing/2014/main" id="{D4170ABC-ADB2-4391-89AD-49DF2FC599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2528" y="2176009"/>
            <a:ext cx="385174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8E60A43-4EB3-4646-AB77-8E5FB8098CB5}"/>
              </a:ext>
            </a:extLst>
          </p:cNvPr>
          <p:cNvSpPr>
            <a:spLocks noGrp="1"/>
          </p:cNvSpPr>
          <p:nvPr>
            <p:ph type="sldNum" sz="quarter" idx="12"/>
          </p:nvPr>
        </p:nvSpPr>
        <p:spPr>
          <a:xfrm>
            <a:off x="512999" y="6177042"/>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5</a:t>
            </a:fld>
            <a:endParaRPr lang="en-US" sz="3700"/>
          </a:p>
        </p:txBody>
      </p: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443082438"/>
              </p:ext>
            </p:extLst>
          </p:nvPr>
        </p:nvGraphicFramePr>
        <p:xfrm>
          <a:off x="5406189" y="2117559"/>
          <a:ext cx="6298083" cy="37538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64163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Image result for transfer bitcoin">
            <a:extLst>
              <a:ext uri="{FF2B5EF4-FFF2-40B4-BE49-F238E27FC236}">
                <a16:creationId xmlns:a16="http://schemas.microsoft.com/office/drawing/2014/main" id="{ED1614A7-551F-4B14-9D39-8CA3105179A7}"/>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t="2853" r="1" b="2825"/>
          <a:stretch/>
        </p:blipFill>
        <p:spPr bwMode="auto">
          <a:xfrm>
            <a:off x="1" y="2754"/>
            <a:ext cx="1219200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629B50-3D6C-4E32-9733-1A6730C166B1}"/>
              </a:ext>
            </a:extLst>
          </p:cNvPr>
          <p:cNvSpPr>
            <a:spLocks noGrp="1"/>
          </p:cNvSpPr>
          <p:nvPr>
            <p:ph type="title"/>
          </p:nvPr>
        </p:nvSpPr>
        <p:spPr>
          <a:xfrm>
            <a:off x="2933700" y="568345"/>
            <a:ext cx="8770571" cy="1560716"/>
          </a:xfrm>
        </p:spPr>
        <p:txBody>
          <a:bodyPr>
            <a:normAutofit/>
          </a:bodyPr>
          <a:lstStyle/>
          <a:p>
            <a:r>
              <a:rPr lang="tr-TR">
                <a:solidFill>
                  <a:schemeClr val="tx1"/>
                </a:solidFill>
              </a:rPr>
              <a:t>What can be done with Bitcoin?</a:t>
            </a:r>
          </a:p>
        </p:txBody>
      </p:sp>
      <p:sp>
        <p:nvSpPr>
          <p:cNvPr id="3" name="Slide Number Placeholder 2">
            <a:extLst>
              <a:ext uri="{FF2B5EF4-FFF2-40B4-BE49-F238E27FC236}">
                <a16:creationId xmlns:a16="http://schemas.microsoft.com/office/drawing/2014/main" id="{C172468B-28CC-4C3E-99BE-4844B309FE7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6</a:t>
            </a:fld>
            <a:endParaRPr lang="en-US" sz="3700">
              <a:solidFill>
                <a:schemeClr val="tx2"/>
              </a:solidFill>
            </a:endParaRPr>
          </a:p>
        </p:txBody>
      </p:sp>
      <p:cxnSp>
        <p:nvCxnSpPr>
          <p:cNvPr id="4101"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DC8CA161-4AD4-4D2E-9BAC-B1F67D3C7B3F}"/>
              </a:ext>
            </a:extLst>
          </p:cNvPr>
          <p:cNvGraphicFramePr>
            <a:graphicFrameLocks noGrp="1"/>
          </p:cNvGraphicFramePr>
          <p:nvPr>
            <p:ph idx="1"/>
            <p:extLst>
              <p:ext uri="{D42A27DB-BD31-4B8C-83A1-F6EECF244321}">
                <p14:modId xmlns:p14="http://schemas.microsoft.com/office/powerpoint/2010/main" val="396052198"/>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877958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7</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74701054"/>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9254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8</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399681585"/>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138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9</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3879462938"/>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993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10</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517598311"/>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619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11</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636931601"/>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489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12</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309261036"/>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679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13</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746922985"/>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0415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14</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3099158789"/>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6193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15</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1119414983"/>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7448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16</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402451302"/>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488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17</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3632847417"/>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7158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Image result for bitcoin circulation">
            <a:extLst>
              <a:ext uri="{FF2B5EF4-FFF2-40B4-BE49-F238E27FC236}">
                <a16:creationId xmlns:a16="http://schemas.microsoft.com/office/drawing/2014/main" id="{EB2CD5AA-E971-4CE9-B860-BC8B22ABAD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13" r="9091" b="114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Circulation of Bitcoin</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6117377D-07AB-44BE-AF80-B7C4E21616AC}"/>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18</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3530075747"/>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9807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Image result for bitcoin circulation">
            <a:extLst>
              <a:ext uri="{FF2B5EF4-FFF2-40B4-BE49-F238E27FC236}">
                <a16:creationId xmlns:a16="http://schemas.microsoft.com/office/drawing/2014/main" id="{EB2CD5AA-E971-4CE9-B860-BC8B22ABAD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13" r="9091" b="114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Circulation of Bitcoin</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6117377D-07AB-44BE-AF80-B7C4E21616AC}"/>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19</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2431653382"/>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3344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21623799-6B7F-41B1-B7B4-F78C2828C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75"/>
            <a:ext cx="12198350" cy="6875463"/>
            <a:chOff x="0" y="3175"/>
            <a:chExt cx="12198350" cy="6875463"/>
          </a:xfrm>
        </p:grpSpPr>
        <p:sp>
          <p:nvSpPr>
            <p:cNvPr id="72" name="Freeform 5">
              <a:extLst>
                <a:ext uri="{FF2B5EF4-FFF2-40B4-BE49-F238E27FC236}">
                  <a16:creationId xmlns:a16="http://schemas.microsoft.com/office/drawing/2014/main" id="{967C15C7-3131-4066-AB4E-4836017219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73" name="Freeform 9">
              <a:extLst>
                <a:ext uri="{FF2B5EF4-FFF2-40B4-BE49-F238E27FC236}">
                  <a16:creationId xmlns:a16="http://schemas.microsoft.com/office/drawing/2014/main" id="{664FD385-BAB9-4368-8D28-0D361A9F58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74" name="Freeform 13">
              <a:extLst>
                <a:ext uri="{FF2B5EF4-FFF2-40B4-BE49-F238E27FC236}">
                  <a16:creationId xmlns:a16="http://schemas.microsoft.com/office/drawing/2014/main" id="{E6A741B7-D871-4BE0-AE84-6ABD96DF60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76" name="Freeform 57">
            <a:extLst>
              <a:ext uri="{FF2B5EF4-FFF2-40B4-BE49-F238E27FC236}">
                <a16:creationId xmlns:a16="http://schemas.microsoft.com/office/drawing/2014/main" id="{9A396EE4-73AE-42F5-B20D-3AC542A59E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78" name="Group 77">
            <a:extLst>
              <a:ext uri="{FF2B5EF4-FFF2-40B4-BE49-F238E27FC236}">
                <a16:creationId xmlns:a16="http://schemas.microsoft.com/office/drawing/2014/main" id="{CDA05887-E135-471E-BF04-F3572A3050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20300" y="467784"/>
            <a:ext cx="4875213" cy="5922963"/>
            <a:chOff x="7320300" y="467784"/>
            <a:chExt cx="4875213" cy="5922963"/>
          </a:xfrm>
        </p:grpSpPr>
        <p:sp>
          <p:nvSpPr>
            <p:cNvPr id="79" name="Freeform 206">
              <a:extLst>
                <a:ext uri="{FF2B5EF4-FFF2-40B4-BE49-F238E27FC236}">
                  <a16:creationId xmlns:a16="http://schemas.microsoft.com/office/drawing/2014/main" id="{2526E7F7-EE92-4AED-8B13-22818008EB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80" name="Freeform 211">
              <a:extLst>
                <a:ext uri="{FF2B5EF4-FFF2-40B4-BE49-F238E27FC236}">
                  <a16:creationId xmlns:a16="http://schemas.microsoft.com/office/drawing/2014/main" id="{EDF5FBA7-23EA-4304-96CB-E695B5B12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81" name="Straight Connector 80">
              <a:extLst>
                <a:ext uri="{FF2B5EF4-FFF2-40B4-BE49-F238E27FC236}">
                  <a16:creationId xmlns:a16="http://schemas.microsoft.com/office/drawing/2014/main" id="{71D9F16C-94B8-4AD0-8D90-B71DD3F558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83" name="Rectangle 82">
            <a:extLst>
              <a:ext uri="{FF2B5EF4-FFF2-40B4-BE49-F238E27FC236}">
                <a16:creationId xmlns:a16="http://schemas.microsoft.com/office/drawing/2014/main" id="{F654571F-D8C6-4FBC-8661-887F5AE1E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Picture 84">
            <a:extLst>
              <a:ext uri="{FF2B5EF4-FFF2-40B4-BE49-F238E27FC236}">
                <a16:creationId xmlns:a16="http://schemas.microsoft.com/office/drawing/2014/main" id="{761A8729-C9BC-4D7B-B0E3-3F8BB73E03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710" y="6615"/>
            <a:ext cx="12187263" cy="6858000"/>
          </a:xfrm>
          <a:prstGeom prst="rect">
            <a:avLst/>
          </a:prstGeom>
        </p:spPr>
      </p:pic>
      <p:sp>
        <p:nvSpPr>
          <p:cNvPr id="87" name="Rectangle 86">
            <a:extLst>
              <a:ext uri="{FF2B5EF4-FFF2-40B4-BE49-F238E27FC236}">
                <a16:creationId xmlns:a16="http://schemas.microsoft.com/office/drawing/2014/main" id="{C470100B-B6D4-4558-A832-946D354B8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ounded Rectangle 7">
            <a:extLst>
              <a:ext uri="{FF2B5EF4-FFF2-40B4-BE49-F238E27FC236}">
                <a16:creationId xmlns:a16="http://schemas.microsoft.com/office/drawing/2014/main" id="{5BAC5087-B362-46E8-8DF2-F5E7956DDD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67784" y="467784"/>
            <a:ext cx="11260976" cy="5922963"/>
          </a:xfrm>
          <a:prstGeom prst="roundRect">
            <a:avLst>
              <a:gd name="adj" fmla="val 522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18">
            <a:extLst>
              <a:ext uri="{FF2B5EF4-FFF2-40B4-BE49-F238E27FC236}">
                <a16:creationId xmlns:a16="http://schemas.microsoft.com/office/drawing/2014/main" id="{A37732D7-C03E-4955-B9D4-35B3BD360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Rounded Rectangle 8">
            <a:extLst>
              <a:ext uri="{FF2B5EF4-FFF2-40B4-BE49-F238E27FC236}">
                <a16:creationId xmlns:a16="http://schemas.microsoft.com/office/drawing/2014/main" id="{966DF526-D5B1-4408-892B-11BD9F4B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68301-0DEA-44BE-BA79-62FCD6DC7FC8}"/>
              </a:ext>
            </a:extLst>
          </p:cNvPr>
          <p:cNvSpPr>
            <a:spLocks noGrp="1"/>
          </p:cNvSpPr>
          <p:nvPr>
            <p:ph type="title"/>
          </p:nvPr>
        </p:nvSpPr>
        <p:spPr>
          <a:xfrm>
            <a:off x="1068236" y="1023867"/>
            <a:ext cx="3793678" cy="3349641"/>
          </a:xfrm>
        </p:spPr>
        <p:txBody>
          <a:bodyPr vert="horz" lIns="91440" tIns="45720" rIns="91440" bIns="45720" rtlCol="0" anchor="t">
            <a:normAutofit/>
          </a:bodyPr>
          <a:lstStyle/>
          <a:p>
            <a:pPr>
              <a:lnSpc>
                <a:spcPct val="105000"/>
              </a:lnSpc>
            </a:pPr>
            <a:r>
              <a:rPr lang="en-US" sz="3900">
                <a:solidFill>
                  <a:schemeClr val="bg2"/>
                </a:solidFill>
              </a:rPr>
              <a:t>Bitcoin is Deflationary</a:t>
            </a:r>
          </a:p>
        </p:txBody>
      </p:sp>
      <p:cxnSp>
        <p:nvCxnSpPr>
          <p:cNvPr id="95" name="Straight Connector 94">
            <a:extLst>
              <a:ext uri="{FF2B5EF4-FFF2-40B4-BE49-F238E27FC236}">
                <a16:creationId xmlns:a16="http://schemas.microsoft.com/office/drawing/2014/main" id="{1AE03E22-BD2D-4737-87EE-13EE48DE54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1100"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B912BD6-42DD-4005-88ED-4A491E4D7AE3}"/>
              </a:ext>
            </a:extLst>
          </p:cNvPr>
          <p:cNvSpPr>
            <a:spLocks noGrp="1"/>
          </p:cNvSpPr>
          <p:nvPr>
            <p:ph type="sldNum" sz="quarter" idx="12"/>
          </p:nvPr>
        </p:nvSpPr>
        <p:spPr>
          <a:xfrm>
            <a:off x="466432" y="6442524"/>
            <a:ext cx="594360" cy="365125"/>
          </a:xfrm>
        </p:spPr>
        <p:txBody>
          <a:bodyPr vert="horz" lIns="91440" tIns="45720" rIns="91440" bIns="45720" rtlCol="0" anchor="ctr">
            <a:normAutofit/>
          </a:bodyPr>
          <a:lstStyle/>
          <a:p>
            <a:pPr algn="l">
              <a:spcAft>
                <a:spcPts val="600"/>
              </a:spcAft>
            </a:pPr>
            <a:fld id="{6D22F896-40B5-4ADD-8801-0D06FADFA095}" type="slidenum">
              <a:rPr lang="en-US" sz="1200"/>
              <a:pPr algn="l">
                <a:spcAft>
                  <a:spcPts val="600"/>
                </a:spcAft>
              </a:pPr>
              <a:t>20</a:t>
            </a:fld>
            <a:endParaRPr lang="en-US" sz="1200"/>
          </a:p>
        </p:txBody>
      </p:sp>
      <p:pic>
        <p:nvPicPr>
          <p:cNvPr id="1028" name="Picture 4" descr="deflationary bitcoin ile ilgili görsel sonucu">
            <a:extLst>
              <a:ext uri="{FF2B5EF4-FFF2-40B4-BE49-F238E27FC236}">
                <a16:creationId xmlns:a16="http://schemas.microsoft.com/office/drawing/2014/main" id="{542D18B8-B31B-4F0A-B378-C44E729682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3490" y="501612"/>
            <a:ext cx="6539818" cy="5710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313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AB118-DBE9-49F0-96E2-68E0DAD86D56}"/>
              </a:ext>
            </a:extLst>
          </p:cNvPr>
          <p:cNvSpPr>
            <a:spLocks noGrp="1"/>
          </p:cNvSpPr>
          <p:nvPr>
            <p:ph type="title"/>
          </p:nvPr>
        </p:nvSpPr>
        <p:spPr>
          <a:xfrm>
            <a:off x="2503394" y="105746"/>
            <a:ext cx="8770571" cy="662433"/>
          </a:xfrm>
        </p:spPr>
        <p:txBody>
          <a:bodyPr>
            <a:normAutofit fontScale="90000"/>
          </a:bodyPr>
          <a:lstStyle/>
          <a:p>
            <a:pPr algn="ctr"/>
            <a:r>
              <a:rPr lang="tr-TR" dirty="0" err="1"/>
              <a:t>Predictions</a:t>
            </a:r>
            <a:r>
              <a:rPr lang="tr-TR" dirty="0"/>
              <a:t> </a:t>
            </a:r>
            <a:r>
              <a:rPr lang="tr-TR" dirty="0" err="1"/>
              <a:t>for</a:t>
            </a:r>
            <a:r>
              <a:rPr lang="tr-TR" dirty="0"/>
              <a:t> Bitcoin </a:t>
            </a:r>
            <a:r>
              <a:rPr lang="tr-TR" dirty="0" err="1"/>
              <a:t>Prices</a:t>
            </a:r>
            <a:endParaRPr lang="en-US" dirty="0"/>
          </a:p>
        </p:txBody>
      </p:sp>
      <p:sp>
        <p:nvSpPr>
          <p:cNvPr id="3" name="Slide Number Placeholder 2">
            <a:extLst>
              <a:ext uri="{FF2B5EF4-FFF2-40B4-BE49-F238E27FC236}">
                <a16:creationId xmlns:a16="http://schemas.microsoft.com/office/drawing/2014/main" id="{1E0B4AF4-B98F-4384-A354-B27059FCE538}"/>
              </a:ext>
            </a:extLst>
          </p:cNvPr>
          <p:cNvSpPr>
            <a:spLocks noGrp="1"/>
          </p:cNvSpPr>
          <p:nvPr>
            <p:ph type="sldNum" sz="quarter" idx="12"/>
          </p:nvPr>
        </p:nvSpPr>
        <p:spPr>
          <a:xfrm>
            <a:off x="125723" y="134829"/>
            <a:ext cx="1884348" cy="604269"/>
          </a:xfrm>
        </p:spPr>
        <p:txBody>
          <a:bodyPr/>
          <a:lstStyle/>
          <a:p>
            <a:fld id="{6D22F896-40B5-4ADD-8801-0D06FADFA095}" type="slidenum">
              <a:rPr lang="en-US" smtClean="0"/>
              <a:t>21</a:t>
            </a:fld>
            <a:endParaRPr lang="en-US" dirty="0"/>
          </a:p>
        </p:txBody>
      </p:sp>
      <p:pic>
        <p:nvPicPr>
          <p:cNvPr id="6" name="Picture 5">
            <a:extLst>
              <a:ext uri="{FF2B5EF4-FFF2-40B4-BE49-F238E27FC236}">
                <a16:creationId xmlns:a16="http://schemas.microsoft.com/office/drawing/2014/main" id="{6D77A6C3-9373-404A-9789-797AABE97DF0}"/>
              </a:ext>
            </a:extLst>
          </p:cNvPr>
          <p:cNvPicPr>
            <a:picLocks noChangeAspect="1"/>
          </p:cNvPicPr>
          <p:nvPr/>
        </p:nvPicPr>
        <p:blipFill>
          <a:blip r:embed="rId3"/>
          <a:stretch>
            <a:fillRect/>
          </a:stretch>
        </p:blipFill>
        <p:spPr>
          <a:xfrm>
            <a:off x="313590" y="1398404"/>
            <a:ext cx="11564819" cy="5056183"/>
          </a:xfrm>
          <a:prstGeom prst="rect">
            <a:avLst/>
          </a:prstGeom>
        </p:spPr>
      </p:pic>
    </p:spTree>
    <p:extLst>
      <p:ext uri="{BB962C8B-B14F-4D97-AF65-F5344CB8AC3E}">
        <p14:creationId xmlns:p14="http://schemas.microsoft.com/office/powerpoint/2010/main" val="1437801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AB118-DBE9-49F0-96E2-68E0DAD86D56}"/>
              </a:ext>
            </a:extLst>
          </p:cNvPr>
          <p:cNvSpPr>
            <a:spLocks noGrp="1"/>
          </p:cNvSpPr>
          <p:nvPr>
            <p:ph type="title"/>
          </p:nvPr>
        </p:nvSpPr>
        <p:spPr>
          <a:xfrm>
            <a:off x="2503394" y="105746"/>
            <a:ext cx="8770571" cy="662433"/>
          </a:xfrm>
        </p:spPr>
        <p:txBody>
          <a:bodyPr>
            <a:normAutofit fontScale="90000"/>
          </a:bodyPr>
          <a:lstStyle/>
          <a:p>
            <a:pPr algn="ctr"/>
            <a:r>
              <a:rPr lang="tr-TR" dirty="0" err="1"/>
              <a:t>Predictions</a:t>
            </a:r>
            <a:r>
              <a:rPr lang="tr-TR" dirty="0"/>
              <a:t> </a:t>
            </a:r>
            <a:r>
              <a:rPr lang="tr-TR" dirty="0" err="1"/>
              <a:t>for</a:t>
            </a:r>
            <a:r>
              <a:rPr lang="tr-TR" dirty="0"/>
              <a:t> Bitcoin </a:t>
            </a:r>
            <a:r>
              <a:rPr lang="tr-TR" dirty="0" err="1"/>
              <a:t>Prices</a:t>
            </a:r>
            <a:endParaRPr lang="en-US" dirty="0"/>
          </a:p>
        </p:txBody>
      </p:sp>
      <p:sp>
        <p:nvSpPr>
          <p:cNvPr id="3" name="Slide Number Placeholder 2">
            <a:extLst>
              <a:ext uri="{FF2B5EF4-FFF2-40B4-BE49-F238E27FC236}">
                <a16:creationId xmlns:a16="http://schemas.microsoft.com/office/drawing/2014/main" id="{1E0B4AF4-B98F-4384-A354-B27059FCE538}"/>
              </a:ext>
            </a:extLst>
          </p:cNvPr>
          <p:cNvSpPr>
            <a:spLocks noGrp="1"/>
          </p:cNvSpPr>
          <p:nvPr>
            <p:ph type="sldNum" sz="quarter" idx="12"/>
          </p:nvPr>
        </p:nvSpPr>
        <p:spPr>
          <a:xfrm>
            <a:off x="125723" y="134829"/>
            <a:ext cx="1884348" cy="604269"/>
          </a:xfrm>
        </p:spPr>
        <p:txBody>
          <a:bodyPr/>
          <a:lstStyle/>
          <a:p>
            <a:fld id="{6D22F896-40B5-4ADD-8801-0D06FADFA095}" type="slidenum">
              <a:rPr lang="en-US" smtClean="0"/>
              <a:t>22</a:t>
            </a:fld>
            <a:endParaRPr lang="en-US" dirty="0"/>
          </a:p>
        </p:txBody>
      </p:sp>
      <p:pic>
        <p:nvPicPr>
          <p:cNvPr id="5" name="Picture 4">
            <a:extLst>
              <a:ext uri="{FF2B5EF4-FFF2-40B4-BE49-F238E27FC236}">
                <a16:creationId xmlns:a16="http://schemas.microsoft.com/office/drawing/2014/main" id="{6FCFD4AE-5BBF-423A-897E-2C56AAD116B6}"/>
              </a:ext>
            </a:extLst>
          </p:cNvPr>
          <p:cNvPicPr>
            <a:picLocks noChangeAspect="1"/>
          </p:cNvPicPr>
          <p:nvPr/>
        </p:nvPicPr>
        <p:blipFill>
          <a:blip r:embed="rId3"/>
          <a:stretch>
            <a:fillRect/>
          </a:stretch>
        </p:blipFill>
        <p:spPr>
          <a:xfrm>
            <a:off x="2984389" y="1097280"/>
            <a:ext cx="6801332" cy="5416475"/>
          </a:xfrm>
          <a:prstGeom prst="rect">
            <a:avLst/>
          </a:prstGeom>
        </p:spPr>
      </p:pic>
    </p:spTree>
    <p:extLst>
      <p:ext uri="{BB962C8B-B14F-4D97-AF65-F5344CB8AC3E}">
        <p14:creationId xmlns:p14="http://schemas.microsoft.com/office/powerpoint/2010/main" val="1452448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AB118-DBE9-49F0-96E2-68E0DAD86D56}"/>
              </a:ext>
            </a:extLst>
          </p:cNvPr>
          <p:cNvSpPr>
            <a:spLocks noGrp="1"/>
          </p:cNvSpPr>
          <p:nvPr>
            <p:ph type="title"/>
          </p:nvPr>
        </p:nvSpPr>
        <p:spPr>
          <a:xfrm>
            <a:off x="2503394" y="105746"/>
            <a:ext cx="8770571" cy="662433"/>
          </a:xfrm>
        </p:spPr>
        <p:txBody>
          <a:bodyPr>
            <a:normAutofit fontScale="90000"/>
          </a:bodyPr>
          <a:lstStyle/>
          <a:p>
            <a:pPr algn="ctr"/>
            <a:r>
              <a:rPr lang="tr-TR" dirty="0" err="1"/>
              <a:t>Predictions</a:t>
            </a:r>
            <a:r>
              <a:rPr lang="tr-TR" dirty="0"/>
              <a:t> </a:t>
            </a:r>
            <a:r>
              <a:rPr lang="tr-TR" dirty="0" err="1"/>
              <a:t>for</a:t>
            </a:r>
            <a:r>
              <a:rPr lang="tr-TR" dirty="0"/>
              <a:t> Bitcoin </a:t>
            </a:r>
            <a:r>
              <a:rPr lang="tr-TR" dirty="0" err="1"/>
              <a:t>Prices</a:t>
            </a:r>
            <a:endParaRPr lang="en-US" dirty="0"/>
          </a:p>
        </p:txBody>
      </p:sp>
      <p:sp>
        <p:nvSpPr>
          <p:cNvPr id="3" name="Slide Number Placeholder 2">
            <a:extLst>
              <a:ext uri="{FF2B5EF4-FFF2-40B4-BE49-F238E27FC236}">
                <a16:creationId xmlns:a16="http://schemas.microsoft.com/office/drawing/2014/main" id="{1E0B4AF4-B98F-4384-A354-B27059FCE538}"/>
              </a:ext>
            </a:extLst>
          </p:cNvPr>
          <p:cNvSpPr>
            <a:spLocks noGrp="1"/>
          </p:cNvSpPr>
          <p:nvPr>
            <p:ph type="sldNum" sz="quarter" idx="12"/>
          </p:nvPr>
        </p:nvSpPr>
        <p:spPr>
          <a:xfrm>
            <a:off x="125723" y="134829"/>
            <a:ext cx="1884348" cy="604269"/>
          </a:xfrm>
        </p:spPr>
        <p:txBody>
          <a:bodyPr/>
          <a:lstStyle/>
          <a:p>
            <a:fld id="{6D22F896-40B5-4ADD-8801-0D06FADFA095}" type="slidenum">
              <a:rPr lang="en-US" smtClean="0"/>
              <a:t>23</a:t>
            </a:fld>
            <a:endParaRPr lang="en-US" dirty="0"/>
          </a:p>
        </p:txBody>
      </p:sp>
      <p:pic>
        <p:nvPicPr>
          <p:cNvPr id="4" name="Picture 3">
            <a:extLst>
              <a:ext uri="{FF2B5EF4-FFF2-40B4-BE49-F238E27FC236}">
                <a16:creationId xmlns:a16="http://schemas.microsoft.com/office/drawing/2014/main" id="{290140A4-9407-4E07-9ED0-1942C20EE7F1}"/>
              </a:ext>
            </a:extLst>
          </p:cNvPr>
          <p:cNvPicPr>
            <a:picLocks noChangeAspect="1"/>
          </p:cNvPicPr>
          <p:nvPr/>
        </p:nvPicPr>
        <p:blipFill>
          <a:blip r:embed="rId3"/>
          <a:stretch>
            <a:fillRect/>
          </a:stretch>
        </p:blipFill>
        <p:spPr>
          <a:xfrm>
            <a:off x="1753026" y="768179"/>
            <a:ext cx="8685948" cy="5492393"/>
          </a:xfrm>
          <a:prstGeom prst="rect">
            <a:avLst/>
          </a:prstGeom>
        </p:spPr>
      </p:pic>
    </p:spTree>
    <p:extLst>
      <p:ext uri="{BB962C8B-B14F-4D97-AF65-F5344CB8AC3E}">
        <p14:creationId xmlns:p14="http://schemas.microsoft.com/office/powerpoint/2010/main" val="3812165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Related image">
            <a:extLst>
              <a:ext uri="{FF2B5EF4-FFF2-40B4-BE49-F238E27FC236}">
                <a16:creationId xmlns:a16="http://schemas.microsoft.com/office/drawing/2014/main" id="{48103FDB-E5B2-44E7-96A0-49E9E33EA59A}"/>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1786"/>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936BD6-1F28-4E9A-8E20-45E31C7E012E}"/>
              </a:ext>
            </a:extLst>
          </p:cNvPr>
          <p:cNvSpPr>
            <a:spLocks noGrp="1"/>
          </p:cNvSpPr>
          <p:nvPr>
            <p:ph type="title"/>
          </p:nvPr>
        </p:nvSpPr>
        <p:spPr>
          <a:xfrm>
            <a:off x="2933700" y="568345"/>
            <a:ext cx="8770571" cy="1560716"/>
          </a:xfrm>
        </p:spPr>
        <p:txBody>
          <a:bodyPr>
            <a:normAutofit/>
          </a:bodyPr>
          <a:lstStyle/>
          <a:p>
            <a:r>
              <a:rPr lang="tr-TR">
                <a:solidFill>
                  <a:schemeClr val="tx1"/>
                </a:solidFill>
              </a:rPr>
              <a:t>Bitcoin Protocol</a:t>
            </a:r>
          </a:p>
        </p:txBody>
      </p:sp>
      <p:sp>
        <p:nvSpPr>
          <p:cNvPr id="3" name="Slide Number Placeholder 2">
            <a:extLst>
              <a:ext uri="{FF2B5EF4-FFF2-40B4-BE49-F238E27FC236}">
                <a16:creationId xmlns:a16="http://schemas.microsoft.com/office/drawing/2014/main" id="{89B54C9B-B3EA-4952-8682-A1B429F2CA46}"/>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24</a:t>
            </a:fld>
            <a:endParaRPr lang="en-US" sz="3700">
              <a:solidFill>
                <a:schemeClr val="tx2"/>
              </a:solidFill>
            </a:endParaRPr>
          </a:p>
        </p:txBody>
      </p:sp>
      <p:cxnSp>
        <p:nvCxnSpPr>
          <p:cNvPr id="193" name="Straight Connector 192">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76F5D68-2106-4702-A0E0-158183CC4E52}"/>
              </a:ext>
            </a:extLst>
          </p:cNvPr>
          <p:cNvGraphicFramePr>
            <a:graphicFrameLocks noGrp="1"/>
          </p:cNvGraphicFramePr>
          <p:nvPr>
            <p:ph idx="1"/>
            <p:extLst>
              <p:ext uri="{D42A27DB-BD31-4B8C-83A1-F6EECF244321}">
                <p14:modId xmlns:p14="http://schemas.microsoft.com/office/powerpoint/2010/main" val="1266104072"/>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8394628"/>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36BD6-1F28-4E9A-8E20-45E31C7E012E}"/>
              </a:ext>
            </a:extLst>
          </p:cNvPr>
          <p:cNvSpPr>
            <a:spLocks noGrp="1"/>
          </p:cNvSpPr>
          <p:nvPr>
            <p:ph type="title"/>
          </p:nvPr>
        </p:nvSpPr>
        <p:spPr>
          <a:xfrm>
            <a:off x="2933700" y="568345"/>
            <a:ext cx="8770571" cy="1560716"/>
          </a:xfrm>
        </p:spPr>
        <p:txBody>
          <a:bodyPr>
            <a:normAutofit/>
          </a:bodyPr>
          <a:lstStyle/>
          <a:p>
            <a:r>
              <a:rPr lang="tr-TR"/>
              <a:t>Bitcoin Protocol</a:t>
            </a:r>
          </a:p>
        </p:txBody>
      </p:sp>
      <p:sp>
        <p:nvSpPr>
          <p:cNvPr id="3" name="Slide Number Placeholder 2">
            <a:extLst>
              <a:ext uri="{FF2B5EF4-FFF2-40B4-BE49-F238E27FC236}">
                <a16:creationId xmlns:a16="http://schemas.microsoft.com/office/drawing/2014/main" id="{6CE98E0F-2770-4381-979C-90127A7B4F9E}"/>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25</a:t>
            </a:fld>
            <a:endParaRPr lang="en-US" sz="3700"/>
          </a:p>
        </p:txBody>
      </p:sp>
      <p:graphicFrame>
        <p:nvGraphicFramePr>
          <p:cNvPr id="5" name="Content Placeholder 2">
            <a:extLst>
              <a:ext uri="{FF2B5EF4-FFF2-40B4-BE49-F238E27FC236}">
                <a16:creationId xmlns:a16="http://schemas.microsoft.com/office/drawing/2014/main" id="{E76F5D68-2106-4702-A0E0-158183CC4E52}"/>
              </a:ext>
            </a:extLst>
          </p:cNvPr>
          <p:cNvGraphicFramePr>
            <a:graphicFrameLocks noGrp="1"/>
          </p:cNvGraphicFramePr>
          <p:nvPr>
            <p:ph idx="1"/>
            <p:extLst>
              <p:ext uri="{D42A27DB-BD31-4B8C-83A1-F6EECF244321}">
                <p14:modId xmlns:p14="http://schemas.microsoft.com/office/powerpoint/2010/main" val="1490038809"/>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1205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24D9-3124-4223-B4D4-33027B806C45}"/>
              </a:ext>
            </a:extLst>
          </p:cNvPr>
          <p:cNvSpPr>
            <a:spLocks noGrp="1"/>
          </p:cNvSpPr>
          <p:nvPr>
            <p:ph type="title"/>
          </p:nvPr>
        </p:nvSpPr>
        <p:spPr>
          <a:xfrm>
            <a:off x="2933700" y="568345"/>
            <a:ext cx="8770571" cy="1560716"/>
          </a:xfrm>
        </p:spPr>
        <p:txBody>
          <a:bodyPr>
            <a:normAutofit/>
          </a:bodyPr>
          <a:lstStyle/>
          <a:p>
            <a:r>
              <a:rPr lang="tr-TR" dirty="0"/>
              <a:t>What is behind the scene?</a:t>
            </a:r>
          </a:p>
        </p:txBody>
      </p:sp>
      <p:sp>
        <p:nvSpPr>
          <p:cNvPr id="3" name="Slide Number Placeholder 2">
            <a:extLst>
              <a:ext uri="{FF2B5EF4-FFF2-40B4-BE49-F238E27FC236}">
                <a16:creationId xmlns:a16="http://schemas.microsoft.com/office/drawing/2014/main" id="{129002AE-59AD-4AE4-BF50-749DCBF9236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26</a:t>
            </a:fld>
            <a:endParaRPr lang="en-US" sz="3700"/>
          </a:p>
        </p:txBody>
      </p:sp>
      <p:graphicFrame>
        <p:nvGraphicFramePr>
          <p:cNvPr id="5" name="Content Placeholder 2">
            <a:extLst>
              <a:ext uri="{FF2B5EF4-FFF2-40B4-BE49-F238E27FC236}">
                <a16:creationId xmlns:a16="http://schemas.microsoft.com/office/drawing/2014/main" id="{C7D6243F-C604-45ED-8852-9A9F16D1BB45}"/>
              </a:ext>
            </a:extLst>
          </p:cNvPr>
          <p:cNvGraphicFramePr>
            <a:graphicFrameLocks noGrp="1"/>
          </p:cNvGraphicFramePr>
          <p:nvPr>
            <p:ph idx="1"/>
            <p:extLst>
              <p:ext uri="{D42A27DB-BD31-4B8C-83A1-F6EECF244321}">
                <p14:modId xmlns:p14="http://schemas.microsoft.com/office/powerpoint/2010/main" val="2706232238"/>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1136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124D9-3124-4223-B4D4-33027B806C45}"/>
              </a:ext>
            </a:extLst>
          </p:cNvPr>
          <p:cNvSpPr>
            <a:spLocks noGrp="1"/>
          </p:cNvSpPr>
          <p:nvPr>
            <p:ph type="title"/>
          </p:nvPr>
        </p:nvSpPr>
        <p:spPr>
          <a:xfrm>
            <a:off x="8466230" y="2274276"/>
            <a:ext cx="3229574" cy="3821723"/>
          </a:xfrm>
        </p:spPr>
        <p:txBody>
          <a:bodyPr anchor="t">
            <a:normAutofit/>
          </a:bodyPr>
          <a:lstStyle/>
          <a:p>
            <a:r>
              <a:rPr lang="tr-TR" sz="3400"/>
              <a:t>What is behind the scene?</a:t>
            </a:r>
          </a:p>
        </p:txBody>
      </p:sp>
      <p:sp>
        <p:nvSpPr>
          <p:cNvPr id="3" name="Slide Number Placeholder 2">
            <a:extLst>
              <a:ext uri="{FF2B5EF4-FFF2-40B4-BE49-F238E27FC236}">
                <a16:creationId xmlns:a16="http://schemas.microsoft.com/office/drawing/2014/main" id="{12DB869F-742D-4C65-8BFC-2158C018D25B}"/>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27</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7D6243F-C604-45ED-8852-9A9F16D1BB45}"/>
              </a:ext>
            </a:extLst>
          </p:cNvPr>
          <p:cNvGraphicFramePr>
            <a:graphicFrameLocks noGrp="1"/>
          </p:cNvGraphicFramePr>
          <p:nvPr>
            <p:ph idx="1"/>
            <p:extLst>
              <p:ext uri="{D42A27DB-BD31-4B8C-83A1-F6EECF244321}">
                <p14:modId xmlns:p14="http://schemas.microsoft.com/office/powerpoint/2010/main" val="942884891"/>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425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2" descr="Related image">
            <a:extLst>
              <a:ext uri="{FF2B5EF4-FFF2-40B4-BE49-F238E27FC236}">
                <a16:creationId xmlns:a16="http://schemas.microsoft.com/office/drawing/2014/main" id="{E5E11889-317D-4895-96DC-EE24E738A5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92" r="9091" b="43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1268"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77584B-935C-471D-B601-95B859941207}"/>
              </a:ext>
            </a:extLst>
          </p:cNvPr>
          <p:cNvSpPr>
            <a:spLocks noGrp="1"/>
          </p:cNvSpPr>
          <p:nvPr>
            <p:ph type="title"/>
          </p:nvPr>
        </p:nvSpPr>
        <p:spPr>
          <a:xfrm>
            <a:off x="1069849" y="985785"/>
            <a:ext cx="6233004" cy="1560716"/>
          </a:xfrm>
        </p:spPr>
        <p:txBody>
          <a:bodyPr>
            <a:normAutofit/>
          </a:bodyPr>
          <a:lstStyle/>
          <a:p>
            <a:r>
              <a:rPr lang="tr-TR" dirty="0"/>
              <a:t>Bitcoin is</a:t>
            </a:r>
          </a:p>
        </p:txBody>
      </p:sp>
      <p:cxnSp>
        <p:nvCxnSpPr>
          <p:cNvPr id="11269" name="Straight Connector 7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270"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0C89054A-A4A5-4F77-817C-DB6AECE5F831}"/>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28</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C41B310C-9DC4-4403-AA94-E008B16F5A60}"/>
              </a:ext>
            </a:extLst>
          </p:cNvPr>
          <p:cNvGraphicFramePr>
            <a:graphicFrameLocks noGrp="1"/>
          </p:cNvGraphicFramePr>
          <p:nvPr>
            <p:ph idx="1"/>
          </p:nvPr>
        </p:nvGraphicFramePr>
        <p:xfrm>
          <a:off x="423353" y="2351699"/>
          <a:ext cx="7012861" cy="3966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0241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10346" y="568345"/>
            <a:ext cx="8638187" cy="1560716"/>
          </a:xfrm>
        </p:spPr>
        <p:txBody>
          <a:bodyPr>
            <a:normAutofit/>
          </a:bodyPr>
          <a:lstStyle/>
          <a:p>
            <a:r>
              <a:rPr lang="tr-TR" dirty="0"/>
              <a:t>History of Bitcoin</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C9B167D-0969-43A1-B928-A7380FF852DA}"/>
              </a:ext>
            </a:extLst>
          </p:cNvPr>
          <p:cNvGraphicFramePr>
            <a:graphicFrameLocks noGrp="1"/>
          </p:cNvGraphicFramePr>
          <p:nvPr>
            <p:ph idx="1"/>
            <p:extLst>
              <p:ext uri="{D42A27DB-BD31-4B8C-83A1-F6EECF244321}">
                <p14:modId xmlns:p14="http://schemas.microsoft.com/office/powerpoint/2010/main" val="3409241624"/>
              </p:ext>
            </p:extLst>
          </p:nvPr>
        </p:nvGraphicFramePr>
        <p:xfrm>
          <a:off x="304800" y="2176009"/>
          <a:ext cx="11582400" cy="4681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BF6504F0-AC2F-4FF6-84D5-0D71DC6A97C9}"/>
              </a:ext>
            </a:extLst>
          </p:cNvPr>
          <p:cNvSpPr>
            <a:spLocks noGrp="1"/>
          </p:cNvSpPr>
          <p:nvPr>
            <p:ph type="sldNum" sz="quarter" idx="12"/>
          </p:nvPr>
        </p:nvSpPr>
        <p:spPr/>
        <p:txBody>
          <a:bodyPr/>
          <a:lstStyle/>
          <a:p>
            <a:fld id="{6D22F896-40B5-4ADD-8801-0D06FADFA095}" type="slidenum">
              <a:rPr lang="en-US" smtClean="0"/>
              <a:t>29</a:t>
            </a:fld>
            <a:endParaRPr lang="en-US" dirty="0"/>
          </a:p>
        </p:txBody>
      </p:sp>
    </p:spTree>
    <p:extLst>
      <p:ext uri="{BB962C8B-B14F-4D97-AF65-F5344CB8AC3E}">
        <p14:creationId xmlns:p14="http://schemas.microsoft.com/office/powerpoint/2010/main" val="3451919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8466230" y="2274276"/>
            <a:ext cx="3229574" cy="3821723"/>
          </a:xfrm>
        </p:spPr>
        <p:txBody>
          <a:bodyPr anchor="t">
            <a:normAutofit/>
          </a:bodyPr>
          <a:lstStyle/>
          <a:p>
            <a:r>
              <a:rPr lang="tr-TR" sz="3400" dirty="0" err="1"/>
              <a:t>Nakamoto’s</a:t>
            </a:r>
            <a:r>
              <a:rPr lang="tr-TR" sz="3400" dirty="0"/>
              <a:t> </a:t>
            </a:r>
            <a:r>
              <a:rPr lang="tr-TR" sz="3400" dirty="0" err="1"/>
              <a:t>Inventions</a:t>
            </a:r>
            <a:endParaRPr lang="tr-TR" sz="3400" dirty="0"/>
          </a:p>
        </p:txBody>
      </p:sp>
      <p:sp>
        <p:nvSpPr>
          <p:cNvPr id="3" name="Slide Number Placeholder 2">
            <a:extLst>
              <a:ext uri="{FF2B5EF4-FFF2-40B4-BE49-F238E27FC236}">
                <a16:creationId xmlns:a16="http://schemas.microsoft.com/office/drawing/2014/main" id="{F2FC49B6-C851-44EA-BC35-FE3873AF4248}"/>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30</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1814312913"/>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1064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2695074" y="568345"/>
            <a:ext cx="8853459" cy="1276782"/>
          </a:xfrm>
        </p:spPr>
        <p:txBody>
          <a:bodyPr>
            <a:normAutofit/>
          </a:bodyPr>
          <a:lstStyle/>
          <a:p>
            <a:r>
              <a:rPr lang="tr-TR" dirty="0"/>
              <a:t>Nakotomo’s Inventions</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3720488718"/>
              </p:ext>
            </p:extLst>
          </p:nvPr>
        </p:nvGraphicFramePr>
        <p:xfrm>
          <a:off x="1846580" y="2294023"/>
          <a:ext cx="9701953" cy="44170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F2FC49B6-C851-44EA-BC35-FE3873AF4248}"/>
              </a:ext>
            </a:extLst>
          </p:cNvPr>
          <p:cNvSpPr>
            <a:spLocks noGrp="1"/>
          </p:cNvSpPr>
          <p:nvPr>
            <p:ph type="sldNum" sz="quarter" idx="12"/>
          </p:nvPr>
        </p:nvSpPr>
        <p:spPr/>
        <p:txBody>
          <a:bodyPr/>
          <a:lstStyle/>
          <a:p>
            <a:fld id="{6D22F896-40B5-4ADD-8801-0D06FADFA095}" type="slidenum">
              <a:rPr lang="en-US" smtClean="0"/>
              <a:t>31</a:t>
            </a:fld>
            <a:endParaRPr lang="en-US" dirty="0"/>
          </a:p>
        </p:txBody>
      </p:sp>
    </p:spTree>
    <p:extLst>
      <p:ext uri="{BB962C8B-B14F-4D97-AF65-F5344CB8AC3E}">
        <p14:creationId xmlns:p14="http://schemas.microsoft.com/office/powerpoint/2010/main" val="271557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7EFD6C0-4699-424C-BE69-E30073859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 name="Picture 136">
            <a:extLst>
              <a:ext uri="{FF2B5EF4-FFF2-40B4-BE49-F238E27FC236}">
                <a16:creationId xmlns:a16="http://schemas.microsoft.com/office/drawing/2014/main" id="{B48AE42D-35D0-4D8E-B018-43E7FA60DE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rgbClr val="484A56"/>
              <a:srgbClr val="484A56"/>
            </a:duotone>
            <a:extLst>
              <a:ext uri="{28A0092B-C50C-407E-A947-70E740481C1C}">
                <a14:useLocalDpi xmlns:a14="http://schemas.microsoft.com/office/drawing/2010/main" val="0"/>
              </a:ext>
            </a:extLst>
          </a:blip>
          <a:stretch>
            <a:fillRect/>
          </a:stretch>
        </p:blipFill>
        <p:spPr>
          <a:xfrm>
            <a:off x="2368" y="0"/>
            <a:ext cx="12187263" cy="6858000"/>
          </a:xfrm>
          <a:prstGeom prst="rect">
            <a:avLst/>
          </a:prstGeom>
        </p:spPr>
      </p:pic>
      <p:sp>
        <p:nvSpPr>
          <p:cNvPr id="139" name="Rounded Rectangle 17">
            <a:extLst>
              <a:ext uri="{FF2B5EF4-FFF2-40B4-BE49-F238E27FC236}">
                <a16:creationId xmlns:a16="http://schemas.microsoft.com/office/drawing/2014/main" id="{F7D11F93-0057-4226-B5D5-8AB82E5CB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11260976"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877CFE52-6078-47DF-ACA5-83303EAE18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81685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290" name="Picture 2" descr="Image result for who is nakamoto">
            <a:extLst>
              <a:ext uri="{FF2B5EF4-FFF2-40B4-BE49-F238E27FC236}">
                <a16:creationId xmlns:a16="http://schemas.microsoft.com/office/drawing/2014/main" id="{465AB940-10A9-489E-9A6F-471F89455028}"/>
              </a:ext>
            </a:extLst>
          </p:cNvPr>
          <p:cNvPicPr>
            <a:picLocks noChangeAspect="1" noChangeArrowheads="1"/>
          </p:cNvPicPr>
          <p:nvPr/>
        </p:nvPicPr>
        <p:blipFill rotWithShape="1">
          <a:blip r:embed="rId4">
            <a:duotone>
              <a:prstClr val="black"/>
              <a:schemeClr val="tx2">
                <a:tint val="45000"/>
                <a:satMod val="400000"/>
              </a:schemeClr>
            </a:duotone>
            <a:extLst>
              <a:ext uri="{28A0092B-C50C-407E-A947-70E740481C1C}">
                <a14:useLocalDpi xmlns:a14="http://schemas.microsoft.com/office/drawing/2010/main" val="0"/>
              </a:ext>
            </a:extLst>
          </a:blip>
          <a:srcRect l="32744" r="31345" b="-1"/>
          <a:stretch/>
        </p:blipFill>
        <p:spPr bwMode="auto">
          <a:xfrm>
            <a:off x="8307942" y="670965"/>
            <a:ext cx="3219226" cy="5516602"/>
          </a:xfrm>
          <a:prstGeom prst="rect">
            <a:avLst/>
          </a:prstGeom>
          <a:noFill/>
          <a:extLst>
            <a:ext uri="{909E8E84-426E-40DD-AFC4-6F175D3DCCD1}">
              <a14:hiddenFill xmlns:a14="http://schemas.microsoft.com/office/drawing/2010/main">
                <a:solidFill>
                  <a:srgbClr val="FFFFFF"/>
                </a:solidFill>
              </a14:hiddenFill>
            </a:ext>
          </a:extLst>
        </p:spPr>
      </p:pic>
      <p:sp>
        <p:nvSpPr>
          <p:cNvPr id="143" name="Freeform 21">
            <a:extLst>
              <a:ext uri="{FF2B5EF4-FFF2-40B4-BE49-F238E27FC236}">
                <a16:creationId xmlns:a16="http://schemas.microsoft.com/office/drawing/2014/main" id="{7CF4FD05-2BBD-420B-BE4F-E095016CA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ounded Rectangle 18">
            <a:extLst>
              <a:ext uri="{FF2B5EF4-FFF2-40B4-BE49-F238E27FC236}">
                <a16:creationId xmlns:a16="http://schemas.microsoft.com/office/drawing/2014/main" id="{1297324A-1231-479D-8772-B8C4E1D2A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E2AE8-C647-4372-AB39-79555FA9F1FD}"/>
              </a:ext>
            </a:extLst>
          </p:cNvPr>
          <p:cNvSpPr>
            <a:spLocks noGrp="1"/>
          </p:cNvSpPr>
          <p:nvPr>
            <p:ph type="title"/>
          </p:nvPr>
        </p:nvSpPr>
        <p:spPr>
          <a:xfrm>
            <a:off x="1069848" y="985785"/>
            <a:ext cx="6816851" cy="1560716"/>
          </a:xfrm>
        </p:spPr>
        <p:txBody>
          <a:bodyPr>
            <a:normAutofit/>
          </a:bodyPr>
          <a:lstStyle/>
          <a:p>
            <a:r>
              <a:rPr lang="tr-TR" dirty="0"/>
              <a:t>Who is Nakamoto?</a:t>
            </a:r>
          </a:p>
        </p:txBody>
      </p:sp>
      <p:sp>
        <p:nvSpPr>
          <p:cNvPr id="3" name="Slide Number Placeholder 2">
            <a:extLst>
              <a:ext uri="{FF2B5EF4-FFF2-40B4-BE49-F238E27FC236}">
                <a16:creationId xmlns:a16="http://schemas.microsoft.com/office/drawing/2014/main" id="{70C760FB-275A-41D3-B09B-C2DB399EBB95}"/>
              </a:ext>
            </a:extLst>
          </p:cNvPr>
          <p:cNvSpPr>
            <a:spLocks noGrp="1"/>
          </p:cNvSpPr>
          <p:nvPr>
            <p:ph type="sldNum" sz="quarter" idx="12"/>
          </p:nvPr>
        </p:nvSpPr>
        <p:spPr>
          <a:xfrm>
            <a:off x="10624008" y="6441889"/>
            <a:ext cx="836440" cy="365760"/>
          </a:xfrm>
        </p:spPr>
        <p:txBody>
          <a:bodyPr anchor="ctr">
            <a:normAutofit/>
          </a:bodyPr>
          <a:lstStyle/>
          <a:p>
            <a:pPr>
              <a:spcAft>
                <a:spcPts val="600"/>
              </a:spcAft>
            </a:pPr>
            <a:fld id="{6D22F896-40B5-4ADD-8801-0D06FADFA095}" type="slidenum">
              <a:rPr lang="en-US" sz="1200">
                <a:solidFill>
                  <a:schemeClr val="bg2"/>
                </a:solidFill>
              </a:rPr>
              <a:pPr>
                <a:spcAft>
                  <a:spcPts val="600"/>
                </a:spcAft>
              </a:pPr>
              <a:t>32</a:t>
            </a:fld>
            <a:endParaRPr lang="en-US" sz="1200">
              <a:solidFill>
                <a:schemeClr val="bg2"/>
              </a:solidFill>
            </a:endParaRPr>
          </a:p>
        </p:txBody>
      </p:sp>
      <p:graphicFrame>
        <p:nvGraphicFramePr>
          <p:cNvPr id="5" name="Content Placeholder 2">
            <a:extLst>
              <a:ext uri="{FF2B5EF4-FFF2-40B4-BE49-F238E27FC236}">
                <a16:creationId xmlns:a16="http://schemas.microsoft.com/office/drawing/2014/main" id="{566061A4-5EE4-436F-AEAD-73E442444BE4}"/>
              </a:ext>
            </a:extLst>
          </p:cNvPr>
          <p:cNvGraphicFramePr>
            <a:graphicFrameLocks noGrp="1"/>
          </p:cNvGraphicFramePr>
          <p:nvPr>
            <p:ph idx="1"/>
            <p:extLst>
              <p:ext uri="{D42A27DB-BD31-4B8C-83A1-F6EECF244321}">
                <p14:modId xmlns:p14="http://schemas.microsoft.com/office/powerpoint/2010/main" val="2924098383"/>
              </p:ext>
            </p:extLst>
          </p:nvPr>
        </p:nvGraphicFramePr>
        <p:xfrm>
          <a:off x="1069849" y="2855840"/>
          <a:ext cx="6816852" cy="314903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Çevrimiçi Medya 3" title="Nick Szabo/Hal Finney = Satoshi Nakamoto?">
            <a:hlinkClick r:id="" action="ppaction://media"/>
            <a:extLst>
              <a:ext uri="{FF2B5EF4-FFF2-40B4-BE49-F238E27FC236}">
                <a16:creationId xmlns:a16="http://schemas.microsoft.com/office/drawing/2014/main" id="{C2EAEE6A-4CB1-4C96-AFD4-5A28CC36472D}"/>
              </a:ext>
            </a:extLst>
          </p:cNvPr>
          <p:cNvPicPr>
            <a:picLocks noRot="1" noChangeAspect="1"/>
          </p:cNvPicPr>
          <p:nvPr>
            <a:videoFile r:link="rId1"/>
          </p:nvPr>
        </p:nvPicPr>
        <p:blipFill>
          <a:blip r:embed="rId10"/>
          <a:stretch>
            <a:fillRect/>
          </a:stretch>
        </p:blipFill>
        <p:spPr>
          <a:xfrm>
            <a:off x="8647555" y="4933044"/>
            <a:ext cx="2540000" cy="1435100"/>
          </a:xfrm>
          <a:prstGeom prst="rect">
            <a:avLst/>
          </a:prstGeom>
        </p:spPr>
      </p:pic>
      <p:sp>
        <p:nvSpPr>
          <p:cNvPr id="6" name="Dikdörtgen 5">
            <a:hlinkClick r:id="rId11"/>
            <a:extLst>
              <a:ext uri="{FF2B5EF4-FFF2-40B4-BE49-F238E27FC236}">
                <a16:creationId xmlns:a16="http://schemas.microsoft.com/office/drawing/2014/main" id="{C502285F-3EDE-4DCC-9465-E1F29E612E7C}"/>
              </a:ext>
            </a:extLst>
          </p:cNvPr>
          <p:cNvSpPr/>
          <p:nvPr/>
        </p:nvSpPr>
        <p:spPr>
          <a:xfrm>
            <a:off x="4397317" y="5816190"/>
            <a:ext cx="3828997" cy="307777"/>
          </a:xfrm>
          <a:prstGeom prst="rect">
            <a:avLst/>
          </a:prstGeom>
        </p:spPr>
        <p:txBody>
          <a:bodyPr wrap="none">
            <a:spAutoFit/>
          </a:bodyPr>
          <a:lstStyle/>
          <a:p>
            <a:r>
              <a:rPr lang="tr-TR" sz="1400" dirty="0"/>
              <a:t>https://www.youtube.com/watch?v=cICWtDj6g0k</a:t>
            </a:r>
          </a:p>
        </p:txBody>
      </p:sp>
      <p:pic>
        <p:nvPicPr>
          <p:cNvPr id="1030" name="Picture 6">
            <a:extLst>
              <a:ext uri="{FF2B5EF4-FFF2-40B4-BE49-F238E27FC236}">
                <a16:creationId xmlns:a16="http://schemas.microsoft.com/office/drawing/2014/main" id="{28898BC2-036A-4790-84F3-32DA0DFED0A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3362" y="5547810"/>
            <a:ext cx="838200"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351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7EFD6C0-4699-424C-BE69-E30073859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 name="Picture 136">
            <a:extLst>
              <a:ext uri="{FF2B5EF4-FFF2-40B4-BE49-F238E27FC236}">
                <a16:creationId xmlns:a16="http://schemas.microsoft.com/office/drawing/2014/main" id="{B48AE42D-35D0-4D8E-B018-43E7FA60DE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duotone>
              <a:srgbClr val="484A56"/>
              <a:srgbClr val="484A56"/>
            </a:duotone>
            <a:extLst>
              <a:ext uri="{28A0092B-C50C-407E-A947-70E740481C1C}">
                <a14:useLocalDpi xmlns:a14="http://schemas.microsoft.com/office/drawing/2010/main" val="0"/>
              </a:ext>
            </a:extLst>
          </a:blip>
          <a:stretch>
            <a:fillRect/>
          </a:stretch>
        </p:blipFill>
        <p:spPr>
          <a:xfrm>
            <a:off x="2368" y="0"/>
            <a:ext cx="12187263" cy="6858000"/>
          </a:xfrm>
          <a:prstGeom prst="rect">
            <a:avLst/>
          </a:prstGeom>
        </p:spPr>
      </p:pic>
      <p:sp>
        <p:nvSpPr>
          <p:cNvPr id="139" name="Rounded Rectangle 17">
            <a:extLst>
              <a:ext uri="{FF2B5EF4-FFF2-40B4-BE49-F238E27FC236}">
                <a16:creationId xmlns:a16="http://schemas.microsoft.com/office/drawing/2014/main" id="{F7D11F93-0057-4226-B5D5-8AB82E5CB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11260976"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877CFE52-6078-47DF-ACA5-83303EAE18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81685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290" name="Picture 2" descr="Image result for who is nakamoto">
            <a:extLst>
              <a:ext uri="{FF2B5EF4-FFF2-40B4-BE49-F238E27FC236}">
                <a16:creationId xmlns:a16="http://schemas.microsoft.com/office/drawing/2014/main" id="{465AB940-10A9-489E-9A6F-471F89455028}"/>
              </a:ext>
            </a:extLst>
          </p:cNvPr>
          <p:cNvPicPr>
            <a:picLocks noChangeAspect="1" noChangeArrowheads="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val="0"/>
              </a:ext>
            </a:extLst>
          </a:blip>
          <a:srcRect l="32744" r="31345" b="-1"/>
          <a:stretch/>
        </p:blipFill>
        <p:spPr bwMode="auto">
          <a:xfrm>
            <a:off x="8307942" y="670965"/>
            <a:ext cx="3219226" cy="5516602"/>
          </a:xfrm>
          <a:prstGeom prst="rect">
            <a:avLst/>
          </a:prstGeom>
          <a:noFill/>
          <a:extLst>
            <a:ext uri="{909E8E84-426E-40DD-AFC4-6F175D3DCCD1}">
              <a14:hiddenFill xmlns:a14="http://schemas.microsoft.com/office/drawing/2010/main">
                <a:solidFill>
                  <a:srgbClr val="FFFFFF"/>
                </a:solidFill>
              </a14:hiddenFill>
            </a:ext>
          </a:extLst>
        </p:spPr>
      </p:pic>
      <p:sp>
        <p:nvSpPr>
          <p:cNvPr id="143" name="Freeform 21">
            <a:extLst>
              <a:ext uri="{FF2B5EF4-FFF2-40B4-BE49-F238E27FC236}">
                <a16:creationId xmlns:a16="http://schemas.microsoft.com/office/drawing/2014/main" id="{7CF4FD05-2BBD-420B-BE4F-E095016CA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ounded Rectangle 18">
            <a:extLst>
              <a:ext uri="{FF2B5EF4-FFF2-40B4-BE49-F238E27FC236}">
                <a16:creationId xmlns:a16="http://schemas.microsoft.com/office/drawing/2014/main" id="{1297324A-1231-479D-8772-B8C4E1D2A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E2AE8-C647-4372-AB39-79555FA9F1FD}"/>
              </a:ext>
            </a:extLst>
          </p:cNvPr>
          <p:cNvSpPr>
            <a:spLocks noGrp="1"/>
          </p:cNvSpPr>
          <p:nvPr>
            <p:ph type="title"/>
          </p:nvPr>
        </p:nvSpPr>
        <p:spPr>
          <a:xfrm>
            <a:off x="1069848" y="985785"/>
            <a:ext cx="6816851" cy="1560716"/>
          </a:xfrm>
        </p:spPr>
        <p:txBody>
          <a:bodyPr>
            <a:normAutofit/>
          </a:bodyPr>
          <a:lstStyle/>
          <a:p>
            <a:r>
              <a:rPr lang="tr-TR" dirty="0"/>
              <a:t>Who is Nakamoto?</a:t>
            </a:r>
          </a:p>
        </p:txBody>
      </p:sp>
      <p:sp>
        <p:nvSpPr>
          <p:cNvPr id="3" name="Slide Number Placeholder 2">
            <a:extLst>
              <a:ext uri="{FF2B5EF4-FFF2-40B4-BE49-F238E27FC236}">
                <a16:creationId xmlns:a16="http://schemas.microsoft.com/office/drawing/2014/main" id="{70C760FB-275A-41D3-B09B-C2DB399EBB95}"/>
              </a:ext>
            </a:extLst>
          </p:cNvPr>
          <p:cNvSpPr>
            <a:spLocks noGrp="1"/>
          </p:cNvSpPr>
          <p:nvPr>
            <p:ph type="sldNum" sz="quarter" idx="12"/>
          </p:nvPr>
        </p:nvSpPr>
        <p:spPr>
          <a:xfrm>
            <a:off x="10624008" y="6441889"/>
            <a:ext cx="836440" cy="365760"/>
          </a:xfrm>
        </p:spPr>
        <p:txBody>
          <a:bodyPr anchor="ctr">
            <a:normAutofit/>
          </a:bodyPr>
          <a:lstStyle/>
          <a:p>
            <a:pPr>
              <a:spcAft>
                <a:spcPts val="600"/>
              </a:spcAft>
            </a:pPr>
            <a:fld id="{6D22F896-40B5-4ADD-8801-0D06FADFA095}" type="slidenum">
              <a:rPr lang="en-US" sz="1200">
                <a:solidFill>
                  <a:schemeClr val="bg2"/>
                </a:solidFill>
              </a:rPr>
              <a:pPr>
                <a:spcAft>
                  <a:spcPts val="600"/>
                </a:spcAft>
              </a:pPr>
              <a:t>33</a:t>
            </a:fld>
            <a:endParaRPr lang="en-US" sz="1200">
              <a:solidFill>
                <a:schemeClr val="bg2"/>
              </a:solidFill>
            </a:endParaRPr>
          </a:p>
        </p:txBody>
      </p:sp>
      <p:graphicFrame>
        <p:nvGraphicFramePr>
          <p:cNvPr id="5" name="Content Placeholder 2">
            <a:extLst>
              <a:ext uri="{FF2B5EF4-FFF2-40B4-BE49-F238E27FC236}">
                <a16:creationId xmlns:a16="http://schemas.microsoft.com/office/drawing/2014/main" id="{566061A4-5EE4-436F-AEAD-73E442444BE4}"/>
              </a:ext>
            </a:extLst>
          </p:cNvPr>
          <p:cNvGraphicFramePr>
            <a:graphicFrameLocks noGrp="1"/>
          </p:cNvGraphicFramePr>
          <p:nvPr>
            <p:ph idx="1"/>
            <p:extLst>
              <p:ext uri="{D42A27DB-BD31-4B8C-83A1-F6EECF244321}">
                <p14:modId xmlns:p14="http://schemas.microsoft.com/office/powerpoint/2010/main" val="1871532219"/>
              </p:ext>
            </p:extLst>
          </p:nvPr>
        </p:nvGraphicFramePr>
        <p:xfrm>
          <a:off x="1069849" y="2855840"/>
          <a:ext cx="6816852" cy="3149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40640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dirty="0" err="1"/>
              <a:t>Nakomoto’s</a:t>
            </a:r>
            <a:r>
              <a:rPr lang="tr-TR" dirty="0"/>
              <a:t> </a:t>
            </a:r>
            <a:r>
              <a:rPr lang="tr-TR" dirty="0" err="1"/>
              <a:t>Inventions</a:t>
            </a:r>
            <a:endParaRPr lang="tr-TR" dirty="0"/>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a:pPr>
                <a:lnSpc>
                  <a:spcPct val="90000"/>
                </a:lnSpc>
                <a:spcAft>
                  <a:spcPts val="600"/>
                </a:spcAft>
              </a:pPr>
              <a:t>34</a:t>
            </a:fld>
            <a:endParaRPr lang="en-US" sz="3700"/>
          </a:p>
        </p:txBody>
      </p:sp>
      <p:cxnSp>
        <p:nvCxnSpPr>
          <p:cNvPr id="33" name="Straight Connector 32">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81285786"/>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5875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dirty="0" err="1"/>
              <a:t>Nakomoto’s</a:t>
            </a:r>
            <a:r>
              <a:rPr lang="tr-TR" dirty="0"/>
              <a:t> </a:t>
            </a:r>
            <a:r>
              <a:rPr lang="tr-TR" dirty="0" err="1"/>
              <a:t>Inventions</a:t>
            </a:r>
            <a:endParaRPr lang="tr-TR" dirty="0"/>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35</a:t>
            </a:fld>
            <a:endParaRPr lang="en-US" sz="3700"/>
          </a:p>
        </p:txBody>
      </p:sp>
      <p:cxnSp>
        <p:nvCxnSpPr>
          <p:cNvPr id="33" name="Straight Connector 3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32724384"/>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2935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3">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dirty="0" err="1"/>
              <a:t>Nakomoto’s</a:t>
            </a:r>
            <a:r>
              <a:rPr lang="tr-TR" dirty="0"/>
              <a:t> </a:t>
            </a:r>
            <a:r>
              <a:rPr lang="tr-TR" dirty="0" err="1"/>
              <a:t>Inventions</a:t>
            </a:r>
            <a:endParaRPr lang="tr-TR" dirty="0"/>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36</a:t>
            </a:fld>
            <a:endParaRPr lang="en-US" sz="3700"/>
          </a:p>
        </p:txBody>
      </p:sp>
      <p:cxnSp>
        <p:nvCxnSpPr>
          <p:cNvPr id="29" name="Straight Connector 25">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1439256350"/>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2427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2933700" y="568345"/>
            <a:ext cx="8770571" cy="1560716"/>
          </a:xfrm>
        </p:spPr>
        <p:txBody>
          <a:bodyPr>
            <a:normAutofit/>
          </a:bodyPr>
          <a:lstStyle/>
          <a:p>
            <a:r>
              <a:rPr lang="tr-TR" dirty="0" err="1"/>
              <a:t>Nakomoto’s</a:t>
            </a:r>
            <a:r>
              <a:rPr lang="tr-TR" dirty="0"/>
              <a:t> </a:t>
            </a:r>
            <a:r>
              <a:rPr lang="tr-TR" dirty="0" err="1"/>
              <a:t>Inventions</a:t>
            </a:r>
            <a:endParaRPr lang="tr-TR" dirty="0"/>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37</a:t>
            </a:fld>
            <a:endParaRPr lang="en-US" sz="3700"/>
          </a:p>
        </p:txBody>
      </p: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3160734310"/>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2221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dirty="0" err="1"/>
              <a:t>Nakomoto’s</a:t>
            </a:r>
            <a:r>
              <a:rPr lang="tr-TR" dirty="0"/>
              <a:t> </a:t>
            </a:r>
            <a:r>
              <a:rPr lang="tr-TR" dirty="0" err="1"/>
              <a:t>Inventions</a:t>
            </a:r>
            <a:endParaRPr lang="tr-TR" dirty="0"/>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38</a:t>
            </a:fld>
            <a:endParaRPr lang="en-US" sz="3700"/>
          </a:p>
        </p:txBody>
      </p:sp>
      <p:cxnSp>
        <p:nvCxnSpPr>
          <p:cNvPr id="26" name="Straight Connector 25">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2994416359"/>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5698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55953" y="547239"/>
            <a:ext cx="8368721" cy="1560716"/>
          </a:xfrm>
        </p:spPr>
        <p:txBody>
          <a:bodyPr>
            <a:normAutofit/>
          </a:bodyPr>
          <a:lstStyle/>
          <a:p>
            <a:r>
              <a:rPr lang="tr-TR" dirty="0"/>
              <a:t>Getting Started</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78FFB78-FE28-4E98-9007-E5CF26748F08}"/>
              </a:ext>
            </a:extLst>
          </p:cNvPr>
          <p:cNvGraphicFramePr>
            <a:graphicFrameLocks noGrp="1"/>
          </p:cNvGraphicFramePr>
          <p:nvPr>
            <p:ph idx="1"/>
            <p:extLst>
              <p:ext uri="{D42A27DB-BD31-4B8C-83A1-F6EECF244321}">
                <p14:modId xmlns:p14="http://schemas.microsoft.com/office/powerpoint/2010/main" val="1446234567"/>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8C63E3F3-2CBA-46B3-94CF-C0D0A315B8F8}"/>
              </a:ext>
            </a:extLst>
          </p:cNvPr>
          <p:cNvSpPr>
            <a:spLocks noGrp="1"/>
          </p:cNvSpPr>
          <p:nvPr>
            <p:ph type="sldNum" sz="quarter" idx="12"/>
          </p:nvPr>
        </p:nvSpPr>
        <p:spPr/>
        <p:txBody>
          <a:bodyPr/>
          <a:lstStyle/>
          <a:p>
            <a:fld id="{6D22F896-40B5-4ADD-8801-0D06FADFA095}" type="slidenum">
              <a:rPr lang="en-US" smtClean="0"/>
              <a:t>39</a:t>
            </a:fld>
            <a:endParaRPr lang="en-US" dirty="0"/>
          </a:p>
        </p:txBody>
      </p:sp>
    </p:spTree>
    <p:extLst>
      <p:ext uri="{BB962C8B-B14F-4D97-AF65-F5344CB8AC3E}">
        <p14:creationId xmlns:p14="http://schemas.microsoft.com/office/powerpoint/2010/main" val="491310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6">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38135" y="445258"/>
            <a:ext cx="9284897" cy="1560716"/>
          </a:xfrm>
        </p:spPr>
        <p:txBody>
          <a:bodyPr>
            <a:normAutofit/>
          </a:bodyPr>
          <a:lstStyle/>
          <a:p>
            <a:r>
              <a:rPr lang="tr-TR" dirty="0"/>
              <a:t>Choosing a Bitcoin Wallet: Platform</a:t>
            </a:r>
          </a:p>
        </p:txBody>
      </p:sp>
      <p:cxnSp>
        <p:nvCxnSpPr>
          <p:cNvPr id="22" name="Straight Connector 18">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56F53F8-1768-435F-9475-25D240BBE030}"/>
              </a:ext>
            </a:extLst>
          </p:cNvPr>
          <p:cNvGraphicFramePr>
            <a:graphicFrameLocks noGrp="1"/>
          </p:cNvGraphicFramePr>
          <p:nvPr>
            <p:ph idx="1"/>
            <p:extLst>
              <p:ext uri="{D42A27DB-BD31-4B8C-83A1-F6EECF244321}">
                <p14:modId xmlns:p14="http://schemas.microsoft.com/office/powerpoint/2010/main" val="1604780814"/>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4B523590-C15E-4641-BBD1-2BF29CCB3B72}"/>
              </a:ext>
            </a:extLst>
          </p:cNvPr>
          <p:cNvSpPr>
            <a:spLocks noGrp="1"/>
          </p:cNvSpPr>
          <p:nvPr>
            <p:ph type="sldNum" sz="quarter" idx="12"/>
          </p:nvPr>
        </p:nvSpPr>
        <p:spPr/>
        <p:txBody>
          <a:bodyPr/>
          <a:lstStyle/>
          <a:p>
            <a:fld id="{6D22F896-40B5-4ADD-8801-0D06FADFA095}" type="slidenum">
              <a:rPr lang="en-US" smtClean="0"/>
              <a:t>40</a:t>
            </a:fld>
            <a:endParaRPr lang="en-US" dirty="0"/>
          </a:p>
        </p:txBody>
      </p:sp>
    </p:spTree>
    <p:extLst>
      <p:ext uri="{BB962C8B-B14F-4D97-AF65-F5344CB8AC3E}">
        <p14:creationId xmlns:p14="http://schemas.microsoft.com/office/powerpoint/2010/main" val="3942569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8466230" y="2274276"/>
            <a:ext cx="3229574" cy="3821723"/>
          </a:xfrm>
        </p:spPr>
        <p:txBody>
          <a:bodyPr anchor="t">
            <a:normAutofit/>
          </a:bodyPr>
          <a:lstStyle/>
          <a:p>
            <a:r>
              <a:rPr lang="tr-TR" sz="3400"/>
              <a:t>Bitcoin Wallet: Degree of Freedom</a:t>
            </a:r>
          </a:p>
        </p:txBody>
      </p:sp>
      <p:sp>
        <p:nvSpPr>
          <p:cNvPr id="3" name="Slide Number Placeholder 2">
            <a:extLst>
              <a:ext uri="{FF2B5EF4-FFF2-40B4-BE49-F238E27FC236}">
                <a16:creationId xmlns:a16="http://schemas.microsoft.com/office/drawing/2014/main" id="{1A7A7BCF-BFE6-4222-B540-D903ED5426AC}"/>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41</a:t>
            </a:fld>
            <a:endParaRPr lang="en-US"/>
          </a:p>
        </p:txBody>
      </p:sp>
      <p:cxnSp>
        <p:nvCxnSpPr>
          <p:cNvPr id="23" name="Straight Connector 22">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3391886007"/>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9332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18611" y="568345"/>
            <a:ext cx="9029922" cy="1560716"/>
          </a:xfrm>
        </p:spPr>
        <p:txBody>
          <a:bodyPr>
            <a:normAutofit/>
          </a:bodyPr>
          <a:lstStyle/>
          <a:p>
            <a:r>
              <a:rPr lang="tr-TR" dirty="0"/>
              <a:t>Full-node client</a:t>
            </a:r>
          </a:p>
        </p:txBody>
      </p:sp>
      <p:cxnSp>
        <p:nvCxnSpPr>
          <p:cNvPr id="15"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2657351198"/>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40AB9FA-EA62-48BD-B61A-948D5D6F1F25}"/>
              </a:ext>
            </a:extLst>
          </p:cNvPr>
          <p:cNvSpPr>
            <a:spLocks noGrp="1"/>
          </p:cNvSpPr>
          <p:nvPr>
            <p:ph type="sldNum" sz="quarter" idx="12"/>
          </p:nvPr>
        </p:nvSpPr>
        <p:spPr/>
        <p:txBody>
          <a:bodyPr/>
          <a:lstStyle/>
          <a:p>
            <a:fld id="{6D22F896-40B5-4ADD-8801-0D06FADFA095}" type="slidenum">
              <a:rPr lang="en-US" smtClean="0"/>
              <a:t>42</a:t>
            </a:fld>
            <a:endParaRPr lang="en-US" dirty="0"/>
          </a:p>
        </p:txBody>
      </p:sp>
    </p:spTree>
    <p:extLst>
      <p:ext uri="{BB962C8B-B14F-4D97-AF65-F5344CB8AC3E}">
        <p14:creationId xmlns:p14="http://schemas.microsoft.com/office/powerpoint/2010/main" val="2242576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a:t>Lightweight client</a:t>
            </a:r>
            <a:endParaRPr lang="tr-TR" dirty="0"/>
          </a:p>
        </p:txBody>
      </p:sp>
      <p:sp>
        <p:nvSpPr>
          <p:cNvPr id="3" name="Slide Number Placeholder 2">
            <a:extLst>
              <a:ext uri="{FF2B5EF4-FFF2-40B4-BE49-F238E27FC236}">
                <a16:creationId xmlns:a16="http://schemas.microsoft.com/office/drawing/2014/main" id="{869B4C34-37AD-4B37-85E7-03E780E3618A}"/>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43</a:t>
            </a:fld>
            <a:endParaRPr lang="en-US" sz="3700"/>
          </a:p>
        </p:txBody>
      </p:sp>
      <p:cxnSp>
        <p:nvCxnSpPr>
          <p:cNvPr id="26" name="Straight Connector 2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3978714727"/>
              </p:ext>
            </p:extLst>
          </p:nvPr>
        </p:nvGraphicFramePr>
        <p:xfrm>
          <a:off x="321734" y="2312893"/>
          <a:ext cx="11554708" cy="3976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39549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dirty="0"/>
              <a:t>Third-party API client</a:t>
            </a:r>
          </a:p>
        </p:txBody>
      </p:sp>
      <p:sp>
        <p:nvSpPr>
          <p:cNvPr id="3" name="Slide Number Placeholder 2">
            <a:extLst>
              <a:ext uri="{FF2B5EF4-FFF2-40B4-BE49-F238E27FC236}">
                <a16:creationId xmlns:a16="http://schemas.microsoft.com/office/drawing/2014/main" id="{23CD0B38-5E4C-48AB-B23C-BF132029842A}"/>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44</a:t>
            </a:fld>
            <a:endParaRPr lang="en-US" sz="3700"/>
          </a:p>
        </p:txBody>
      </p:sp>
      <p:cxnSp>
        <p:nvCxnSpPr>
          <p:cNvPr id="23" name="Straight Connector 22">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1564786443"/>
              </p:ext>
            </p:extLst>
          </p:nvPr>
        </p:nvGraphicFramePr>
        <p:xfrm>
          <a:off x="505610" y="2409719"/>
          <a:ext cx="11381590" cy="4109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0967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8466230" y="2274276"/>
            <a:ext cx="3229574" cy="3821723"/>
          </a:xfrm>
        </p:spPr>
        <p:txBody>
          <a:bodyPr anchor="t">
            <a:normAutofit/>
          </a:bodyPr>
          <a:lstStyle/>
          <a:p>
            <a:r>
              <a:rPr lang="tr-TR" sz="3400"/>
              <a:t>Quick Start</a:t>
            </a:r>
          </a:p>
        </p:txBody>
      </p:sp>
      <p:sp>
        <p:nvSpPr>
          <p:cNvPr id="3" name="Slide Number Placeholder 2">
            <a:extLst>
              <a:ext uri="{FF2B5EF4-FFF2-40B4-BE49-F238E27FC236}">
                <a16:creationId xmlns:a16="http://schemas.microsoft.com/office/drawing/2014/main" id="{28BC78E2-30A3-4F1D-A2F1-F06BAA824821}"/>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45</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31B0BF6-41DF-4ECB-BB05-ABCD084431FB}"/>
              </a:ext>
            </a:extLst>
          </p:cNvPr>
          <p:cNvGraphicFramePr>
            <a:graphicFrameLocks noGrp="1"/>
          </p:cNvGraphicFramePr>
          <p:nvPr>
            <p:ph idx="1"/>
            <p:extLst>
              <p:ext uri="{D42A27DB-BD31-4B8C-83A1-F6EECF244321}">
                <p14:modId xmlns:p14="http://schemas.microsoft.com/office/powerpoint/2010/main" val="1994959343"/>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4860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73F68-D787-4DF5-A762-1D735C33BE4F}"/>
              </a:ext>
            </a:extLst>
          </p:cNvPr>
          <p:cNvSpPr>
            <a:spLocks noGrp="1"/>
          </p:cNvSpPr>
          <p:nvPr>
            <p:ph type="title"/>
          </p:nvPr>
        </p:nvSpPr>
        <p:spPr>
          <a:xfrm>
            <a:off x="1846580" y="568345"/>
            <a:ext cx="9701953" cy="1560716"/>
          </a:xfrm>
        </p:spPr>
        <p:txBody>
          <a:bodyPr>
            <a:normAutofit/>
          </a:bodyPr>
          <a:lstStyle/>
          <a:p>
            <a:r>
              <a:rPr lang="tr-TR"/>
              <a:t>Wallet</a:t>
            </a:r>
            <a:endParaRPr lang="tr-TR" dirty="0"/>
          </a:p>
        </p:txBody>
      </p:sp>
      <p:sp>
        <p:nvSpPr>
          <p:cNvPr id="3" name="Slide Number Placeholder 2">
            <a:extLst>
              <a:ext uri="{FF2B5EF4-FFF2-40B4-BE49-F238E27FC236}">
                <a16:creationId xmlns:a16="http://schemas.microsoft.com/office/drawing/2014/main" id="{571FA6CB-E2DE-4DEF-8BCA-1651E1F99934}"/>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46</a:t>
            </a:fld>
            <a:endParaRPr lang="en-US" sz="3700"/>
          </a:p>
        </p:txBody>
      </p:sp>
      <p:cxnSp>
        <p:nvCxnSpPr>
          <p:cNvPr id="27" name="Straight Connector 26">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C05A2C07-302F-4A24-BF53-ABDB41DAD7FC}"/>
              </a:ext>
            </a:extLst>
          </p:cNvPr>
          <p:cNvGraphicFramePr>
            <a:graphicFrameLocks noGrp="1"/>
          </p:cNvGraphicFramePr>
          <p:nvPr>
            <p:ph idx="1"/>
            <p:extLst>
              <p:ext uri="{D42A27DB-BD31-4B8C-83A1-F6EECF244321}">
                <p14:modId xmlns:p14="http://schemas.microsoft.com/office/powerpoint/2010/main" val="332836268"/>
              </p:ext>
            </p:extLst>
          </p:nvPr>
        </p:nvGraphicFramePr>
        <p:xfrm>
          <a:off x="321733" y="2420475"/>
          <a:ext cx="11533193" cy="40986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8952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1B1BB61-A160-4262-BD99-8D05C92B3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73F68-D787-4DF5-A762-1D735C33BE4F}"/>
              </a:ext>
            </a:extLst>
          </p:cNvPr>
          <p:cNvSpPr>
            <a:spLocks noGrp="1"/>
          </p:cNvSpPr>
          <p:nvPr>
            <p:ph type="title"/>
          </p:nvPr>
        </p:nvSpPr>
        <p:spPr>
          <a:xfrm>
            <a:off x="4949072" y="568345"/>
            <a:ext cx="6755199" cy="1560716"/>
          </a:xfrm>
        </p:spPr>
        <p:txBody>
          <a:bodyPr>
            <a:normAutofit/>
          </a:bodyPr>
          <a:lstStyle/>
          <a:p>
            <a:r>
              <a:rPr lang="tr-TR"/>
              <a:t>Wallet</a:t>
            </a:r>
          </a:p>
        </p:txBody>
      </p:sp>
      <p:cxnSp>
        <p:nvCxnSpPr>
          <p:cNvPr id="34" name="Straight Connector 33">
            <a:extLst>
              <a:ext uri="{FF2B5EF4-FFF2-40B4-BE49-F238E27FC236}">
                <a16:creationId xmlns:a16="http://schemas.microsoft.com/office/drawing/2014/main" id="{2E7CBBCD-BED8-4C4C-8F45-F9CEE9F588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9072" y="2176009"/>
            <a:ext cx="675519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C05A2C07-302F-4A24-BF53-ABDB41DAD7FC}"/>
              </a:ext>
            </a:extLst>
          </p:cNvPr>
          <p:cNvGraphicFramePr>
            <a:graphicFrameLocks noGrp="1"/>
          </p:cNvGraphicFramePr>
          <p:nvPr>
            <p:ph idx="1"/>
            <p:extLst>
              <p:ext uri="{D42A27DB-BD31-4B8C-83A1-F6EECF244321}">
                <p14:modId xmlns:p14="http://schemas.microsoft.com/office/powerpoint/2010/main" val="3100212120"/>
              </p:ext>
            </p:extLst>
          </p:nvPr>
        </p:nvGraphicFramePr>
        <p:xfrm>
          <a:off x="785308" y="2420471"/>
          <a:ext cx="10918963" cy="36798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5930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dirty="0"/>
              <a:t>Getting Your First Bitcoin</a:t>
            </a:r>
          </a:p>
        </p:txBody>
      </p:sp>
      <p:sp>
        <p:nvSpPr>
          <p:cNvPr id="3" name="Slide Number Placeholder 2">
            <a:extLst>
              <a:ext uri="{FF2B5EF4-FFF2-40B4-BE49-F238E27FC236}">
                <a16:creationId xmlns:a16="http://schemas.microsoft.com/office/drawing/2014/main" id="{30AFD348-8FEC-4971-9524-95E25DB7703C}"/>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48</a:t>
            </a:fld>
            <a:endParaRPr lang="en-US" sz="3700"/>
          </a:p>
        </p:txBody>
      </p:sp>
      <p:cxnSp>
        <p:nvCxnSpPr>
          <p:cNvPr id="23" name="Straight Connector 2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93D3B9B2-F0E4-4EA0-BCD5-FD08D0406733}"/>
              </a:ext>
            </a:extLst>
          </p:cNvPr>
          <p:cNvGraphicFramePr>
            <a:graphicFrameLocks noGrp="1"/>
          </p:cNvGraphicFramePr>
          <p:nvPr>
            <p:ph idx="1"/>
            <p:extLst>
              <p:ext uri="{D42A27DB-BD31-4B8C-83A1-F6EECF244321}">
                <p14:modId xmlns:p14="http://schemas.microsoft.com/office/powerpoint/2010/main" val="222690638"/>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62457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dirty="0"/>
              <a:t>How to get bitcoin?</a:t>
            </a:r>
          </a:p>
        </p:txBody>
      </p:sp>
      <p:graphicFrame>
        <p:nvGraphicFramePr>
          <p:cNvPr id="5" name="Content Placeholder 2">
            <a:extLst>
              <a:ext uri="{FF2B5EF4-FFF2-40B4-BE49-F238E27FC236}">
                <a16:creationId xmlns:a16="http://schemas.microsoft.com/office/drawing/2014/main" id="{E7974030-A6CC-4E82-9785-B238A5B2260F}"/>
              </a:ext>
            </a:extLst>
          </p:cNvPr>
          <p:cNvGraphicFramePr>
            <a:graphicFrameLocks noGrp="1"/>
          </p:cNvGraphicFramePr>
          <p:nvPr>
            <p:ph idx="1"/>
            <p:extLst>
              <p:ext uri="{D42A27DB-BD31-4B8C-83A1-F6EECF244321}">
                <p14:modId xmlns:p14="http://schemas.microsoft.com/office/powerpoint/2010/main" val="1012044894"/>
              </p:ext>
            </p:extLst>
          </p:nvPr>
        </p:nvGraphicFramePr>
        <p:xfrm>
          <a:off x="441063" y="2420471"/>
          <a:ext cx="11521758" cy="36584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0345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dirty="0"/>
              <a:t>How to get bitcoin?</a:t>
            </a:r>
          </a:p>
        </p:txBody>
      </p:sp>
      <p:sp>
        <p:nvSpPr>
          <p:cNvPr id="3" name="Slide Number Placeholder 2">
            <a:extLst>
              <a:ext uri="{FF2B5EF4-FFF2-40B4-BE49-F238E27FC236}">
                <a16:creationId xmlns:a16="http://schemas.microsoft.com/office/drawing/2014/main" id="{AB909C63-2753-4291-A91D-FD3B7149A5B5}"/>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50</a:t>
            </a:fld>
            <a:endParaRPr lang="en-US" sz="3700"/>
          </a:p>
        </p:txBody>
      </p:sp>
      <p:graphicFrame>
        <p:nvGraphicFramePr>
          <p:cNvPr id="5" name="Content Placeholder 2">
            <a:extLst>
              <a:ext uri="{FF2B5EF4-FFF2-40B4-BE49-F238E27FC236}">
                <a16:creationId xmlns:a16="http://schemas.microsoft.com/office/drawing/2014/main" id="{E7974030-A6CC-4E82-9785-B238A5B2260F}"/>
              </a:ext>
            </a:extLst>
          </p:cNvPr>
          <p:cNvGraphicFramePr>
            <a:graphicFrameLocks noGrp="1"/>
          </p:cNvGraphicFramePr>
          <p:nvPr>
            <p:ph idx="1"/>
            <p:extLst>
              <p:ext uri="{D42A27DB-BD31-4B8C-83A1-F6EECF244321}">
                <p14:modId xmlns:p14="http://schemas.microsoft.com/office/powerpoint/2010/main" val="635263756"/>
              </p:ext>
            </p:extLst>
          </p:nvPr>
        </p:nvGraphicFramePr>
        <p:xfrm>
          <a:off x="388909" y="2329066"/>
          <a:ext cx="11414182" cy="3960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19755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en-US" dirty="0"/>
              <a:t>Finding the Current Price of Bitcoin</a:t>
            </a:r>
            <a:endParaRPr lang="tr-TR" dirty="0"/>
          </a:p>
        </p:txBody>
      </p:sp>
      <p:sp>
        <p:nvSpPr>
          <p:cNvPr id="3" name="Slide Number Placeholder 2">
            <a:extLst>
              <a:ext uri="{FF2B5EF4-FFF2-40B4-BE49-F238E27FC236}">
                <a16:creationId xmlns:a16="http://schemas.microsoft.com/office/drawing/2014/main" id="{5BC8A66A-A947-4043-819D-0AE9612FF5B7}"/>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51</a:t>
            </a:fld>
            <a:endParaRPr lang="en-US" sz="3700"/>
          </a:p>
        </p:txBody>
      </p:sp>
      <p:cxnSp>
        <p:nvCxnSpPr>
          <p:cNvPr id="26" name="Straight Connector 25">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30F4518-3BC3-4A89-9833-DA1BF55B921B}"/>
              </a:ext>
            </a:extLst>
          </p:cNvPr>
          <p:cNvGraphicFramePr>
            <a:graphicFrameLocks noGrp="1"/>
          </p:cNvGraphicFramePr>
          <p:nvPr>
            <p:ph idx="1"/>
            <p:extLst>
              <p:ext uri="{D42A27DB-BD31-4B8C-83A1-F6EECF244321}">
                <p14:modId xmlns:p14="http://schemas.microsoft.com/office/powerpoint/2010/main" val="3082646857"/>
              </p:ext>
            </p:extLst>
          </p:nvPr>
        </p:nvGraphicFramePr>
        <p:xfrm>
          <a:off x="336884" y="2438399"/>
          <a:ext cx="11678653" cy="4170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6263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129553" y="280000"/>
            <a:ext cx="10093911" cy="630560"/>
          </a:xfrm>
        </p:spPr>
        <p:txBody>
          <a:bodyPr>
            <a:normAutofit fontScale="90000"/>
          </a:bodyPr>
          <a:lstStyle/>
          <a:p>
            <a:pPr algn="ctr"/>
            <a:r>
              <a:rPr lang="tr-TR" dirty="0" err="1"/>
              <a:t>Sending</a:t>
            </a:r>
            <a:r>
              <a:rPr lang="tr-TR" dirty="0"/>
              <a:t> &amp; Receiving Bitcoin</a:t>
            </a:r>
          </a:p>
        </p:txBody>
      </p:sp>
      <p:cxnSp>
        <p:nvCxnSpPr>
          <p:cNvPr id="41" name="Straight Connector 40">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10">
            <a:extLst>
              <a:ext uri="{FF2B5EF4-FFF2-40B4-BE49-F238E27FC236}">
                <a16:creationId xmlns:a16="http://schemas.microsoft.com/office/drawing/2014/main" id="{64CBC497-7C5B-4842-A131-00E248C89667}"/>
              </a:ext>
            </a:extLst>
          </p:cNvPr>
          <p:cNvGraphicFramePr>
            <a:graphicFrameLocks/>
          </p:cNvGraphicFramePr>
          <p:nvPr>
            <p:extLst>
              <p:ext uri="{D42A27DB-BD31-4B8C-83A1-F6EECF244321}">
                <p14:modId xmlns:p14="http://schemas.microsoft.com/office/powerpoint/2010/main" val="474556999"/>
              </p:ext>
            </p:extLst>
          </p:nvPr>
        </p:nvGraphicFramePr>
        <p:xfrm>
          <a:off x="3055173" y="1190560"/>
          <a:ext cx="5832436" cy="5087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TextBox 12">
            <a:extLst>
              <a:ext uri="{FF2B5EF4-FFF2-40B4-BE49-F238E27FC236}">
                <a16:creationId xmlns:a16="http://schemas.microsoft.com/office/drawing/2014/main" id="{3E2694EC-BD18-4F96-8423-7A2D67EB5BE5}"/>
              </a:ext>
            </a:extLst>
          </p:cNvPr>
          <p:cNvSpPr txBox="1"/>
          <p:nvPr/>
        </p:nvSpPr>
        <p:spPr>
          <a:xfrm>
            <a:off x="3310926" y="6393059"/>
            <a:ext cx="5920716" cy="350425"/>
          </a:xfrm>
          <a:prstGeom prst="rect">
            <a:avLst/>
          </a:prstGeom>
          <a:noFill/>
        </p:spPr>
        <p:txBody>
          <a:bodyPr wrap="square">
            <a:spAutoFit/>
          </a:bodyPr>
          <a:lstStyle/>
          <a:p>
            <a:r>
              <a:rPr lang="en-US" sz="1600" dirty="0"/>
              <a:t>https://play.google.com/store/apps/details?id=com.mycelium.wallet</a:t>
            </a:r>
          </a:p>
        </p:txBody>
      </p:sp>
      <p:pic>
        <p:nvPicPr>
          <p:cNvPr id="15" name="Picture 14">
            <a:extLst>
              <a:ext uri="{FF2B5EF4-FFF2-40B4-BE49-F238E27FC236}">
                <a16:creationId xmlns:a16="http://schemas.microsoft.com/office/drawing/2014/main" id="{86A48026-5215-4F83-AEFD-2DB063F454AF}"/>
              </a:ext>
            </a:extLst>
          </p:cNvPr>
          <p:cNvPicPr>
            <a:picLocks noChangeAspect="1"/>
          </p:cNvPicPr>
          <p:nvPr/>
        </p:nvPicPr>
        <p:blipFill>
          <a:blip r:embed="rId7"/>
          <a:stretch>
            <a:fillRect/>
          </a:stretch>
        </p:blipFill>
        <p:spPr>
          <a:xfrm>
            <a:off x="9032747" y="1105148"/>
            <a:ext cx="2910035" cy="5173395"/>
          </a:xfrm>
          <a:prstGeom prst="rect">
            <a:avLst/>
          </a:prstGeom>
        </p:spPr>
      </p:pic>
      <p:pic>
        <p:nvPicPr>
          <p:cNvPr id="16" name="Picture 15">
            <a:extLst>
              <a:ext uri="{FF2B5EF4-FFF2-40B4-BE49-F238E27FC236}">
                <a16:creationId xmlns:a16="http://schemas.microsoft.com/office/drawing/2014/main" id="{8930EDC4-74C4-48FC-BF55-1A0BCC3F0C58}"/>
              </a:ext>
            </a:extLst>
          </p:cNvPr>
          <p:cNvPicPr>
            <a:picLocks noChangeAspect="1"/>
          </p:cNvPicPr>
          <p:nvPr/>
        </p:nvPicPr>
        <p:blipFill>
          <a:blip r:embed="rId8"/>
          <a:stretch>
            <a:fillRect/>
          </a:stretch>
        </p:blipFill>
        <p:spPr>
          <a:xfrm>
            <a:off x="289692" y="1021976"/>
            <a:ext cx="3021234" cy="5371083"/>
          </a:xfrm>
          <a:prstGeom prst="rect">
            <a:avLst/>
          </a:prstGeom>
        </p:spPr>
      </p:pic>
    </p:spTree>
    <p:extLst>
      <p:ext uri="{BB962C8B-B14F-4D97-AF65-F5344CB8AC3E}">
        <p14:creationId xmlns:p14="http://schemas.microsoft.com/office/powerpoint/2010/main" val="41677905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Çevrimiçi Medya 2" title="How to send and receive Bitcoin - Bitcoin 101">
            <a:hlinkClick r:id="" action="ppaction://media"/>
            <a:extLst>
              <a:ext uri="{FF2B5EF4-FFF2-40B4-BE49-F238E27FC236}">
                <a16:creationId xmlns:a16="http://schemas.microsoft.com/office/drawing/2014/main" id="{2A1EC565-5609-40CE-AD50-855879A06998}"/>
              </a:ext>
            </a:extLst>
          </p:cNvPr>
          <p:cNvPicPr>
            <a:picLocks noRot="1" noChangeAspect="1"/>
          </p:cNvPicPr>
          <p:nvPr>
            <a:videoFile r:link="rId1"/>
          </p:nvPr>
        </p:nvPicPr>
        <p:blipFill>
          <a:blip r:embed="rId5"/>
          <a:stretch>
            <a:fillRect/>
          </a:stretch>
        </p:blipFill>
        <p:spPr>
          <a:xfrm>
            <a:off x="7008171" y="1067246"/>
            <a:ext cx="3920435" cy="2215046"/>
          </a:xfrm>
          <a:prstGeom prst="rect">
            <a:avLst/>
          </a:prstGeom>
        </p:spPr>
      </p:pic>
      <p:pic>
        <p:nvPicPr>
          <p:cNvPr id="4" name="Çevrimiçi Medya 3" title="How to buy and sell Bitcoin - Bitcoin 101">
            <a:hlinkClick r:id="" action="ppaction://media"/>
            <a:extLst>
              <a:ext uri="{FF2B5EF4-FFF2-40B4-BE49-F238E27FC236}">
                <a16:creationId xmlns:a16="http://schemas.microsoft.com/office/drawing/2014/main" id="{7B713E18-2A5D-4626-B90F-01A987007BE5}"/>
              </a:ext>
            </a:extLst>
          </p:cNvPr>
          <p:cNvPicPr>
            <a:picLocks noRot="1" noChangeAspect="1"/>
          </p:cNvPicPr>
          <p:nvPr>
            <a:videoFile r:link="rId2"/>
          </p:nvPr>
        </p:nvPicPr>
        <p:blipFill>
          <a:blip r:embed="rId6"/>
          <a:stretch>
            <a:fillRect/>
          </a:stretch>
        </p:blipFill>
        <p:spPr>
          <a:xfrm>
            <a:off x="1599988" y="1039362"/>
            <a:ext cx="4123225" cy="2329622"/>
          </a:xfrm>
          <a:prstGeom prst="rect">
            <a:avLst/>
          </a:prstGeom>
        </p:spPr>
      </p:pic>
      <p:sp>
        <p:nvSpPr>
          <p:cNvPr id="5" name="Dikdörtgen 4">
            <a:hlinkClick r:id="rId7"/>
            <a:extLst>
              <a:ext uri="{FF2B5EF4-FFF2-40B4-BE49-F238E27FC236}">
                <a16:creationId xmlns:a16="http://schemas.microsoft.com/office/drawing/2014/main" id="{4ABEEA5B-986D-4F99-9CE0-6951D52AA96A}"/>
              </a:ext>
            </a:extLst>
          </p:cNvPr>
          <p:cNvSpPr/>
          <p:nvPr/>
        </p:nvSpPr>
        <p:spPr>
          <a:xfrm>
            <a:off x="1256405" y="3426459"/>
            <a:ext cx="4839595" cy="369332"/>
          </a:xfrm>
          <a:prstGeom prst="rect">
            <a:avLst/>
          </a:prstGeom>
        </p:spPr>
        <p:txBody>
          <a:bodyPr wrap="none">
            <a:spAutoFit/>
          </a:bodyPr>
          <a:lstStyle/>
          <a:p>
            <a:r>
              <a:rPr lang="tr-TR" dirty="0"/>
              <a:t>https://www.youtube.com/watch?v=0gNPmLljJ1k</a:t>
            </a:r>
          </a:p>
        </p:txBody>
      </p:sp>
      <p:sp>
        <p:nvSpPr>
          <p:cNvPr id="6" name="Dikdörtgen 5">
            <a:hlinkClick r:id="rId8"/>
            <a:extLst>
              <a:ext uri="{FF2B5EF4-FFF2-40B4-BE49-F238E27FC236}">
                <a16:creationId xmlns:a16="http://schemas.microsoft.com/office/drawing/2014/main" id="{1FACC1B5-B0BC-4AC8-86CB-6590ACCBA0DC}"/>
              </a:ext>
            </a:extLst>
          </p:cNvPr>
          <p:cNvSpPr/>
          <p:nvPr/>
        </p:nvSpPr>
        <p:spPr>
          <a:xfrm>
            <a:off x="6401114" y="3414142"/>
            <a:ext cx="5134547" cy="369332"/>
          </a:xfrm>
          <a:prstGeom prst="rect">
            <a:avLst/>
          </a:prstGeom>
        </p:spPr>
        <p:txBody>
          <a:bodyPr wrap="none">
            <a:spAutoFit/>
          </a:bodyPr>
          <a:lstStyle/>
          <a:p>
            <a:r>
              <a:rPr lang="tr-TR" dirty="0"/>
              <a:t>https://www.youtube.com/watch?v=7maNVTM8B1E</a:t>
            </a:r>
          </a:p>
        </p:txBody>
      </p:sp>
      <p:pic>
        <p:nvPicPr>
          <p:cNvPr id="7" name="Çevrimiçi Medya 6" title="How To Buy Bitcoin SAFELY | Step By Step Guide">
            <a:hlinkClick r:id="" action="ppaction://media"/>
            <a:extLst>
              <a:ext uri="{FF2B5EF4-FFF2-40B4-BE49-F238E27FC236}">
                <a16:creationId xmlns:a16="http://schemas.microsoft.com/office/drawing/2014/main" id="{68213D4D-56EE-44B1-8056-70D0ACD2AC6E}"/>
              </a:ext>
            </a:extLst>
          </p:cNvPr>
          <p:cNvPicPr>
            <a:picLocks noRot="1" noChangeAspect="1"/>
          </p:cNvPicPr>
          <p:nvPr>
            <a:videoFile r:link="rId3"/>
          </p:nvPr>
        </p:nvPicPr>
        <p:blipFill>
          <a:blip r:embed="rId9"/>
          <a:stretch>
            <a:fillRect/>
          </a:stretch>
        </p:blipFill>
        <p:spPr>
          <a:xfrm>
            <a:off x="4607318" y="3915324"/>
            <a:ext cx="4009907" cy="2265597"/>
          </a:xfrm>
          <a:prstGeom prst="rect">
            <a:avLst/>
          </a:prstGeom>
        </p:spPr>
      </p:pic>
      <p:sp>
        <p:nvSpPr>
          <p:cNvPr id="8" name="Dikdörtgen 7">
            <a:extLst>
              <a:ext uri="{FF2B5EF4-FFF2-40B4-BE49-F238E27FC236}">
                <a16:creationId xmlns:a16="http://schemas.microsoft.com/office/drawing/2014/main" id="{28D2F139-6653-4A84-B5A1-6F71EF6DF8D2}"/>
              </a:ext>
            </a:extLst>
          </p:cNvPr>
          <p:cNvSpPr/>
          <p:nvPr/>
        </p:nvSpPr>
        <p:spPr>
          <a:xfrm>
            <a:off x="4070100" y="6333022"/>
            <a:ext cx="5084341" cy="369332"/>
          </a:xfrm>
          <a:prstGeom prst="rect">
            <a:avLst/>
          </a:prstGeom>
        </p:spPr>
        <p:txBody>
          <a:bodyPr wrap="none">
            <a:spAutoFit/>
          </a:bodyPr>
          <a:lstStyle/>
          <a:p>
            <a:r>
              <a:rPr lang="tr-TR" dirty="0"/>
              <a:t>https://www.youtube.com/watch?v=fAmdC64KKdM</a:t>
            </a:r>
          </a:p>
        </p:txBody>
      </p:sp>
      <p:sp>
        <p:nvSpPr>
          <p:cNvPr id="9" name="Title 1">
            <a:extLst>
              <a:ext uri="{FF2B5EF4-FFF2-40B4-BE49-F238E27FC236}">
                <a16:creationId xmlns:a16="http://schemas.microsoft.com/office/drawing/2014/main" id="{006C84CE-01B3-4F7F-993B-903CDBF89E4B}"/>
              </a:ext>
            </a:extLst>
          </p:cNvPr>
          <p:cNvSpPr txBox="1">
            <a:spLocks/>
          </p:cNvSpPr>
          <p:nvPr/>
        </p:nvSpPr>
        <p:spPr>
          <a:xfrm>
            <a:off x="2384475" y="290720"/>
            <a:ext cx="8618142" cy="630560"/>
          </a:xfrm>
          <a:prstGeom prst="rect">
            <a:avLst/>
          </a:prstGeom>
        </p:spPr>
        <p:txBody>
          <a:bodyPr>
            <a:normAutofit fontScale="90000" lnSpcReduction="20000"/>
          </a:bodyPr>
          <a:lst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a:lstStyle>
          <a:p>
            <a:r>
              <a:rPr lang="tr-TR" dirty="0" err="1"/>
              <a:t>Related</a:t>
            </a:r>
            <a:r>
              <a:rPr lang="tr-TR" dirty="0"/>
              <a:t> </a:t>
            </a:r>
            <a:r>
              <a:rPr lang="tr-TR" dirty="0" err="1"/>
              <a:t>Videos</a:t>
            </a:r>
            <a:endParaRPr lang="tr-TR" dirty="0"/>
          </a:p>
        </p:txBody>
      </p:sp>
    </p:spTree>
    <p:extLst>
      <p:ext uri="{BB962C8B-B14F-4D97-AF65-F5344CB8AC3E}">
        <p14:creationId xmlns:p14="http://schemas.microsoft.com/office/powerpoint/2010/main" val="283217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3"/>
                </p:tgtEl>
              </p:cMediaNode>
            </p:video>
            <p:seq concurrent="1" nextAc="seek">
              <p:cTn id="16" restart="whenNotActive" fill="hold" evtFilter="cancelBubble" nodeType="interactiveSeq">
                <p:stCondLst>
                  <p:cond evt="onClick" delay="0">
                    <p:tgtEl>
                      <p:spTgt spid="3"/>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3"/>
                                        </p:tgtEl>
                                      </p:cBhvr>
                                    </p:cmd>
                                  </p:childTnLst>
                                </p:cTn>
                              </p:par>
                            </p:childTnLst>
                          </p:cTn>
                        </p:par>
                      </p:childTnLst>
                    </p:cTn>
                  </p:par>
                </p:childTnLst>
              </p:cTn>
              <p:nextCondLst>
                <p:cond evt="onClick" delay="0">
                  <p:tgtEl>
                    <p:spTgt spid="3"/>
                  </p:tgtEl>
                </p:cond>
              </p:nextCondLst>
            </p:seq>
            <p:video>
              <p:cMediaNode vol="80000">
                <p:cTn id="21" fill="hold" display="0">
                  <p:stCondLst>
                    <p:cond delay="indefinite"/>
                  </p:stCondLst>
                </p:cTn>
                <p:tgtEl>
                  <p:spTgt spid="4"/>
                </p:tgtEl>
              </p:cMediaNode>
            </p:video>
            <p:seq concurrent="1" nextAc="seek">
              <p:cTn id="22" restart="whenNotActive" fill="hold" evtFilter="cancelBubble" nodeType="interactiveSeq">
                <p:stCondLst>
                  <p:cond evt="onClick" delay="0">
                    <p:tgtEl>
                      <p:spTgt spid="4"/>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4"/>
                                        </p:tgtEl>
                                      </p:cBhvr>
                                    </p:cmd>
                                  </p:childTnLst>
                                </p:cTn>
                              </p:par>
                            </p:childTnLst>
                          </p:cTn>
                        </p:par>
                      </p:childTnLst>
                    </p:cTn>
                  </p:par>
                </p:childTnLst>
              </p:cTn>
              <p:nextCondLst>
                <p:cond evt="onClick" delay="0">
                  <p:tgtEl>
                    <p:spTgt spid="4"/>
                  </p:tgtEl>
                </p:cond>
              </p:nextCondLst>
            </p:seq>
            <p:video>
              <p:cMediaNode vol="80000">
                <p:cTn id="27" fill="hold" display="0">
                  <p:stCondLst>
                    <p:cond delay="indefinite"/>
                  </p:stCondLst>
                </p:cTn>
                <p:tgtEl>
                  <p:spTgt spid="7"/>
                </p:tgtEl>
              </p:cMediaNode>
            </p:video>
            <p:seq concurrent="1" nextAc="seek">
              <p:cTn id="28" restart="whenNotActive" fill="hold" evtFilter="cancelBubble" nodeType="interactiveSeq">
                <p:stCondLst>
                  <p:cond evt="onClick" delay="0">
                    <p:tgtEl>
                      <p:spTgt spid="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E6C1-B1C5-40C3-9B90-EF2666FB1C28}"/>
              </a:ext>
            </a:extLst>
          </p:cNvPr>
          <p:cNvSpPr>
            <a:spLocks noGrp="1"/>
          </p:cNvSpPr>
          <p:nvPr>
            <p:ph type="title"/>
          </p:nvPr>
        </p:nvSpPr>
        <p:spPr>
          <a:xfrm>
            <a:off x="411051" y="154681"/>
            <a:ext cx="11340000" cy="604269"/>
          </a:xfrm>
        </p:spPr>
        <p:txBody>
          <a:bodyPr>
            <a:normAutofit fontScale="90000"/>
          </a:bodyPr>
          <a:lstStyle/>
          <a:p>
            <a:r>
              <a:rPr lang="en-US" dirty="0">
                <a:solidFill>
                  <a:schemeClr val="tx1"/>
                </a:solidFill>
              </a:rPr>
              <a:t>Discussions</a:t>
            </a:r>
            <a:endParaRPr lang="en-US" dirty="0"/>
          </a:p>
        </p:txBody>
      </p:sp>
      <p:sp>
        <p:nvSpPr>
          <p:cNvPr id="7" name="Text Placeholder 6">
            <a:extLst>
              <a:ext uri="{FF2B5EF4-FFF2-40B4-BE49-F238E27FC236}">
                <a16:creationId xmlns:a16="http://schemas.microsoft.com/office/drawing/2014/main" id="{DDC64B4F-EF8E-442A-8D01-0AD7034A6823}"/>
              </a:ext>
            </a:extLst>
          </p:cNvPr>
          <p:cNvSpPr>
            <a:spLocks noGrp="1"/>
          </p:cNvSpPr>
          <p:nvPr>
            <p:ph type="body" sz="quarter" idx="26"/>
          </p:nvPr>
        </p:nvSpPr>
        <p:spPr>
          <a:xfrm>
            <a:off x="1843682" y="873879"/>
            <a:ext cx="8504635" cy="276561"/>
          </a:xfrm>
        </p:spPr>
        <p:txBody>
          <a:bodyPr>
            <a:normAutofit fontScale="62500" lnSpcReduction="20000"/>
          </a:bodyPr>
          <a:lstStyle/>
          <a:p>
            <a:r>
              <a:rPr lang="tr-TR" dirty="0"/>
              <a:t>Asses what you got so far!</a:t>
            </a:r>
            <a:endParaRPr lang="en-US" dirty="0"/>
          </a:p>
        </p:txBody>
      </p:sp>
      <p:sp>
        <p:nvSpPr>
          <p:cNvPr id="8" name="Text Placeholder 7">
            <a:extLst>
              <a:ext uri="{FF2B5EF4-FFF2-40B4-BE49-F238E27FC236}">
                <a16:creationId xmlns:a16="http://schemas.microsoft.com/office/drawing/2014/main" id="{E869ACF9-B7F9-4774-B207-2EF789711513}"/>
              </a:ext>
            </a:extLst>
          </p:cNvPr>
          <p:cNvSpPr>
            <a:spLocks noGrp="1"/>
          </p:cNvSpPr>
          <p:nvPr>
            <p:ph type="body" sz="quarter" idx="27"/>
          </p:nvPr>
        </p:nvSpPr>
        <p:spPr>
          <a:xfrm>
            <a:off x="1847851" y="1374646"/>
            <a:ext cx="2231684" cy="648000"/>
          </a:xfrm>
        </p:spPr>
        <p:txBody>
          <a:bodyPr/>
          <a:lstStyle/>
          <a:p>
            <a:r>
              <a:rPr lang="tr-TR" dirty="0"/>
              <a:t>Noticible issues</a:t>
            </a:r>
            <a:endParaRPr lang="en-US" dirty="0">
              <a:latin typeface="+mn-lt"/>
            </a:endParaRPr>
          </a:p>
        </p:txBody>
      </p:sp>
      <p:sp>
        <p:nvSpPr>
          <p:cNvPr id="3" name="Content Placeholder 2">
            <a:extLst>
              <a:ext uri="{FF2B5EF4-FFF2-40B4-BE49-F238E27FC236}">
                <a16:creationId xmlns:a16="http://schemas.microsoft.com/office/drawing/2014/main" id="{F350F641-F6F8-461C-9C2D-07E416875818}"/>
              </a:ext>
            </a:extLst>
          </p:cNvPr>
          <p:cNvSpPr>
            <a:spLocks noGrp="1"/>
          </p:cNvSpPr>
          <p:nvPr>
            <p:ph idx="1"/>
          </p:nvPr>
        </p:nvSpPr>
        <p:spPr>
          <a:xfrm>
            <a:off x="1847971" y="2525907"/>
            <a:ext cx="2794502" cy="3314545"/>
          </a:xfrm>
        </p:spPr>
        <p:txBody>
          <a:bodyPr>
            <a:normAutofit/>
          </a:bodyPr>
          <a:lstStyle/>
          <a:p>
            <a:pPr marL="0" indent="0">
              <a:buNone/>
            </a:pPr>
            <a:r>
              <a:rPr lang="en-US" dirty="0"/>
              <a:t>What do you think on this chapter?</a:t>
            </a:r>
          </a:p>
          <a:p>
            <a:pPr marL="0" indent="0">
              <a:buNone/>
            </a:pPr>
            <a:r>
              <a:rPr lang="en-US" dirty="0"/>
              <a:t>Do you think the bitcoin inspiring?</a:t>
            </a:r>
          </a:p>
        </p:txBody>
      </p:sp>
      <p:sp>
        <p:nvSpPr>
          <p:cNvPr id="9" name="Text Placeholder 8">
            <a:extLst>
              <a:ext uri="{FF2B5EF4-FFF2-40B4-BE49-F238E27FC236}">
                <a16:creationId xmlns:a16="http://schemas.microsoft.com/office/drawing/2014/main" id="{3A2613D7-9904-47E7-A848-78E09B4F4A05}"/>
              </a:ext>
            </a:extLst>
          </p:cNvPr>
          <p:cNvSpPr>
            <a:spLocks noGrp="1"/>
          </p:cNvSpPr>
          <p:nvPr>
            <p:ph type="body" sz="quarter" idx="28"/>
          </p:nvPr>
        </p:nvSpPr>
        <p:spPr>
          <a:xfrm>
            <a:off x="7671545" y="1417942"/>
            <a:ext cx="2231684" cy="648000"/>
          </a:xfrm>
        </p:spPr>
        <p:txBody>
          <a:bodyPr/>
          <a:lstStyle/>
          <a:p>
            <a:r>
              <a:rPr lang="tr-TR" dirty="0">
                <a:latin typeface="+mn-lt"/>
              </a:rPr>
              <a:t>Unclarified issues</a:t>
            </a:r>
            <a:endParaRPr lang="en-US" dirty="0">
              <a:latin typeface="+mn-lt"/>
            </a:endParaRPr>
          </a:p>
        </p:txBody>
      </p:sp>
      <p:sp>
        <p:nvSpPr>
          <p:cNvPr id="5" name="Text Placeholder 4">
            <a:extLst>
              <a:ext uri="{FF2B5EF4-FFF2-40B4-BE49-F238E27FC236}">
                <a16:creationId xmlns:a16="http://schemas.microsoft.com/office/drawing/2014/main" id="{1B9D7DA5-9DA5-4EDA-AAC1-B5A593D730C3}"/>
              </a:ext>
            </a:extLst>
          </p:cNvPr>
          <p:cNvSpPr>
            <a:spLocks noGrp="1"/>
          </p:cNvSpPr>
          <p:nvPr>
            <p:ph type="body" sz="quarter" idx="12"/>
          </p:nvPr>
        </p:nvSpPr>
        <p:spPr>
          <a:xfrm>
            <a:off x="7675781" y="2569266"/>
            <a:ext cx="2794852" cy="3314200"/>
          </a:xfrm>
        </p:spPr>
        <p:txBody>
          <a:bodyPr/>
          <a:lstStyle/>
          <a:p>
            <a:pPr marL="0" indent="0">
              <a:buNone/>
            </a:pPr>
            <a:r>
              <a:rPr lang="tr-TR" dirty="0">
                <a:solidFill>
                  <a:schemeClr val="tx1">
                    <a:lumMod val="75000"/>
                    <a:lumOff val="25000"/>
                  </a:schemeClr>
                </a:solidFill>
              </a:rPr>
              <a:t>What are the points need further </a:t>
            </a:r>
            <a:r>
              <a:rPr lang="tr-TR" dirty="0" err="1">
                <a:solidFill>
                  <a:schemeClr val="tx1">
                    <a:lumMod val="75000"/>
                    <a:lumOff val="25000"/>
                  </a:schemeClr>
                </a:solidFill>
              </a:rPr>
              <a:t>explanations</a:t>
            </a:r>
            <a:r>
              <a:rPr lang="tr-TR" dirty="0">
                <a:solidFill>
                  <a:schemeClr val="tx1">
                    <a:lumMod val="75000"/>
                    <a:lumOff val="25000"/>
                  </a:schemeClr>
                </a:solidFill>
              </a:rPr>
              <a:t>?</a:t>
            </a:r>
            <a:endParaRPr lang="en-US" dirty="0">
              <a:solidFill>
                <a:schemeClr val="tx1">
                  <a:lumMod val="75000"/>
                  <a:lumOff val="25000"/>
                </a:schemeClr>
              </a:solidFill>
            </a:endParaRPr>
          </a:p>
        </p:txBody>
      </p:sp>
      <p:sp>
        <p:nvSpPr>
          <p:cNvPr id="10" name="Text Placeholder 7">
            <a:extLst>
              <a:ext uri="{FF2B5EF4-FFF2-40B4-BE49-F238E27FC236}">
                <a16:creationId xmlns:a16="http://schemas.microsoft.com/office/drawing/2014/main" id="{F327A844-1A59-4217-BC8E-ABA5FBBEA9DE}"/>
              </a:ext>
            </a:extLst>
          </p:cNvPr>
          <p:cNvSpPr txBox="1">
            <a:spLocks/>
          </p:cNvSpPr>
          <p:nvPr/>
        </p:nvSpPr>
        <p:spPr>
          <a:xfrm>
            <a:off x="4876922" y="1417661"/>
            <a:ext cx="2231684" cy="648000"/>
          </a:xfrm>
          <a:prstGeom prst="rect">
            <a:avLst/>
          </a:prstGeom>
          <a:ln>
            <a:solidFill>
              <a:schemeClr val="accent1"/>
            </a:solidFill>
          </a:ln>
        </p:spPr>
        <p:txBody>
          <a:bodyPr vert="horz" lIns="0" tIns="108000" rIns="0" bIns="0" rtlCol="0" anchor="t">
            <a:noAutofit/>
          </a:bodyPr>
          <a:lstStyle>
            <a:lvl1pPr marL="0" indent="0" algn="ctr" defTabSz="685800" rtl="0" eaLnBrk="1" latinLnBrk="0" hangingPunct="1">
              <a:lnSpc>
                <a:spcPct val="90000"/>
              </a:lnSpc>
              <a:spcBef>
                <a:spcPts val="750"/>
              </a:spcBef>
              <a:buFont typeface="Arial" panose="020B0604020202020204" pitchFamily="34" charset="0"/>
              <a:buNone/>
              <a:defRPr sz="1350" kern="1200">
                <a:solidFill>
                  <a:schemeClr val="tx1">
                    <a:lumMod val="75000"/>
                    <a:lumOff val="25000"/>
                  </a:schemeClr>
                </a:solidFill>
                <a:latin typeface="+mj-lt"/>
                <a:ea typeface="+mn-ea"/>
                <a:cs typeface="+mn-cs"/>
              </a:defRPr>
            </a:lvl1pPr>
            <a:lvl2pPr marL="200025" indent="0" algn="ctr" defTabSz="685800" rtl="0" eaLnBrk="1" latinLnBrk="0" hangingPunct="1">
              <a:lnSpc>
                <a:spcPct val="90000"/>
              </a:lnSpc>
              <a:spcBef>
                <a:spcPts val="375"/>
              </a:spcBef>
              <a:buFont typeface="Arial" panose="020B0604020202020204" pitchFamily="34" charset="0"/>
              <a:buNone/>
              <a:defRPr sz="1200" kern="1200">
                <a:solidFill>
                  <a:schemeClr val="tx1">
                    <a:lumMod val="75000"/>
                    <a:lumOff val="25000"/>
                  </a:schemeClr>
                </a:solidFill>
                <a:latin typeface="+mn-lt"/>
                <a:ea typeface="+mn-ea"/>
                <a:cs typeface="+mn-cs"/>
              </a:defRPr>
            </a:lvl2pPr>
            <a:lvl3pPr marL="407194"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3pPr>
            <a:lvl4pPr marL="607219"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4pPr>
            <a:lvl5pPr marL="807244"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tr-TR" dirty="0"/>
              <a:t>Interesting Details</a:t>
            </a:r>
            <a:endParaRPr lang="en-US" dirty="0">
              <a:latin typeface="+mn-lt"/>
            </a:endParaRPr>
          </a:p>
        </p:txBody>
      </p:sp>
      <p:sp>
        <p:nvSpPr>
          <p:cNvPr id="11" name="Content Placeholder 2">
            <a:extLst>
              <a:ext uri="{FF2B5EF4-FFF2-40B4-BE49-F238E27FC236}">
                <a16:creationId xmlns:a16="http://schemas.microsoft.com/office/drawing/2014/main" id="{5556DF9F-5118-400A-8336-75F3A3B68986}"/>
              </a:ext>
            </a:extLst>
          </p:cNvPr>
          <p:cNvSpPr txBox="1">
            <a:spLocks/>
          </p:cNvSpPr>
          <p:nvPr/>
        </p:nvSpPr>
        <p:spPr>
          <a:xfrm>
            <a:off x="4877042" y="2568922"/>
            <a:ext cx="2794502" cy="3314545"/>
          </a:xfrm>
          <a:prstGeom prst="rightArrowCallout">
            <a:avLst>
              <a:gd name="adj1" fmla="val 50000"/>
              <a:gd name="adj2" fmla="val 25000"/>
              <a:gd name="adj3" fmla="val 15421"/>
              <a:gd name="adj4" fmla="val 80487"/>
            </a:avLst>
          </a:prstGeom>
          <a:solidFill>
            <a:schemeClr val="bg1">
              <a:lumMod val="95000"/>
            </a:schemeClr>
          </a:solidFill>
        </p:spPr>
        <p:txBody>
          <a:bodyPr vert="horz" lIns="180000" tIns="180000" rIns="180000" bIns="0" rtlCol="0">
            <a:noAutofit/>
          </a:bodyPr>
          <a:lstStyle>
            <a:lvl1pPr marL="200025" indent="-200025" algn="l" defTabSz="685800" rtl="0" eaLnBrk="1" latinLnBrk="0" hangingPunct="1">
              <a:lnSpc>
                <a:spcPct val="90000"/>
              </a:lnSpc>
              <a:spcBef>
                <a:spcPts val="750"/>
              </a:spcBef>
              <a:buFont typeface="Arial" panose="020B0604020202020204" pitchFamily="34" charset="0"/>
              <a:buChar char="•"/>
              <a:defRPr sz="1350" kern="1200">
                <a:solidFill>
                  <a:schemeClr val="tx1">
                    <a:lumMod val="75000"/>
                    <a:lumOff val="25000"/>
                  </a:schemeClr>
                </a:solidFill>
                <a:latin typeface="+mn-lt"/>
                <a:ea typeface="+mn-ea"/>
                <a:cs typeface="+mn-cs"/>
              </a:defRPr>
            </a:lvl1pPr>
            <a:lvl2pPr marL="407194" indent="-207169" algn="l" defTabSz="685800" rtl="0" eaLnBrk="1" latinLnBrk="0" hangingPunct="1">
              <a:lnSpc>
                <a:spcPct val="90000"/>
              </a:lnSpc>
              <a:spcBef>
                <a:spcPts val="375"/>
              </a:spcBef>
              <a:buFont typeface="Arial" panose="020B0604020202020204" pitchFamily="34" charset="0"/>
              <a:buChar char="•"/>
              <a:defRPr sz="1200" kern="1200">
                <a:solidFill>
                  <a:schemeClr val="tx1">
                    <a:lumMod val="75000"/>
                    <a:lumOff val="25000"/>
                  </a:schemeClr>
                </a:solidFill>
                <a:latin typeface="+mn-lt"/>
                <a:ea typeface="+mn-ea"/>
                <a:cs typeface="+mn-cs"/>
              </a:defRPr>
            </a:lvl2pPr>
            <a:lvl3pPr marL="607219"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3pPr>
            <a:lvl4pPr marL="807244"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4pPr>
            <a:lvl5pPr marL="1007269"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dirty="0"/>
              <a:t>What is the most interesting point?</a:t>
            </a:r>
          </a:p>
          <a:p>
            <a:pPr marL="0" indent="0">
              <a:buNone/>
            </a:pPr>
            <a:r>
              <a:rPr lang="en-US" sz="2000" dirty="0"/>
              <a:t>Select and explain a critical </a:t>
            </a:r>
            <a:r>
              <a:rPr lang="en-US" sz="2000" dirty="0" err="1"/>
              <a:t>issu</a:t>
            </a:r>
            <a:r>
              <a:rPr lang="en-US" sz="2000" dirty="0"/>
              <a:t> in this chapter</a:t>
            </a:r>
          </a:p>
        </p:txBody>
      </p:sp>
      <p:pic>
        <p:nvPicPr>
          <p:cNvPr id="12" name="Picture 11" descr="A picture containing table, drawing, computer&#10;&#10;Description automatically generated">
            <a:extLst>
              <a:ext uri="{FF2B5EF4-FFF2-40B4-BE49-F238E27FC236}">
                <a16:creationId xmlns:a16="http://schemas.microsoft.com/office/drawing/2014/main" id="{A88D320D-EB5F-4EB0-BF4F-7C3E09D98E45}"/>
              </a:ext>
            </a:extLst>
          </p:cNvPr>
          <p:cNvPicPr>
            <a:picLocks noChangeAspect="1"/>
          </p:cNvPicPr>
          <p:nvPr/>
        </p:nvPicPr>
        <p:blipFill>
          <a:blip r:embed="rId3"/>
          <a:stretch>
            <a:fillRect/>
          </a:stretch>
        </p:blipFill>
        <p:spPr>
          <a:xfrm>
            <a:off x="2342607" y="5320200"/>
            <a:ext cx="1242170" cy="1247715"/>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34D0C9B3-64E8-46BC-96D3-913B781B294B}"/>
              </a:ext>
            </a:extLst>
          </p:cNvPr>
          <p:cNvPicPr>
            <a:picLocks noChangeAspect="1"/>
          </p:cNvPicPr>
          <p:nvPr/>
        </p:nvPicPr>
        <p:blipFill>
          <a:blip r:embed="rId4"/>
          <a:stretch>
            <a:fillRect/>
          </a:stretch>
        </p:blipFill>
        <p:spPr>
          <a:xfrm>
            <a:off x="8166301" y="5320200"/>
            <a:ext cx="1247715" cy="1247715"/>
          </a:xfrm>
          <a:prstGeom prst="rect">
            <a:avLst/>
          </a:prstGeom>
        </p:spPr>
      </p:pic>
      <p:pic>
        <p:nvPicPr>
          <p:cNvPr id="16" name="Picture 15" descr="A close up of graphics&#10;&#10;Description automatically generated">
            <a:extLst>
              <a:ext uri="{FF2B5EF4-FFF2-40B4-BE49-F238E27FC236}">
                <a16:creationId xmlns:a16="http://schemas.microsoft.com/office/drawing/2014/main" id="{40CE2CAF-FB88-45FA-BD9E-61287814D3E9}"/>
              </a:ext>
            </a:extLst>
          </p:cNvPr>
          <p:cNvPicPr>
            <a:picLocks noChangeAspect="1"/>
          </p:cNvPicPr>
          <p:nvPr/>
        </p:nvPicPr>
        <p:blipFill>
          <a:blip r:embed="rId5"/>
          <a:stretch>
            <a:fillRect/>
          </a:stretch>
        </p:blipFill>
        <p:spPr>
          <a:xfrm>
            <a:off x="5374736" y="5237741"/>
            <a:ext cx="1412631" cy="1412631"/>
          </a:xfrm>
          <a:prstGeom prst="rect">
            <a:avLst/>
          </a:prstGeom>
        </p:spPr>
      </p:pic>
    </p:spTree>
    <p:extLst>
      <p:ext uri="{BB962C8B-B14F-4D97-AF65-F5344CB8AC3E}">
        <p14:creationId xmlns:p14="http://schemas.microsoft.com/office/powerpoint/2010/main" val="2256170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Yer Tutucusu 7">
            <a:extLst>
              <a:ext uri="{FF2B5EF4-FFF2-40B4-BE49-F238E27FC236}">
                <a16:creationId xmlns:a16="http://schemas.microsoft.com/office/drawing/2014/main" id="{50B50BD2-1B68-4E2B-9BFB-7D46B0B81075}"/>
              </a:ext>
            </a:extLst>
          </p:cNvPr>
          <p:cNvPicPr>
            <a:picLocks noGrp="1" noChangeAspect="1"/>
          </p:cNvPicPr>
          <p:nvPr>
            <p:ph type="pic" sz="quarter" idx="12"/>
          </p:nvPr>
        </p:nvPicPr>
        <p:blipFill>
          <a:blip r:embed="rId3"/>
          <a:srcRect l="9992" r="9992"/>
          <a:stretch>
            <a:fillRect/>
          </a:stretch>
        </p:blipFill>
        <p:spPr>
          <a:xfrm>
            <a:off x="480237" y="368075"/>
            <a:ext cx="11231526" cy="6246828"/>
          </a:xfrm>
        </p:spPr>
      </p:pic>
      <p:sp>
        <p:nvSpPr>
          <p:cNvPr id="3" name="Title 2">
            <a:extLst>
              <a:ext uri="{FF2B5EF4-FFF2-40B4-BE49-F238E27FC236}">
                <a16:creationId xmlns:a16="http://schemas.microsoft.com/office/drawing/2014/main" id="{EBDC24D3-EEF0-4B69-A174-E4DFF7884894}"/>
              </a:ext>
            </a:extLst>
          </p:cNvPr>
          <p:cNvSpPr>
            <a:spLocks noGrp="1"/>
          </p:cNvSpPr>
          <p:nvPr>
            <p:ph type="ctrTitle"/>
          </p:nvPr>
        </p:nvSpPr>
        <p:spPr>
          <a:xfrm>
            <a:off x="2206389" y="67423"/>
            <a:ext cx="7202787" cy="1449788"/>
          </a:xfrm>
        </p:spPr>
        <p:txBody>
          <a:bodyPr/>
          <a:lstStyle/>
          <a:p>
            <a:r>
              <a:rPr lang="en-US" dirty="0"/>
              <a:t>Thank You</a:t>
            </a:r>
          </a:p>
        </p:txBody>
      </p:sp>
      <p:cxnSp>
        <p:nvCxnSpPr>
          <p:cNvPr id="5" name="Straight Connector 4" descr="Divider line">
            <a:extLst>
              <a:ext uri="{FF2B5EF4-FFF2-40B4-BE49-F238E27FC236}">
                <a16:creationId xmlns:a16="http://schemas.microsoft.com/office/drawing/2014/main" id="{FE07C9EC-5158-440C-995A-EAC50D3E05DA}"/>
              </a:ext>
              <a:ext uri="{C183D7F6-B498-43B3-948B-1728B52AA6E4}">
                <adec:decorative xmlns:adec="http://schemas.microsoft.com/office/drawing/2017/decorative" val="1"/>
              </a:ext>
            </a:extLst>
          </p:cNvPr>
          <p:cNvCxnSpPr>
            <a:cxnSpLocks/>
          </p:cNvCxnSpPr>
          <p:nvPr/>
        </p:nvCxnSpPr>
        <p:spPr>
          <a:xfrm>
            <a:off x="7356835" y="2666346"/>
            <a:ext cx="0" cy="825143"/>
          </a:xfrm>
          <a:prstGeom prst="line">
            <a:avLst/>
          </a:prstGeom>
        </p:spPr>
        <p:style>
          <a:lnRef idx="1">
            <a:schemeClr val="accent1"/>
          </a:lnRef>
          <a:fillRef idx="0">
            <a:schemeClr val="accent1"/>
          </a:fillRef>
          <a:effectRef idx="0">
            <a:schemeClr val="accent1"/>
          </a:effectRef>
          <a:fontRef idx="minor">
            <a:schemeClr val="tx1"/>
          </a:fontRef>
        </p:style>
      </p:cxnSp>
      <p:sp>
        <p:nvSpPr>
          <p:cNvPr id="7" name="Subtitle 6">
            <a:extLst>
              <a:ext uri="{FF2B5EF4-FFF2-40B4-BE49-F238E27FC236}">
                <a16:creationId xmlns:a16="http://schemas.microsoft.com/office/drawing/2014/main" id="{ACCCCDAD-0E0B-437F-8CAA-0536470B2E2F}"/>
              </a:ext>
            </a:extLst>
          </p:cNvPr>
          <p:cNvSpPr>
            <a:spLocks noGrp="1"/>
          </p:cNvSpPr>
          <p:nvPr>
            <p:ph type="subTitle" idx="1"/>
          </p:nvPr>
        </p:nvSpPr>
        <p:spPr>
          <a:xfrm>
            <a:off x="3754449" y="5064659"/>
            <a:ext cx="5282503" cy="1604172"/>
          </a:xfrm>
        </p:spPr>
        <p:txBody>
          <a:bodyPr/>
          <a:lstStyle/>
          <a:p>
            <a:r>
              <a:rPr lang="tr-TR" dirty="0"/>
              <a:t>Yusuf Altunel, PhD</a:t>
            </a:r>
            <a:endParaRPr lang="en-US" dirty="0"/>
          </a:p>
        </p:txBody>
      </p:sp>
      <p:pic>
        <p:nvPicPr>
          <p:cNvPr id="13" name="Graphic 12" descr="Person icon">
            <a:extLst>
              <a:ext uri="{FF2B5EF4-FFF2-40B4-BE49-F238E27FC236}">
                <a16:creationId xmlns:a16="http://schemas.microsoft.com/office/drawing/2014/main" id="{708AF784-88DE-4E89-A28B-BECD54FC11C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987470" y="3772269"/>
            <a:ext cx="123347" cy="123347"/>
          </a:xfrm>
          <a:prstGeom prst="rect">
            <a:avLst/>
          </a:prstGeom>
        </p:spPr>
      </p:pic>
      <p:pic>
        <p:nvPicPr>
          <p:cNvPr id="15" name="Graphic 14" descr="Phone icon">
            <a:extLst>
              <a:ext uri="{FF2B5EF4-FFF2-40B4-BE49-F238E27FC236}">
                <a16:creationId xmlns:a16="http://schemas.microsoft.com/office/drawing/2014/main" id="{E276E47B-4C08-4FEC-AAE8-3DCCBA7EE72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987470" y="4004834"/>
            <a:ext cx="123347" cy="123347"/>
          </a:xfrm>
          <a:prstGeom prst="rect">
            <a:avLst/>
          </a:prstGeom>
        </p:spPr>
      </p:pic>
      <p:sp>
        <p:nvSpPr>
          <p:cNvPr id="10" name="Text Placeholder 9">
            <a:extLst>
              <a:ext uri="{FF2B5EF4-FFF2-40B4-BE49-F238E27FC236}">
                <a16:creationId xmlns:a16="http://schemas.microsoft.com/office/drawing/2014/main" id="{2EF9E03C-A81E-4083-9F20-EF8FFAF5914D}"/>
              </a:ext>
            </a:extLst>
          </p:cNvPr>
          <p:cNvSpPr>
            <a:spLocks noGrp="1"/>
          </p:cNvSpPr>
          <p:nvPr>
            <p:ph type="body" sz="quarter" idx="14"/>
          </p:nvPr>
        </p:nvSpPr>
        <p:spPr/>
        <p:txBody>
          <a:bodyPr/>
          <a:lstStyle/>
          <a:p>
            <a:r>
              <a:rPr lang="tr-TR" dirty="0"/>
              <a:t>y.altunel@iku.edu.tr</a:t>
            </a:r>
            <a:endParaRPr lang="en-US" dirty="0"/>
          </a:p>
        </p:txBody>
      </p:sp>
      <p:pic>
        <p:nvPicPr>
          <p:cNvPr id="14" name="Graphic 13" descr="Email icon">
            <a:extLst>
              <a:ext uri="{FF2B5EF4-FFF2-40B4-BE49-F238E27FC236}">
                <a16:creationId xmlns:a16="http://schemas.microsoft.com/office/drawing/2014/main" id="{4F2D4997-93AD-4A62-8488-4572923DB81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987470" y="4255475"/>
            <a:ext cx="123347" cy="123347"/>
          </a:xfrm>
          <a:prstGeom prst="rect">
            <a:avLst/>
          </a:prstGeom>
        </p:spPr>
      </p:pic>
      <p:pic>
        <p:nvPicPr>
          <p:cNvPr id="30" name="Graphic 29" descr="World web icon">
            <a:extLst>
              <a:ext uri="{FF2B5EF4-FFF2-40B4-BE49-F238E27FC236}">
                <a16:creationId xmlns:a16="http://schemas.microsoft.com/office/drawing/2014/main" id="{07973E30-0C12-8442-90B5-47D1C45545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83249" y="4489961"/>
            <a:ext cx="127566" cy="127566"/>
          </a:xfrm>
          <a:prstGeom prst="rect">
            <a:avLst/>
          </a:prstGeom>
        </p:spPr>
      </p:pic>
      <p:pic>
        <p:nvPicPr>
          <p:cNvPr id="12" name="Picture Placeholder 11" descr="A picture containing drawing&#10;&#10;Description automatically generated">
            <a:extLst>
              <a:ext uri="{FF2B5EF4-FFF2-40B4-BE49-F238E27FC236}">
                <a16:creationId xmlns:a16="http://schemas.microsoft.com/office/drawing/2014/main" id="{C3937880-A386-4C54-8FE0-A3BD1320D924}"/>
              </a:ext>
            </a:extLst>
          </p:cNvPr>
          <p:cNvPicPr>
            <a:picLocks noGrp="1" noChangeAspect="1"/>
          </p:cNvPicPr>
          <p:nvPr>
            <p:ph type="pic" sz="quarter" idx="15"/>
          </p:nvPr>
        </p:nvPicPr>
        <p:blipFill>
          <a:blip r:embed="rId12"/>
          <a:srcRect t="15039" b="15039"/>
          <a:stretch>
            <a:fillRect/>
          </a:stretch>
        </p:blipFill>
        <p:spPr/>
      </p:pic>
      <p:sp>
        <p:nvSpPr>
          <p:cNvPr id="6" name="Text Placeholder 5">
            <a:extLst>
              <a:ext uri="{FF2B5EF4-FFF2-40B4-BE49-F238E27FC236}">
                <a16:creationId xmlns:a16="http://schemas.microsoft.com/office/drawing/2014/main" id="{30067FFA-A717-4CBE-9605-6E2CF394C4A7}"/>
              </a:ext>
            </a:extLst>
          </p:cNvPr>
          <p:cNvSpPr>
            <a:spLocks noGrp="1"/>
          </p:cNvSpPr>
          <p:nvPr>
            <p:ph type="body" sz="quarter" idx="16"/>
          </p:nvPr>
        </p:nvSpPr>
        <p:spPr/>
        <p:txBody>
          <a:bodyPr/>
          <a:lstStyle/>
          <a:p>
            <a:endParaRPr lang="en-US"/>
          </a:p>
        </p:txBody>
      </p:sp>
      <p:sp>
        <p:nvSpPr>
          <p:cNvPr id="11" name="Text Placeholder 10">
            <a:extLst>
              <a:ext uri="{FF2B5EF4-FFF2-40B4-BE49-F238E27FC236}">
                <a16:creationId xmlns:a16="http://schemas.microsoft.com/office/drawing/2014/main" id="{68C6F7E6-BD6F-4550-B4F3-D3F9BD62387B}"/>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201429680"/>
      </p:ext>
    </p:extLst>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3023</TotalTime>
  <Words>1827</Words>
  <Application>Microsoft Office PowerPoint</Application>
  <PresentationFormat>Widescreen</PresentationFormat>
  <Paragraphs>491</Paragraphs>
  <Slides>55</Slides>
  <Notes>11</Notes>
  <HiddenSlides>0</HiddenSlides>
  <MMClips>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Century Schoolbook</vt:lpstr>
      <vt:lpstr>Corbel</vt:lpstr>
      <vt:lpstr>Times New Roman</vt:lpstr>
      <vt:lpstr>Feathered</vt:lpstr>
      <vt:lpstr>Chapter 1: Introduction</vt:lpstr>
      <vt:lpstr>Content</vt:lpstr>
      <vt:lpstr>What is Bitcoin</vt:lpstr>
      <vt:lpstr>What is Bitcoin</vt:lpstr>
      <vt:lpstr>What is Bitcoin</vt:lpstr>
      <vt:lpstr>What can be done with Bitcoin?</vt:lpstr>
      <vt:lpstr>Basic characteristics</vt:lpstr>
      <vt:lpstr>Basic characteristics</vt:lpstr>
      <vt:lpstr>Basic characteristics</vt:lpstr>
      <vt:lpstr>Basic characteristics</vt:lpstr>
      <vt:lpstr>Basic characteristics</vt:lpstr>
      <vt:lpstr>Ownership, Keys &amp; Wallets</vt:lpstr>
      <vt:lpstr>Ownership, Keys &amp; Wallets</vt:lpstr>
      <vt:lpstr>Ownership, Keys &amp; Wallets</vt:lpstr>
      <vt:lpstr>Mining</vt:lpstr>
      <vt:lpstr>Mining</vt:lpstr>
      <vt:lpstr>Mining</vt:lpstr>
      <vt:lpstr>Circulation of Bitcoin</vt:lpstr>
      <vt:lpstr>Circulation of Bitcoin</vt:lpstr>
      <vt:lpstr>Bitcoin is Deflationary</vt:lpstr>
      <vt:lpstr>Predictions for Bitcoin Prices</vt:lpstr>
      <vt:lpstr>Predictions for Bitcoin Prices</vt:lpstr>
      <vt:lpstr>Predictions for Bitcoin Prices</vt:lpstr>
      <vt:lpstr>Bitcoin Protocol</vt:lpstr>
      <vt:lpstr>Bitcoin Protocol</vt:lpstr>
      <vt:lpstr>What is behind the scene?</vt:lpstr>
      <vt:lpstr>What is behind the scene?</vt:lpstr>
      <vt:lpstr>Bitcoin is</vt:lpstr>
      <vt:lpstr>History of Bitcoin</vt:lpstr>
      <vt:lpstr>Nakamoto’s Inventions</vt:lpstr>
      <vt:lpstr>Nakotomo’s Inventions</vt:lpstr>
      <vt:lpstr>Who is Nakamoto?</vt:lpstr>
      <vt:lpstr>Who is Nakamoto?</vt:lpstr>
      <vt:lpstr>Nakomoto’s Inventions</vt:lpstr>
      <vt:lpstr>Nakomoto’s Inventions</vt:lpstr>
      <vt:lpstr>Nakomoto’s Inventions</vt:lpstr>
      <vt:lpstr>Nakomoto’s Inventions</vt:lpstr>
      <vt:lpstr>Nakomoto’s Inventions</vt:lpstr>
      <vt:lpstr>Getting Started</vt:lpstr>
      <vt:lpstr>Choosing a Bitcoin Wallet: Platform</vt:lpstr>
      <vt:lpstr>Bitcoin Wallet: Degree of Freedom</vt:lpstr>
      <vt:lpstr>Full-node client</vt:lpstr>
      <vt:lpstr>Lightweight client</vt:lpstr>
      <vt:lpstr>Third-party API client</vt:lpstr>
      <vt:lpstr>Quick Start</vt:lpstr>
      <vt:lpstr>Wallet</vt:lpstr>
      <vt:lpstr>Wallet</vt:lpstr>
      <vt:lpstr>Getting Your First Bitcoin</vt:lpstr>
      <vt:lpstr>How to get bitcoin?</vt:lpstr>
      <vt:lpstr>How to get bitcoin?</vt:lpstr>
      <vt:lpstr>Finding the Current Price of Bitcoin</vt:lpstr>
      <vt:lpstr>Sending &amp; Receiving Bitcoin</vt:lpstr>
      <vt:lpstr>PowerPoint Presentation</vt:lpstr>
      <vt:lpstr>Discussions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YUSUF ALTUNEL</dc:creator>
  <cp:lastModifiedBy>YUSUF ALTUNEL</cp:lastModifiedBy>
  <cp:revision>20</cp:revision>
  <dcterms:created xsi:type="dcterms:W3CDTF">2021-02-20T09:38:55Z</dcterms:created>
  <dcterms:modified xsi:type="dcterms:W3CDTF">2024-05-06T09:03:02Z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6f6488-6f7b-4340-b880-828136ff7811_Enabled">
    <vt:lpwstr>true</vt:lpwstr>
  </property>
  <property fmtid="{D5CDD505-2E9C-101B-9397-08002B2CF9AE}" pid="3" name="MSIP_Label_c66f6488-6f7b-4340-b880-828136ff7811_SetDate">
    <vt:lpwstr>2021-02-20T13:53:16Z</vt:lpwstr>
  </property>
  <property fmtid="{D5CDD505-2E9C-101B-9397-08002B2CF9AE}" pid="4" name="MSIP_Label_c66f6488-6f7b-4340-b880-828136ff7811_Method">
    <vt:lpwstr>Privileged</vt:lpwstr>
  </property>
  <property fmtid="{D5CDD505-2E9C-101B-9397-08002B2CF9AE}" pid="5" name="MSIP_Label_c66f6488-6f7b-4340-b880-828136ff7811_Name">
    <vt:lpwstr>c66f6488-6f7b-4340-b880-828136ff7811</vt:lpwstr>
  </property>
  <property fmtid="{D5CDD505-2E9C-101B-9397-08002B2CF9AE}" pid="6" name="MSIP_Label_c66f6488-6f7b-4340-b880-828136ff7811_SiteId">
    <vt:lpwstr>832c1bc9-1e43-4f93-a086-708d36b0c95d</vt:lpwstr>
  </property>
  <property fmtid="{D5CDD505-2E9C-101B-9397-08002B2CF9AE}" pid="7" name="MSIP_Label_c66f6488-6f7b-4340-b880-828136ff7811_ActionId">
    <vt:lpwstr>db4fe916-2d0f-4024-a958-c76e9aca40ce</vt:lpwstr>
  </property>
  <property fmtid="{D5CDD505-2E9C-101B-9397-08002B2CF9AE}" pid="8" name="MSIP_Label_c66f6488-6f7b-4340-b880-828136ff7811_ContentBits">
    <vt:lpwstr>0</vt:lpwstr>
  </property>
</Properties>
</file>