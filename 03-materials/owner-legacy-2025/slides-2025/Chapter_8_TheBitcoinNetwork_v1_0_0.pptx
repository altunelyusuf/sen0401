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101"/>
  </p:notesMasterIdLst>
  <p:sldIdLst>
    <p:sldId id="256" r:id="rId2"/>
    <p:sldId id="257" r:id="rId3"/>
    <p:sldId id="370" r:id="rId4"/>
    <p:sldId id="282" r:id="rId5"/>
    <p:sldId id="283" r:id="rId6"/>
    <p:sldId id="286" r:id="rId7"/>
    <p:sldId id="287" r:id="rId8"/>
    <p:sldId id="288" r:id="rId9"/>
    <p:sldId id="289" r:id="rId10"/>
    <p:sldId id="371" r:id="rId11"/>
    <p:sldId id="285" r:id="rId12"/>
    <p:sldId id="299" r:id="rId13"/>
    <p:sldId id="300" r:id="rId14"/>
    <p:sldId id="301" r:id="rId15"/>
    <p:sldId id="302" r:id="rId16"/>
    <p:sldId id="374" r:id="rId17"/>
    <p:sldId id="303" r:id="rId18"/>
    <p:sldId id="375" r:id="rId19"/>
    <p:sldId id="304" r:id="rId20"/>
    <p:sldId id="305" r:id="rId21"/>
    <p:sldId id="313" r:id="rId22"/>
    <p:sldId id="306" r:id="rId23"/>
    <p:sldId id="307" r:id="rId24"/>
    <p:sldId id="308" r:id="rId25"/>
    <p:sldId id="309" r:id="rId26"/>
    <p:sldId id="310" r:id="rId27"/>
    <p:sldId id="311" r:id="rId28"/>
    <p:sldId id="312" r:id="rId29"/>
    <p:sldId id="290" r:id="rId30"/>
    <p:sldId id="314" r:id="rId31"/>
    <p:sldId id="315" r:id="rId32"/>
    <p:sldId id="316" r:id="rId33"/>
    <p:sldId id="317" r:id="rId34"/>
    <p:sldId id="319" r:id="rId35"/>
    <p:sldId id="318" r:id="rId36"/>
    <p:sldId id="291" r:id="rId37"/>
    <p:sldId id="320" r:id="rId38"/>
    <p:sldId id="372" r:id="rId39"/>
    <p:sldId id="321" r:id="rId40"/>
    <p:sldId id="376" r:id="rId41"/>
    <p:sldId id="367" r:id="rId42"/>
    <p:sldId id="322" r:id="rId43"/>
    <p:sldId id="378" r:id="rId44"/>
    <p:sldId id="323" r:id="rId45"/>
    <p:sldId id="324" r:id="rId46"/>
    <p:sldId id="292" r:id="rId47"/>
    <p:sldId id="326" r:id="rId48"/>
    <p:sldId id="373" r:id="rId49"/>
    <p:sldId id="327" r:id="rId50"/>
    <p:sldId id="329" r:id="rId51"/>
    <p:sldId id="330" r:id="rId52"/>
    <p:sldId id="331" r:id="rId53"/>
    <p:sldId id="379" r:id="rId54"/>
    <p:sldId id="332" r:id="rId55"/>
    <p:sldId id="337" r:id="rId56"/>
    <p:sldId id="333" r:id="rId57"/>
    <p:sldId id="334" r:id="rId58"/>
    <p:sldId id="335" r:id="rId59"/>
    <p:sldId id="338" r:id="rId60"/>
    <p:sldId id="336" r:id="rId61"/>
    <p:sldId id="380" r:id="rId62"/>
    <p:sldId id="325" r:id="rId63"/>
    <p:sldId id="339" r:id="rId64"/>
    <p:sldId id="340" r:id="rId65"/>
    <p:sldId id="341" r:id="rId66"/>
    <p:sldId id="342" r:id="rId67"/>
    <p:sldId id="343" r:id="rId68"/>
    <p:sldId id="293" r:id="rId69"/>
    <p:sldId id="344" r:id="rId70"/>
    <p:sldId id="345" r:id="rId71"/>
    <p:sldId id="346" r:id="rId72"/>
    <p:sldId id="347" r:id="rId73"/>
    <p:sldId id="348" r:id="rId74"/>
    <p:sldId id="294" r:id="rId75"/>
    <p:sldId id="349" r:id="rId76"/>
    <p:sldId id="350" r:id="rId77"/>
    <p:sldId id="351" r:id="rId78"/>
    <p:sldId id="295" r:id="rId79"/>
    <p:sldId id="352" r:id="rId80"/>
    <p:sldId id="353" r:id="rId81"/>
    <p:sldId id="381" r:id="rId82"/>
    <p:sldId id="296" r:id="rId83"/>
    <p:sldId id="359" r:id="rId84"/>
    <p:sldId id="360" r:id="rId85"/>
    <p:sldId id="297" r:id="rId86"/>
    <p:sldId id="361" r:id="rId87"/>
    <p:sldId id="362" r:id="rId88"/>
    <p:sldId id="363" r:id="rId89"/>
    <p:sldId id="364" r:id="rId90"/>
    <p:sldId id="382" r:id="rId91"/>
    <p:sldId id="365" r:id="rId92"/>
    <p:sldId id="366" r:id="rId93"/>
    <p:sldId id="298" r:id="rId94"/>
    <p:sldId id="354" r:id="rId95"/>
    <p:sldId id="355" r:id="rId96"/>
    <p:sldId id="356" r:id="rId97"/>
    <p:sldId id="357" r:id="rId98"/>
    <p:sldId id="358" r:id="rId99"/>
    <p:sldId id="267" r:id="rId100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2868" autoAdjust="0"/>
    <p:restoredTop sz="87819" autoAdjust="0"/>
  </p:normalViewPr>
  <p:slideViewPr>
    <p:cSldViewPr snapToGrid="0">
      <p:cViewPr varScale="1">
        <p:scale>
          <a:sx n="66" d="100"/>
          <a:sy n="66" d="100"/>
        </p:scale>
        <p:origin x="859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13" Type="http://schemas.openxmlformats.org/officeDocument/2006/relationships/image" Target="../media/image13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6" Type="http://schemas.openxmlformats.org/officeDocument/2006/relationships/image" Target="../media/image16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Relationship Id="rId14" Type="http://schemas.openxmlformats.org/officeDocument/2006/relationships/image" Target="../media/image14.svg"/></Relationships>
</file>

<file path=ppt/diagrams/_rels/data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svg"/><Relationship Id="rId3" Type="http://schemas.openxmlformats.org/officeDocument/2006/relationships/image" Target="../media/image19.png"/><Relationship Id="rId7" Type="http://schemas.openxmlformats.org/officeDocument/2006/relationships/image" Target="../media/image3.png"/><Relationship Id="rId2" Type="http://schemas.openxmlformats.org/officeDocument/2006/relationships/image" Target="../media/image18.svg"/><Relationship Id="rId1" Type="http://schemas.openxmlformats.org/officeDocument/2006/relationships/image" Target="../media/image17.png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svg"/><Relationship Id="rId1" Type="http://schemas.openxmlformats.org/officeDocument/2006/relationships/image" Target="../media/image24.png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7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32.svg"/><Relationship Id="rId1" Type="http://schemas.openxmlformats.org/officeDocument/2006/relationships/image" Target="../media/image31.png"/><Relationship Id="rId6" Type="http://schemas.openxmlformats.org/officeDocument/2006/relationships/image" Target="../media/image34.svg"/><Relationship Id="rId5" Type="http://schemas.openxmlformats.org/officeDocument/2006/relationships/image" Target="../media/image33.png"/><Relationship Id="rId4" Type="http://schemas.openxmlformats.org/officeDocument/2006/relationships/image" Target="../media/image14.sv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svg"/><Relationship Id="rId1" Type="http://schemas.openxmlformats.org/officeDocument/2006/relationships/image" Target="../media/image36.png"/><Relationship Id="rId6" Type="http://schemas.openxmlformats.org/officeDocument/2006/relationships/image" Target="../media/image41.svg"/><Relationship Id="rId5" Type="http://schemas.openxmlformats.org/officeDocument/2006/relationships/image" Target="../media/image40.png"/><Relationship Id="rId4" Type="http://schemas.openxmlformats.org/officeDocument/2006/relationships/image" Target="../media/image39.svg"/></Relationships>
</file>

<file path=ppt/diagrams/_rels/data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svg"/><Relationship Id="rId3" Type="http://schemas.openxmlformats.org/officeDocument/2006/relationships/image" Target="../media/image44.png"/><Relationship Id="rId7" Type="http://schemas.openxmlformats.org/officeDocument/2006/relationships/image" Target="../media/image26.png"/><Relationship Id="rId2" Type="http://schemas.openxmlformats.org/officeDocument/2006/relationships/image" Target="../media/image43.svg"/><Relationship Id="rId1" Type="http://schemas.openxmlformats.org/officeDocument/2006/relationships/image" Target="../media/image42.png"/><Relationship Id="rId6" Type="http://schemas.openxmlformats.org/officeDocument/2006/relationships/image" Target="../media/image47.svg"/><Relationship Id="rId5" Type="http://schemas.openxmlformats.org/officeDocument/2006/relationships/image" Target="../media/image46.png"/><Relationship Id="rId4" Type="http://schemas.openxmlformats.org/officeDocument/2006/relationships/image" Target="../media/image45.svg"/></Relationships>
</file>

<file path=ppt/diagrams/_rels/data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image" Target="../media/image49.png"/><Relationship Id="rId7" Type="http://schemas.openxmlformats.org/officeDocument/2006/relationships/image" Target="../media/image53.png"/><Relationship Id="rId12" Type="http://schemas.openxmlformats.org/officeDocument/2006/relationships/image" Target="../media/image58.svg"/><Relationship Id="rId2" Type="http://schemas.openxmlformats.org/officeDocument/2006/relationships/image" Target="../media/image43.svg"/><Relationship Id="rId1" Type="http://schemas.openxmlformats.org/officeDocument/2006/relationships/image" Target="../media/image42.png"/><Relationship Id="rId6" Type="http://schemas.openxmlformats.org/officeDocument/2006/relationships/image" Target="../media/image52.svg"/><Relationship Id="rId11" Type="http://schemas.openxmlformats.org/officeDocument/2006/relationships/image" Target="../media/image57.png"/><Relationship Id="rId5" Type="http://schemas.openxmlformats.org/officeDocument/2006/relationships/image" Target="../media/image51.png"/><Relationship Id="rId10" Type="http://schemas.openxmlformats.org/officeDocument/2006/relationships/image" Target="../media/image56.svg"/><Relationship Id="rId4" Type="http://schemas.openxmlformats.org/officeDocument/2006/relationships/image" Target="../media/image50.svg"/><Relationship Id="rId9" Type="http://schemas.openxmlformats.org/officeDocument/2006/relationships/image" Target="../media/image55.pn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4" Type="http://schemas.openxmlformats.org/officeDocument/2006/relationships/image" Target="../media/image61.sv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svg"/><Relationship Id="rId1" Type="http://schemas.openxmlformats.org/officeDocument/2006/relationships/image" Target="../media/image62.png"/><Relationship Id="rId4" Type="http://schemas.openxmlformats.org/officeDocument/2006/relationships/image" Target="../media/image65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67.svg"/><Relationship Id="rId1" Type="http://schemas.openxmlformats.org/officeDocument/2006/relationships/image" Target="../media/image66.png"/><Relationship Id="rId5" Type="http://schemas.openxmlformats.org/officeDocument/2006/relationships/image" Target="../media/image68.emf"/><Relationship Id="rId4" Type="http://schemas.openxmlformats.org/officeDocument/2006/relationships/image" Target="../media/image23.svg"/></Relationships>
</file>

<file path=ppt/diagrams/_rels/data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svg"/><Relationship Id="rId3" Type="http://schemas.openxmlformats.org/officeDocument/2006/relationships/image" Target="../media/image71.png"/><Relationship Id="rId7" Type="http://schemas.openxmlformats.org/officeDocument/2006/relationships/image" Target="../media/image75.png"/><Relationship Id="rId2" Type="http://schemas.openxmlformats.org/officeDocument/2006/relationships/image" Target="../media/image70.svg"/><Relationship Id="rId1" Type="http://schemas.openxmlformats.org/officeDocument/2006/relationships/image" Target="../media/image69.png"/><Relationship Id="rId6" Type="http://schemas.openxmlformats.org/officeDocument/2006/relationships/image" Target="../media/image74.svg"/><Relationship Id="rId5" Type="http://schemas.openxmlformats.org/officeDocument/2006/relationships/image" Target="../media/image73.png"/><Relationship Id="rId4" Type="http://schemas.openxmlformats.org/officeDocument/2006/relationships/image" Target="../media/image72.svg"/></Relationships>
</file>

<file path=ppt/diagrams/_rels/data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svg"/><Relationship Id="rId2" Type="http://schemas.openxmlformats.org/officeDocument/2006/relationships/image" Target="../media/image78.png"/><Relationship Id="rId1" Type="http://schemas.openxmlformats.org/officeDocument/2006/relationships/image" Target="../media/image77.png"/><Relationship Id="rId5" Type="http://schemas.openxmlformats.org/officeDocument/2006/relationships/image" Target="../media/image81.svg"/><Relationship Id="rId4" Type="http://schemas.openxmlformats.org/officeDocument/2006/relationships/image" Target="../media/image80.png"/></Relationships>
</file>

<file path=ppt/diagrams/_rels/data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4" Type="http://schemas.openxmlformats.org/officeDocument/2006/relationships/image" Target="../media/image85.sv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svg"/><Relationship Id="rId2" Type="http://schemas.openxmlformats.org/officeDocument/2006/relationships/image" Target="../media/image87.png"/><Relationship Id="rId1" Type="http://schemas.openxmlformats.org/officeDocument/2006/relationships/image" Target="../media/image86.emf"/><Relationship Id="rId6" Type="http://schemas.openxmlformats.org/officeDocument/2006/relationships/image" Target="../media/image79.svg"/><Relationship Id="rId5" Type="http://schemas.openxmlformats.org/officeDocument/2006/relationships/image" Target="../media/image78.png"/><Relationship Id="rId4" Type="http://schemas.openxmlformats.org/officeDocument/2006/relationships/image" Target="../media/image89.jpeg"/></Relationships>
</file>

<file path=ppt/diagrams/_rels/data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emf"/><Relationship Id="rId2" Type="http://schemas.openxmlformats.org/officeDocument/2006/relationships/image" Target="../media/image90.emf"/><Relationship Id="rId1" Type="http://schemas.openxmlformats.org/officeDocument/2006/relationships/image" Target="../media/image86.emf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image" Target="../media/image92.emf"/><Relationship Id="rId4" Type="http://schemas.openxmlformats.org/officeDocument/2006/relationships/image" Target="../media/image95.svg"/></Relationships>
</file>

<file path=ppt/diagrams/_rels/data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4" Type="http://schemas.openxmlformats.org/officeDocument/2006/relationships/image" Target="../media/image97.svg"/></Relationships>
</file>

<file path=ppt/diagrams/_rels/data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108.png"/><Relationship Id="rId5" Type="http://schemas.openxmlformats.org/officeDocument/2006/relationships/image" Target="../media/image107.svg"/><Relationship Id="rId4" Type="http://schemas.openxmlformats.org/officeDocument/2006/relationships/image" Target="../media/image106.png"/></Relationships>
</file>

<file path=ppt/diagrams/_rels/data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37.svg"/><Relationship Id="rId1" Type="http://schemas.openxmlformats.org/officeDocument/2006/relationships/image" Target="../media/image36.png"/><Relationship Id="rId6" Type="http://schemas.openxmlformats.org/officeDocument/2006/relationships/image" Target="../media/image113.svg"/><Relationship Id="rId5" Type="http://schemas.openxmlformats.org/officeDocument/2006/relationships/image" Target="../media/image112.png"/><Relationship Id="rId4" Type="http://schemas.openxmlformats.org/officeDocument/2006/relationships/image" Target="../media/image111.svg"/></Relationships>
</file>

<file path=ppt/diagrams/_rels/data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5" Type="http://schemas.openxmlformats.org/officeDocument/2006/relationships/image" Target="../media/image117.svg"/><Relationship Id="rId4" Type="http://schemas.openxmlformats.org/officeDocument/2006/relationships/image" Target="../media/image116.png"/></Relationships>
</file>

<file path=ppt/diagrams/_rels/data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6" Type="http://schemas.openxmlformats.org/officeDocument/2006/relationships/image" Target="../media/image117.svg"/><Relationship Id="rId5" Type="http://schemas.openxmlformats.org/officeDocument/2006/relationships/image" Target="../media/image116.png"/><Relationship Id="rId4" Type="http://schemas.openxmlformats.org/officeDocument/2006/relationships/image" Target="../media/image121.svg"/></Relationships>
</file>

<file path=ppt/diagrams/_rels/data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jpeg"/><Relationship Id="rId2" Type="http://schemas.openxmlformats.org/officeDocument/2006/relationships/image" Target="../media/image123.svg"/><Relationship Id="rId1" Type="http://schemas.openxmlformats.org/officeDocument/2006/relationships/image" Target="../media/image122.png"/><Relationship Id="rId4" Type="http://schemas.openxmlformats.org/officeDocument/2006/relationships/image" Target="../media/image125.jpe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eg"/><Relationship Id="rId2" Type="http://schemas.openxmlformats.org/officeDocument/2006/relationships/image" Target="../media/image127.svg"/><Relationship Id="rId1" Type="http://schemas.openxmlformats.org/officeDocument/2006/relationships/image" Target="../media/image126.png"/></Relationships>
</file>

<file path=ppt/diagrams/_rels/data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32.svg"/></Relationships>
</file>

<file path=ppt/diagrams/_rels/data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svg"/><Relationship Id="rId2" Type="http://schemas.openxmlformats.org/officeDocument/2006/relationships/image" Target="../media/image136.png"/><Relationship Id="rId1" Type="http://schemas.openxmlformats.org/officeDocument/2006/relationships/image" Target="../media/image135.jpeg"/><Relationship Id="rId4" Type="http://schemas.openxmlformats.org/officeDocument/2006/relationships/image" Target="../media/image138.jpe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svg"/><Relationship Id="rId2" Type="http://schemas.openxmlformats.org/officeDocument/2006/relationships/image" Target="../media/image140.png"/><Relationship Id="rId1" Type="http://schemas.openxmlformats.org/officeDocument/2006/relationships/image" Target="../media/image139.png"/><Relationship Id="rId5" Type="http://schemas.openxmlformats.org/officeDocument/2006/relationships/image" Target="../media/image142.svg"/><Relationship Id="rId4" Type="http://schemas.openxmlformats.org/officeDocument/2006/relationships/image" Target="../media/image141.png"/></Relationships>
</file>

<file path=ppt/diagrams/_rels/data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svg"/><Relationship Id="rId1" Type="http://schemas.openxmlformats.org/officeDocument/2006/relationships/image" Target="../media/image143.png"/><Relationship Id="rId6" Type="http://schemas.openxmlformats.org/officeDocument/2006/relationships/image" Target="../media/image148.svg"/><Relationship Id="rId5" Type="http://schemas.openxmlformats.org/officeDocument/2006/relationships/image" Target="../media/image147.png"/><Relationship Id="rId4" Type="http://schemas.openxmlformats.org/officeDocument/2006/relationships/image" Target="../media/image146.svg"/></Relationships>
</file>

<file path=ppt/diagrams/_rels/data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6" Type="http://schemas.openxmlformats.org/officeDocument/2006/relationships/image" Target="../media/image152.svg"/><Relationship Id="rId5" Type="http://schemas.openxmlformats.org/officeDocument/2006/relationships/image" Target="../media/image151.png"/><Relationship Id="rId4" Type="http://schemas.openxmlformats.org/officeDocument/2006/relationships/image" Target="../media/image150.svg"/></Relationships>
</file>

<file path=ppt/diagrams/_rels/data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4" Type="http://schemas.openxmlformats.org/officeDocument/2006/relationships/image" Target="../media/image156.svg"/></Relationships>
</file>

<file path=ppt/diagrams/_rels/data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4" Type="http://schemas.openxmlformats.org/officeDocument/2006/relationships/image" Target="../media/image158.svg"/></Relationships>
</file>

<file path=ppt/diagrams/_rels/data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60.svg"/><Relationship Id="rId1" Type="http://schemas.openxmlformats.org/officeDocument/2006/relationships/image" Target="../media/image159.png"/><Relationship Id="rId4" Type="http://schemas.openxmlformats.org/officeDocument/2006/relationships/image" Target="../media/image162.svg"/></Relationships>
</file>

<file path=ppt/diagrams/_rels/data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svg"/><Relationship Id="rId3" Type="http://schemas.openxmlformats.org/officeDocument/2006/relationships/image" Target="../media/image165.png"/><Relationship Id="rId7" Type="http://schemas.openxmlformats.org/officeDocument/2006/relationships/image" Target="../media/image169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68.svg"/><Relationship Id="rId5" Type="http://schemas.openxmlformats.org/officeDocument/2006/relationships/image" Target="../media/image167.png"/><Relationship Id="rId4" Type="http://schemas.openxmlformats.org/officeDocument/2006/relationships/image" Target="../media/image166.svg"/></Relationships>
</file>

<file path=ppt/diagrams/_rels/data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72.svg"/><Relationship Id="rId1" Type="http://schemas.openxmlformats.org/officeDocument/2006/relationships/image" Target="../media/image171.png"/><Relationship Id="rId6" Type="http://schemas.openxmlformats.org/officeDocument/2006/relationships/image" Target="../media/image174.svg"/><Relationship Id="rId5" Type="http://schemas.openxmlformats.org/officeDocument/2006/relationships/image" Target="../media/image173.png"/><Relationship Id="rId4" Type="http://schemas.openxmlformats.org/officeDocument/2006/relationships/image" Target="../media/image166.svg"/></Relationships>
</file>

<file path=ppt/diagrams/_rels/data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svg"/><Relationship Id="rId1" Type="http://schemas.openxmlformats.org/officeDocument/2006/relationships/image" Target="../media/image175.png"/><Relationship Id="rId4" Type="http://schemas.openxmlformats.org/officeDocument/2006/relationships/image" Target="../media/image178.svg"/></Relationships>
</file>

<file path=ppt/diagrams/_rels/data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62.svg"/><Relationship Id="rId1" Type="http://schemas.openxmlformats.org/officeDocument/2006/relationships/image" Target="../media/image161.png"/><Relationship Id="rId6" Type="http://schemas.openxmlformats.org/officeDocument/2006/relationships/image" Target="../media/image183.svg"/><Relationship Id="rId5" Type="http://schemas.openxmlformats.org/officeDocument/2006/relationships/image" Target="../media/image182.png"/><Relationship Id="rId4" Type="http://schemas.openxmlformats.org/officeDocument/2006/relationships/image" Target="../media/image181.svg"/></Relationships>
</file>

<file path=ppt/diagrams/_rels/data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87.svg"/><Relationship Id="rId5" Type="http://schemas.openxmlformats.org/officeDocument/2006/relationships/image" Target="../media/image186.png"/><Relationship Id="rId4" Type="http://schemas.openxmlformats.org/officeDocument/2006/relationships/image" Target="../media/image185.svg"/></Relationships>
</file>

<file path=ppt/diagrams/_rels/data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62.svg"/><Relationship Id="rId1" Type="http://schemas.openxmlformats.org/officeDocument/2006/relationships/image" Target="../media/image161.png"/><Relationship Id="rId4" Type="http://schemas.openxmlformats.org/officeDocument/2006/relationships/image" Target="../media/image189.svg"/></Relationships>
</file>

<file path=ppt/diagrams/_rels/data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6.svg"/><Relationship Id="rId3" Type="http://schemas.openxmlformats.org/officeDocument/2006/relationships/image" Target="../media/image191.png"/><Relationship Id="rId7" Type="http://schemas.openxmlformats.org/officeDocument/2006/relationships/image" Target="../media/image195.png"/><Relationship Id="rId2" Type="http://schemas.openxmlformats.org/officeDocument/2006/relationships/image" Target="../media/image32.svg"/><Relationship Id="rId1" Type="http://schemas.openxmlformats.org/officeDocument/2006/relationships/image" Target="../media/image31.png"/><Relationship Id="rId6" Type="http://schemas.openxmlformats.org/officeDocument/2006/relationships/image" Target="../media/image194.svg"/><Relationship Id="rId5" Type="http://schemas.openxmlformats.org/officeDocument/2006/relationships/image" Target="../media/image193.png"/><Relationship Id="rId4" Type="http://schemas.openxmlformats.org/officeDocument/2006/relationships/image" Target="../media/image192.svg"/></Relationships>
</file>

<file path=ppt/diagrams/_rels/data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6" Type="http://schemas.openxmlformats.org/officeDocument/2006/relationships/image" Target="../media/image204.svg"/><Relationship Id="rId5" Type="http://schemas.openxmlformats.org/officeDocument/2006/relationships/image" Target="../media/image203.png"/><Relationship Id="rId4" Type="http://schemas.openxmlformats.org/officeDocument/2006/relationships/image" Target="../media/image202.svg"/></Relationships>
</file>

<file path=ppt/diagrams/_rels/data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6.svg"/><Relationship Id="rId1" Type="http://schemas.openxmlformats.org/officeDocument/2006/relationships/image" Target="../media/image205.png"/><Relationship Id="rId4" Type="http://schemas.openxmlformats.org/officeDocument/2006/relationships/image" Target="../media/image208.svg"/></Relationships>
</file>

<file path=ppt/diagrams/_rels/data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10.svg"/><Relationship Id="rId1" Type="http://schemas.openxmlformats.org/officeDocument/2006/relationships/image" Target="../media/image209.png"/><Relationship Id="rId4" Type="http://schemas.openxmlformats.org/officeDocument/2006/relationships/image" Target="../media/image212.svg"/></Relationships>
</file>

<file path=ppt/diagrams/_rels/data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4" Type="http://schemas.openxmlformats.org/officeDocument/2006/relationships/image" Target="../media/image192.svg"/></Relationships>
</file>

<file path=ppt/diagrams/_rels/data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213.png"/><Relationship Id="rId7" Type="http://schemas.openxmlformats.org/officeDocument/2006/relationships/image" Target="../media/image217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6" Type="http://schemas.openxmlformats.org/officeDocument/2006/relationships/image" Target="../media/image216.svg"/><Relationship Id="rId5" Type="http://schemas.openxmlformats.org/officeDocument/2006/relationships/image" Target="../media/image215.png"/><Relationship Id="rId4" Type="http://schemas.openxmlformats.org/officeDocument/2006/relationships/image" Target="../media/image214.svg"/></Relationships>
</file>

<file path=ppt/diagrams/_rels/data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20.svg"/><Relationship Id="rId1" Type="http://schemas.openxmlformats.org/officeDocument/2006/relationships/image" Target="../media/image219.png"/><Relationship Id="rId6" Type="http://schemas.openxmlformats.org/officeDocument/2006/relationships/image" Target="../media/image224.svg"/><Relationship Id="rId5" Type="http://schemas.openxmlformats.org/officeDocument/2006/relationships/image" Target="../media/image223.png"/><Relationship Id="rId4" Type="http://schemas.openxmlformats.org/officeDocument/2006/relationships/image" Target="../media/image222.svg"/></Relationships>
</file>

<file path=ppt/diagrams/_rels/data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svg"/><Relationship Id="rId1" Type="http://schemas.openxmlformats.org/officeDocument/2006/relationships/image" Target="../media/image225.png"/><Relationship Id="rId4" Type="http://schemas.openxmlformats.org/officeDocument/2006/relationships/image" Target="../media/image228.svg"/></Relationships>
</file>

<file path=ppt/diagrams/_rels/data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7.svg"/><Relationship Id="rId3" Type="http://schemas.openxmlformats.org/officeDocument/2006/relationships/image" Target="../media/image232.png"/><Relationship Id="rId7" Type="http://schemas.openxmlformats.org/officeDocument/2006/relationships/image" Target="../media/image236.png"/><Relationship Id="rId2" Type="http://schemas.openxmlformats.org/officeDocument/2006/relationships/image" Target="../media/image231.svg"/><Relationship Id="rId1" Type="http://schemas.openxmlformats.org/officeDocument/2006/relationships/image" Target="../media/image230.png"/><Relationship Id="rId6" Type="http://schemas.openxmlformats.org/officeDocument/2006/relationships/image" Target="../media/image235.svg"/><Relationship Id="rId5" Type="http://schemas.openxmlformats.org/officeDocument/2006/relationships/image" Target="../media/image234.png"/><Relationship Id="rId10" Type="http://schemas.openxmlformats.org/officeDocument/2006/relationships/image" Target="../media/image239.svg"/><Relationship Id="rId4" Type="http://schemas.openxmlformats.org/officeDocument/2006/relationships/image" Target="../media/image233.svg"/><Relationship Id="rId9" Type="http://schemas.openxmlformats.org/officeDocument/2006/relationships/image" Target="../media/image238.png"/></Relationships>
</file>

<file path=ppt/diagrams/_rels/data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7.svg"/><Relationship Id="rId3" Type="http://schemas.openxmlformats.org/officeDocument/2006/relationships/image" Target="../media/image242.png"/><Relationship Id="rId7" Type="http://schemas.openxmlformats.org/officeDocument/2006/relationships/image" Target="../media/image246.png"/><Relationship Id="rId2" Type="http://schemas.openxmlformats.org/officeDocument/2006/relationships/image" Target="../media/image241.svg"/><Relationship Id="rId1" Type="http://schemas.openxmlformats.org/officeDocument/2006/relationships/image" Target="../media/image240.png"/><Relationship Id="rId6" Type="http://schemas.openxmlformats.org/officeDocument/2006/relationships/image" Target="../media/image245.svg"/><Relationship Id="rId5" Type="http://schemas.openxmlformats.org/officeDocument/2006/relationships/image" Target="../media/image244.png"/><Relationship Id="rId4" Type="http://schemas.openxmlformats.org/officeDocument/2006/relationships/image" Target="../media/image243.svg"/></Relationships>
</file>

<file path=ppt/diagrams/_rels/data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4.svg"/><Relationship Id="rId3" Type="http://schemas.openxmlformats.org/officeDocument/2006/relationships/image" Target="../media/image251.png"/><Relationship Id="rId7" Type="http://schemas.openxmlformats.org/officeDocument/2006/relationships/image" Target="../media/image253.png"/><Relationship Id="rId2" Type="http://schemas.openxmlformats.org/officeDocument/2006/relationships/image" Target="../media/image250.svg"/><Relationship Id="rId1" Type="http://schemas.openxmlformats.org/officeDocument/2006/relationships/image" Target="../media/image249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252.svg"/></Relationships>
</file>

<file path=ppt/diagrams/_rels/data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image" Target="../media/image250.svg"/><Relationship Id="rId1" Type="http://schemas.openxmlformats.org/officeDocument/2006/relationships/image" Target="../media/image249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256.svg"/></Relationships>
</file>

<file path=ppt/diagrams/_rels/data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6" Type="http://schemas.openxmlformats.org/officeDocument/2006/relationships/image" Target="../media/image260.svg"/><Relationship Id="rId5" Type="http://schemas.openxmlformats.org/officeDocument/2006/relationships/image" Target="../media/image259.png"/><Relationship Id="rId4" Type="http://schemas.openxmlformats.org/officeDocument/2006/relationships/image" Target="../media/image14.svg"/></Relationships>
</file>

<file path=ppt/diagrams/_rels/data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.svg"/><Relationship Id="rId3" Type="http://schemas.openxmlformats.org/officeDocument/2006/relationships/image" Target="../media/image263.png"/><Relationship Id="rId7" Type="http://schemas.openxmlformats.org/officeDocument/2006/relationships/image" Target="../media/image143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6" Type="http://schemas.openxmlformats.org/officeDocument/2006/relationships/image" Target="../media/image117.svg"/><Relationship Id="rId5" Type="http://schemas.openxmlformats.org/officeDocument/2006/relationships/image" Target="../media/image116.png"/><Relationship Id="rId4" Type="http://schemas.openxmlformats.org/officeDocument/2006/relationships/image" Target="../media/image264.svg"/></Relationships>
</file>

<file path=ppt/diagrams/_rels/data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0.svg"/><Relationship Id="rId3" Type="http://schemas.openxmlformats.org/officeDocument/2006/relationships/image" Target="../media/image265.png"/><Relationship Id="rId7" Type="http://schemas.openxmlformats.org/officeDocument/2006/relationships/image" Target="../media/image26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68.svg"/><Relationship Id="rId5" Type="http://schemas.openxmlformats.org/officeDocument/2006/relationships/image" Target="../media/image267.png"/><Relationship Id="rId4" Type="http://schemas.openxmlformats.org/officeDocument/2006/relationships/image" Target="../media/image266.svg"/></Relationships>
</file>

<file path=ppt/diagrams/_rels/data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svg"/><Relationship Id="rId3" Type="http://schemas.openxmlformats.org/officeDocument/2006/relationships/image" Target="../media/image273.png"/><Relationship Id="rId7" Type="http://schemas.openxmlformats.org/officeDocument/2006/relationships/image" Target="../media/image277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ata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280.svg"/><Relationship Id="rId1" Type="http://schemas.openxmlformats.org/officeDocument/2006/relationships/image" Target="../media/image279.png"/><Relationship Id="rId4" Type="http://schemas.openxmlformats.org/officeDocument/2006/relationships/image" Target="../media/image150.svg"/></Relationships>
</file>

<file path=ppt/diagrams/_rels/data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image" Target="../media/image238.png"/><Relationship Id="rId7" Type="http://schemas.openxmlformats.org/officeDocument/2006/relationships/image" Target="../media/image286.png"/><Relationship Id="rId2" Type="http://schemas.openxmlformats.org/officeDocument/2006/relationships/image" Target="../media/image282.svg"/><Relationship Id="rId1" Type="http://schemas.openxmlformats.org/officeDocument/2006/relationships/image" Target="../media/image281.png"/><Relationship Id="rId6" Type="http://schemas.openxmlformats.org/officeDocument/2006/relationships/image" Target="../media/image285.svg"/><Relationship Id="rId5" Type="http://schemas.openxmlformats.org/officeDocument/2006/relationships/image" Target="../media/image284.png"/><Relationship Id="rId10" Type="http://schemas.openxmlformats.org/officeDocument/2006/relationships/image" Target="../media/image289.svg"/><Relationship Id="rId4" Type="http://schemas.openxmlformats.org/officeDocument/2006/relationships/image" Target="../media/image283.svg"/><Relationship Id="rId9" Type="http://schemas.openxmlformats.org/officeDocument/2006/relationships/image" Target="../media/image288.png"/></Relationships>
</file>

<file path=ppt/diagrams/_rels/data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png"/><Relationship Id="rId2" Type="http://schemas.openxmlformats.org/officeDocument/2006/relationships/image" Target="../media/image63.svg"/><Relationship Id="rId1" Type="http://schemas.openxmlformats.org/officeDocument/2006/relationships/image" Target="../media/image62.png"/><Relationship Id="rId6" Type="http://schemas.openxmlformats.org/officeDocument/2006/relationships/image" Target="../media/image295.svg"/><Relationship Id="rId5" Type="http://schemas.openxmlformats.org/officeDocument/2006/relationships/image" Target="../media/image294.png"/><Relationship Id="rId4" Type="http://schemas.openxmlformats.org/officeDocument/2006/relationships/image" Target="../media/image293.svg"/></Relationships>
</file>

<file path=ppt/diagrams/_rels/data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2.svg"/><Relationship Id="rId3" Type="http://schemas.openxmlformats.org/officeDocument/2006/relationships/image" Target="../media/image298.png"/><Relationship Id="rId7" Type="http://schemas.openxmlformats.org/officeDocument/2006/relationships/image" Target="../media/image13.png"/><Relationship Id="rId2" Type="http://schemas.openxmlformats.org/officeDocument/2006/relationships/image" Target="../media/image297.svg"/><Relationship Id="rId1" Type="http://schemas.openxmlformats.org/officeDocument/2006/relationships/image" Target="../media/image296.png"/><Relationship Id="rId6" Type="http://schemas.openxmlformats.org/officeDocument/2006/relationships/image" Target="../media/image301.svg"/><Relationship Id="rId5" Type="http://schemas.openxmlformats.org/officeDocument/2006/relationships/image" Target="../media/image300.png"/><Relationship Id="rId4" Type="http://schemas.openxmlformats.org/officeDocument/2006/relationships/image" Target="../media/image299.svg"/></Relationships>
</file>

<file path=ppt/diagrams/_rels/data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63.svg"/><Relationship Id="rId1" Type="http://schemas.openxmlformats.org/officeDocument/2006/relationships/image" Target="../media/image62.png"/><Relationship Id="rId6" Type="http://schemas.openxmlformats.org/officeDocument/2006/relationships/image" Target="../media/image306.svg"/><Relationship Id="rId5" Type="http://schemas.openxmlformats.org/officeDocument/2006/relationships/image" Target="../media/image305.png"/><Relationship Id="rId4" Type="http://schemas.openxmlformats.org/officeDocument/2006/relationships/image" Target="../media/image304.svg"/></Relationships>
</file>

<file path=ppt/diagrams/_rels/data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304.svg"/><Relationship Id="rId1" Type="http://schemas.openxmlformats.org/officeDocument/2006/relationships/image" Target="../media/image303.png"/><Relationship Id="rId6" Type="http://schemas.openxmlformats.org/officeDocument/2006/relationships/image" Target="../media/image308.svg"/><Relationship Id="rId5" Type="http://schemas.openxmlformats.org/officeDocument/2006/relationships/image" Target="../media/image307.png"/><Relationship Id="rId4" Type="http://schemas.openxmlformats.org/officeDocument/2006/relationships/image" Target="../media/image63.svg"/></Relationships>
</file>

<file path=ppt/diagrams/_rels/data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2" Type="http://schemas.openxmlformats.org/officeDocument/2006/relationships/image" Target="../media/image310.svg"/><Relationship Id="rId1" Type="http://schemas.openxmlformats.org/officeDocument/2006/relationships/image" Target="../media/image309.png"/><Relationship Id="rId6" Type="http://schemas.openxmlformats.org/officeDocument/2006/relationships/image" Target="../media/image314.svg"/><Relationship Id="rId5" Type="http://schemas.openxmlformats.org/officeDocument/2006/relationships/image" Target="../media/image313.png"/><Relationship Id="rId4" Type="http://schemas.openxmlformats.org/officeDocument/2006/relationships/image" Target="../media/image312.svg"/></Relationships>
</file>

<file path=ppt/diagrams/_rels/data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2" Type="http://schemas.openxmlformats.org/officeDocument/2006/relationships/image" Target="../media/image297.svg"/><Relationship Id="rId1" Type="http://schemas.openxmlformats.org/officeDocument/2006/relationships/image" Target="../media/image296.png"/><Relationship Id="rId6" Type="http://schemas.openxmlformats.org/officeDocument/2006/relationships/image" Target="../media/image318.svg"/><Relationship Id="rId5" Type="http://schemas.openxmlformats.org/officeDocument/2006/relationships/image" Target="../media/image317.png"/><Relationship Id="rId4" Type="http://schemas.openxmlformats.org/officeDocument/2006/relationships/image" Target="../media/image316.svg"/></Relationships>
</file>

<file path=ppt/diagrams/_rels/data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4.svg"/><Relationship Id="rId3" Type="http://schemas.openxmlformats.org/officeDocument/2006/relationships/image" Target="../media/image319.png"/><Relationship Id="rId7" Type="http://schemas.openxmlformats.org/officeDocument/2006/relationships/image" Target="../media/image323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6" Type="http://schemas.openxmlformats.org/officeDocument/2006/relationships/image" Target="../media/image322.svg"/><Relationship Id="rId5" Type="http://schemas.openxmlformats.org/officeDocument/2006/relationships/image" Target="../media/image321.png"/><Relationship Id="rId4" Type="http://schemas.openxmlformats.org/officeDocument/2006/relationships/image" Target="../media/image320.svg"/></Relationships>
</file>

<file path=ppt/diagrams/_rels/data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3.svg"/><Relationship Id="rId3" Type="http://schemas.openxmlformats.org/officeDocument/2006/relationships/image" Target="../media/image328.png"/><Relationship Id="rId7" Type="http://schemas.openxmlformats.org/officeDocument/2006/relationships/image" Target="../media/image332.png"/><Relationship Id="rId2" Type="http://schemas.openxmlformats.org/officeDocument/2006/relationships/image" Target="../media/image327.svg"/><Relationship Id="rId1" Type="http://schemas.openxmlformats.org/officeDocument/2006/relationships/image" Target="../media/image326.png"/><Relationship Id="rId6" Type="http://schemas.openxmlformats.org/officeDocument/2006/relationships/image" Target="../media/image331.svg"/><Relationship Id="rId5" Type="http://schemas.openxmlformats.org/officeDocument/2006/relationships/image" Target="../media/image330.png"/><Relationship Id="rId4" Type="http://schemas.openxmlformats.org/officeDocument/2006/relationships/image" Target="../media/image329.sv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13" Type="http://schemas.openxmlformats.org/officeDocument/2006/relationships/image" Target="../media/image13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6" Type="http://schemas.openxmlformats.org/officeDocument/2006/relationships/image" Target="../media/image16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Relationship Id="rId14" Type="http://schemas.openxmlformats.org/officeDocument/2006/relationships/image" Target="../media/image14.svg"/></Relationships>
</file>

<file path=ppt/diagrams/_rels/drawing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svg"/><Relationship Id="rId3" Type="http://schemas.openxmlformats.org/officeDocument/2006/relationships/image" Target="../media/image19.png"/><Relationship Id="rId7" Type="http://schemas.openxmlformats.org/officeDocument/2006/relationships/image" Target="../media/image3.png"/><Relationship Id="rId2" Type="http://schemas.openxmlformats.org/officeDocument/2006/relationships/image" Target="../media/image18.svg"/><Relationship Id="rId1" Type="http://schemas.openxmlformats.org/officeDocument/2006/relationships/image" Target="../media/image17.png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svg"/><Relationship Id="rId1" Type="http://schemas.openxmlformats.org/officeDocument/2006/relationships/image" Target="../media/image24.png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7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32.svg"/><Relationship Id="rId1" Type="http://schemas.openxmlformats.org/officeDocument/2006/relationships/image" Target="../media/image31.png"/><Relationship Id="rId6" Type="http://schemas.openxmlformats.org/officeDocument/2006/relationships/image" Target="../media/image34.svg"/><Relationship Id="rId5" Type="http://schemas.openxmlformats.org/officeDocument/2006/relationships/image" Target="../media/image33.png"/><Relationship Id="rId4" Type="http://schemas.openxmlformats.org/officeDocument/2006/relationships/image" Target="../media/image14.sv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svg"/><Relationship Id="rId1" Type="http://schemas.openxmlformats.org/officeDocument/2006/relationships/image" Target="../media/image36.png"/><Relationship Id="rId6" Type="http://schemas.openxmlformats.org/officeDocument/2006/relationships/image" Target="../media/image41.svg"/><Relationship Id="rId5" Type="http://schemas.openxmlformats.org/officeDocument/2006/relationships/image" Target="../media/image40.png"/><Relationship Id="rId4" Type="http://schemas.openxmlformats.org/officeDocument/2006/relationships/image" Target="../media/image39.svg"/></Relationships>
</file>

<file path=ppt/diagrams/_rels/drawing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svg"/><Relationship Id="rId3" Type="http://schemas.openxmlformats.org/officeDocument/2006/relationships/image" Target="../media/image44.png"/><Relationship Id="rId7" Type="http://schemas.openxmlformats.org/officeDocument/2006/relationships/image" Target="../media/image26.png"/><Relationship Id="rId2" Type="http://schemas.openxmlformats.org/officeDocument/2006/relationships/image" Target="../media/image43.svg"/><Relationship Id="rId1" Type="http://schemas.openxmlformats.org/officeDocument/2006/relationships/image" Target="../media/image42.png"/><Relationship Id="rId6" Type="http://schemas.openxmlformats.org/officeDocument/2006/relationships/image" Target="../media/image47.svg"/><Relationship Id="rId5" Type="http://schemas.openxmlformats.org/officeDocument/2006/relationships/image" Target="../media/image46.png"/><Relationship Id="rId4" Type="http://schemas.openxmlformats.org/officeDocument/2006/relationships/image" Target="../media/image45.svg"/></Relationships>
</file>

<file path=ppt/diagrams/_rels/drawing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image" Target="../media/image49.png"/><Relationship Id="rId7" Type="http://schemas.openxmlformats.org/officeDocument/2006/relationships/image" Target="../media/image53.png"/><Relationship Id="rId12" Type="http://schemas.openxmlformats.org/officeDocument/2006/relationships/image" Target="../media/image58.svg"/><Relationship Id="rId2" Type="http://schemas.openxmlformats.org/officeDocument/2006/relationships/image" Target="../media/image43.svg"/><Relationship Id="rId1" Type="http://schemas.openxmlformats.org/officeDocument/2006/relationships/image" Target="../media/image42.png"/><Relationship Id="rId6" Type="http://schemas.openxmlformats.org/officeDocument/2006/relationships/image" Target="../media/image52.svg"/><Relationship Id="rId11" Type="http://schemas.openxmlformats.org/officeDocument/2006/relationships/image" Target="../media/image57.png"/><Relationship Id="rId5" Type="http://schemas.openxmlformats.org/officeDocument/2006/relationships/image" Target="../media/image51.png"/><Relationship Id="rId10" Type="http://schemas.openxmlformats.org/officeDocument/2006/relationships/image" Target="../media/image56.svg"/><Relationship Id="rId4" Type="http://schemas.openxmlformats.org/officeDocument/2006/relationships/image" Target="../media/image50.svg"/><Relationship Id="rId9" Type="http://schemas.openxmlformats.org/officeDocument/2006/relationships/image" Target="../media/image55.pn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4" Type="http://schemas.openxmlformats.org/officeDocument/2006/relationships/image" Target="../media/image61.sv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svg"/><Relationship Id="rId1" Type="http://schemas.openxmlformats.org/officeDocument/2006/relationships/image" Target="../media/image62.png"/><Relationship Id="rId4" Type="http://schemas.openxmlformats.org/officeDocument/2006/relationships/image" Target="../media/image65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67.svg"/><Relationship Id="rId1" Type="http://schemas.openxmlformats.org/officeDocument/2006/relationships/image" Target="../media/image66.png"/><Relationship Id="rId5" Type="http://schemas.openxmlformats.org/officeDocument/2006/relationships/image" Target="../media/image68.emf"/><Relationship Id="rId4" Type="http://schemas.openxmlformats.org/officeDocument/2006/relationships/image" Target="../media/image23.svg"/></Relationships>
</file>

<file path=ppt/diagrams/_rels/drawing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svg"/><Relationship Id="rId3" Type="http://schemas.openxmlformats.org/officeDocument/2006/relationships/image" Target="../media/image71.png"/><Relationship Id="rId7" Type="http://schemas.openxmlformats.org/officeDocument/2006/relationships/image" Target="../media/image75.png"/><Relationship Id="rId2" Type="http://schemas.openxmlformats.org/officeDocument/2006/relationships/image" Target="../media/image70.svg"/><Relationship Id="rId1" Type="http://schemas.openxmlformats.org/officeDocument/2006/relationships/image" Target="../media/image69.png"/><Relationship Id="rId6" Type="http://schemas.openxmlformats.org/officeDocument/2006/relationships/image" Target="../media/image74.svg"/><Relationship Id="rId5" Type="http://schemas.openxmlformats.org/officeDocument/2006/relationships/image" Target="../media/image73.png"/><Relationship Id="rId4" Type="http://schemas.openxmlformats.org/officeDocument/2006/relationships/image" Target="../media/image72.svg"/></Relationships>
</file>

<file path=ppt/diagrams/_rels/drawing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svg"/><Relationship Id="rId2" Type="http://schemas.openxmlformats.org/officeDocument/2006/relationships/image" Target="../media/image78.png"/><Relationship Id="rId1" Type="http://schemas.openxmlformats.org/officeDocument/2006/relationships/image" Target="../media/image77.png"/><Relationship Id="rId5" Type="http://schemas.openxmlformats.org/officeDocument/2006/relationships/image" Target="../media/image81.svg"/><Relationship Id="rId4" Type="http://schemas.openxmlformats.org/officeDocument/2006/relationships/image" Target="../media/image80.png"/></Relationships>
</file>

<file path=ppt/diagrams/_rels/drawing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4" Type="http://schemas.openxmlformats.org/officeDocument/2006/relationships/image" Target="../media/image85.sv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svg"/><Relationship Id="rId2" Type="http://schemas.openxmlformats.org/officeDocument/2006/relationships/image" Target="../media/image87.png"/><Relationship Id="rId1" Type="http://schemas.openxmlformats.org/officeDocument/2006/relationships/image" Target="../media/image86.emf"/><Relationship Id="rId6" Type="http://schemas.openxmlformats.org/officeDocument/2006/relationships/image" Target="../media/image79.svg"/><Relationship Id="rId5" Type="http://schemas.openxmlformats.org/officeDocument/2006/relationships/image" Target="../media/image78.png"/><Relationship Id="rId4" Type="http://schemas.openxmlformats.org/officeDocument/2006/relationships/image" Target="../media/image89.jpeg"/></Relationships>
</file>

<file path=ppt/diagrams/_rels/drawing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emf"/><Relationship Id="rId2" Type="http://schemas.openxmlformats.org/officeDocument/2006/relationships/image" Target="../media/image90.emf"/><Relationship Id="rId1" Type="http://schemas.openxmlformats.org/officeDocument/2006/relationships/image" Target="../media/image86.emf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image" Target="../media/image92.emf"/><Relationship Id="rId4" Type="http://schemas.openxmlformats.org/officeDocument/2006/relationships/image" Target="../media/image95.svg"/></Relationships>
</file>

<file path=ppt/diagrams/_rels/drawing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4" Type="http://schemas.openxmlformats.org/officeDocument/2006/relationships/image" Target="../media/image97.svg"/></Relationships>
</file>

<file path=ppt/diagrams/_rels/drawing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108.png"/><Relationship Id="rId5" Type="http://schemas.openxmlformats.org/officeDocument/2006/relationships/image" Target="../media/image107.svg"/><Relationship Id="rId4" Type="http://schemas.openxmlformats.org/officeDocument/2006/relationships/image" Target="../media/image106.png"/></Relationships>
</file>

<file path=ppt/diagrams/_rels/drawing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37.svg"/><Relationship Id="rId1" Type="http://schemas.openxmlformats.org/officeDocument/2006/relationships/image" Target="../media/image36.png"/><Relationship Id="rId6" Type="http://schemas.openxmlformats.org/officeDocument/2006/relationships/image" Target="../media/image113.svg"/><Relationship Id="rId5" Type="http://schemas.openxmlformats.org/officeDocument/2006/relationships/image" Target="../media/image112.png"/><Relationship Id="rId4" Type="http://schemas.openxmlformats.org/officeDocument/2006/relationships/image" Target="../media/image111.svg"/></Relationships>
</file>

<file path=ppt/diagrams/_rels/drawing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5" Type="http://schemas.openxmlformats.org/officeDocument/2006/relationships/image" Target="../media/image117.svg"/><Relationship Id="rId4" Type="http://schemas.openxmlformats.org/officeDocument/2006/relationships/image" Target="../media/image116.png"/></Relationships>
</file>

<file path=ppt/diagrams/_rels/drawing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6" Type="http://schemas.openxmlformats.org/officeDocument/2006/relationships/image" Target="../media/image117.svg"/><Relationship Id="rId5" Type="http://schemas.openxmlformats.org/officeDocument/2006/relationships/image" Target="../media/image116.png"/><Relationship Id="rId4" Type="http://schemas.openxmlformats.org/officeDocument/2006/relationships/image" Target="../media/image121.svg"/></Relationships>
</file>

<file path=ppt/diagrams/_rels/drawing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jpeg"/><Relationship Id="rId2" Type="http://schemas.openxmlformats.org/officeDocument/2006/relationships/image" Target="../media/image123.svg"/><Relationship Id="rId1" Type="http://schemas.openxmlformats.org/officeDocument/2006/relationships/image" Target="../media/image122.png"/><Relationship Id="rId4" Type="http://schemas.openxmlformats.org/officeDocument/2006/relationships/image" Target="../media/image125.jpe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eg"/><Relationship Id="rId2" Type="http://schemas.openxmlformats.org/officeDocument/2006/relationships/image" Target="../media/image127.svg"/><Relationship Id="rId1" Type="http://schemas.openxmlformats.org/officeDocument/2006/relationships/image" Target="../media/image126.png"/></Relationships>
</file>

<file path=ppt/diagrams/_rels/drawing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32.svg"/></Relationships>
</file>

<file path=ppt/diagrams/_rels/drawing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svg"/><Relationship Id="rId2" Type="http://schemas.openxmlformats.org/officeDocument/2006/relationships/image" Target="../media/image136.png"/><Relationship Id="rId1" Type="http://schemas.openxmlformats.org/officeDocument/2006/relationships/image" Target="../media/image135.jpeg"/><Relationship Id="rId4" Type="http://schemas.openxmlformats.org/officeDocument/2006/relationships/image" Target="../media/image138.jpe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svg"/><Relationship Id="rId2" Type="http://schemas.openxmlformats.org/officeDocument/2006/relationships/image" Target="../media/image140.png"/><Relationship Id="rId1" Type="http://schemas.openxmlformats.org/officeDocument/2006/relationships/image" Target="../media/image139.png"/><Relationship Id="rId5" Type="http://schemas.openxmlformats.org/officeDocument/2006/relationships/image" Target="../media/image142.svg"/><Relationship Id="rId4" Type="http://schemas.openxmlformats.org/officeDocument/2006/relationships/image" Target="../media/image141.png"/></Relationships>
</file>

<file path=ppt/diagrams/_rels/drawing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svg"/><Relationship Id="rId1" Type="http://schemas.openxmlformats.org/officeDocument/2006/relationships/image" Target="../media/image143.png"/><Relationship Id="rId6" Type="http://schemas.openxmlformats.org/officeDocument/2006/relationships/image" Target="../media/image148.svg"/><Relationship Id="rId5" Type="http://schemas.openxmlformats.org/officeDocument/2006/relationships/image" Target="../media/image147.png"/><Relationship Id="rId4" Type="http://schemas.openxmlformats.org/officeDocument/2006/relationships/image" Target="../media/image146.svg"/></Relationships>
</file>

<file path=ppt/diagrams/_rels/drawing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6" Type="http://schemas.openxmlformats.org/officeDocument/2006/relationships/image" Target="../media/image152.svg"/><Relationship Id="rId5" Type="http://schemas.openxmlformats.org/officeDocument/2006/relationships/image" Target="../media/image151.png"/><Relationship Id="rId4" Type="http://schemas.openxmlformats.org/officeDocument/2006/relationships/image" Target="../media/image150.svg"/></Relationships>
</file>

<file path=ppt/diagrams/_rels/drawing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4" Type="http://schemas.openxmlformats.org/officeDocument/2006/relationships/image" Target="../media/image156.svg"/></Relationships>
</file>

<file path=ppt/diagrams/_rels/drawing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4" Type="http://schemas.openxmlformats.org/officeDocument/2006/relationships/image" Target="../media/image158.svg"/></Relationships>
</file>

<file path=ppt/diagrams/_rels/drawing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60.svg"/><Relationship Id="rId1" Type="http://schemas.openxmlformats.org/officeDocument/2006/relationships/image" Target="../media/image159.png"/><Relationship Id="rId4" Type="http://schemas.openxmlformats.org/officeDocument/2006/relationships/image" Target="../media/image162.svg"/></Relationships>
</file>

<file path=ppt/diagrams/_rels/drawing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svg"/><Relationship Id="rId3" Type="http://schemas.openxmlformats.org/officeDocument/2006/relationships/image" Target="../media/image165.png"/><Relationship Id="rId7" Type="http://schemas.openxmlformats.org/officeDocument/2006/relationships/image" Target="../media/image169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68.svg"/><Relationship Id="rId5" Type="http://schemas.openxmlformats.org/officeDocument/2006/relationships/image" Target="../media/image167.png"/><Relationship Id="rId4" Type="http://schemas.openxmlformats.org/officeDocument/2006/relationships/image" Target="../media/image166.svg"/></Relationships>
</file>

<file path=ppt/diagrams/_rels/drawing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72.svg"/><Relationship Id="rId1" Type="http://schemas.openxmlformats.org/officeDocument/2006/relationships/image" Target="../media/image171.png"/><Relationship Id="rId6" Type="http://schemas.openxmlformats.org/officeDocument/2006/relationships/image" Target="../media/image174.svg"/><Relationship Id="rId5" Type="http://schemas.openxmlformats.org/officeDocument/2006/relationships/image" Target="../media/image173.png"/><Relationship Id="rId4" Type="http://schemas.openxmlformats.org/officeDocument/2006/relationships/image" Target="../media/image166.svg"/></Relationships>
</file>

<file path=ppt/diagrams/_rels/drawing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svg"/><Relationship Id="rId1" Type="http://schemas.openxmlformats.org/officeDocument/2006/relationships/image" Target="../media/image175.png"/><Relationship Id="rId4" Type="http://schemas.openxmlformats.org/officeDocument/2006/relationships/image" Target="../media/image178.svg"/></Relationships>
</file>

<file path=ppt/diagrams/_rels/drawing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62.svg"/><Relationship Id="rId1" Type="http://schemas.openxmlformats.org/officeDocument/2006/relationships/image" Target="../media/image161.png"/><Relationship Id="rId6" Type="http://schemas.openxmlformats.org/officeDocument/2006/relationships/image" Target="../media/image183.svg"/><Relationship Id="rId5" Type="http://schemas.openxmlformats.org/officeDocument/2006/relationships/image" Target="../media/image182.png"/><Relationship Id="rId4" Type="http://schemas.openxmlformats.org/officeDocument/2006/relationships/image" Target="../media/image181.svg"/></Relationships>
</file>

<file path=ppt/diagrams/_rels/drawing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87.svg"/><Relationship Id="rId5" Type="http://schemas.openxmlformats.org/officeDocument/2006/relationships/image" Target="../media/image186.png"/><Relationship Id="rId4" Type="http://schemas.openxmlformats.org/officeDocument/2006/relationships/image" Target="../media/image185.svg"/></Relationships>
</file>

<file path=ppt/diagrams/_rels/drawing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62.svg"/><Relationship Id="rId1" Type="http://schemas.openxmlformats.org/officeDocument/2006/relationships/image" Target="../media/image161.png"/><Relationship Id="rId4" Type="http://schemas.openxmlformats.org/officeDocument/2006/relationships/image" Target="../media/image189.svg"/></Relationships>
</file>

<file path=ppt/diagrams/_rels/drawing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6.svg"/><Relationship Id="rId3" Type="http://schemas.openxmlformats.org/officeDocument/2006/relationships/image" Target="../media/image191.png"/><Relationship Id="rId7" Type="http://schemas.openxmlformats.org/officeDocument/2006/relationships/image" Target="../media/image195.png"/><Relationship Id="rId2" Type="http://schemas.openxmlformats.org/officeDocument/2006/relationships/image" Target="../media/image32.svg"/><Relationship Id="rId1" Type="http://schemas.openxmlformats.org/officeDocument/2006/relationships/image" Target="../media/image31.png"/><Relationship Id="rId6" Type="http://schemas.openxmlformats.org/officeDocument/2006/relationships/image" Target="../media/image194.svg"/><Relationship Id="rId5" Type="http://schemas.openxmlformats.org/officeDocument/2006/relationships/image" Target="../media/image193.png"/><Relationship Id="rId4" Type="http://schemas.openxmlformats.org/officeDocument/2006/relationships/image" Target="../media/image192.svg"/></Relationships>
</file>

<file path=ppt/diagrams/_rels/drawing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6" Type="http://schemas.openxmlformats.org/officeDocument/2006/relationships/image" Target="../media/image204.svg"/><Relationship Id="rId5" Type="http://schemas.openxmlformats.org/officeDocument/2006/relationships/image" Target="../media/image203.png"/><Relationship Id="rId4" Type="http://schemas.openxmlformats.org/officeDocument/2006/relationships/image" Target="../media/image202.svg"/></Relationships>
</file>

<file path=ppt/diagrams/_rels/drawing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6.svg"/><Relationship Id="rId1" Type="http://schemas.openxmlformats.org/officeDocument/2006/relationships/image" Target="../media/image205.png"/><Relationship Id="rId4" Type="http://schemas.openxmlformats.org/officeDocument/2006/relationships/image" Target="../media/image208.svg"/></Relationships>
</file>

<file path=ppt/diagrams/_rels/drawing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10.svg"/><Relationship Id="rId1" Type="http://schemas.openxmlformats.org/officeDocument/2006/relationships/image" Target="../media/image209.png"/><Relationship Id="rId4" Type="http://schemas.openxmlformats.org/officeDocument/2006/relationships/image" Target="../media/image212.svg"/></Relationships>
</file>

<file path=ppt/diagrams/_rels/drawing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4" Type="http://schemas.openxmlformats.org/officeDocument/2006/relationships/image" Target="../media/image192.svg"/></Relationships>
</file>

<file path=ppt/diagrams/_rels/drawing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213.png"/><Relationship Id="rId7" Type="http://schemas.openxmlformats.org/officeDocument/2006/relationships/image" Target="../media/image217.png"/><Relationship Id="rId2" Type="http://schemas.openxmlformats.org/officeDocument/2006/relationships/image" Target="../media/image43.svg"/><Relationship Id="rId1" Type="http://schemas.openxmlformats.org/officeDocument/2006/relationships/image" Target="../media/image59.png"/><Relationship Id="rId6" Type="http://schemas.openxmlformats.org/officeDocument/2006/relationships/image" Target="../media/image216.svg"/><Relationship Id="rId5" Type="http://schemas.openxmlformats.org/officeDocument/2006/relationships/image" Target="../media/image215.png"/><Relationship Id="rId4" Type="http://schemas.openxmlformats.org/officeDocument/2006/relationships/image" Target="../media/image214.svg"/></Relationships>
</file>

<file path=ppt/diagrams/_rels/drawing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20.svg"/><Relationship Id="rId1" Type="http://schemas.openxmlformats.org/officeDocument/2006/relationships/image" Target="../media/image219.png"/><Relationship Id="rId6" Type="http://schemas.openxmlformats.org/officeDocument/2006/relationships/image" Target="../media/image224.svg"/><Relationship Id="rId5" Type="http://schemas.openxmlformats.org/officeDocument/2006/relationships/image" Target="../media/image223.png"/><Relationship Id="rId4" Type="http://schemas.openxmlformats.org/officeDocument/2006/relationships/image" Target="../media/image222.svg"/></Relationships>
</file>

<file path=ppt/diagrams/_rels/drawing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svg"/><Relationship Id="rId1" Type="http://schemas.openxmlformats.org/officeDocument/2006/relationships/image" Target="../media/image225.png"/><Relationship Id="rId4" Type="http://schemas.openxmlformats.org/officeDocument/2006/relationships/image" Target="../media/image228.svg"/></Relationships>
</file>

<file path=ppt/diagrams/_rels/drawing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7.svg"/><Relationship Id="rId3" Type="http://schemas.openxmlformats.org/officeDocument/2006/relationships/image" Target="../media/image232.png"/><Relationship Id="rId7" Type="http://schemas.openxmlformats.org/officeDocument/2006/relationships/image" Target="../media/image236.png"/><Relationship Id="rId2" Type="http://schemas.openxmlformats.org/officeDocument/2006/relationships/image" Target="../media/image231.svg"/><Relationship Id="rId1" Type="http://schemas.openxmlformats.org/officeDocument/2006/relationships/image" Target="../media/image230.png"/><Relationship Id="rId6" Type="http://schemas.openxmlformats.org/officeDocument/2006/relationships/image" Target="../media/image235.svg"/><Relationship Id="rId5" Type="http://schemas.openxmlformats.org/officeDocument/2006/relationships/image" Target="../media/image234.png"/><Relationship Id="rId10" Type="http://schemas.openxmlformats.org/officeDocument/2006/relationships/image" Target="../media/image239.svg"/><Relationship Id="rId4" Type="http://schemas.openxmlformats.org/officeDocument/2006/relationships/image" Target="../media/image233.svg"/><Relationship Id="rId9" Type="http://schemas.openxmlformats.org/officeDocument/2006/relationships/image" Target="../media/image238.png"/></Relationships>
</file>

<file path=ppt/diagrams/_rels/drawing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7.svg"/><Relationship Id="rId3" Type="http://schemas.openxmlformats.org/officeDocument/2006/relationships/image" Target="../media/image242.png"/><Relationship Id="rId7" Type="http://schemas.openxmlformats.org/officeDocument/2006/relationships/image" Target="../media/image246.png"/><Relationship Id="rId2" Type="http://schemas.openxmlformats.org/officeDocument/2006/relationships/image" Target="../media/image241.svg"/><Relationship Id="rId1" Type="http://schemas.openxmlformats.org/officeDocument/2006/relationships/image" Target="../media/image240.png"/><Relationship Id="rId6" Type="http://schemas.openxmlformats.org/officeDocument/2006/relationships/image" Target="../media/image245.svg"/><Relationship Id="rId5" Type="http://schemas.openxmlformats.org/officeDocument/2006/relationships/image" Target="../media/image244.png"/><Relationship Id="rId4" Type="http://schemas.openxmlformats.org/officeDocument/2006/relationships/image" Target="../media/image243.svg"/></Relationships>
</file>

<file path=ppt/diagrams/_rels/drawing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4.svg"/><Relationship Id="rId3" Type="http://schemas.openxmlformats.org/officeDocument/2006/relationships/image" Target="../media/image251.png"/><Relationship Id="rId7" Type="http://schemas.openxmlformats.org/officeDocument/2006/relationships/image" Target="../media/image253.png"/><Relationship Id="rId2" Type="http://schemas.openxmlformats.org/officeDocument/2006/relationships/image" Target="../media/image250.svg"/><Relationship Id="rId1" Type="http://schemas.openxmlformats.org/officeDocument/2006/relationships/image" Target="../media/image249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252.svg"/></Relationships>
</file>

<file path=ppt/diagrams/_rels/drawing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image" Target="../media/image250.svg"/><Relationship Id="rId1" Type="http://schemas.openxmlformats.org/officeDocument/2006/relationships/image" Target="../media/image249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256.svg"/></Relationships>
</file>

<file path=ppt/diagrams/_rels/drawing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6" Type="http://schemas.openxmlformats.org/officeDocument/2006/relationships/image" Target="../media/image260.svg"/><Relationship Id="rId5" Type="http://schemas.openxmlformats.org/officeDocument/2006/relationships/image" Target="../media/image259.png"/><Relationship Id="rId4" Type="http://schemas.openxmlformats.org/officeDocument/2006/relationships/image" Target="../media/image14.svg"/></Relationships>
</file>

<file path=ppt/diagrams/_rels/drawing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.svg"/><Relationship Id="rId3" Type="http://schemas.openxmlformats.org/officeDocument/2006/relationships/image" Target="../media/image263.png"/><Relationship Id="rId7" Type="http://schemas.openxmlformats.org/officeDocument/2006/relationships/image" Target="../media/image143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6" Type="http://schemas.openxmlformats.org/officeDocument/2006/relationships/image" Target="../media/image117.svg"/><Relationship Id="rId5" Type="http://schemas.openxmlformats.org/officeDocument/2006/relationships/image" Target="../media/image116.png"/><Relationship Id="rId4" Type="http://schemas.openxmlformats.org/officeDocument/2006/relationships/image" Target="../media/image264.svg"/></Relationships>
</file>

<file path=ppt/diagrams/_rels/drawing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0.svg"/><Relationship Id="rId3" Type="http://schemas.openxmlformats.org/officeDocument/2006/relationships/image" Target="../media/image265.png"/><Relationship Id="rId7" Type="http://schemas.openxmlformats.org/officeDocument/2006/relationships/image" Target="../media/image26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68.svg"/><Relationship Id="rId5" Type="http://schemas.openxmlformats.org/officeDocument/2006/relationships/image" Target="../media/image267.png"/><Relationship Id="rId4" Type="http://schemas.openxmlformats.org/officeDocument/2006/relationships/image" Target="../media/image266.svg"/></Relationships>
</file>

<file path=ppt/diagrams/_rels/drawing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svg"/><Relationship Id="rId3" Type="http://schemas.openxmlformats.org/officeDocument/2006/relationships/image" Target="../media/image273.png"/><Relationship Id="rId7" Type="http://schemas.openxmlformats.org/officeDocument/2006/relationships/image" Target="../media/image277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rawing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280.svg"/><Relationship Id="rId1" Type="http://schemas.openxmlformats.org/officeDocument/2006/relationships/image" Target="../media/image279.png"/><Relationship Id="rId4" Type="http://schemas.openxmlformats.org/officeDocument/2006/relationships/image" Target="../media/image150.svg"/></Relationships>
</file>

<file path=ppt/diagrams/_rels/drawing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image" Target="../media/image238.png"/><Relationship Id="rId7" Type="http://schemas.openxmlformats.org/officeDocument/2006/relationships/image" Target="../media/image286.png"/><Relationship Id="rId2" Type="http://schemas.openxmlformats.org/officeDocument/2006/relationships/image" Target="../media/image282.svg"/><Relationship Id="rId1" Type="http://schemas.openxmlformats.org/officeDocument/2006/relationships/image" Target="../media/image281.png"/><Relationship Id="rId6" Type="http://schemas.openxmlformats.org/officeDocument/2006/relationships/image" Target="../media/image285.svg"/><Relationship Id="rId5" Type="http://schemas.openxmlformats.org/officeDocument/2006/relationships/image" Target="../media/image284.png"/><Relationship Id="rId10" Type="http://schemas.openxmlformats.org/officeDocument/2006/relationships/image" Target="../media/image289.svg"/><Relationship Id="rId4" Type="http://schemas.openxmlformats.org/officeDocument/2006/relationships/image" Target="../media/image283.svg"/><Relationship Id="rId9" Type="http://schemas.openxmlformats.org/officeDocument/2006/relationships/image" Target="../media/image288.png"/></Relationships>
</file>

<file path=ppt/diagrams/_rels/drawing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png"/><Relationship Id="rId2" Type="http://schemas.openxmlformats.org/officeDocument/2006/relationships/image" Target="../media/image63.svg"/><Relationship Id="rId1" Type="http://schemas.openxmlformats.org/officeDocument/2006/relationships/image" Target="../media/image62.png"/><Relationship Id="rId6" Type="http://schemas.openxmlformats.org/officeDocument/2006/relationships/image" Target="../media/image295.svg"/><Relationship Id="rId5" Type="http://schemas.openxmlformats.org/officeDocument/2006/relationships/image" Target="../media/image294.png"/><Relationship Id="rId4" Type="http://schemas.openxmlformats.org/officeDocument/2006/relationships/image" Target="../media/image293.svg"/></Relationships>
</file>

<file path=ppt/diagrams/_rels/drawing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2.svg"/><Relationship Id="rId3" Type="http://schemas.openxmlformats.org/officeDocument/2006/relationships/image" Target="../media/image298.png"/><Relationship Id="rId7" Type="http://schemas.openxmlformats.org/officeDocument/2006/relationships/image" Target="../media/image13.png"/><Relationship Id="rId2" Type="http://schemas.openxmlformats.org/officeDocument/2006/relationships/image" Target="../media/image297.svg"/><Relationship Id="rId1" Type="http://schemas.openxmlformats.org/officeDocument/2006/relationships/image" Target="../media/image296.png"/><Relationship Id="rId6" Type="http://schemas.openxmlformats.org/officeDocument/2006/relationships/image" Target="../media/image301.svg"/><Relationship Id="rId5" Type="http://schemas.openxmlformats.org/officeDocument/2006/relationships/image" Target="../media/image300.png"/><Relationship Id="rId4" Type="http://schemas.openxmlformats.org/officeDocument/2006/relationships/image" Target="../media/image299.svg"/></Relationships>
</file>

<file path=ppt/diagrams/_rels/drawing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63.svg"/><Relationship Id="rId1" Type="http://schemas.openxmlformats.org/officeDocument/2006/relationships/image" Target="../media/image62.png"/><Relationship Id="rId6" Type="http://schemas.openxmlformats.org/officeDocument/2006/relationships/image" Target="../media/image306.svg"/><Relationship Id="rId5" Type="http://schemas.openxmlformats.org/officeDocument/2006/relationships/image" Target="../media/image305.png"/><Relationship Id="rId4" Type="http://schemas.openxmlformats.org/officeDocument/2006/relationships/image" Target="../media/image304.svg"/></Relationships>
</file>

<file path=ppt/diagrams/_rels/drawing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304.svg"/><Relationship Id="rId1" Type="http://schemas.openxmlformats.org/officeDocument/2006/relationships/image" Target="../media/image303.png"/><Relationship Id="rId6" Type="http://schemas.openxmlformats.org/officeDocument/2006/relationships/image" Target="../media/image308.svg"/><Relationship Id="rId5" Type="http://schemas.openxmlformats.org/officeDocument/2006/relationships/image" Target="../media/image307.png"/><Relationship Id="rId4" Type="http://schemas.openxmlformats.org/officeDocument/2006/relationships/image" Target="../media/image63.svg"/></Relationships>
</file>

<file path=ppt/diagrams/_rels/drawing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2" Type="http://schemas.openxmlformats.org/officeDocument/2006/relationships/image" Target="../media/image310.svg"/><Relationship Id="rId1" Type="http://schemas.openxmlformats.org/officeDocument/2006/relationships/image" Target="../media/image309.png"/><Relationship Id="rId6" Type="http://schemas.openxmlformats.org/officeDocument/2006/relationships/image" Target="../media/image314.svg"/><Relationship Id="rId5" Type="http://schemas.openxmlformats.org/officeDocument/2006/relationships/image" Target="../media/image313.png"/><Relationship Id="rId4" Type="http://schemas.openxmlformats.org/officeDocument/2006/relationships/image" Target="../media/image312.svg"/></Relationships>
</file>

<file path=ppt/diagrams/_rels/drawing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2" Type="http://schemas.openxmlformats.org/officeDocument/2006/relationships/image" Target="../media/image297.svg"/><Relationship Id="rId1" Type="http://schemas.openxmlformats.org/officeDocument/2006/relationships/image" Target="../media/image296.png"/><Relationship Id="rId6" Type="http://schemas.openxmlformats.org/officeDocument/2006/relationships/image" Target="../media/image318.svg"/><Relationship Id="rId5" Type="http://schemas.openxmlformats.org/officeDocument/2006/relationships/image" Target="../media/image317.png"/><Relationship Id="rId4" Type="http://schemas.openxmlformats.org/officeDocument/2006/relationships/image" Target="../media/image316.svg"/></Relationships>
</file>

<file path=ppt/diagrams/_rels/drawing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4.svg"/><Relationship Id="rId3" Type="http://schemas.openxmlformats.org/officeDocument/2006/relationships/image" Target="../media/image319.png"/><Relationship Id="rId7" Type="http://schemas.openxmlformats.org/officeDocument/2006/relationships/image" Target="../media/image323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6" Type="http://schemas.openxmlformats.org/officeDocument/2006/relationships/image" Target="../media/image322.svg"/><Relationship Id="rId5" Type="http://schemas.openxmlformats.org/officeDocument/2006/relationships/image" Target="../media/image321.png"/><Relationship Id="rId4" Type="http://schemas.openxmlformats.org/officeDocument/2006/relationships/image" Target="../media/image320.svg"/></Relationships>
</file>

<file path=ppt/diagrams/_rels/drawing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3.svg"/><Relationship Id="rId3" Type="http://schemas.openxmlformats.org/officeDocument/2006/relationships/image" Target="../media/image328.png"/><Relationship Id="rId7" Type="http://schemas.openxmlformats.org/officeDocument/2006/relationships/image" Target="../media/image332.png"/><Relationship Id="rId2" Type="http://schemas.openxmlformats.org/officeDocument/2006/relationships/image" Target="../media/image327.svg"/><Relationship Id="rId1" Type="http://schemas.openxmlformats.org/officeDocument/2006/relationships/image" Target="../media/image326.png"/><Relationship Id="rId6" Type="http://schemas.openxmlformats.org/officeDocument/2006/relationships/image" Target="../media/image331.svg"/><Relationship Id="rId5" Type="http://schemas.openxmlformats.org/officeDocument/2006/relationships/image" Target="../media/image330.png"/><Relationship Id="rId4" Type="http://schemas.openxmlformats.org/officeDocument/2006/relationships/image" Target="../media/image329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05/8/colors/accent4_2">
  <dgm:title val=""/>
  <dgm:desc val=""/>
  <dgm:catLst>
    <dgm:cat type="accent4" pri="11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Peer-to-Peer Network Architecture</a:t>
          </a:r>
          <a:endParaRPr lang="en-US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 sz="2000"/>
        </a:p>
      </dgm:t>
    </dgm:pt>
    <dgm:pt modelId="{4F9F2FD4-1B5E-415C-8D4A-EEFFFB00101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Node Types and Roles</a:t>
          </a:r>
          <a:endParaRPr lang="en-US"/>
        </a:p>
      </dgm:t>
    </dgm:pt>
    <dgm:pt modelId="{4BF05864-59A1-40D0-B52D-16D97E30423C}" type="parTrans" cxnId="{2BAF34C2-13B0-4838-BF7E-60F470A6D5A5}">
      <dgm:prSet/>
      <dgm:spPr/>
      <dgm:t>
        <a:bodyPr/>
        <a:lstStyle/>
        <a:p>
          <a:endParaRPr lang="tr-TR" sz="2000"/>
        </a:p>
      </dgm:t>
    </dgm:pt>
    <dgm:pt modelId="{6FBE086E-007C-4DEA-B517-A123D5137826}" type="sibTrans" cxnId="{2BAF34C2-13B0-4838-BF7E-60F470A6D5A5}">
      <dgm:prSet/>
      <dgm:spPr/>
      <dgm:t>
        <a:bodyPr/>
        <a:lstStyle/>
        <a:p>
          <a:endParaRPr lang="tr-TR"/>
        </a:p>
      </dgm:t>
    </dgm:pt>
    <dgm:pt modelId="{DEC71550-0B21-49F3-B66D-E45179D1D5A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Extended Bitcoin Network</a:t>
          </a:r>
          <a:endParaRPr lang="en-US"/>
        </a:p>
      </dgm:t>
    </dgm:pt>
    <dgm:pt modelId="{C5874512-ED12-4E06-B72B-A1F517AA6392}" type="parTrans" cxnId="{5DF248CA-E436-4FDB-B685-4D32D5F08CAD}">
      <dgm:prSet/>
      <dgm:spPr/>
      <dgm:t>
        <a:bodyPr/>
        <a:lstStyle/>
        <a:p>
          <a:endParaRPr lang="tr-TR"/>
        </a:p>
      </dgm:t>
    </dgm:pt>
    <dgm:pt modelId="{E6EEB425-C8F9-4905-8B09-D3057ACE3FDC}" type="sibTrans" cxnId="{5DF248CA-E436-4FDB-B685-4D32D5F08CAD}">
      <dgm:prSet/>
      <dgm:spPr/>
      <dgm:t>
        <a:bodyPr/>
        <a:lstStyle/>
        <a:p>
          <a:endParaRPr lang="tr-TR"/>
        </a:p>
      </dgm:t>
    </dgm:pt>
    <dgm:pt modelId="{4952E932-AA3D-42FD-9756-25E6E1482A7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Bitcoin Relay Networks</a:t>
          </a:r>
          <a:endParaRPr lang="en-US"/>
        </a:p>
      </dgm:t>
    </dgm:pt>
    <dgm:pt modelId="{0FC298C3-5390-45D4-9FD1-83BCDA69343F}" type="parTrans" cxnId="{FBD697C9-5440-4C02-BF63-4C7342BBF14F}">
      <dgm:prSet/>
      <dgm:spPr/>
      <dgm:t>
        <a:bodyPr/>
        <a:lstStyle/>
        <a:p>
          <a:endParaRPr lang="tr-TR"/>
        </a:p>
      </dgm:t>
    </dgm:pt>
    <dgm:pt modelId="{49B342BC-8D75-45BC-93C5-2653084B37FE}" type="sibTrans" cxnId="{FBD697C9-5440-4C02-BF63-4C7342BBF14F}">
      <dgm:prSet/>
      <dgm:spPr/>
      <dgm:t>
        <a:bodyPr/>
        <a:lstStyle/>
        <a:p>
          <a:endParaRPr lang="tr-TR"/>
        </a:p>
      </dgm:t>
    </dgm:pt>
    <dgm:pt modelId="{7A61D514-D277-4CE2-B7AA-5C47513E235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Network Discovery</a:t>
          </a:r>
          <a:endParaRPr lang="en-US"/>
        </a:p>
      </dgm:t>
    </dgm:pt>
    <dgm:pt modelId="{27752320-8513-4FA8-A1F5-DE63FBEAC603}" type="parTrans" cxnId="{ED8A417F-32F1-49A6-AD8D-83748A41DF85}">
      <dgm:prSet/>
      <dgm:spPr/>
      <dgm:t>
        <a:bodyPr/>
        <a:lstStyle/>
        <a:p>
          <a:endParaRPr lang="tr-TR"/>
        </a:p>
      </dgm:t>
    </dgm:pt>
    <dgm:pt modelId="{C688C6FA-67B2-49A9-8631-6A2313252819}" type="sibTrans" cxnId="{ED8A417F-32F1-49A6-AD8D-83748A41DF85}">
      <dgm:prSet/>
      <dgm:spPr/>
      <dgm:t>
        <a:bodyPr/>
        <a:lstStyle/>
        <a:p>
          <a:endParaRPr lang="tr-TR"/>
        </a:p>
      </dgm:t>
    </dgm:pt>
    <dgm:pt modelId="{41B60647-8DC9-4599-B76D-B4D210458A7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Full Nodes</a:t>
          </a:r>
          <a:endParaRPr lang="en-US"/>
        </a:p>
      </dgm:t>
    </dgm:pt>
    <dgm:pt modelId="{AE272122-38F1-41C1-8350-CD651C17FB65}" type="parTrans" cxnId="{4659CA30-6B18-42F1-AEBA-1FD1A4B8CF2F}">
      <dgm:prSet/>
      <dgm:spPr/>
      <dgm:t>
        <a:bodyPr/>
        <a:lstStyle/>
        <a:p>
          <a:endParaRPr lang="tr-TR"/>
        </a:p>
      </dgm:t>
    </dgm:pt>
    <dgm:pt modelId="{408DCD53-0D48-45AC-8B99-206C71DAC6A5}" type="sibTrans" cxnId="{4659CA30-6B18-42F1-AEBA-1FD1A4B8CF2F}">
      <dgm:prSet/>
      <dgm:spPr/>
      <dgm:t>
        <a:bodyPr/>
        <a:lstStyle/>
        <a:p>
          <a:endParaRPr lang="tr-TR"/>
        </a:p>
      </dgm:t>
    </dgm:pt>
    <dgm:pt modelId="{E195DDF4-CEE4-431B-8363-7392A10135B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Exchanging “Inventory”</a:t>
          </a:r>
          <a:endParaRPr lang="en-US"/>
        </a:p>
      </dgm:t>
    </dgm:pt>
    <dgm:pt modelId="{C9E5711E-D573-4CF6-84F4-D667ECDECC38}" type="parTrans" cxnId="{8417232B-2069-450F-B3ED-F8CEED7229C5}">
      <dgm:prSet/>
      <dgm:spPr/>
      <dgm:t>
        <a:bodyPr/>
        <a:lstStyle/>
        <a:p>
          <a:endParaRPr lang="tr-TR"/>
        </a:p>
      </dgm:t>
    </dgm:pt>
    <dgm:pt modelId="{EC263AFA-8086-408C-9CD5-9D447FBE0074}" type="sibTrans" cxnId="{8417232B-2069-450F-B3ED-F8CEED7229C5}">
      <dgm:prSet/>
      <dgm:spPr/>
      <dgm:t>
        <a:bodyPr/>
        <a:lstStyle/>
        <a:p>
          <a:endParaRPr lang="tr-TR"/>
        </a:p>
      </dgm:t>
    </dgm:pt>
    <dgm:pt modelId="{0AE20C5D-54E7-4152-9232-14EE585F590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Simplified Payment Verification (SPV) Nodes</a:t>
          </a:r>
          <a:endParaRPr lang="en-US"/>
        </a:p>
      </dgm:t>
    </dgm:pt>
    <dgm:pt modelId="{C05B1D4F-89AF-4BED-9E17-F4F7C1611E9E}" type="parTrans" cxnId="{E10F2C4C-4FB6-4A14-90D1-29E6AAFDD7E3}">
      <dgm:prSet/>
      <dgm:spPr/>
      <dgm:t>
        <a:bodyPr/>
        <a:lstStyle/>
        <a:p>
          <a:endParaRPr lang="tr-TR"/>
        </a:p>
      </dgm:t>
    </dgm:pt>
    <dgm:pt modelId="{89480039-0B18-4849-8CF0-3A81D46C864B}" type="sibTrans" cxnId="{E10F2C4C-4FB6-4A14-90D1-29E6AAFDD7E3}">
      <dgm:prSet/>
      <dgm:spPr/>
      <dgm:t>
        <a:bodyPr/>
        <a:lstStyle/>
        <a:p>
          <a:endParaRPr lang="tr-TR"/>
        </a:p>
      </dgm:t>
    </dgm:pt>
    <dgm:pt modelId="{4892296B-0C96-4944-A07E-77B803BBD916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363FABAC-A0C9-44B3-9904-276028455400}" type="pres">
      <dgm:prSet presAssocID="{8E7782D7-80F6-4BA3-9B8A-2EC91E772ACE}" presName="compNode" presStyleCnt="0"/>
      <dgm:spPr/>
    </dgm:pt>
    <dgm:pt modelId="{CCD7803D-9399-499C-994A-5DB285A665A4}" type="pres">
      <dgm:prSet presAssocID="{8E7782D7-80F6-4BA3-9B8A-2EC91E772ACE}" presName="bgRect" presStyleLbl="bgShp" presStyleIdx="0" presStyleCnt="8"/>
      <dgm:spPr/>
    </dgm:pt>
    <dgm:pt modelId="{2A76F088-FBE7-4D5A-8AD3-BEAC3B2AD011}" type="pres">
      <dgm:prSet presAssocID="{8E7782D7-80F6-4BA3-9B8A-2EC91E772ACE}" presName="iconRect" presStyleLbl="node1" presStyleIdx="0" presStyleCnt="8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60D06836-D78D-4225-A7D8-4293E8F508E5}" type="pres">
      <dgm:prSet presAssocID="{8E7782D7-80F6-4BA3-9B8A-2EC91E772ACE}" presName="spaceRect" presStyleCnt="0"/>
      <dgm:spPr/>
    </dgm:pt>
    <dgm:pt modelId="{AE1A3D10-DB97-413B-8BB1-0CD1126BE3D9}" type="pres">
      <dgm:prSet presAssocID="{8E7782D7-80F6-4BA3-9B8A-2EC91E772ACE}" presName="parTx" presStyleLbl="revTx" presStyleIdx="0" presStyleCnt="8">
        <dgm:presLayoutVars>
          <dgm:chMax val="0"/>
          <dgm:chPref val="0"/>
        </dgm:presLayoutVars>
      </dgm:prSet>
      <dgm:spPr/>
    </dgm:pt>
    <dgm:pt modelId="{95024A1D-1805-4995-B22B-6E01867957FE}" type="pres">
      <dgm:prSet presAssocID="{954B563A-FDB8-43A4-9E7B-D7FC6E4AC68E}" presName="sibTrans" presStyleCnt="0"/>
      <dgm:spPr/>
    </dgm:pt>
    <dgm:pt modelId="{828ACFBE-CDBF-4AB8-BB44-A922A450A396}" type="pres">
      <dgm:prSet presAssocID="{4F9F2FD4-1B5E-415C-8D4A-EEFFFB001011}" presName="compNode" presStyleCnt="0"/>
      <dgm:spPr/>
    </dgm:pt>
    <dgm:pt modelId="{8C6EAEDD-E806-4D84-9C94-799659A4A1BE}" type="pres">
      <dgm:prSet presAssocID="{4F9F2FD4-1B5E-415C-8D4A-EEFFFB001011}" presName="bgRect" presStyleLbl="bgShp" presStyleIdx="1" presStyleCnt="8"/>
      <dgm:spPr/>
    </dgm:pt>
    <dgm:pt modelId="{986E3680-D4C0-4AA9-A9BB-D2B8615D31FD}" type="pres">
      <dgm:prSet presAssocID="{4F9F2FD4-1B5E-415C-8D4A-EEFFFB001011}" presName="iconRect" presStyleLbl="node1" presStyleIdx="1" presStyleCnt="8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817B4B45-2AB9-46C5-9288-823D920FD0A3}" type="pres">
      <dgm:prSet presAssocID="{4F9F2FD4-1B5E-415C-8D4A-EEFFFB001011}" presName="spaceRect" presStyleCnt="0"/>
      <dgm:spPr/>
    </dgm:pt>
    <dgm:pt modelId="{EEA71FF2-9833-4E33-BC4A-219AEC5E9239}" type="pres">
      <dgm:prSet presAssocID="{4F9F2FD4-1B5E-415C-8D4A-EEFFFB001011}" presName="parTx" presStyleLbl="revTx" presStyleIdx="1" presStyleCnt="8">
        <dgm:presLayoutVars>
          <dgm:chMax val="0"/>
          <dgm:chPref val="0"/>
        </dgm:presLayoutVars>
      </dgm:prSet>
      <dgm:spPr/>
    </dgm:pt>
    <dgm:pt modelId="{84852F56-C452-46AC-B1E0-E27767A2E51D}" type="pres">
      <dgm:prSet presAssocID="{6FBE086E-007C-4DEA-B517-A123D5137826}" presName="sibTrans" presStyleCnt="0"/>
      <dgm:spPr/>
    </dgm:pt>
    <dgm:pt modelId="{4299A9B3-2C64-4D83-A1E0-A49F92890320}" type="pres">
      <dgm:prSet presAssocID="{DEC71550-0B21-49F3-B66D-E45179D1D5A6}" presName="compNode" presStyleCnt="0"/>
      <dgm:spPr/>
    </dgm:pt>
    <dgm:pt modelId="{4A153D56-15A8-4148-B64F-D6F7DE7654A4}" type="pres">
      <dgm:prSet presAssocID="{DEC71550-0B21-49F3-B66D-E45179D1D5A6}" presName="bgRect" presStyleLbl="bgShp" presStyleIdx="2" presStyleCnt="8"/>
      <dgm:spPr/>
    </dgm:pt>
    <dgm:pt modelId="{166F4582-025A-4B4F-91BD-CB4E23C8139D}" type="pres">
      <dgm:prSet presAssocID="{DEC71550-0B21-49F3-B66D-E45179D1D5A6}" presName="iconRect" presStyleLbl="node1" presStyleIdx="2" presStyleCnt="8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6CFD6260-A5F4-4BAD-A79D-072A8C65CDF6}" type="pres">
      <dgm:prSet presAssocID="{DEC71550-0B21-49F3-B66D-E45179D1D5A6}" presName="spaceRect" presStyleCnt="0"/>
      <dgm:spPr/>
    </dgm:pt>
    <dgm:pt modelId="{6D575D91-4D01-4F03-B7E2-646C32ECFF85}" type="pres">
      <dgm:prSet presAssocID="{DEC71550-0B21-49F3-B66D-E45179D1D5A6}" presName="parTx" presStyleLbl="revTx" presStyleIdx="2" presStyleCnt="8">
        <dgm:presLayoutVars>
          <dgm:chMax val="0"/>
          <dgm:chPref val="0"/>
        </dgm:presLayoutVars>
      </dgm:prSet>
      <dgm:spPr/>
    </dgm:pt>
    <dgm:pt modelId="{FB7AC72E-003C-4082-9656-B13CC7342AA4}" type="pres">
      <dgm:prSet presAssocID="{E6EEB425-C8F9-4905-8B09-D3057ACE3FDC}" presName="sibTrans" presStyleCnt="0"/>
      <dgm:spPr/>
    </dgm:pt>
    <dgm:pt modelId="{F4CF3F43-5A0B-4DF4-80A0-ADAF473D7DDB}" type="pres">
      <dgm:prSet presAssocID="{4952E932-AA3D-42FD-9756-25E6E1482A7C}" presName="compNode" presStyleCnt="0"/>
      <dgm:spPr/>
    </dgm:pt>
    <dgm:pt modelId="{F96B4F92-AB0F-4984-BCF7-F781248F67BB}" type="pres">
      <dgm:prSet presAssocID="{4952E932-AA3D-42FD-9756-25E6E1482A7C}" presName="bgRect" presStyleLbl="bgShp" presStyleIdx="3" presStyleCnt="8"/>
      <dgm:spPr/>
    </dgm:pt>
    <dgm:pt modelId="{044AC2A8-FCDF-44F1-A1C6-065A95713E3B}" type="pres">
      <dgm:prSet presAssocID="{4952E932-AA3D-42FD-9756-25E6E1482A7C}" presName="iconRect" presStyleLbl="node1" presStyleIdx="3" presStyleCnt="8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atellite dish"/>
        </a:ext>
      </dgm:extLst>
    </dgm:pt>
    <dgm:pt modelId="{0F8EB64C-79D0-4BCD-8B6B-1FBB3E9BB367}" type="pres">
      <dgm:prSet presAssocID="{4952E932-AA3D-42FD-9756-25E6E1482A7C}" presName="spaceRect" presStyleCnt="0"/>
      <dgm:spPr/>
    </dgm:pt>
    <dgm:pt modelId="{5339C641-06B7-46BC-B910-C64FB6DB8511}" type="pres">
      <dgm:prSet presAssocID="{4952E932-AA3D-42FD-9756-25E6E1482A7C}" presName="parTx" presStyleLbl="revTx" presStyleIdx="3" presStyleCnt="8">
        <dgm:presLayoutVars>
          <dgm:chMax val="0"/>
          <dgm:chPref val="0"/>
        </dgm:presLayoutVars>
      </dgm:prSet>
      <dgm:spPr/>
    </dgm:pt>
    <dgm:pt modelId="{D6467196-D34D-47EA-944E-4E00D998CE72}" type="pres">
      <dgm:prSet presAssocID="{49B342BC-8D75-45BC-93C5-2653084B37FE}" presName="sibTrans" presStyleCnt="0"/>
      <dgm:spPr/>
    </dgm:pt>
    <dgm:pt modelId="{8E981DBC-3B2F-4017-8E01-DBE96685F5DD}" type="pres">
      <dgm:prSet presAssocID="{7A61D514-D277-4CE2-B7AA-5C47513E2352}" presName="compNode" presStyleCnt="0"/>
      <dgm:spPr/>
    </dgm:pt>
    <dgm:pt modelId="{454245CB-F124-4BBC-AE43-F1DA316BB9B1}" type="pres">
      <dgm:prSet presAssocID="{7A61D514-D277-4CE2-B7AA-5C47513E2352}" presName="bgRect" presStyleLbl="bgShp" presStyleIdx="4" presStyleCnt="8"/>
      <dgm:spPr/>
    </dgm:pt>
    <dgm:pt modelId="{46B476CC-B286-416E-A272-CB5608553FBF}" type="pres">
      <dgm:prSet presAssocID="{7A61D514-D277-4CE2-B7AA-5C47513E2352}" presName="iconRect" presStyleLbl="node1" presStyleIdx="4" presStyleCnt="8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C1B4CF94-7F25-40E3-87CE-CF14F231150B}" type="pres">
      <dgm:prSet presAssocID="{7A61D514-D277-4CE2-B7AA-5C47513E2352}" presName="spaceRect" presStyleCnt="0"/>
      <dgm:spPr/>
    </dgm:pt>
    <dgm:pt modelId="{09B1FA57-056A-44FF-B924-1F5AB25638A3}" type="pres">
      <dgm:prSet presAssocID="{7A61D514-D277-4CE2-B7AA-5C47513E2352}" presName="parTx" presStyleLbl="revTx" presStyleIdx="4" presStyleCnt="8">
        <dgm:presLayoutVars>
          <dgm:chMax val="0"/>
          <dgm:chPref val="0"/>
        </dgm:presLayoutVars>
      </dgm:prSet>
      <dgm:spPr/>
    </dgm:pt>
    <dgm:pt modelId="{DF27AB03-187E-49CC-9FAC-3706936CB0B4}" type="pres">
      <dgm:prSet presAssocID="{C688C6FA-67B2-49A9-8631-6A2313252819}" presName="sibTrans" presStyleCnt="0"/>
      <dgm:spPr/>
    </dgm:pt>
    <dgm:pt modelId="{D4D2B1C3-BC5D-4C30-ADCC-ABBD5E91BA6B}" type="pres">
      <dgm:prSet presAssocID="{41B60647-8DC9-4599-B76D-B4D210458A72}" presName="compNode" presStyleCnt="0"/>
      <dgm:spPr/>
    </dgm:pt>
    <dgm:pt modelId="{311C8AF9-02FE-4D53-80E1-4D7289B15FE1}" type="pres">
      <dgm:prSet presAssocID="{41B60647-8DC9-4599-B76D-B4D210458A72}" presName="bgRect" presStyleLbl="bgShp" presStyleIdx="5" presStyleCnt="8"/>
      <dgm:spPr/>
    </dgm:pt>
    <dgm:pt modelId="{D58A5472-FB5D-45C8-BFD6-195CD7AA5D74}" type="pres">
      <dgm:prSet presAssocID="{41B60647-8DC9-4599-B76D-B4D210458A72}" presName="iconRect" presStyleLbl="node1" presStyleIdx="5" presStyleCnt="8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99B861CC-A853-43A4-8908-F6F0C77BAA32}" type="pres">
      <dgm:prSet presAssocID="{41B60647-8DC9-4599-B76D-B4D210458A72}" presName="spaceRect" presStyleCnt="0"/>
      <dgm:spPr/>
    </dgm:pt>
    <dgm:pt modelId="{79D3934D-0D77-49C8-9B47-40A76B7EB7CE}" type="pres">
      <dgm:prSet presAssocID="{41B60647-8DC9-4599-B76D-B4D210458A72}" presName="parTx" presStyleLbl="revTx" presStyleIdx="5" presStyleCnt="8">
        <dgm:presLayoutVars>
          <dgm:chMax val="0"/>
          <dgm:chPref val="0"/>
        </dgm:presLayoutVars>
      </dgm:prSet>
      <dgm:spPr/>
    </dgm:pt>
    <dgm:pt modelId="{23E336BB-B804-4835-B5B6-01F808599A25}" type="pres">
      <dgm:prSet presAssocID="{408DCD53-0D48-45AC-8B99-206C71DAC6A5}" presName="sibTrans" presStyleCnt="0"/>
      <dgm:spPr/>
    </dgm:pt>
    <dgm:pt modelId="{E9D2E228-BDBE-4213-A498-1B7FE07140A9}" type="pres">
      <dgm:prSet presAssocID="{E195DDF4-CEE4-431B-8363-7392A10135BD}" presName="compNode" presStyleCnt="0"/>
      <dgm:spPr/>
    </dgm:pt>
    <dgm:pt modelId="{49F16993-AF08-43C5-A77D-15FFF5BB2065}" type="pres">
      <dgm:prSet presAssocID="{E195DDF4-CEE4-431B-8363-7392A10135BD}" presName="bgRect" presStyleLbl="bgShp" presStyleIdx="6" presStyleCnt="8"/>
      <dgm:spPr/>
    </dgm:pt>
    <dgm:pt modelId="{0E974988-D2DB-497C-8176-E12EE20FF891}" type="pres">
      <dgm:prSet presAssocID="{E195DDF4-CEE4-431B-8363-7392A10135BD}" presName="iconRect" presStyleLbl="node1" presStyleIdx="6" presStyleCnt="8"/>
      <dgm:spPr>
        <a:blipFill>
          <a:blip xmlns:r="http://schemas.openxmlformats.org/officeDocument/2006/relationships" r:embed="rId1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15FBB1D-C0AE-443D-B766-358AE3DA79E4}" type="pres">
      <dgm:prSet presAssocID="{E195DDF4-CEE4-431B-8363-7392A10135BD}" presName="spaceRect" presStyleCnt="0"/>
      <dgm:spPr/>
    </dgm:pt>
    <dgm:pt modelId="{BAC1EE01-7B22-4D0A-81AA-3B8F1E3CEE45}" type="pres">
      <dgm:prSet presAssocID="{E195DDF4-CEE4-431B-8363-7392A10135BD}" presName="parTx" presStyleLbl="revTx" presStyleIdx="6" presStyleCnt="8">
        <dgm:presLayoutVars>
          <dgm:chMax val="0"/>
          <dgm:chPref val="0"/>
        </dgm:presLayoutVars>
      </dgm:prSet>
      <dgm:spPr/>
    </dgm:pt>
    <dgm:pt modelId="{7DCCE1DA-5C09-433A-885C-942BB5B11FCD}" type="pres">
      <dgm:prSet presAssocID="{EC263AFA-8086-408C-9CD5-9D447FBE0074}" presName="sibTrans" presStyleCnt="0"/>
      <dgm:spPr/>
    </dgm:pt>
    <dgm:pt modelId="{B57EB664-91C7-4467-BAFE-CFF5A1F52518}" type="pres">
      <dgm:prSet presAssocID="{0AE20C5D-54E7-4152-9232-14EE585F5906}" presName="compNode" presStyleCnt="0"/>
      <dgm:spPr/>
    </dgm:pt>
    <dgm:pt modelId="{55770706-C344-40C0-A11C-084C11B5CDC6}" type="pres">
      <dgm:prSet presAssocID="{0AE20C5D-54E7-4152-9232-14EE585F5906}" presName="bgRect" presStyleLbl="bgShp" presStyleIdx="7" presStyleCnt="8"/>
      <dgm:spPr/>
    </dgm:pt>
    <dgm:pt modelId="{4C58B911-853D-4327-990C-940E5DC01E7E}" type="pres">
      <dgm:prSet presAssocID="{0AE20C5D-54E7-4152-9232-14EE585F5906}" presName="iconRect" presStyleLbl="node1" presStyleIdx="7" presStyleCnt="8"/>
      <dgm:spPr>
        <a:blipFill>
          <a:blip xmlns:r="http://schemas.openxmlformats.org/officeDocument/2006/relationships" r:embed="rId1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ilding"/>
        </a:ext>
      </dgm:extLst>
    </dgm:pt>
    <dgm:pt modelId="{A1000298-91C4-4551-8013-B77954675FEA}" type="pres">
      <dgm:prSet presAssocID="{0AE20C5D-54E7-4152-9232-14EE585F5906}" presName="spaceRect" presStyleCnt="0"/>
      <dgm:spPr/>
    </dgm:pt>
    <dgm:pt modelId="{1E3C8469-83AF-4854-A726-13767689380E}" type="pres">
      <dgm:prSet presAssocID="{0AE20C5D-54E7-4152-9232-14EE585F5906}" presName="parTx" presStyleLbl="revTx" presStyleIdx="7" presStyleCnt="8">
        <dgm:presLayoutVars>
          <dgm:chMax val="0"/>
          <dgm:chPref val="0"/>
        </dgm:presLayoutVars>
      </dgm:prSet>
      <dgm:spPr/>
    </dgm:pt>
  </dgm:ptLst>
  <dgm:cxnLst>
    <dgm:cxn modelId="{67DF8203-1729-4004-A298-11720463B4ED}" type="presOf" srcId="{7A61D514-D277-4CE2-B7AA-5C47513E2352}" destId="{09B1FA57-056A-44FF-B924-1F5AB25638A3}" srcOrd="0" destOrd="0" presId="urn:microsoft.com/office/officeart/2018/2/layout/IconVerticalSolidList"/>
    <dgm:cxn modelId="{9D4A2310-D3D5-4D5B-9B99-5CF04A6997B7}" type="presOf" srcId="{4F9F2FD4-1B5E-415C-8D4A-EEFFFB001011}" destId="{EEA71FF2-9833-4E33-BC4A-219AEC5E9239}" srcOrd="0" destOrd="0" presId="urn:microsoft.com/office/officeart/2018/2/layout/IconVerticalSolidList"/>
    <dgm:cxn modelId="{DFE72129-498A-4841-AFE3-83028238B9FD}" type="presOf" srcId="{8E7782D7-80F6-4BA3-9B8A-2EC91E772ACE}" destId="{AE1A3D10-DB97-413B-8BB1-0CD1126BE3D9}" srcOrd="0" destOrd="0" presId="urn:microsoft.com/office/officeart/2018/2/layout/IconVerticalSolidList"/>
    <dgm:cxn modelId="{8417232B-2069-450F-B3ED-F8CEED7229C5}" srcId="{A133FCAE-E73A-4F6E-AAE2-9B409B02E4EB}" destId="{E195DDF4-CEE4-431B-8363-7392A10135BD}" srcOrd="6" destOrd="0" parTransId="{C9E5711E-D573-4CF6-84F4-D667ECDECC38}" sibTransId="{EC263AFA-8086-408C-9CD5-9D447FBE0074}"/>
    <dgm:cxn modelId="{C16E452D-8B4C-47E4-8AFB-21668B3620C2}" type="presOf" srcId="{DEC71550-0B21-49F3-B66D-E45179D1D5A6}" destId="{6D575D91-4D01-4F03-B7E2-646C32ECFF85}" srcOrd="0" destOrd="0" presId="urn:microsoft.com/office/officeart/2018/2/layout/IconVerticalSolidList"/>
    <dgm:cxn modelId="{4659CA30-6B18-42F1-AEBA-1FD1A4B8CF2F}" srcId="{A133FCAE-E73A-4F6E-AAE2-9B409B02E4EB}" destId="{41B60647-8DC9-4599-B76D-B4D210458A72}" srcOrd="5" destOrd="0" parTransId="{AE272122-38F1-41C1-8350-CD651C17FB65}" sibTransId="{408DCD53-0D48-45AC-8B99-206C71DAC6A5}"/>
    <dgm:cxn modelId="{C032E437-CB3B-4980-A496-42FC5BBF4573}" type="presOf" srcId="{4952E932-AA3D-42FD-9756-25E6E1482A7C}" destId="{5339C641-06B7-46BC-B910-C64FB6DB8511}" srcOrd="0" destOrd="0" presId="urn:microsoft.com/office/officeart/2018/2/layout/IconVerticalSolidList"/>
    <dgm:cxn modelId="{C0C0E041-03E4-4F7C-8DA7-35E1E6252DEF}" type="presOf" srcId="{0AE20C5D-54E7-4152-9232-14EE585F5906}" destId="{1E3C8469-83AF-4854-A726-13767689380E}" srcOrd="0" destOrd="0" presId="urn:microsoft.com/office/officeart/2018/2/layout/IconVerticalSolidList"/>
    <dgm:cxn modelId="{5008B347-A9D2-4032-9E8E-581E057B6423}" srcId="{A133FCAE-E73A-4F6E-AAE2-9B409B02E4EB}" destId="{8E7782D7-80F6-4BA3-9B8A-2EC91E772ACE}" srcOrd="0" destOrd="0" parTransId="{62F88E30-85D7-49F1-9928-AF43E76E1741}" sibTransId="{954B563A-FDB8-43A4-9E7B-D7FC6E4AC68E}"/>
    <dgm:cxn modelId="{A4A1F847-9BBF-49D1-9401-5AD0BF361F38}" type="presOf" srcId="{A133FCAE-E73A-4F6E-AAE2-9B409B02E4EB}" destId="{4892296B-0C96-4944-A07E-77B803BBD916}" srcOrd="0" destOrd="0" presId="urn:microsoft.com/office/officeart/2018/2/layout/IconVerticalSolidList"/>
    <dgm:cxn modelId="{E10F2C4C-4FB6-4A14-90D1-29E6AAFDD7E3}" srcId="{A133FCAE-E73A-4F6E-AAE2-9B409B02E4EB}" destId="{0AE20C5D-54E7-4152-9232-14EE585F5906}" srcOrd="7" destOrd="0" parTransId="{C05B1D4F-89AF-4BED-9E17-F4F7C1611E9E}" sibTransId="{89480039-0B18-4849-8CF0-3A81D46C864B}"/>
    <dgm:cxn modelId="{ED8A417F-32F1-49A6-AD8D-83748A41DF85}" srcId="{A133FCAE-E73A-4F6E-AAE2-9B409B02E4EB}" destId="{7A61D514-D277-4CE2-B7AA-5C47513E2352}" srcOrd="4" destOrd="0" parTransId="{27752320-8513-4FA8-A1F5-DE63FBEAC603}" sibTransId="{C688C6FA-67B2-49A9-8631-6A2313252819}"/>
    <dgm:cxn modelId="{612D1D98-1758-4E6D-97D4-E1F03578A337}" type="presOf" srcId="{E195DDF4-CEE4-431B-8363-7392A10135BD}" destId="{BAC1EE01-7B22-4D0A-81AA-3B8F1E3CEE45}" srcOrd="0" destOrd="0" presId="urn:microsoft.com/office/officeart/2018/2/layout/IconVerticalSolidList"/>
    <dgm:cxn modelId="{2BAF34C2-13B0-4838-BF7E-60F470A6D5A5}" srcId="{A133FCAE-E73A-4F6E-AAE2-9B409B02E4EB}" destId="{4F9F2FD4-1B5E-415C-8D4A-EEFFFB001011}" srcOrd="1" destOrd="0" parTransId="{4BF05864-59A1-40D0-B52D-16D97E30423C}" sibTransId="{6FBE086E-007C-4DEA-B517-A123D5137826}"/>
    <dgm:cxn modelId="{FBD697C9-5440-4C02-BF63-4C7342BBF14F}" srcId="{A133FCAE-E73A-4F6E-AAE2-9B409B02E4EB}" destId="{4952E932-AA3D-42FD-9756-25E6E1482A7C}" srcOrd="3" destOrd="0" parTransId="{0FC298C3-5390-45D4-9FD1-83BCDA69343F}" sibTransId="{49B342BC-8D75-45BC-93C5-2653084B37FE}"/>
    <dgm:cxn modelId="{5DF248CA-E436-4FDB-B685-4D32D5F08CAD}" srcId="{A133FCAE-E73A-4F6E-AAE2-9B409B02E4EB}" destId="{DEC71550-0B21-49F3-B66D-E45179D1D5A6}" srcOrd="2" destOrd="0" parTransId="{C5874512-ED12-4E06-B72B-A1F517AA6392}" sibTransId="{E6EEB425-C8F9-4905-8B09-D3057ACE3FDC}"/>
    <dgm:cxn modelId="{9E3867FE-A742-4244-B548-B86D771069EE}" type="presOf" srcId="{41B60647-8DC9-4599-B76D-B4D210458A72}" destId="{79D3934D-0D77-49C8-9B47-40A76B7EB7CE}" srcOrd="0" destOrd="0" presId="urn:microsoft.com/office/officeart/2018/2/layout/IconVerticalSolidList"/>
    <dgm:cxn modelId="{D3B84434-E028-4A88-B9B4-63B68DFF6D4A}" type="presParOf" srcId="{4892296B-0C96-4944-A07E-77B803BBD916}" destId="{363FABAC-A0C9-44B3-9904-276028455400}" srcOrd="0" destOrd="0" presId="urn:microsoft.com/office/officeart/2018/2/layout/IconVerticalSolidList"/>
    <dgm:cxn modelId="{29AE2EF5-24A4-4C2F-93A7-151F8982E6F8}" type="presParOf" srcId="{363FABAC-A0C9-44B3-9904-276028455400}" destId="{CCD7803D-9399-499C-994A-5DB285A665A4}" srcOrd="0" destOrd="0" presId="urn:microsoft.com/office/officeart/2018/2/layout/IconVerticalSolidList"/>
    <dgm:cxn modelId="{C9C1B2B2-30F9-46DC-AFCA-D81C848CFFB5}" type="presParOf" srcId="{363FABAC-A0C9-44B3-9904-276028455400}" destId="{2A76F088-FBE7-4D5A-8AD3-BEAC3B2AD011}" srcOrd="1" destOrd="0" presId="urn:microsoft.com/office/officeart/2018/2/layout/IconVerticalSolidList"/>
    <dgm:cxn modelId="{2FF521FE-F391-4EE9-85BF-F690DAE42678}" type="presParOf" srcId="{363FABAC-A0C9-44B3-9904-276028455400}" destId="{60D06836-D78D-4225-A7D8-4293E8F508E5}" srcOrd="2" destOrd="0" presId="urn:microsoft.com/office/officeart/2018/2/layout/IconVerticalSolidList"/>
    <dgm:cxn modelId="{4FC3B654-02C2-412B-9081-36881BBF858F}" type="presParOf" srcId="{363FABAC-A0C9-44B3-9904-276028455400}" destId="{AE1A3D10-DB97-413B-8BB1-0CD1126BE3D9}" srcOrd="3" destOrd="0" presId="urn:microsoft.com/office/officeart/2018/2/layout/IconVerticalSolidList"/>
    <dgm:cxn modelId="{22059AE1-F55D-4F90-8539-AF3D67E47142}" type="presParOf" srcId="{4892296B-0C96-4944-A07E-77B803BBD916}" destId="{95024A1D-1805-4995-B22B-6E01867957FE}" srcOrd="1" destOrd="0" presId="urn:microsoft.com/office/officeart/2018/2/layout/IconVerticalSolidList"/>
    <dgm:cxn modelId="{2D1FBE4A-0C1E-4D77-97E8-380F58C5ADA8}" type="presParOf" srcId="{4892296B-0C96-4944-A07E-77B803BBD916}" destId="{828ACFBE-CDBF-4AB8-BB44-A922A450A396}" srcOrd="2" destOrd="0" presId="urn:microsoft.com/office/officeart/2018/2/layout/IconVerticalSolidList"/>
    <dgm:cxn modelId="{3E365175-25E7-49F5-B0ED-C9BA964B5D0A}" type="presParOf" srcId="{828ACFBE-CDBF-4AB8-BB44-A922A450A396}" destId="{8C6EAEDD-E806-4D84-9C94-799659A4A1BE}" srcOrd="0" destOrd="0" presId="urn:microsoft.com/office/officeart/2018/2/layout/IconVerticalSolidList"/>
    <dgm:cxn modelId="{A9F176E9-ECA2-46A6-B827-EC0538CA3A4C}" type="presParOf" srcId="{828ACFBE-CDBF-4AB8-BB44-A922A450A396}" destId="{986E3680-D4C0-4AA9-A9BB-D2B8615D31FD}" srcOrd="1" destOrd="0" presId="urn:microsoft.com/office/officeart/2018/2/layout/IconVerticalSolidList"/>
    <dgm:cxn modelId="{E0B92948-68C2-476C-80B5-4A8C54A49328}" type="presParOf" srcId="{828ACFBE-CDBF-4AB8-BB44-A922A450A396}" destId="{817B4B45-2AB9-46C5-9288-823D920FD0A3}" srcOrd="2" destOrd="0" presId="urn:microsoft.com/office/officeart/2018/2/layout/IconVerticalSolidList"/>
    <dgm:cxn modelId="{63A493A3-3F2F-442A-AD82-B9B401DC71EE}" type="presParOf" srcId="{828ACFBE-CDBF-4AB8-BB44-A922A450A396}" destId="{EEA71FF2-9833-4E33-BC4A-219AEC5E9239}" srcOrd="3" destOrd="0" presId="urn:microsoft.com/office/officeart/2018/2/layout/IconVerticalSolidList"/>
    <dgm:cxn modelId="{407B5EAB-8030-4351-84EA-6F1518A9D17C}" type="presParOf" srcId="{4892296B-0C96-4944-A07E-77B803BBD916}" destId="{84852F56-C452-46AC-B1E0-E27767A2E51D}" srcOrd="3" destOrd="0" presId="urn:microsoft.com/office/officeart/2018/2/layout/IconVerticalSolidList"/>
    <dgm:cxn modelId="{26E7570D-2AB2-4771-9886-AD8D8B78547A}" type="presParOf" srcId="{4892296B-0C96-4944-A07E-77B803BBD916}" destId="{4299A9B3-2C64-4D83-A1E0-A49F92890320}" srcOrd="4" destOrd="0" presId="urn:microsoft.com/office/officeart/2018/2/layout/IconVerticalSolidList"/>
    <dgm:cxn modelId="{30F1912C-BA52-4324-92EB-DCD03B852D00}" type="presParOf" srcId="{4299A9B3-2C64-4D83-A1E0-A49F92890320}" destId="{4A153D56-15A8-4148-B64F-D6F7DE7654A4}" srcOrd="0" destOrd="0" presId="urn:microsoft.com/office/officeart/2018/2/layout/IconVerticalSolidList"/>
    <dgm:cxn modelId="{D485C6A6-9DD9-4F85-985B-B980B6F62C6B}" type="presParOf" srcId="{4299A9B3-2C64-4D83-A1E0-A49F92890320}" destId="{166F4582-025A-4B4F-91BD-CB4E23C8139D}" srcOrd="1" destOrd="0" presId="urn:microsoft.com/office/officeart/2018/2/layout/IconVerticalSolidList"/>
    <dgm:cxn modelId="{AEE66D30-E103-4903-A670-A9A58EC00D12}" type="presParOf" srcId="{4299A9B3-2C64-4D83-A1E0-A49F92890320}" destId="{6CFD6260-A5F4-4BAD-A79D-072A8C65CDF6}" srcOrd="2" destOrd="0" presId="urn:microsoft.com/office/officeart/2018/2/layout/IconVerticalSolidList"/>
    <dgm:cxn modelId="{CB6F98CF-EFD9-4D49-829A-70514BA51EF5}" type="presParOf" srcId="{4299A9B3-2C64-4D83-A1E0-A49F92890320}" destId="{6D575D91-4D01-4F03-B7E2-646C32ECFF85}" srcOrd="3" destOrd="0" presId="urn:microsoft.com/office/officeart/2018/2/layout/IconVerticalSolidList"/>
    <dgm:cxn modelId="{BCEE0D2E-6F63-48C9-9B8A-4064C8A1C927}" type="presParOf" srcId="{4892296B-0C96-4944-A07E-77B803BBD916}" destId="{FB7AC72E-003C-4082-9656-B13CC7342AA4}" srcOrd="5" destOrd="0" presId="urn:microsoft.com/office/officeart/2018/2/layout/IconVerticalSolidList"/>
    <dgm:cxn modelId="{3C622320-7B0B-46A8-B704-31D42A2D38F8}" type="presParOf" srcId="{4892296B-0C96-4944-A07E-77B803BBD916}" destId="{F4CF3F43-5A0B-4DF4-80A0-ADAF473D7DDB}" srcOrd="6" destOrd="0" presId="urn:microsoft.com/office/officeart/2018/2/layout/IconVerticalSolidList"/>
    <dgm:cxn modelId="{D50C15F1-1C18-4FF4-A2DD-077DE880EB20}" type="presParOf" srcId="{F4CF3F43-5A0B-4DF4-80A0-ADAF473D7DDB}" destId="{F96B4F92-AB0F-4984-BCF7-F781248F67BB}" srcOrd="0" destOrd="0" presId="urn:microsoft.com/office/officeart/2018/2/layout/IconVerticalSolidList"/>
    <dgm:cxn modelId="{AD6058C5-8106-4B2B-B673-1DC9F3A39F13}" type="presParOf" srcId="{F4CF3F43-5A0B-4DF4-80A0-ADAF473D7DDB}" destId="{044AC2A8-FCDF-44F1-A1C6-065A95713E3B}" srcOrd="1" destOrd="0" presId="urn:microsoft.com/office/officeart/2018/2/layout/IconVerticalSolidList"/>
    <dgm:cxn modelId="{B4165107-EABB-4E4F-BB85-34860633E20C}" type="presParOf" srcId="{F4CF3F43-5A0B-4DF4-80A0-ADAF473D7DDB}" destId="{0F8EB64C-79D0-4BCD-8B6B-1FBB3E9BB367}" srcOrd="2" destOrd="0" presId="urn:microsoft.com/office/officeart/2018/2/layout/IconVerticalSolidList"/>
    <dgm:cxn modelId="{73B987D6-8A70-4B00-AB12-659F414A6427}" type="presParOf" srcId="{F4CF3F43-5A0B-4DF4-80A0-ADAF473D7DDB}" destId="{5339C641-06B7-46BC-B910-C64FB6DB8511}" srcOrd="3" destOrd="0" presId="urn:microsoft.com/office/officeart/2018/2/layout/IconVerticalSolidList"/>
    <dgm:cxn modelId="{13B9DE63-DC6F-4D34-99C4-70D3571C719C}" type="presParOf" srcId="{4892296B-0C96-4944-A07E-77B803BBD916}" destId="{D6467196-D34D-47EA-944E-4E00D998CE72}" srcOrd="7" destOrd="0" presId="urn:microsoft.com/office/officeart/2018/2/layout/IconVerticalSolidList"/>
    <dgm:cxn modelId="{531CE32C-8F39-43FC-9D92-D83EF81D13D6}" type="presParOf" srcId="{4892296B-0C96-4944-A07E-77B803BBD916}" destId="{8E981DBC-3B2F-4017-8E01-DBE96685F5DD}" srcOrd="8" destOrd="0" presId="urn:microsoft.com/office/officeart/2018/2/layout/IconVerticalSolidList"/>
    <dgm:cxn modelId="{29170674-0445-4B21-AAAD-498E45B4A8B7}" type="presParOf" srcId="{8E981DBC-3B2F-4017-8E01-DBE96685F5DD}" destId="{454245CB-F124-4BBC-AE43-F1DA316BB9B1}" srcOrd="0" destOrd="0" presId="urn:microsoft.com/office/officeart/2018/2/layout/IconVerticalSolidList"/>
    <dgm:cxn modelId="{10BE5A16-5847-4137-98E1-2D9677BF408C}" type="presParOf" srcId="{8E981DBC-3B2F-4017-8E01-DBE96685F5DD}" destId="{46B476CC-B286-416E-A272-CB5608553FBF}" srcOrd="1" destOrd="0" presId="urn:microsoft.com/office/officeart/2018/2/layout/IconVerticalSolidList"/>
    <dgm:cxn modelId="{B9B4405E-E29E-4AC0-AE3E-790DAA242EAF}" type="presParOf" srcId="{8E981DBC-3B2F-4017-8E01-DBE96685F5DD}" destId="{C1B4CF94-7F25-40E3-87CE-CF14F231150B}" srcOrd="2" destOrd="0" presId="urn:microsoft.com/office/officeart/2018/2/layout/IconVerticalSolidList"/>
    <dgm:cxn modelId="{4C241DBF-088E-4C4D-91DC-4F68245D31DF}" type="presParOf" srcId="{8E981DBC-3B2F-4017-8E01-DBE96685F5DD}" destId="{09B1FA57-056A-44FF-B924-1F5AB25638A3}" srcOrd="3" destOrd="0" presId="urn:microsoft.com/office/officeart/2018/2/layout/IconVerticalSolidList"/>
    <dgm:cxn modelId="{D8C8A0DA-114B-41AD-BEEA-DB6DA4C0CD2A}" type="presParOf" srcId="{4892296B-0C96-4944-A07E-77B803BBD916}" destId="{DF27AB03-187E-49CC-9FAC-3706936CB0B4}" srcOrd="9" destOrd="0" presId="urn:microsoft.com/office/officeart/2018/2/layout/IconVerticalSolidList"/>
    <dgm:cxn modelId="{07769364-05AB-455C-A65D-C3052C332D34}" type="presParOf" srcId="{4892296B-0C96-4944-A07E-77B803BBD916}" destId="{D4D2B1C3-BC5D-4C30-ADCC-ABBD5E91BA6B}" srcOrd="10" destOrd="0" presId="urn:microsoft.com/office/officeart/2018/2/layout/IconVerticalSolidList"/>
    <dgm:cxn modelId="{73A1814A-8E11-428C-BE55-641046E740AE}" type="presParOf" srcId="{D4D2B1C3-BC5D-4C30-ADCC-ABBD5E91BA6B}" destId="{311C8AF9-02FE-4D53-80E1-4D7289B15FE1}" srcOrd="0" destOrd="0" presId="urn:microsoft.com/office/officeart/2018/2/layout/IconVerticalSolidList"/>
    <dgm:cxn modelId="{4DDD1BE8-B506-47A4-8599-73186F8AB23D}" type="presParOf" srcId="{D4D2B1C3-BC5D-4C30-ADCC-ABBD5E91BA6B}" destId="{D58A5472-FB5D-45C8-BFD6-195CD7AA5D74}" srcOrd="1" destOrd="0" presId="urn:microsoft.com/office/officeart/2018/2/layout/IconVerticalSolidList"/>
    <dgm:cxn modelId="{DB907291-450D-4605-B860-E57315A67196}" type="presParOf" srcId="{D4D2B1C3-BC5D-4C30-ADCC-ABBD5E91BA6B}" destId="{99B861CC-A853-43A4-8908-F6F0C77BAA32}" srcOrd="2" destOrd="0" presId="urn:microsoft.com/office/officeart/2018/2/layout/IconVerticalSolidList"/>
    <dgm:cxn modelId="{A9FA9B23-2681-4434-AAEE-9BD6FB4BA1EC}" type="presParOf" srcId="{D4D2B1C3-BC5D-4C30-ADCC-ABBD5E91BA6B}" destId="{79D3934D-0D77-49C8-9B47-40A76B7EB7CE}" srcOrd="3" destOrd="0" presId="urn:microsoft.com/office/officeart/2018/2/layout/IconVerticalSolidList"/>
    <dgm:cxn modelId="{31FF93C4-60FD-45B1-BD64-4A6282A38396}" type="presParOf" srcId="{4892296B-0C96-4944-A07E-77B803BBD916}" destId="{23E336BB-B804-4835-B5B6-01F808599A25}" srcOrd="11" destOrd="0" presId="urn:microsoft.com/office/officeart/2018/2/layout/IconVerticalSolidList"/>
    <dgm:cxn modelId="{47761F01-7FBB-4B01-AAA7-9A695AC755AF}" type="presParOf" srcId="{4892296B-0C96-4944-A07E-77B803BBD916}" destId="{E9D2E228-BDBE-4213-A498-1B7FE07140A9}" srcOrd="12" destOrd="0" presId="urn:microsoft.com/office/officeart/2018/2/layout/IconVerticalSolidList"/>
    <dgm:cxn modelId="{74E458D6-2755-4602-BB8D-4A926775A068}" type="presParOf" srcId="{E9D2E228-BDBE-4213-A498-1B7FE07140A9}" destId="{49F16993-AF08-43C5-A77D-15FFF5BB2065}" srcOrd="0" destOrd="0" presId="urn:microsoft.com/office/officeart/2018/2/layout/IconVerticalSolidList"/>
    <dgm:cxn modelId="{A356BBA2-5B60-46B0-A351-E691825667A0}" type="presParOf" srcId="{E9D2E228-BDBE-4213-A498-1B7FE07140A9}" destId="{0E974988-D2DB-497C-8176-E12EE20FF891}" srcOrd="1" destOrd="0" presId="urn:microsoft.com/office/officeart/2018/2/layout/IconVerticalSolidList"/>
    <dgm:cxn modelId="{906D7BF1-0F5B-418A-8F6F-D2386CA3D0B8}" type="presParOf" srcId="{E9D2E228-BDBE-4213-A498-1B7FE07140A9}" destId="{F15FBB1D-C0AE-443D-B766-358AE3DA79E4}" srcOrd="2" destOrd="0" presId="urn:microsoft.com/office/officeart/2018/2/layout/IconVerticalSolidList"/>
    <dgm:cxn modelId="{376EB617-2BBC-4E3E-BAAC-6B0F161AC89E}" type="presParOf" srcId="{E9D2E228-BDBE-4213-A498-1B7FE07140A9}" destId="{BAC1EE01-7B22-4D0A-81AA-3B8F1E3CEE45}" srcOrd="3" destOrd="0" presId="urn:microsoft.com/office/officeart/2018/2/layout/IconVerticalSolidList"/>
    <dgm:cxn modelId="{86BAF285-ED26-40BE-B36F-D02DBC42CC69}" type="presParOf" srcId="{4892296B-0C96-4944-A07E-77B803BBD916}" destId="{7DCCE1DA-5C09-433A-885C-942BB5B11FCD}" srcOrd="13" destOrd="0" presId="urn:microsoft.com/office/officeart/2018/2/layout/IconVerticalSolidList"/>
    <dgm:cxn modelId="{5DB5A25D-5A95-4B2E-90F6-D7900750517C}" type="presParOf" srcId="{4892296B-0C96-4944-A07E-77B803BBD916}" destId="{B57EB664-91C7-4467-BAFE-CFF5A1F52518}" srcOrd="14" destOrd="0" presId="urn:microsoft.com/office/officeart/2018/2/layout/IconVerticalSolidList"/>
    <dgm:cxn modelId="{9BB367B3-0163-4FA8-B03E-2F830E7558CE}" type="presParOf" srcId="{B57EB664-91C7-4467-BAFE-CFF5A1F52518}" destId="{55770706-C344-40C0-A11C-084C11B5CDC6}" srcOrd="0" destOrd="0" presId="urn:microsoft.com/office/officeart/2018/2/layout/IconVerticalSolidList"/>
    <dgm:cxn modelId="{35DDEBBE-D701-4C80-BCFD-F4FEA4DD18C3}" type="presParOf" srcId="{B57EB664-91C7-4467-BAFE-CFF5A1F52518}" destId="{4C58B911-853D-4327-990C-940E5DC01E7E}" srcOrd="1" destOrd="0" presId="urn:microsoft.com/office/officeart/2018/2/layout/IconVerticalSolidList"/>
    <dgm:cxn modelId="{409EBCA6-58B6-436A-9AD4-0853EA31DE82}" type="presParOf" srcId="{B57EB664-91C7-4467-BAFE-CFF5A1F52518}" destId="{A1000298-91C4-4551-8013-B77954675FEA}" srcOrd="2" destOrd="0" presId="urn:microsoft.com/office/officeart/2018/2/layout/IconVerticalSolidList"/>
    <dgm:cxn modelId="{9725F6BB-0BA5-47A7-86B5-1473852568CE}" type="presParOf" srcId="{B57EB664-91C7-4467-BAFE-CFF5A1F52518}" destId="{1E3C8469-83AF-4854-A726-13767689380E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5B9421E-70A1-417E-B8D9-1C3AF84BE64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Bloom Filters</a:t>
          </a:r>
          <a:endParaRPr lang="en-US"/>
        </a:p>
      </dgm:t>
    </dgm:pt>
    <dgm:pt modelId="{2B57E23E-49D9-4816-B9AA-40BC61116569}" type="parTrans" cxnId="{E0D8D4C9-9262-47CB-AD87-4CE9C1CD07EF}">
      <dgm:prSet/>
      <dgm:spPr/>
      <dgm:t>
        <a:bodyPr/>
        <a:lstStyle/>
        <a:p>
          <a:endParaRPr lang="tr-TR"/>
        </a:p>
      </dgm:t>
    </dgm:pt>
    <dgm:pt modelId="{1173275B-BCBB-4C0E-8908-92783C3148D1}" type="sibTrans" cxnId="{E0D8D4C9-9262-47CB-AD87-4CE9C1CD07EF}">
      <dgm:prSet/>
      <dgm:spPr/>
      <dgm:t>
        <a:bodyPr/>
        <a:lstStyle/>
        <a:p>
          <a:endParaRPr lang="tr-TR"/>
        </a:p>
      </dgm:t>
    </dgm:pt>
    <dgm:pt modelId="{853AD6DA-CD27-439F-91EB-E445F20268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SPV Nodes Use Bloom Filters</a:t>
          </a:r>
        </a:p>
      </dgm:t>
    </dgm:pt>
    <dgm:pt modelId="{E6B188D8-0BC6-4243-B2DD-51A0BDF68900}" type="parTrans" cxnId="{B7696BFA-CA61-47C5-B224-60B0EDE93E6C}">
      <dgm:prSet/>
      <dgm:spPr/>
      <dgm:t>
        <a:bodyPr/>
        <a:lstStyle/>
        <a:p>
          <a:endParaRPr lang="tr-TR"/>
        </a:p>
      </dgm:t>
    </dgm:pt>
    <dgm:pt modelId="{7CC03033-B302-4F6D-A40A-982E85A8AEFD}" type="sibTrans" cxnId="{B7696BFA-CA61-47C5-B224-60B0EDE93E6C}">
      <dgm:prSet/>
      <dgm:spPr/>
      <dgm:t>
        <a:bodyPr/>
        <a:lstStyle/>
        <a:p>
          <a:endParaRPr lang="tr-TR"/>
        </a:p>
      </dgm:t>
    </dgm:pt>
    <dgm:pt modelId="{B53141FF-3D38-4DEB-B9FE-03FA6E5A0FE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SPV Nodes and Privacy</a:t>
          </a:r>
          <a:endParaRPr lang="en-US"/>
        </a:p>
      </dgm:t>
    </dgm:pt>
    <dgm:pt modelId="{1152BE0F-38B0-4055-B6ED-F8230AE159D9}" type="parTrans" cxnId="{9557DD4C-ED72-41E2-A6EB-0A25C8B328BD}">
      <dgm:prSet/>
      <dgm:spPr/>
      <dgm:t>
        <a:bodyPr/>
        <a:lstStyle/>
        <a:p>
          <a:endParaRPr lang="tr-TR"/>
        </a:p>
      </dgm:t>
    </dgm:pt>
    <dgm:pt modelId="{81250BF9-3E37-4A14-82B4-F1B9AED82417}" type="sibTrans" cxnId="{9557DD4C-ED72-41E2-A6EB-0A25C8B328BD}">
      <dgm:prSet/>
      <dgm:spPr/>
      <dgm:t>
        <a:bodyPr/>
        <a:lstStyle/>
        <a:p>
          <a:endParaRPr lang="tr-TR"/>
        </a:p>
      </dgm:t>
    </dgm:pt>
    <dgm:pt modelId="{D1D90603-EA58-4716-A6FB-E6701568A8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Encrypted and Authenticated Connections</a:t>
          </a:r>
          <a:endParaRPr lang="en-US"/>
        </a:p>
      </dgm:t>
    </dgm:pt>
    <dgm:pt modelId="{E97ADDBE-31B4-44CA-A0CA-7A43FAA1274F}" type="parTrans" cxnId="{113F9C67-5FFD-44F7-9C63-E5372B67D9CF}">
      <dgm:prSet/>
      <dgm:spPr/>
      <dgm:t>
        <a:bodyPr/>
        <a:lstStyle/>
        <a:p>
          <a:endParaRPr lang="tr-TR"/>
        </a:p>
      </dgm:t>
    </dgm:pt>
    <dgm:pt modelId="{FBF1EC74-7EAE-405F-A88F-F2BC4C98A401}" type="sibTrans" cxnId="{113F9C67-5FFD-44F7-9C63-E5372B67D9CF}">
      <dgm:prSet/>
      <dgm:spPr/>
      <dgm:t>
        <a:bodyPr/>
        <a:lstStyle/>
        <a:p>
          <a:endParaRPr lang="tr-TR"/>
        </a:p>
      </dgm:t>
    </dgm:pt>
    <dgm:pt modelId="{02738E14-DA95-4966-90A6-D0827DE8721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Pools</a:t>
          </a:r>
          <a:endParaRPr lang="en-US"/>
        </a:p>
      </dgm:t>
    </dgm:pt>
    <dgm:pt modelId="{CE8EFD49-0B64-4AAC-8E8D-6423007B5DE3}" type="parTrans" cxnId="{E4023A87-6991-4237-BE9D-B9B1B091CFAF}">
      <dgm:prSet/>
      <dgm:spPr/>
      <dgm:t>
        <a:bodyPr/>
        <a:lstStyle/>
        <a:p>
          <a:endParaRPr lang="tr-TR"/>
        </a:p>
      </dgm:t>
    </dgm:pt>
    <dgm:pt modelId="{D28A56A6-D22D-4883-9498-A3361A54C590}" type="sibTrans" cxnId="{E4023A87-6991-4237-BE9D-B9B1B091CFAF}">
      <dgm:prSet/>
      <dgm:spPr/>
      <dgm:t>
        <a:bodyPr/>
        <a:lstStyle/>
        <a:p>
          <a:endParaRPr lang="tr-TR"/>
        </a:p>
      </dgm:t>
    </dgm:pt>
    <dgm:pt modelId="{DD19B3A8-99A6-4AD0-A7EC-5F7F31579F1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How Bloom Filters Work</a:t>
          </a:r>
          <a:endParaRPr lang="en-US"/>
        </a:p>
      </dgm:t>
    </dgm:pt>
    <dgm:pt modelId="{3A814D25-FBE3-4AFE-94F7-8213B8175E24}" type="parTrans" cxnId="{DB5AF773-F7CA-4734-930E-B567D16C8092}">
      <dgm:prSet/>
      <dgm:spPr/>
      <dgm:t>
        <a:bodyPr/>
        <a:lstStyle/>
        <a:p>
          <a:endParaRPr lang="tr-TR"/>
        </a:p>
      </dgm:t>
    </dgm:pt>
    <dgm:pt modelId="{896638CE-B7B6-42AE-915A-93175C3FB2B7}" type="sibTrans" cxnId="{DB5AF773-F7CA-4734-930E-B567D16C8092}">
      <dgm:prSet/>
      <dgm:spPr/>
      <dgm:t>
        <a:bodyPr/>
        <a:lstStyle/>
        <a:p>
          <a:endParaRPr lang="tr-TR"/>
        </a:p>
      </dgm:t>
    </dgm:pt>
    <dgm:pt modelId="{3D8C0E98-A5A8-4FD1-ABD4-DB5A95C67DB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Tor Transport</a:t>
          </a:r>
          <a:endParaRPr lang="en-US"/>
        </a:p>
      </dgm:t>
    </dgm:pt>
    <dgm:pt modelId="{415C4AFD-E891-41F7-BFAD-1DF5949BA343}" type="parTrans" cxnId="{5DC3F805-4A47-4C75-8729-0643A799246D}">
      <dgm:prSet/>
      <dgm:spPr/>
      <dgm:t>
        <a:bodyPr/>
        <a:lstStyle/>
        <a:p>
          <a:endParaRPr lang="tr-TR"/>
        </a:p>
      </dgm:t>
    </dgm:pt>
    <dgm:pt modelId="{1B84124F-3A58-4132-9D22-980BAFB90DA5}" type="sibTrans" cxnId="{5DC3F805-4A47-4C75-8729-0643A799246D}">
      <dgm:prSet/>
      <dgm:spPr/>
      <dgm:t>
        <a:bodyPr/>
        <a:lstStyle/>
        <a:p>
          <a:endParaRPr lang="tr-TR"/>
        </a:p>
      </dgm:t>
    </dgm:pt>
    <dgm:pt modelId="{CAED0F95-F7B6-41B8-B342-D5C6FEEFDFB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Peer-to-Peer Authentication and Encryption</a:t>
          </a:r>
          <a:endParaRPr lang="en-US"/>
        </a:p>
      </dgm:t>
    </dgm:pt>
    <dgm:pt modelId="{CE729912-FEF3-49C3-8E20-C7BF6403F02D}" type="parTrans" cxnId="{2F03F303-42AA-4634-AF71-918A28614AA6}">
      <dgm:prSet/>
      <dgm:spPr/>
      <dgm:t>
        <a:bodyPr/>
        <a:lstStyle/>
        <a:p>
          <a:endParaRPr lang="tr-TR"/>
        </a:p>
      </dgm:t>
    </dgm:pt>
    <dgm:pt modelId="{0D9EEDBF-D185-48F8-A058-51B4861695AB}" type="sibTrans" cxnId="{2F03F303-42AA-4634-AF71-918A28614AA6}">
      <dgm:prSet/>
      <dgm:spPr/>
      <dgm:t>
        <a:bodyPr/>
        <a:lstStyle/>
        <a:p>
          <a:endParaRPr lang="tr-TR"/>
        </a:p>
      </dgm:t>
    </dgm:pt>
    <dgm:pt modelId="{0415E3A2-BC6D-44CB-9A4A-EE6EBFA6D902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404A84B4-8A7A-4725-800D-319CABDE1C41}" type="pres">
      <dgm:prSet presAssocID="{E5B9421E-70A1-417E-B8D9-1C3AF84BE646}" presName="compNode" presStyleCnt="0"/>
      <dgm:spPr/>
    </dgm:pt>
    <dgm:pt modelId="{9C410AC4-A34E-4649-B054-05B284711875}" type="pres">
      <dgm:prSet presAssocID="{E5B9421E-70A1-417E-B8D9-1C3AF84BE646}" presName="bgRect" presStyleLbl="bgShp" presStyleIdx="0" presStyleCnt="4"/>
      <dgm:spPr/>
    </dgm:pt>
    <dgm:pt modelId="{47B8870F-C897-4ADC-AE68-846C2CB63D03}" type="pres">
      <dgm:prSet presAssocID="{E5B9421E-70A1-417E-B8D9-1C3AF84BE64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eaf"/>
        </a:ext>
      </dgm:extLst>
    </dgm:pt>
    <dgm:pt modelId="{046025A7-D532-49F4-9BA9-26A869856294}" type="pres">
      <dgm:prSet presAssocID="{E5B9421E-70A1-417E-B8D9-1C3AF84BE646}" presName="spaceRect" presStyleCnt="0"/>
      <dgm:spPr/>
    </dgm:pt>
    <dgm:pt modelId="{D15862B3-1C2E-47F1-8FCA-C20DB80E6BDC}" type="pres">
      <dgm:prSet presAssocID="{E5B9421E-70A1-417E-B8D9-1C3AF84BE646}" presName="parTx" presStyleLbl="revTx" presStyleIdx="0" presStyleCnt="6">
        <dgm:presLayoutVars>
          <dgm:chMax val="0"/>
          <dgm:chPref val="0"/>
        </dgm:presLayoutVars>
      </dgm:prSet>
      <dgm:spPr/>
    </dgm:pt>
    <dgm:pt modelId="{C708B431-2784-4ED0-AF54-E7D5E27D844A}" type="pres">
      <dgm:prSet presAssocID="{E5B9421E-70A1-417E-B8D9-1C3AF84BE646}" presName="desTx" presStyleLbl="revTx" presStyleIdx="1" presStyleCnt="6">
        <dgm:presLayoutVars/>
      </dgm:prSet>
      <dgm:spPr/>
    </dgm:pt>
    <dgm:pt modelId="{A55C1DD2-8296-4655-A33D-12D23F76502B}" type="pres">
      <dgm:prSet presAssocID="{1173275B-BCBB-4C0E-8908-92783C3148D1}" presName="sibTrans" presStyleCnt="0"/>
      <dgm:spPr/>
    </dgm:pt>
    <dgm:pt modelId="{42B3EBCD-BE1D-4661-B732-2A1EB98DFDDE}" type="pres">
      <dgm:prSet presAssocID="{B53141FF-3D38-4DEB-B9FE-03FA6E5A0FEF}" presName="compNode" presStyleCnt="0"/>
      <dgm:spPr/>
    </dgm:pt>
    <dgm:pt modelId="{CD58438B-3982-484C-A023-87FB1F5671E9}" type="pres">
      <dgm:prSet presAssocID="{B53141FF-3D38-4DEB-B9FE-03FA6E5A0FEF}" presName="bgRect" presStyleLbl="bgShp" presStyleIdx="1" presStyleCnt="4"/>
      <dgm:spPr/>
    </dgm:pt>
    <dgm:pt modelId="{F61B8C04-4B34-4F89-B80C-BCDA8B9D7433}" type="pres">
      <dgm:prSet presAssocID="{B53141FF-3D38-4DEB-B9FE-03FA6E5A0FEF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594B4586-D971-4ABD-9FAC-CF7863C5F0CF}" type="pres">
      <dgm:prSet presAssocID="{B53141FF-3D38-4DEB-B9FE-03FA6E5A0FEF}" presName="spaceRect" presStyleCnt="0"/>
      <dgm:spPr/>
    </dgm:pt>
    <dgm:pt modelId="{2FC54641-C51A-455A-9B7B-2FABE7288ACC}" type="pres">
      <dgm:prSet presAssocID="{B53141FF-3D38-4DEB-B9FE-03FA6E5A0FEF}" presName="parTx" presStyleLbl="revTx" presStyleIdx="2" presStyleCnt="6">
        <dgm:presLayoutVars>
          <dgm:chMax val="0"/>
          <dgm:chPref val="0"/>
        </dgm:presLayoutVars>
      </dgm:prSet>
      <dgm:spPr/>
    </dgm:pt>
    <dgm:pt modelId="{8E9A6735-3848-4625-835F-96EFD70E7E09}" type="pres">
      <dgm:prSet presAssocID="{81250BF9-3E37-4A14-82B4-F1B9AED82417}" presName="sibTrans" presStyleCnt="0"/>
      <dgm:spPr/>
    </dgm:pt>
    <dgm:pt modelId="{1C2043D2-4937-4B17-B815-376C293A63AB}" type="pres">
      <dgm:prSet presAssocID="{D1D90603-EA58-4716-A6FB-E6701568A893}" presName="compNode" presStyleCnt="0"/>
      <dgm:spPr/>
    </dgm:pt>
    <dgm:pt modelId="{D5E9F4E5-51C2-495A-BD32-1C42895FF629}" type="pres">
      <dgm:prSet presAssocID="{D1D90603-EA58-4716-A6FB-E6701568A893}" presName="bgRect" presStyleLbl="bgShp" presStyleIdx="2" presStyleCnt="4"/>
      <dgm:spPr/>
    </dgm:pt>
    <dgm:pt modelId="{B7DD2470-21F6-4345-869C-0AF55C042496}" type="pres">
      <dgm:prSet presAssocID="{D1D90603-EA58-4716-A6FB-E6701568A893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A4BC3B59-0AA1-41F6-93AB-C09C70DF6C33}" type="pres">
      <dgm:prSet presAssocID="{D1D90603-EA58-4716-A6FB-E6701568A893}" presName="spaceRect" presStyleCnt="0"/>
      <dgm:spPr/>
    </dgm:pt>
    <dgm:pt modelId="{6EA268F2-5295-4813-95F7-05E0CA96397E}" type="pres">
      <dgm:prSet presAssocID="{D1D90603-EA58-4716-A6FB-E6701568A893}" presName="parTx" presStyleLbl="revTx" presStyleIdx="3" presStyleCnt="6">
        <dgm:presLayoutVars>
          <dgm:chMax val="0"/>
          <dgm:chPref val="0"/>
        </dgm:presLayoutVars>
      </dgm:prSet>
      <dgm:spPr/>
    </dgm:pt>
    <dgm:pt modelId="{CD233508-9EBE-4996-8498-636234133CDE}" type="pres">
      <dgm:prSet presAssocID="{D1D90603-EA58-4716-A6FB-E6701568A893}" presName="desTx" presStyleLbl="revTx" presStyleIdx="4" presStyleCnt="6">
        <dgm:presLayoutVars/>
      </dgm:prSet>
      <dgm:spPr/>
    </dgm:pt>
    <dgm:pt modelId="{2742622B-AFD6-4AF8-832A-BFF964E9F65B}" type="pres">
      <dgm:prSet presAssocID="{FBF1EC74-7EAE-405F-A88F-F2BC4C98A401}" presName="sibTrans" presStyleCnt="0"/>
      <dgm:spPr/>
    </dgm:pt>
    <dgm:pt modelId="{9CAC623C-AAAE-4F3F-8A49-DBCD2EB8D5A6}" type="pres">
      <dgm:prSet presAssocID="{02738E14-DA95-4966-90A6-D0827DE87212}" presName="compNode" presStyleCnt="0"/>
      <dgm:spPr/>
    </dgm:pt>
    <dgm:pt modelId="{04F91769-A4DE-4850-B53F-B53FEC1B99B8}" type="pres">
      <dgm:prSet presAssocID="{02738E14-DA95-4966-90A6-D0827DE87212}" presName="bgRect" presStyleLbl="bgShp" presStyleIdx="3" presStyleCnt="4"/>
      <dgm:spPr/>
    </dgm:pt>
    <dgm:pt modelId="{F130D68F-8CAD-4709-8253-70A8DDBB3D71}" type="pres">
      <dgm:prSet presAssocID="{02738E14-DA95-4966-90A6-D0827DE87212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4ED7F586-3DC6-45E5-BDFC-A23E932A5E21}" type="pres">
      <dgm:prSet presAssocID="{02738E14-DA95-4966-90A6-D0827DE87212}" presName="spaceRect" presStyleCnt="0"/>
      <dgm:spPr/>
    </dgm:pt>
    <dgm:pt modelId="{AA21F121-5CB4-4A29-89B9-2391C1D35F2D}" type="pres">
      <dgm:prSet presAssocID="{02738E14-DA95-4966-90A6-D0827DE87212}" presName="parTx" presStyleLbl="revTx" presStyleIdx="5" presStyleCnt="6">
        <dgm:presLayoutVars>
          <dgm:chMax val="0"/>
          <dgm:chPref val="0"/>
        </dgm:presLayoutVars>
      </dgm:prSet>
      <dgm:spPr/>
    </dgm:pt>
  </dgm:ptLst>
  <dgm:cxnLst>
    <dgm:cxn modelId="{2F03F303-42AA-4634-AF71-918A28614AA6}" srcId="{D1D90603-EA58-4716-A6FB-E6701568A893}" destId="{CAED0F95-F7B6-41B8-B342-D5C6FEEFDFB5}" srcOrd="1" destOrd="0" parTransId="{CE729912-FEF3-49C3-8E20-C7BF6403F02D}" sibTransId="{0D9EEDBF-D185-48F8-A058-51B4861695AB}"/>
    <dgm:cxn modelId="{5DC3F805-4A47-4C75-8729-0643A799246D}" srcId="{D1D90603-EA58-4716-A6FB-E6701568A893}" destId="{3D8C0E98-A5A8-4FD1-ABD4-DB5A95C67DBB}" srcOrd="0" destOrd="0" parTransId="{415C4AFD-E891-41F7-BFAD-1DF5949BA343}" sibTransId="{1B84124F-3A58-4132-9D22-980BAFB90DA5}"/>
    <dgm:cxn modelId="{900DE51E-16CA-4723-929A-3146692F1073}" type="presOf" srcId="{E5B9421E-70A1-417E-B8D9-1C3AF84BE646}" destId="{D15862B3-1C2E-47F1-8FCA-C20DB80E6BDC}" srcOrd="0" destOrd="0" presId="urn:microsoft.com/office/officeart/2018/2/layout/IconVerticalSolidList"/>
    <dgm:cxn modelId="{C3DD462E-CE6F-4A19-B795-7C154309B57E}" type="presOf" srcId="{DD19B3A8-99A6-4AD0-A7EC-5F7F31579F18}" destId="{C708B431-2784-4ED0-AF54-E7D5E27D844A}" srcOrd="0" destOrd="0" presId="urn:microsoft.com/office/officeart/2018/2/layout/IconVerticalSolidList"/>
    <dgm:cxn modelId="{235EF264-633D-425B-B8EB-D8BF878CD371}" type="presOf" srcId="{B53141FF-3D38-4DEB-B9FE-03FA6E5A0FEF}" destId="{2FC54641-C51A-455A-9B7B-2FABE7288ACC}" srcOrd="0" destOrd="0" presId="urn:microsoft.com/office/officeart/2018/2/layout/IconVerticalSolidList"/>
    <dgm:cxn modelId="{113F9C67-5FFD-44F7-9C63-E5372B67D9CF}" srcId="{A133FCAE-E73A-4F6E-AAE2-9B409B02E4EB}" destId="{D1D90603-EA58-4716-A6FB-E6701568A893}" srcOrd="2" destOrd="0" parTransId="{E97ADDBE-31B4-44CA-A0CA-7A43FAA1274F}" sibTransId="{FBF1EC74-7EAE-405F-A88F-F2BC4C98A401}"/>
    <dgm:cxn modelId="{9557DD4C-ED72-41E2-A6EB-0A25C8B328BD}" srcId="{A133FCAE-E73A-4F6E-AAE2-9B409B02E4EB}" destId="{B53141FF-3D38-4DEB-B9FE-03FA6E5A0FEF}" srcOrd="1" destOrd="0" parTransId="{1152BE0F-38B0-4055-B6ED-F8230AE159D9}" sibTransId="{81250BF9-3E37-4A14-82B4-F1B9AED82417}"/>
    <dgm:cxn modelId="{DB5AF773-F7CA-4734-930E-B567D16C8092}" srcId="{E5B9421E-70A1-417E-B8D9-1C3AF84BE646}" destId="{DD19B3A8-99A6-4AD0-A7EC-5F7F31579F18}" srcOrd="0" destOrd="0" parTransId="{3A814D25-FBE3-4AFE-94F7-8213B8175E24}" sibTransId="{896638CE-B7B6-42AE-915A-93175C3FB2B7}"/>
    <dgm:cxn modelId="{E4023A87-6991-4237-BE9D-B9B1B091CFAF}" srcId="{A133FCAE-E73A-4F6E-AAE2-9B409B02E4EB}" destId="{02738E14-DA95-4966-90A6-D0827DE87212}" srcOrd="3" destOrd="0" parTransId="{CE8EFD49-0B64-4AAC-8E8D-6423007B5DE3}" sibTransId="{D28A56A6-D22D-4883-9498-A3361A54C590}"/>
    <dgm:cxn modelId="{EE4E758B-6638-4723-B986-CCE7F85BCC9D}" type="presOf" srcId="{3D8C0E98-A5A8-4FD1-ABD4-DB5A95C67DBB}" destId="{CD233508-9EBE-4996-8498-636234133CDE}" srcOrd="0" destOrd="0" presId="urn:microsoft.com/office/officeart/2018/2/layout/IconVerticalSolidList"/>
    <dgm:cxn modelId="{9DB4A3B5-3138-480F-B117-61DA5CACE6B5}" type="presOf" srcId="{CAED0F95-F7B6-41B8-B342-D5C6FEEFDFB5}" destId="{CD233508-9EBE-4996-8498-636234133CDE}" srcOrd="0" destOrd="1" presId="urn:microsoft.com/office/officeart/2018/2/layout/IconVerticalSolidList"/>
    <dgm:cxn modelId="{FEB99FBB-A7E7-4B62-B1F7-B706A86D4697}" type="presOf" srcId="{853AD6DA-CD27-439F-91EB-E445F20268FB}" destId="{C708B431-2784-4ED0-AF54-E7D5E27D844A}" srcOrd="0" destOrd="1" presId="urn:microsoft.com/office/officeart/2018/2/layout/IconVerticalSolidList"/>
    <dgm:cxn modelId="{B3BB84C3-CD51-4619-B18B-671C01D85E61}" type="presOf" srcId="{A133FCAE-E73A-4F6E-AAE2-9B409B02E4EB}" destId="{0415E3A2-BC6D-44CB-9A4A-EE6EBFA6D902}" srcOrd="0" destOrd="0" presId="urn:microsoft.com/office/officeart/2018/2/layout/IconVerticalSolidList"/>
    <dgm:cxn modelId="{E0D8D4C9-9262-47CB-AD87-4CE9C1CD07EF}" srcId="{A133FCAE-E73A-4F6E-AAE2-9B409B02E4EB}" destId="{E5B9421E-70A1-417E-B8D9-1C3AF84BE646}" srcOrd="0" destOrd="0" parTransId="{2B57E23E-49D9-4816-B9AA-40BC61116569}" sibTransId="{1173275B-BCBB-4C0E-8908-92783C3148D1}"/>
    <dgm:cxn modelId="{7F8E42D4-2CD3-4DC5-846B-E46CF142E6F2}" type="presOf" srcId="{02738E14-DA95-4966-90A6-D0827DE87212}" destId="{AA21F121-5CB4-4A29-89B9-2391C1D35F2D}" srcOrd="0" destOrd="0" presId="urn:microsoft.com/office/officeart/2018/2/layout/IconVerticalSolidList"/>
    <dgm:cxn modelId="{5688A2E3-5F33-42D3-BFC5-A6C87BCB93B7}" type="presOf" srcId="{D1D90603-EA58-4716-A6FB-E6701568A893}" destId="{6EA268F2-5295-4813-95F7-05E0CA96397E}" srcOrd="0" destOrd="0" presId="urn:microsoft.com/office/officeart/2018/2/layout/IconVerticalSolidList"/>
    <dgm:cxn modelId="{B7696BFA-CA61-47C5-B224-60B0EDE93E6C}" srcId="{E5B9421E-70A1-417E-B8D9-1C3AF84BE646}" destId="{853AD6DA-CD27-439F-91EB-E445F20268FB}" srcOrd="1" destOrd="0" parTransId="{E6B188D8-0BC6-4243-B2DD-51A0BDF68900}" sibTransId="{7CC03033-B302-4F6D-A40A-982E85A8AEFD}"/>
    <dgm:cxn modelId="{07F145DF-6D61-4937-8930-FD544DEB1EB1}" type="presParOf" srcId="{0415E3A2-BC6D-44CB-9A4A-EE6EBFA6D902}" destId="{404A84B4-8A7A-4725-800D-319CABDE1C41}" srcOrd="0" destOrd="0" presId="urn:microsoft.com/office/officeart/2018/2/layout/IconVerticalSolidList"/>
    <dgm:cxn modelId="{F995873D-239D-4ECD-A1A8-3D5B0E1548B5}" type="presParOf" srcId="{404A84B4-8A7A-4725-800D-319CABDE1C41}" destId="{9C410AC4-A34E-4649-B054-05B284711875}" srcOrd="0" destOrd="0" presId="urn:microsoft.com/office/officeart/2018/2/layout/IconVerticalSolidList"/>
    <dgm:cxn modelId="{8971E09D-A9C8-4A9D-B430-19AAF34953C2}" type="presParOf" srcId="{404A84B4-8A7A-4725-800D-319CABDE1C41}" destId="{47B8870F-C897-4ADC-AE68-846C2CB63D03}" srcOrd="1" destOrd="0" presId="urn:microsoft.com/office/officeart/2018/2/layout/IconVerticalSolidList"/>
    <dgm:cxn modelId="{78E5D613-9E23-478F-B37C-8A071EBE5A63}" type="presParOf" srcId="{404A84B4-8A7A-4725-800D-319CABDE1C41}" destId="{046025A7-D532-49F4-9BA9-26A869856294}" srcOrd="2" destOrd="0" presId="urn:microsoft.com/office/officeart/2018/2/layout/IconVerticalSolidList"/>
    <dgm:cxn modelId="{ADB9201A-AD55-40B6-882A-B88A161E1784}" type="presParOf" srcId="{404A84B4-8A7A-4725-800D-319CABDE1C41}" destId="{D15862B3-1C2E-47F1-8FCA-C20DB80E6BDC}" srcOrd="3" destOrd="0" presId="urn:microsoft.com/office/officeart/2018/2/layout/IconVerticalSolidList"/>
    <dgm:cxn modelId="{EF5EC217-CEA9-4CBA-A3AF-C8EE198D430A}" type="presParOf" srcId="{404A84B4-8A7A-4725-800D-319CABDE1C41}" destId="{C708B431-2784-4ED0-AF54-E7D5E27D844A}" srcOrd="4" destOrd="0" presId="urn:microsoft.com/office/officeart/2018/2/layout/IconVerticalSolidList"/>
    <dgm:cxn modelId="{CB4ED594-7CDD-4D54-BC5F-9C12EB41983C}" type="presParOf" srcId="{0415E3A2-BC6D-44CB-9A4A-EE6EBFA6D902}" destId="{A55C1DD2-8296-4655-A33D-12D23F76502B}" srcOrd="1" destOrd="0" presId="urn:microsoft.com/office/officeart/2018/2/layout/IconVerticalSolidList"/>
    <dgm:cxn modelId="{0367844B-BA80-4E5C-A91E-C2A7C326FE05}" type="presParOf" srcId="{0415E3A2-BC6D-44CB-9A4A-EE6EBFA6D902}" destId="{42B3EBCD-BE1D-4661-B732-2A1EB98DFDDE}" srcOrd="2" destOrd="0" presId="urn:microsoft.com/office/officeart/2018/2/layout/IconVerticalSolidList"/>
    <dgm:cxn modelId="{299E8089-E214-4EB2-944D-0705AB12B9A9}" type="presParOf" srcId="{42B3EBCD-BE1D-4661-B732-2A1EB98DFDDE}" destId="{CD58438B-3982-484C-A023-87FB1F5671E9}" srcOrd="0" destOrd="0" presId="urn:microsoft.com/office/officeart/2018/2/layout/IconVerticalSolidList"/>
    <dgm:cxn modelId="{EBAF1625-2375-4828-9989-9E0BC75A2934}" type="presParOf" srcId="{42B3EBCD-BE1D-4661-B732-2A1EB98DFDDE}" destId="{F61B8C04-4B34-4F89-B80C-BCDA8B9D7433}" srcOrd="1" destOrd="0" presId="urn:microsoft.com/office/officeart/2018/2/layout/IconVerticalSolidList"/>
    <dgm:cxn modelId="{0DBFD97D-68D4-48ED-912D-5BCA39055E00}" type="presParOf" srcId="{42B3EBCD-BE1D-4661-B732-2A1EB98DFDDE}" destId="{594B4586-D971-4ABD-9FAC-CF7863C5F0CF}" srcOrd="2" destOrd="0" presId="urn:microsoft.com/office/officeart/2018/2/layout/IconVerticalSolidList"/>
    <dgm:cxn modelId="{C021D535-9C89-460D-9C3F-341B41FC9340}" type="presParOf" srcId="{42B3EBCD-BE1D-4661-B732-2A1EB98DFDDE}" destId="{2FC54641-C51A-455A-9B7B-2FABE7288ACC}" srcOrd="3" destOrd="0" presId="urn:microsoft.com/office/officeart/2018/2/layout/IconVerticalSolidList"/>
    <dgm:cxn modelId="{88791023-AE57-4F2B-834F-C37DA05A71AD}" type="presParOf" srcId="{0415E3A2-BC6D-44CB-9A4A-EE6EBFA6D902}" destId="{8E9A6735-3848-4625-835F-96EFD70E7E09}" srcOrd="3" destOrd="0" presId="urn:microsoft.com/office/officeart/2018/2/layout/IconVerticalSolidList"/>
    <dgm:cxn modelId="{AA27D637-BE67-4B46-A120-F475290421E3}" type="presParOf" srcId="{0415E3A2-BC6D-44CB-9A4A-EE6EBFA6D902}" destId="{1C2043D2-4937-4B17-B815-376C293A63AB}" srcOrd="4" destOrd="0" presId="urn:microsoft.com/office/officeart/2018/2/layout/IconVerticalSolidList"/>
    <dgm:cxn modelId="{7A533A0A-BC7C-4EA3-987C-598D499C6438}" type="presParOf" srcId="{1C2043D2-4937-4B17-B815-376C293A63AB}" destId="{D5E9F4E5-51C2-495A-BD32-1C42895FF629}" srcOrd="0" destOrd="0" presId="urn:microsoft.com/office/officeart/2018/2/layout/IconVerticalSolidList"/>
    <dgm:cxn modelId="{D3330D12-EEA8-491E-95B6-F5CEE547F530}" type="presParOf" srcId="{1C2043D2-4937-4B17-B815-376C293A63AB}" destId="{B7DD2470-21F6-4345-869C-0AF55C042496}" srcOrd="1" destOrd="0" presId="urn:microsoft.com/office/officeart/2018/2/layout/IconVerticalSolidList"/>
    <dgm:cxn modelId="{8B831B97-05E9-4CE3-A8C3-E883D6894138}" type="presParOf" srcId="{1C2043D2-4937-4B17-B815-376C293A63AB}" destId="{A4BC3B59-0AA1-41F6-93AB-C09C70DF6C33}" srcOrd="2" destOrd="0" presId="urn:microsoft.com/office/officeart/2018/2/layout/IconVerticalSolidList"/>
    <dgm:cxn modelId="{BADD59EC-6A93-48A2-B1B6-AF45D028152D}" type="presParOf" srcId="{1C2043D2-4937-4B17-B815-376C293A63AB}" destId="{6EA268F2-5295-4813-95F7-05E0CA96397E}" srcOrd="3" destOrd="0" presId="urn:microsoft.com/office/officeart/2018/2/layout/IconVerticalSolidList"/>
    <dgm:cxn modelId="{FA184534-5321-433F-AE06-BD59207CDE50}" type="presParOf" srcId="{1C2043D2-4937-4B17-B815-376C293A63AB}" destId="{CD233508-9EBE-4996-8498-636234133CDE}" srcOrd="4" destOrd="0" presId="urn:microsoft.com/office/officeart/2018/2/layout/IconVerticalSolidList"/>
    <dgm:cxn modelId="{F4E77417-3EBF-4E80-92BD-086A6A4C32D5}" type="presParOf" srcId="{0415E3A2-BC6D-44CB-9A4A-EE6EBFA6D902}" destId="{2742622B-AFD6-4AF8-832A-BFF964E9F65B}" srcOrd="5" destOrd="0" presId="urn:microsoft.com/office/officeart/2018/2/layout/IconVerticalSolidList"/>
    <dgm:cxn modelId="{02C0C04E-B2F1-41A7-B883-EE6B9626E2D7}" type="presParOf" srcId="{0415E3A2-BC6D-44CB-9A4A-EE6EBFA6D902}" destId="{9CAC623C-AAAE-4F3F-8A49-DBCD2EB8D5A6}" srcOrd="6" destOrd="0" presId="urn:microsoft.com/office/officeart/2018/2/layout/IconVerticalSolidList"/>
    <dgm:cxn modelId="{720A5276-8DDF-478D-9BF6-79C42A0EC205}" type="presParOf" srcId="{9CAC623C-AAAE-4F3F-8A49-DBCD2EB8D5A6}" destId="{04F91769-A4DE-4850-B53F-B53FEC1B99B8}" srcOrd="0" destOrd="0" presId="urn:microsoft.com/office/officeart/2018/2/layout/IconVerticalSolidList"/>
    <dgm:cxn modelId="{68F5E01F-405A-4E38-9041-86235538AC81}" type="presParOf" srcId="{9CAC623C-AAAE-4F3F-8A49-DBCD2EB8D5A6}" destId="{F130D68F-8CAD-4709-8253-70A8DDBB3D71}" srcOrd="1" destOrd="0" presId="urn:microsoft.com/office/officeart/2018/2/layout/IconVerticalSolidList"/>
    <dgm:cxn modelId="{B706E151-4E90-4CEB-AA37-326ACDBE2ECC}" type="presParOf" srcId="{9CAC623C-AAAE-4F3F-8A49-DBCD2EB8D5A6}" destId="{4ED7F586-3DC6-45E5-BDFC-A23E932A5E21}" srcOrd="2" destOrd="0" presId="urn:microsoft.com/office/officeart/2018/2/layout/IconVerticalSolidList"/>
    <dgm:cxn modelId="{80DF94D0-90BA-4E18-954F-C9EB8DF3FA3D}" type="presParOf" srcId="{9CAC623C-AAAE-4F3F-8A49-DBCD2EB8D5A6}" destId="{AA21F121-5CB4-4A29-89B9-2391C1D35F2D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4D2A8322-D45A-42FA-92F9-DF5F3B9CBA0E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EC9A3FF-F36C-48CC-A0EC-E439C7438E1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Mesh Network with Flat Topology</a:t>
          </a:r>
          <a:endParaRPr lang="en-US"/>
        </a:p>
      </dgm:t>
    </dgm:pt>
    <dgm:pt modelId="{1A34B299-A958-49D1-85FF-C22F60483FDC}" type="parTrans" cxnId="{A16967D6-80EE-45AD-AF17-090027E80D15}">
      <dgm:prSet/>
      <dgm:spPr/>
      <dgm:t>
        <a:bodyPr/>
        <a:lstStyle/>
        <a:p>
          <a:endParaRPr lang="en-US"/>
        </a:p>
      </dgm:t>
    </dgm:pt>
    <dgm:pt modelId="{EAF8188F-9E10-4599-9C19-611C186010BC}" type="sibTrans" cxnId="{A16967D6-80EE-45AD-AF17-090027E80D15}">
      <dgm:prSet/>
      <dgm:spPr/>
      <dgm:t>
        <a:bodyPr/>
        <a:lstStyle/>
        <a:p>
          <a:endParaRPr lang="en-US"/>
        </a:p>
      </dgm:t>
    </dgm:pt>
    <dgm:pt modelId="{C3D118C6-7124-4816-A96C-030ED69894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Topology Choice</a:t>
          </a:r>
          <a:endParaRPr lang="en-US"/>
        </a:p>
      </dgm:t>
    </dgm:pt>
    <dgm:pt modelId="{61F1A037-C733-4477-B3CF-4971F6A50D57}" type="parTrans" cxnId="{F1FEC1F7-B67A-4AA5-B2D2-4B029EE43572}">
      <dgm:prSet/>
      <dgm:spPr/>
      <dgm:t>
        <a:bodyPr/>
        <a:lstStyle/>
        <a:p>
          <a:endParaRPr lang="en-US"/>
        </a:p>
      </dgm:t>
    </dgm:pt>
    <dgm:pt modelId="{07250BF6-7498-4CF8-8CC4-77C9C5604140}" type="sibTrans" cxnId="{F1FEC1F7-B67A-4AA5-B2D2-4B029EE43572}">
      <dgm:prSet/>
      <dgm:spPr/>
      <dgm:t>
        <a:bodyPr/>
        <a:lstStyle/>
        <a:p>
          <a:endParaRPr lang="en-US"/>
        </a:p>
      </dgm:t>
    </dgm:pt>
    <dgm:pt modelId="{16F05811-7858-4FB9-8AA7-CA3337DD782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Extended Protocol</a:t>
          </a:r>
          <a:endParaRPr lang="en-US"/>
        </a:p>
      </dgm:t>
    </dgm:pt>
    <dgm:pt modelId="{D21B3AD1-7264-439A-A336-B3B9EA3D4160}" type="parTrans" cxnId="{19BAFA14-124D-4182-91A2-6A4455E17C49}">
      <dgm:prSet/>
      <dgm:spPr/>
      <dgm:t>
        <a:bodyPr/>
        <a:lstStyle/>
        <a:p>
          <a:endParaRPr lang="en-US"/>
        </a:p>
      </dgm:t>
    </dgm:pt>
    <dgm:pt modelId="{A8D4C6C6-ACF7-490D-B120-222BA9ED0B6F}" type="sibTrans" cxnId="{19BAFA14-124D-4182-91A2-6A4455E17C49}">
      <dgm:prSet/>
      <dgm:spPr/>
      <dgm:t>
        <a:bodyPr/>
        <a:lstStyle/>
        <a:p>
          <a:endParaRPr lang="en-US"/>
        </a:p>
      </dgm:t>
    </dgm:pt>
    <dgm:pt modelId="{A1A3DBD1-7834-46F3-A3CB-C0BF887F9904}" type="pres">
      <dgm:prSet presAssocID="{4D2A8322-D45A-42FA-92F9-DF5F3B9CBA0E}" presName="root" presStyleCnt="0">
        <dgm:presLayoutVars>
          <dgm:dir/>
          <dgm:resizeHandles val="exact"/>
        </dgm:presLayoutVars>
      </dgm:prSet>
      <dgm:spPr/>
    </dgm:pt>
    <dgm:pt modelId="{5E63FF9D-3342-48DB-A671-98E038516064}" type="pres">
      <dgm:prSet presAssocID="{BEC9A3FF-F36C-48CC-A0EC-E439C7438E1D}" presName="compNode" presStyleCnt="0"/>
      <dgm:spPr/>
    </dgm:pt>
    <dgm:pt modelId="{B71A69BE-F307-47AA-AB0C-9BCCB5D2A348}" type="pres">
      <dgm:prSet presAssocID="{BEC9A3FF-F36C-48CC-A0EC-E439C7438E1D}" presName="bgRect" presStyleLbl="bgShp" presStyleIdx="0" presStyleCnt="3"/>
      <dgm:spPr/>
    </dgm:pt>
    <dgm:pt modelId="{940D5ED6-0A0B-46F9-AE30-8173C803FB69}" type="pres">
      <dgm:prSet presAssocID="{BEC9A3FF-F36C-48CC-A0EC-E439C7438E1D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12414CB5-91D1-4958-B3A5-824B0D626878}" type="pres">
      <dgm:prSet presAssocID="{BEC9A3FF-F36C-48CC-A0EC-E439C7438E1D}" presName="spaceRect" presStyleCnt="0"/>
      <dgm:spPr/>
    </dgm:pt>
    <dgm:pt modelId="{1C56F7A7-B3C8-49EF-BE6E-F464F0635684}" type="pres">
      <dgm:prSet presAssocID="{BEC9A3FF-F36C-48CC-A0EC-E439C7438E1D}" presName="parTx" presStyleLbl="revTx" presStyleIdx="0" presStyleCnt="3">
        <dgm:presLayoutVars>
          <dgm:chMax val="0"/>
          <dgm:chPref val="0"/>
        </dgm:presLayoutVars>
      </dgm:prSet>
      <dgm:spPr/>
    </dgm:pt>
    <dgm:pt modelId="{D30B7539-DC76-4436-B050-07172419D93C}" type="pres">
      <dgm:prSet presAssocID="{EAF8188F-9E10-4599-9C19-611C186010BC}" presName="sibTrans" presStyleCnt="0"/>
      <dgm:spPr/>
    </dgm:pt>
    <dgm:pt modelId="{B9EBC82D-8742-4C52-96F1-C98E4B24DC45}" type="pres">
      <dgm:prSet presAssocID="{C3D118C6-7124-4816-A96C-030ED69894FA}" presName="compNode" presStyleCnt="0"/>
      <dgm:spPr/>
    </dgm:pt>
    <dgm:pt modelId="{A8FF768C-2A34-4296-ADE7-FA9EC3678091}" type="pres">
      <dgm:prSet presAssocID="{C3D118C6-7124-4816-A96C-030ED69894FA}" presName="bgRect" presStyleLbl="bgShp" presStyleIdx="1" presStyleCnt="3"/>
      <dgm:spPr/>
    </dgm:pt>
    <dgm:pt modelId="{0FEDF34A-22F3-4095-9A10-290B7280DD3A}" type="pres">
      <dgm:prSet presAssocID="{C3D118C6-7124-4816-A96C-030ED69894FA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D2AEB21C-EF6E-4065-AC4B-A7341CA1026F}" type="pres">
      <dgm:prSet presAssocID="{C3D118C6-7124-4816-A96C-030ED69894FA}" presName="spaceRect" presStyleCnt="0"/>
      <dgm:spPr/>
    </dgm:pt>
    <dgm:pt modelId="{547885EA-4882-4271-9E5B-8885216C364C}" type="pres">
      <dgm:prSet presAssocID="{C3D118C6-7124-4816-A96C-030ED69894FA}" presName="parTx" presStyleLbl="revTx" presStyleIdx="1" presStyleCnt="3">
        <dgm:presLayoutVars>
          <dgm:chMax val="0"/>
          <dgm:chPref val="0"/>
        </dgm:presLayoutVars>
      </dgm:prSet>
      <dgm:spPr/>
    </dgm:pt>
    <dgm:pt modelId="{91F34A9B-FB18-4E20-9F0D-E1BD8BF85A1A}" type="pres">
      <dgm:prSet presAssocID="{07250BF6-7498-4CF8-8CC4-77C9C5604140}" presName="sibTrans" presStyleCnt="0"/>
      <dgm:spPr/>
    </dgm:pt>
    <dgm:pt modelId="{CE2C05F8-7BBC-4C21-81B8-C64181F7089A}" type="pres">
      <dgm:prSet presAssocID="{16F05811-7858-4FB9-8AA7-CA3337DD7824}" presName="compNode" presStyleCnt="0"/>
      <dgm:spPr/>
    </dgm:pt>
    <dgm:pt modelId="{53C722E6-70FB-4EBB-80C8-BD08339DA3CF}" type="pres">
      <dgm:prSet presAssocID="{16F05811-7858-4FB9-8AA7-CA3337DD7824}" presName="bgRect" presStyleLbl="bgShp" presStyleIdx="2" presStyleCnt="3"/>
      <dgm:spPr/>
    </dgm:pt>
    <dgm:pt modelId="{7AFF8E66-39E2-40EE-9EF1-B01CCF173852}" type="pres">
      <dgm:prSet presAssocID="{16F05811-7858-4FB9-8AA7-CA3337DD7824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edicine"/>
        </a:ext>
      </dgm:extLst>
    </dgm:pt>
    <dgm:pt modelId="{95112B51-5830-4454-B02F-98EB798A99D9}" type="pres">
      <dgm:prSet presAssocID="{16F05811-7858-4FB9-8AA7-CA3337DD7824}" presName="spaceRect" presStyleCnt="0"/>
      <dgm:spPr/>
    </dgm:pt>
    <dgm:pt modelId="{B8D2AFAB-1B95-403C-8EFA-47C4B2198F0A}" type="pres">
      <dgm:prSet presAssocID="{16F05811-7858-4FB9-8AA7-CA3337DD7824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6435F60B-6449-43C5-991E-15AC4D6E09FC}" type="presOf" srcId="{C3D118C6-7124-4816-A96C-030ED69894FA}" destId="{547885EA-4882-4271-9E5B-8885216C364C}" srcOrd="0" destOrd="0" presId="urn:microsoft.com/office/officeart/2018/2/layout/IconVerticalSolidList"/>
    <dgm:cxn modelId="{19BAFA14-124D-4182-91A2-6A4455E17C49}" srcId="{4D2A8322-D45A-42FA-92F9-DF5F3B9CBA0E}" destId="{16F05811-7858-4FB9-8AA7-CA3337DD7824}" srcOrd="2" destOrd="0" parTransId="{D21B3AD1-7264-439A-A336-B3B9EA3D4160}" sibTransId="{A8D4C6C6-ACF7-490D-B120-222BA9ED0B6F}"/>
    <dgm:cxn modelId="{22250884-9C45-46EE-886C-3F21FBD0CF60}" type="presOf" srcId="{16F05811-7858-4FB9-8AA7-CA3337DD7824}" destId="{B8D2AFAB-1B95-403C-8EFA-47C4B2198F0A}" srcOrd="0" destOrd="0" presId="urn:microsoft.com/office/officeart/2018/2/layout/IconVerticalSolidList"/>
    <dgm:cxn modelId="{F25ED49D-8B7A-4053-ACFE-CD8499F5D258}" type="presOf" srcId="{BEC9A3FF-F36C-48CC-A0EC-E439C7438E1D}" destId="{1C56F7A7-B3C8-49EF-BE6E-F464F0635684}" srcOrd="0" destOrd="0" presId="urn:microsoft.com/office/officeart/2018/2/layout/IconVerticalSolidList"/>
    <dgm:cxn modelId="{4E9C52C1-4102-46EC-AE8D-61ADEA8EA6A5}" type="presOf" srcId="{4D2A8322-D45A-42FA-92F9-DF5F3B9CBA0E}" destId="{A1A3DBD1-7834-46F3-A3CB-C0BF887F9904}" srcOrd="0" destOrd="0" presId="urn:microsoft.com/office/officeart/2018/2/layout/IconVerticalSolidList"/>
    <dgm:cxn modelId="{A16967D6-80EE-45AD-AF17-090027E80D15}" srcId="{4D2A8322-D45A-42FA-92F9-DF5F3B9CBA0E}" destId="{BEC9A3FF-F36C-48CC-A0EC-E439C7438E1D}" srcOrd="0" destOrd="0" parTransId="{1A34B299-A958-49D1-85FF-C22F60483FDC}" sibTransId="{EAF8188F-9E10-4599-9C19-611C186010BC}"/>
    <dgm:cxn modelId="{F1FEC1F7-B67A-4AA5-B2D2-4B029EE43572}" srcId="{4D2A8322-D45A-42FA-92F9-DF5F3B9CBA0E}" destId="{C3D118C6-7124-4816-A96C-030ED69894FA}" srcOrd="1" destOrd="0" parTransId="{61F1A037-C733-4477-B3CF-4971F6A50D57}" sibTransId="{07250BF6-7498-4CF8-8CC4-77C9C5604140}"/>
    <dgm:cxn modelId="{EA936CC7-4CA3-4B2E-AD7B-5AEB0AFAD52C}" type="presParOf" srcId="{A1A3DBD1-7834-46F3-A3CB-C0BF887F9904}" destId="{5E63FF9D-3342-48DB-A671-98E038516064}" srcOrd="0" destOrd="0" presId="urn:microsoft.com/office/officeart/2018/2/layout/IconVerticalSolidList"/>
    <dgm:cxn modelId="{EEEF14C3-4EDD-4407-87E3-525E52721E09}" type="presParOf" srcId="{5E63FF9D-3342-48DB-A671-98E038516064}" destId="{B71A69BE-F307-47AA-AB0C-9BCCB5D2A348}" srcOrd="0" destOrd="0" presId="urn:microsoft.com/office/officeart/2018/2/layout/IconVerticalSolidList"/>
    <dgm:cxn modelId="{B76C091E-2E6E-4726-B6C9-60D82D9B2900}" type="presParOf" srcId="{5E63FF9D-3342-48DB-A671-98E038516064}" destId="{940D5ED6-0A0B-46F9-AE30-8173C803FB69}" srcOrd="1" destOrd="0" presId="urn:microsoft.com/office/officeart/2018/2/layout/IconVerticalSolidList"/>
    <dgm:cxn modelId="{4419C46F-3CF9-49B6-94EC-50EEDE0EAEB1}" type="presParOf" srcId="{5E63FF9D-3342-48DB-A671-98E038516064}" destId="{12414CB5-91D1-4958-B3A5-824B0D626878}" srcOrd="2" destOrd="0" presId="urn:microsoft.com/office/officeart/2018/2/layout/IconVerticalSolidList"/>
    <dgm:cxn modelId="{0FA6F38E-3EE9-4F5B-865E-7D1013BEE2B8}" type="presParOf" srcId="{5E63FF9D-3342-48DB-A671-98E038516064}" destId="{1C56F7A7-B3C8-49EF-BE6E-F464F0635684}" srcOrd="3" destOrd="0" presId="urn:microsoft.com/office/officeart/2018/2/layout/IconVerticalSolidList"/>
    <dgm:cxn modelId="{2A34433A-DF07-45CF-A97C-F365020DE71F}" type="presParOf" srcId="{A1A3DBD1-7834-46F3-A3CB-C0BF887F9904}" destId="{D30B7539-DC76-4436-B050-07172419D93C}" srcOrd="1" destOrd="0" presId="urn:microsoft.com/office/officeart/2018/2/layout/IconVerticalSolidList"/>
    <dgm:cxn modelId="{EECA3D36-87C0-4A98-8857-E8BF322181DB}" type="presParOf" srcId="{A1A3DBD1-7834-46F3-A3CB-C0BF887F9904}" destId="{B9EBC82D-8742-4C52-96F1-C98E4B24DC45}" srcOrd="2" destOrd="0" presId="urn:microsoft.com/office/officeart/2018/2/layout/IconVerticalSolidList"/>
    <dgm:cxn modelId="{830F8BDD-09FA-42FF-A44C-A18927753F7F}" type="presParOf" srcId="{B9EBC82D-8742-4C52-96F1-C98E4B24DC45}" destId="{A8FF768C-2A34-4296-ADE7-FA9EC3678091}" srcOrd="0" destOrd="0" presId="urn:microsoft.com/office/officeart/2018/2/layout/IconVerticalSolidList"/>
    <dgm:cxn modelId="{C9E9E88C-12E6-4A8A-8010-62CA8707E7DC}" type="presParOf" srcId="{B9EBC82D-8742-4C52-96F1-C98E4B24DC45}" destId="{0FEDF34A-22F3-4095-9A10-290B7280DD3A}" srcOrd="1" destOrd="0" presId="urn:microsoft.com/office/officeart/2018/2/layout/IconVerticalSolidList"/>
    <dgm:cxn modelId="{43387138-19CB-4910-9A03-98487F4E82CF}" type="presParOf" srcId="{B9EBC82D-8742-4C52-96F1-C98E4B24DC45}" destId="{D2AEB21C-EF6E-4065-AC4B-A7341CA1026F}" srcOrd="2" destOrd="0" presId="urn:microsoft.com/office/officeart/2018/2/layout/IconVerticalSolidList"/>
    <dgm:cxn modelId="{45A721B3-E22F-47F1-B2B0-B169DD029273}" type="presParOf" srcId="{B9EBC82D-8742-4C52-96F1-C98E4B24DC45}" destId="{547885EA-4882-4271-9E5B-8885216C364C}" srcOrd="3" destOrd="0" presId="urn:microsoft.com/office/officeart/2018/2/layout/IconVerticalSolidList"/>
    <dgm:cxn modelId="{9B37D8C1-72D4-4C7E-883D-A13889341AC2}" type="presParOf" srcId="{A1A3DBD1-7834-46F3-A3CB-C0BF887F9904}" destId="{91F34A9B-FB18-4E20-9F0D-E1BD8BF85A1A}" srcOrd="3" destOrd="0" presId="urn:microsoft.com/office/officeart/2018/2/layout/IconVerticalSolidList"/>
    <dgm:cxn modelId="{C062669E-DDD5-470B-90FE-E40D0D8E6E0A}" type="presParOf" srcId="{A1A3DBD1-7834-46F3-A3CB-C0BF887F9904}" destId="{CE2C05F8-7BBC-4C21-81B8-C64181F7089A}" srcOrd="4" destOrd="0" presId="urn:microsoft.com/office/officeart/2018/2/layout/IconVerticalSolidList"/>
    <dgm:cxn modelId="{07C91A30-0D06-4CBE-A242-C582EE443FA3}" type="presParOf" srcId="{CE2C05F8-7BBC-4C21-81B8-C64181F7089A}" destId="{53C722E6-70FB-4EBB-80C8-BD08339DA3CF}" srcOrd="0" destOrd="0" presId="urn:microsoft.com/office/officeart/2018/2/layout/IconVerticalSolidList"/>
    <dgm:cxn modelId="{BC1765DE-E6A0-4E49-9C01-EA79B019D886}" type="presParOf" srcId="{CE2C05F8-7BBC-4C21-81B8-C64181F7089A}" destId="{7AFF8E66-39E2-40EE-9EF1-B01CCF173852}" srcOrd="1" destOrd="0" presId="urn:microsoft.com/office/officeart/2018/2/layout/IconVerticalSolidList"/>
    <dgm:cxn modelId="{245C1736-F376-4E41-90F3-5365F22BE297}" type="presParOf" srcId="{CE2C05F8-7BBC-4C21-81B8-C64181F7089A}" destId="{95112B51-5830-4454-B02F-98EB798A99D9}" srcOrd="2" destOrd="0" presId="urn:microsoft.com/office/officeart/2018/2/layout/IconVerticalSolidList"/>
    <dgm:cxn modelId="{C4B0B283-1743-43E6-ABB4-056D22A7D266}" type="presParOf" srcId="{CE2C05F8-7BBC-4C21-81B8-C64181F7089A}" destId="{B8D2AFAB-1B95-403C-8EFA-47C4B2198F0A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C2943781-FCC8-479E-AEE5-8E25882F8FA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A164937-DE4E-458B-BC80-8316AF72C9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On top of Internet</a:t>
          </a:r>
          <a:endParaRPr lang="en-US" dirty="0"/>
        </a:p>
      </dgm:t>
    </dgm:pt>
    <dgm:pt modelId="{5C75F03E-05B5-4955-9F4B-AC9F1A3040DC}" type="parTrans" cxnId="{2DD96D93-8A82-4FDB-B159-09044F5EB223}">
      <dgm:prSet/>
      <dgm:spPr/>
      <dgm:t>
        <a:bodyPr/>
        <a:lstStyle/>
        <a:p>
          <a:endParaRPr lang="en-US"/>
        </a:p>
      </dgm:t>
    </dgm:pt>
    <dgm:pt modelId="{816B7C94-14DA-44E7-8061-0E398BD63FB6}" type="sibTrans" cxnId="{2DD96D93-8A82-4FDB-B159-09044F5EB223}">
      <dgm:prSet/>
      <dgm:spPr/>
      <dgm:t>
        <a:bodyPr/>
        <a:lstStyle/>
        <a:p>
          <a:endParaRPr lang="en-US"/>
        </a:p>
      </dgm:t>
    </dgm:pt>
    <dgm:pt modelId="{C70BF0A9-A9F6-4AD2-9580-8F4145C267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P2P</a:t>
          </a:r>
        </a:p>
      </dgm:t>
    </dgm:pt>
    <dgm:pt modelId="{A2470914-DD4A-493A-BA45-E0874E884532}" type="parTrans" cxnId="{4B892CC0-3362-41E1-9CE7-6912D618AF79}">
      <dgm:prSet/>
      <dgm:spPr/>
      <dgm:t>
        <a:bodyPr/>
        <a:lstStyle/>
        <a:p>
          <a:endParaRPr lang="en-US"/>
        </a:p>
      </dgm:t>
    </dgm:pt>
    <dgm:pt modelId="{522FA250-C0D7-4DD0-8722-48E69271598D}" type="sibTrans" cxnId="{4B892CC0-3362-41E1-9CE7-6912D618AF79}">
      <dgm:prSet/>
      <dgm:spPr/>
      <dgm:t>
        <a:bodyPr/>
        <a:lstStyle/>
        <a:p>
          <a:endParaRPr lang="en-US"/>
        </a:p>
      </dgm:t>
    </dgm:pt>
    <dgm:pt modelId="{F6119EDA-9946-4A80-B3EE-CD37CF4B26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peers to each other</a:t>
          </a:r>
        </a:p>
      </dgm:t>
    </dgm:pt>
    <dgm:pt modelId="{2A46110B-2A0C-40B2-A98E-54A1DF94005D}" type="parTrans" cxnId="{102E379D-A521-4EDC-B110-B5C9E49EEBCB}">
      <dgm:prSet/>
      <dgm:spPr/>
      <dgm:t>
        <a:bodyPr/>
        <a:lstStyle/>
        <a:p>
          <a:endParaRPr lang="en-US"/>
        </a:p>
      </dgm:t>
    </dgm:pt>
    <dgm:pt modelId="{1F92D1E8-3706-4F30-ACC8-433779C37E2B}" type="sibTrans" cxnId="{102E379D-A521-4EDC-B110-B5C9E49EEBCB}">
      <dgm:prSet/>
      <dgm:spPr/>
      <dgm:t>
        <a:bodyPr/>
        <a:lstStyle/>
        <a:p>
          <a:endParaRPr lang="en-US"/>
        </a:p>
      </dgm:t>
    </dgm:pt>
    <dgm:pt modelId="{735B8A4F-CBB9-48BA-ADC3-36B33E27E9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 nodes share the burden of providing network services</a:t>
          </a:r>
        </a:p>
      </dgm:t>
    </dgm:pt>
    <dgm:pt modelId="{8C20EDE8-6EB1-4608-A4F8-975129388505}" type="parTrans" cxnId="{A1B67257-3640-45D0-9CAB-F367649BCF74}">
      <dgm:prSet/>
      <dgm:spPr/>
      <dgm:t>
        <a:bodyPr/>
        <a:lstStyle/>
        <a:p>
          <a:endParaRPr lang="en-US"/>
        </a:p>
      </dgm:t>
    </dgm:pt>
    <dgm:pt modelId="{25D541D2-994B-4D42-859F-4D633DB08844}" type="sibTrans" cxnId="{A1B67257-3640-45D0-9CAB-F367649BCF74}">
      <dgm:prSet/>
      <dgm:spPr/>
      <dgm:t>
        <a:bodyPr/>
        <a:lstStyle/>
        <a:p>
          <a:endParaRPr lang="en-US"/>
        </a:p>
      </dgm:t>
    </dgm:pt>
    <dgm:pt modelId="{F051C066-9E1C-4893-BA77-568371BB09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 is structured as a peer-to-peer network architecture</a:t>
          </a:r>
        </a:p>
      </dgm:t>
    </dgm:pt>
    <dgm:pt modelId="{4059D048-9625-4F9A-8D9A-C6205DD95A1D}" type="parTrans" cxnId="{34849833-5C69-473E-9F7B-EE3601F04EB4}">
      <dgm:prSet/>
      <dgm:spPr/>
      <dgm:t>
        <a:bodyPr/>
        <a:lstStyle/>
        <a:p>
          <a:endParaRPr lang="tr-TR"/>
        </a:p>
      </dgm:t>
    </dgm:pt>
    <dgm:pt modelId="{08B7C90F-E76C-49DE-BCE1-C9984A30F1FC}" type="sibTrans" cxnId="{34849833-5C69-473E-9F7B-EE3601F04EB4}">
      <dgm:prSet/>
      <dgm:spPr/>
      <dgm:t>
        <a:bodyPr/>
        <a:lstStyle/>
        <a:p>
          <a:endParaRPr lang="tr-TR"/>
        </a:p>
      </dgm:t>
    </dgm:pt>
    <dgm:pt modelId="{B740CFCF-B532-4BE5-9772-72A74F99D2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top of the internet.</a:t>
          </a:r>
        </a:p>
      </dgm:t>
    </dgm:pt>
    <dgm:pt modelId="{F75D6A4D-96BF-4B0B-8624-B1FFDE171C94}" type="parTrans" cxnId="{FD6BB191-CE86-4A73-AF58-4811C7C36A1F}">
      <dgm:prSet/>
      <dgm:spPr/>
      <dgm:t>
        <a:bodyPr/>
        <a:lstStyle/>
        <a:p>
          <a:endParaRPr lang="tr-TR"/>
        </a:p>
      </dgm:t>
    </dgm:pt>
    <dgm:pt modelId="{A99DDB61-58BE-4DF5-B35B-94DBC6A23617}" type="sibTrans" cxnId="{FD6BB191-CE86-4A73-AF58-4811C7C36A1F}">
      <dgm:prSet/>
      <dgm:spPr/>
      <dgm:t>
        <a:bodyPr/>
        <a:lstStyle/>
        <a:p>
          <a:endParaRPr lang="tr-TR"/>
        </a:p>
      </dgm:t>
    </dgm:pt>
    <dgm:pt modelId="{1EA5FF7D-FB09-4DCC-A8AC-52BA7BFA4E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term peer-to-peer, or P2P, means that</a:t>
          </a:r>
        </a:p>
      </dgm:t>
    </dgm:pt>
    <dgm:pt modelId="{80388A44-B497-4CD7-B206-0752F0398959}" type="parTrans" cxnId="{838CC72E-8571-48D3-9E7A-01571D1AFAB0}">
      <dgm:prSet/>
      <dgm:spPr/>
      <dgm:t>
        <a:bodyPr/>
        <a:lstStyle/>
        <a:p>
          <a:endParaRPr lang="tr-TR"/>
        </a:p>
      </dgm:t>
    </dgm:pt>
    <dgm:pt modelId="{93C77631-3E89-4A20-855B-A76B136141FF}" type="sibTrans" cxnId="{838CC72E-8571-48D3-9E7A-01571D1AFAB0}">
      <dgm:prSet/>
      <dgm:spPr/>
      <dgm:t>
        <a:bodyPr/>
        <a:lstStyle/>
        <a:p>
          <a:endParaRPr lang="tr-TR"/>
        </a:p>
      </dgm:t>
    </dgm:pt>
    <dgm:pt modelId="{BE3D0391-E503-4ED3-820D-F1C4789BEE2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there are no “special” nodes,</a:t>
          </a:r>
        </a:p>
      </dgm:t>
    </dgm:pt>
    <dgm:pt modelId="{2A68BF00-674A-4E9A-AA25-B7B116903792}" type="parTrans" cxnId="{BA4FE057-B34D-428D-9AFA-B907840DB94B}">
      <dgm:prSet/>
      <dgm:spPr/>
      <dgm:t>
        <a:bodyPr/>
        <a:lstStyle/>
        <a:p>
          <a:endParaRPr lang="tr-TR"/>
        </a:p>
      </dgm:t>
    </dgm:pt>
    <dgm:pt modelId="{4D43B934-31EB-4605-AE1A-3D94F1B3D6FF}" type="sibTrans" cxnId="{BA4FE057-B34D-428D-9AFA-B907840DB94B}">
      <dgm:prSet/>
      <dgm:spPr/>
      <dgm:t>
        <a:bodyPr/>
        <a:lstStyle/>
        <a:p>
          <a:endParaRPr lang="tr-TR"/>
        </a:p>
      </dgm:t>
    </dgm:pt>
    <dgm:pt modelId="{6BE860B7-0271-40B3-9404-7C0109A3910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Nodes are Equal</a:t>
          </a:r>
          <a:endParaRPr lang="en-US"/>
        </a:p>
      </dgm:t>
    </dgm:pt>
    <dgm:pt modelId="{5A7CF442-EE34-4841-BFF3-61EA686EC98D}" type="parTrans" cxnId="{1F67A6DC-F079-46A5-8F8D-15C54DF53720}">
      <dgm:prSet/>
      <dgm:spPr/>
      <dgm:t>
        <a:bodyPr/>
        <a:lstStyle/>
        <a:p>
          <a:endParaRPr lang="tr-TR"/>
        </a:p>
      </dgm:t>
    </dgm:pt>
    <dgm:pt modelId="{1564A29A-EFFC-4986-A5A8-9B433C02D3F2}" type="sibTrans" cxnId="{1F67A6DC-F079-46A5-8F8D-15C54DF53720}">
      <dgm:prSet/>
      <dgm:spPr/>
      <dgm:t>
        <a:bodyPr/>
        <a:lstStyle/>
        <a:p>
          <a:endParaRPr lang="tr-TR"/>
        </a:p>
      </dgm:t>
    </dgm:pt>
    <dgm:pt modelId="{0C905EE8-782C-4B43-9E5B-4D703689AF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computers that participate in the network</a:t>
          </a:r>
        </a:p>
      </dgm:t>
    </dgm:pt>
    <dgm:pt modelId="{D1ECDBBE-8F16-4E98-9BD1-F253C2578196}" type="parTrans" cxnId="{E57D221A-A1D9-4F6F-8EE4-7050163BC35B}">
      <dgm:prSet/>
      <dgm:spPr/>
      <dgm:t>
        <a:bodyPr/>
        <a:lstStyle/>
        <a:p>
          <a:endParaRPr lang="en-US"/>
        </a:p>
      </dgm:t>
    </dgm:pt>
    <dgm:pt modelId="{9A982586-6D70-4D14-9180-DBB2701D4A82}" type="sibTrans" cxnId="{E57D221A-A1D9-4F6F-8EE4-7050163BC35B}">
      <dgm:prSet/>
      <dgm:spPr/>
      <dgm:t>
        <a:bodyPr/>
        <a:lstStyle/>
        <a:p>
          <a:endParaRPr lang="en-US"/>
        </a:p>
      </dgm:t>
    </dgm:pt>
    <dgm:pt modelId="{91CBF32D-CB79-4CB8-84A0-3895B2429029}" type="pres">
      <dgm:prSet presAssocID="{C2943781-FCC8-479E-AEE5-8E25882F8FAF}" presName="root" presStyleCnt="0">
        <dgm:presLayoutVars>
          <dgm:dir/>
          <dgm:resizeHandles val="exact"/>
        </dgm:presLayoutVars>
      </dgm:prSet>
      <dgm:spPr/>
    </dgm:pt>
    <dgm:pt modelId="{E123802A-A6A8-4315-A140-58D266F4AE41}" type="pres">
      <dgm:prSet presAssocID="{6A164937-DE4E-458B-BC80-8316AF72C967}" presName="compNode" presStyleCnt="0"/>
      <dgm:spPr/>
    </dgm:pt>
    <dgm:pt modelId="{9E283C31-7ECE-459A-8A0E-24C394F89A5A}" type="pres">
      <dgm:prSet presAssocID="{6A164937-DE4E-458B-BC80-8316AF72C96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A629C60A-8AF2-4F73-B564-F75400ADF824}" type="pres">
      <dgm:prSet presAssocID="{6A164937-DE4E-458B-BC80-8316AF72C967}" presName="iconSpace" presStyleCnt="0"/>
      <dgm:spPr/>
    </dgm:pt>
    <dgm:pt modelId="{D5398428-BC00-4CD8-B015-1C03A598DCFF}" type="pres">
      <dgm:prSet presAssocID="{6A164937-DE4E-458B-BC80-8316AF72C967}" presName="parTx" presStyleLbl="revTx" presStyleIdx="0" presStyleCnt="6">
        <dgm:presLayoutVars>
          <dgm:chMax val="0"/>
          <dgm:chPref val="0"/>
        </dgm:presLayoutVars>
      </dgm:prSet>
      <dgm:spPr/>
    </dgm:pt>
    <dgm:pt modelId="{8C240073-460C-47C7-91E7-56AA362BE1F3}" type="pres">
      <dgm:prSet presAssocID="{6A164937-DE4E-458B-BC80-8316AF72C967}" presName="txSpace" presStyleCnt="0"/>
      <dgm:spPr/>
    </dgm:pt>
    <dgm:pt modelId="{00FF91A0-BF10-4530-BB74-3169E924E0AA}" type="pres">
      <dgm:prSet presAssocID="{6A164937-DE4E-458B-BC80-8316AF72C967}" presName="desTx" presStyleLbl="revTx" presStyleIdx="1" presStyleCnt="6">
        <dgm:presLayoutVars/>
      </dgm:prSet>
      <dgm:spPr/>
    </dgm:pt>
    <dgm:pt modelId="{7905A580-7EBF-4C53-99CF-155FA15ED63E}" type="pres">
      <dgm:prSet presAssocID="{816B7C94-14DA-44E7-8061-0E398BD63FB6}" presName="sibTrans" presStyleCnt="0"/>
      <dgm:spPr/>
    </dgm:pt>
    <dgm:pt modelId="{11588FEF-F5B2-463A-8452-F434AE387CC6}" type="pres">
      <dgm:prSet presAssocID="{C70BF0A9-A9F6-4AD2-9580-8F4145C267EC}" presName="compNode" presStyleCnt="0"/>
      <dgm:spPr/>
    </dgm:pt>
    <dgm:pt modelId="{52485169-88BB-49F1-8D73-369C5509A4C7}" type="pres">
      <dgm:prSet presAssocID="{C70BF0A9-A9F6-4AD2-9580-8F4145C267E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2AF2A3E-48AB-4F17-8488-E5B0CCA71E88}" type="pres">
      <dgm:prSet presAssocID="{C70BF0A9-A9F6-4AD2-9580-8F4145C267EC}" presName="iconSpace" presStyleCnt="0"/>
      <dgm:spPr/>
    </dgm:pt>
    <dgm:pt modelId="{9E2D3E33-6F9D-42FE-A30C-BE71EA530C66}" type="pres">
      <dgm:prSet presAssocID="{C70BF0A9-A9F6-4AD2-9580-8F4145C267EC}" presName="parTx" presStyleLbl="revTx" presStyleIdx="2" presStyleCnt="6">
        <dgm:presLayoutVars>
          <dgm:chMax val="0"/>
          <dgm:chPref val="0"/>
        </dgm:presLayoutVars>
      </dgm:prSet>
      <dgm:spPr/>
    </dgm:pt>
    <dgm:pt modelId="{7B246F70-16BB-407B-8482-CBF2D58151D2}" type="pres">
      <dgm:prSet presAssocID="{C70BF0A9-A9F6-4AD2-9580-8F4145C267EC}" presName="txSpace" presStyleCnt="0"/>
      <dgm:spPr/>
    </dgm:pt>
    <dgm:pt modelId="{650CA807-FB8F-48C0-AF87-7DD4ED7C5D47}" type="pres">
      <dgm:prSet presAssocID="{C70BF0A9-A9F6-4AD2-9580-8F4145C267EC}" presName="desTx" presStyleLbl="revTx" presStyleIdx="3" presStyleCnt="6">
        <dgm:presLayoutVars/>
      </dgm:prSet>
      <dgm:spPr/>
    </dgm:pt>
    <dgm:pt modelId="{58BB2060-E18B-4204-809F-747E96AB0142}" type="pres">
      <dgm:prSet presAssocID="{522FA250-C0D7-4DD0-8722-48E69271598D}" presName="sibTrans" presStyleCnt="0"/>
      <dgm:spPr/>
    </dgm:pt>
    <dgm:pt modelId="{017D683B-69B8-47ED-A214-FFCFB52A5A5D}" type="pres">
      <dgm:prSet presAssocID="{6BE860B7-0271-40B3-9404-7C0109A39104}" presName="compNode" presStyleCnt="0"/>
      <dgm:spPr/>
    </dgm:pt>
    <dgm:pt modelId="{D79CD1A4-01C2-412E-80F1-D869708C0840}" type="pres">
      <dgm:prSet presAssocID="{6BE860B7-0271-40B3-9404-7C0109A3910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B1E87EAE-0D4B-4490-BB33-986278336D2A}" type="pres">
      <dgm:prSet presAssocID="{6BE860B7-0271-40B3-9404-7C0109A39104}" presName="iconSpace" presStyleCnt="0"/>
      <dgm:spPr/>
    </dgm:pt>
    <dgm:pt modelId="{AF9E8B4B-DC48-411F-96F7-238CF0ACF69E}" type="pres">
      <dgm:prSet presAssocID="{6BE860B7-0271-40B3-9404-7C0109A39104}" presName="parTx" presStyleLbl="revTx" presStyleIdx="4" presStyleCnt="6">
        <dgm:presLayoutVars>
          <dgm:chMax val="0"/>
          <dgm:chPref val="0"/>
        </dgm:presLayoutVars>
      </dgm:prSet>
      <dgm:spPr/>
    </dgm:pt>
    <dgm:pt modelId="{7EF5502A-1308-4015-B8B1-C7BA019AC679}" type="pres">
      <dgm:prSet presAssocID="{6BE860B7-0271-40B3-9404-7C0109A39104}" presName="txSpace" presStyleCnt="0"/>
      <dgm:spPr/>
    </dgm:pt>
    <dgm:pt modelId="{BA33FCF6-58AF-4DE1-8718-F5A9DC743A67}" type="pres">
      <dgm:prSet presAssocID="{6BE860B7-0271-40B3-9404-7C0109A39104}" presName="desTx" presStyleLbl="revTx" presStyleIdx="5" presStyleCnt="6">
        <dgm:presLayoutVars/>
      </dgm:prSet>
      <dgm:spPr/>
    </dgm:pt>
  </dgm:ptLst>
  <dgm:cxnLst>
    <dgm:cxn modelId="{8FDC190B-E9B1-43EF-8A1D-761CD962E89D}" type="presOf" srcId="{1EA5FF7D-FB09-4DCC-A8AC-52BA7BFA4E00}" destId="{650CA807-FB8F-48C0-AF87-7DD4ED7C5D47}" srcOrd="0" destOrd="0" presId="urn:microsoft.com/office/officeart/2018/5/layout/CenteredIconLabelDescriptionList"/>
    <dgm:cxn modelId="{881EC00D-44A0-44EC-A9B3-A78B151ADA1C}" type="presOf" srcId="{6A164937-DE4E-458B-BC80-8316AF72C967}" destId="{D5398428-BC00-4CD8-B015-1C03A598DCFF}" srcOrd="0" destOrd="0" presId="urn:microsoft.com/office/officeart/2018/5/layout/CenteredIconLabelDescriptionList"/>
    <dgm:cxn modelId="{E57D221A-A1D9-4F6F-8EE4-7050163BC35B}" srcId="{C70BF0A9-A9F6-4AD2-9580-8F4145C267EC}" destId="{0C905EE8-782C-4B43-9E5B-4D703689AFD6}" srcOrd="1" destOrd="0" parTransId="{D1ECDBBE-8F16-4E98-9BD1-F253C2578196}" sibTransId="{9A982586-6D70-4D14-9180-DBB2701D4A82}"/>
    <dgm:cxn modelId="{EEC99B23-2805-4615-8623-287EC7A4C22B}" type="presOf" srcId="{735B8A4F-CBB9-48BA-ADC3-36B33E27E94F}" destId="{BA33FCF6-58AF-4DE1-8718-F5A9DC743A67}" srcOrd="0" destOrd="1" presId="urn:microsoft.com/office/officeart/2018/5/layout/CenteredIconLabelDescriptionList"/>
    <dgm:cxn modelId="{838CC72E-8571-48D3-9E7A-01571D1AFAB0}" srcId="{C70BF0A9-A9F6-4AD2-9580-8F4145C267EC}" destId="{1EA5FF7D-FB09-4DCC-A8AC-52BA7BFA4E00}" srcOrd="0" destOrd="0" parTransId="{80388A44-B497-4CD7-B206-0752F0398959}" sibTransId="{93C77631-3E89-4A20-855B-A76B136141FF}"/>
    <dgm:cxn modelId="{34849833-5C69-473E-9F7B-EE3601F04EB4}" srcId="{6A164937-DE4E-458B-BC80-8316AF72C967}" destId="{F051C066-9E1C-4893-BA77-568371BB09D1}" srcOrd="0" destOrd="0" parTransId="{4059D048-9625-4F9A-8D9A-C6205DD95A1D}" sibTransId="{08B7C90F-E76C-49DE-BCE1-C9984A30F1FC}"/>
    <dgm:cxn modelId="{DF97005F-440C-4893-9B7E-110529509D39}" type="presOf" srcId="{C70BF0A9-A9F6-4AD2-9580-8F4145C267EC}" destId="{9E2D3E33-6F9D-42FE-A30C-BE71EA530C66}" srcOrd="0" destOrd="0" presId="urn:microsoft.com/office/officeart/2018/5/layout/CenteredIconLabelDescriptionList"/>
    <dgm:cxn modelId="{388C5644-B68C-499D-9AFE-1203CAB84FA1}" type="presOf" srcId="{BE3D0391-E503-4ED3-820D-F1C4789BEE26}" destId="{BA33FCF6-58AF-4DE1-8718-F5A9DC743A67}" srcOrd="0" destOrd="0" presId="urn:microsoft.com/office/officeart/2018/5/layout/CenteredIconLabelDescriptionList"/>
    <dgm:cxn modelId="{E87D556C-7577-4C29-8696-846E2562BB0B}" type="presOf" srcId="{F051C066-9E1C-4893-BA77-568371BB09D1}" destId="{00FF91A0-BF10-4530-BB74-3169E924E0AA}" srcOrd="0" destOrd="0" presId="urn:microsoft.com/office/officeart/2018/5/layout/CenteredIconLabelDescriptionList"/>
    <dgm:cxn modelId="{A1B67257-3640-45D0-9CAB-F367649BCF74}" srcId="{6BE860B7-0271-40B3-9404-7C0109A39104}" destId="{735B8A4F-CBB9-48BA-ADC3-36B33E27E94F}" srcOrd="1" destOrd="0" parTransId="{8C20EDE8-6EB1-4608-A4F8-975129388505}" sibTransId="{25D541D2-994B-4D42-859F-4D633DB08844}"/>
    <dgm:cxn modelId="{BA4FE057-B34D-428D-9AFA-B907840DB94B}" srcId="{6BE860B7-0271-40B3-9404-7C0109A39104}" destId="{BE3D0391-E503-4ED3-820D-F1C4789BEE26}" srcOrd="0" destOrd="0" parTransId="{2A68BF00-674A-4E9A-AA25-B7B116903792}" sibTransId="{4D43B934-31EB-4605-AE1A-3D94F1B3D6FF}"/>
    <dgm:cxn modelId="{20E09A82-90E5-4503-9E51-9EAA0E9C55BE}" type="presOf" srcId="{C2943781-FCC8-479E-AEE5-8E25882F8FAF}" destId="{91CBF32D-CB79-4CB8-84A0-3895B2429029}" srcOrd="0" destOrd="0" presId="urn:microsoft.com/office/officeart/2018/5/layout/CenteredIconLabelDescriptionList"/>
    <dgm:cxn modelId="{A9CD8D90-933B-4328-924B-F3DFEAF01A6F}" type="presOf" srcId="{F6119EDA-9946-4A80-B3EE-CD37CF4B26FB}" destId="{650CA807-FB8F-48C0-AF87-7DD4ED7C5D47}" srcOrd="0" destOrd="2" presId="urn:microsoft.com/office/officeart/2018/5/layout/CenteredIconLabelDescriptionList"/>
    <dgm:cxn modelId="{FD6BB191-CE86-4A73-AF58-4811C7C36A1F}" srcId="{6A164937-DE4E-458B-BC80-8316AF72C967}" destId="{B740CFCF-B532-4BE5-9772-72A74F99D216}" srcOrd="1" destOrd="0" parTransId="{F75D6A4D-96BF-4B0B-8624-B1FFDE171C94}" sibTransId="{A99DDB61-58BE-4DF5-B35B-94DBC6A23617}"/>
    <dgm:cxn modelId="{2DD96D93-8A82-4FDB-B159-09044F5EB223}" srcId="{C2943781-FCC8-479E-AEE5-8E25882F8FAF}" destId="{6A164937-DE4E-458B-BC80-8316AF72C967}" srcOrd="0" destOrd="0" parTransId="{5C75F03E-05B5-4955-9F4B-AC9F1A3040DC}" sibTransId="{816B7C94-14DA-44E7-8061-0E398BD63FB6}"/>
    <dgm:cxn modelId="{102E379D-A521-4EDC-B110-B5C9E49EEBCB}" srcId="{C70BF0A9-A9F6-4AD2-9580-8F4145C267EC}" destId="{F6119EDA-9946-4A80-B3EE-CD37CF4B26FB}" srcOrd="2" destOrd="0" parTransId="{2A46110B-2A0C-40B2-A98E-54A1DF94005D}" sibTransId="{1F92D1E8-3706-4F30-ACC8-433779C37E2B}"/>
    <dgm:cxn modelId="{0AE939B2-DF06-4383-9480-AB39EA9EA15A}" type="presOf" srcId="{0C905EE8-782C-4B43-9E5B-4D703689AFD6}" destId="{650CA807-FB8F-48C0-AF87-7DD4ED7C5D47}" srcOrd="0" destOrd="1" presId="urn:microsoft.com/office/officeart/2018/5/layout/CenteredIconLabelDescriptionList"/>
    <dgm:cxn modelId="{4B892CC0-3362-41E1-9CE7-6912D618AF79}" srcId="{C2943781-FCC8-479E-AEE5-8E25882F8FAF}" destId="{C70BF0A9-A9F6-4AD2-9580-8F4145C267EC}" srcOrd="1" destOrd="0" parTransId="{A2470914-DD4A-493A-BA45-E0874E884532}" sibTransId="{522FA250-C0D7-4DD0-8722-48E69271598D}"/>
    <dgm:cxn modelId="{63A1A4D2-AE86-43D8-BB51-693E695078FF}" type="presOf" srcId="{B740CFCF-B532-4BE5-9772-72A74F99D216}" destId="{00FF91A0-BF10-4530-BB74-3169E924E0AA}" srcOrd="0" destOrd="1" presId="urn:microsoft.com/office/officeart/2018/5/layout/CenteredIconLabelDescriptionList"/>
    <dgm:cxn modelId="{1F67A6DC-F079-46A5-8F8D-15C54DF53720}" srcId="{C2943781-FCC8-479E-AEE5-8E25882F8FAF}" destId="{6BE860B7-0271-40B3-9404-7C0109A39104}" srcOrd="2" destOrd="0" parTransId="{5A7CF442-EE34-4841-BFF3-61EA686EC98D}" sibTransId="{1564A29A-EFFC-4986-A5A8-9B433C02D3F2}"/>
    <dgm:cxn modelId="{154324E2-560C-4B7B-869A-48BC82455B85}" type="presOf" srcId="{6BE860B7-0271-40B3-9404-7C0109A39104}" destId="{AF9E8B4B-DC48-411F-96F7-238CF0ACF69E}" srcOrd="0" destOrd="0" presId="urn:microsoft.com/office/officeart/2018/5/layout/CenteredIconLabelDescriptionList"/>
    <dgm:cxn modelId="{46F03573-7C64-4133-8E75-FAA8385BC5DA}" type="presParOf" srcId="{91CBF32D-CB79-4CB8-84A0-3895B2429029}" destId="{E123802A-A6A8-4315-A140-58D266F4AE41}" srcOrd="0" destOrd="0" presId="urn:microsoft.com/office/officeart/2018/5/layout/CenteredIconLabelDescriptionList"/>
    <dgm:cxn modelId="{57F9F45A-E432-4ABB-9D53-FAC8D100ECB8}" type="presParOf" srcId="{E123802A-A6A8-4315-A140-58D266F4AE41}" destId="{9E283C31-7ECE-459A-8A0E-24C394F89A5A}" srcOrd="0" destOrd="0" presId="urn:microsoft.com/office/officeart/2018/5/layout/CenteredIconLabelDescriptionList"/>
    <dgm:cxn modelId="{5389580B-D06F-4A7A-AEDE-462DA409EA9B}" type="presParOf" srcId="{E123802A-A6A8-4315-A140-58D266F4AE41}" destId="{A629C60A-8AF2-4F73-B564-F75400ADF824}" srcOrd="1" destOrd="0" presId="urn:microsoft.com/office/officeart/2018/5/layout/CenteredIconLabelDescriptionList"/>
    <dgm:cxn modelId="{257A68C4-E055-4A87-A227-88B6E0C24FF6}" type="presParOf" srcId="{E123802A-A6A8-4315-A140-58D266F4AE41}" destId="{D5398428-BC00-4CD8-B015-1C03A598DCFF}" srcOrd="2" destOrd="0" presId="urn:microsoft.com/office/officeart/2018/5/layout/CenteredIconLabelDescriptionList"/>
    <dgm:cxn modelId="{7970DA9D-8E81-4DCB-AA7D-3B5C76DF05C8}" type="presParOf" srcId="{E123802A-A6A8-4315-A140-58D266F4AE41}" destId="{8C240073-460C-47C7-91E7-56AA362BE1F3}" srcOrd="3" destOrd="0" presId="urn:microsoft.com/office/officeart/2018/5/layout/CenteredIconLabelDescriptionList"/>
    <dgm:cxn modelId="{CCE3F5C7-C8B4-40C6-A1CD-5FBBE71D3D60}" type="presParOf" srcId="{E123802A-A6A8-4315-A140-58D266F4AE41}" destId="{00FF91A0-BF10-4530-BB74-3169E924E0AA}" srcOrd="4" destOrd="0" presId="urn:microsoft.com/office/officeart/2018/5/layout/CenteredIconLabelDescriptionList"/>
    <dgm:cxn modelId="{1BFE8EE7-8007-45B3-8CBE-9885E76130F2}" type="presParOf" srcId="{91CBF32D-CB79-4CB8-84A0-3895B2429029}" destId="{7905A580-7EBF-4C53-99CF-155FA15ED63E}" srcOrd="1" destOrd="0" presId="urn:microsoft.com/office/officeart/2018/5/layout/CenteredIconLabelDescriptionList"/>
    <dgm:cxn modelId="{E482FCF0-9513-410F-AB86-9379C5C813C4}" type="presParOf" srcId="{91CBF32D-CB79-4CB8-84A0-3895B2429029}" destId="{11588FEF-F5B2-463A-8452-F434AE387CC6}" srcOrd="2" destOrd="0" presId="urn:microsoft.com/office/officeart/2018/5/layout/CenteredIconLabelDescriptionList"/>
    <dgm:cxn modelId="{B2A2687C-73D1-4547-AF31-2B99C6BFCD9A}" type="presParOf" srcId="{11588FEF-F5B2-463A-8452-F434AE387CC6}" destId="{52485169-88BB-49F1-8D73-369C5509A4C7}" srcOrd="0" destOrd="0" presId="urn:microsoft.com/office/officeart/2018/5/layout/CenteredIconLabelDescriptionList"/>
    <dgm:cxn modelId="{4E0CF674-603E-475E-BBB0-36C6494EE433}" type="presParOf" srcId="{11588FEF-F5B2-463A-8452-F434AE387CC6}" destId="{42AF2A3E-48AB-4F17-8488-E5B0CCA71E88}" srcOrd="1" destOrd="0" presId="urn:microsoft.com/office/officeart/2018/5/layout/CenteredIconLabelDescriptionList"/>
    <dgm:cxn modelId="{346AE1B8-3579-4A8B-B319-CB43F0187DC5}" type="presParOf" srcId="{11588FEF-F5B2-463A-8452-F434AE387CC6}" destId="{9E2D3E33-6F9D-42FE-A30C-BE71EA530C66}" srcOrd="2" destOrd="0" presId="urn:microsoft.com/office/officeart/2018/5/layout/CenteredIconLabelDescriptionList"/>
    <dgm:cxn modelId="{D67F5BF7-E4A6-4F8F-8A00-1E4D459E5902}" type="presParOf" srcId="{11588FEF-F5B2-463A-8452-F434AE387CC6}" destId="{7B246F70-16BB-407B-8482-CBF2D58151D2}" srcOrd="3" destOrd="0" presId="urn:microsoft.com/office/officeart/2018/5/layout/CenteredIconLabelDescriptionList"/>
    <dgm:cxn modelId="{6977198E-53A0-49A9-A0A9-8CB0276D9113}" type="presParOf" srcId="{11588FEF-F5B2-463A-8452-F434AE387CC6}" destId="{650CA807-FB8F-48C0-AF87-7DD4ED7C5D47}" srcOrd="4" destOrd="0" presId="urn:microsoft.com/office/officeart/2018/5/layout/CenteredIconLabelDescriptionList"/>
    <dgm:cxn modelId="{ADB98D81-BDB4-4CEE-84E5-1C9EAE190D14}" type="presParOf" srcId="{91CBF32D-CB79-4CB8-84A0-3895B2429029}" destId="{58BB2060-E18B-4204-809F-747E96AB0142}" srcOrd="3" destOrd="0" presId="urn:microsoft.com/office/officeart/2018/5/layout/CenteredIconLabelDescriptionList"/>
    <dgm:cxn modelId="{2324B723-58BB-41F3-A5BF-7936ECA3396A}" type="presParOf" srcId="{91CBF32D-CB79-4CB8-84A0-3895B2429029}" destId="{017D683B-69B8-47ED-A214-FFCFB52A5A5D}" srcOrd="4" destOrd="0" presId="urn:microsoft.com/office/officeart/2018/5/layout/CenteredIconLabelDescriptionList"/>
    <dgm:cxn modelId="{0F3D1E93-5C35-4A7A-AF78-056B3E0734AC}" type="presParOf" srcId="{017D683B-69B8-47ED-A214-FFCFB52A5A5D}" destId="{D79CD1A4-01C2-412E-80F1-D869708C0840}" srcOrd="0" destOrd="0" presId="urn:microsoft.com/office/officeart/2018/5/layout/CenteredIconLabelDescriptionList"/>
    <dgm:cxn modelId="{71F42D46-AA98-4E21-B920-BC0823573256}" type="presParOf" srcId="{017D683B-69B8-47ED-A214-FFCFB52A5A5D}" destId="{B1E87EAE-0D4B-4490-BB33-986278336D2A}" srcOrd="1" destOrd="0" presId="urn:microsoft.com/office/officeart/2018/5/layout/CenteredIconLabelDescriptionList"/>
    <dgm:cxn modelId="{5AA6BA1B-192E-4E7F-A499-7360BACAC2BF}" type="presParOf" srcId="{017D683B-69B8-47ED-A214-FFCFB52A5A5D}" destId="{AF9E8B4B-DC48-411F-96F7-238CF0ACF69E}" srcOrd="2" destOrd="0" presId="urn:microsoft.com/office/officeart/2018/5/layout/CenteredIconLabelDescriptionList"/>
    <dgm:cxn modelId="{7E189005-7A30-4B0E-9F8C-F6EEC67F61E8}" type="presParOf" srcId="{017D683B-69B8-47ED-A214-FFCFB52A5A5D}" destId="{7EF5502A-1308-4015-B8B1-C7BA019AC679}" srcOrd="3" destOrd="0" presId="urn:microsoft.com/office/officeart/2018/5/layout/CenteredIconLabelDescriptionList"/>
    <dgm:cxn modelId="{008FC5B2-7DF6-4DCD-8C9F-5025D6AAF1CE}" type="presParOf" srcId="{017D683B-69B8-47ED-A214-FFCFB52A5A5D}" destId="{BA33FCF6-58AF-4DE1-8718-F5A9DC743A6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0923924D-6213-47D7-8455-32332F52A454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43C50DE9-9EB2-474D-82C5-7EECE6F0BA1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Flat topology</a:t>
          </a:r>
          <a:endParaRPr lang="en-US"/>
        </a:p>
      </dgm:t>
    </dgm:pt>
    <dgm:pt modelId="{08609412-72E3-467C-AC16-6424C19DDA99}" type="parTrans" cxnId="{3AD19DB3-28EF-479B-AE1C-98FAB23D61B2}">
      <dgm:prSet/>
      <dgm:spPr/>
      <dgm:t>
        <a:bodyPr/>
        <a:lstStyle/>
        <a:p>
          <a:endParaRPr lang="en-US"/>
        </a:p>
      </dgm:t>
    </dgm:pt>
    <dgm:pt modelId="{8317DAE8-DD7F-4414-8516-027B7A774A47}" type="sibTrans" cxnId="{3AD19DB3-28EF-479B-AE1C-98FAB23D61B2}">
      <dgm:prSet/>
      <dgm:spPr/>
      <dgm:t>
        <a:bodyPr/>
        <a:lstStyle/>
        <a:p>
          <a:endParaRPr lang="en-US"/>
        </a:p>
      </dgm:t>
    </dgm:pt>
    <dgm:pt modelId="{6C5EEFA3-EC54-45D7-9DE6-3462C53B617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network </a:t>
          </a:r>
          <a:r>
            <a:rPr lang="en-US" dirty="0"/>
            <a:t>nodes interconnect in a mesh network </a:t>
          </a:r>
        </a:p>
      </dgm:t>
    </dgm:pt>
    <dgm:pt modelId="{89D9EC50-CAD4-4196-8560-9EAB48F6CDBC}" type="parTrans" cxnId="{BFDEF067-99C6-4BA4-A979-4A31484E6389}">
      <dgm:prSet/>
      <dgm:spPr/>
      <dgm:t>
        <a:bodyPr/>
        <a:lstStyle/>
        <a:p>
          <a:endParaRPr lang="en-US"/>
        </a:p>
      </dgm:t>
    </dgm:pt>
    <dgm:pt modelId="{B2BF121B-D937-4C21-A7F0-2F46147FB9EA}" type="sibTrans" cxnId="{BFDEF067-99C6-4BA4-A979-4A31484E6389}">
      <dgm:prSet/>
      <dgm:spPr/>
      <dgm:t>
        <a:bodyPr/>
        <a:lstStyle/>
        <a:p>
          <a:endParaRPr lang="en-US"/>
        </a:p>
      </dgm:t>
    </dgm:pt>
    <dgm:pt modelId="{1282C3CE-7DDF-4D52-AE2A-6514D25EC7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a “flat” topology. </a:t>
          </a:r>
        </a:p>
      </dgm:t>
    </dgm:pt>
    <dgm:pt modelId="{1D7ACABA-4854-43A4-8B2B-FEDA854A29E2}" type="parTrans" cxnId="{A7766545-4781-4B86-9553-B7D396261606}">
      <dgm:prSet/>
      <dgm:spPr/>
      <dgm:t>
        <a:bodyPr/>
        <a:lstStyle/>
        <a:p>
          <a:endParaRPr lang="en-US"/>
        </a:p>
      </dgm:t>
    </dgm:pt>
    <dgm:pt modelId="{1150FF86-4CE1-4EDE-BEF5-78F2093E86B6}" type="sibTrans" cxnId="{A7766545-4781-4B86-9553-B7D396261606}">
      <dgm:prSet/>
      <dgm:spPr/>
      <dgm:t>
        <a:bodyPr/>
        <a:lstStyle/>
        <a:p>
          <a:endParaRPr lang="en-US"/>
        </a:p>
      </dgm:t>
    </dgm:pt>
    <dgm:pt modelId="{90F0DB90-8DDC-4F56-AD61-639B558AE9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Roles of Nodes</a:t>
          </a:r>
          <a:endParaRPr lang="en-US"/>
        </a:p>
      </dgm:t>
    </dgm:pt>
    <dgm:pt modelId="{E4EAA1CA-631D-42BD-936A-64E6AC1FC549}" type="parTrans" cxnId="{6DCD67EF-A0FF-4E03-8966-87EC4458ED71}">
      <dgm:prSet/>
      <dgm:spPr/>
      <dgm:t>
        <a:bodyPr/>
        <a:lstStyle/>
        <a:p>
          <a:endParaRPr lang="en-US"/>
        </a:p>
      </dgm:t>
    </dgm:pt>
    <dgm:pt modelId="{2F2C80FA-6A79-4CDC-A07D-9C2A4F6334BD}" type="sibTrans" cxnId="{6DCD67EF-A0FF-4E03-8966-87EC4458ED71}">
      <dgm:prSet/>
      <dgm:spPr/>
      <dgm:t>
        <a:bodyPr/>
        <a:lstStyle/>
        <a:p>
          <a:endParaRPr lang="en-US"/>
        </a:p>
      </dgm:t>
    </dgm:pt>
    <dgm:pt modelId="{EE3160A7-6936-4B8E-9888-19FC4577BA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is no server </a:t>
          </a:r>
        </a:p>
      </dgm:t>
    </dgm:pt>
    <dgm:pt modelId="{6F27EC30-0A82-48C3-85D6-357681A57A59}" type="parTrans" cxnId="{7579F8DA-0197-4A04-9C19-B17351078908}">
      <dgm:prSet/>
      <dgm:spPr/>
      <dgm:t>
        <a:bodyPr/>
        <a:lstStyle/>
        <a:p>
          <a:endParaRPr lang="en-US"/>
        </a:p>
      </dgm:t>
    </dgm:pt>
    <dgm:pt modelId="{B8F81CCC-B8BF-415C-BDE0-E2E782857307}" type="sibTrans" cxnId="{7579F8DA-0197-4A04-9C19-B17351078908}">
      <dgm:prSet/>
      <dgm:spPr/>
      <dgm:t>
        <a:bodyPr/>
        <a:lstStyle/>
        <a:p>
          <a:endParaRPr lang="en-US"/>
        </a:p>
      </dgm:t>
    </dgm:pt>
    <dgm:pt modelId="{2454BA50-CC53-4A01-B686-8677702B91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</a:t>
          </a:r>
          <a:r>
            <a:rPr lang="tr-TR"/>
            <a:t> </a:t>
          </a:r>
          <a:r>
            <a:rPr lang="en-US"/>
            <a:t>centralized service </a:t>
          </a:r>
        </a:p>
      </dgm:t>
    </dgm:pt>
    <dgm:pt modelId="{6067DB63-21C2-4D61-8D1C-5722F078FE91}" type="parTrans" cxnId="{0B88FCAA-FF5A-4DFD-9633-A6D80BEC52DB}">
      <dgm:prSet/>
      <dgm:spPr/>
      <dgm:t>
        <a:bodyPr/>
        <a:lstStyle/>
        <a:p>
          <a:endParaRPr lang="en-US"/>
        </a:p>
      </dgm:t>
    </dgm:pt>
    <dgm:pt modelId="{EB2B758A-07A2-4B73-9F21-CE5CD9C5FD1C}" type="sibTrans" cxnId="{0B88FCAA-FF5A-4DFD-9633-A6D80BEC52DB}">
      <dgm:prSet/>
      <dgm:spPr/>
      <dgm:t>
        <a:bodyPr/>
        <a:lstStyle/>
        <a:p>
          <a:endParaRPr lang="en-US"/>
        </a:p>
      </dgm:t>
    </dgm:pt>
    <dgm:pt modelId="{75BF09F1-FDD8-4BC7-8C59-04FB9E2A37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 hierarchy within the network.</a:t>
          </a:r>
        </a:p>
      </dgm:t>
    </dgm:pt>
    <dgm:pt modelId="{B95DC936-C6C2-4BE5-ACB0-DC60DF2C6CC2}" type="parTrans" cxnId="{23B7DBB9-C54E-43B5-8C9C-0FF7DFC68479}">
      <dgm:prSet/>
      <dgm:spPr/>
      <dgm:t>
        <a:bodyPr/>
        <a:lstStyle/>
        <a:p>
          <a:endParaRPr lang="en-US"/>
        </a:p>
      </dgm:t>
    </dgm:pt>
    <dgm:pt modelId="{D88CDD41-A64B-4122-8F40-A39331641A69}" type="sibTrans" cxnId="{23B7DBB9-C54E-43B5-8C9C-0FF7DFC68479}">
      <dgm:prSet/>
      <dgm:spPr/>
      <dgm:t>
        <a:bodyPr/>
        <a:lstStyle/>
        <a:p>
          <a:endParaRPr lang="en-US"/>
        </a:p>
      </dgm:t>
    </dgm:pt>
    <dgm:pt modelId="{92BEFC11-9360-497D-A015-DAD8770DAE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Provide &amp; consume services</a:t>
          </a:r>
          <a:endParaRPr lang="en-US"/>
        </a:p>
      </dgm:t>
    </dgm:pt>
    <dgm:pt modelId="{8CC93C01-1F9A-4ED1-8C3A-883290AD4159}" type="parTrans" cxnId="{B4FC038D-A561-47F8-A825-119B2E4AC798}">
      <dgm:prSet/>
      <dgm:spPr/>
      <dgm:t>
        <a:bodyPr/>
        <a:lstStyle/>
        <a:p>
          <a:endParaRPr lang="en-US"/>
        </a:p>
      </dgm:t>
    </dgm:pt>
    <dgm:pt modelId="{463B46B3-7A17-4E31-A820-AF90CCEA624A}" type="sibTrans" cxnId="{B4FC038D-A561-47F8-A825-119B2E4AC798}">
      <dgm:prSet/>
      <dgm:spPr/>
      <dgm:t>
        <a:bodyPr/>
        <a:lstStyle/>
        <a:p>
          <a:endParaRPr lang="en-US"/>
        </a:p>
      </dgm:t>
    </dgm:pt>
    <dgm:pt modelId="{7EF30641-90F2-4A63-85C7-9B8A2C422C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in a P2P provide and consume services </a:t>
          </a:r>
        </a:p>
      </dgm:t>
    </dgm:pt>
    <dgm:pt modelId="{BF841368-64ED-4D60-8689-16CEE1A1992D}" type="parTrans" cxnId="{E5346049-5B4E-43CF-A89C-C9CAC1121026}">
      <dgm:prSet/>
      <dgm:spPr/>
      <dgm:t>
        <a:bodyPr/>
        <a:lstStyle/>
        <a:p>
          <a:endParaRPr lang="en-US"/>
        </a:p>
      </dgm:t>
    </dgm:pt>
    <dgm:pt modelId="{F15A6A6F-41AD-4540-AD2C-3D3E6945304A}" type="sibTrans" cxnId="{E5346049-5B4E-43CF-A89C-C9CAC1121026}">
      <dgm:prSet/>
      <dgm:spPr/>
      <dgm:t>
        <a:bodyPr/>
        <a:lstStyle/>
        <a:p>
          <a:endParaRPr lang="en-US"/>
        </a:p>
      </dgm:t>
    </dgm:pt>
    <dgm:pt modelId="{2952C4CF-B43F-4749-B4DA-60344DA46F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acting as the</a:t>
          </a:r>
          <a:r>
            <a:rPr lang="tr-TR" dirty="0"/>
            <a:t> </a:t>
          </a:r>
          <a:r>
            <a:rPr lang="tr-TR" dirty="0" err="1"/>
            <a:t>incentive</a:t>
          </a:r>
          <a:r>
            <a:rPr lang="tr-TR" dirty="0"/>
            <a:t>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dirty="0" err="1"/>
            <a:t>participation</a:t>
          </a:r>
          <a:r>
            <a:rPr lang="tr-TR" dirty="0"/>
            <a:t>.</a:t>
          </a:r>
          <a:endParaRPr lang="en-US" dirty="0"/>
        </a:p>
      </dgm:t>
    </dgm:pt>
    <dgm:pt modelId="{E42732AC-763D-42A0-B5AE-BF69800B634C}" type="parTrans" cxnId="{CD1C44F0-BCC7-4CE5-8F4A-918B1966E754}">
      <dgm:prSet/>
      <dgm:spPr/>
      <dgm:t>
        <a:bodyPr/>
        <a:lstStyle/>
        <a:p>
          <a:endParaRPr lang="en-US"/>
        </a:p>
      </dgm:t>
    </dgm:pt>
    <dgm:pt modelId="{47D370F7-E030-49F0-B2CF-CB8A55F5D1F4}" type="sibTrans" cxnId="{CD1C44F0-BCC7-4CE5-8F4A-918B1966E754}">
      <dgm:prSet/>
      <dgm:spPr/>
      <dgm:t>
        <a:bodyPr/>
        <a:lstStyle/>
        <a:p>
          <a:endParaRPr lang="en-US"/>
        </a:p>
      </dgm:t>
    </dgm:pt>
    <dgm:pt modelId="{872C5255-E105-46BD-8326-4A36750AEE50}" type="pres">
      <dgm:prSet presAssocID="{0923924D-6213-47D7-8455-32332F52A454}" presName="root" presStyleCnt="0">
        <dgm:presLayoutVars>
          <dgm:dir/>
          <dgm:resizeHandles val="exact"/>
        </dgm:presLayoutVars>
      </dgm:prSet>
      <dgm:spPr/>
    </dgm:pt>
    <dgm:pt modelId="{2B3BA4F2-8431-4404-8B40-1F16787F9575}" type="pres">
      <dgm:prSet presAssocID="{43C50DE9-9EB2-474D-82C5-7EECE6F0BA18}" presName="compNode" presStyleCnt="0"/>
      <dgm:spPr/>
    </dgm:pt>
    <dgm:pt modelId="{6CBA7F9C-0D4C-42B1-8581-535B5AF03E7E}" type="pres">
      <dgm:prSet presAssocID="{43C50DE9-9EB2-474D-82C5-7EECE6F0BA1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E0C4F02B-D41B-435D-8725-EE66D79F2503}" type="pres">
      <dgm:prSet presAssocID="{43C50DE9-9EB2-474D-82C5-7EECE6F0BA18}" presName="iconSpace" presStyleCnt="0"/>
      <dgm:spPr/>
    </dgm:pt>
    <dgm:pt modelId="{B4E6D3B4-2E37-4400-B379-CD12D7D2D555}" type="pres">
      <dgm:prSet presAssocID="{43C50DE9-9EB2-474D-82C5-7EECE6F0BA18}" presName="parTx" presStyleLbl="revTx" presStyleIdx="0" presStyleCnt="6">
        <dgm:presLayoutVars>
          <dgm:chMax val="0"/>
          <dgm:chPref val="0"/>
        </dgm:presLayoutVars>
      </dgm:prSet>
      <dgm:spPr/>
    </dgm:pt>
    <dgm:pt modelId="{353E29D7-64B1-4304-BE69-13867738A444}" type="pres">
      <dgm:prSet presAssocID="{43C50DE9-9EB2-474D-82C5-7EECE6F0BA18}" presName="txSpace" presStyleCnt="0"/>
      <dgm:spPr/>
    </dgm:pt>
    <dgm:pt modelId="{17B1105D-AD98-4400-81A9-4929935CBBBE}" type="pres">
      <dgm:prSet presAssocID="{43C50DE9-9EB2-474D-82C5-7EECE6F0BA18}" presName="desTx" presStyleLbl="revTx" presStyleIdx="1" presStyleCnt="6">
        <dgm:presLayoutVars/>
      </dgm:prSet>
      <dgm:spPr/>
    </dgm:pt>
    <dgm:pt modelId="{F13890D8-954D-4C00-9746-C9B23308952D}" type="pres">
      <dgm:prSet presAssocID="{8317DAE8-DD7F-4414-8516-027B7A774A47}" presName="sibTrans" presStyleCnt="0"/>
      <dgm:spPr/>
    </dgm:pt>
    <dgm:pt modelId="{F41F9EA4-5D06-4443-A8AC-7684A5141426}" type="pres">
      <dgm:prSet presAssocID="{90F0DB90-8DDC-4F56-AD61-639B558AE9C7}" presName="compNode" presStyleCnt="0"/>
      <dgm:spPr/>
    </dgm:pt>
    <dgm:pt modelId="{0DF2F012-C2EA-44BC-9492-82C7C0E7C160}" type="pres">
      <dgm:prSet presAssocID="{90F0DB90-8DDC-4F56-AD61-639B558AE9C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11093138-5569-4596-9101-A90AB7991873}" type="pres">
      <dgm:prSet presAssocID="{90F0DB90-8DDC-4F56-AD61-639B558AE9C7}" presName="iconSpace" presStyleCnt="0"/>
      <dgm:spPr/>
    </dgm:pt>
    <dgm:pt modelId="{1F530D5B-7C10-4ADD-A026-A045041FD185}" type="pres">
      <dgm:prSet presAssocID="{90F0DB90-8DDC-4F56-AD61-639B558AE9C7}" presName="parTx" presStyleLbl="revTx" presStyleIdx="2" presStyleCnt="6">
        <dgm:presLayoutVars>
          <dgm:chMax val="0"/>
          <dgm:chPref val="0"/>
        </dgm:presLayoutVars>
      </dgm:prSet>
      <dgm:spPr/>
    </dgm:pt>
    <dgm:pt modelId="{E1A2D411-6E26-42CA-BB38-301AB85CD95F}" type="pres">
      <dgm:prSet presAssocID="{90F0DB90-8DDC-4F56-AD61-639B558AE9C7}" presName="txSpace" presStyleCnt="0"/>
      <dgm:spPr/>
    </dgm:pt>
    <dgm:pt modelId="{8DCBC3E9-F30F-42BB-B028-A2CC9CBA6BBB}" type="pres">
      <dgm:prSet presAssocID="{90F0DB90-8DDC-4F56-AD61-639B558AE9C7}" presName="desTx" presStyleLbl="revTx" presStyleIdx="3" presStyleCnt="6">
        <dgm:presLayoutVars/>
      </dgm:prSet>
      <dgm:spPr/>
    </dgm:pt>
    <dgm:pt modelId="{F0B896EC-82BB-42D2-8265-EDA14C852C47}" type="pres">
      <dgm:prSet presAssocID="{2F2C80FA-6A79-4CDC-A07D-9C2A4F6334BD}" presName="sibTrans" presStyleCnt="0"/>
      <dgm:spPr/>
    </dgm:pt>
    <dgm:pt modelId="{4D31F594-DECE-4AC0-8215-E6A4E0911A65}" type="pres">
      <dgm:prSet presAssocID="{92BEFC11-9360-497D-A015-DAD8770DAE22}" presName="compNode" presStyleCnt="0"/>
      <dgm:spPr/>
    </dgm:pt>
    <dgm:pt modelId="{B7C77549-08D4-4EA6-A601-A15CCAFBD64F}" type="pres">
      <dgm:prSet presAssocID="{92BEFC11-9360-497D-A015-DAD8770DAE22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286AA6F-01CB-4958-8249-537CCF94ED99}" type="pres">
      <dgm:prSet presAssocID="{92BEFC11-9360-497D-A015-DAD8770DAE22}" presName="iconSpace" presStyleCnt="0"/>
      <dgm:spPr/>
    </dgm:pt>
    <dgm:pt modelId="{9FD7CE40-4AC7-401C-BA2C-E8B9BCB77F4D}" type="pres">
      <dgm:prSet presAssocID="{92BEFC11-9360-497D-A015-DAD8770DAE22}" presName="parTx" presStyleLbl="revTx" presStyleIdx="4" presStyleCnt="6">
        <dgm:presLayoutVars>
          <dgm:chMax val="0"/>
          <dgm:chPref val="0"/>
        </dgm:presLayoutVars>
      </dgm:prSet>
      <dgm:spPr/>
    </dgm:pt>
    <dgm:pt modelId="{A27DA9EF-AD41-4D06-BAC9-9638A0F94899}" type="pres">
      <dgm:prSet presAssocID="{92BEFC11-9360-497D-A015-DAD8770DAE22}" presName="txSpace" presStyleCnt="0"/>
      <dgm:spPr/>
    </dgm:pt>
    <dgm:pt modelId="{0A7E23EE-6606-4702-89D8-00314CB7F07F}" type="pres">
      <dgm:prSet presAssocID="{92BEFC11-9360-497D-A015-DAD8770DAE22}" presName="desTx" presStyleLbl="revTx" presStyleIdx="5" presStyleCnt="6">
        <dgm:presLayoutVars/>
      </dgm:prSet>
      <dgm:spPr/>
    </dgm:pt>
  </dgm:ptLst>
  <dgm:cxnLst>
    <dgm:cxn modelId="{2A0AD607-CFDE-4A8A-86F6-5DE110950857}" type="presOf" srcId="{EE3160A7-6936-4B8E-9888-19FC4577BA27}" destId="{8DCBC3E9-F30F-42BB-B028-A2CC9CBA6BBB}" srcOrd="0" destOrd="0" presId="urn:microsoft.com/office/officeart/2018/2/layout/IconLabelDescriptionList"/>
    <dgm:cxn modelId="{C239BA0C-E3FE-4231-8E03-768B9299FDA7}" type="presOf" srcId="{2454BA50-CC53-4A01-B686-8677702B9149}" destId="{8DCBC3E9-F30F-42BB-B028-A2CC9CBA6BBB}" srcOrd="0" destOrd="1" presId="urn:microsoft.com/office/officeart/2018/2/layout/IconLabelDescriptionList"/>
    <dgm:cxn modelId="{FF501435-17E6-4964-9528-0D323443ADC4}" type="presOf" srcId="{6C5EEFA3-EC54-45D7-9DE6-3462C53B6174}" destId="{17B1105D-AD98-4400-81A9-4929935CBBBE}" srcOrd="0" destOrd="0" presId="urn:microsoft.com/office/officeart/2018/2/layout/IconLabelDescriptionList"/>
    <dgm:cxn modelId="{B2C9BC44-260D-4A6D-9C99-C67545BC1B1B}" type="presOf" srcId="{1282C3CE-7DDF-4D52-AE2A-6514D25EC729}" destId="{17B1105D-AD98-4400-81A9-4929935CBBBE}" srcOrd="0" destOrd="1" presId="urn:microsoft.com/office/officeart/2018/2/layout/IconLabelDescriptionList"/>
    <dgm:cxn modelId="{A7766545-4781-4B86-9553-B7D396261606}" srcId="{43C50DE9-9EB2-474D-82C5-7EECE6F0BA18}" destId="{1282C3CE-7DDF-4D52-AE2A-6514D25EC729}" srcOrd="1" destOrd="0" parTransId="{1D7ACABA-4854-43A4-8B2B-FEDA854A29E2}" sibTransId="{1150FF86-4CE1-4EDE-BEF5-78F2093E86B6}"/>
    <dgm:cxn modelId="{BFDEF067-99C6-4BA4-A979-4A31484E6389}" srcId="{43C50DE9-9EB2-474D-82C5-7EECE6F0BA18}" destId="{6C5EEFA3-EC54-45D7-9DE6-3462C53B6174}" srcOrd="0" destOrd="0" parTransId="{89D9EC50-CAD4-4196-8560-9EAB48F6CDBC}" sibTransId="{B2BF121B-D937-4C21-A7F0-2F46147FB9EA}"/>
    <dgm:cxn modelId="{E5346049-5B4E-43CF-A89C-C9CAC1121026}" srcId="{92BEFC11-9360-497D-A015-DAD8770DAE22}" destId="{7EF30641-90F2-4A63-85C7-9B8A2C422CAB}" srcOrd="0" destOrd="0" parTransId="{BF841368-64ED-4D60-8689-16CEE1A1992D}" sibTransId="{F15A6A6F-41AD-4540-AD2C-3D3E6945304A}"/>
    <dgm:cxn modelId="{CB8D3B4A-9C7F-459A-9E71-35543D810CD6}" type="presOf" srcId="{0923924D-6213-47D7-8455-32332F52A454}" destId="{872C5255-E105-46BD-8326-4A36750AEE50}" srcOrd="0" destOrd="0" presId="urn:microsoft.com/office/officeart/2018/2/layout/IconLabelDescriptionList"/>
    <dgm:cxn modelId="{DF67986B-286E-4E3E-857B-7E7E9AED2470}" type="presOf" srcId="{2952C4CF-B43F-4749-B4DA-60344DA46FC6}" destId="{0A7E23EE-6606-4702-89D8-00314CB7F07F}" srcOrd="0" destOrd="1" presId="urn:microsoft.com/office/officeart/2018/2/layout/IconLabelDescriptionList"/>
    <dgm:cxn modelId="{EA1D816C-41E4-4D8E-A4B5-F5BA4725E5C1}" type="presOf" srcId="{43C50DE9-9EB2-474D-82C5-7EECE6F0BA18}" destId="{B4E6D3B4-2E37-4400-B379-CD12D7D2D555}" srcOrd="0" destOrd="0" presId="urn:microsoft.com/office/officeart/2018/2/layout/IconLabelDescriptionList"/>
    <dgm:cxn modelId="{0A542382-2DA6-4C8B-97C8-FBB6E71368BA}" type="presOf" srcId="{92BEFC11-9360-497D-A015-DAD8770DAE22}" destId="{9FD7CE40-4AC7-401C-BA2C-E8B9BCB77F4D}" srcOrd="0" destOrd="0" presId="urn:microsoft.com/office/officeart/2018/2/layout/IconLabelDescriptionList"/>
    <dgm:cxn modelId="{B4FC038D-A561-47F8-A825-119B2E4AC798}" srcId="{0923924D-6213-47D7-8455-32332F52A454}" destId="{92BEFC11-9360-497D-A015-DAD8770DAE22}" srcOrd="2" destOrd="0" parTransId="{8CC93C01-1F9A-4ED1-8C3A-883290AD4159}" sibTransId="{463B46B3-7A17-4E31-A820-AF90CCEA624A}"/>
    <dgm:cxn modelId="{0B88FCAA-FF5A-4DFD-9633-A6D80BEC52DB}" srcId="{90F0DB90-8DDC-4F56-AD61-639B558AE9C7}" destId="{2454BA50-CC53-4A01-B686-8677702B9149}" srcOrd="1" destOrd="0" parTransId="{6067DB63-21C2-4D61-8D1C-5722F078FE91}" sibTransId="{EB2B758A-07A2-4B73-9F21-CE5CD9C5FD1C}"/>
    <dgm:cxn modelId="{2AA00DAB-0B0F-469A-8E25-0E06DB516B27}" type="presOf" srcId="{90F0DB90-8DDC-4F56-AD61-639B558AE9C7}" destId="{1F530D5B-7C10-4ADD-A026-A045041FD185}" srcOrd="0" destOrd="0" presId="urn:microsoft.com/office/officeart/2018/2/layout/IconLabelDescriptionList"/>
    <dgm:cxn modelId="{3AD19DB3-28EF-479B-AE1C-98FAB23D61B2}" srcId="{0923924D-6213-47D7-8455-32332F52A454}" destId="{43C50DE9-9EB2-474D-82C5-7EECE6F0BA18}" srcOrd="0" destOrd="0" parTransId="{08609412-72E3-467C-AC16-6424C19DDA99}" sibTransId="{8317DAE8-DD7F-4414-8516-027B7A774A47}"/>
    <dgm:cxn modelId="{23B7DBB9-C54E-43B5-8C9C-0FF7DFC68479}" srcId="{90F0DB90-8DDC-4F56-AD61-639B558AE9C7}" destId="{75BF09F1-FDD8-4BC7-8C59-04FB9E2A3790}" srcOrd="2" destOrd="0" parTransId="{B95DC936-C6C2-4BE5-ACB0-DC60DF2C6CC2}" sibTransId="{D88CDD41-A64B-4122-8F40-A39331641A69}"/>
    <dgm:cxn modelId="{969F14C5-B1FB-47E1-A67C-043C11C5F254}" type="presOf" srcId="{75BF09F1-FDD8-4BC7-8C59-04FB9E2A3790}" destId="{8DCBC3E9-F30F-42BB-B028-A2CC9CBA6BBB}" srcOrd="0" destOrd="2" presId="urn:microsoft.com/office/officeart/2018/2/layout/IconLabelDescriptionList"/>
    <dgm:cxn modelId="{7579F8DA-0197-4A04-9C19-B17351078908}" srcId="{90F0DB90-8DDC-4F56-AD61-639B558AE9C7}" destId="{EE3160A7-6936-4B8E-9888-19FC4577BA27}" srcOrd="0" destOrd="0" parTransId="{6F27EC30-0A82-48C3-85D6-357681A57A59}" sibTransId="{B8F81CCC-B8BF-415C-BDE0-E2E782857307}"/>
    <dgm:cxn modelId="{41DBA5E1-287E-44E8-BE6F-F4E0D78668A9}" type="presOf" srcId="{7EF30641-90F2-4A63-85C7-9B8A2C422CAB}" destId="{0A7E23EE-6606-4702-89D8-00314CB7F07F}" srcOrd="0" destOrd="0" presId="urn:microsoft.com/office/officeart/2018/2/layout/IconLabelDescriptionList"/>
    <dgm:cxn modelId="{6DCD67EF-A0FF-4E03-8966-87EC4458ED71}" srcId="{0923924D-6213-47D7-8455-32332F52A454}" destId="{90F0DB90-8DDC-4F56-AD61-639B558AE9C7}" srcOrd="1" destOrd="0" parTransId="{E4EAA1CA-631D-42BD-936A-64E6AC1FC549}" sibTransId="{2F2C80FA-6A79-4CDC-A07D-9C2A4F6334BD}"/>
    <dgm:cxn modelId="{CD1C44F0-BCC7-4CE5-8F4A-918B1966E754}" srcId="{92BEFC11-9360-497D-A015-DAD8770DAE22}" destId="{2952C4CF-B43F-4749-B4DA-60344DA46FC6}" srcOrd="1" destOrd="0" parTransId="{E42732AC-763D-42A0-B5AE-BF69800B634C}" sibTransId="{47D370F7-E030-49F0-B2CF-CB8A55F5D1F4}"/>
    <dgm:cxn modelId="{147BD688-841C-4448-9F60-ADD1C5BCD09F}" type="presParOf" srcId="{872C5255-E105-46BD-8326-4A36750AEE50}" destId="{2B3BA4F2-8431-4404-8B40-1F16787F9575}" srcOrd="0" destOrd="0" presId="urn:microsoft.com/office/officeart/2018/2/layout/IconLabelDescriptionList"/>
    <dgm:cxn modelId="{D3680E47-6386-4479-8424-4835E99C8189}" type="presParOf" srcId="{2B3BA4F2-8431-4404-8B40-1F16787F9575}" destId="{6CBA7F9C-0D4C-42B1-8581-535B5AF03E7E}" srcOrd="0" destOrd="0" presId="urn:microsoft.com/office/officeart/2018/2/layout/IconLabelDescriptionList"/>
    <dgm:cxn modelId="{C99A9CDF-6A4C-4DD3-BEFF-E02A9703E88D}" type="presParOf" srcId="{2B3BA4F2-8431-4404-8B40-1F16787F9575}" destId="{E0C4F02B-D41B-435D-8725-EE66D79F2503}" srcOrd="1" destOrd="0" presId="urn:microsoft.com/office/officeart/2018/2/layout/IconLabelDescriptionList"/>
    <dgm:cxn modelId="{271900A8-A735-4208-B21A-AAD5F9939797}" type="presParOf" srcId="{2B3BA4F2-8431-4404-8B40-1F16787F9575}" destId="{B4E6D3B4-2E37-4400-B379-CD12D7D2D555}" srcOrd="2" destOrd="0" presId="urn:microsoft.com/office/officeart/2018/2/layout/IconLabelDescriptionList"/>
    <dgm:cxn modelId="{9425F5BB-9381-4600-B2A8-ADD0E088B3D3}" type="presParOf" srcId="{2B3BA4F2-8431-4404-8B40-1F16787F9575}" destId="{353E29D7-64B1-4304-BE69-13867738A444}" srcOrd="3" destOrd="0" presId="urn:microsoft.com/office/officeart/2018/2/layout/IconLabelDescriptionList"/>
    <dgm:cxn modelId="{698BD672-59D2-4DF1-A167-B8495C859663}" type="presParOf" srcId="{2B3BA4F2-8431-4404-8B40-1F16787F9575}" destId="{17B1105D-AD98-4400-81A9-4929935CBBBE}" srcOrd="4" destOrd="0" presId="urn:microsoft.com/office/officeart/2018/2/layout/IconLabelDescriptionList"/>
    <dgm:cxn modelId="{AF861CA8-3E3C-434E-B25A-72B176F7562B}" type="presParOf" srcId="{872C5255-E105-46BD-8326-4A36750AEE50}" destId="{F13890D8-954D-4C00-9746-C9B23308952D}" srcOrd="1" destOrd="0" presId="urn:microsoft.com/office/officeart/2018/2/layout/IconLabelDescriptionList"/>
    <dgm:cxn modelId="{9238FD34-4000-4D06-80D1-7EEFE54273F8}" type="presParOf" srcId="{872C5255-E105-46BD-8326-4A36750AEE50}" destId="{F41F9EA4-5D06-4443-A8AC-7684A5141426}" srcOrd="2" destOrd="0" presId="urn:microsoft.com/office/officeart/2018/2/layout/IconLabelDescriptionList"/>
    <dgm:cxn modelId="{56479B82-6D04-479E-8251-4433662255A2}" type="presParOf" srcId="{F41F9EA4-5D06-4443-A8AC-7684A5141426}" destId="{0DF2F012-C2EA-44BC-9492-82C7C0E7C160}" srcOrd="0" destOrd="0" presId="urn:microsoft.com/office/officeart/2018/2/layout/IconLabelDescriptionList"/>
    <dgm:cxn modelId="{1051F9C6-6E54-4D05-B8D2-1DDFDD195867}" type="presParOf" srcId="{F41F9EA4-5D06-4443-A8AC-7684A5141426}" destId="{11093138-5569-4596-9101-A90AB7991873}" srcOrd="1" destOrd="0" presId="urn:microsoft.com/office/officeart/2018/2/layout/IconLabelDescriptionList"/>
    <dgm:cxn modelId="{8F5BBD28-CA50-460C-A13B-2B3D37CB18AE}" type="presParOf" srcId="{F41F9EA4-5D06-4443-A8AC-7684A5141426}" destId="{1F530D5B-7C10-4ADD-A026-A045041FD185}" srcOrd="2" destOrd="0" presId="urn:microsoft.com/office/officeart/2018/2/layout/IconLabelDescriptionList"/>
    <dgm:cxn modelId="{5E28AF5D-CA32-47EA-81B2-6C1F50BCAA9B}" type="presParOf" srcId="{F41F9EA4-5D06-4443-A8AC-7684A5141426}" destId="{E1A2D411-6E26-42CA-BB38-301AB85CD95F}" srcOrd="3" destOrd="0" presId="urn:microsoft.com/office/officeart/2018/2/layout/IconLabelDescriptionList"/>
    <dgm:cxn modelId="{252CF8D7-9A54-46FF-BC73-29337432BF1F}" type="presParOf" srcId="{F41F9EA4-5D06-4443-A8AC-7684A5141426}" destId="{8DCBC3E9-F30F-42BB-B028-A2CC9CBA6BBB}" srcOrd="4" destOrd="0" presId="urn:microsoft.com/office/officeart/2018/2/layout/IconLabelDescriptionList"/>
    <dgm:cxn modelId="{88F623BB-7476-45A8-A6C6-53F9E9E26BE7}" type="presParOf" srcId="{872C5255-E105-46BD-8326-4A36750AEE50}" destId="{F0B896EC-82BB-42D2-8265-EDA14C852C47}" srcOrd="3" destOrd="0" presId="urn:microsoft.com/office/officeart/2018/2/layout/IconLabelDescriptionList"/>
    <dgm:cxn modelId="{BF2437B5-1640-4EDA-B3CC-79F40D79DC84}" type="presParOf" srcId="{872C5255-E105-46BD-8326-4A36750AEE50}" destId="{4D31F594-DECE-4AC0-8215-E6A4E0911A65}" srcOrd="4" destOrd="0" presId="urn:microsoft.com/office/officeart/2018/2/layout/IconLabelDescriptionList"/>
    <dgm:cxn modelId="{88C44779-AAAB-49F0-8083-BA812CBCBEBC}" type="presParOf" srcId="{4D31F594-DECE-4AC0-8215-E6A4E0911A65}" destId="{B7C77549-08D4-4EA6-A601-A15CCAFBD64F}" srcOrd="0" destOrd="0" presId="urn:microsoft.com/office/officeart/2018/2/layout/IconLabelDescriptionList"/>
    <dgm:cxn modelId="{8C4C40E0-B7AA-4F24-A256-2FA11A5B25B4}" type="presParOf" srcId="{4D31F594-DECE-4AC0-8215-E6A4E0911A65}" destId="{D286AA6F-01CB-4958-8249-537CCF94ED99}" srcOrd="1" destOrd="0" presId="urn:microsoft.com/office/officeart/2018/2/layout/IconLabelDescriptionList"/>
    <dgm:cxn modelId="{5988F558-C2F6-4B80-B327-E05F3881E193}" type="presParOf" srcId="{4D31F594-DECE-4AC0-8215-E6A4E0911A65}" destId="{9FD7CE40-4AC7-401C-BA2C-E8B9BCB77F4D}" srcOrd="2" destOrd="0" presId="urn:microsoft.com/office/officeart/2018/2/layout/IconLabelDescriptionList"/>
    <dgm:cxn modelId="{48684D9B-10D9-4CB3-9821-9607BCD007B9}" type="presParOf" srcId="{4D31F594-DECE-4AC0-8215-E6A4E0911A65}" destId="{A27DA9EF-AD41-4D06-BAC9-9638A0F94899}" srcOrd="3" destOrd="0" presId="urn:microsoft.com/office/officeart/2018/2/layout/IconLabelDescriptionList"/>
    <dgm:cxn modelId="{01D319C9-2E96-4D11-9676-40AFE1E10494}" type="presParOf" srcId="{4D31F594-DECE-4AC0-8215-E6A4E0911A65}" destId="{0A7E23EE-6606-4702-89D8-00314CB7F07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B54FD893-76AE-4EDD-8A31-E722D8C890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FB60BCF-1BD1-4B33-8FA7-3147E2380A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is P2P</a:t>
          </a:r>
          <a:endParaRPr lang="en-US"/>
        </a:p>
      </dgm:t>
    </dgm:pt>
    <dgm:pt modelId="{65FEA524-5626-4234-BA7D-EA91C3A3F2AB}" type="parTrans" cxnId="{3C33950F-ED87-4516-8CC9-814A696B2D92}">
      <dgm:prSet/>
      <dgm:spPr/>
      <dgm:t>
        <a:bodyPr/>
        <a:lstStyle/>
        <a:p>
          <a:endParaRPr lang="en-US"/>
        </a:p>
      </dgm:t>
    </dgm:pt>
    <dgm:pt modelId="{3470CBB9-420C-46C6-8244-20D7DF9A119B}" type="sibTrans" cxnId="{3C33950F-ED87-4516-8CC9-814A696B2D92}">
      <dgm:prSet/>
      <dgm:spPr/>
      <dgm:t>
        <a:bodyPr/>
        <a:lstStyle/>
        <a:p>
          <a:endParaRPr lang="en-US"/>
        </a:p>
      </dgm:t>
    </dgm:pt>
    <dgm:pt modelId="{A288FF85-AC9A-4FC5-9034-E7C3AF71B01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is a</a:t>
          </a:r>
          <a:r>
            <a:rPr lang="tr-TR"/>
            <a:t> </a:t>
          </a:r>
          <a:r>
            <a:rPr lang="en-US"/>
            <a:t>P2P digital cash system by design </a:t>
          </a:r>
        </a:p>
      </dgm:t>
    </dgm:pt>
    <dgm:pt modelId="{D85FDDF9-53F2-4CB2-9C04-6D308062545F}" type="parTrans" cxnId="{57FDD586-16D5-4753-912B-5103EE24CAAF}">
      <dgm:prSet/>
      <dgm:spPr/>
      <dgm:t>
        <a:bodyPr/>
        <a:lstStyle/>
        <a:p>
          <a:endParaRPr lang="en-US"/>
        </a:p>
      </dgm:t>
    </dgm:pt>
    <dgm:pt modelId="{24B935EB-3049-4468-8CB3-02FD48DBE3E0}" type="sibTrans" cxnId="{57FDD586-16D5-4753-912B-5103EE24CAAF}">
      <dgm:prSet/>
      <dgm:spPr/>
      <dgm:t>
        <a:bodyPr/>
        <a:lstStyle/>
        <a:p>
          <a:endParaRPr lang="en-US"/>
        </a:p>
      </dgm:t>
    </dgm:pt>
    <dgm:pt modelId="{93C02784-51A6-45E8-A7BE-7255D3E17D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network architecture</a:t>
          </a:r>
        </a:p>
      </dgm:t>
    </dgm:pt>
    <dgm:pt modelId="{E384D06A-A463-4CE5-8E4C-71EBEAAE5035}" type="parTrans" cxnId="{64CF0B96-2EDE-48BB-BC0E-D93F024A7525}">
      <dgm:prSet/>
      <dgm:spPr/>
      <dgm:t>
        <a:bodyPr/>
        <a:lstStyle/>
        <a:p>
          <a:endParaRPr lang="en-US"/>
        </a:p>
      </dgm:t>
    </dgm:pt>
    <dgm:pt modelId="{3B056438-5C55-4369-A56E-E7CCC08F877F}" type="sibTrans" cxnId="{64CF0B96-2EDE-48BB-BC0E-D93F024A7525}">
      <dgm:prSet/>
      <dgm:spPr/>
      <dgm:t>
        <a:bodyPr/>
        <a:lstStyle/>
        <a:p>
          <a:endParaRPr lang="en-US"/>
        </a:p>
      </dgm:t>
    </dgm:pt>
    <dgm:pt modelId="{02590503-67E3-4D6E-B525-ADB38A1504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 foundation of that core characteristic. </a:t>
          </a:r>
        </a:p>
      </dgm:t>
    </dgm:pt>
    <dgm:pt modelId="{CAE39470-B77B-42F6-848C-FF8476F77262}" type="parTrans" cxnId="{EF143321-A569-4692-9FBD-61D3050CD2E7}">
      <dgm:prSet/>
      <dgm:spPr/>
      <dgm:t>
        <a:bodyPr/>
        <a:lstStyle/>
        <a:p>
          <a:endParaRPr lang="en-US"/>
        </a:p>
      </dgm:t>
    </dgm:pt>
    <dgm:pt modelId="{4073E707-43C5-4495-9100-23988A3795CB}" type="sibTrans" cxnId="{EF143321-A569-4692-9FBD-61D3050CD2E7}">
      <dgm:prSet/>
      <dgm:spPr/>
      <dgm:t>
        <a:bodyPr/>
        <a:lstStyle/>
        <a:p>
          <a:endParaRPr lang="en-US"/>
        </a:p>
      </dgm:t>
    </dgm:pt>
    <dgm:pt modelId="{BEB7E21D-D204-4364-B32B-DCBA1CD387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Core Design Principle</a:t>
          </a:r>
          <a:endParaRPr lang="en-US"/>
        </a:p>
      </dgm:t>
    </dgm:pt>
    <dgm:pt modelId="{97CA848A-2E8C-4CB1-A101-E8FC1C1D413C}" type="parTrans" cxnId="{C01C42B1-F1C8-4C21-851C-D8D2FDE909A3}">
      <dgm:prSet/>
      <dgm:spPr/>
      <dgm:t>
        <a:bodyPr/>
        <a:lstStyle/>
        <a:p>
          <a:endParaRPr lang="en-US"/>
        </a:p>
      </dgm:t>
    </dgm:pt>
    <dgm:pt modelId="{2240B50A-2FE3-4C87-AFFA-88F6A794A3E7}" type="sibTrans" cxnId="{C01C42B1-F1C8-4C21-851C-D8D2FDE909A3}">
      <dgm:prSet/>
      <dgm:spPr/>
      <dgm:t>
        <a:bodyPr/>
        <a:lstStyle/>
        <a:p>
          <a:endParaRPr lang="en-US"/>
        </a:p>
      </dgm:t>
    </dgm:pt>
    <dgm:pt modelId="{AED33CC0-6E36-423C-B60E-EF567D06E9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Decentralization of control is a core</a:t>
          </a:r>
          <a:r>
            <a:rPr lang="tr-TR"/>
            <a:t> </a:t>
          </a:r>
          <a:r>
            <a:rPr lang="en-US"/>
            <a:t>design principle </a:t>
          </a:r>
        </a:p>
      </dgm:t>
    </dgm:pt>
    <dgm:pt modelId="{200CEAC7-041A-4E7E-89B9-59AE47AC769B}" type="parTrans" cxnId="{A8B5884C-042B-4AA6-86B7-EE3E86C7F38F}">
      <dgm:prSet/>
      <dgm:spPr/>
      <dgm:t>
        <a:bodyPr/>
        <a:lstStyle/>
        <a:p>
          <a:endParaRPr lang="en-US"/>
        </a:p>
      </dgm:t>
    </dgm:pt>
    <dgm:pt modelId="{3462D6D9-8A64-41D5-876E-DBDED5494686}" type="sibTrans" cxnId="{A8B5884C-042B-4AA6-86B7-EE3E86C7F38F}">
      <dgm:prSet/>
      <dgm:spPr/>
      <dgm:t>
        <a:bodyPr/>
        <a:lstStyle/>
        <a:p>
          <a:endParaRPr lang="en-US"/>
        </a:p>
      </dgm:t>
    </dgm:pt>
    <dgm:pt modelId="{9BDF3ED0-9322-4200-B128-7941AED72A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only be achieved</a:t>
          </a:r>
          <a:r>
            <a:rPr lang="tr-TR"/>
            <a:t> </a:t>
          </a:r>
          <a:r>
            <a:rPr lang="en-US"/>
            <a:t>maintained</a:t>
          </a:r>
          <a:r>
            <a:rPr lang="tr-TR"/>
            <a:t> </a:t>
          </a:r>
          <a:r>
            <a:rPr lang="tr-TR" err="1"/>
            <a:t>by</a:t>
          </a:r>
          <a:r>
            <a:rPr lang="tr-TR"/>
            <a:t> </a:t>
          </a:r>
          <a:r>
            <a:rPr lang="en-US"/>
            <a:t>consensus network</a:t>
          </a:r>
        </a:p>
      </dgm:t>
    </dgm:pt>
    <dgm:pt modelId="{E0854A51-B633-475F-9B71-0EFE5F2456DB}" type="parTrans" cxnId="{BB4066E2-7A15-4D14-9AA7-1D8BA0D30A78}">
      <dgm:prSet/>
      <dgm:spPr/>
      <dgm:t>
        <a:bodyPr/>
        <a:lstStyle/>
        <a:p>
          <a:endParaRPr lang="en-US"/>
        </a:p>
      </dgm:t>
    </dgm:pt>
    <dgm:pt modelId="{EC0AC78D-9B54-4EB4-9112-1460B5D8B305}" type="sibTrans" cxnId="{BB4066E2-7A15-4D14-9AA7-1D8BA0D30A78}">
      <dgm:prSet/>
      <dgm:spPr/>
      <dgm:t>
        <a:bodyPr/>
        <a:lstStyle/>
        <a:p>
          <a:endParaRPr lang="en-US"/>
        </a:p>
      </dgm:t>
    </dgm:pt>
    <dgm:pt modelId="{9741B2EB-38E1-410F-9425-ECDA450C99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decentralized</a:t>
          </a:r>
        </a:p>
      </dgm:t>
    </dgm:pt>
    <dgm:pt modelId="{4FD53445-B93E-4636-992D-FEC4B2061190}" type="parTrans" cxnId="{B6F0C018-3212-4960-B55A-A6EBBE23FFBA}">
      <dgm:prSet/>
      <dgm:spPr/>
      <dgm:t>
        <a:bodyPr/>
        <a:lstStyle/>
        <a:p>
          <a:endParaRPr lang="en-US"/>
        </a:p>
      </dgm:t>
    </dgm:pt>
    <dgm:pt modelId="{A6550956-9EED-4A98-ABBC-C0A351BDCF00}" type="sibTrans" cxnId="{B6F0C018-3212-4960-B55A-A6EBBE23FFBA}">
      <dgm:prSet/>
      <dgm:spPr/>
      <dgm:t>
        <a:bodyPr/>
        <a:lstStyle/>
        <a:p>
          <a:endParaRPr lang="en-US"/>
        </a:p>
      </dgm:t>
    </dgm:pt>
    <dgm:pt modelId="{B21B361A-A5E5-4BC2-95D0-7F49C3EF5B7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Achieved by flat &amp; P2P</a:t>
          </a:r>
          <a:endParaRPr lang="en-US"/>
        </a:p>
      </dgm:t>
    </dgm:pt>
    <dgm:pt modelId="{70295F25-A9BA-4733-BE99-ACF223F5B4AC}" type="parTrans" cxnId="{09BB29CA-B0C8-4FD6-94CA-CF2DE91BE21D}">
      <dgm:prSet/>
      <dgm:spPr/>
      <dgm:t>
        <a:bodyPr/>
        <a:lstStyle/>
        <a:p>
          <a:endParaRPr lang="en-US"/>
        </a:p>
      </dgm:t>
    </dgm:pt>
    <dgm:pt modelId="{8D640242-9D33-444C-953C-ACBDDF882924}" type="sibTrans" cxnId="{09BB29CA-B0C8-4FD6-94CA-CF2DE91BE21D}">
      <dgm:prSet/>
      <dgm:spPr/>
      <dgm:t>
        <a:bodyPr/>
        <a:lstStyle/>
        <a:p>
          <a:endParaRPr lang="en-US"/>
        </a:p>
      </dgm:t>
    </dgm:pt>
    <dgm:pt modelId="{D9993E29-C938-4AC1-ABB6-020603241B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flat </a:t>
          </a:r>
        </a:p>
      </dgm:t>
    </dgm:pt>
    <dgm:pt modelId="{22F7864F-2704-41B6-8DBC-7E716926D3CE}" type="parTrans" cxnId="{4C328C56-7963-45A3-8464-69C23ED5A4BD}">
      <dgm:prSet/>
      <dgm:spPr/>
      <dgm:t>
        <a:bodyPr/>
        <a:lstStyle/>
        <a:p>
          <a:endParaRPr lang="en-US"/>
        </a:p>
      </dgm:t>
    </dgm:pt>
    <dgm:pt modelId="{0507A17B-3F8E-4049-B04E-B005C0EBAC61}" type="sibTrans" cxnId="{4C328C56-7963-45A3-8464-69C23ED5A4BD}">
      <dgm:prSet/>
      <dgm:spPr/>
      <dgm:t>
        <a:bodyPr/>
        <a:lstStyle/>
        <a:p>
          <a:endParaRPr lang="en-US"/>
        </a:p>
      </dgm:t>
    </dgm:pt>
    <dgm:pt modelId="{636C18FC-21A0-4D2A-917B-9CEF6E8559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P2P</a:t>
          </a:r>
        </a:p>
      </dgm:t>
    </dgm:pt>
    <dgm:pt modelId="{63CBE80F-4838-4420-B51B-9E00E65020E8}" type="parTrans" cxnId="{FCF3EDDE-B48E-4431-AA36-F17B3EF1D832}">
      <dgm:prSet/>
      <dgm:spPr/>
      <dgm:t>
        <a:bodyPr/>
        <a:lstStyle/>
        <a:p>
          <a:endParaRPr lang="en-US"/>
        </a:p>
      </dgm:t>
    </dgm:pt>
    <dgm:pt modelId="{03F93548-2AE3-4890-BC72-759609848170}" type="sibTrans" cxnId="{FCF3EDDE-B48E-4431-AA36-F17B3EF1D832}">
      <dgm:prSet/>
      <dgm:spPr/>
      <dgm:t>
        <a:bodyPr/>
        <a:lstStyle/>
        <a:p>
          <a:endParaRPr lang="en-US"/>
        </a:p>
      </dgm:t>
    </dgm:pt>
    <dgm:pt modelId="{AFBB67AC-E9A2-4653-B091-D0D3F07978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both a reflection</a:t>
          </a:r>
          <a:r>
            <a:rPr lang="tr-TR"/>
            <a:t> </a:t>
          </a:r>
          <a:endParaRPr lang="en-US"/>
        </a:p>
      </dgm:t>
    </dgm:pt>
    <dgm:pt modelId="{D1263C43-C10C-4423-9CBC-66B54E5A39E0}" type="parTrans" cxnId="{4E9625B6-EE9F-4EAA-90E7-6E7FC7350BB0}">
      <dgm:prSet/>
      <dgm:spPr/>
      <dgm:t>
        <a:bodyPr/>
        <a:lstStyle/>
        <a:p>
          <a:endParaRPr lang="tr-TR"/>
        </a:p>
      </dgm:t>
    </dgm:pt>
    <dgm:pt modelId="{D0C9609C-9D99-4D91-872F-B85E342499CE}" type="sibTrans" cxnId="{4E9625B6-EE9F-4EAA-90E7-6E7FC7350BB0}">
      <dgm:prSet/>
      <dgm:spPr/>
      <dgm:t>
        <a:bodyPr/>
        <a:lstStyle/>
        <a:p>
          <a:endParaRPr lang="tr-TR"/>
        </a:p>
      </dgm:t>
    </dgm:pt>
    <dgm:pt modelId="{ED6B9A30-93D4-4CF0-AA2C-2AB674B9626A}" type="pres">
      <dgm:prSet presAssocID="{B54FD893-76AE-4EDD-8A31-E722D8C8907B}" presName="root" presStyleCnt="0">
        <dgm:presLayoutVars>
          <dgm:dir/>
          <dgm:resizeHandles val="exact"/>
        </dgm:presLayoutVars>
      </dgm:prSet>
      <dgm:spPr/>
    </dgm:pt>
    <dgm:pt modelId="{2A5E2E00-3DBD-410E-A7DA-43802E0594B4}" type="pres">
      <dgm:prSet presAssocID="{6FB60BCF-1BD1-4B33-8FA7-3147E2380AB6}" presName="compNode" presStyleCnt="0"/>
      <dgm:spPr/>
    </dgm:pt>
    <dgm:pt modelId="{AA6E26EA-ECC0-4AAA-8482-791640A2B21F}" type="pres">
      <dgm:prSet presAssocID="{6FB60BCF-1BD1-4B33-8FA7-3147E2380AB6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6E15368B-5807-4989-BC70-26583635E3AE}" type="pres">
      <dgm:prSet presAssocID="{6FB60BCF-1BD1-4B33-8FA7-3147E2380AB6}" presName="iconSpace" presStyleCnt="0"/>
      <dgm:spPr/>
    </dgm:pt>
    <dgm:pt modelId="{44BCFA9D-1BE5-4222-94A4-72B9F6B6882A}" type="pres">
      <dgm:prSet presAssocID="{6FB60BCF-1BD1-4B33-8FA7-3147E2380AB6}" presName="parTx" presStyleLbl="revTx" presStyleIdx="0" presStyleCnt="8">
        <dgm:presLayoutVars>
          <dgm:chMax val="0"/>
          <dgm:chPref val="0"/>
        </dgm:presLayoutVars>
      </dgm:prSet>
      <dgm:spPr/>
    </dgm:pt>
    <dgm:pt modelId="{F4116B43-26D1-4F42-AA57-EF034312B2DE}" type="pres">
      <dgm:prSet presAssocID="{6FB60BCF-1BD1-4B33-8FA7-3147E2380AB6}" presName="txSpace" presStyleCnt="0"/>
      <dgm:spPr/>
    </dgm:pt>
    <dgm:pt modelId="{8C67AE8E-0B3A-4552-AA6C-FF50318E660E}" type="pres">
      <dgm:prSet presAssocID="{6FB60BCF-1BD1-4B33-8FA7-3147E2380AB6}" presName="desTx" presStyleLbl="revTx" presStyleIdx="1" presStyleCnt="8">
        <dgm:presLayoutVars/>
      </dgm:prSet>
      <dgm:spPr/>
    </dgm:pt>
    <dgm:pt modelId="{FE2209F1-97C5-44E3-AD9C-8EA2B47573CB}" type="pres">
      <dgm:prSet presAssocID="{3470CBB9-420C-46C6-8244-20D7DF9A119B}" presName="sibTrans" presStyleCnt="0"/>
      <dgm:spPr/>
    </dgm:pt>
    <dgm:pt modelId="{DED32E68-7237-4CD4-BCFD-FF30BB15CC00}" type="pres">
      <dgm:prSet presAssocID="{93C02784-51A6-45E8-A7BE-7255D3E17D0B}" presName="compNode" presStyleCnt="0"/>
      <dgm:spPr/>
    </dgm:pt>
    <dgm:pt modelId="{679B24D6-24DA-4467-8705-2FCF3C659404}" type="pres">
      <dgm:prSet presAssocID="{93C02784-51A6-45E8-A7BE-7255D3E17D0B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B330FD12-3060-4DB1-B749-502D3497F98D}" type="pres">
      <dgm:prSet presAssocID="{93C02784-51A6-45E8-A7BE-7255D3E17D0B}" presName="iconSpace" presStyleCnt="0"/>
      <dgm:spPr/>
    </dgm:pt>
    <dgm:pt modelId="{1E353F7F-EAC4-4AF3-A1E0-D5237840B61B}" type="pres">
      <dgm:prSet presAssocID="{93C02784-51A6-45E8-A7BE-7255D3E17D0B}" presName="parTx" presStyleLbl="revTx" presStyleIdx="2" presStyleCnt="8">
        <dgm:presLayoutVars>
          <dgm:chMax val="0"/>
          <dgm:chPref val="0"/>
        </dgm:presLayoutVars>
      </dgm:prSet>
      <dgm:spPr/>
    </dgm:pt>
    <dgm:pt modelId="{15C39838-2146-46AD-A225-7A0F8F7116F8}" type="pres">
      <dgm:prSet presAssocID="{93C02784-51A6-45E8-A7BE-7255D3E17D0B}" presName="txSpace" presStyleCnt="0"/>
      <dgm:spPr/>
    </dgm:pt>
    <dgm:pt modelId="{A60B50BD-31F5-40B1-81D1-7B0616C6C701}" type="pres">
      <dgm:prSet presAssocID="{93C02784-51A6-45E8-A7BE-7255D3E17D0B}" presName="desTx" presStyleLbl="revTx" presStyleIdx="3" presStyleCnt="8">
        <dgm:presLayoutVars/>
      </dgm:prSet>
      <dgm:spPr/>
    </dgm:pt>
    <dgm:pt modelId="{15A034F6-F631-4438-BCB9-946824509B64}" type="pres">
      <dgm:prSet presAssocID="{3B056438-5C55-4369-A56E-E7CCC08F877F}" presName="sibTrans" presStyleCnt="0"/>
      <dgm:spPr/>
    </dgm:pt>
    <dgm:pt modelId="{5D316EAB-5223-4D24-8BA3-CD9729D8D4D0}" type="pres">
      <dgm:prSet presAssocID="{BEB7E21D-D204-4364-B32B-DCBA1CD387D0}" presName="compNode" presStyleCnt="0"/>
      <dgm:spPr/>
    </dgm:pt>
    <dgm:pt modelId="{6727D61A-44BD-46B7-BE43-D1C45E106F16}" type="pres">
      <dgm:prSet presAssocID="{BEB7E21D-D204-4364-B32B-DCBA1CD387D0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0E60FB54-D4D6-4994-A0D4-F3DA77C42E13}" type="pres">
      <dgm:prSet presAssocID="{BEB7E21D-D204-4364-B32B-DCBA1CD387D0}" presName="iconSpace" presStyleCnt="0"/>
      <dgm:spPr/>
    </dgm:pt>
    <dgm:pt modelId="{2B43D98A-4883-4B7B-BBFA-528626CAA3BF}" type="pres">
      <dgm:prSet presAssocID="{BEB7E21D-D204-4364-B32B-DCBA1CD387D0}" presName="parTx" presStyleLbl="revTx" presStyleIdx="4" presStyleCnt="8">
        <dgm:presLayoutVars>
          <dgm:chMax val="0"/>
          <dgm:chPref val="0"/>
        </dgm:presLayoutVars>
      </dgm:prSet>
      <dgm:spPr/>
    </dgm:pt>
    <dgm:pt modelId="{9283F055-930C-420B-A4E3-338454A81B68}" type="pres">
      <dgm:prSet presAssocID="{BEB7E21D-D204-4364-B32B-DCBA1CD387D0}" presName="txSpace" presStyleCnt="0"/>
      <dgm:spPr/>
    </dgm:pt>
    <dgm:pt modelId="{ECFAF7EC-0581-41E0-AE1F-408E7C7C58B5}" type="pres">
      <dgm:prSet presAssocID="{BEB7E21D-D204-4364-B32B-DCBA1CD387D0}" presName="desTx" presStyleLbl="revTx" presStyleIdx="5" presStyleCnt="8">
        <dgm:presLayoutVars/>
      </dgm:prSet>
      <dgm:spPr/>
    </dgm:pt>
    <dgm:pt modelId="{0A421B4E-9037-4E1D-A3B3-33640B0D918A}" type="pres">
      <dgm:prSet presAssocID="{2240B50A-2FE3-4C87-AFFA-88F6A794A3E7}" presName="sibTrans" presStyleCnt="0"/>
      <dgm:spPr/>
    </dgm:pt>
    <dgm:pt modelId="{98094BB3-5309-484B-A824-8B5A9D0BF93E}" type="pres">
      <dgm:prSet presAssocID="{B21B361A-A5E5-4BC2-95D0-7F49C3EF5B7A}" presName="compNode" presStyleCnt="0"/>
      <dgm:spPr/>
    </dgm:pt>
    <dgm:pt modelId="{5CABDCBD-A9DB-4B2B-A0D9-96A29B6B0844}" type="pres">
      <dgm:prSet presAssocID="{B21B361A-A5E5-4BC2-95D0-7F49C3EF5B7A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D581F682-89B4-4F78-8F10-02846367990E}" type="pres">
      <dgm:prSet presAssocID="{B21B361A-A5E5-4BC2-95D0-7F49C3EF5B7A}" presName="iconSpace" presStyleCnt="0"/>
      <dgm:spPr/>
    </dgm:pt>
    <dgm:pt modelId="{31B5156C-405B-427D-AA59-F5A01E12C459}" type="pres">
      <dgm:prSet presAssocID="{B21B361A-A5E5-4BC2-95D0-7F49C3EF5B7A}" presName="parTx" presStyleLbl="revTx" presStyleIdx="6" presStyleCnt="8">
        <dgm:presLayoutVars>
          <dgm:chMax val="0"/>
          <dgm:chPref val="0"/>
        </dgm:presLayoutVars>
      </dgm:prSet>
      <dgm:spPr/>
    </dgm:pt>
    <dgm:pt modelId="{3F262373-6D46-4D80-8704-FE0876080C1D}" type="pres">
      <dgm:prSet presAssocID="{B21B361A-A5E5-4BC2-95D0-7F49C3EF5B7A}" presName="txSpace" presStyleCnt="0"/>
      <dgm:spPr/>
    </dgm:pt>
    <dgm:pt modelId="{1D658ECE-56E7-4D2E-B1D0-4F5DAAA43889}" type="pres">
      <dgm:prSet presAssocID="{B21B361A-A5E5-4BC2-95D0-7F49C3EF5B7A}" presName="desTx" presStyleLbl="revTx" presStyleIdx="7" presStyleCnt="8">
        <dgm:presLayoutVars/>
      </dgm:prSet>
      <dgm:spPr/>
    </dgm:pt>
  </dgm:ptLst>
  <dgm:cxnLst>
    <dgm:cxn modelId="{8EC4BB0A-751B-4D07-ACC6-3C7042AF29C3}" type="presOf" srcId="{9BDF3ED0-9322-4200-B128-7941AED72A57}" destId="{1D658ECE-56E7-4D2E-B1D0-4F5DAAA43889}" srcOrd="0" destOrd="0" presId="urn:microsoft.com/office/officeart/2018/5/layout/CenteredIconLabelDescriptionList"/>
    <dgm:cxn modelId="{BB6BFA0E-63D2-4B1C-BC7A-BE1168D5D1FE}" type="presOf" srcId="{6FB60BCF-1BD1-4B33-8FA7-3147E2380AB6}" destId="{44BCFA9D-1BE5-4222-94A4-72B9F6B6882A}" srcOrd="0" destOrd="0" presId="urn:microsoft.com/office/officeart/2018/5/layout/CenteredIconLabelDescriptionList"/>
    <dgm:cxn modelId="{3C33950F-ED87-4516-8CC9-814A696B2D92}" srcId="{B54FD893-76AE-4EDD-8A31-E722D8C8907B}" destId="{6FB60BCF-1BD1-4B33-8FA7-3147E2380AB6}" srcOrd="0" destOrd="0" parTransId="{65FEA524-5626-4234-BA7D-EA91C3A3F2AB}" sibTransId="{3470CBB9-420C-46C6-8244-20D7DF9A119B}"/>
    <dgm:cxn modelId="{B6F0C018-3212-4960-B55A-A6EBBE23FFBA}" srcId="{B21B361A-A5E5-4BC2-95D0-7F49C3EF5B7A}" destId="{9741B2EB-38E1-410F-9425-ECDA450C99E3}" srcOrd="2" destOrd="0" parTransId="{4FD53445-B93E-4636-992D-FEC4B2061190}" sibTransId="{A6550956-9EED-4A98-ABBC-C0A351BDCF00}"/>
    <dgm:cxn modelId="{EF143321-A569-4692-9FBD-61D3050CD2E7}" srcId="{93C02784-51A6-45E8-A7BE-7255D3E17D0B}" destId="{02590503-67E3-4D6E-B525-ADB38A150400}" srcOrd="1" destOrd="0" parTransId="{CAE39470-B77B-42F6-848C-FF8476F77262}" sibTransId="{4073E707-43C5-4495-9100-23988A3795CB}"/>
    <dgm:cxn modelId="{140CE322-ED7F-4A4E-B84F-63B36380B627}" type="presOf" srcId="{B21B361A-A5E5-4BC2-95D0-7F49C3EF5B7A}" destId="{31B5156C-405B-427D-AA59-F5A01E12C459}" srcOrd="0" destOrd="0" presId="urn:microsoft.com/office/officeart/2018/5/layout/CenteredIconLabelDescriptionList"/>
    <dgm:cxn modelId="{86B6B55F-17DE-47CF-BA38-B9D048C98575}" type="presOf" srcId="{9741B2EB-38E1-410F-9425-ECDA450C99E3}" destId="{1D658ECE-56E7-4D2E-B1D0-4F5DAAA43889}" srcOrd="0" destOrd="2" presId="urn:microsoft.com/office/officeart/2018/5/layout/CenteredIconLabelDescriptionList"/>
    <dgm:cxn modelId="{F926B96B-0DD1-4AB0-B29B-E439474A3CC5}" type="presOf" srcId="{636C18FC-21A0-4D2A-917B-9CEF6E855910}" destId="{1D658ECE-56E7-4D2E-B1D0-4F5DAAA43889}" srcOrd="0" destOrd="3" presId="urn:microsoft.com/office/officeart/2018/5/layout/CenteredIconLabelDescriptionList"/>
    <dgm:cxn modelId="{A8B5884C-042B-4AA6-86B7-EE3E86C7F38F}" srcId="{BEB7E21D-D204-4364-B32B-DCBA1CD387D0}" destId="{AED33CC0-6E36-423C-B60E-EF567D06E945}" srcOrd="0" destOrd="0" parTransId="{200CEAC7-041A-4E7E-89B9-59AE47AC769B}" sibTransId="{3462D6D9-8A64-41D5-876E-DBDED5494686}"/>
    <dgm:cxn modelId="{4C328C56-7963-45A3-8464-69C23ED5A4BD}" srcId="{B21B361A-A5E5-4BC2-95D0-7F49C3EF5B7A}" destId="{D9993E29-C938-4AC1-ABB6-020603241BAB}" srcOrd="1" destOrd="0" parTransId="{22F7864F-2704-41B6-8DBC-7E716926D3CE}" sibTransId="{0507A17B-3F8E-4049-B04E-B005C0EBAC61}"/>
    <dgm:cxn modelId="{7CF18E86-B14D-4184-A04C-89ED8B5D2FE4}" type="presOf" srcId="{B54FD893-76AE-4EDD-8A31-E722D8C8907B}" destId="{ED6B9A30-93D4-4CF0-AA2C-2AB674B9626A}" srcOrd="0" destOrd="0" presId="urn:microsoft.com/office/officeart/2018/5/layout/CenteredIconLabelDescriptionList"/>
    <dgm:cxn modelId="{57FDD586-16D5-4753-912B-5103EE24CAAF}" srcId="{6FB60BCF-1BD1-4B33-8FA7-3147E2380AB6}" destId="{A288FF85-AC9A-4FC5-9034-E7C3AF71B011}" srcOrd="0" destOrd="0" parTransId="{D85FDDF9-53F2-4CB2-9C04-6D308062545F}" sibTransId="{24B935EB-3049-4468-8CB3-02FD48DBE3E0}"/>
    <dgm:cxn modelId="{64CF0B96-2EDE-48BB-BC0E-D93F024A7525}" srcId="{B54FD893-76AE-4EDD-8A31-E722D8C8907B}" destId="{93C02784-51A6-45E8-A7BE-7255D3E17D0B}" srcOrd="1" destOrd="0" parTransId="{E384D06A-A463-4CE5-8E4C-71EBEAAE5035}" sibTransId="{3B056438-5C55-4369-A56E-E7CCC08F877F}"/>
    <dgm:cxn modelId="{13524497-6186-4653-AA04-565A85A45309}" type="presOf" srcId="{AED33CC0-6E36-423C-B60E-EF567D06E945}" destId="{ECFAF7EC-0581-41E0-AE1F-408E7C7C58B5}" srcOrd="0" destOrd="0" presId="urn:microsoft.com/office/officeart/2018/5/layout/CenteredIconLabelDescriptionList"/>
    <dgm:cxn modelId="{6D3C02A9-B2F9-4B98-85AC-2223386EBAAE}" type="presOf" srcId="{A288FF85-AC9A-4FC5-9034-E7C3AF71B011}" destId="{8C67AE8E-0B3A-4552-AA6C-FF50318E660E}" srcOrd="0" destOrd="0" presId="urn:microsoft.com/office/officeart/2018/5/layout/CenteredIconLabelDescriptionList"/>
    <dgm:cxn modelId="{C01C42B1-F1C8-4C21-851C-D8D2FDE909A3}" srcId="{B54FD893-76AE-4EDD-8A31-E722D8C8907B}" destId="{BEB7E21D-D204-4364-B32B-DCBA1CD387D0}" srcOrd="2" destOrd="0" parTransId="{97CA848A-2E8C-4CB1-A101-E8FC1C1D413C}" sibTransId="{2240B50A-2FE3-4C87-AFFA-88F6A794A3E7}"/>
    <dgm:cxn modelId="{BCA7E8B2-434F-4FE7-97A5-040AE3CE5127}" type="presOf" srcId="{93C02784-51A6-45E8-A7BE-7255D3E17D0B}" destId="{1E353F7F-EAC4-4AF3-A1E0-D5237840B61B}" srcOrd="0" destOrd="0" presId="urn:microsoft.com/office/officeart/2018/5/layout/CenteredIconLabelDescriptionList"/>
    <dgm:cxn modelId="{977D2BB4-64DD-49DF-B41F-60B5CE61A9A7}" type="presOf" srcId="{AFBB67AC-E9A2-4653-B091-D0D3F0797879}" destId="{A60B50BD-31F5-40B1-81D1-7B0616C6C701}" srcOrd="0" destOrd="0" presId="urn:microsoft.com/office/officeart/2018/5/layout/CenteredIconLabelDescriptionList"/>
    <dgm:cxn modelId="{4E9625B6-EE9F-4EAA-90E7-6E7FC7350BB0}" srcId="{93C02784-51A6-45E8-A7BE-7255D3E17D0B}" destId="{AFBB67AC-E9A2-4653-B091-D0D3F0797879}" srcOrd="0" destOrd="0" parTransId="{D1263C43-C10C-4423-9CBC-66B54E5A39E0}" sibTransId="{D0C9609C-9D99-4D91-872F-B85E342499CE}"/>
    <dgm:cxn modelId="{2870DABF-8402-45AE-B274-4DF961DF6A25}" type="presOf" srcId="{D9993E29-C938-4AC1-ABB6-020603241BAB}" destId="{1D658ECE-56E7-4D2E-B1D0-4F5DAAA43889}" srcOrd="0" destOrd="1" presId="urn:microsoft.com/office/officeart/2018/5/layout/CenteredIconLabelDescriptionList"/>
    <dgm:cxn modelId="{1E2A4BC1-E4D2-4A8C-80A2-04F019193E64}" type="presOf" srcId="{BEB7E21D-D204-4364-B32B-DCBA1CD387D0}" destId="{2B43D98A-4883-4B7B-BBFA-528626CAA3BF}" srcOrd="0" destOrd="0" presId="urn:microsoft.com/office/officeart/2018/5/layout/CenteredIconLabelDescriptionList"/>
    <dgm:cxn modelId="{09BB29CA-B0C8-4FD6-94CA-CF2DE91BE21D}" srcId="{B54FD893-76AE-4EDD-8A31-E722D8C8907B}" destId="{B21B361A-A5E5-4BC2-95D0-7F49C3EF5B7A}" srcOrd="3" destOrd="0" parTransId="{70295F25-A9BA-4733-BE99-ACF223F5B4AC}" sibTransId="{8D640242-9D33-444C-953C-ACBDDF882924}"/>
    <dgm:cxn modelId="{FCF3EDDE-B48E-4431-AA36-F17B3EF1D832}" srcId="{B21B361A-A5E5-4BC2-95D0-7F49C3EF5B7A}" destId="{636C18FC-21A0-4D2A-917B-9CEF6E855910}" srcOrd="3" destOrd="0" parTransId="{63CBE80F-4838-4420-B51B-9E00E65020E8}" sibTransId="{03F93548-2AE3-4890-BC72-759609848170}"/>
    <dgm:cxn modelId="{EA4B1CE1-84CA-436E-AB41-C6C72F9CCF3C}" type="presOf" srcId="{02590503-67E3-4D6E-B525-ADB38A150400}" destId="{A60B50BD-31F5-40B1-81D1-7B0616C6C701}" srcOrd="0" destOrd="1" presId="urn:microsoft.com/office/officeart/2018/5/layout/CenteredIconLabelDescriptionList"/>
    <dgm:cxn modelId="{BB4066E2-7A15-4D14-9AA7-1D8BA0D30A78}" srcId="{B21B361A-A5E5-4BC2-95D0-7F49C3EF5B7A}" destId="{9BDF3ED0-9322-4200-B128-7941AED72A57}" srcOrd="0" destOrd="0" parTransId="{E0854A51-B633-475F-9B71-0EFE5F2456DB}" sibTransId="{EC0AC78D-9B54-4EB4-9112-1460B5D8B305}"/>
    <dgm:cxn modelId="{1FFE6408-178F-4315-81C1-FEBD29E974DA}" type="presParOf" srcId="{ED6B9A30-93D4-4CF0-AA2C-2AB674B9626A}" destId="{2A5E2E00-3DBD-410E-A7DA-43802E0594B4}" srcOrd="0" destOrd="0" presId="urn:microsoft.com/office/officeart/2018/5/layout/CenteredIconLabelDescriptionList"/>
    <dgm:cxn modelId="{F2F00FD3-21FD-4B78-A2F9-9618AB83C843}" type="presParOf" srcId="{2A5E2E00-3DBD-410E-A7DA-43802E0594B4}" destId="{AA6E26EA-ECC0-4AAA-8482-791640A2B21F}" srcOrd="0" destOrd="0" presId="urn:microsoft.com/office/officeart/2018/5/layout/CenteredIconLabelDescriptionList"/>
    <dgm:cxn modelId="{BD728181-C8A1-4501-822E-4193DB4F500A}" type="presParOf" srcId="{2A5E2E00-3DBD-410E-A7DA-43802E0594B4}" destId="{6E15368B-5807-4989-BC70-26583635E3AE}" srcOrd="1" destOrd="0" presId="urn:microsoft.com/office/officeart/2018/5/layout/CenteredIconLabelDescriptionList"/>
    <dgm:cxn modelId="{45C58CC2-F8A6-4A9A-A794-25B4DEFB9300}" type="presParOf" srcId="{2A5E2E00-3DBD-410E-A7DA-43802E0594B4}" destId="{44BCFA9D-1BE5-4222-94A4-72B9F6B6882A}" srcOrd="2" destOrd="0" presId="urn:microsoft.com/office/officeart/2018/5/layout/CenteredIconLabelDescriptionList"/>
    <dgm:cxn modelId="{45256453-5FAD-4845-8772-114BAF8C5F41}" type="presParOf" srcId="{2A5E2E00-3DBD-410E-A7DA-43802E0594B4}" destId="{F4116B43-26D1-4F42-AA57-EF034312B2DE}" srcOrd="3" destOrd="0" presId="urn:microsoft.com/office/officeart/2018/5/layout/CenteredIconLabelDescriptionList"/>
    <dgm:cxn modelId="{5D092B3B-A4D2-4972-BE91-653CCBA05B72}" type="presParOf" srcId="{2A5E2E00-3DBD-410E-A7DA-43802E0594B4}" destId="{8C67AE8E-0B3A-4552-AA6C-FF50318E660E}" srcOrd="4" destOrd="0" presId="urn:microsoft.com/office/officeart/2018/5/layout/CenteredIconLabelDescriptionList"/>
    <dgm:cxn modelId="{95AD68DA-03A1-4D90-A04D-13BB24A34172}" type="presParOf" srcId="{ED6B9A30-93D4-4CF0-AA2C-2AB674B9626A}" destId="{FE2209F1-97C5-44E3-AD9C-8EA2B47573CB}" srcOrd="1" destOrd="0" presId="urn:microsoft.com/office/officeart/2018/5/layout/CenteredIconLabelDescriptionList"/>
    <dgm:cxn modelId="{431CFC3F-8B7F-4FB3-A72A-F56764CCF4E1}" type="presParOf" srcId="{ED6B9A30-93D4-4CF0-AA2C-2AB674B9626A}" destId="{DED32E68-7237-4CD4-BCFD-FF30BB15CC00}" srcOrd="2" destOrd="0" presId="urn:microsoft.com/office/officeart/2018/5/layout/CenteredIconLabelDescriptionList"/>
    <dgm:cxn modelId="{6AF5B03F-9E87-49FD-969B-16B94B0320CD}" type="presParOf" srcId="{DED32E68-7237-4CD4-BCFD-FF30BB15CC00}" destId="{679B24D6-24DA-4467-8705-2FCF3C659404}" srcOrd="0" destOrd="0" presId="urn:microsoft.com/office/officeart/2018/5/layout/CenteredIconLabelDescriptionList"/>
    <dgm:cxn modelId="{5F609A3F-34C0-4A26-8E46-5F2986903853}" type="presParOf" srcId="{DED32E68-7237-4CD4-BCFD-FF30BB15CC00}" destId="{B330FD12-3060-4DB1-B749-502D3497F98D}" srcOrd="1" destOrd="0" presId="urn:microsoft.com/office/officeart/2018/5/layout/CenteredIconLabelDescriptionList"/>
    <dgm:cxn modelId="{F13869E5-442C-4E1D-8786-DA37F86BE725}" type="presParOf" srcId="{DED32E68-7237-4CD4-BCFD-FF30BB15CC00}" destId="{1E353F7F-EAC4-4AF3-A1E0-D5237840B61B}" srcOrd="2" destOrd="0" presId="urn:microsoft.com/office/officeart/2018/5/layout/CenteredIconLabelDescriptionList"/>
    <dgm:cxn modelId="{EA9B9D08-1844-4E3C-9944-062E108820B7}" type="presParOf" srcId="{DED32E68-7237-4CD4-BCFD-FF30BB15CC00}" destId="{15C39838-2146-46AD-A225-7A0F8F7116F8}" srcOrd="3" destOrd="0" presId="urn:microsoft.com/office/officeart/2018/5/layout/CenteredIconLabelDescriptionList"/>
    <dgm:cxn modelId="{59B910F2-CD62-4486-8B68-1C21F06579FF}" type="presParOf" srcId="{DED32E68-7237-4CD4-BCFD-FF30BB15CC00}" destId="{A60B50BD-31F5-40B1-81D1-7B0616C6C701}" srcOrd="4" destOrd="0" presId="urn:microsoft.com/office/officeart/2018/5/layout/CenteredIconLabelDescriptionList"/>
    <dgm:cxn modelId="{E479776F-46CF-444A-A62C-CF35CA7015C0}" type="presParOf" srcId="{ED6B9A30-93D4-4CF0-AA2C-2AB674B9626A}" destId="{15A034F6-F631-4438-BCB9-946824509B64}" srcOrd="3" destOrd="0" presId="urn:microsoft.com/office/officeart/2018/5/layout/CenteredIconLabelDescriptionList"/>
    <dgm:cxn modelId="{5534FEE3-A65A-4F49-8CFB-D5B6E7BAB91D}" type="presParOf" srcId="{ED6B9A30-93D4-4CF0-AA2C-2AB674B9626A}" destId="{5D316EAB-5223-4D24-8BA3-CD9729D8D4D0}" srcOrd="4" destOrd="0" presId="urn:microsoft.com/office/officeart/2018/5/layout/CenteredIconLabelDescriptionList"/>
    <dgm:cxn modelId="{C6864244-C7D8-4E3C-B23E-549C9D9F59F1}" type="presParOf" srcId="{5D316EAB-5223-4D24-8BA3-CD9729D8D4D0}" destId="{6727D61A-44BD-46B7-BE43-D1C45E106F16}" srcOrd="0" destOrd="0" presId="urn:microsoft.com/office/officeart/2018/5/layout/CenteredIconLabelDescriptionList"/>
    <dgm:cxn modelId="{9F75D59C-8A0A-4456-A825-06A5570A7B49}" type="presParOf" srcId="{5D316EAB-5223-4D24-8BA3-CD9729D8D4D0}" destId="{0E60FB54-D4D6-4994-A0D4-F3DA77C42E13}" srcOrd="1" destOrd="0" presId="urn:microsoft.com/office/officeart/2018/5/layout/CenteredIconLabelDescriptionList"/>
    <dgm:cxn modelId="{2F67BC21-C718-4001-BE0E-BAD2574EB0C4}" type="presParOf" srcId="{5D316EAB-5223-4D24-8BA3-CD9729D8D4D0}" destId="{2B43D98A-4883-4B7B-BBFA-528626CAA3BF}" srcOrd="2" destOrd="0" presId="urn:microsoft.com/office/officeart/2018/5/layout/CenteredIconLabelDescriptionList"/>
    <dgm:cxn modelId="{B69810E1-B447-4524-A2FD-E1BD2A1E1C3E}" type="presParOf" srcId="{5D316EAB-5223-4D24-8BA3-CD9729D8D4D0}" destId="{9283F055-930C-420B-A4E3-338454A81B68}" srcOrd="3" destOrd="0" presId="urn:microsoft.com/office/officeart/2018/5/layout/CenteredIconLabelDescriptionList"/>
    <dgm:cxn modelId="{5CD34051-91F6-47BF-9467-41F182EDC6D8}" type="presParOf" srcId="{5D316EAB-5223-4D24-8BA3-CD9729D8D4D0}" destId="{ECFAF7EC-0581-41E0-AE1F-408E7C7C58B5}" srcOrd="4" destOrd="0" presId="urn:microsoft.com/office/officeart/2018/5/layout/CenteredIconLabelDescriptionList"/>
    <dgm:cxn modelId="{53196A24-7894-4ECF-A938-922DF452F398}" type="presParOf" srcId="{ED6B9A30-93D4-4CF0-AA2C-2AB674B9626A}" destId="{0A421B4E-9037-4E1D-A3B3-33640B0D918A}" srcOrd="5" destOrd="0" presId="urn:microsoft.com/office/officeart/2018/5/layout/CenteredIconLabelDescriptionList"/>
    <dgm:cxn modelId="{4C04AC90-C0B5-4EB4-B9AC-8EE535015A6B}" type="presParOf" srcId="{ED6B9A30-93D4-4CF0-AA2C-2AB674B9626A}" destId="{98094BB3-5309-484B-A824-8B5A9D0BF93E}" srcOrd="6" destOrd="0" presId="urn:microsoft.com/office/officeart/2018/5/layout/CenteredIconLabelDescriptionList"/>
    <dgm:cxn modelId="{B4A61173-3C40-40E1-9621-7180A8CF90C5}" type="presParOf" srcId="{98094BB3-5309-484B-A824-8B5A9D0BF93E}" destId="{5CABDCBD-A9DB-4B2B-A0D9-96A29B6B0844}" srcOrd="0" destOrd="0" presId="urn:microsoft.com/office/officeart/2018/5/layout/CenteredIconLabelDescriptionList"/>
    <dgm:cxn modelId="{00939D14-7257-4EB4-8410-A82E4794218C}" type="presParOf" srcId="{98094BB3-5309-484B-A824-8B5A9D0BF93E}" destId="{D581F682-89B4-4F78-8F10-02846367990E}" srcOrd="1" destOrd="0" presId="urn:microsoft.com/office/officeart/2018/5/layout/CenteredIconLabelDescriptionList"/>
    <dgm:cxn modelId="{174E133B-E86F-4CE2-9537-B90AF63CBCD8}" type="presParOf" srcId="{98094BB3-5309-484B-A824-8B5A9D0BF93E}" destId="{31B5156C-405B-427D-AA59-F5A01E12C459}" srcOrd="2" destOrd="0" presId="urn:microsoft.com/office/officeart/2018/5/layout/CenteredIconLabelDescriptionList"/>
    <dgm:cxn modelId="{4BA49B84-B43D-4335-9977-F73DD2733159}" type="presParOf" srcId="{98094BB3-5309-484B-A824-8B5A9D0BF93E}" destId="{3F262373-6D46-4D80-8704-FE0876080C1D}" srcOrd="3" destOrd="0" presId="urn:microsoft.com/office/officeart/2018/5/layout/CenteredIconLabelDescriptionList"/>
    <dgm:cxn modelId="{28C9A4EE-F623-4BDE-ADA9-E98A06D6737C}" type="presParOf" srcId="{98094BB3-5309-484B-A824-8B5A9D0BF93E}" destId="{1D658ECE-56E7-4D2E-B1D0-4F5DAAA4388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D69A9B8E-C769-4AAA-9204-786DF1C451F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742D4B4-D44B-4458-8105-ECC6FA5666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</a:t>
          </a:r>
          <a:r>
            <a:rPr lang="tr-TR"/>
            <a:t> </a:t>
          </a:r>
          <a:r>
            <a:rPr lang="en-US"/>
            <a:t>network</a:t>
          </a:r>
        </a:p>
      </dgm:t>
    </dgm:pt>
    <dgm:pt modelId="{42DCF5A3-28B8-4F25-8946-B9D53A33267F}" type="parTrans" cxnId="{02F1DC80-57EB-4DE1-89B8-A04592C3B79E}">
      <dgm:prSet/>
      <dgm:spPr/>
      <dgm:t>
        <a:bodyPr/>
        <a:lstStyle/>
        <a:p>
          <a:endParaRPr lang="en-US"/>
        </a:p>
      </dgm:t>
    </dgm:pt>
    <dgm:pt modelId="{34E24A23-341E-4BA2-9E98-7180441BFD0B}" type="sibTrans" cxnId="{02F1DC80-57EB-4DE1-89B8-A04592C3B79E}">
      <dgm:prSet/>
      <dgm:spPr/>
      <dgm:t>
        <a:bodyPr/>
        <a:lstStyle/>
        <a:p>
          <a:endParaRPr lang="en-US"/>
        </a:p>
      </dgm:t>
    </dgm:pt>
    <dgm:pt modelId="{246E8C28-68DF-4E58-91CC-EBC9C9C124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running the </a:t>
          </a:r>
          <a:r>
            <a:rPr lang="en-US" b="1" dirty="0"/>
            <a:t>bitcoin P2P</a:t>
          </a:r>
          <a:r>
            <a:rPr lang="tr-TR" b="1" dirty="0"/>
            <a:t> </a:t>
          </a:r>
          <a:r>
            <a:rPr lang="en-US" b="1" dirty="0"/>
            <a:t>protocol</a:t>
          </a:r>
          <a:r>
            <a:rPr lang="en-US" dirty="0"/>
            <a:t>. </a:t>
          </a:r>
        </a:p>
      </dgm:t>
    </dgm:pt>
    <dgm:pt modelId="{F5EFE53F-0E9A-432A-AA7A-4D5AC61D8E42}" type="parTrans" cxnId="{AF7D88BE-9509-4D8F-904D-D3C84FC2103A}">
      <dgm:prSet/>
      <dgm:spPr/>
      <dgm:t>
        <a:bodyPr/>
        <a:lstStyle/>
        <a:p>
          <a:endParaRPr lang="en-US"/>
        </a:p>
      </dgm:t>
    </dgm:pt>
    <dgm:pt modelId="{B9844D61-02DE-4151-A160-5304842E7E39}" type="sibTrans" cxnId="{AF7D88BE-9509-4D8F-904D-D3C84FC2103A}">
      <dgm:prSet/>
      <dgm:spPr/>
      <dgm:t>
        <a:bodyPr/>
        <a:lstStyle/>
        <a:p>
          <a:endParaRPr lang="en-US"/>
        </a:p>
      </dgm:t>
    </dgm:pt>
    <dgm:pt modelId="{B07AB28A-D648-4F45-B40B-3DDA5B82572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Mining: Stratum</a:t>
          </a:r>
          <a:endParaRPr lang="en-US"/>
        </a:p>
      </dgm:t>
    </dgm:pt>
    <dgm:pt modelId="{BC794B09-D764-4D28-913A-3BDD5DB26B49}" type="parTrans" cxnId="{D518FB91-3C18-4967-ACF9-E8ACDE093B44}">
      <dgm:prSet/>
      <dgm:spPr/>
      <dgm:t>
        <a:bodyPr/>
        <a:lstStyle/>
        <a:p>
          <a:endParaRPr lang="en-US"/>
        </a:p>
      </dgm:t>
    </dgm:pt>
    <dgm:pt modelId="{D47DFBBA-1AB8-4374-9125-0F3A2D462F74}" type="sibTrans" cxnId="{D518FB91-3C18-4967-ACF9-E8ACDE093B44}">
      <dgm:prSet/>
      <dgm:spPr/>
      <dgm:t>
        <a:bodyPr/>
        <a:lstStyle/>
        <a:p>
          <a:endParaRPr lang="en-US"/>
        </a:p>
      </dgm:t>
    </dgm:pt>
    <dgm:pt modelId="{1D7568F6-4C31-41ED-A900-A2CC7BAD3F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are other protocols </a:t>
          </a:r>
          <a:r>
            <a:rPr lang="tr-TR"/>
            <a:t> </a:t>
          </a:r>
          <a:r>
            <a:rPr lang="en-US"/>
            <a:t>such as</a:t>
          </a:r>
          <a:r>
            <a:rPr lang="tr-TR"/>
            <a:t> </a:t>
          </a:r>
          <a:r>
            <a:rPr lang="en-US"/>
            <a:t>Stratum</a:t>
          </a:r>
        </a:p>
      </dgm:t>
    </dgm:pt>
    <dgm:pt modelId="{00F482B5-69D4-4BB1-8D89-AD6D747D391B}" type="parTrans" cxnId="{AD5CA95A-B8FA-417A-BDF4-4C5D49FA05E0}">
      <dgm:prSet/>
      <dgm:spPr/>
      <dgm:t>
        <a:bodyPr/>
        <a:lstStyle/>
        <a:p>
          <a:endParaRPr lang="en-US"/>
        </a:p>
      </dgm:t>
    </dgm:pt>
    <dgm:pt modelId="{4F0E5B8B-F1E0-40F6-A21B-EE5967313E26}" type="sibTrans" cxnId="{AD5CA95A-B8FA-417A-BDF4-4C5D49FA05E0}">
      <dgm:prSet/>
      <dgm:spPr/>
      <dgm:t>
        <a:bodyPr/>
        <a:lstStyle/>
        <a:p>
          <a:endParaRPr lang="en-US"/>
        </a:p>
      </dgm:t>
    </dgm:pt>
    <dgm:pt modelId="{03120DEF-CD3A-405A-A66E-EC8DFA2A64E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mining</a:t>
          </a:r>
        </a:p>
      </dgm:t>
    </dgm:pt>
    <dgm:pt modelId="{F913AA44-4FC9-4483-9ACB-ACE275F39D86}" type="parTrans" cxnId="{B78DCF96-6061-4949-87CC-EE27DB520BB3}">
      <dgm:prSet/>
      <dgm:spPr/>
      <dgm:t>
        <a:bodyPr/>
        <a:lstStyle/>
        <a:p>
          <a:endParaRPr lang="en-US"/>
        </a:p>
      </dgm:t>
    </dgm:pt>
    <dgm:pt modelId="{85C2D5E0-2934-46F7-B13A-1AEF65DC4986}" type="sibTrans" cxnId="{B78DCF96-6061-4949-87CC-EE27DB520BB3}">
      <dgm:prSet/>
      <dgm:spPr/>
      <dgm:t>
        <a:bodyPr/>
        <a:lstStyle/>
        <a:p>
          <a:endParaRPr lang="en-US"/>
        </a:p>
      </dgm:t>
    </dgm:pt>
    <dgm:pt modelId="{BDB2ECC3-E4FB-4DE4-A28C-20048475CD5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Gateway</a:t>
          </a:r>
          <a:endParaRPr lang="en-US"/>
        </a:p>
      </dgm:t>
    </dgm:pt>
    <dgm:pt modelId="{A0E04274-D918-42AC-BAFC-951AE0B358A8}" type="parTrans" cxnId="{1B242F7D-DB49-48BA-80F9-E5C95C2C7049}">
      <dgm:prSet/>
      <dgm:spPr/>
      <dgm:t>
        <a:bodyPr/>
        <a:lstStyle/>
        <a:p>
          <a:endParaRPr lang="en-US"/>
        </a:p>
      </dgm:t>
    </dgm:pt>
    <dgm:pt modelId="{3E858333-DFEB-4BFA-B0FD-071248143B2E}" type="sibTrans" cxnId="{1B242F7D-DB49-48BA-80F9-E5C95C2C7049}">
      <dgm:prSet/>
      <dgm:spPr/>
      <dgm:t>
        <a:bodyPr/>
        <a:lstStyle/>
        <a:p>
          <a:endParaRPr lang="en-US"/>
        </a:p>
      </dgm:t>
    </dgm:pt>
    <dgm:pt modelId="{9B1CFE1F-7A07-47C3-97F9-4F518CF9268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These additional</a:t>
          </a:r>
          <a:r>
            <a:rPr lang="tr-TR" dirty="0"/>
            <a:t> </a:t>
          </a:r>
          <a:r>
            <a:rPr lang="en-US" dirty="0"/>
            <a:t>protocols are provided</a:t>
          </a:r>
        </a:p>
      </dgm:t>
    </dgm:pt>
    <dgm:pt modelId="{3C872C66-474C-4AA6-8516-5DF1C88A6C98}" type="parTrans" cxnId="{825D4F65-1E08-4E1E-903B-89A6EAA6BADD}">
      <dgm:prSet/>
      <dgm:spPr/>
      <dgm:t>
        <a:bodyPr/>
        <a:lstStyle/>
        <a:p>
          <a:endParaRPr lang="en-US"/>
        </a:p>
      </dgm:t>
    </dgm:pt>
    <dgm:pt modelId="{8F8AE745-F89E-4FBF-83F3-368AC39A8CFA}" type="sibTrans" cxnId="{825D4F65-1E08-4E1E-903B-89A6EAA6BADD}">
      <dgm:prSet/>
      <dgm:spPr/>
      <dgm:t>
        <a:bodyPr/>
        <a:lstStyle/>
        <a:p>
          <a:endParaRPr lang="en-US"/>
        </a:p>
      </dgm:t>
    </dgm:pt>
    <dgm:pt modelId="{55AF04C5-5733-4518-B775-C12079AD22D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access the bitcoin network</a:t>
          </a:r>
        </a:p>
      </dgm:t>
    </dgm:pt>
    <dgm:pt modelId="{C4A67B4B-5E47-44C2-B2B3-496AE43283B9}" type="parTrans" cxnId="{EC024EC9-20C1-49D2-BE05-2081A2A8328F}">
      <dgm:prSet/>
      <dgm:spPr/>
      <dgm:t>
        <a:bodyPr/>
        <a:lstStyle/>
        <a:p>
          <a:endParaRPr lang="en-US"/>
        </a:p>
      </dgm:t>
    </dgm:pt>
    <dgm:pt modelId="{5436A2CB-89B5-4200-9CD0-A635005A9F5D}" type="sibTrans" cxnId="{EC024EC9-20C1-49D2-BE05-2081A2A8328F}">
      <dgm:prSet/>
      <dgm:spPr/>
      <dgm:t>
        <a:bodyPr/>
        <a:lstStyle/>
        <a:p>
          <a:endParaRPr lang="en-US"/>
        </a:p>
      </dgm:t>
    </dgm:pt>
    <dgm:pt modelId="{0A3A36D3-133E-4AF2-80B5-C6B505607BE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Extensions</a:t>
          </a:r>
          <a:endParaRPr lang="en-US"/>
        </a:p>
      </dgm:t>
    </dgm:pt>
    <dgm:pt modelId="{27D19FCC-4CBA-440C-86A6-998A3239201D}" type="parTrans" cxnId="{DA57A0C6-25D5-4C10-BB85-C5FF2E40BD79}">
      <dgm:prSet/>
      <dgm:spPr/>
      <dgm:t>
        <a:bodyPr/>
        <a:lstStyle/>
        <a:p>
          <a:endParaRPr lang="en-US"/>
        </a:p>
      </dgm:t>
    </dgm:pt>
    <dgm:pt modelId="{B34C9CC4-A92B-4019-B666-E039C6B7301F}" type="sibTrans" cxnId="{DA57A0C6-25D5-4C10-BB85-C5FF2E40BD79}">
      <dgm:prSet/>
      <dgm:spPr/>
      <dgm:t>
        <a:bodyPr/>
        <a:lstStyle/>
        <a:p>
          <a:endParaRPr lang="en-US"/>
        </a:p>
      </dgm:t>
    </dgm:pt>
    <dgm:pt modelId="{8B705F22-73B0-4CC9-8675-BF626EA1C4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extend that network to nodes running other</a:t>
          </a:r>
          <a:r>
            <a:rPr lang="tr-TR"/>
            <a:t> protocols.</a:t>
          </a:r>
          <a:endParaRPr lang="en-US"/>
        </a:p>
      </dgm:t>
    </dgm:pt>
    <dgm:pt modelId="{0586FEFF-255D-41FC-96BE-B9BFA3EEC8B8}" type="parTrans" cxnId="{9C4677F8-37C6-4102-8811-EC7B2858B632}">
      <dgm:prSet/>
      <dgm:spPr/>
      <dgm:t>
        <a:bodyPr/>
        <a:lstStyle/>
        <a:p>
          <a:endParaRPr lang="en-US"/>
        </a:p>
      </dgm:t>
    </dgm:pt>
    <dgm:pt modelId="{B7E7762E-3722-4CF1-B2C5-4807BC3EEC89}" type="sibTrans" cxnId="{9C4677F8-37C6-4102-8811-EC7B2858B632}">
      <dgm:prSet/>
      <dgm:spPr/>
      <dgm:t>
        <a:bodyPr/>
        <a:lstStyle/>
        <a:p>
          <a:endParaRPr lang="en-US"/>
        </a:p>
      </dgm:t>
    </dgm:pt>
    <dgm:pt modelId="{40A2358F-06BE-44E1-90E0-325FF0774E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collection of nodes </a:t>
          </a:r>
        </a:p>
      </dgm:t>
    </dgm:pt>
    <dgm:pt modelId="{46C22793-C8B1-4043-B6D0-3F1AE292D3EE}" type="parTrans" cxnId="{95EECE26-88EE-4E83-B0B1-A5CE878282BF}">
      <dgm:prSet/>
      <dgm:spPr/>
      <dgm:t>
        <a:bodyPr/>
        <a:lstStyle/>
        <a:p>
          <a:endParaRPr lang="en-US"/>
        </a:p>
      </dgm:t>
    </dgm:pt>
    <dgm:pt modelId="{1FA90EFB-2779-4B41-983A-920E9D173344}" type="sibTrans" cxnId="{95EECE26-88EE-4E83-B0B1-A5CE878282BF}">
      <dgm:prSet/>
      <dgm:spPr/>
      <dgm:t>
        <a:bodyPr/>
        <a:lstStyle/>
        <a:p>
          <a:endParaRPr lang="en-US"/>
        </a:p>
      </dgm:t>
    </dgm:pt>
    <dgm:pt modelId="{9E972791-A19A-411A-B86F-E1CCF74B9B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lightweight or mobile wallets </a:t>
          </a:r>
        </a:p>
      </dgm:t>
    </dgm:pt>
    <dgm:pt modelId="{BDF51504-04E9-4021-A098-FEB910667D72}" type="parTrans" cxnId="{98B36A43-C292-486E-8C65-1439CAE7BD11}">
      <dgm:prSet/>
      <dgm:spPr/>
      <dgm:t>
        <a:bodyPr/>
        <a:lstStyle/>
        <a:p>
          <a:endParaRPr lang="tr-TR"/>
        </a:p>
      </dgm:t>
    </dgm:pt>
    <dgm:pt modelId="{4DBF5F58-445E-4135-B33C-8B68D68EF008}" type="sibTrans" cxnId="{98B36A43-C292-486E-8C65-1439CAE7BD11}">
      <dgm:prSet/>
      <dgm:spPr/>
      <dgm:t>
        <a:bodyPr/>
        <a:lstStyle/>
        <a:p>
          <a:endParaRPr lang="tr-TR"/>
        </a:p>
      </dgm:t>
    </dgm:pt>
    <dgm:pt modelId="{48596DE1-C5A1-47F9-96CA-5C53AE174A5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Stratum</a:t>
          </a:r>
          <a:r>
            <a:rPr lang="tr-TR"/>
            <a:t> </a:t>
          </a:r>
          <a:r>
            <a:rPr lang="tr-TR" err="1"/>
            <a:t>usage</a:t>
          </a:r>
          <a:endParaRPr lang="en-US"/>
        </a:p>
      </dgm:t>
    </dgm:pt>
    <dgm:pt modelId="{233DA149-1CB2-4A2A-9722-51C5D72DC702}" type="parTrans" cxnId="{25A596A3-7DAB-4494-84F5-EC4607BBF4E8}">
      <dgm:prSet/>
      <dgm:spPr/>
      <dgm:t>
        <a:bodyPr/>
        <a:lstStyle/>
        <a:p>
          <a:endParaRPr lang="tr-TR"/>
        </a:p>
      </dgm:t>
    </dgm:pt>
    <dgm:pt modelId="{F1138551-093C-4AD6-99C4-552E771BDE50}" type="sibTrans" cxnId="{25A596A3-7DAB-4494-84F5-EC4607BBF4E8}">
      <dgm:prSet/>
      <dgm:spPr/>
      <dgm:t>
        <a:bodyPr/>
        <a:lstStyle/>
        <a:p>
          <a:endParaRPr lang="tr-TR"/>
        </a:p>
      </dgm:t>
    </dgm:pt>
    <dgm:pt modelId="{F0222E9B-7BB9-4400-AE0C-2105D451134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gateway routing servers </a:t>
          </a:r>
        </a:p>
      </dgm:t>
    </dgm:pt>
    <dgm:pt modelId="{4E37319F-7C46-4038-8F7A-556E1A98AE03}" type="parTrans" cxnId="{F3F12F56-7953-4E64-940D-C0F5613E6E60}">
      <dgm:prSet/>
      <dgm:spPr/>
      <dgm:t>
        <a:bodyPr/>
        <a:lstStyle/>
        <a:p>
          <a:endParaRPr lang="tr-TR"/>
        </a:p>
      </dgm:t>
    </dgm:pt>
    <dgm:pt modelId="{933E2AD2-5B1A-4C0F-A535-9C8E6A9438D9}" type="sibTrans" cxnId="{F3F12F56-7953-4E64-940D-C0F5613E6E60}">
      <dgm:prSet/>
      <dgm:spPr/>
      <dgm:t>
        <a:bodyPr/>
        <a:lstStyle/>
        <a:p>
          <a:endParaRPr lang="tr-TR"/>
        </a:p>
      </dgm:t>
    </dgm:pt>
    <dgm:pt modelId="{19821ACB-F613-4137-A164-EDD50261CFF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routing servers </a:t>
          </a:r>
        </a:p>
      </dgm:t>
    </dgm:pt>
    <dgm:pt modelId="{98B6C471-3332-40F3-8948-F8043247765E}" type="parTrans" cxnId="{93E18F5E-A982-4C71-8DD9-A964DEAB47EB}">
      <dgm:prSet/>
      <dgm:spPr/>
      <dgm:t>
        <a:bodyPr/>
        <a:lstStyle/>
        <a:p>
          <a:endParaRPr lang="tr-TR"/>
        </a:p>
      </dgm:t>
    </dgm:pt>
    <dgm:pt modelId="{7E683B50-4DBB-4425-BA64-7DBB0E825335}" type="sibTrans" cxnId="{93E18F5E-A982-4C71-8DD9-A964DEAB47EB}">
      <dgm:prSet/>
      <dgm:spPr/>
      <dgm:t>
        <a:bodyPr/>
        <a:lstStyle/>
        <a:p>
          <a:endParaRPr lang="tr-TR"/>
        </a:p>
      </dgm:t>
    </dgm:pt>
    <dgm:pt modelId="{FAC9803F-2609-4FFA-BCDC-7F39A74B80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</a:t>
          </a:r>
          <a:r>
            <a:rPr lang="en-US" dirty="0"/>
            <a:t>the bitcoin P2P protocol</a:t>
          </a:r>
        </a:p>
      </dgm:t>
    </dgm:pt>
    <dgm:pt modelId="{3727007E-024C-4C9D-844E-7E08E196435F}" type="parTrans" cxnId="{057AC618-904F-4CB6-B344-DFC9DDBF2B78}">
      <dgm:prSet/>
      <dgm:spPr/>
      <dgm:t>
        <a:bodyPr/>
        <a:lstStyle/>
        <a:p>
          <a:endParaRPr lang="tr-TR"/>
        </a:p>
      </dgm:t>
    </dgm:pt>
    <dgm:pt modelId="{1DFD2B65-8C4D-41D8-85ED-F7E92E1CE69C}" type="sibTrans" cxnId="{057AC618-904F-4CB6-B344-DFC9DDBF2B78}">
      <dgm:prSet/>
      <dgm:spPr/>
      <dgm:t>
        <a:bodyPr/>
        <a:lstStyle/>
        <a:p>
          <a:endParaRPr lang="tr-TR"/>
        </a:p>
      </dgm:t>
    </dgm:pt>
    <dgm:pt modelId="{01D17F51-3FBF-4B07-8A62-BEA5CB2B6A17}" type="pres">
      <dgm:prSet presAssocID="{D69A9B8E-C769-4AAA-9204-786DF1C451F7}" presName="root" presStyleCnt="0">
        <dgm:presLayoutVars>
          <dgm:dir/>
          <dgm:resizeHandles val="exact"/>
        </dgm:presLayoutVars>
      </dgm:prSet>
      <dgm:spPr/>
    </dgm:pt>
    <dgm:pt modelId="{5DC65046-D7FC-41CB-A89F-9A76D6EEAEA2}" type="pres">
      <dgm:prSet presAssocID="{3742D4B4-D44B-4458-8105-ECC6FA566662}" presName="compNode" presStyleCnt="0"/>
      <dgm:spPr/>
    </dgm:pt>
    <dgm:pt modelId="{754E0208-D32E-42E1-A52D-0855F5C4760B}" type="pres">
      <dgm:prSet presAssocID="{3742D4B4-D44B-4458-8105-ECC6FA566662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395EF957-8CB6-475D-AC01-CD40C9E45970}" type="pres">
      <dgm:prSet presAssocID="{3742D4B4-D44B-4458-8105-ECC6FA566662}" presName="iconSpace" presStyleCnt="0"/>
      <dgm:spPr/>
    </dgm:pt>
    <dgm:pt modelId="{8FD2CAD5-3F6E-4619-A750-EAF580D4E13F}" type="pres">
      <dgm:prSet presAssocID="{3742D4B4-D44B-4458-8105-ECC6FA566662}" presName="parTx" presStyleLbl="revTx" presStyleIdx="0" presStyleCnt="12">
        <dgm:presLayoutVars>
          <dgm:chMax val="0"/>
          <dgm:chPref val="0"/>
        </dgm:presLayoutVars>
      </dgm:prSet>
      <dgm:spPr/>
    </dgm:pt>
    <dgm:pt modelId="{E9333F7E-357D-4C8E-9BBB-42D4263A05C6}" type="pres">
      <dgm:prSet presAssocID="{3742D4B4-D44B-4458-8105-ECC6FA566662}" presName="txSpace" presStyleCnt="0"/>
      <dgm:spPr/>
    </dgm:pt>
    <dgm:pt modelId="{FB3B97F0-1D77-4679-B845-F77D8E71DF1B}" type="pres">
      <dgm:prSet presAssocID="{3742D4B4-D44B-4458-8105-ECC6FA566662}" presName="desTx" presStyleLbl="revTx" presStyleIdx="1" presStyleCnt="12">
        <dgm:presLayoutVars/>
      </dgm:prSet>
      <dgm:spPr/>
    </dgm:pt>
    <dgm:pt modelId="{8C677B0B-E533-4B24-94E7-D4C2E0D43E60}" type="pres">
      <dgm:prSet presAssocID="{34E24A23-341E-4BA2-9E98-7180441BFD0B}" presName="sibTrans" presStyleCnt="0"/>
      <dgm:spPr/>
    </dgm:pt>
    <dgm:pt modelId="{3606AA41-A532-470B-B31C-551E2B6041A3}" type="pres">
      <dgm:prSet presAssocID="{B07AB28A-D648-4F45-B40B-3DDA5B82572C}" presName="compNode" presStyleCnt="0"/>
      <dgm:spPr/>
    </dgm:pt>
    <dgm:pt modelId="{74359BC4-545D-4C4D-9707-DD3D993867EA}" type="pres">
      <dgm:prSet presAssocID="{B07AB28A-D648-4F45-B40B-3DDA5B82572C}" presName="iconRect" presStyleLbl="node1" presStyleIdx="1" presStyleCnt="6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Jack hammer"/>
        </a:ext>
      </dgm:extLst>
    </dgm:pt>
    <dgm:pt modelId="{C0920B00-44D8-4B0F-B3F5-15CA2AAEA6CE}" type="pres">
      <dgm:prSet presAssocID="{B07AB28A-D648-4F45-B40B-3DDA5B82572C}" presName="iconSpace" presStyleCnt="0"/>
      <dgm:spPr/>
    </dgm:pt>
    <dgm:pt modelId="{2D105D3A-799C-4C36-8F30-E9FB62F9D6B8}" type="pres">
      <dgm:prSet presAssocID="{B07AB28A-D648-4F45-B40B-3DDA5B82572C}" presName="parTx" presStyleLbl="revTx" presStyleIdx="2" presStyleCnt="12">
        <dgm:presLayoutVars>
          <dgm:chMax val="0"/>
          <dgm:chPref val="0"/>
        </dgm:presLayoutVars>
      </dgm:prSet>
      <dgm:spPr/>
    </dgm:pt>
    <dgm:pt modelId="{CCFBA3F4-199F-4CA6-B071-D81558F5B814}" type="pres">
      <dgm:prSet presAssocID="{B07AB28A-D648-4F45-B40B-3DDA5B82572C}" presName="txSpace" presStyleCnt="0"/>
      <dgm:spPr/>
    </dgm:pt>
    <dgm:pt modelId="{A9BC6186-4069-437A-A3D7-3B790B00D89A}" type="pres">
      <dgm:prSet presAssocID="{B07AB28A-D648-4F45-B40B-3DDA5B82572C}" presName="desTx" presStyleLbl="revTx" presStyleIdx="3" presStyleCnt="12">
        <dgm:presLayoutVars/>
      </dgm:prSet>
      <dgm:spPr/>
    </dgm:pt>
    <dgm:pt modelId="{A96ED05C-031F-45D6-8EFB-7D97B75465EA}" type="pres">
      <dgm:prSet presAssocID="{D47DFBBA-1AB8-4374-9125-0F3A2D462F74}" presName="sibTrans" presStyleCnt="0"/>
      <dgm:spPr/>
    </dgm:pt>
    <dgm:pt modelId="{5DB85E5F-8082-4C37-96FD-07139B04782D}" type="pres">
      <dgm:prSet presAssocID="{48596DE1-C5A1-47F9-96CA-5C53AE174A53}" presName="compNode" presStyleCnt="0"/>
      <dgm:spPr/>
    </dgm:pt>
    <dgm:pt modelId="{A0AEAAE3-0B04-42F6-A6A7-9D7B1F4C2DB4}" type="pres">
      <dgm:prSet presAssocID="{48596DE1-C5A1-47F9-96CA-5C53AE174A53}" presName="iconRect" presStyleLbl="node1" presStyleIdx="2" presStyleCnt="6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4A242B54-A1B0-4872-AB22-7C3CADB8B63C}" type="pres">
      <dgm:prSet presAssocID="{48596DE1-C5A1-47F9-96CA-5C53AE174A53}" presName="iconSpace" presStyleCnt="0"/>
      <dgm:spPr/>
    </dgm:pt>
    <dgm:pt modelId="{39E43E5E-41C0-40EC-B14B-7CFE9FF74172}" type="pres">
      <dgm:prSet presAssocID="{48596DE1-C5A1-47F9-96CA-5C53AE174A53}" presName="parTx" presStyleLbl="revTx" presStyleIdx="4" presStyleCnt="12">
        <dgm:presLayoutVars>
          <dgm:chMax val="0"/>
          <dgm:chPref val="0"/>
        </dgm:presLayoutVars>
      </dgm:prSet>
      <dgm:spPr/>
    </dgm:pt>
    <dgm:pt modelId="{06F68587-F18E-484E-B470-02F8E220F09B}" type="pres">
      <dgm:prSet presAssocID="{48596DE1-C5A1-47F9-96CA-5C53AE174A53}" presName="txSpace" presStyleCnt="0"/>
      <dgm:spPr/>
    </dgm:pt>
    <dgm:pt modelId="{2D1299FD-6CF6-47E1-92E4-94C2B53F4C71}" type="pres">
      <dgm:prSet presAssocID="{48596DE1-C5A1-47F9-96CA-5C53AE174A53}" presName="desTx" presStyleLbl="revTx" presStyleIdx="5" presStyleCnt="12">
        <dgm:presLayoutVars/>
      </dgm:prSet>
      <dgm:spPr/>
    </dgm:pt>
    <dgm:pt modelId="{A4192F45-CBD4-4D83-B70E-C2D18D3A8286}" type="pres">
      <dgm:prSet presAssocID="{F1138551-093C-4AD6-99C4-552E771BDE50}" presName="sibTrans" presStyleCnt="0"/>
      <dgm:spPr/>
    </dgm:pt>
    <dgm:pt modelId="{72F8D74E-79C5-44A2-8AEB-91B75E52BA5C}" type="pres">
      <dgm:prSet presAssocID="{BDB2ECC3-E4FB-4DE4-A28C-20048475CD56}" presName="compNode" presStyleCnt="0"/>
      <dgm:spPr/>
    </dgm:pt>
    <dgm:pt modelId="{25FBD2C9-972D-49DE-BC98-32304D4919BB}" type="pres">
      <dgm:prSet presAssocID="{BDB2ECC3-E4FB-4DE4-A28C-20048475CD56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046111D4-0F18-4660-A755-AE90A5E5815F}" type="pres">
      <dgm:prSet presAssocID="{BDB2ECC3-E4FB-4DE4-A28C-20048475CD56}" presName="iconSpace" presStyleCnt="0"/>
      <dgm:spPr/>
    </dgm:pt>
    <dgm:pt modelId="{7E8BA294-5D10-46E7-8D58-32803F9AF088}" type="pres">
      <dgm:prSet presAssocID="{BDB2ECC3-E4FB-4DE4-A28C-20048475CD56}" presName="parTx" presStyleLbl="revTx" presStyleIdx="6" presStyleCnt="12">
        <dgm:presLayoutVars>
          <dgm:chMax val="0"/>
          <dgm:chPref val="0"/>
        </dgm:presLayoutVars>
      </dgm:prSet>
      <dgm:spPr/>
    </dgm:pt>
    <dgm:pt modelId="{87D79AB6-B016-452D-B687-A389D9F0201D}" type="pres">
      <dgm:prSet presAssocID="{BDB2ECC3-E4FB-4DE4-A28C-20048475CD56}" presName="txSpace" presStyleCnt="0"/>
      <dgm:spPr/>
    </dgm:pt>
    <dgm:pt modelId="{3EB69599-3C4B-4400-93CE-6D6F1491759A}" type="pres">
      <dgm:prSet presAssocID="{BDB2ECC3-E4FB-4DE4-A28C-20048475CD56}" presName="desTx" presStyleLbl="revTx" presStyleIdx="7" presStyleCnt="12">
        <dgm:presLayoutVars/>
      </dgm:prSet>
      <dgm:spPr/>
    </dgm:pt>
    <dgm:pt modelId="{1581FFF4-1E33-4C6D-96B9-7E34A2C4D39F}" type="pres">
      <dgm:prSet presAssocID="{3E858333-DFEB-4BFA-B0FD-071248143B2E}" presName="sibTrans" presStyleCnt="0"/>
      <dgm:spPr/>
    </dgm:pt>
    <dgm:pt modelId="{17FBCBFE-138F-4700-A6BD-8602A5C1B116}" type="pres">
      <dgm:prSet presAssocID="{19821ACB-F613-4137-A164-EDD50261CFFF}" presName="compNode" presStyleCnt="0"/>
      <dgm:spPr/>
    </dgm:pt>
    <dgm:pt modelId="{3FAAE121-4278-4DE9-9DCD-CD98DD8A54E9}" type="pres">
      <dgm:prSet presAssocID="{19821ACB-F613-4137-A164-EDD50261CFFF}" presName="iconRect" presStyleLbl="node1" presStyleIdx="4" presStyleCnt="6"/>
      <dgm:spPr>
        <a:blipFill>
          <a:blip xmlns:r="http://schemas.openxmlformats.org/officeDocument/2006/relationships"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Taktik defteri"/>
        </a:ext>
      </dgm:extLst>
    </dgm:pt>
    <dgm:pt modelId="{C7883E6C-0C33-4C7E-A20C-942C9D2F6975}" type="pres">
      <dgm:prSet presAssocID="{19821ACB-F613-4137-A164-EDD50261CFFF}" presName="iconSpace" presStyleCnt="0"/>
      <dgm:spPr/>
    </dgm:pt>
    <dgm:pt modelId="{B957CB9E-14B8-462D-AF7D-E850BF540368}" type="pres">
      <dgm:prSet presAssocID="{19821ACB-F613-4137-A164-EDD50261CFFF}" presName="parTx" presStyleLbl="revTx" presStyleIdx="8" presStyleCnt="12">
        <dgm:presLayoutVars>
          <dgm:chMax val="0"/>
          <dgm:chPref val="0"/>
        </dgm:presLayoutVars>
      </dgm:prSet>
      <dgm:spPr/>
    </dgm:pt>
    <dgm:pt modelId="{B733ED42-F655-4F04-BEF0-F68EF39BB331}" type="pres">
      <dgm:prSet presAssocID="{19821ACB-F613-4137-A164-EDD50261CFFF}" presName="txSpace" presStyleCnt="0"/>
      <dgm:spPr/>
    </dgm:pt>
    <dgm:pt modelId="{8921871B-A295-426C-95F6-E7EE9FD7BEC9}" type="pres">
      <dgm:prSet presAssocID="{19821ACB-F613-4137-A164-EDD50261CFFF}" presName="desTx" presStyleLbl="revTx" presStyleIdx="9" presStyleCnt="12">
        <dgm:presLayoutVars/>
      </dgm:prSet>
      <dgm:spPr/>
    </dgm:pt>
    <dgm:pt modelId="{DE45A068-54F2-4A26-953A-426E12813CF8}" type="pres">
      <dgm:prSet presAssocID="{7E683B50-4DBB-4425-BA64-7DBB0E825335}" presName="sibTrans" presStyleCnt="0"/>
      <dgm:spPr/>
    </dgm:pt>
    <dgm:pt modelId="{E08EFD6D-AF8C-4244-8797-1E6BEC2654F1}" type="pres">
      <dgm:prSet presAssocID="{0A3A36D3-133E-4AF2-80B5-C6B505607BE2}" presName="compNode" presStyleCnt="0"/>
      <dgm:spPr/>
    </dgm:pt>
    <dgm:pt modelId="{8E622657-D6EB-48E4-B698-E06BD2C7202F}" type="pres">
      <dgm:prSet presAssocID="{0A3A36D3-133E-4AF2-80B5-C6B505607BE2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9098C16C-8C9C-4EE2-B994-7F4D5A0887ED}" type="pres">
      <dgm:prSet presAssocID="{0A3A36D3-133E-4AF2-80B5-C6B505607BE2}" presName="iconSpace" presStyleCnt="0"/>
      <dgm:spPr/>
    </dgm:pt>
    <dgm:pt modelId="{69C75E02-0DE3-48E5-863E-25069966C962}" type="pres">
      <dgm:prSet presAssocID="{0A3A36D3-133E-4AF2-80B5-C6B505607BE2}" presName="parTx" presStyleLbl="revTx" presStyleIdx="10" presStyleCnt="12">
        <dgm:presLayoutVars>
          <dgm:chMax val="0"/>
          <dgm:chPref val="0"/>
        </dgm:presLayoutVars>
      </dgm:prSet>
      <dgm:spPr/>
    </dgm:pt>
    <dgm:pt modelId="{234F6349-8E7E-4395-ACAB-E5ED90994BAA}" type="pres">
      <dgm:prSet presAssocID="{0A3A36D3-133E-4AF2-80B5-C6B505607BE2}" presName="txSpace" presStyleCnt="0"/>
      <dgm:spPr/>
    </dgm:pt>
    <dgm:pt modelId="{5013EFE5-2440-40E0-8011-4FB24B6A7D04}" type="pres">
      <dgm:prSet presAssocID="{0A3A36D3-133E-4AF2-80B5-C6B505607BE2}" presName="desTx" presStyleLbl="revTx" presStyleIdx="11" presStyleCnt="12">
        <dgm:presLayoutVars/>
      </dgm:prSet>
      <dgm:spPr/>
    </dgm:pt>
  </dgm:ptLst>
  <dgm:cxnLst>
    <dgm:cxn modelId="{01C5EB09-6DDC-4091-8DAF-A3EF19CEDB6C}" type="presOf" srcId="{9E972791-A19A-411A-B86F-E1CCF74B9BAB}" destId="{2D1299FD-6CF6-47E1-92E4-94C2B53F4C71}" srcOrd="0" destOrd="1" presId="urn:microsoft.com/office/officeart/2018/5/layout/CenteredIconLabelDescriptionList"/>
    <dgm:cxn modelId="{5A13EB0A-1DC7-4423-AD36-3EB5F86E5859}" type="presOf" srcId="{F0222E9B-7BB9-4400-AE0C-2105D4511346}" destId="{3EB69599-3C4B-4400-93CE-6D6F1491759A}" srcOrd="0" destOrd="1" presId="urn:microsoft.com/office/officeart/2018/5/layout/CenteredIconLabelDescriptionList"/>
    <dgm:cxn modelId="{B714C917-5916-4658-BA42-FB4C6F4D810D}" type="presOf" srcId="{9B1CFE1F-7A07-47C3-97F9-4F518CF92689}" destId="{3EB69599-3C4B-4400-93CE-6D6F1491759A}" srcOrd="0" destOrd="0" presId="urn:microsoft.com/office/officeart/2018/5/layout/CenteredIconLabelDescriptionList"/>
    <dgm:cxn modelId="{51350218-0B3B-45F9-84E6-93E8AA09903D}" type="presOf" srcId="{FAC9803F-2609-4FFA-BCDC-7F39A74B8072}" destId="{8921871B-A295-426C-95F6-E7EE9FD7BEC9}" srcOrd="0" destOrd="1" presId="urn:microsoft.com/office/officeart/2018/5/layout/CenteredIconLabelDescriptionList"/>
    <dgm:cxn modelId="{057AC618-904F-4CB6-B344-DFC9DDBF2B78}" srcId="{19821ACB-F613-4137-A164-EDD50261CFFF}" destId="{FAC9803F-2609-4FFA-BCDC-7F39A74B8072}" srcOrd="1" destOrd="0" parTransId="{3727007E-024C-4C9D-844E-7E08E196435F}" sibTransId="{1DFD2B65-8C4D-41D8-85ED-F7E92E1CE69C}"/>
    <dgm:cxn modelId="{5461F41C-0DA4-4998-AF0D-FD781D7A5444}" type="presOf" srcId="{B07AB28A-D648-4F45-B40B-3DDA5B82572C}" destId="{2D105D3A-799C-4C36-8F30-E9FB62F9D6B8}" srcOrd="0" destOrd="0" presId="urn:microsoft.com/office/officeart/2018/5/layout/CenteredIconLabelDescriptionList"/>
    <dgm:cxn modelId="{95EECE26-88EE-4E83-B0B1-A5CE878282BF}" srcId="{3742D4B4-D44B-4458-8105-ECC6FA566662}" destId="{40A2358F-06BE-44E1-90E0-325FF0774E43}" srcOrd="0" destOrd="0" parTransId="{46C22793-C8B1-4043-B6D0-3F1AE292D3EE}" sibTransId="{1FA90EFB-2779-4B41-983A-920E9D173344}"/>
    <dgm:cxn modelId="{62D66C2C-D6A9-4F4B-A092-D839F5181E86}" type="presOf" srcId="{246E8C28-68DF-4E58-91CC-EBC9C9C124C8}" destId="{FB3B97F0-1D77-4679-B845-F77D8E71DF1B}" srcOrd="0" destOrd="1" presId="urn:microsoft.com/office/officeart/2018/5/layout/CenteredIconLabelDescriptionList"/>
    <dgm:cxn modelId="{93E18F5E-A982-4C71-8DD9-A964DEAB47EB}" srcId="{D69A9B8E-C769-4AAA-9204-786DF1C451F7}" destId="{19821ACB-F613-4137-A164-EDD50261CFFF}" srcOrd="4" destOrd="0" parTransId="{98B6C471-3332-40F3-8948-F8043247765E}" sibTransId="{7E683B50-4DBB-4425-BA64-7DBB0E825335}"/>
    <dgm:cxn modelId="{98B36A43-C292-486E-8C65-1439CAE7BD11}" srcId="{48596DE1-C5A1-47F9-96CA-5C53AE174A53}" destId="{9E972791-A19A-411A-B86F-E1CCF74B9BAB}" srcOrd="1" destOrd="0" parTransId="{BDF51504-04E9-4021-A098-FEB910667D72}" sibTransId="{4DBF5F58-445E-4135-B33C-8B68D68EF008}"/>
    <dgm:cxn modelId="{E3D7BD64-8C1E-4DC3-A807-C9C38FF66FE3}" type="presOf" srcId="{48596DE1-C5A1-47F9-96CA-5C53AE174A53}" destId="{39E43E5E-41C0-40EC-B14B-7CFE9FF74172}" srcOrd="0" destOrd="0" presId="urn:microsoft.com/office/officeart/2018/5/layout/CenteredIconLabelDescriptionList"/>
    <dgm:cxn modelId="{825D4F65-1E08-4E1E-903B-89A6EAA6BADD}" srcId="{BDB2ECC3-E4FB-4DE4-A28C-20048475CD56}" destId="{9B1CFE1F-7A07-47C3-97F9-4F518CF92689}" srcOrd="0" destOrd="0" parTransId="{3C872C66-474C-4AA6-8516-5DF1C88A6C98}" sibTransId="{8F8AE745-F89E-4FBF-83F3-368AC39A8CFA}"/>
    <dgm:cxn modelId="{523B8D6A-A470-4D02-A560-99EB2BB07B6F}" type="presOf" srcId="{03120DEF-CD3A-405A-A66E-EC8DFA2A64ED}" destId="{2D1299FD-6CF6-47E1-92E4-94C2B53F4C71}" srcOrd="0" destOrd="0" presId="urn:microsoft.com/office/officeart/2018/5/layout/CenteredIconLabelDescriptionList"/>
    <dgm:cxn modelId="{EED31E4E-D26B-4692-A411-3F89170F9464}" type="presOf" srcId="{D69A9B8E-C769-4AAA-9204-786DF1C451F7}" destId="{01D17F51-3FBF-4B07-8A62-BEA5CB2B6A17}" srcOrd="0" destOrd="0" presId="urn:microsoft.com/office/officeart/2018/5/layout/CenteredIconLabelDescriptionList"/>
    <dgm:cxn modelId="{7BFEAF74-B98E-447D-9301-DA5A73611934}" type="presOf" srcId="{BDB2ECC3-E4FB-4DE4-A28C-20048475CD56}" destId="{7E8BA294-5D10-46E7-8D58-32803F9AF088}" srcOrd="0" destOrd="0" presId="urn:microsoft.com/office/officeart/2018/5/layout/CenteredIconLabelDescriptionList"/>
    <dgm:cxn modelId="{F3F12F56-7953-4E64-940D-C0F5613E6E60}" srcId="{BDB2ECC3-E4FB-4DE4-A28C-20048475CD56}" destId="{F0222E9B-7BB9-4400-AE0C-2105D4511346}" srcOrd="1" destOrd="0" parTransId="{4E37319F-7C46-4038-8F7A-556E1A98AE03}" sibTransId="{933E2AD2-5B1A-4C0F-A535-9C8E6A9438D9}"/>
    <dgm:cxn modelId="{AD5CA95A-B8FA-417A-BDF4-4C5D49FA05E0}" srcId="{B07AB28A-D648-4F45-B40B-3DDA5B82572C}" destId="{1D7568F6-4C31-41ED-A900-A2CC7BAD3F3C}" srcOrd="0" destOrd="0" parTransId="{00F482B5-69D4-4BB1-8D89-AD6D747D391B}" sibTransId="{4F0E5B8B-F1E0-40F6-A21B-EE5967313E26}"/>
    <dgm:cxn modelId="{1B242F7D-DB49-48BA-80F9-E5C95C2C7049}" srcId="{D69A9B8E-C769-4AAA-9204-786DF1C451F7}" destId="{BDB2ECC3-E4FB-4DE4-A28C-20048475CD56}" srcOrd="3" destOrd="0" parTransId="{A0E04274-D918-42AC-BAFC-951AE0B358A8}" sibTransId="{3E858333-DFEB-4BFA-B0FD-071248143B2E}"/>
    <dgm:cxn modelId="{02F1DC80-57EB-4DE1-89B8-A04592C3B79E}" srcId="{D69A9B8E-C769-4AAA-9204-786DF1C451F7}" destId="{3742D4B4-D44B-4458-8105-ECC6FA566662}" srcOrd="0" destOrd="0" parTransId="{42DCF5A3-28B8-4F25-8946-B9D53A33267F}" sibTransId="{34E24A23-341E-4BA2-9E98-7180441BFD0B}"/>
    <dgm:cxn modelId="{D518FB91-3C18-4967-ACF9-E8ACDE093B44}" srcId="{D69A9B8E-C769-4AAA-9204-786DF1C451F7}" destId="{B07AB28A-D648-4F45-B40B-3DDA5B82572C}" srcOrd="1" destOrd="0" parTransId="{BC794B09-D764-4D28-913A-3BDD5DB26B49}" sibTransId="{D47DFBBA-1AB8-4374-9125-0F3A2D462F74}"/>
    <dgm:cxn modelId="{B78DCF96-6061-4949-87CC-EE27DB520BB3}" srcId="{48596DE1-C5A1-47F9-96CA-5C53AE174A53}" destId="{03120DEF-CD3A-405A-A66E-EC8DFA2A64ED}" srcOrd="0" destOrd="0" parTransId="{F913AA44-4FC9-4483-9ACB-ACE275F39D86}" sibTransId="{85C2D5E0-2934-46F7-B13A-1AEF65DC4986}"/>
    <dgm:cxn modelId="{25A596A3-7DAB-4494-84F5-EC4607BBF4E8}" srcId="{D69A9B8E-C769-4AAA-9204-786DF1C451F7}" destId="{48596DE1-C5A1-47F9-96CA-5C53AE174A53}" srcOrd="2" destOrd="0" parTransId="{233DA149-1CB2-4A2A-9722-51C5D72DC702}" sibTransId="{F1138551-093C-4AD6-99C4-552E771BDE50}"/>
    <dgm:cxn modelId="{C51732A5-D4F0-448D-AB26-D4387E9D7768}" type="presOf" srcId="{8B705F22-73B0-4CC9-8675-BF626EA1C429}" destId="{5013EFE5-2440-40E0-8011-4FB24B6A7D04}" srcOrd="0" destOrd="0" presId="urn:microsoft.com/office/officeart/2018/5/layout/CenteredIconLabelDescriptionList"/>
    <dgm:cxn modelId="{884DACA6-BDB2-46F1-803C-D23C9997A4BF}" type="presOf" srcId="{0A3A36D3-133E-4AF2-80B5-C6B505607BE2}" destId="{69C75E02-0DE3-48E5-863E-25069966C962}" srcOrd="0" destOrd="0" presId="urn:microsoft.com/office/officeart/2018/5/layout/CenteredIconLabelDescriptionList"/>
    <dgm:cxn modelId="{9876FEB7-0266-47D0-9E27-B638A600ECE1}" type="presOf" srcId="{40A2358F-06BE-44E1-90E0-325FF0774E43}" destId="{FB3B97F0-1D77-4679-B845-F77D8E71DF1B}" srcOrd="0" destOrd="0" presId="urn:microsoft.com/office/officeart/2018/5/layout/CenteredIconLabelDescriptionList"/>
    <dgm:cxn modelId="{AF7D88BE-9509-4D8F-904D-D3C84FC2103A}" srcId="{3742D4B4-D44B-4458-8105-ECC6FA566662}" destId="{246E8C28-68DF-4E58-91CC-EBC9C9C124C8}" srcOrd="1" destOrd="0" parTransId="{F5EFE53F-0E9A-432A-AA7A-4D5AC61D8E42}" sibTransId="{B9844D61-02DE-4151-A160-5304842E7E39}"/>
    <dgm:cxn modelId="{013BE7C3-480B-4B99-9D3B-1801C39C91D8}" type="presOf" srcId="{1D7568F6-4C31-41ED-A900-A2CC7BAD3F3C}" destId="{A9BC6186-4069-437A-A3D7-3B790B00D89A}" srcOrd="0" destOrd="0" presId="urn:microsoft.com/office/officeart/2018/5/layout/CenteredIconLabelDescriptionList"/>
    <dgm:cxn modelId="{DA57A0C6-25D5-4C10-BB85-C5FF2E40BD79}" srcId="{D69A9B8E-C769-4AAA-9204-786DF1C451F7}" destId="{0A3A36D3-133E-4AF2-80B5-C6B505607BE2}" srcOrd="5" destOrd="0" parTransId="{27D19FCC-4CBA-440C-86A6-998A3239201D}" sibTransId="{B34C9CC4-A92B-4019-B666-E039C6B7301F}"/>
    <dgm:cxn modelId="{EC024EC9-20C1-49D2-BE05-2081A2A8328F}" srcId="{19821ACB-F613-4137-A164-EDD50261CFFF}" destId="{55AF04C5-5733-4518-B775-C12079AD22D3}" srcOrd="0" destOrd="0" parTransId="{C4A67B4B-5E47-44C2-B2B3-496AE43283B9}" sibTransId="{5436A2CB-89B5-4200-9CD0-A635005A9F5D}"/>
    <dgm:cxn modelId="{B97200EC-44EF-47B1-ADF9-FCEEACCBCC3A}" type="presOf" srcId="{3742D4B4-D44B-4458-8105-ECC6FA566662}" destId="{8FD2CAD5-3F6E-4619-A750-EAF580D4E13F}" srcOrd="0" destOrd="0" presId="urn:microsoft.com/office/officeart/2018/5/layout/CenteredIconLabelDescriptionList"/>
    <dgm:cxn modelId="{9C4677F8-37C6-4102-8811-EC7B2858B632}" srcId="{0A3A36D3-133E-4AF2-80B5-C6B505607BE2}" destId="{8B705F22-73B0-4CC9-8675-BF626EA1C429}" srcOrd="0" destOrd="0" parTransId="{0586FEFF-255D-41FC-96BE-B9BFA3EEC8B8}" sibTransId="{B7E7762E-3722-4CF1-B2C5-4807BC3EEC89}"/>
    <dgm:cxn modelId="{6D0F7FF9-BAAC-49F0-9D49-854250629DA1}" type="presOf" srcId="{19821ACB-F613-4137-A164-EDD50261CFFF}" destId="{B957CB9E-14B8-462D-AF7D-E850BF540368}" srcOrd="0" destOrd="0" presId="urn:microsoft.com/office/officeart/2018/5/layout/CenteredIconLabelDescriptionList"/>
    <dgm:cxn modelId="{4E2F35FA-DE49-4519-ADEB-A32BD32D8689}" type="presOf" srcId="{55AF04C5-5733-4518-B775-C12079AD22D3}" destId="{8921871B-A295-426C-95F6-E7EE9FD7BEC9}" srcOrd="0" destOrd="0" presId="urn:microsoft.com/office/officeart/2018/5/layout/CenteredIconLabelDescriptionList"/>
    <dgm:cxn modelId="{69005952-A50A-4811-B9C9-60A2F6EE983C}" type="presParOf" srcId="{01D17F51-3FBF-4B07-8A62-BEA5CB2B6A17}" destId="{5DC65046-D7FC-41CB-A89F-9A76D6EEAEA2}" srcOrd="0" destOrd="0" presId="urn:microsoft.com/office/officeart/2018/5/layout/CenteredIconLabelDescriptionList"/>
    <dgm:cxn modelId="{03AAFCA3-6B34-4401-9879-A3C624904C0F}" type="presParOf" srcId="{5DC65046-D7FC-41CB-A89F-9A76D6EEAEA2}" destId="{754E0208-D32E-42E1-A52D-0855F5C4760B}" srcOrd="0" destOrd="0" presId="urn:microsoft.com/office/officeart/2018/5/layout/CenteredIconLabelDescriptionList"/>
    <dgm:cxn modelId="{28A643F3-E7B2-41B6-B56E-262383572D14}" type="presParOf" srcId="{5DC65046-D7FC-41CB-A89F-9A76D6EEAEA2}" destId="{395EF957-8CB6-475D-AC01-CD40C9E45970}" srcOrd="1" destOrd="0" presId="urn:microsoft.com/office/officeart/2018/5/layout/CenteredIconLabelDescriptionList"/>
    <dgm:cxn modelId="{AC8FD797-6792-4A0F-9D29-705377740D4C}" type="presParOf" srcId="{5DC65046-D7FC-41CB-A89F-9A76D6EEAEA2}" destId="{8FD2CAD5-3F6E-4619-A750-EAF580D4E13F}" srcOrd="2" destOrd="0" presId="urn:microsoft.com/office/officeart/2018/5/layout/CenteredIconLabelDescriptionList"/>
    <dgm:cxn modelId="{35FA09FA-0286-42B2-B03D-59F55B1DF6C7}" type="presParOf" srcId="{5DC65046-D7FC-41CB-A89F-9A76D6EEAEA2}" destId="{E9333F7E-357D-4C8E-9BBB-42D4263A05C6}" srcOrd="3" destOrd="0" presId="urn:microsoft.com/office/officeart/2018/5/layout/CenteredIconLabelDescriptionList"/>
    <dgm:cxn modelId="{A165748E-E3EB-4061-8AA6-39BD26301070}" type="presParOf" srcId="{5DC65046-D7FC-41CB-A89F-9A76D6EEAEA2}" destId="{FB3B97F0-1D77-4679-B845-F77D8E71DF1B}" srcOrd="4" destOrd="0" presId="urn:microsoft.com/office/officeart/2018/5/layout/CenteredIconLabelDescriptionList"/>
    <dgm:cxn modelId="{73DAAB50-F1A5-4755-BB3A-02D39EAE058E}" type="presParOf" srcId="{01D17F51-3FBF-4B07-8A62-BEA5CB2B6A17}" destId="{8C677B0B-E533-4B24-94E7-D4C2E0D43E60}" srcOrd="1" destOrd="0" presId="urn:microsoft.com/office/officeart/2018/5/layout/CenteredIconLabelDescriptionList"/>
    <dgm:cxn modelId="{A9539E18-0CDD-45A4-8BF8-479C6430CEC6}" type="presParOf" srcId="{01D17F51-3FBF-4B07-8A62-BEA5CB2B6A17}" destId="{3606AA41-A532-470B-B31C-551E2B6041A3}" srcOrd="2" destOrd="0" presId="urn:microsoft.com/office/officeart/2018/5/layout/CenteredIconLabelDescriptionList"/>
    <dgm:cxn modelId="{92D18727-E672-43F8-BD4A-2E009766C620}" type="presParOf" srcId="{3606AA41-A532-470B-B31C-551E2B6041A3}" destId="{74359BC4-545D-4C4D-9707-DD3D993867EA}" srcOrd="0" destOrd="0" presId="urn:microsoft.com/office/officeart/2018/5/layout/CenteredIconLabelDescriptionList"/>
    <dgm:cxn modelId="{6E0C34D8-50FE-4EF1-A85C-C59ACE92676F}" type="presParOf" srcId="{3606AA41-A532-470B-B31C-551E2B6041A3}" destId="{C0920B00-44D8-4B0F-B3F5-15CA2AAEA6CE}" srcOrd="1" destOrd="0" presId="urn:microsoft.com/office/officeart/2018/5/layout/CenteredIconLabelDescriptionList"/>
    <dgm:cxn modelId="{AC271FFF-D38F-4A2B-ACD0-8D207B629580}" type="presParOf" srcId="{3606AA41-A532-470B-B31C-551E2B6041A3}" destId="{2D105D3A-799C-4C36-8F30-E9FB62F9D6B8}" srcOrd="2" destOrd="0" presId="urn:microsoft.com/office/officeart/2018/5/layout/CenteredIconLabelDescriptionList"/>
    <dgm:cxn modelId="{ED9CD7E0-9A4D-4720-8F88-9F1EC7CC426A}" type="presParOf" srcId="{3606AA41-A532-470B-B31C-551E2B6041A3}" destId="{CCFBA3F4-199F-4CA6-B071-D81558F5B814}" srcOrd="3" destOrd="0" presId="urn:microsoft.com/office/officeart/2018/5/layout/CenteredIconLabelDescriptionList"/>
    <dgm:cxn modelId="{0A340724-C1C3-44CD-AD75-3D59320E17B4}" type="presParOf" srcId="{3606AA41-A532-470B-B31C-551E2B6041A3}" destId="{A9BC6186-4069-437A-A3D7-3B790B00D89A}" srcOrd="4" destOrd="0" presId="urn:microsoft.com/office/officeart/2018/5/layout/CenteredIconLabelDescriptionList"/>
    <dgm:cxn modelId="{938387EA-E97B-4131-8577-78BE9966059C}" type="presParOf" srcId="{01D17F51-3FBF-4B07-8A62-BEA5CB2B6A17}" destId="{A96ED05C-031F-45D6-8EFB-7D97B75465EA}" srcOrd="3" destOrd="0" presId="urn:microsoft.com/office/officeart/2018/5/layout/CenteredIconLabelDescriptionList"/>
    <dgm:cxn modelId="{36E39EB4-156F-4929-A7BB-39B33EA6D652}" type="presParOf" srcId="{01D17F51-3FBF-4B07-8A62-BEA5CB2B6A17}" destId="{5DB85E5F-8082-4C37-96FD-07139B04782D}" srcOrd="4" destOrd="0" presId="urn:microsoft.com/office/officeart/2018/5/layout/CenteredIconLabelDescriptionList"/>
    <dgm:cxn modelId="{4475F7E0-4258-45E7-BB8B-0D202325DD8A}" type="presParOf" srcId="{5DB85E5F-8082-4C37-96FD-07139B04782D}" destId="{A0AEAAE3-0B04-42F6-A6A7-9D7B1F4C2DB4}" srcOrd="0" destOrd="0" presId="urn:microsoft.com/office/officeart/2018/5/layout/CenteredIconLabelDescriptionList"/>
    <dgm:cxn modelId="{4E557185-5784-484B-B42D-4B3F50A747CE}" type="presParOf" srcId="{5DB85E5F-8082-4C37-96FD-07139B04782D}" destId="{4A242B54-A1B0-4872-AB22-7C3CADB8B63C}" srcOrd="1" destOrd="0" presId="urn:microsoft.com/office/officeart/2018/5/layout/CenteredIconLabelDescriptionList"/>
    <dgm:cxn modelId="{B347A110-FA26-485C-BD99-C7841EB3D848}" type="presParOf" srcId="{5DB85E5F-8082-4C37-96FD-07139B04782D}" destId="{39E43E5E-41C0-40EC-B14B-7CFE9FF74172}" srcOrd="2" destOrd="0" presId="urn:microsoft.com/office/officeart/2018/5/layout/CenteredIconLabelDescriptionList"/>
    <dgm:cxn modelId="{F4CC39B3-F9FB-4EF8-8E94-7EE2E744EEB4}" type="presParOf" srcId="{5DB85E5F-8082-4C37-96FD-07139B04782D}" destId="{06F68587-F18E-484E-B470-02F8E220F09B}" srcOrd="3" destOrd="0" presId="urn:microsoft.com/office/officeart/2018/5/layout/CenteredIconLabelDescriptionList"/>
    <dgm:cxn modelId="{825C93B0-E2D0-4663-9EE7-20C2C75D43C7}" type="presParOf" srcId="{5DB85E5F-8082-4C37-96FD-07139B04782D}" destId="{2D1299FD-6CF6-47E1-92E4-94C2B53F4C71}" srcOrd="4" destOrd="0" presId="urn:microsoft.com/office/officeart/2018/5/layout/CenteredIconLabelDescriptionList"/>
    <dgm:cxn modelId="{97667635-B03A-4771-8923-BA0049AD3D71}" type="presParOf" srcId="{01D17F51-3FBF-4B07-8A62-BEA5CB2B6A17}" destId="{A4192F45-CBD4-4D83-B70E-C2D18D3A8286}" srcOrd="5" destOrd="0" presId="urn:microsoft.com/office/officeart/2018/5/layout/CenteredIconLabelDescriptionList"/>
    <dgm:cxn modelId="{0E27726E-22E6-4D42-8678-53276FADEFB4}" type="presParOf" srcId="{01D17F51-3FBF-4B07-8A62-BEA5CB2B6A17}" destId="{72F8D74E-79C5-44A2-8AEB-91B75E52BA5C}" srcOrd="6" destOrd="0" presId="urn:microsoft.com/office/officeart/2018/5/layout/CenteredIconLabelDescriptionList"/>
    <dgm:cxn modelId="{5DFCD9DE-C80C-4957-9EB2-7FE326FA3146}" type="presParOf" srcId="{72F8D74E-79C5-44A2-8AEB-91B75E52BA5C}" destId="{25FBD2C9-972D-49DE-BC98-32304D4919BB}" srcOrd="0" destOrd="0" presId="urn:microsoft.com/office/officeart/2018/5/layout/CenteredIconLabelDescriptionList"/>
    <dgm:cxn modelId="{D80BAECB-B2EC-44A6-B66B-810ACE1A1477}" type="presParOf" srcId="{72F8D74E-79C5-44A2-8AEB-91B75E52BA5C}" destId="{046111D4-0F18-4660-A755-AE90A5E5815F}" srcOrd="1" destOrd="0" presId="urn:microsoft.com/office/officeart/2018/5/layout/CenteredIconLabelDescriptionList"/>
    <dgm:cxn modelId="{266246DF-E4E1-4673-AEE2-213809D0DE2A}" type="presParOf" srcId="{72F8D74E-79C5-44A2-8AEB-91B75E52BA5C}" destId="{7E8BA294-5D10-46E7-8D58-32803F9AF088}" srcOrd="2" destOrd="0" presId="urn:microsoft.com/office/officeart/2018/5/layout/CenteredIconLabelDescriptionList"/>
    <dgm:cxn modelId="{9F4368C1-4BD9-4618-854C-8A65A48579DC}" type="presParOf" srcId="{72F8D74E-79C5-44A2-8AEB-91B75E52BA5C}" destId="{87D79AB6-B016-452D-B687-A389D9F0201D}" srcOrd="3" destOrd="0" presId="urn:microsoft.com/office/officeart/2018/5/layout/CenteredIconLabelDescriptionList"/>
    <dgm:cxn modelId="{6A1DB30D-63C3-4099-A915-C41A48203BBD}" type="presParOf" srcId="{72F8D74E-79C5-44A2-8AEB-91B75E52BA5C}" destId="{3EB69599-3C4B-4400-93CE-6D6F1491759A}" srcOrd="4" destOrd="0" presId="urn:microsoft.com/office/officeart/2018/5/layout/CenteredIconLabelDescriptionList"/>
    <dgm:cxn modelId="{5387C158-9649-48CE-ACA8-A0D95E140F9C}" type="presParOf" srcId="{01D17F51-3FBF-4B07-8A62-BEA5CB2B6A17}" destId="{1581FFF4-1E33-4C6D-96B9-7E34A2C4D39F}" srcOrd="7" destOrd="0" presId="urn:microsoft.com/office/officeart/2018/5/layout/CenteredIconLabelDescriptionList"/>
    <dgm:cxn modelId="{04EDD728-DA6E-4FB1-9AA0-C15D36ED315C}" type="presParOf" srcId="{01D17F51-3FBF-4B07-8A62-BEA5CB2B6A17}" destId="{17FBCBFE-138F-4700-A6BD-8602A5C1B116}" srcOrd="8" destOrd="0" presId="urn:microsoft.com/office/officeart/2018/5/layout/CenteredIconLabelDescriptionList"/>
    <dgm:cxn modelId="{2F8A3D4D-3CA2-4462-8EFB-D601FD1879F3}" type="presParOf" srcId="{17FBCBFE-138F-4700-A6BD-8602A5C1B116}" destId="{3FAAE121-4278-4DE9-9DCD-CD98DD8A54E9}" srcOrd="0" destOrd="0" presId="urn:microsoft.com/office/officeart/2018/5/layout/CenteredIconLabelDescriptionList"/>
    <dgm:cxn modelId="{203AA6DA-507E-4E3E-B23C-C32D76631981}" type="presParOf" srcId="{17FBCBFE-138F-4700-A6BD-8602A5C1B116}" destId="{C7883E6C-0C33-4C7E-A20C-942C9D2F6975}" srcOrd="1" destOrd="0" presId="urn:microsoft.com/office/officeart/2018/5/layout/CenteredIconLabelDescriptionList"/>
    <dgm:cxn modelId="{75A7EC76-C07D-4729-99C5-37C80FD424CA}" type="presParOf" srcId="{17FBCBFE-138F-4700-A6BD-8602A5C1B116}" destId="{B957CB9E-14B8-462D-AF7D-E850BF540368}" srcOrd="2" destOrd="0" presId="urn:microsoft.com/office/officeart/2018/5/layout/CenteredIconLabelDescriptionList"/>
    <dgm:cxn modelId="{F367123E-B2A5-4296-8351-4EF86527BBA4}" type="presParOf" srcId="{17FBCBFE-138F-4700-A6BD-8602A5C1B116}" destId="{B733ED42-F655-4F04-BEF0-F68EF39BB331}" srcOrd="3" destOrd="0" presId="urn:microsoft.com/office/officeart/2018/5/layout/CenteredIconLabelDescriptionList"/>
    <dgm:cxn modelId="{E9A9C07B-617F-46B9-86F4-E13B02E13878}" type="presParOf" srcId="{17FBCBFE-138F-4700-A6BD-8602A5C1B116}" destId="{8921871B-A295-426C-95F6-E7EE9FD7BEC9}" srcOrd="4" destOrd="0" presId="urn:microsoft.com/office/officeart/2018/5/layout/CenteredIconLabelDescriptionList"/>
    <dgm:cxn modelId="{359FD57B-D817-447E-9D50-B11770AC4225}" type="presParOf" srcId="{01D17F51-3FBF-4B07-8A62-BEA5CB2B6A17}" destId="{DE45A068-54F2-4A26-953A-426E12813CF8}" srcOrd="9" destOrd="0" presId="urn:microsoft.com/office/officeart/2018/5/layout/CenteredIconLabelDescriptionList"/>
    <dgm:cxn modelId="{33422897-AFFA-4FE8-9B3D-C2E19F90D6BB}" type="presParOf" srcId="{01D17F51-3FBF-4B07-8A62-BEA5CB2B6A17}" destId="{E08EFD6D-AF8C-4244-8797-1E6BEC2654F1}" srcOrd="10" destOrd="0" presId="urn:microsoft.com/office/officeart/2018/5/layout/CenteredIconLabelDescriptionList"/>
    <dgm:cxn modelId="{AC67F0A0-855E-41BD-B8D7-ACDF1D255AB7}" type="presParOf" srcId="{E08EFD6D-AF8C-4244-8797-1E6BEC2654F1}" destId="{8E622657-D6EB-48E4-B698-E06BD2C7202F}" srcOrd="0" destOrd="0" presId="urn:microsoft.com/office/officeart/2018/5/layout/CenteredIconLabelDescriptionList"/>
    <dgm:cxn modelId="{ECB60711-F4A7-44CE-8583-CC5A79A06BCA}" type="presParOf" srcId="{E08EFD6D-AF8C-4244-8797-1E6BEC2654F1}" destId="{9098C16C-8C9C-4EE2-B994-7F4D5A0887ED}" srcOrd="1" destOrd="0" presId="urn:microsoft.com/office/officeart/2018/5/layout/CenteredIconLabelDescriptionList"/>
    <dgm:cxn modelId="{337C18DB-05A6-4BF2-B9A0-F4D8B1E289B6}" type="presParOf" srcId="{E08EFD6D-AF8C-4244-8797-1E6BEC2654F1}" destId="{69C75E02-0DE3-48E5-863E-25069966C962}" srcOrd="2" destOrd="0" presId="urn:microsoft.com/office/officeart/2018/5/layout/CenteredIconLabelDescriptionList"/>
    <dgm:cxn modelId="{195944C4-1AFD-4787-BA1E-C5C5BC789D49}" type="presParOf" srcId="{E08EFD6D-AF8C-4244-8797-1E6BEC2654F1}" destId="{234F6349-8E7E-4395-ACAB-E5ED90994BAA}" srcOrd="3" destOrd="0" presId="urn:microsoft.com/office/officeart/2018/5/layout/CenteredIconLabelDescriptionList"/>
    <dgm:cxn modelId="{BA8CFD48-FBD4-4987-BC99-F918435F4288}" type="presParOf" srcId="{E08EFD6D-AF8C-4244-8797-1E6BEC2654F1}" destId="{5013EFE5-2440-40E0-8011-4FB24B6A7D0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642E4CF4-2948-4E91-81AF-83A9E8C58D5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36F4BD97-D1B1-488A-89C9-8A9C74A2E9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Stratum</a:t>
          </a:r>
          <a:endParaRPr lang="en-US"/>
        </a:p>
      </dgm:t>
    </dgm:pt>
    <dgm:pt modelId="{A11723DB-7742-4565-B814-7FF81CBEFD11}" type="parTrans" cxnId="{B46BD248-49A1-4153-A133-CF3B73B8E33A}">
      <dgm:prSet/>
      <dgm:spPr/>
      <dgm:t>
        <a:bodyPr/>
        <a:lstStyle/>
        <a:p>
          <a:endParaRPr lang="en-US" sz="3200"/>
        </a:p>
      </dgm:t>
    </dgm:pt>
    <dgm:pt modelId="{33F1882D-197C-46DE-AAA1-822D83C641DF}" type="sibTrans" cxnId="{B46BD248-49A1-4153-A133-CF3B73B8E33A}">
      <dgm:prSet/>
      <dgm:spPr/>
      <dgm:t>
        <a:bodyPr/>
        <a:lstStyle/>
        <a:p>
          <a:endParaRPr lang="en-US"/>
        </a:p>
      </dgm:t>
    </dgm:pt>
    <dgm:pt modelId="{61E2AB5A-3DAA-43F7-BA52-19202A7603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Stratum servers connect Stratum mining nodes </a:t>
          </a:r>
        </a:p>
      </dgm:t>
    </dgm:pt>
    <dgm:pt modelId="{0223AAD0-10E4-4E20-9165-2270B9B2C082}" type="parTrans" cxnId="{B835D13D-6125-4C5E-9E19-2E214933127E}">
      <dgm:prSet/>
      <dgm:spPr/>
      <dgm:t>
        <a:bodyPr/>
        <a:lstStyle/>
        <a:p>
          <a:endParaRPr lang="en-US" sz="3200"/>
        </a:p>
      </dgm:t>
    </dgm:pt>
    <dgm:pt modelId="{9C46E050-75A5-4110-8795-4B402A66D0F5}" type="sibTrans" cxnId="{B835D13D-6125-4C5E-9E19-2E214933127E}">
      <dgm:prSet/>
      <dgm:spPr/>
      <dgm:t>
        <a:bodyPr/>
        <a:lstStyle/>
        <a:p>
          <a:endParaRPr lang="en-US"/>
        </a:p>
      </dgm:t>
    </dgm:pt>
    <dgm:pt modelId="{7AAF4BFA-E8FE-4113-B25D-B02A8D4F7B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bridge the Stratum protocol</a:t>
          </a:r>
        </a:p>
      </dgm:t>
    </dgm:pt>
    <dgm:pt modelId="{D21DFB32-C90C-4FE8-AAE8-4FA0CC9E937A}" type="parTrans" cxnId="{E31265D7-6885-410A-AF8F-74F899F01070}">
      <dgm:prSet/>
      <dgm:spPr/>
      <dgm:t>
        <a:bodyPr/>
        <a:lstStyle/>
        <a:p>
          <a:endParaRPr lang="en-US" sz="3200"/>
        </a:p>
      </dgm:t>
    </dgm:pt>
    <dgm:pt modelId="{2673C620-251F-4DE6-83E3-17EE8035AB79}" type="sibTrans" cxnId="{E31265D7-6885-410A-AF8F-74F899F01070}">
      <dgm:prSet/>
      <dgm:spPr/>
      <dgm:t>
        <a:bodyPr/>
        <a:lstStyle/>
        <a:p>
          <a:endParaRPr lang="en-US"/>
        </a:p>
      </dgm:t>
    </dgm:pt>
    <dgm:pt modelId="{BC98120C-4699-478D-A23A-310ADD6D0F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main bitcoin network</a:t>
          </a:r>
        </a:p>
      </dgm:t>
    </dgm:pt>
    <dgm:pt modelId="{4881FAC4-2163-4E06-95ED-FBF3A161219B}" type="parTrans" cxnId="{44541056-D2AB-4C55-A460-75BBFBA04AA0}">
      <dgm:prSet/>
      <dgm:spPr/>
      <dgm:t>
        <a:bodyPr/>
        <a:lstStyle/>
        <a:p>
          <a:endParaRPr lang="en-US" sz="2400"/>
        </a:p>
      </dgm:t>
    </dgm:pt>
    <dgm:pt modelId="{6D15AFBC-F483-4C70-973D-E3409D70627F}" type="sibTrans" cxnId="{44541056-D2AB-4C55-A460-75BBFBA04AA0}">
      <dgm:prSet/>
      <dgm:spPr/>
      <dgm:t>
        <a:bodyPr/>
        <a:lstStyle/>
        <a:p>
          <a:endParaRPr lang="en-US"/>
        </a:p>
      </dgm:t>
    </dgm:pt>
    <dgm:pt modelId="{8DDE8F7F-ACD5-491D-9F08-393AB7E669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via the Stratum</a:t>
          </a:r>
          <a:r>
            <a:rPr lang="tr-TR"/>
            <a:t> </a:t>
          </a:r>
          <a:r>
            <a:rPr lang="en-US"/>
            <a:t>protocol</a:t>
          </a:r>
        </a:p>
      </dgm:t>
    </dgm:pt>
    <dgm:pt modelId="{6AEB839F-63C9-4F6A-B3CA-3468FD804992}" type="parTrans" cxnId="{66A41DDC-DFCB-4BEB-860E-AE0E0465BE14}">
      <dgm:prSet/>
      <dgm:spPr/>
      <dgm:t>
        <a:bodyPr/>
        <a:lstStyle/>
        <a:p>
          <a:endParaRPr lang="en-US" sz="2400"/>
        </a:p>
      </dgm:t>
    </dgm:pt>
    <dgm:pt modelId="{1343F2B9-D151-4A8B-B2CF-9746F315D5D6}" type="sibTrans" cxnId="{66A41DDC-DFCB-4BEB-860E-AE0E0465BE14}">
      <dgm:prSet/>
      <dgm:spPr/>
      <dgm:t>
        <a:bodyPr/>
        <a:lstStyle/>
        <a:p>
          <a:endParaRPr lang="en-US"/>
        </a:p>
      </dgm:t>
    </dgm:pt>
    <dgm:pt modelId="{D50B8557-867A-46DB-B652-60C2E55E0D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bitcoin</a:t>
          </a:r>
          <a:r>
            <a:rPr lang="tr-TR"/>
            <a:t> </a:t>
          </a:r>
          <a:r>
            <a:rPr lang="en-US"/>
            <a:t>P2P protocol </a:t>
          </a:r>
        </a:p>
      </dgm:t>
    </dgm:pt>
    <dgm:pt modelId="{93B0E300-BCD5-4626-A7CF-2B667BB7B00F}" type="parTrans" cxnId="{53586718-E786-4C96-AE19-7E4811EC827E}">
      <dgm:prSet/>
      <dgm:spPr/>
      <dgm:t>
        <a:bodyPr/>
        <a:lstStyle/>
        <a:p>
          <a:endParaRPr lang="en-US" sz="2400"/>
        </a:p>
      </dgm:t>
    </dgm:pt>
    <dgm:pt modelId="{6B4CD2E6-41C8-4317-8F5F-45B64DAAF06A}" type="sibTrans" cxnId="{53586718-E786-4C96-AE19-7E4811EC827E}">
      <dgm:prSet/>
      <dgm:spPr/>
      <dgm:t>
        <a:bodyPr/>
        <a:lstStyle/>
        <a:p>
          <a:endParaRPr lang="en-US"/>
        </a:p>
      </dgm:t>
    </dgm:pt>
    <dgm:pt modelId="{03D50DBC-6D10-4F48-B453-5DBCD51AF074}" type="pres">
      <dgm:prSet presAssocID="{642E4CF4-2948-4E91-81AF-83A9E8C58D51}" presName="root" presStyleCnt="0">
        <dgm:presLayoutVars>
          <dgm:dir/>
          <dgm:resizeHandles val="exact"/>
        </dgm:presLayoutVars>
      </dgm:prSet>
      <dgm:spPr/>
    </dgm:pt>
    <dgm:pt modelId="{1FC5CD22-4CFE-4135-927C-F6D166251AC9}" type="pres">
      <dgm:prSet presAssocID="{36F4BD97-D1B1-488A-89C9-8A9C74A2E919}" presName="compNode" presStyleCnt="0"/>
      <dgm:spPr/>
    </dgm:pt>
    <dgm:pt modelId="{4EC0BC50-E69F-4B7D-B05D-3B0D418A627E}" type="pres">
      <dgm:prSet presAssocID="{36F4BD97-D1B1-488A-89C9-8A9C74A2E919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E7505987-4CD4-4514-84FB-114423949647}" type="pres">
      <dgm:prSet presAssocID="{36F4BD97-D1B1-488A-89C9-8A9C74A2E919}" presName="iconSpace" presStyleCnt="0"/>
      <dgm:spPr/>
    </dgm:pt>
    <dgm:pt modelId="{FE0464B2-96FB-48F0-AF82-AF951FABF9DF}" type="pres">
      <dgm:prSet presAssocID="{36F4BD97-D1B1-488A-89C9-8A9C74A2E919}" presName="parTx" presStyleLbl="revTx" presStyleIdx="0" presStyleCnt="4">
        <dgm:presLayoutVars>
          <dgm:chMax val="0"/>
          <dgm:chPref val="0"/>
        </dgm:presLayoutVars>
      </dgm:prSet>
      <dgm:spPr/>
    </dgm:pt>
    <dgm:pt modelId="{B9FD7309-AA2F-457A-B736-48AC52EE809A}" type="pres">
      <dgm:prSet presAssocID="{36F4BD97-D1B1-488A-89C9-8A9C74A2E919}" presName="txSpace" presStyleCnt="0"/>
      <dgm:spPr/>
    </dgm:pt>
    <dgm:pt modelId="{5CAC6794-25B8-4213-B02E-EF87224997C3}" type="pres">
      <dgm:prSet presAssocID="{36F4BD97-D1B1-488A-89C9-8A9C74A2E919}" presName="desTx" presStyleLbl="revTx" presStyleIdx="1" presStyleCnt="4">
        <dgm:presLayoutVars/>
      </dgm:prSet>
      <dgm:spPr/>
    </dgm:pt>
    <dgm:pt modelId="{F8D801F2-53F5-4DFE-919D-C751201ACE75}" type="pres">
      <dgm:prSet presAssocID="{33F1882D-197C-46DE-AAA1-822D83C641DF}" presName="sibTrans" presStyleCnt="0"/>
      <dgm:spPr/>
    </dgm:pt>
    <dgm:pt modelId="{55086CF0-321F-4CBB-99D8-A4A80BCE291D}" type="pres">
      <dgm:prSet presAssocID="{8DDE8F7F-ACD5-491D-9F08-393AB7E6699C}" presName="compNode" presStyleCnt="0"/>
      <dgm:spPr/>
    </dgm:pt>
    <dgm:pt modelId="{6AC7FED7-5DC6-482B-94FA-AAD56D22167F}" type="pres">
      <dgm:prSet presAssocID="{8DDE8F7F-ACD5-491D-9F08-393AB7E6699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-Fi"/>
        </a:ext>
      </dgm:extLst>
    </dgm:pt>
    <dgm:pt modelId="{A9886912-CC00-40EC-AC6D-0CD33676AA76}" type="pres">
      <dgm:prSet presAssocID="{8DDE8F7F-ACD5-491D-9F08-393AB7E6699C}" presName="iconSpace" presStyleCnt="0"/>
      <dgm:spPr/>
    </dgm:pt>
    <dgm:pt modelId="{98796D05-5AE4-41B0-AE34-8523DC5C0982}" type="pres">
      <dgm:prSet presAssocID="{8DDE8F7F-ACD5-491D-9F08-393AB7E6699C}" presName="parTx" presStyleLbl="revTx" presStyleIdx="2" presStyleCnt="4">
        <dgm:presLayoutVars>
          <dgm:chMax val="0"/>
          <dgm:chPref val="0"/>
        </dgm:presLayoutVars>
      </dgm:prSet>
      <dgm:spPr/>
    </dgm:pt>
    <dgm:pt modelId="{9F3A0ABD-F9D0-443D-B497-E10671B21BA5}" type="pres">
      <dgm:prSet presAssocID="{8DDE8F7F-ACD5-491D-9F08-393AB7E6699C}" presName="txSpace" presStyleCnt="0"/>
      <dgm:spPr/>
    </dgm:pt>
    <dgm:pt modelId="{A6D8BC18-1F91-4C8B-8DB9-FEFED7444FE8}" type="pres">
      <dgm:prSet presAssocID="{8DDE8F7F-ACD5-491D-9F08-393AB7E6699C}" presName="desTx" presStyleLbl="revTx" presStyleIdx="3" presStyleCnt="4">
        <dgm:presLayoutVars/>
      </dgm:prSet>
      <dgm:spPr/>
    </dgm:pt>
  </dgm:ptLst>
  <dgm:cxnLst>
    <dgm:cxn modelId="{53586718-E786-4C96-AE19-7E4811EC827E}" srcId="{8DDE8F7F-ACD5-491D-9F08-393AB7E6699C}" destId="{D50B8557-867A-46DB-B652-60C2E55E0D99}" srcOrd="1" destOrd="0" parTransId="{93B0E300-BCD5-4626-A7CF-2B667BB7B00F}" sibTransId="{6B4CD2E6-41C8-4317-8F5F-45B64DAAF06A}"/>
    <dgm:cxn modelId="{D216BB1D-52DF-4A1C-88C0-A9B285D736E9}" type="presOf" srcId="{BC98120C-4699-478D-A23A-310ADD6D0FF9}" destId="{5CAC6794-25B8-4213-B02E-EF87224997C3}" srcOrd="0" destOrd="1" presId="urn:microsoft.com/office/officeart/2018/5/layout/CenteredIconLabelDescriptionList"/>
    <dgm:cxn modelId="{B835D13D-6125-4C5E-9E19-2E214933127E}" srcId="{36F4BD97-D1B1-488A-89C9-8A9C74A2E919}" destId="{61E2AB5A-3DAA-43F7-BA52-19202A76030A}" srcOrd="0" destOrd="0" parTransId="{0223AAD0-10E4-4E20-9165-2270B9B2C082}" sibTransId="{9C46E050-75A5-4110-8795-4B402A66D0F5}"/>
    <dgm:cxn modelId="{848B0F3F-B239-465A-A8FE-C3DD49D14CDA}" type="presOf" srcId="{7AAF4BFA-E8FE-4113-B25D-B02A8D4F7BF6}" destId="{A6D8BC18-1F91-4C8B-8DB9-FEFED7444FE8}" srcOrd="0" destOrd="0" presId="urn:microsoft.com/office/officeart/2018/5/layout/CenteredIconLabelDescriptionList"/>
    <dgm:cxn modelId="{ACA3605F-73CF-4FE5-AD38-1E66BBC10200}" type="presOf" srcId="{61E2AB5A-3DAA-43F7-BA52-19202A76030A}" destId="{5CAC6794-25B8-4213-B02E-EF87224997C3}" srcOrd="0" destOrd="0" presId="urn:microsoft.com/office/officeart/2018/5/layout/CenteredIconLabelDescriptionList"/>
    <dgm:cxn modelId="{B46BD248-49A1-4153-A133-CF3B73B8E33A}" srcId="{642E4CF4-2948-4E91-81AF-83A9E8C58D51}" destId="{36F4BD97-D1B1-488A-89C9-8A9C74A2E919}" srcOrd="0" destOrd="0" parTransId="{A11723DB-7742-4565-B814-7FF81CBEFD11}" sibTransId="{33F1882D-197C-46DE-AAA1-822D83C641DF}"/>
    <dgm:cxn modelId="{44541056-D2AB-4C55-A460-75BBFBA04AA0}" srcId="{36F4BD97-D1B1-488A-89C9-8A9C74A2E919}" destId="{BC98120C-4699-478D-A23A-310ADD6D0FF9}" srcOrd="1" destOrd="0" parTransId="{4881FAC4-2163-4E06-95ED-FBF3A161219B}" sibTransId="{6D15AFBC-F483-4C70-973D-E3409D70627F}"/>
    <dgm:cxn modelId="{4AF940AD-4AF5-4E68-BD70-9769533DA683}" type="presOf" srcId="{8DDE8F7F-ACD5-491D-9F08-393AB7E6699C}" destId="{98796D05-5AE4-41B0-AE34-8523DC5C0982}" srcOrd="0" destOrd="0" presId="urn:microsoft.com/office/officeart/2018/5/layout/CenteredIconLabelDescriptionList"/>
    <dgm:cxn modelId="{69471ED1-2ABA-4616-BDCA-40D0B60BC47B}" type="presOf" srcId="{36F4BD97-D1B1-488A-89C9-8A9C74A2E919}" destId="{FE0464B2-96FB-48F0-AF82-AF951FABF9DF}" srcOrd="0" destOrd="0" presId="urn:microsoft.com/office/officeart/2018/5/layout/CenteredIconLabelDescriptionList"/>
    <dgm:cxn modelId="{E31265D7-6885-410A-AF8F-74F899F01070}" srcId="{8DDE8F7F-ACD5-491D-9F08-393AB7E6699C}" destId="{7AAF4BFA-E8FE-4113-B25D-B02A8D4F7BF6}" srcOrd="0" destOrd="0" parTransId="{D21DFB32-C90C-4FE8-AAE8-4FA0CC9E937A}" sibTransId="{2673C620-251F-4DE6-83E3-17EE8035AB79}"/>
    <dgm:cxn modelId="{66A41DDC-DFCB-4BEB-860E-AE0E0465BE14}" srcId="{642E4CF4-2948-4E91-81AF-83A9E8C58D51}" destId="{8DDE8F7F-ACD5-491D-9F08-393AB7E6699C}" srcOrd="1" destOrd="0" parTransId="{6AEB839F-63C9-4F6A-B3CA-3468FD804992}" sibTransId="{1343F2B9-D151-4A8B-B2CF-9746F315D5D6}"/>
    <dgm:cxn modelId="{01C6CAE3-C791-4244-AF27-024571E0769B}" type="presOf" srcId="{D50B8557-867A-46DB-B652-60C2E55E0D99}" destId="{A6D8BC18-1F91-4C8B-8DB9-FEFED7444FE8}" srcOrd="0" destOrd="1" presId="urn:microsoft.com/office/officeart/2018/5/layout/CenteredIconLabelDescriptionList"/>
    <dgm:cxn modelId="{F19541F9-F76A-4E0E-ABCE-3AF2FF9F2BD2}" type="presOf" srcId="{642E4CF4-2948-4E91-81AF-83A9E8C58D51}" destId="{03D50DBC-6D10-4F48-B453-5DBCD51AF074}" srcOrd="0" destOrd="0" presId="urn:microsoft.com/office/officeart/2018/5/layout/CenteredIconLabelDescriptionList"/>
    <dgm:cxn modelId="{58DF695F-7BB9-472F-BE58-907DF66179A7}" type="presParOf" srcId="{03D50DBC-6D10-4F48-B453-5DBCD51AF074}" destId="{1FC5CD22-4CFE-4135-927C-F6D166251AC9}" srcOrd="0" destOrd="0" presId="urn:microsoft.com/office/officeart/2018/5/layout/CenteredIconLabelDescriptionList"/>
    <dgm:cxn modelId="{5C5A8017-C8E5-42CB-A312-CFFBF7FE137D}" type="presParOf" srcId="{1FC5CD22-4CFE-4135-927C-F6D166251AC9}" destId="{4EC0BC50-E69F-4B7D-B05D-3B0D418A627E}" srcOrd="0" destOrd="0" presId="urn:microsoft.com/office/officeart/2018/5/layout/CenteredIconLabelDescriptionList"/>
    <dgm:cxn modelId="{7142F3CC-7A3B-40DE-8EF2-F743FEA40F1A}" type="presParOf" srcId="{1FC5CD22-4CFE-4135-927C-F6D166251AC9}" destId="{E7505987-4CD4-4514-84FB-114423949647}" srcOrd="1" destOrd="0" presId="urn:microsoft.com/office/officeart/2018/5/layout/CenteredIconLabelDescriptionList"/>
    <dgm:cxn modelId="{6902DE86-22D7-44AA-B552-BFA41DA2DA23}" type="presParOf" srcId="{1FC5CD22-4CFE-4135-927C-F6D166251AC9}" destId="{FE0464B2-96FB-48F0-AF82-AF951FABF9DF}" srcOrd="2" destOrd="0" presId="urn:microsoft.com/office/officeart/2018/5/layout/CenteredIconLabelDescriptionList"/>
    <dgm:cxn modelId="{24EC7E5D-D865-4B34-A51C-78837ABB4912}" type="presParOf" srcId="{1FC5CD22-4CFE-4135-927C-F6D166251AC9}" destId="{B9FD7309-AA2F-457A-B736-48AC52EE809A}" srcOrd="3" destOrd="0" presId="urn:microsoft.com/office/officeart/2018/5/layout/CenteredIconLabelDescriptionList"/>
    <dgm:cxn modelId="{A1ACFB16-8054-4425-AD84-2CE4EBB729F5}" type="presParOf" srcId="{1FC5CD22-4CFE-4135-927C-F6D166251AC9}" destId="{5CAC6794-25B8-4213-B02E-EF87224997C3}" srcOrd="4" destOrd="0" presId="urn:microsoft.com/office/officeart/2018/5/layout/CenteredIconLabelDescriptionList"/>
    <dgm:cxn modelId="{08A7D377-EAA2-4F9E-8F6D-8C2D5034959A}" type="presParOf" srcId="{03D50DBC-6D10-4F48-B453-5DBCD51AF074}" destId="{F8D801F2-53F5-4DFE-919D-C751201ACE75}" srcOrd="1" destOrd="0" presId="urn:microsoft.com/office/officeart/2018/5/layout/CenteredIconLabelDescriptionList"/>
    <dgm:cxn modelId="{4D86914C-4EF0-4E50-8658-C52D017FEA3C}" type="presParOf" srcId="{03D50DBC-6D10-4F48-B453-5DBCD51AF074}" destId="{55086CF0-321F-4CBB-99D8-A4A80BCE291D}" srcOrd="2" destOrd="0" presId="urn:microsoft.com/office/officeart/2018/5/layout/CenteredIconLabelDescriptionList"/>
    <dgm:cxn modelId="{56CD2894-1FEF-49EB-971E-0552D246166D}" type="presParOf" srcId="{55086CF0-321F-4CBB-99D8-A4A80BCE291D}" destId="{6AC7FED7-5DC6-482B-94FA-AAD56D22167F}" srcOrd="0" destOrd="0" presId="urn:microsoft.com/office/officeart/2018/5/layout/CenteredIconLabelDescriptionList"/>
    <dgm:cxn modelId="{F0CEA3B5-CD8B-4792-8B4D-E9E651A9A3AD}" type="presParOf" srcId="{55086CF0-321F-4CBB-99D8-A4A80BCE291D}" destId="{A9886912-CC00-40EC-AC6D-0CD33676AA76}" srcOrd="1" destOrd="0" presId="urn:microsoft.com/office/officeart/2018/5/layout/CenteredIconLabelDescriptionList"/>
    <dgm:cxn modelId="{A7E8C9DF-B82C-4912-9BF1-63F3D3FC04BC}" type="presParOf" srcId="{55086CF0-321F-4CBB-99D8-A4A80BCE291D}" destId="{98796D05-5AE4-41B0-AE34-8523DC5C0982}" srcOrd="2" destOrd="0" presId="urn:microsoft.com/office/officeart/2018/5/layout/CenteredIconLabelDescriptionList"/>
    <dgm:cxn modelId="{9B63DE7E-7C08-4232-949F-73516CAF94F2}" type="presParOf" srcId="{55086CF0-321F-4CBB-99D8-A4A80BCE291D}" destId="{9F3A0ABD-F9D0-443D-B497-E10671B21BA5}" srcOrd="3" destOrd="0" presId="urn:microsoft.com/office/officeart/2018/5/layout/CenteredIconLabelDescriptionList"/>
    <dgm:cxn modelId="{C82D4F7B-027F-4241-A14A-5E44A049A6D9}" type="presParOf" srcId="{55086CF0-321F-4CBB-99D8-A4A80BCE291D}" destId="{A6D8BC18-1F91-4C8B-8DB9-FEFED7444FE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642E4CF4-2948-4E91-81AF-83A9E8C58D5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61A33C5-BB9B-4C0F-B582-609338B18E6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“extended bitcoin network”</a:t>
          </a:r>
        </a:p>
      </dgm:t>
    </dgm:pt>
    <dgm:pt modelId="{5BB6652D-4496-416A-B412-9051D747CB94}" type="parTrans" cxnId="{7B1467A3-4CE7-41B9-8FE3-C71171D109FE}">
      <dgm:prSet/>
      <dgm:spPr/>
      <dgm:t>
        <a:bodyPr/>
        <a:lstStyle/>
        <a:p>
          <a:endParaRPr lang="en-US" sz="2800"/>
        </a:p>
      </dgm:t>
    </dgm:pt>
    <dgm:pt modelId="{29C92957-A1B9-476A-A0DD-075C836DC9F5}" type="sibTrans" cxnId="{7B1467A3-4CE7-41B9-8FE3-C71171D109FE}">
      <dgm:prSet/>
      <dgm:spPr/>
      <dgm:t>
        <a:bodyPr/>
        <a:lstStyle/>
        <a:p>
          <a:endParaRPr lang="en-US"/>
        </a:p>
      </dgm:t>
    </dgm:pt>
    <dgm:pt modelId="{3561C9D2-541A-49D6-9CE9-93D515EC54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refer to the overall</a:t>
          </a:r>
          <a:r>
            <a:rPr lang="tr-TR"/>
            <a:t> </a:t>
          </a:r>
          <a:r>
            <a:rPr lang="en-US"/>
            <a:t>network </a:t>
          </a:r>
        </a:p>
      </dgm:t>
    </dgm:pt>
    <dgm:pt modelId="{02C47731-326E-451D-BE68-B00C8FCFB928}" type="parTrans" cxnId="{375E72E0-76C2-45AB-9AEC-1DA95F847270}">
      <dgm:prSet/>
      <dgm:spPr/>
      <dgm:t>
        <a:bodyPr/>
        <a:lstStyle/>
        <a:p>
          <a:endParaRPr lang="en-US" sz="2800"/>
        </a:p>
      </dgm:t>
    </dgm:pt>
    <dgm:pt modelId="{4705BA04-8071-4352-8FF1-5A653ADC6B1E}" type="sibTrans" cxnId="{375E72E0-76C2-45AB-9AEC-1DA95F847270}">
      <dgm:prSet/>
      <dgm:spPr/>
      <dgm:t>
        <a:bodyPr/>
        <a:lstStyle/>
        <a:p>
          <a:endParaRPr lang="en-US"/>
        </a:p>
      </dgm:t>
    </dgm:pt>
    <dgm:pt modelId="{7D323083-958F-4495-B874-E01F52D402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includes the bitcoin P2P protocol</a:t>
          </a:r>
          <a:r>
            <a:rPr lang="tr-TR"/>
            <a:t> and extensions</a:t>
          </a:r>
          <a:endParaRPr lang="en-US"/>
        </a:p>
      </dgm:t>
    </dgm:pt>
    <dgm:pt modelId="{8D031F5C-9C11-421F-B488-249A9CE0ED89}" type="parTrans" cxnId="{1620177E-9523-4229-89C4-9D8357B41FD9}">
      <dgm:prSet/>
      <dgm:spPr/>
      <dgm:t>
        <a:bodyPr/>
        <a:lstStyle/>
        <a:p>
          <a:endParaRPr lang="en-US" sz="2800"/>
        </a:p>
      </dgm:t>
    </dgm:pt>
    <dgm:pt modelId="{C14A0155-49AC-452D-8E66-CF2DB6F7C556}" type="sibTrans" cxnId="{1620177E-9523-4229-89C4-9D8357B41FD9}">
      <dgm:prSet/>
      <dgm:spPr/>
      <dgm:t>
        <a:bodyPr/>
        <a:lstStyle/>
        <a:p>
          <a:endParaRPr lang="en-US"/>
        </a:p>
      </dgm:t>
    </dgm:pt>
    <dgm:pt modelId="{80A69AFF-B9E1-4D03-9D6F-01FB9B417B0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Extensions</a:t>
          </a:r>
          <a:endParaRPr lang="en-US"/>
        </a:p>
      </dgm:t>
    </dgm:pt>
    <dgm:pt modelId="{BF4325F6-145D-4E40-AB94-AE8C4DF6927B}" type="parTrans" cxnId="{A8F2D89E-91C4-408A-94FC-CEE316687AD2}">
      <dgm:prSet/>
      <dgm:spPr/>
      <dgm:t>
        <a:bodyPr/>
        <a:lstStyle/>
        <a:p>
          <a:endParaRPr lang="en-US" sz="2800"/>
        </a:p>
      </dgm:t>
    </dgm:pt>
    <dgm:pt modelId="{FA3883A2-6427-420B-9A93-8DA6FB85AA10}" type="sibTrans" cxnId="{A8F2D89E-91C4-408A-94FC-CEE316687AD2}">
      <dgm:prSet/>
      <dgm:spPr/>
      <dgm:t>
        <a:bodyPr/>
        <a:lstStyle/>
        <a:p>
          <a:endParaRPr lang="en-US"/>
        </a:p>
      </dgm:t>
    </dgm:pt>
    <dgm:pt modelId="{1C0DDFD1-B254-45BE-BEDA-A8324C07A7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pool-mining protocols </a:t>
          </a:r>
        </a:p>
      </dgm:t>
    </dgm:pt>
    <dgm:pt modelId="{82CB0165-56F7-4A6C-AF2E-4CAC4BEADDF4}" type="parTrans" cxnId="{3C50A39B-1FE1-41F8-BDBB-ACFB130F42AB}">
      <dgm:prSet/>
      <dgm:spPr/>
      <dgm:t>
        <a:bodyPr/>
        <a:lstStyle/>
        <a:p>
          <a:endParaRPr lang="en-US" sz="2800"/>
        </a:p>
      </dgm:t>
    </dgm:pt>
    <dgm:pt modelId="{8F422C1E-B3F7-42BC-BBA3-DFF9218EE066}" type="sibTrans" cxnId="{3C50A39B-1FE1-41F8-BDBB-ACFB130F42AB}">
      <dgm:prSet/>
      <dgm:spPr/>
      <dgm:t>
        <a:bodyPr/>
        <a:lstStyle/>
        <a:p>
          <a:endParaRPr lang="en-US"/>
        </a:p>
      </dgm:t>
    </dgm:pt>
    <dgm:pt modelId="{2E84E733-2BCC-42F6-A85A-63BB7F7639D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Stratum</a:t>
          </a:r>
          <a:r>
            <a:rPr lang="tr-TR" dirty="0"/>
            <a:t> </a:t>
          </a:r>
          <a:r>
            <a:rPr lang="en-US" dirty="0"/>
            <a:t>protocol</a:t>
          </a:r>
        </a:p>
      </dgm:t>
    </dgm:pt>
    <dgm:pt modelId="{63EC25F5-109F-4D99-A504-881DBBF7BC34}" type="parTrans" cxnId="{7908CCE9-8CB0-4E39-A87C-00DDA65EDC7F}">
      <dgm:prSet/>
      <dgm:spPr/>
      <dgm:t>
        <a:bodyPr/>
        <a:lstStyle/>
        <a:p>
          <a:endParaRPr lang="en-US" sz="2800"/>
        </a:p>
      </dgm:t>
    </dgm:pt>
    <dgm:pt modelId="{7873BA89-118E-4ECC-B14C-A1EC5212C718}" type="sibTrans" cxnId="{7908CCE9-8CB0-4E39-A87C-00DDA65EDC7F}">
      <dgm:prSet/>
      <dgm:spPr/>
      <dgm:t>
        <a:bodyPr/>
        <a:lstStyle/>
        <a:p>
          <a:endParaRPr lang="en-US"/>
        </a:p>
      </dgm:t>
    </dgm:pt>
    <dgm:pt modelId="{2553ADBD-9899-4A78-983E-4D90A8310B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any other related protocols</a:t>
          </a:r>
        </a:p>
      </dgm:t>
    </dgm:pt>
    <dgm:pt modelId="{EEAF1EEB-3CF1-47F0-9A08-3328CA8C41E9}" type="parTrans" cxnId="{E42E821D-DFB0-4B15-9A26-507C709E9BDD}">
      <dgm:prSet/>
      <dgm:spPr/>
      <dgm:t>
        <a:bodyPr/>
        <a:lstStyle/>
        <a:p>
          <a:endParaRPr lang="en-US" sz="2800"/>
        </a:p>
      </dgm:t>
    </dgm:pt>
    <dgm:pt modelId="{14417DED-C96A-41CA-AB03-3443EAF3934E}" type="sibTrans" cxnId="{E42E821D-DFB0-4B15-9A26-507C709E9BDD}">
      <dgm:prSet/>
      <dgm:spPr/>
      <dgm:t>
        <a:bodyPr/>
        <a:lstStyle/>
        <a:p>
          <a:endParaRPr lang="en-US"/>
        </a:p>
      </dgm:t>
    </dgm:pt>
    <dgm:pt modelId="{925E1D2B-AB04-46F7-9BCA-4B03CAFF61B1}" type="pres">
      <dgm:prSet presAssocID="{642E4CF4-2948-4E91-81AF-83A9E8C58D51}" presName="root" presStyleCnt="0">
        <dgm:presLayoutVars>
          <dgm:dir/>
          <dgm:resizeHandles val="exact"/>
        </dgm:presLayoutVars>
      </dgm:prSet>
      <dgm:spPr/>
    </dgm:pt>
    <dgm:pt modelId="{65FB41F7-94F4-479E-BE5A-265018EA4875}" type="pres">
      <dgm:prSet presAssocID="{061A33C5-BB9B-4C0F-B582-609338B18E6F}" presName="compNode" presStyleCnt="0"/>
      <dgm:spPr/>
    </dgm:pt>
    <dgm:pt modelId="{4D1051D0-1D45-48F7-8C8E-9568A07DBEE9}" type="pres">
      <dgm:prSet presAssocID="{061A33C5-BB9B-4C0F-B582-609338B18E6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FB6B1E5-5502-4E96-971A-20BF4FD289AA}" type="pres">
      <dgm:prSet presAssocID="{061A33C5-BB9B-4C0F-B582-609338B18E6F}" presName="iconSpace" presStyleCnt="0"/>
      <dgm:spPr/>
    </dgm:pt>
    <dgm:pt modelId="{FB96EFFA-EFE8-4923-AA35-4E0705F8486D}" type="pres">
      <dgm:prSet presAssocID="{061A33C5-BB9B-4C0F-B582-609338B18E6F}" presName="parTx" presStyleLbl="revTx" presStyleIdx="0" presStyleCnt="4">
        <dgm:presLayoutVars>
          <dgm:chMax val="0"/>
          <dgm:chPref val="0"/>
        </dgm:presLayoutVars>
      </dgm:prSet>
      <dgm:spPr/>
    </dgm:pt>
    <dgm:pt modelId="{295C1D0A-FBA2-4602-9F34-ECEA71DA64A8}" type="pres">
      <dgm:prSet presAssocID="{061A33C5-BB9B-4C0F-B582-609338B18E6F}" presName="txSpace" presStyleCnt="0"/>
      <dgm:spPr/>
    </dgm:pt>
    <dgm:pt modelId="{4EE22BE7-E8B6-4585-9DEB-B981E364FFD4}" type="pres">
      <dgm:prSet presAssocID="{061A33C5-BB9B-4C0F-B582-609338B18E6F}" presName="desTx" presStyleLbl="revTx" presStyleIdx="1" presStyleCnt="4">
        <dgm:presLayoutVars/>
      </dgm:prSet>
      <dgm:spPr/>
    </dgm:pt>
    <dgm:pt modelId="{9F6CB41C-1E8C-480D-8D35-7020798832F0}" type="pres">
      <dgm:prSet presAssocID="{29C92957-A1B9-476A-A0DD-075C836DC9F5}" presName="sibTrans" presStyleCnt="0"/>
      <dgm:spPr/>
    </dgm:pt>
    <dgm:pt modelId="{3D91AACF-DF68-4C58-ABBD-44C5551B917F}" type="pres">
      <dgm:prSet presAssocID="{80A69AFF-B9E1-4D03-9D6F-01FB9B417B09}" presName="compNode" presStyleCnt="0"/>
      <dgm:spPr/>
    </dgm:pt>
    <dgm:pt modelId="{9041179D-3DD3-4A65-9832-271242DCF4CE}" type="pres">
      <dgm:prSet presAssocID="{80A69AFF-B9E1-4D03-9D6F-01FB9B417B09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taş"/>
        </a:ext>
      </dgm:extLst>
    </dgm:pt>
    <dgm:pt modelId="{09B98716-E80D-4CD2-9C6C-103BB107B773}" type="pres">
      <dgm:prSet presAssocID="{80A69AFF-B9E1-4D03-9D6F-01FB9B417B09}" presName="iconSpace" presStyleCnt="0"/>
      <dgm:spPr/>
    </dgm:pt>
    <dgm:pt modelId="{FF12D5E2-CED7-421E-9EAA-5082FB51F12E}" type="pres">
      <dgm:prSet presAssocID="{80A69AFF-B9E1-4D03-9D6F-01FB9B417B09}" presName="parTx" presStyleLbl="revTx" presStyleIdx="2" presStyleCnt="4">
        <dgm:presLayoutVars>
          <dgm:chMax val="0"/>
          <dgm:chPref val="0"/>
        </dgm:presLayoutVars>
      </dgm:prSet>
      <dgm:spPr/>
    </dgm:pt>
    <dgm:pt modelId="{B52CD036-200F-4B03-A97A-466B278ADA83}" type="pres">
      <dgm:prSet presAssocID="{80A69AFF-B9E1-4D03-9D6F-01FB9B417B09}" presName="txSpace" presStyleCnt="0"/>
      <dgm:spPr/>
    </dgm:pt>
    <dgm:pt modelId="{1B3F076A-5379-491B-AFAD-B784045AB2C6}" type="pres">
      <dgm:prSet presAssocID="{80A69AFF-B9E1-4D03-9D6F-01FB9B417B09}" presName="desTx" presStyleLbl="revTx" presStyleIdx="3" presStyleCnt="4">
        <dgm:presLayoutVars/>
      </dgm:prSet>
      <dgm:spPr/>
    </dgm:pt>
  </dgm:ptLst>
  <dgm:cxnLst>
    <dgm:cxn modelId="{E42E821D-DFB0-4B15-9A26-507C709E9BDD}" srcId="{80A69AFF-B9E1-4D03-9D6F-01FB9B417B09}" destId="{2553ADBD-9899-4A78-983E-4D90A8310B99}" srcOrd="2" destOrd="0" parTransId="{EEAF1EEB-3CF1-47F0-9A08-3328CA8C41E9}" sibTransId="{14417DED-C96A-41CA-AB03-3443EAF3934E}"/>
    <dgm:cxn modelId="{D0CD6034-1563-4233-9851-E12030F13E25}" type="presOf" srcId="{642E4CF4-2948-4E91-81AF-83A9E8C58D51}" destId="{925E1D2B-AB04-46F7-9BCA-4B03CAFF61B1}" srcOrd="0" destOrd="0" presId="urn:microsoft.com/office/officeart/2018/5/layout/CenteredIconLabelDescriptionList"/>
    <dgm:cxn modelId="{0350DB3E-6238-4277-8D6E-73F29F794184}" type="presOf" srcId="{3561C9D2-541A-49D6-9CE9-93D515EC54BC}" destId="{4EE22BE7-E8B6-4585-9DEB-B981E364FFD4}" srcOrd="0" destOrd="0" presId="urn:microsoft.com/office/officeart/2018/5/layout/CenteredIconLabelDescriptionList"/>
    <dgm:cxn modelId="{0DCDEF61-96C0-41B7-8B47-5A4C8E72D661}" type="presOf" srcId="{80A69AFF-B9E1-4D03-9D6F-01FB9B417B09}" destId="{FF12D5E2-CED7-421E-9EAA-5082FB51F12E}" srcOrd="0" destOrd="0" presId="urn:microsoft.com/office/officeart/2018/5/layout/CenteredIconLabelDescriptionList"/>
    <dgm:cxn modelId="{436AAE74-C44A-4709-BC0C-BF6ADF0732C3}" type="presOf" srcId="{2E84E733-2BCC-42F6-A85A-63BB7F7639DB}" destId="{1B3F076A-5379-491B-AFAD-B784045AB2C6}" srcOrd="0" destOrd="1" presId="urn:microsoft.com/office/officeart/2018/5/layout/CenteredIconLabelDescriptionList"/>
    <dgm:cxn modelId="{1620177E-9523-4229-89C4-9D8357B41FD9}" srcId="{061A33C5-BB9B-4C0F-B582-609338B18E6F}" destId="{7D323083-958F-4495-B874-E01F52D402FE}" srcOrd="1" destOrd="0" parTransId="{8D031F5C-9C11-421F-B488-249A9CE0ED89}" sibTransId="{C14A0155-49AC-452D-8E66-CF2DB6F7C556}"/>
    <dgm:cxn modelId="{46C4328A-386C-4C0F-B744-1B897AE9E3B2}" type="presOf" srcId="{7D323083-958F-4495-B874-E01F52D402FE}" destId="{4EE22BE7-E8B6-4585-9DEB-B981E364FFD4}" srcOrd="0" destOrd="1" presId="urn:microsoft.com/office/officeart/2018/5/layout/CenteredIconLabelDescriptionList"/>
    <dgm:cxn modelId="{6CF5258E-13FA-43B0-865B-01A8483C88B0}" type="presOf" srcId="{061A33C5-BB9B-4C0F-B582-609338B18E6F}" destId="{FB96EFFA-EFE8-4923-AA35-4E0705F8486D}" srcOrd="0" destOrd="0" presId="urn:microsoft.com/office/officeart/2018/5/layout/CenteredIconLabelDescriptionList"/>
    <dgm:cxn modelId="{3C50A39B-1FE1-41F8-BDBB-ACFB130F42AB}" srcId="{80A69AFF-B9E1-4D03-9D6F-01FB9B417B09}" destId="{1C0DDFD1-B254-45BE-BEDA-A8324C07A77D}" srcOrd="0" destOrd="0" parTransId="{82CB0165-56F7-4A6C-AF2E-4CAC4BEADDF4}" sibTransId="{8F422C1E-B3F7-42BC-BBA3-DFF9218EE066}"/>
    <dgm:cxn modelId="{A8F2D89E-91C4-408A-94FC-CEE316687AD2}" srcId="{642E4CF4-2948-4E91-81AF-83A9E8C58D51}" destId="{80A69AFF-B9E1-4D03-9D6F-01FB9B417B09}" srcOrd="1" destOrd="0" parTransId="{BF4325F6-145D-4E40-AB94-AE8C4DF6927B}" sibTransId="{FA3883A2-6427-420B-9A93-8DA6FB85AA10}"/>
    <dgm:cxn modelId="{7B1467A3-4CE7-41B9-8FE3-C71171D109FE}" srcId="{642E4CF4-2948-4E91-81AF-83A9E8C58D51}" destId="{061A33C5-BB9B-4C0F-B582-609338B18E6F}" srcOrd="0" destOrd="0" parTransId="{5BB6652D-4496-416A-B412-9051D747CB94}" sibTransId="{29C92957-A1B9-476A-A0DD-075C836DC9F5}"/>
    <dgm:cxn modelId="{3E3463CD-B909-40BB-A907-66C27BE62C96}" type="presOf" srcId="{1C0DDFD1-B254-45BE-BEDA-A8324C07A77D}" destId="{1B3F076A-5379-491B-AFAD-B784045AB2C6}" srcOrd="0" destOrd="0" presId="urn:microsoft.com/office/officeart/2018/5/layout/CenteredIconLabelDescriptionList"/>
    <dgm:cxn modelId="{44BF53DE-B8C8-4410-B8CA-223EED335C34}" type="presOf" srcId="{2553ADBD-9899-4A78-983E-4D90A8310B99}" destId="{1B3F076A-5379-491B-AFAD-B784045AB2C6}" srcOrd="0" destOrd="2" presId="urn:microsoft.com/office/officeart/2018/5/layout/CenteredIconLabelDescriptionList"/>
    <dgm:cxn modelId="{375E72E0-76C2-45AB-9AEC-1DA95F847270}" srcId="{061A33C5-BB9B-4C0F-B582-609338B18E6F}" destId="{3561C9D2-541A-49D6-9CE9-93D515EC54BC}" srcOrd="0" destOrd="0" parTransId="{02C47731-326E-451D-BE68-B00C8FCFB928}" sibTransId="{4705BA04-8071-4352-8FF1-5A653ADC6B1E}"/>
    <dgm:cxn modelId="{7908CCE9-8CB0-4E39-A87C-00DDA65EDC7F}" srcId="{80A69AFF-B9E1-4D03-9D6F-01FB9B417B09}" destId="{2E84E733-2BCC-42F6-A85A-63BB7F7639DB}" srcOrd="1" destOrd="0" parTransId="{63EC25F5-109F-4D99-A504-881DBBF7BC34}" sibTransId="{7873BA89-118E-4ECC-B14C-A1EC5212C718}"/>
    <dgm:cxn modelId="{695BB445-ADC2-4E37-9F87-6FC878677F54}" type="presParOf" srcId="{925E1D2B-AB04-46F7-9BCA-4B03CAFF61B1}" destId="{65FB41F7-94F4-479E-BE5A-265018EA4875}" srcOrd="0" destOrd="0" presId="urn:microsoft.com/office/officeart/2018/5/layout/CenteredIconLabelDescriptionList"/>
    <dgm:cxn modelId="{4A8EABF5-3B47-48FB-BF41-6680666F3A3E}" type="presParOf" srcId="{65FB41F7-94F4-479E-BE5A-265018EA4875}" destId="{4D1051D0-1D45-48F7-8C8E-9568A07DBEE9}" srcOrd="0" destOrd="0" presId="urn:microsoft.com/office/officeart/2018/5/layout/CenteredIconLabelDescriptionList"/>
    <dgm:cxn modelId="{FBE41DA8-1B5E-46F2-A73F-B2CEB6B1B0EE}" type="presParOf" srcId="{65FB41F7-94F4-479E-BE5A-265018EA4875}" destId="{4FB6B1E5-5502-4E96-971A-20BF4FD289AA}" srcOrd="1" destOrd="0" presId="urn:microsoft.com/office/officeart/2018/5/layout/CenteredIconLabelDescriptionList"/>
    <dgm:cxn modelId="{4AA37B15-B19E-49F1-B5E0-6F6864DB64B5}" type="presParOf" srcId="{65FB41F7-94F4-479E-BE5A-265018EA4875}" destId="{FB96EFFA-EFE8-4923-AA35-4E0705F8486D}" srcOrd="2" destOrd="0" presId="urn:microsoft.com/office/officeart/2018/5/layout/CenteredIconLabelDescriptionList"/>
    <dgm:cxn modelId="{701D5B97-DD98-4C7C-8A96-93BAD7E30CA4}" type="presParOf" srcId="{65FB41F7-94F4-479E-BE5A-265018EA4875}" destId="{295C1D0A-FBA2-4602-9F34-ECEA71DA64A8}" srcOrd="3" destOrd="0" presId="urn:microsoft.com/office/officeart/2018/5/layout/CenteredIconLabelDescriptionList"/>
    <dgm:cxn modelId="{86C21B21-2366-4896-A637-8612E9665138}" type="presParOf" srcId="{65FB41F7-94F4-479E-BE5A-265018EA4875}" destId="{4EE22BE7-E8B6-4585-9DEB-B981E364FFD4}" srcOrd="4" destOrd="0" presId="urn:microsoft.com/office/officeart/2018/5/layout/CenteredIconLabelDescriptionList"/>
    <dgm:cxn modelId="{2510C8A6-A32E-4E47-9D83-AB19DC6CD3CA}" type="presParOf" srcId="{925E1D2B-AB04-46F7-9BCA-4B03CAFF61B1}" destId="{9F6CB41C-1E8C-480D-8D35-7020798832F0}" srcOrd="1" destOrd="0" presId="urn:microsoft.com/office/officeart/2018/5/layout/CenteredIconLabelDescriptionList"/>
    <dgm:cxn modelId="{6DCD8626-8A9B-4C9C-B647-092F317F7C5A}" type="presParOf" srcId="{925E1D2B-AB04-46F7-9BCA-4B03CAFF61B1}" destId="{3D91AACF-DF68-4C58-ABBD-44C5551B917F}" srcOrd="2" destOrd="0" presId="urn:microsoft.com/office/officeart/2018/5/layout/CenteredIconLabelDescriptionList"/>
    <dgm:cxn modelId="{BF813C8D-DCF5-41D7-BE07-1340E5919D67}" type="presParOf" srcId="{3D91AACF-DF68-4C58-ABBD-44C5551B917F}" destId="{9041179D-3DD3-4A65-9832-271242DCF4CE}" srcOrd="0" destOrd="0" presId="urn:microsoft.com/office/officeart/2018/5/layout/CenteredIconLabelDescriptionList"/>
    <dgm:cxn modelId="{340E625D-FE7C-4EAD-BF69-D7DD73E166A7}" type="presParOf" srcId="{3D91AACF-DF68-4C58-ABBD-44C5551B917F}" destId="{09B98716-E80D-4CD2-9C6C-103BB107B773}" srcOrd="1" destOrd="0" presId="urn:microsoft.com/office/officeart/2018/5/layout/CenteredIconLabelDescriptionList"/>
    <dgm:cxn modelId="{8AD859C2-0921-48D0-A96C-F23210EA362C}" type="presParOf" srcId="{3D91AACF-DF68-4C58-ABBD-44C5551B917F}" destId="{FF12D5E2-CED7-421E-9EAA-5082FB51F12E}" srcOrd="2" destOrd="0" presId="urn:microsoft.com/office/officeart/2018/5/layout/CenteredIconLabelDescriptionList"/>
    <dgm:cxn modelId="{3F26D134-0DCC-484D-9202-88E5BA2D15AC}" type="presParOf" srcId="{3D91AACF-DF68-4C58-ABBD-44C5551B917F}" destId="{B52CD036-200F-4B03-A97A-466B278ADA83}" srcOrd="3" destOrd="0" presId="urn:microsoft.com/office/officeart/2018/5/layout/CenteredIconLabelDescriptionList"/>
    <dgm:cxn modelId="{7434EEEB-0E12-4006-A9F3-F1614F2778EB}" type="presParOf" srcId="{3D91AACF-DF68-4C58-ABBD-44C5551B917F}" destId="{1B3F076A-5379-491B-AFAD-B784045AB2C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4A84F518-2F74-4570-B1CA-D6C6DBA07F17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143B76B-F30C-4855-9C3C-EE002BA59C0A}">
      <dgm:prSet/>
      <dgm:spPr/>
      <dgm:t>
        <a:bodyPr/>
        <a:lstStyle/>
        <a:p>
          <a:r>
            <a:rPr lang="tr-TR" baseline="0" dirty="0" err="1"/>
            <a:t>Node</a:t>
          </a:r>
          <a:r>
            <a:rPr lang="tr-TR" baseline="0" dirty="0"/>
            <a:t> </a:t>
          </a:r>
          <a:r>
            <a:rPr lang="tr-TR" baseline="0" dirty="0" err="1"/>
            <a:t>Types</a:t>
          </a:r>
          <a:endParaRPr lang="en-US" dirty="0"/>
        </a:p>
      </dgm:t>
    </dgm:pt>
    <dgm:pt modelId="{C3B64E2A-D76C-4867-8ADE-9C279036D46B}" type="parTrans" cxnId="{39FB9625-7B6A-43DF-A46C-0107F2E1D87B}">
      <dgm:prSet/>
      <dgm:spPr/>
      <dgm:t>
        <a:bodyPr/>
        <a:lstStyle/>
        <a:p>
          <a:endParaRPr lang="en-US"/>
        </a:p>
      </dgm:t>
    </dgm:pt>
    <dgm:pt modelId="{4953AB8D-120D-4B48-BFA3-1E6D9F53F868}" type="sibTrans" cxnId="{39FB9625-7B6A-43DF-A46C-0107F2E1D87B}">
      <dgm:prSet/>
      <dgm:spPr/>
      <dgm:t>
        <a:bodyPr/>
        <a:lstStyle/>
        <a:p>
          <a:endParaRPr lang="en-US"/>
        </a:p>
      </dgm:t>
    </dgm:pt>
    <dgm:pt modelId="{C339F247-021F-4782-9AC2-E5D3845DF835}">
      <dgm:prSet/>
      <dgm:spPr/>
      <dgm:t>
        <a:bodyPr/>
        <a:lstStyle/>
        <a:p>
          <a:r>
            <a:rPr lang="tr-TR" baseline="0"/>
            <a:t>Roles</a:t>
          </a:r>
          <a:endParaRPr lang="en-US" dirty="0"/>
        </a:p>
      </dgm:t>
    </dgm:pt>
    <dgm:pt modelId="{0C65119C-0C20-45EC-9417-F5B527AD25AC}" type="parTrans" cxnId="{DC219219-6392-4E26-8EB9-F008EBACBF32}">
      <dgm:prSet/>
      <dgm:spPr/>
      <dgm:t>
        <a:bodyPr/>
        <a:lstStyle/>
        <a:p>
          <a:endParaRPr lang="en-US"/>
        </a:p>
      </dgm:t>
    </dgm:pt>
    <dgm:pt modelId="{E5884633-95A8-45E2-B02A-45D53DA36D46}" type="sibTrans" cxnId="{DC219219-6392-4E26-8EB9-F008EBACBF32}">
      <dgm:prSet/>
      <dgm:spPr/>
      <dgm:t>
        <a:bodyPr/>
        <a:lstStyle/>
        <a:p>
          <a:endParaRPr lang="en-US"/>
        </a:p>
      </dgm:t>
    </dgm:pt>
    <dgm:pt modelId="{9FBE4EBD-2AAD-4920-A904-0A6928EEE462}" type="pres">
      <dgm:prSet presAssocID="{4A84F518-2F74-4570-B1CA-D6C6DBA07F17}" presName="linear" presStyleCnt="0">
        <dgm:presLayoutVars>
          <dgm:dir/>
          <dgm:animLvl val="lvl"/>
          <dgm:resizeHandles val="exact"/>
        </dgm:presLayoutVars>
      </dgm:prSet>
      <dgm:spPr/>
    </dgm:pt>
    <dgm:pt modelId="{42A4050E-4CFD-4D12-ACA9-9029B429AB99}" type="pres">
      <dgm:prSet presAssocID="{3143B76B-F30C-4855-9C3C-EE002BA59C0A}" presName="parentLin" presStyleCnt="0"/>
      <dgm:spPr/>
    </dgm:pt>
    <dgm:pt modelId="{84C59089-C701-4062-8116-69D6420E752B}" type="pres">
      <dgm:prSet presAssocID="{3143B76B-F30C-4855-9C3C-EE002BA59C0A}" presName="parentLeftMargin" presStyleLbl="node1" presStyleIdx="0" presStyleCnt="2"/>
      <dgm:spPr/>
    </dgm:pt>
    <dgm:pt modelId="{61C15585-AD80-40A7-9F56-64C361C85299}" type="pres">
      <dgm:prSet presAssocID="{3143B76B-F30C-4855-9C3C-EE002BA59C0A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75438C2F-2BA2-425C-8EF4-49BD6566A311}" type="pres">
      <dgm:prSet presAssocID="{3143B76B-F30C-4855-9C3C-EE002BA59C0A}" presName="negativeSpace" presStyleCnt="0"/>
      <dgm:spPr/>
    </dgm:pt>
    <dgm:pt modelId="{115DBB00-DD94-4015-A461-BF1675B8BC11}" type="pres">
      <dgm:prSet presAssocID="{3143B76B-F30C-4855-9C3C-EE002BA59C0A}" presName="childText" presStyleLbl="conFgAcc1" presStyleIdx="0" presStyleCnt="2">
        <dgm:presLayoutVars>
          <dgm:bulletEnabled val="1"/>
        </dgm:presLayoutVars>
      </dgm:prSet>
      <dgm:spPr/>
    </dgm:pt>
    <dgm:pt modelId="{63D75D83-10D9-4965-9EDB-7D8644C1A065}" type="pres">
      <dgm:prSet presAssocID="{4953AB8D-120D-4B48-BFA3-1E6D9F53F868}" presName="spaceBetweenRectangles" presStyleCnt="0"/>
      <dgm:spPr/>
    </dgm:pt>
    <dgm:pt modelId="{B802E4B8-7DCB-4034-B089-8C6B0D60888E}" type="pres">
      <dgm:prSet presAssocID="{C339F247-021F-4782-9AC2-E5D3845DF835}" presName="parentLin" presStyleCnt="0"/>
      <dgm:spPr/>
    </dgm:pt>
    <dgm:pt modelId="{37A11E77-C0D6-4A86-B6D4-0F1B2BC9B505}" type="pres">
      <dgm:prSet presAssocID="{C339F247-021F-4782-9AC2-E5D3845DF835}" presName="parentLeftMargin" presStyleLbl="node1" presStyleIdx="0" presStyleCnt="2"/>
      <dgm:spPr/>
    </dgm:pt>
    <dgm:pt modelId="{77D75ED6-12A4-4D82-906E-5C39A3ACAF7F}" type="pres">
      <dgm:prSet presAssocID="{C339F247-021F-4782-9AC2-E5D3845DF835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C1C812CD-3D70-48D5-B833-15F62E4882AF}" type="pres">
      <dgm:prSet presAssocID="{C339F247-021F-4782-9AC2-E5D3845DF835}" presName="negativeSpace" presStyleCnt="0"/>
      <dgm:spPr/>
    </dgm:pt>
    <dgm:pt modelId="{0FB06C0A-5594-4E04-904D-74D466EF3A52}" type="pres">
      <dgm:prSet presAssocID="{C339F247-021F-4782-9AC2-E5D3845DF835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054E8A04-A418-4AE1-AA38-19C290701431}" type="presOf" srcId="{C339F247-021F-4782-9AC2-E5D3845DF835}" destId="{77D75ED6-12A4-4D82-906E-5C39A3ACAF7F}" srcOrd="1" destOrd="0" presId="urn:microsoft.com/office/officeart/2005/8/layout/list1"/>
    <dgm:cxn modelId="{DC219219-6392-4E26-8EB9-F008EBACBF32}" srcId="{4A84F518-2F74-4570-B1CA-D6C6DBA07F17}" destId="{C339F247-021F-4782-9AC2-E5D3845DF835}" srcOrd="1" destOrd="0" parTransId="{0C65119C-0C20-45EC-9417-F5B527AD25AC}" sibTransId="{E5884633-95A8-45E2-B02A-45D53DA36D46}"/>
    <dgm:cxn modelId="{1D4EAB23-4CBF-42A2-985B-40B386C1B31B}" type="presOf" srcId="{4A84F518-2F74-4570-B1CA-D6C6DBA07F17}" destId="{9FBE4EBD-2AAD-4920-A904-0A6928EEE462}" srcOrd="0" destOrd="0" presId="urn:microsoft.com/office/officeart/2005/8/layout/list1"/>
    <dgm:cxn modelId="{39FB9625-7B6A-43DF-A46C-0107F2E1D87B}" srcId="{4A84F518-2F74-4570-B1CA-D6C6DBA07F17}" destId="{3143B76B-F30C-4855-9C3C-EE002BA59C0A}" srcOrd="0" destOrd="0" parTransId="{C3B64E2A-D76C-4867-8ADE-9C279036D46B}" sibTransId="{4953AB8D-120D-4B48-BFA3-1E6D9F53F868}"/>
    <dgm:cxn modelId="{24EA6E72-F39C-42F6-B7AF-908C2E32C150}" type="presOf" srcId="{3143B76B-F30C-4855-9C3C-EE002BA59C0A}" destId="{61C15585-AD80-40A7-9F56-64C361C85299}" srcOrd="1" destOrd="0" presId="urn:microsoft.com/office/officeart/2005/8/layout/list1"/>
    <dgm:cxn modelId="{56CB9D93-5D95-4D7C-90F6-37AE1AC29A28}" type="presOf" srcId="{C339F247-021F-4782-9AC2-E5D3845DF835}" destId="{37A11E77-C0D6-4A86-B6D4-0F1B2BC9B505}" srcOrd="0" destOrd="0" presId="urn:microsoft.com/office/officeart/2005/8/layout/list1"/>
    <dgm:cxn modelId="{DFFEA5B9-92A3-47B0-ACFF-0E05E969E348}" type="presOf" srcId="{3143B76B-F30C-4855-9C3C-EE002BA59C0A}" destId="{84C59089-C701-4062-8116-69D6420E752B}" srcOrd="0" destOrd="0" presId="urn:microsoft.com/office/officeart/2005/8/layout/list1"/>
    <dgm:cxn modelId="{0A2579AB-9EB6-4AA1-832F-BFCD53F679FB}" type="presParOf" srcId="{9FBE4EBD-2AAD-4920-A904-0A6928EEE462}" destId="{42A4050E-4CFD-4D12-ACA9-9029B429AB99}" srcOrd="0" destOrd="0" presId="urn:microsoft.com/office/officeart/2005/8/layout/list1"/>
    <dgm:cxn modelId="{82697BE9-8F6B-4528-9C91-FE2386AFA9A5}" type="presParOf" srcId="{42A4050E-4CFD-4D12-ACA9-9029B429AB99}" destId="{84C59089-C701-4062-8116-69D6420E752B}" srcOrd="0" destOrd="0" presId="urn:microsoft.com/office/officeart/2005/8/layout/list1"/>
    <dgm:cxn modelId="{D92ED171-4E2F-4951-9B0E-E59BB261A81F}" type="presParOf" srcId="{42A4050E-4CFD-4D12-ACA9-9029B429AB99}" destId="{61C15585-AD80-40A7-9F56-64C361C85299}" srcOrd="1" destOrd="0" presId="urn:microsoft.com/office/officeart/2005/8/layout/list1"/>
    <dgm:cxn modelId="{5CB67893-A648-465C-BC8F-3C0CD97D2C71}" type="presParOf" srcId="{9FBE4EBD-2AAD-4920-A904-0A6928EEE462}" destId="{75438C2F-2BA2-425C-8EF4-49BD6566A311}" srcOrd="1" destOrd="0" presId="urn:microsoft.com/office/officeart/2005/8/layout/list1"/>
    <dgm:cxn modelId="{574B8D88-AC8C-4B5E-8D4F-8BB42C86BB7F}" type="presParOf" srcId="{9FBE4EBD-2AAD-4920-A904-0A6928EEE462}" destId="{115DBB00-DD94-4015-A461-BF1675B8BC11}" srcOrd="2" destOrd="0" presId="urn:microsoft.com/office/officeart/2005/8/layout/list1"/>
    <dgm:cxn modelId="{873818AD-1D25-48C7-A362-B0EF7299DC35}" type="presParOf" srcId="{9FBE4EBD-2AAD-4920-A904-0A6928EEE462}" destId="{63D75D83-10D9-4965-9EDB-7D8644C1A065}" srcOrd="3" destOrd="0" presId="urn:microsoft.com/office/officeart/2005/8/layout/list1"/>
    <dgm:cxn modelId="{B4CBF3FF-E69F-4FBA-AD8A-5D291B66FD53}" type="presParOf" srcId="{9FBE4EBD-2AAD-4920-A904-0A6928EEE462}" destId="{B802E4B8-7DCB-4034-B089-8C6B0D60888E}" srcOrd="4" destOrd="0" presId="urn:microsoft.com/office/officeart/2005/8/layout/list1"/>
    <dgm:cxn modelId="{4BF16644-DCF0-44BB-9153-0B6FAD9AE5D2}" type="presParOf" srcId="{B802E4B8-7DCB-4034-B089-8C6B0D60888E}" destId="{37A11E77-C0D6-4A86-B6D4-0F1B2BC9B505}" srcOrd="0" destOrd="0" presId="urn:microsoft.com/office/officeart/2005/8/layout/list1"/>
    <dgm:cxn modelId="{ECE94EE4-AD25-428F-9F88-AD3542B642F6}" type="presParOf" srcId="{B802E4B8-7DCB-4034-B089-8C6B0D60888E}" destId="{77D75ED6-12A4-4D82-906E-5C39A3ACAF7F}" srcOrd="1" destOrd="0" presId="urn:microsoft.com/office/officeart/2005/8/layout/list1"/>
    <dgm:cxn modelId="{601BC005-621D-458E-B4A7-DDEA28DC4EA9}" type="presParOf" srcId="{9FBE4EBD-2AAD-4920-A904-0A6928EEE462}" destId="{C1C812CD-3D70-48D5-B833-15F62E4882AF}" srcOrd="5" destOrd="0" presId="urn:microsoft.com/office/officeart/2005/8/layout/list1"/>
    <dgm:cxn modelId="{1986BD64-8A24-4DAB-98AD-D9EA580CD61C}" type="presParOf" srcId="{9FBE4EBD-2AAD-4920-A904-0A6928EEE462}" destId="{0FB06C0A-5594-4E04-904D-74D466EF3A52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0091237A-72F0-4508-A16F-B3388456B94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585003D-2373-49F1-95EC-D81865FDB2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Node</a:t>
          </a:r>
          <a:endParaRPr lang="en-US"/>
        </a:p>
      </dgm:t>
    </dgm:pt>
    <dgm:pt modelId="{AFE36F9F-2F28-4F3B-97DC-0DE44452802F}" type="parTrans" cxnId="{0B53C76A-D070-4793-A4FF-C0F05F88CDC6}">
      <dgm:prSet/>
      <dgm:spPr/>
      <dgm:t>
        <a:bodyPr/>
        <a:lstStyle/>
        <a:p>
          <a:endParaRPr lang="en-US"/>
        </a:p>
      </dgm:t>
    </dgm:pt>
    <dgm:pt modelId="{9639E802-BF96-4C4A-8A5D-E24956423A96}" type="sibTrans" cxnId="{0B53C76A-D070-4793-A4FF-C0F05F88CDC6}">
      <dgm:prSet/>
      <dgm:spPr/>
      <dgm:t>
        <a:bodyPr/>
        <a:lstStyle/>
        <a:p>
          <a:endParaRPr lang="en-US"/>
        </a:p>
      </dgm:t>
    </dgm:pt>
    <dgm:pt modelId="{DE4B601D-0644-4961-98A8-337C734BEA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Roles</a:t>
          </a:r>
          <a:endParaRPr lang="en-US"/>
        </a:p>
      </dgm:t>
    </dgm:pt>
    <dgm:pt modelId="{1F55579D-6155-4F9E-899A-DFE94E14E15E}" type="parTrans" cxnId="{15922BF1-0845-4E71-86C7-4BFA2A03CC2D}">
      <dgm:prSet/>
      <dgm:spPr/>
      <dgm:t>
        <a:bodyPr/>
        <a:lstStyle/>
        <a:p>
          <a:endParaRPr lang="en-US"/>
        </a:p>
      </dgm:t>
    </dgm:pt>
    <dgm:pt modelId="{089BA621-FA2F-4429-A772-D117BD946563}" type="sibTrans" cxnId="{15922BF1-0845-4E71-86C7-4BFA2A03CC2D}">
      <dgm:prSet/>
      <dgm:spPr/>
      <dgm:t>
        <a:bodyPr/>
        <a:lstStyle/>
        <a:p>
          <a:endParaRPr lang="en-US"/>
        </a:p>
      </dgm:t>
    </dgm:pt>
    <dgm:pt modelId="{7F80BCFE-3165-49FF-B85D-C5AFE177B4A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depends on </a:t>
          </a:r>
          <a:r>
            <a:rPr lang="en-US"/>
            <a:t>the functionality</a:t>
          </a:r>
        </a:p>
      </dgm:t>
    </dgm:pt>
    <dgm:pt modelId="{E6E81075-CB07-43DC-B29E-24B81F97A8EE}" type="parTrans" cxnId="{87F8B498-C04D-453D-9225-D72DFCC0569C}">
      <dgm:prSet/>
      <dgm:spPr/>
      <dgm:t>
        <a:bodyPr/>
        <a:lstStyle/>
        <a:p>
          <a:endParaRPr lang="en-US"/>
        </a:p>
      </dgm:t>
    </dgm:pt>
    <dgm:pt modelId="{1CB4F6F7-22F2-4377-A673-4D43787C5468}" type="sibTrans" cxnId="{87F8B498-C04D-453D-9225-D72DFCC0569C}">
      <dgm:prSet/>
      <dgm:spPr/>
      <dgm:t>
        <a:bodyPr/>
        <a:lstStyle/>
        <a:p>
          <a:endParaRPr lang="en-US"/>
        </a:p>
      </dgm:t>
    </dgm:pt>
    <dgm:pt modelId="{F57C41AC-7DDB-4586-B9D3-9C667EE346C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Each node</a:t>
          </a:r>
          <a:r>
            <a:rPr lang="en-US"/>
            <a:t> supporting</a:t>
          </a:r>
        </a:p>
      </dgm:t>
    </dgm:pt>
    <dgm:pt modelId="{5B34FA5D-9C1C-4B15-8F64-A5357639DA43}" type="parTrans" cxnId="{B87A7766-B007-4731-89F1-48B594798CE6}">
      <dgm:prSet/>
      <dgm:spPr/>
      <dgm:t>
        <a:bodyPr/>
        <a:lstStyle/>
        <a:p>
          <a:endParaRPr lang="en-US"/>
        </a:p>
      </dgm:t>
    </dgm:pt>
    <dgm:pt modelId="{BA6C38CB-E113-4D13-8B3B-CBC960F6A025}" type="sibTrans" cxnId="{B87A7766-B007-4731-89F1-48B594798CE6}">
      <dgm:prSet/>
      <dgm:spPr/>
      <dgm:t>
        <a:bodyPr/>
        <a:lstStyle/>
        <a:p>
          <a:endParaRPr lang="en-US"/>
        </a:p>
      </dgm:t>
    </dgm:pt>
    <dgm:pt modelId="{E121B43F-9C19-4523-AB45-5DDAC20A5B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Collection of Functions</a:t>
          </a:r>
          <a:endParaRPr lang="en-US"/>
        </a:p>
      </dgm:t>
    </dgm:pt>
    <dgm:pt modelId="{28311CC4-DE82-4A48-92EC-C66C16E69FDB}" type="parTrans" cxnId="{A0B02713-1884-4307-BAB5-0A7BE08779AF}">
      <dgm:prSet/>
      <dgm:spPr/>
      <dgm:t>
        <a:bodyPr/>
        <a:lstStyle/>
        <a:p>
          <a:endParaRPr lang="tr-TR"/>
        </a:p>
      </dgm:t>
    </dgm:pt>
    <dgm:pt modelId="{950EE5E7-0D61-4327-BDE5-3FFE781F6168}" type="sibTrans" cxnId="{A0B02713-1884-4307-BAB5-0A7BE08779AF}">
      <dgm:prSet/>
      <dgm:spPr/>
      <dgm:t>
        <a:bodyPr/>
        <a:lstStyle/>
        <a:p>
          <a:endParaRPr lang="tr-TR"/>
        </a:p>
      </dgm:t>
    </dgm:pt>
    <dgm:pt modelId="{3DB31D70-F9BC-4FA2-BBD2-BDDA604BDC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Possible Functions</a:t>
          </a:r>
          <a:endParaRPr lang="en-US"/>
        </a:p>
      </dgm:t>
    </dgm:pt>
    <dgm:pt modelId="{21CC8F17-C880-4D31-9A21-8735E6D902B3}" type="parTrans" cxnId="{4954118A-B8ED-4B0C-A240-249593A1FB58}">
      <dgm:prSet/>
      <dgm:spPr/>
      <dgm:t>
        <a:bodyPr/>
        <a:lstStyle/>
        <a:p>
          <a:endParaRPr lang="tr-TR"/>
        </a:p>
      </dgm:t>
    </dgm:pt>
    <dgm:pt modelId="{A907715F-7D76-488E-B00C-B25121F1B7F2}" type="sibTrans" cxnId="{4954118A-B8ED-4B0C-A240-249593A1FB58}">
      <dgm:prSet/>
      <dgm:spPr/>
      <dgm:t>
        <a:bodyPr/>
        <a:lstStyle/>
        <a:p>
          <a:endParaRPr lang="tr-TR"/>
        </a:p>
      </dgm:t>
    </dgm:pt>
    <dgm:pt modelId="{663FA650-4129-4912-A813-3CC5E58A26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routing</a:t>
          </a:r>
        </a:p>
      </dgm:t>
    </dgm:pt>
    <dgm:pt modelId="{FA8B4EA3-942C-4629-91CD-0FC1C9657018}" type="parTrans" cxnId="{FE2099F3-2CDA-48ED-A30D-C578BFC9BC2A}">
      <dgm:prSet/>
      <dgm:spPr/>
      <dgm:t>
        <a:bodyPr/>
        <a:lstStyle/>
        <a:p>
          <a:endParaRPr lang="tr-TR"/>
        </a:p>
      </dgm:t>
    </dgm:pt>
    <dgm:pt modelId="{A7EE0B46-CD49-4BBB-A4B8-0391B59FEF56}" type="sibTrans" cxnId="{FE2099F3-2CDA-48ED-A30D-C578BFC9BC2A}">
      <dgm:prSet/>
      <dgm:spPr/>
      <dgm:t>
        <a:bodyPr/>
        <a:lstStyle/>
        <a:p>
          <a:endParaRPr lang="tr-TR"/>
        </a:p>
      </dgm:t>
    </dgm:pt>
    <dgm:pt modelId="{8E3587C3-A058-4559-B941-DEF2A8C8B9C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keeping </a:t>
          </a:r>
          <a:r>
            <a:rPr lang="en-US"/>
            <a:t>blockchain database</a:t>
          </a:r>
        </a:p>
      </dgm:t>
    </dgm:pt>
    <dgm:pt modelId="{A529E36F-05DD-4735-82BE-6CCABA128688}" type="parTrans" cxnId="{B89952CB-8D63-4B42-8852-989CB135DA96}">
      <dgm:prSet/>
      <dgm:spPr/>
      <dgm:t>
        <a:bodyPr/>
        <a:lstStyle/>
        <a:p>
          <a:endParaRPr lang="tr-TR"/>
        </a:p>
      </dgm:t>
    </dgm:pt>
    <dgm:pt modelId="{5061A9FE-6F45-4211-98F6-6F241B01C5F7}" type="sibTrans" cxnId="{B89952CB-8D63-4B42-8852-989CB135DA96}">
      <dgm:prSet/>
      <dgm:spPr/>
      <dgm:t>
        <a:bodyPr/>
        <a:lstStyle/>
        <a:p>
          <a:endParaRPr lang="tr-TR"/>
        </a:p>
      </dgm:t>
    </dgm:pt>
    <dgm:pt modelId="{5629D42A-9116-4D61-8503-7C48FFED68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mining</a:t>
          </a:r>
        </a:p>
      </dgm:t>
    </dgm:pt>
    <dgm:pt modelId="{90074C8E-E873-4156-A2A3-BC465301BD1B}" type="parTrans" cxnId="{72BC4F05-4BDE-40CC-A85D-0882A2F4FE5E}">
      <dgm:prSet/>
      <dgm:spPr/>
      <dgm:t>
        <a:bodyPr/>
        <a:lstStyle/>
        <a:p>
          <a:endParaRPr lang="tr-TR"/>
        </a:p>
      </dgm:t>
    </dgm:pt>
    <dgm:pt modelId="{B006AB04-DDC7-4A4E-A465-7F72DA8ABDA9}" type="sibTrans" cxnId="{72BC4F05-4BDE-40CC-A85D-0882A2F4FE5E}">
      <dgm:prSet/>
      <dgm:spPr/>
      <dgm:t>
        <a:bodyPr/>
        <a:lstStyle/>
        <a:p>
          <a:endParaRPr lang="tr-TR"/>
        </a:p>
      </dgm:t>
    </dgm:pt>
    <dgm:pt modelId="{F91A5DBB-FF46-48C3-B97F-E8A168847F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wallet services</a:t>
          </a:r>
        </a:p>
      </dgm:t>
    </dgm:pt>
    <dgm:pt modelId="{2635E57C-A8E7-4D94-A540-89D4585FA9C4}" type="parTrans" cxnId="{F1A5F6D3-9EC9-456D-ABCA-84A10B10656A}">
      <dgm:prSet/>
      <dgm:spPr/>
      <dgm:t>
        <a:bodyPr/>
        <a:lstStyle/>
        <a:p>
          <a:endParaRPr lang="tr-TR"/>
        </a:p>
      </dgm:t>
    </dgm:pt>
    <dgm:pt modelId="{B4DC413C-8A81-4F7B-8186-477D43578136}" type="sibTrans" cxnId="{F1A5F6D3-9EC9-456D-ABCA-84A10B10656A}">
      <dgm:prSet/>
      <dgm:spPr/>
      <dgm:t>
        <a:bodyPr/>
        <a:lstStyle/>
        <a:p>
          <a:endParaRPr lang="tr-TR"/>
        </a:p>
      </dgm:t>
    </dgm:pt>
    <dgm:pt modelId="{E9BE50A6-F00F-450F-BFB2-9D7BA1D17486}" type="pres">
      <dgm:prSet presAssocID="{0091237A-72F0-4508-A16F-B3388456B94D}" presName="root" presStyleCnt="0">
        <dgm:presLayoutVars>
          <dgm:dir/>
          <dgm:resizeHandles val="exact"/>
        </dgm:presLayoutVars>
      </dgm:prSet>
      <dgm:spPr/>
    </dgm:pt>
    <dgm:pt modelId="{BF108345-2F0C-44CF-8829-F1B27A4925EC}" type="pres">
      <dgm:prSet presAssocID="{0585003D-2373-49F1-95EC-D81865FDB23A}" presName="compNode" presStyleCnt="0"/>
      <dgm:spPr/>
    </dgm:pt>
    <dgm:pt modelId="{CB72A0A0-79B8-47C3-9AB7-AB7968446523}" type="pres">
      <dgm:prSet presAssocID="{0585003D-2373-49F1-95EC-D81865FDB23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413F8044-3A1B-4411-8723-E5AD5E42C02E}" type="pres">
      <dgm:prSet presAssocID="{0585003D-2373-49F1-95EC-D81865FDB23A}" presName="iconSpace" presStyleCnt="0"/>
      <dgm:spPr/>
    </dgm:pt>
    <dgm:pt modelId="{9FC23AFE-732E-46C7-94ED-360BE453B9E2}" type="pres">
      <dgm:prSet presAssocID="{0585003D-2373-49F1-95EC-D81865FDB23A}" presName="parTx" presStyleLbl="revTx" presStyleIdx="0" presStyleCnt="6">
        <dgm:presLayoutVars>
          <dgm:chMax val="0"/>
          <dgm:chPref val="0"/>
        </dgm:presLayoutVars>
      </dgm:prSet>
      <dgm:spPr/>
    </dgm:pt>
    <dgm:pt modelId="{3B6C70EC-660A-4F41-AAE8-0DBD179E8086}" type="pres">
      <dgm:prSet presAssocID="{0585003D-2373-49F1-95EC-D81865FDB23A}" presName="txSpace" presStyleCnt="0"/>
      <dgm:spPr/>
    </dgm:pt>
    <dgm:pt modelId="{3FCC5F82-2BE5-4859-825C-CB13FFA68B5D}" type="pres">
      <dgm:prSet presAssocID="{0585003D-2373-49F1-95EC-D81865FDB23A}" presName="desTx" presStyleLbl="revTx" presStyleIdx="1" presStyleCnt="6">
        <dgm:presLayoutVars/>
      </dgm:prSet>
      <dgm:spPr/>
    </dgm:pt>
    <dgm:pt modelId="{6354C32F-C9D1-4431-9A5E-74E9D818132E}" type="pres">
      <dgm:prSet presAssocID="{9639E802-BF96-4C4A-8A5D-E24956423A96}" presName="sibTrans" presStyleCnt="0"/>
      <dgm:spPr/>
    </dgm:pt>
    <dgm:pt modelId="{F22929E3-28EF-431B-9D49-B51222CDEDDF}" type="pres">
      <dgm:prSet presAssocID="{DE4B601D-0644-4961-98A8-337C734BEA6E}" presName="compNode" presStyleCnt="0"/>
      <dgm:spPr/>
    </dgm:pt>
    <dgm:pt modelId="{58919A20-CEB6-48B3-A180-DF6CB99D2929}" type="pres">
      <dgm:prSet presAssocID="{DE4B601D-0644-4961-98A8-337C734BEA6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B70A3501-5394-44DB-A654-C56C1A31D095}" type="pres">
      <dgm:prSet presAssocID="{DE4B601D-0644-4961-98A8-337C734BEA6E}" presName="iconSpace" presStyleCnt="0"/>
      <dgm:spPr/>
    </dgm:pt>
    <dgm:pt modelId="{BD9A91B7-8B4F-4BCD-9E29-BADAD70747EA}" type="pres">
      <dgm:prSet presAssocID="{DE4B601D-0644-4961-98A8-337C734BEA6E}" presName="parTx" presStyleLbl="revTx" presStyleIdx="2" presStyleCnt="6">
        <dgm:presLayoutVars>
          <dgm:chMax val="0"/>
          <dgm:chPref val="0"/>
        </dgm:presLayoutVars>
      </dgm:prSet>
      <dgm:spPr/>
    </dgm:pt>
    <dgm:pt modelId="{07B60321-6136-466A-B961-2FE58E92CE0B}" type="pres">
      <dgm:prSet presAssocID="{DE4B601D-0644-4961-98A8-337C734BEA6E}" presName="txSpace" presStyleCnt="0"/>
      <dgm:spPr/>
    </dgm:pt>
    <dgm:pt modelId="{A163E40F-F7C8-40CD-B2C9-D16A086CD9B8}" type="pres">
      <dgm:prSet presAssocID="{DE4B601D-0644-4961-98A8-337C734BEA6E}" presName="desTx" presStyleLbl="revTx" presStyleIdx="3" presStyleCnt="6">
        <dgm:presLayoutVars/>
      </dgm:prSet>
      <dgm:spPr/>
    </dgm:pt>
    <dgm:pt modelId="{78343BDE-E038-45BC-B141-DDD44E740A8E}" type="pres">
      <dgm:prSet presAssocID="{089BA621-FA2F-4429-A772-D117BD946563}" presName="sibTrans" presStyleCnt="0"/>
      <dgm:spPr/>
    </dgm:pt>
    <dgm:pt modelId="{0CE82AC4-59A3-4F5E-B335-2C0F582E53E0}" type="pres">
      <dgm:prSet presAssocID="{3DB31D70-F9BC-4FA2-BBD2-BDDA604BDCB1}" presName="compNode" presStyleCnt="0"/>
      <dgm:spPr/>
    </dgm:pt>
    <dgm:pt modelId="{25551EB6-9387-419D-87FB-693DEDC6C0A7}" type="pres">
      <dgm:prSet presAssocID="{3DB31D70-F9BC-4FA2-BBD2-BDDA604BDCB1}" presName="iconRect" presStyleLbl="node1" presStyleIdx="2" presStyleCnt="3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</dgm:spPr>
    </dgm:pt>
    <dgm:pt modelId="{0279ECD7-2E93-435F-86AD-F5695E9C2CF8}" type="pres">
      <dgm:prSet presAssocID="{3DB31D70-F9BC-4FA2-BBD2-BDDA604BDCB1}" presName="iconSpace" presStyleCnt="0"/>
      <dgm:spPr/>
    </dgm:pt>
    <dgm:pt modelId="{70E0CA73-D41B-4749-B5F7-D85CDB8AB262}" type="pres">
      <dgm:prSet presAssocID="{3DB31D70-F9BC-4FA2-BBD2-BDDA604BDCB1}" presName="parTx" presStyleLbl="revTx" presStyleIdx="4" presStyleCnt="6">
        <dgm:presLayoutVars>
          <dgm:chMax val="0"/>
          <dgm:chPref val="0"/>
        </dgm:presLayoutVars>
      </dgm:prSet>
      <dgm:spPr/>
    </dgm:pt>
    <dgm:pt modelId="{1A52D212-B235-4FFA-928C-455A39DE8DA0}" type="pres">
      <dgm:prSet presAssocID="{3DB31D70-F9BC-4FA2-BBD2-BDDA604BDCB1}" presName="txSpace" presStyleCnt="0"/>
      <dgm:spPr/>
    </dgm:pt>
    <dgm:pt modelId="{33D6CF90-A57B-440D-8AC3-96913824B285}" type="pres">
      <dgm:prSet presAssocID="{3DB31D70-F9BC-4FA2-BBD2-BDDA604BDCB1}" presName="desTx" presStyleLbl="revTx" presStyleIdx="5" presStyleCnt="6">
        <dgm:presLayoutVars/>
      </dgm:prSet>
      <dgm:spPr/>
    </dgm:pt>
  </dgm:ptLst>
  <dgm:cxnLst>
    <dgm:cxn modelId="{72BC4F05-4BDE-40CC-A85D-0882A2F4FE5E}" srcId="{3DB31D70-F9BC-4FA2-BBD2-BDDA604BDCB1}" destId="{5629D42A-9116-4D61-8503-7C48FFED6893}" srcOrd="2" destOrd="0" parTransId="{90074C8E-E873-4156-A2A3-BC465301BD1B}" sibTransId="{B006AB04-DDC7-4A4E-A465-7F72DA8ABDA9}"/>
    <dgm:cxn modelId="{A0B02713-1884-4307-BAB5-0A7BE08779AF}" srcId="{0585003D-2373-49F1-95EC-D81865FDB23A}" destId="{E121B43F-9C19-4523-AB45-5DDAC20A5B15}" srcOrd="0" destOrd="0" parTransId="{28311CC4-DE82-4A48-92EC-C66C16E69FDB}" sibTransId="{950EE5E7-0D61-4327-BDE5-3FFE781F6168}"/>
    <dgm:cxn modelId="{4981C014-1A68-46E8-BE75-13178C04D3CD}" type="presOf" srcId="{E121B43F-9C19-4523-AB45-5DDAC20A5B15}" destId="{3FCC5F82-2BE5-4859-825C-CB13FFA68B5D}" srcOrd="0" destOrd="0" presId="urn:microsoft.com/office/officeart/2018/5/layout/CenteredIconLabelDescriptionList"/>
    <dgm:cxn modelId="{75489840-79DF-492D-96CB-3E82482D6F8B}" type="presOf" srcId="{F57C41AC-7DDB-4586-B9D3-9C667EE346C8}" destId="{A163E40F-F7C8-40CD-B2C9-D16A086CD9B8}" srcOrd="0" destOrd="1" presId="urn:microsoft.com/office/officeart/2018/5/layout/CenteredIconLabelDescriptionList"/>
    <dgm:cxn modelId="{B87A7766-B007-4731-89F1-48B594798CE6}" srcId="{DE4B601D-0644-4961-98A8-337C734BEA6E}" destId="{F57C41AC-7DDB-4586-B9D3-9C667EE346C8}" srcOrd="1" destOrd="0" parTransId="{5B34FA5D-9C1C-4B15-8F64-A5357639DA43}" sibTransId="{BA6C38CB-E113-4D13-8B3B-CBC960F6A025}"/>
    <dgm:cxn modelId="{0A7FD248-427E-44B5-A600-2006662A8AB6}" type="presOf" srcId="{0585003D-2373-49F1-95EC-D81865FDB23A}" destId="{9FC23AFE-732E-46C7-94ED-360BE453B9E2}" srcOrd="0" destOrd="0" presId="urn:microsoft.com/office/officeart/2018/5/layout/CenteredIconLabelDescriptionList"/>
    <dgm:cxn modelId="{0B53C76A-D070-4793-A4FF-C0F05F88CDC6}" srcId="{0091237A-72F0-4508-A16F-B3388456B94D}" destId="{0585003D-2373-49F1-95EC-D81865FDB23A}" srcOrd="0" destOrd="0" parTransId="{AFE36F9F-2F28-4F3B-97DC-0DE44452802F}" sibTransId="{9639E802-BF96-4C4A-8A5D-E24956423A96}"/>
    <dgm:cxn modelId="{72F23A4D-0881-4C29-8C92-A361F414ADB3}" type="presOf" srcId="{7F80BCFE-3165-49FF-B85D-C5AFE177B4A0}" destId="{A163E40F-F7C8-40CD-B2C9-D16A086CD9B8}" srcOrd="0" destOrd="0" presId="urn:microsoft.com/office/officeart/2018/5/layout/CenteredIconLabelDescriptionList"/>
    <dgm:cxn modelId="{4954118A-B8ED-4B0C-A240-249593A1FB58}" srcId="{0091237A-72F0-4508-A16F-B3388456B94D}" destId="{3DB31D70-F9BC-4FA2-BBD2-BDDA604BDCB1}" srcOrd="2" destOrd="0" parTransId="{21CC8F17-C880-4D31-9A21-8735E6D902B3}" sibTransId="{A907715F-7D76-488E-B00C-B25121F1B7F2}"/>
    <dgm:cxn modelId="{87F8B498-C04D-453D-9225-D72DFCC0569C}" srcId="{DE4B601D-0644-4961-98A8-337C734BEA6E}" destId="{7F80BCFE-3165-49FF-B85D-C5AFE177B4A0}" srcOrd="0" destOrd="0" parTransId="{E6E81075-CB07-43DC-B29E-24B81F97A8EE}" sibTransId="{1CB4F6F7-22F2-4377-A673-4D43787C5468}"/>
    <dgm:cxn modelId="{50286BA0-7D39-4F5F-B56E-C452130C1784}" type="presOf" srcId="{5629D42A-9116-4D61-8503-7C48FFED6893}" destId="{33D6CF90-A57B-440D-8AC3-96913824B285}" srcOrd="0" destOrd="2" presId="urn:microsoft.com/office/officeart/2018/5/layout/CenteredIconLabelDescriptionList"/>
    <dgm:cxn modelId="{215968B9-48A8-479F-896A-D95372DCC439}" type="presOf" srcId="{DE4B601D-0644-4961-98A8-337C734BEA6E}" destId="{BD9A91B7-8B4F-4BCD-9E29-BADAD70747EA}" srcOrd="0" destOrd="0" presId="urn:microsoft.com/office/officeart/2018/5/layout/CenteredIconLabelDescriptionList"/>
    <dgm:cxn modelId="{B89952CB-8D63-4B42-8852-989CB135DA96}" srcId="{3DB31D70-F9BC-4FA2-BBD2-BDDA604BDCB1}" destId="{8E3587C3-A058-4559-B941-DEF2A8C8B9CD}" srcOrd="1" destOrd="0" parTransId="{A529E36F-05DD-4735-82BE-6CCABA128688}" sibTransId="{5061A9FE-6F45-4211-98F6-6F241B01C5F7}"/>
    <dgm:cxn modelId="{D47A70D2-8146-4395-A73C-13FAE40A5461}" type="presOf" srcId="{3DB31D70-F9BC-4FA2-BBD2-BDDA604BDCB1}" destId="{70E0CA73-D41B-4749-B5F7-D85CDB8AB262}" srcOrd="0" destOrd="0" presId="urn:microsoft.com/office/officeart/2018/5/layout/CenteredIconLabelDescriptionList"/>
    <dgm:cxn modelId="{F1A5F6D3-9EC9-456D-ABCA-84A10B10656A}" srcId="{3DB31D70-F9BC-4FA2-BBD2-BDDA604BDCB1}" destId="{F91A5DBB-FF46-48C3-B97F-E8A168847F7E}" srcOrd="3" destOrd="0" parTransId="{2635E57C-A8E7-4D94-A540-89D4585FA9C4}" sibTransId="{B4DC413C-8A81-4F7B-8186-477D43578136}"/>
    <dgm:cxn modelId="{A1BB5BD8-887A-4F1A-BBFC-0BADA7081EE7}" type="presOf" srcId="{663FA650-4129-4912-A813-3CC5E58A26EC}" destId="{33D6CF90-A57B-440D-8AC3-96913824B285}" srcOrd="0" destOrd="0" presId="urn:microsoft.com/office/officeart/2018/5/layout/CenteredIconLabelDescriptionList"/>
    <dgm:cxn modelId="{E8B999E9-76CE-4017-8B9A-D5C4A2E5C38C}" type="presOf" srcId="{0091237A-72F0-4508-A16F-B3388456B94D}" destId="{E9BE50A6-F00F-450F-BFB2-9D7BA1D17486}" srcOrd="0" destOrd="0" presId="urn:microsoft.com/office/officeart/2018/5/layout/CenteredIconLabelDescriptionList"/>
    <dgm:cxn modelId="{15922BF1-0845-4E71-86C7-4BFA2A03CC2D}" srcId="{0091237A-72F0-4508-A16F-B3388456B94D}" destId="{DE4B601D-0644-4961-98A8-337C734BEA6E}" srcOrd="1" destOrd="0" parTransId="{1F55579D-6155-4F9E-899A-DFE94E14E15E}" sibTransId="{089BA621-FA2F-4429-A772-D117BD946563}"/>
    <dgm:cxn modelId="{F709D1F1-EA46-4A5E-95BE-64C02DDD3F51}" type="presOf" srcId="{8E3587C3-A058-4559-B941-DEF2A8C8B9CD}" destId="{33D6CF90-A57B-440D-8AC3-96913824B285}" srcOrd="0" destOrd="1" presId="urn:microsoft.com/office/officeart/2018/5/layout/CenteredIconLabelDescriptionList"/>
    <dgm:cxn modelId="{099F48F2-1A6D-400C-8EC3-B31DD68FA4D1}" type="presOf" srcId="{F91A5DBB-FF46-48C3-B97F-E8A168847F7E}" destId="{33D6CF90-A57B-440D-8AC3-96913824B285}" srcOrd="0" destOrd="3" presId="urn:microsoft.com/office/officeart/2018/5/layout/CenteredIconLabelDescriptionList"/>
    <dgm:cxn modelId="{FE2099F3-2CDA-48ED-A30D-C578BFC9BC2A}" srcId="{3DB31D70-F9BC-4FA2-BBD2-BDDA604BDCB1}" destId="{663FA650-4129-4912-A813-3CC5E58A26EC}" srcOrd="0" destOrd="0" parTransId="{FA8B4EA3-942C-4629-91CD-0FC1C9657018}" sibTransId="{A7EE0B46-CD49-4BBB-A4B8-0391B59FEF56}"/>
    <dgm:cxn modelId="{46D51B71-6E16-477B-B44C-E567C5220293}" type="presParOf" srcId="{E9BE50A6-F00F-450F-BFB2-9D7BA1D17486}" destId="{BF108345-2F0C-44CF-8829-F1B27A4925EC}" srcOrd="0" destOrd="0" presId="urn:microsoft.com/office/officeart/2018/5/layout/CenteredIconLabelDescriptionList"/>
    <dgm:cxn modelId="{9EA1E2B5-F329-42C0-89A6-DC1CFE4A5406}" type="presParOf" srcId="{BF108345-2F0C-44CF-8829-F1B27A4925EC}" destId="{CB72A0A0-79B8-47C3-9AB7-AB7968446523}" srcOrd="0" destOrd="0" presId="urn:microsoft.com/office/officeart/2018/5/layout/CenteredIconLabelDescriptionList"/>
    <dgm:cxn modelId="{81A981B8-53CE-48C8-8B7A-188C2B71A5F0}" type="presParOf" srcId="{BF108345-2F0C-44CF-8829-F1B27A4925EC}" destId="{413F8044-3A1B-4411-8723-E5AD5E42C02E}" srcOrd="1" destOrd="0" presId="urn:microsoft.com/office/officeart/2018/5/layout/CenteredIconLabelDescriptionList"/>
    <dgm:cxn modelId="{8D5060D2-5A9A-464D-93BA-17C8037EF2F5}" type="presParOf" srcId="{BF108345-2F0C-44CF-8829-F1B27A4925EC}" destId="{9FC23AFE-732E-46C7-94ED-360BE453B9E2}" srcOrd="2" destOrd="0" presId="urn:microsoft.com/office/officeart/2018/5/layout/CenteredIconLabelDescriptionList"/>
    <dgm:cxn modelId="{C1536DBD-AA2F-44A8-9D60-1B2A80A6A2F8}" type="presParOf" srcId="{BF108345-2F0C-44CF-8829-F1B27A4925EC}" destId="{3B6C70EC-660A-4F41-AAE8-0DBD179E8086}" srcOrd="3" destOrd="0" presId="urn:microsoft.com/office/officeart/2018/5/layout/CenteredIconLabelDescriptionList"/>
    <dgm:cxn modelId="{95DD9F69-554F-4F49-8DD1-B45019D94D6D}" type="presParOf" srcId="{BF108345-2F0C-44CF-8829-F1B27A4925EC}" destId="{3FCC5F82-2BE5-4859-825C-CB13FFA68B5D}" srcOrd="4" destOrd="0" presId="urn:microsoft.com/office/officeart/2018/5/layout/CenteredIconLabelDescriptionList"/>
    <dgm:cxn modelId="{D09F7494-3891-40A8-A207-069F613B63C9}" type="presParOf" srcId="{E9BE50A6-F00F-450F-BFB2-9D7BA1D17486}" destId="{6354C32F-C9D1-4431-9A5E-74E9D818132E}" srcOrd="1" destOrd="0" presId="urn:microsoft.com/office/officeart/2018/5/layout/CenteredIconLabelDescriptionList"/>
    <dgm:cxn modelId="{B9172B9D-EA49-4191-8309-EAB9E5B1B8B0}" type="presParOf" srcId="{E9BE50A6-F00F-450F-BFB2-9D7BA1D17486}" destId="{F22929E3-28EF-431B-9D49-B51222CDEDDF}" srcOrd="2" destOrd="0" presId="urn:microsoft.com/office/officeart/2018/5/layout/CenteredIconLabelDescriptionList"/>
    <dgm:cxn modelId="{56A3F1DE-3A0F-492F-AA8C-6033122495EE}" type="presParOf" srcId="{F22929E3-28EF-431B-9D49-B51222CDEDDF}" destId="{58919A20-CEB6-48B3-A180-DF6CB99D2929}" srcOrd="0" destOrd="0" presId="urn:microsoft.com/office/officeart/2018/5/layout/CenteredIconLabelDescriptionList"/>
    <dgm:cxn modelId="{412F0BA1-D30C-4B78-AEE1-B705B0F71F9A}" type="presParOf" srcId="{F22929E3-28EF-431B-9D49-B51222CDEDDF}" destId="{B70A3501-5394-44DB-A654-C56C1A31D095}" srcOrd="1" destOrd="0" presId="urn:microsoft.com/office/officeart/2018/5/layout/CenteredIconLabelDescriptionList"/>
    <dgm:cxn modelId="{A6D91C91-EE66-4ED1-B54C-DDAC168323A0}" type="presParOf" srcId="{F22929E3-28EF-431B-9D49-B51222CDEDDF}" destId="{BD9A91B7-8B4F-4BCD-9E29-BADAD70747EA}" srcOrd="2" destOrd="0" presId="urn:microsoft.com/office/officeart/2018/5/layout/CenteredIconLabelDescriptionList"/>
    <dgm:cxn modelId="{0DE32383-7B7F-4B35-8EDA-B13647FA4197}" type="presParOf" srcId="{F22929E3-28EF-431B-9D49-B51222CDEDDF}" destId="{07B60321-6136-466A-B961-2FE58E92CE0B}" srcOrd="3" destOrd="0" presId="urn:microsoft.com/office/officeart/2018/5/layout/CenteredIconLabelDescriptionList"/>
    <dgm:cxn modelId="{DE1C40D8-7095-420F-B963-3FC16C3BD4CA}" type="presParOf" srcId="{F22929E3-28EF-431B-9D49-B51222CDEDDF}" destId="{A163E40F-F7C8-40CD-B2C9-D16A086CD9B8}" srcOrd="4" destOrd="0" presId="urn:microsoft.com/office/officeart/2018/5/layout/CenteredIconLabelDescriptionList"/>
    <dgm:cxn modelId="{1EC66A9D-3B24-4AF1-821B-6187A8CED26D}" type="presParOf" srcId="{E9BE50A6-F00F-450F-BFB2-9D7BA1D17486}" destId="{78343BDE-E038-45BC-B141-DDD44E740A8E}" srcOrd="3" destOrd="0" presId="urn:microsoft.com/office/officeart/2018/5/layout/CenteredIconLabelDescriptionList"/>
    <dgm:cxn modelId="{57647BC2-49D7-43AD-9E21-60280D335351}" type="presParOf" srcId="{E9BE50A6-F00F-450F-BFB2-9D7BA1D17486}" destId="{0CE82AC4-59A3-4F5E-B335-2C0F582E53E0}" srcOrd="4" destOrd="0" presId="urn:microsoft.com/office/officeart/2018/5/layout/CenteredIconLabelDescriptionList"/>
    <dgm:cxn modelId="{07B5E960-DCFD-4A03-9C1B-7E3D3D51C8F0}" type="presParOf" srcId="{0CE82AC4-59A3-4F5E-B335-2C0F582E53E0}" destId="{25551EB6-9387-419D-87FB-693DEDC6C0A7}" srcOrd="0" destOrd="0" presId="urn:microsoft.com/office/officeart/2018/5/layout/CenteredIconLabelDescriptionList"/>
    <dgm:cxn modelId="{D4E41956-2DDE-4ED7-9CFC-2C71060D1AF6}" type="presParOf" srcId="{0CE82AC4-59A3-4F5E-B335-2C0F582E53E0}" destId="{0279ECD7-2E93-435F-86AD-F5695E9C2CF8}" srcOrd="1" destOrd="0" presId="urn:microsoft.com/office/officeart/2018/5/layout/CenteredIconLabelDescriptionList"/>
    <dgm:cxn modelId="{745F2CB7-91FA-49B3-A550-73A7E03CB6ED}" type="presParOf" srcId="{0CE82AC4-59A3-4F5E-B335-2C0F582E53E0}" destId="{70E0CA73-D41B-4749-B5F7-D85CDB8AB262}" srcOrd="2" destOrd="0" presId="urn:microsoft.com/office/officeart/2018/5/layout/CenteredIconLabelDescriptionList"/>
    <dgm:cxn modelId="{D2B4C8A1-15D0-4A0D-8418-AD6281D717E9}" type="presParOf" srcId="{0CE82AC4-59A3-4F5E-B335-2C0F582E53E0}" destId="{1A52D212-B235-4FFA-928C-455A39DE8DA0}" srcOrd="3" destOrd="0" presId="urn:microsoft.com/office/officeart/2018/5/layout/CenteredIconLabelDescriptionList"/>
    <dgm:cxn modelId="{0869B84F-A6F2-4D7B-A51D-223FE845520F}" type="presParOf" srcId="{0CE82AC4-59A3-4F5E-B335-2C0F582E53E0}" destId="{33D6CF90-A57B-440D-8AC3-96913824B28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07BD940E-56F3-4E04-917C-B73F74CE961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7B25D6E0-0151-4344-B1E0-EC79E8D2B1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Routing</a:t>
          </a:r>
          <a:endParaRPr lang="en-US"/>
        </a:p>
      </dgm:t>
    </dgm:pt>
    <dgm:pt modelId="{830E12BE-C961-48EA-AFA3-76717B10AD7D}" type="parTrans" cxnId="{9871EBED-8E68-4A9C-8119-CEC1C549F96B}">
      <dgm:prSet/>
      <dgm:spPr/>
      <dgm:t>
        <a:bodyPr/>
        <a:lstStyle/>
        <a:p>
          <a:endParaRPr lang="en-US"/>
        </a:p>
      </dgm:t>
    </dgm:pt>
    <dgm:pt modelId="{B6E5F733-ACD9-4A62-9438-688882F5A9AF}" type="sibTrans" cxnId="{9871EBED-8E68-4A9C-8119-CEC1C549F96B}">
      <dgm:prSet/>
      <dgm:spPr/>
      <dgm:t>
        <a:bodyPr/>
        <a:lstStyle/>
        <a:p>
          <a:endParaRPr lang="en-US"/>
        </a:p>
      </dgm:t>
    </dgm:pt>
    <dgm:pt modelId="{2DA4C8FB-B71D-4F15-9D70-DDA3EA82AC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transactions</a:t>
          </a:r>
        </a:p>
      </dgm:t>
    </dgm:pt>
    <dgm:pt modelId="{C259749E-32E3-48C6-A4D5-E4E3A1EFE2CE}" type="parTrans" cxnId="{DD93A377-1A94-4710-BD10-64EEBFCA2F55}">
      <dgm:prSet/>
      <dgm:spPr/>
      <dgm:t>
        <a:bodyPr/>
        <a:lstStyle/>
        <a:p>
          <a:endParaRPr lang="en-US"/>
        </a:p>
      </dgm:t>
    </dgm:pt>
    <dgm:pt modelId="{73900183-83BB-4EBE-AF9F-9B6DEE0EC645}" type="sibTrans" cxnId="{DD93A377-1A94-4710-BD10-64EEBFCA2F55}">
      <dgm:prSet/>
      <dgm:spPr/>
      <dgm:t>
        <a:bodyPr/>
        <a:lstStyle/>
        <a:p>
          <a:endParaRPr lang="en-US"/>
        </a:p>
      </dgm:t>
    </dgm:pt>
    <dgm:pt modelId="{B4973456-1E97-44D9-BED2-EDA2C6DAB4D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Discovery</a:t>
          </a:r>
          <a:endParaRPr lang="en-US"/>
        </a:p>
      </dgm:t>
    </dgm:pt>
    <dgm:pt modelId="{286F4943-2682-4AE5-AF53-3B8CDB6C5017}" type="parTrans" cxnId="{DE62E84D-EAA6-4413-ADD3-75144C5069A9}">
      <dgm:prSet/>
      <dgm:spPr/>
      <dgm:t>
        <a:bodyPr/>
        <a:lstStyle/>
        <a:p>
          <a:endParaRPr lang="en-US"/>
        </a:p>
      </dgm:t>
    </dgm:pt>
    <dgm:pt modelId="{7E22EC88-AC09-466B-840D-0A033F159383}" type="sibTrans" cxnId="{DE62E84D-EAA6-4413-ADD3-75144C5069A9}">
      <dgm:prSet/>
      <dgm:spPr/>
      <dgm:t>
        <a:bodyPr/>
        <a:lstStyle/>
        <a:p>
          <a:endParaRPr lang="en-US"/>
        </a:p>
      </dgm:t>
    </dgm:pt>
    <dgm:pt modelId="{34EF740E-6586-415C-9E50-5763AC9BDF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</a:t>
          </a:r>
        </a:p>
      </dgm:t>
    </dgm:pt>
    <dgm:pt modelId="{25DBF80D-7B52-4824-B301-CC06E3EE3272}" type="parTrans" cxnId="{921985BC-CCC7-4489-B98E-ED1FC4CF1D2A}">
      <dgm:prSet/>
      <dgm:spPr/>
      <dgm:t>
        <a:bodyPr/>
        <a:lstStyle/>
        <a:p>
          <a:endParaRPr lang="tr-TR"/>
        </a:p>
      </dgm:t>
    </dgm:pt>
    <dgm:pt modelId="{C8DC8CE8-F2B8-4A8A-AA80-67FDCF490A7E}" type="sibTrans" cxnId="{921985BC-CCC7-4489-B98E-ED1FC4CF1D2A}">
      <dgm:prSet/>
      <dgm:spPr/>
      <dgm:t>
        <a:bodyPr/>
        <a:lstStyle/>
        <a:p>
          <a:endParaRPr lang="tr-TR"/>
        </a:p>
      </dgm:t>
    </dgm:pt>
    <dgm:pt modelId="{DFF7685D-48AE-4221-B7FF-AE80C39F0B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maintain connections</a:t>
          </a:r>
        </a:p>
      </dgm:t>
    </dgm:pt>
    <dgm:pt modelId="{EE366A80-534B-4A0E-B49D-95463AAA01A7}" type="parTrans" cxnId="{F0CE856B-1297-4DD9-8352-EAE4838E4B8C}">
      <dgm:prSet/>
      <dgm:spPr/>
      <dgm:t>
        <a:bodyPr/>
        <a:lstStyle/>
        <a:p>
          <a:endParaRPr lang="tr-TR"/>
        </a:p>
      </dgm:t>
    </dgm:pt>
    <dgm:pt modelId="{564EF499-4F4F-4070-905A-442DA417C0E2}" type="sibTrans" cxnId="{F0CE856B-1297-4DD9-8352-EAE4838E4B8C}">
      <dgm:prSet/>
      <dgm:spPr/>
      <dgm:t>
        <a:bodyPr/>
        <a:lstStyle/>
        <a:p>
          <a:endParaRPr lang="tr-TR"/>
        </a:p>
      </dgm:t>
    </dgm:pt>
    <dgm:pt modelId="{5EBADCBD-5B5A-42D7-B042-3ECDBB8963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</a:t>
          </a:r>
          <a:endParaRPr lang="en-US"/>
        </a:p>
      </dgm:t>
    </dgm:pt>
    <dgm:pt modelId="{945961B7-EE09-4054-AD52-22CD1C73E4F8}" type="parTrans" cxnId="{361FEDCD-35D5-45EA-B31F-F146567545B5}">
      <dgm:prSet/>
      <dgm:spPr/>
      <dgm:t>
        <a:bodyPr/>
        <a:lstStyle/>
        <a:p>
          <a:endParaRPr lang="tr-TR"/>
        </a:p>
      </dgm:t>
    </dgm:pt>
    <dgm:pt modelId="{DC672BAC-2FF3-4AF0-AD9D-C4D5E4CA7F40}" type="sibTrans" cxnId="{361FEDCD-35D5-45EA-B31F-F146567545B5}">
      <dgm:prSet/>
      <dgm:spPr/>
      <dgm:t>
        <a:bodyPr/>
        <a:lstStyle/>
        <a:p>
          <a:endParaRPr lang="tr-TR"/>
        </a:p>
      </dgm:t>
    </dgm:pt>
    <dgm:pt modelId="{96C80324-6C39-4F67-99A6-C7086E74405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Nodes are routers</a:t>
          </a:r>
          <a:endParaRPr lang="en-US"/>
        </a:p>
      </dgm:t>
    </dgm:pt>
    <dgm:pt modelId="{75CF64E6-1496-4FFA-9FC4-2EE2E9A2D352}" type="parTrans" cxnId="{6B1885EF-FF11-475F-820E-45144BC5B714}">
      <dgm:prSet/>
      <dgm:spPr/>
      <dgm:t>
        <a:bodyPr/>
        <a:lstStyle/>
        <a:p>
          <a:endParaRPr lang="tr-TR"/>
        </a:p>
      </dgm:t>
    </dgm:pt>
    <dgm:pt modelId="{8E2FEAA0-4250-4705-B100-B4C4F6CA7A3C}" type="sibTrans" cxnId="{6B1885EF-FF11-475F-820E-45144BC5B714}">
      <dgm:prSet/>
      <dgm:spPr/>
      <dgm:t>
        <a:bodyPr/>
        <a:lstStyle/>
        <a:p>
          <a:endParaRPr lang="tr-TR"/>
        </a:p>
      </dgm:t>
    </dgm:pt>
    <dgm:pt modelId="{59763093-6945-4C2A-8DF2-22E6DE7499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nodes</a:t>
          </a:r>
          <a:r>
            <a:rPr lang="tr-TR"/>
            <a:t> has </a:t>
          </a:r>
          <a:r>
            <a:rPr lang="en-US"/>
            <a:t>routing function </a:t>
          </a:r>
        </a:p>
      </dgm:t>
    </dgm:pt>
    <dgm:pt modelId="{1D9E72EC-8D83-4F5D-B00B-B677B5BF961D}" type="parTrans" cxnId="{8E958CFB-B1FB-4672-A31E-3EB2CC6241DC}">
      <dgm:prSet/>
      <dgm:spPr/>
      <dgm:t>
        <a:bodyPr/>
        <a:lstStyle/>
        <a:p>
          <a:endParaRPr lang="tr-TR"/>
        </a:p>
      </dgm:t>
    </dgm:pt>
    <dgm:pt modelId="{95B13C46-A922-4597-A1DA-E437CB072C92}" type="sibTrans" cxnId="{8E958CFB-B1FB-4672-A31E-3EB2CC6241DC}">
      <dgm:prSet/>
      <dgm:spPr/>
      <dgm:t>
        <a:bodyPr/>
        <a:lstStyle/>
        <a:p>
          <a:endParaRPr lang="tr-TR"/>
        </a:p>
      </dgm:t>
    </dgm:pt>
    <dgm:pt modelId="{01CDA42C-037B-42A9-A582-8A242BA0570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Propagation</a:t>
          </a:r>
          <a:endParaRPr lang="en-US"/>
        </a:p>
      </dgm:t>
    </dgm:pt>
    <dgm:pt modelId="{DBB63C47-C3BA-499C-A9BF-EAB950FF113C}" type="parTrans" cxnId="{E3B24AB4-7F5A-4A8F-AD71-DACD6B802547}">
      <dgm:prSet/>
      <dgm:spPr/>
      <dgm:t>
        <a:bodyPr/>
        <a:lstStyle/>
        <a:p>
          <a:endParaRPr lang="tr-TR"/>
        </a:p>
      </dgm:t>
    </dgm:pt>
    <dgm:pt modelId="{A8E9B9B1-AA8E-44D5-9F5B-DB5DDE3E4B25}" type="sibTrans" cxnId="{E3B24AB4-7F5A-4A8F-AD71-DACD6B802547}">
      <dgm:prSet/>
      <dgm:spPr/>
      <dgm:t>
        <a:bodyPr/>
        <a:lstStyle/>
        <a:p>
          <a:endParaRPr lang="tr-TR"/>
        </a:p>
      </dgm:t>
    </dgm:pt>
    <dgm:pt modelId="{34D19E6B-6E40-4382-8DAA-88311E562C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blocks</a:t>
          </a:r>
        </a:p>
      </dgm:t>
    </dgm:pt>
    <dgm:pt modelId="{6A8345D7-215F-4060-A80F-4FE8D605939C}" type="parTrans" cxnId="{2E006317-0AE8-4356-B670-BD71D25FA109}">
      <dgm:prSet/>
      <dgm:spPr/>
      <dgm:t>
        <a:bodyPr/>
        <a:lstStyle/>
        <a:p>
          <a:endParaRPr lang="tr-TR"/>
        </a:p>
      </dgm:t>
    </dgm:pt>
    <dgm:pt modelId="{0D59D022-EA26-4833-A999-8DDAB03A8F38}" type="sibTrans" cxnId="{2E006317-0AE8-4356-B670-BD71D25FA109}">
      <dgm:prSet/>
      <dgm:spPr/>
      <dgm:t>
        <a:bodyPr/>
        <a:lstStyle/>
        <a:p>
          <a:endParaRPr lang="tr-TR"/>
        </a:p>
      </dgm:t>
    </dgm:pt>
    <dgm:pt modelId="{2F023EB2-0723-4BA6-9AD0-5AB29DB570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blocks</a:t>
          </a:r>
        </a:p>
      </dgm:t>
    </dgm:pt>
    <dgm:pt modelId="{051C3596-4E98-4D3A-B30B-45252D63C15D}" type="parTrans" cxnId="{6751C0FE-BF6C-4AFF-A76D-12865CB9E3D0}">
      <dgm:prSet/>
      <dgm:spPr/>
      <dgm:t>
        <a:bodyPr/>
        <a:lstStyle/>
        <a:p>
          <a:endParaRPr lang="tr-TR"/>
        </a:p>
      </dgm:t>
    </dgm:pt>
    <dgm:pt modelId="{578E0934-2BDB-415E-860A-9ABEFDF70415}" type="sibTrans" cxnId="{6751C0FE-BF6C-4AFF-A76D-12865CB9E3D0}">
      <dgm:prSet/>
      <dgm:spPr/>
      <dgm:t>
        <a:bodyPr/>
        <a:lstStyle/>
        <a:p>
          <a:endParaRPr lang="tr-TR"/>
        </a:p>
      </dgm:t>
    </dgm:pt>
    <dgm:pt modelId="{8C3CA260-3B25-4B98-8E3E-696B487EF7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</a:t>
          </a:r>
          <a:r>
            <a:rPr lang="tr-TR" dirty="0"/>
            <a:t>peers</a:t>
          </a:r>
          <a:endParaRPr lang="en-US" dirty="0"/>
        </a:p>
      </dgm:t>
    </dgm:pt>
    <dgm:pt modelId="{30F16F45-2E8F-4701-B505-F62AF667A4F8}" type="parTrans" cxnId="{1F96B629-8DB7-4BA1-88D6-D544362B7CA9}">
      <dgm:prSet/>
      <dgm:spPr/>
      <dgm:t>
        <a:bodyPr/>
        <a:lstStyle/>
        <a:p>
          <a:endParaRPr lang="tr-TR"/>
        </a:p>
      </dgm:t>
    </dgm:pt>
    <dgm:pt modelId="{06495D91-76A1-46AF-B4D2-54ADFE7C2172}" type="sibTrans" cxnId="{1F96B629-8DB7-4BA1-88D6-D544362B7CA9}">
      <dgm:prSet/>
      <dgm:spPr/>
      <dgm:t>
        <a:bodyPr/>
        <a:lstStyle/>
        <a:p>
          <a:endParaRPr lang="tr-TR"/>
        </a:p>
      </dgm:t>
    </dgm:pt>
    <dgm:pt modelId="{266D6792-6492-4F33-AA58-4FDE69C1F536}" type="pres">
      <dgm:prSet presAssocID="{07BD940E-56F3-4E04-917C-B73F74CE9610}" presName="root" presStyleCnt="0">
        <dgm:presLayoutVars>
          <dgm:dir/>
          <dgm:resizeHandles val="exact"/>
        </dgm:presLayoutVars>
      </dgm:prSet>
      <dgm:spPr/>
    </dgm:pt>
    <dgm:pt modelId="{910B6599-5A17-4344-BACB-E6750D4999FE}" type="pres">
      <dgm:prSet presAssocID="{7B25D6E0-0151-4344-B1E0-EC79E8D2B1BB}" presName="compNode" presStyleCnt="0"/>
      <dgm:spPr/>
    </dgm:pt>
    <dgm:pt modelId="{E5261DE7-388E-4134-90BA-F358E9AB6D9B}" type="pres">
      <dgm:prSet presAssocID="{7B25D6E0-0151-4344-B1E0-EC79E8D2B1BB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BA6878E9-6D69-4A44-8815-A97AB2030822}" type="pres">
      <dgm:prSet presAssocID="{7B25D6E0-0151-4344-B1E0-EC79E8D2B1BB}" presName="iconSpace" presStyleCnt="0"/>
      <dgm:spPr/>
    </dgm:pt>
    <dgm:pt modelId="{C472B49F-9630-495F-9DC7-FB736F43940C}" type="pres">
      <dgm:prSet presAssocID="{7B25D6E0-0151-4344-B1E0-EC79E8D2B1BB}" presName="parTx" presStyleLbl="revTx" presStyleIdx="0" presStyleCnt="8">
        <dgm:presLayoutVars>
          <dgm:chMax val="0"/>
          <dgm:chPref val="0"/>
        </dgm:presLayoutVars>
      </dgm:prSet>
      <dgm:spPr/>
    </dgm:pt>
    <dgm:pt modelId="{AD1438DD-6F7C-46E8-8A70-AB51A57476E4}" type="pres">
      <dgm:prSet presAssocID="{7B25D6E0-0151-4344-B1E0-EC79E8D2B1BB}" presName="txSpace" presStyleCnt="0"/>
      <dgm:spPr/>
    </dgm:pt>
    <dgm:pt modelId="{D3CDC301-C7C2-47CE-869D-0324F23819AB}" type="pres">
      <dgm:prSet presAssocID="{7B25D6E0-0151-4344-B1E0-EC79E8D2B1BB}" presName="desTx" presStyleLbl="revTx" presStyleIdx="1" presStyleCnt="8">
        <dgm:presLayoutVars/>
      </dgm:prSet>
      <dgm:spPr/>
    </dgm:pt>
    <dgm:pt modelId="{4677F986-05BD-4639-8988-A5CF7B380C0C}" type="pres">
      <dgm:prSet presAssocID="{B6E5F733-ACD9-4A62-9438-688882F5A9AF}" presName="sibTrans" presStyleCnt="0"/>
      <dgm:spPr/>
    </dgm:pt>
    <dgm:pt modelId="{93F05A23-3C77-46D9-925B-57C6ACE95F23}" type="pres">
      <dgm:prSet presAssocID="{5EBADCBD-5B5A-42D7-B042-3ECDBB8963D3}" presName="compNode" presStyleCnt="0"/>
      <dgm:spPr/>
    </dgm:pt>
    <dgm:pt modelId="{F9AECFC8-2C1A-48A0-8F6F-38A5FEAA5227}" type="pres">
      <dgm:prSet presAssocID="{5EBADCBD-5B5A-42D7-B042-3ECDBB8963D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43A699D0-396C-450C-8EE2-179ED5D4C6C8}" type="pres">
      <dgm:prSet presAssocID="{5EBADCBD-5B5A-42D7-B042-3ECDBB8963D3}" presName="iconSpace" presStyleCnt="0"/>
      <dgm:spPr/>
    </dgm:pt>
    <dgm:pt modelId="{6671252F-A58B-4AEE-B690-DD9D04BC03FE}" type="pres">
      <dgm:prSet presAssocID="{5EBADCBD-5B5A-42D7-B042-3ECDBB8963D3}" presName="parTx" presStyleLbl="revTx" presStyleIdx="2" presStyleCnt="8">
        <dgm:presLayoutVars>
          <dgm:chMax val="0"/>
          <dgm:chPref val="0"/>
        </dgm:presLayoutVars>
      </dgm:prSet>
      <dgm:spPr/>
    </dgm:pt>
    <dgm:pt modelId="{7F42A981-546D-49B5-B36A-8636398FF730}" type="pres">
      <dgm:prSet presAssocID="{5EBADCBD-5B5A-42D7-B042-3ECDBB8963D3}" presName="txSpace" presStyleCnt="0"/>
      <dgm:spPr/>
    </dgm:pt>
    <dgm:pt modelId="{4AC9386B-4FA9-42EE-BEDB-C1F9D67C723A}" type="pres">
      <dgm:prSet presAssocID="{5EBADCBD-5B5A-42D7-B042-3ECDBB8963D3}" presName="desTx" presStyleLbl="revTx" presStyleIdx="3" presStyleCnt="8">
        <dgm:presLayoutVars/>
      </dgm:prSet>
      <dgm:spPr/>
    </dgm:pt>
    <dgm:pt modelId="{2E123A31-EA89-4DD9-ABC9-572C27AFA8B3}" type="pres">
      <dgm:prSet presAssocID="{DC672BAC-2FF3-4AF0-AD9D-C4D5E4CA7F40}" presName="sibTrans" presStyleCnt="0"/>
      <dgm:spPr/>
    </dgm:pt>
    <dgm:pt modelId="{1DE1326D-323B-420B-801C-313095799CE8}" type="pres">
      <dgm:prSet presAssocID="{01CDA42C-037B-42A9-A582-8A242BA0570F}" presName="compNode" presStyleCnt="0"/>
      <dgm:spPr/>
    </dgm:pt>
    <dgm:pt modelId="{13B2C123-75C8-4A08-940C-04DF958BB451}" type="pres">
      <dgm:prSet presAssocID="{01CDA42C-037B-42A9-A582-8A242BA0570F}" presName="iconRect" presStyleLbl="node1" presStyleIdx="2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AAB91963-E54B-49E9-B86B-92CF5ED0C28B}" type="pres">
      <dgm:prSet presAssocID="{01CDA42C-037B-42A9-A582-8A242BA0570F}" presName="iconSpace" presStyleCnt="0"/>
      <dgm:spPr/>
    </dgm:pt>
    <dgm:pt modelId="{3D486859-97B3-4CF5-ACDA-A10B6774B5D6}" type="pres">
      <dgm:prSet presAssocID="{01CDA42C-037B-42A9-A582-8A242BA0570F}" presName="parTx" presStyleLbl="revTx" presStyleIdx="4" presStyleCnt="8">
        <dgm:presLayoutVars>
          <dgm:chMax val="0"/>
          <dgm:chPref val="0"/>
        </dgm:presLayoutVars>
      </dgm:prSet>
      <dgm:spPr/>
    </dgm:pt>
    <dgm:pt modelId="{8B138A60-1425-41D1-B97D-54B8D5BC16F7}" type="pres">
      <dgm:prSet presAssocID="{01CDA42C-037B-42A9-A582-8A242BA0570F}" presName="txSpace" presStyleCnt="0"/>
      <dgm:spPr/>
    </dgm:pt>
    <dgm:pt modelId="{2EB25AE4-1F75-407B-82F3-AA74959655CC}" type="pres">
      <dgm:prSet presAssocID="{01CDA42C-037B-42A9-A582-8A242BA0570F}" presName="desTx" presStyleLbl="revTx" presStyleIdx="5" presStyleCnt="8">
        <dgm:presLayoutVars/>
      </dgm:prSet>
      <dgm:spPr/>
    </dgm:pt>
    <dgm:pt modelId="{CB124BA1-6600-481A-8EA4-75E38D1535DB}" type="pres">
      <dgm:prSet presAssocID="{A8E9B9B1-AA8E-44D5-9F5B-DB5DDE3E4B25}" presName="sibTrans" presStyleCnt="0"/>
      <dgm:spPr/>
    </dgm:pt>
    <dgm:pt modelId="{3349E103-6900-4B05-AF1B-3FD0C2D53F9E}" type="pres">
      <dgm:prSet presAssocID="{B4973456-1E97-44D9-BED2-EDA2C6DAB4DD}" presName="compNode" presStyleCnt="0"/>
      <dgm:spPr/>
    </dgm:pt>
    <dgm:pt modelId="{1EA41453-8A78-45D6-842B-1895A0335B9D}" type="pres">
      <dgm:prSet presAssocID="{B4973456-1E97-44D9-BED2-EDA2C6DAB4DD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B1C7F513-4358-4447-B45B-74E917AD87D8}" type="pres">
      <dgm:prSet presAssocID="{B4973456-1E97-44D9-BED2-EDA2C6DAB4DD}" presName="iconSpace" presStyleCnt="0"/>
      <dgm:spPr/>
    </dgm:pt>
    <dgm:pt modelId="{8B27213D-FFDE-4589-B322-D79534360C71}" type="pres">
      <dgm:prSet presAssocID="{B4973456-1E97-44D9-BED2-EDA2C6DAB4DD}" presName="parTx" presStyleLbl="revTx" presStyleIdx="6" presStyleCnt="8">
        <dgm:presLayoutVars>
          <dgm:chMax val="0"/>
          <dgm:chPref val="0"/>
        </dgm:presLayoutVars>
      </dgm:prSet>
      <dgm:spPr/>
    </dgm:pt>
    <dgm:pt modelId="{EAF5DF41-09F1-4CD7-A50B-78DAD24B8B86}" type="pres">
      <dgm:prSet presAssocID="{B4973456-1E97-44D9-BED2-EDA2C6DAB4DD}" presName="txSpace" presStyleCnt="0"/>
      <dgm:spPr/>
    </dgm:pt>
    <dgm:pt modelId="{3ABEB39D-1678-4A2F-BAD1-BA03FDAD97A3}" type="pres">
      <dgm:prSet presAssocID="{B4973456-1E97-44D9-BED2-EDA2C6DAB4DD}" presName="desTx" presStyleLbl="revTx" presStyleIdx="7" presStyleCnt="8">
        <dgm:presLayoutVars/>
      </dgm:prSet>
      <dgm:spPr/>
    </dgm:pt>
  </dgm:ptLst>
  <dgm:cxnLst>
    <dgm:cxn modelId="{8FEBB708-AF0D-4BD9-8DD3-B8999C5EEE17}" type="presOf" srcId="{7B25D6E0-0151-4344-B1E0-EC79E8D2B1BB}" destId="{C472B49F-9630-495F-9DC7-FB736F43940C}" srcOrd="0" destOrd="0" presId="urn:microsoft.com/office/officeart/2018/5/layout/CenteredIconLabelDescriptionList"/>
    <dgm:cxn modelId="{E534DD0B-D799-404F-9350-0CFAFE1F8CFB}" type="presOf" srcId="{59763093-6945-4C2A-8DF2-22E6DE74999A}" destId="{D3CDC301-C7C2-47CE-869D-0324F23819AB}" srcOrd="0" destOrd="1" presId="urn:microsoft.com/office/officeart/2018/5/layout/CenteredIconLabelDescriptionList"/>
    <dgm:cxn modelId="{B685AA0C-9A97-4E54-95AA-C8E10EB558E2}" type="presOf" srcId="{8C3CA260-3B25-4B98-8E3E-696B487EF715}" destId="{3ABEB39D-1678-4A2F-BAD1-BA03FDAD97A3}" srcOrd="0" destOrd="1" presId="urn:microsoft.com/office/officeart/2018/5/layout/CenteredIconLabelDescriptionList"/>
    <dgm:cxn modelId="{6B422F0F-4249-407E-91EA-F11CA89F2E99}" type="presOf" srcId="{96C80324-6C39-4F67-99A6-C7086E74405E}" destId="{D3CDC301-C7C2-47CE-869D-0324F23819AB}" srcOrd="0" destOrd="0" presId="urn:microsoft.com/office/officeart/2018/5/layout/CenteredIconLabelDescriptionList"/>
    <dgm:cxn modelId="{2E006317-0AE8-4356-B670-BD71D25FA109}" srcId="{5EBADCBD-5B5A-42D7-B042-3ECDBB8963D3}" destId="{34D19E6B-6E40-4382-8DAA-88311E562C28}" srcOrd="1" destOrd="0" parTransId="{6A8345D7-215F-4060-A80F-4FE8D605939C}" sibTransId="{0D59D022-EA26-4833-A999-8DDAB03A8F38}"/>
    <dgm:cxn modelId="{0D6C7526-2A5A-45D0-88C7-C2E6369FB3D5}" type="presOf" srcId="{34EF740E-6586-415C-9E50-5763AC9BDF47}" destId="{2EB25AE4-1F75-407B-82F3-AA74959655CC}" srcOrd="0" destOrd="0" presId="urn:microsoft.com/office/officeart/2018/5/layout/CenteredIconLabelDescriptionList"/>
    <dgm:cxn modelId="{1F96B629-8DB7-4BA1-88D6-D544362B7CA9}" srcId="{B4973456-1E97-44D9-BED2-EDA2C6DAB4DD}" destId="{8C3CA260-3B25-4B98-8E3E-696B487EF715}" srcOrd="1" destOrd="0" parTransId="{30F16F45-2E8F-4701-B505-F62AF667A4F8}" sibTransId="{06495D91-76A1-46AF-B4D2-54ADFE7C2172}"/>
    <dgm:cxn modelId="{5B394833-D6B0-44AF-86EC-2AE4E2D8FDF9}" type="presOf" srcId="{B4973456-1E97-44D9-BED2-EDA2C6DAB4DD}" destId="{8B27213D-FFDE-4589-B322-D79534360C71}" srcOrd="0" destOrd="0" presId="urn:microsoft.com/office/officeart/2018/5/layout/CenteredIconLabelDescriptionList"/>
    <dgm:cxn modelId="{A00C593C-C9B8-441C-8281-885C5087B1D9}" type="presOf" srcId="{07BD940E-56F3-4E04-917C-B73F74CE9610}" destId="{266D6792-6492-4F33-AA58-4FDE69C1F536}" srcOrd="0" destOrd="0" presId="urn:microsoft.com/office/officeart/2018/5/layout/CenteredIconLabelDescriptionList"/>
    <dgm:cxn modelId="{4CF1C45D-B6B4-49FC-99B6-2E4E2010EF51}" type="presOf" srcId="{34D19E6B-6E40-4382-8DAA-88311E562C28}" destId="{4AC9386B-4FA9-42EE-BEDB-C1F9D67C723A}" srcOrd="0" destOrd="1" presId="urn:microsoft.com/office/officeart/2018/5/layout/CenteredIconLabelDescriptionList"/>
    <dgm:cxn modelId="{40D99948-7AF8-455B-BBE8-F355555B887A}" type="presOf" srcId="{2DA4C8FB-B71D-4F15-9D70-DDA3EA82AC4B}" destId="{4AC9386B-4FA9-42EE-BEDB-C1F9D67C723A}" srcOrd="0" destOrd="0" presId="urn:microsoft.com/office/officeart/2018/5/layout/CenteredIconLabelDescriptionList"/>
    <dgm:cxn modelId="{F0CE856B-1297-4DD9-8352-EAE4838E4B8C}" srcId="{B4973456-1E97-44D9-BED2-EDA2C6DAB4DD}" destId="{DFF7685D-48AE-4221-B7FF-AE80C39F0B7A}" srcOrd="0" destOrd="0" parTransId="{EE366A80-534B-4A0E-B49D-95463AAA01A7}" sibTransId="{564EF499-4F4F-4070-905A-442DA417C0E2}"/>
    <dgm:cxn modelId="{DE62E84D-EAA6-4413-ADD3-75144C5069A9}" srcId="{07BD940E-56F3-4E04-917C-B73F74CE9610}" destId="{B4973456-1E97-44D9-BED2-EDA2C6DAB4DD}" srcOrd="3" destOrd="0" parTransId="{286F4943-2682-4AE5-AF53-3B8CDB6C5017}" sibTransId="{7E22EC88-AC09-466B-840D-0A033F159383}"/>
    <dgm:cxn modelId="{DD93A377-1A94-4710-BD10-64EEBFCA2F55}" srcId="{5EBADCBD-5B5A-42D7-B042-3ECDBB8963D3}" destId="{2DA4C8FB-B71D-4F15-9D70-DDA3EA82AC4B}" srcOrd="0" destOrd="0" parTransId="{C259749E-32E3-48C6-A4D5-E4E3A1EFE2CE}" sibTransId="{73900183-83BB-4EBE-AF9F-9B6DEE0EC645}"/>
    <dgm:cxn modelId="{445B9A99-7775-42AF-8363-168F9E3897C4}" type="presOf" srcId="{01CDA42C-037B-42A9-A582-8A242BA0570F}" destId="{3D486859-97B3-4CF5-ACDA-A10B6774B5D6}" srcOrd="0" destOrd="0" presId="urn:microsoft.com/office/officeart/2018/5/layout/CenteredIconLabelDescriptionList"/>
    <dgm:cxn modelId="{EABBC5A0-0F97-4774-BD9F-C8DFC1709A39}" type="presOf" srcId="{DFF7685D-48AE-4221-B7FF-AE80C39F0B7A}" destId="{3ABEB39D-1678-4A2F-BAD1-BA03FDAD97A3}" srcOrd="0" destOrd="0" presId="urn:microsoft.com/office/officeart/2018/5/layout/CenteredIconLabelDescriptionList"/>
    <dgm:cxn modelId="{602607A8-BA85-49B3-A204-C737998C7481}" type="presOf" srcId="{5EBADCBD-5B5A-42D7-B042-3ECDBB8963D3}" destId="{6671252F-A58B-4AEE-B690-DD9D04BC03FE}" srcOrd="0" destOrd="0" presId="urn:microsoft.com/office/officeart/2018/5/layout/CenteredIconLabelDescriptionList"/>
    <dgm:cxn modelId="{E3B24AB4-7F5A-4A8F-AD71-DACD6B802547}" srcId="{07BD940E-56F3-4E04-917C-B73F74CE9610}" destId="{01CDA42C-037B-42A9-A582-8A242BA0570F}" srcOrd="2" destOrd="0" parTransId="{DBB63C47-C3BA-499C-A9BF-EAB950FF113C}" sibTransId="{A8E9B9B1-AA8E-44D5-9F5B-DB5DDE3E4B25}"/>
    <dgm:cxn modelId="{749A2ABC-BB5D-475D-BA26-866690562753}" type="presOf" srcId="{2F023EB2-0723-4BA6-9AD0-5AB29DB57083}" destId="{2EB25AE4-1F75-407B-82F3-AA74959655CC}" srcOrd="0" destOrd="1" presId="urn:microsoft.com/office/officeart/2018/5/layout/CenteredIconLabelDescriptionList"/>
    <dgm:cxn modelId="{921985BC-CCC7-4489-B98E-ED1FC4CF1D2A}" srcId="{01CDA42C-037B-42A9-A582-8A242BA0570F}" destId="{34EF740E-6586-415C-9E50-5763AC9BDF47}" srcOrd="0" destOrd="0" parTransId="{25DBF80D-7B52-4824-B301-CC06E3EE3272}" sibTransId="{C8DC8CE8-F2B8-4A8A-AA80-67FDCF490A7E}"/>
    <dgm:cxn modelId="{361FEDCD-35D5-45EA-B31F-F146567545B5}" srcId="{07BD940E-56F3-4E04-917C-B73F74CE9610}" destId="{5EBADCBD-5B5A-42D7-B042-3ECDBB8963D3}" srcOrd="1" destOrd="0" parTransId="{945961B7-EE09-4054-AD52-22CD1C73E4F8}" sibTransId="{DC672BAC-2FF3-4AF0-AD9D-C4D5E4CA7F40}"/>
    <dgm:cxn modelId="{9871EBED-8E68-4A9C-8119-CEC1C549F96B}" srcId="{07BD940E-56F3-4E04-917C-B73F74CE9610}" destId="{7B25D6E0-0151-4344-B1E0-EC79E8D2B1BB}" srcOrd="0" destOrd="0" parTransId="{830E12BE-C961-48EA-AFA3-76717B10AD7D}" sibTransId="{B6E5F733-ACD9-4A62-9438-688882F5A9AF}"/>
    <dgm:cxn modelId="{6B1885EF-FF11-475F-820E-45144BC5B714}" srcId="{7B25D6E0-0151-4344-B1E0-EC79E8D2B1BB}" destId="{96C80324-6C39-4F67-99A6-C7086E74405E}" srcOrd="0" destOrd="0" parTransId="{75CF64E6-1496-4FFA-9FC4-2EE2E9A2D352}" sibTransId="{8E2FEAA0-4250-4705-B100-B4C4F6CA7A3C}"/>
    <dgm:cxn modelId="{8E958CFB-B1FB-4672-A31E-3EB2CC6241DC}" srcId="{7B25D6E0-0151-4344-B1E0-EC79E8D2B1BB}" destId="{59763093-6945-4C2A-8DF2-22E6DE74999A}" srcOrd="1" destOrd="0" parTransId="{1D9E72EC-8D83-4F5D-B00B-B677B5BF961D}" sibTransId="{95B13C46-A922-4597-A1DA-E437CB072C92}"/>
    <dgm:cxn modelId="{6751C0FE-BF6C-4AFF-A76D-12865CB9E3D0}" srcId="{01CDA42C-037B-42A9-A582-8A242BA0570F}" destId="{2F023EB2-0723-4BA6-9AD0-5AB29DB57083}" srcOrd="1" destOrd="0" parTransId="{051C3596-4E98-4D3A-B30B-45252D63C15D}" sibTransId="{578E0934-2BDB-415E-860A-9ABEFDF70415}"/>
    <dgm:cxn modelId="{E6C50084-9EAB-4C3C-9A48-02D00B9FC94E}" type="presParOf" srcId="{266D6792-6492-4F33-AA58-4FDE69C1F536}" destId="{910B6599-5A17-4344-BACB-E6750D4999FE}" srcOrd="0" destOrd="0" presId="urn:microsoft.com/office/officeart/2018/5/layout/CenteredIconLabelDescriptionList"/>
    <dgm:cxn modelId="{032561B6-71A3-400B-80EA-D63F1FFE66E7}" type="presParOf" srcId="{910B6599-5A17-4344-BACB-E6750D4999FE}" destId="{E5261DE7-388E-4134-90BA-F358E9AB6D9B}" srcOrd="0" destOrd="0" presId="urn:microsoft.com/office/officeart/2018/5/layout/CenteredIconLabelDescriptionList"/>
    <dgm:cxn modelId="{7E88EA12-8058-4BC0-82CB-B6EE4511542C}" type="presParOf" srcId="{910B6599-5A17-4344-BACB-E6750D4999FE}" destId="{BA6878E9-6D69-4A44-8815-A97AB2030822}" srcOrd="1" destOrd="0" presId="urn:microsoft.com/office/officeart/2018/5/layout/CenteredIconLabelDescriptionList"/>
    <dgm:cxn modelId="{714185B3-AF2E-4733-BF92-1908DF29E34E}" type="presParOf" srcId="{910B6599-5A17-4344-BACB-E6750D4999FE}" destId="{C472B49F-9630-495F-9DC7-FB736F43940C}" srcOrd="2" destOrd="0" presId="urn:microsoft.com/office/officeart/2018/5/layout/CenteredIconLabelDescriptionList"/>
    <dgm:cxn modelId="{C7DA9E24-B8B2-4EA2-837F-37DA3D84DC97}" type="presParOf" srcId="{910B6599-5A17-4344-BACB-E6750D4999FE}" destId="{AD1438DD-6F7C-46E8-8A70-AB51A57476E4}" srcOrd="3" destOrd="0" presId="urn:microsoft.com/office/officeart/2018/5/layout/CenteredIconLabelDescriptionList"/>
    <dgm:cxn modelId="{A964414D-F42F-4932-95F2-14465D18601F}" type="presParOf" srcId="{910B6599-5A17-4344-BACB-E6750D4999FE}" destId="{D3CDC301-C7C2-47CE-869D-0324F23819AB}" srcOrd="4" destOrd="0" presId="urn:microsoft.com/office/officeart/2018/5/layout/CenteredIconLabelDescriptionList"/>
    <dgm:cxn modelId="{87FA0E88-19D9-40DB-BDEB-15A78E991855}" type="presParOf" srcId="{266D6792-6492-4F33-AA58-4FDE69C1F536}" destId="{4677F986-05BD-4639-8988-A5CF7B380C0C}" srcOrd="1" destOrd="0" presId="urn:microsoft.com/office/officeart/2018/5/layout/CenteredIconLabelDescriptionList"/>
    <dgm:cxn modelId="{39BEBCF5-0C06-42D5-8CC7-2BA81C7FF2F1}" type="presParOf" srcId="{266D6792-6492-4F33-AA58-4FDE69C1F536}" destId="{93F05A23-3C77-46D9-925B-57C6ACE95F23}" srcOrd="2" destOrd="0" presId="urn:microsoft.com/office/officeart/2018/5/layout/CenteredIconLabelDescriptionList"/>
    <dgm:cxn modelId="{FE1DB13F-7D4E-4811-B3F4-D06A73618461}" type="presParOf" srcId="{93F05A23-3C77-46D9-925B-57C6ACE95F23}" destId="{F9AECFC8-2C1A-48A0-8F6F-38A5FEAA5227}" srcOrd="0" destOrd="0" presId="urn:microsoft.com/office/officeart/2018/5/layout/CenteredIconLabelDescriptionList"/>
    <dgm:cxn modelId="{64E0E010-2FF0-4EFB-BC6D-C82BC665A6C6}" type="presParOf" srcId="{93F05A23-3C77-46D9-925B-57C6ACE95F23}" destId="{43A699D0-396C-450C-8EE2-179ED5D4C6C8}" srcOrd="1" destOrd="0" presId="urn:microsoft.com/office/officeart/2018/5/layout/CenteredIconLabelDescriptionList"/>
    <dgm:cxn modelId="{09F1A717-26F2-40AF-82CE-6D98B84EB691}" type="presParOf" srcId="{93F05A23-3C77-46D9-925B-57C6ACE95F23}" destId="{6671252F-A58B-4AEE-B690-DD9D04BC03FE}" srcOrd="2" destOrd="0" presId="urn:microsoft.com/office/officeart/2018/5/layout/CenteredIconLabelDescriptionList"/>
    <dgm:cxn modelId="{07D4879D-E822-43A3-9030-EFFF1B609EF7}" type="presParOf" srcId="{93F05A23-3C77-46D9-925B-57C6ACE95F23}" destId="{7F42A981-546D-49B5-B36A-8636398FF730}" srcOrd="3" destOrd="0" presId="urn:microsoft.com/office/officeart/2018/5/layout/CenteredIconLabelDescriptionList"/>
    <dgm:cxn modelId="{F6033954-7BB8-45CD-972E-0BE525BF92F2}" type="presParOf" srcId="{93F05A23-3C77-46D9-925B-57C6ACE95F23}" destId="{4AC9386B-4FA9-42EE-BEDB-C1F9D67C723A}" srcOrd="4" destOrd="0" presId="urn:microsoft.com/office/officeart/2018/5/layout/CenteredIconLabelDescriptionList"/>
    <dgm:cxn modelId="{99742C20-6888-421E-AE59-4871A97241F6}" type="presParOf" srcId="{266D6792-6492-4F33-AA58-4FDE69C1F536}" destId="{2E123A31-EA89-4DD9-ABC9-572C27AFA8B3}" srcOrd="3" destOrd="0" presId="urn:microsoft.com/office/officeart/2018/5/layout/CenteredIconLabelDescriptionList"/>
    <dgm:cxn modelId="{7A2E8E23-BB77-4ECE-9EB0-47F9F431A5A7}" type="presParOf" srcId="{266D6792-6492-4F33-AA58-4FDE69C1F536}" destId="{1DE1326D-323B-420B-801C-313095799CE8}" srcOrd="4" destOrd="0" presId="urn:microsoft.com/office/officeart/2018/5/layout/CenteredIconLabelDescriptionList"/>
    <dgm:cxn modelId="{E61F68AB-A841-48E0-8EE2-BB9BD6C9135E}" type="presParOf" srcId="{1DE1326D-323B-420B-801C-313095799CE8}" destId="{13B2C123-75C8-4A08-940C-04DF958BB451}" srcOrd="0" destOrd="0" presId="urn:microsoft.com/office/officeart/2018/5/layout/CenteredIconLabelDescriptionList"/>
    <dgm:cxn modelId="{DB2CC2B5-8AC1-4AB2-80FA-6CB791C7BD81}" type="presParOf" srcId="{1DE1326D-323B-420B-801C-313095799CE8}" destId="{AAB91963-E54B-49E9-B86B-92CF5ED0C28B}" srcOrd="1" destOrd="0" presId="urn:microsoft.com/office/officeart/2018/5/layout/CenteredIconLabelDescriptionList"/>
    <dgm:cxn modelId="{82AFA2FF-1AB8-4688-95DD-2FDD8565269D}" type="presParOf" srcId="{1DE1326D-323B-420B-801C-313095799CE8}" destId="{3D486859-97B3-4CF5-ACDA-A10B6774B5D6}" srcOrd="2" destOrd="0" presId="urn:microsoft.com/office/officeart/2018/5/layout/CenteredIconLabelDescriptionList"/>
    <dgm:cxn modelId="{0BFD1F05-6E39-4610-97FC-CFB9071AA313}" type="presParOf" srcId="{1DE1326D-323B-420B-801C-313095799CE8}" destId="{8B138A60-1425-41D1-B97D-54B8D5BC16F7}" srcOrd="3" destOrd="0" presId="urn:microsoft.com/office/officeart/2018/5/layout/CenteredIconLabelDescriptionList"/>
    <dgm:cxn modelId="{90BE69E6-65D9-4527-97CE-3C89D5361AC9}" type="presParOf" srcId="{1DE1326D-323B-420B-801C-313095799CE8}" destId="{2EB25AE4-1F75-407B-82F3-AA74959655CC}" srcOrd="4" destOrd="0" presId="urn:microsoft.com/office/officeart/2018/5/layout/CenteredIconLabelDescriptionList"/>
    <dgm:cxn modelId="{181240E5-E734-4043-99F8-CDBD81125220}" type="presParOf" srcId="{266D6792-6492-4F33-AA58-4FDE69C1F536}" destId="{CB124BA1-6600-481A-8EA4-75E38D1535DB}" srcOrd="5" destOrd="0" presId="urn:microsoft.com/office/officeart/2018/5/layout/CenteredIconLabelDescriptionList"/>
    <dgm:cxn modelId="{4450E39A-59B0-431C-91B9-BA82C083A77D}" type="presParOf" srcId="{266D6792-6492-4F33-AA58-4FDE69C1F536}" destId="{3349E103-6900-4B05-AF1B-3FD0C2D53F9E}" srcOrd="6" destOrd="0" presId="urn:microsoft.com/office/officeart/2018/5/layout/CenteredIconLabelDescriptionList"/>
    <dgm:cxn modelId="{55E255E3-2032-4A02-8039-52BE874E4B67}" type="presParOf" srcId="{3349E103-6900-4B05-AF1B-3FD0C2D53F9E}" destId="{1EA41453-8A78-45D6-842B-1895A0335B9D}" srcOrd="0" destOrd="0" presId="urn:microsoft.com/office/officeart/2018/5/layout/CenteredIconLabelDescriptionList"/>
    <dgm:cxn modelId="{13EA4608-7F3B-4893-ABE0-61F1F41BC4F7}" type="presParOf" srcId="{3349E103-6900-4B05-AF1B-3FD0C2D53F9E}" destId="{B1C7F513-4358-4447-B45B-74E917AD87D8}" srcOrd="1" destOrd="0" presId="urn:microsoft.com/office/officeart/2018/5/layout/CenteredIconLabelDescriptionList"/>
    <dgm:cxn modelId="{1C13B36E-3129-4815-9CFA-209DD4FBC0E4}" type="presParOf" srcId="{3349E103-6900-4B05-AF1B-3FD0C2D53F9E}" destId="{8B27213D-FFDE-4589-B322-D79534360C71}" srcOrd="2" destOrd="0" presId="urn:microsoft.com/office/officeart/2018/5/layout/CenteredIconLabelDescriptionList"/>
    <dgm:cxn modelId="{5EFE842E-EACD-4FEE-B51D-6755E25DFDA0}" type="presParOf" srcId="{3349E103-6900-4B05-AF1B-3FD0C2D53F9E}" destId="{EAF5DF41-09F1-4CD7-A50B-78DAD24B8B86}" srcOrd="3" destOrd="0" presId="urn:microsoft.com/office/officeart/2018/5/layout/CenteredIconLabelDescriptionList"/>
    <dgm:cxn modelId="{D604BD20-98DE-48E2-8D38-1B44A26D5E69}" type="presParOf" srcId="{3349E103-6900-4B05-AF1B-3FD0C2D53F9E}" destId="{3ABEB39D-1678-4A2F-BAD1-BA03FDAD97A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65F8B891-8419-4785-B280-CB6F00BC0A9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30CA87C-982A-4FC9-958B-B0ECE5892C1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Abilities</a:t>
          </a:r>
          <a:endParaRPr lang="en-US"/>
        </a:p>
      </dgm:t>
    </dgm:pt>
    <dgm:pt modelId="{9AED2320-1BE8-47C3-9544-E90ADAE058AA}" type="parTrans" cxnId="{537BE7B4-3E91-4AFB-A343-81EF09A4DB30}">
      <dgm:prSet/>
      <dgm:spPr/>
      <dgm:t>
        <a:bodyPr/>
        <a:lstStyle/>
        <a:p>
          <a:endParaRPr lang="en-US"/>
        </a:p>
      </dgm:t>
    </dgm:pt>
    <dgm:pt modelId="{7FE52D53-E6EF-4353-BA77-C79838CC294D}" type="sibTrans" cxnId="{537BE7B4-3E91-4AFB-A343-81EF09A4DB30}">
      <dgm:prSet/>
      <dgm:spPr/>
      <dgm:t>
        <a:bodyPr/>
        <a:lstStyle/>
        <a:p>
          <a:endParaRPr lang="en-US"/>
        </a:p>
      </dgm:t>
    </dgm:pt>
    <dgm:pt modelId="{749000EF-7637-43B7-90BD-2C4D23B806E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external reference</a:t>
          </a:r>
        </a:p>
      </dgm:t>
    </dgm:pt>
    <dgm:pt modelId="{F4D402E8-9D40-4E24-A86A-14569D0AF596}" type="parTrans" cxnId="{29DCBF9A-3C7C-4AC0-96DB-FFEFD5BFB72A}">
      <dgm:prSet/>
      <dgm:spPr/>
      <dgm:t>
        <a:bodyPr/>
        <a:lstStyle/>
        <a:p>
          <a:endParaRPr lang="en-US"/>
        </a:p>
      </dgm:t>
    </dgm:pt>
    <dgm:pt modelId="{C2713C33-2243-491D-845F-C065DA393B14}" type="sibTrans" cxnId="{29DCBF9A-3C7C-4AC0-96DB-FFEFD5BFB72A}">
      <dgm:prSet/>
      <dgm:spPr/>
      <dgm:t>
        <a:bodyPr/>
        <a:lstStyle/>
        <a:p>
          <a:endParaRPr lang="en-US"/>
        </a:p>
      </dgm:t>
    </dgm:pt>
    <dgm:pt modelId="{9027874D-8D80-4200-8376-69C4304CCBA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full node </a:t>
          </a:r>
        </a:p>
      </dgm:t>
    </dgm:pt>
    <dgm:pt modelId="{9321BD86-0A10-44EF-B603-D225F026B2EF}" type="parTrans" cxnId="{105E22EB-5B37-4E48-A75A-50C0881907B2}">
      <dgm:prSet/>
      <dgm:spPr/>
      <dgm:t>
        <a:bodyPr/>
        <a:lstStyle/>
        <a:p>
          <a:endParaRPr lang="tr-TR"/>
        </a:p>
      </dgm:t>
    </dgm:pt>
    <dgm:pt modelId="{1D968270-1E42-4BC0-ACFE-D137D2CCD9CF}" type="sibTrans" cxnId="{105E22EB-5B37-4E48-A75A-50C0881907B2}">
      <dgm:prSet/>
      <dgm:spPr/>
      <dgm:t>
        <a:bodyPr/>
        <a:lstStyle/>
        <a:p>
          <a:endParaRPr lang="tr-TR"/>
        </a:p>
      </dgm:t>
    </dgm:pt>
    <dgm:pt modelId="{8D0C547A-39E0-4926-B4DE-654813CC8C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entire blockchain</a:t>
          </a:r>
          <a:endParaRPr lang="en-US"/>
        </a:p>
      </dgm:t>
    </dgm:pt>
    <dgm:pt modelId="{A9369267-B93F-4693-A0FE-90F4AA2C9E8E}" type="parTrans" cxnId="{9AE50F84-5C41-431D-BC75-E735FAD9EF8B}">
      <dgm:prSet/>
      <dgm:spPr/>
      <dgm:t>
        <a:bodyPr/>
        <a:lstStyle/>
        <a:p>
          <a:endParaRPr lang="tr-TR"/>
        </a:p>
      </dgm:t>
    </dgm:pt>
    <dgm:pt modelId="{F2785AF6-D2EB-40B5-823D-B213D6D72AE9}" type="sibTrans" cxnId="{9AE50F84-5C41-431D-BC75-E735FAD9EF8B}">
      <dgm:prSet/>
      <dgm:spPr/>
      <dgm:t>
        <a:bodyPr/>
        <a:lstStyle/>
        <a:p>
          <a:endParaRPr lang="tr-TR"/>
        </a:p>
      </dgm:t>
    </dgm:pt>
    <dgm:pt modelId="{1F2C762C-2A6A-4E6E-A78E-96F27090D1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complete</a:t>
          </a:r>
          <a:r>
            <a:rPr lang="tr-TR"/>
            <a:t> full</a:t>
          </a:r>
          <a:r>
            <a:rPr lang="en-US"/>
            <a:t> copy </a:t>
          </a:r>
          <a:endParaRPr lang="tr-TR"/>
        </a:p>
      </dgm:t>
    </dgm:pt>
    <dgm:pt modelId="{83659E2B-E624-4004-8471-E1A537B39B14}" type="parTrans" cxnId="{4DEF3933-B501-4D8A-813E-AD0BBA2BCA67}">
      <dgm:prSet/>
      <dgm:spPr/>
      <dgm:t>
        <a:bodyPr/>
        <a:lstStyle/>
        <a:p>
          <a:endParaRPr lang="tr-TR"/>
        </a:p>
      </dgm:t>
    </dgm:pt>
    <dgm:pt modelId="{936B2BB4-AE8F-49E0-8529-18DB9CCA35C3}" type="sibTrans" cxnId="{4DEF3933-B501-4D8A-813E-AD0BBA2BCA67}">
      <dgm:prSet/>
      <dgm:spPr/>
      <dgm:t>
        <a:bodyPr/>
        <a:lstStyle/>
        <a:p>
          <a:endParaRPr lang="tr-TR"/>
        </a:p>
      </dgm:t>
    </dgm:pt>
    <dgm:pt modelId="{73DA509D-5BD5-4E61-B05D-DB32E34E87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verify any transaction</a:t>
          </a:r>
          <a:r>
            <a:rPr lang="tr-TR"/>
            <a:t> </a:t>
          </a:r>
          <a:endParaRPr lang="en-US"/>
        </a:p>
      </dgm:t>
    </dgm:pt>
    <dgm:pt modelId="{3D039188-6C7E-458A-8260-79D226623681}" type="parTrans" cxnId="{06F0464C-FB80-40F7-8A50-4311C0DF5D40}">
      <dgm:prSet/>
      <dgm:spPr/>
      <dgm:t>
        <a:bodyPr/>
        <a:lstStyle/>
        <a:p>
          <a:endParaRPr lang="tr-TR"/>
        </a:p>
      </dgm:t>
    </dgm:pt>
    <dgm:pt modelId="{93F69B70-8162-45F3-8421-6C1E3367A8B0}" type="sibTrans" cxnId="{06F0464C-FB80-40F7-8A50-4311C0DF5D40}">
      <dgm:prSet/>
      <dgm:spPr/>
      <dgm:t>
        <a:bodyPr/>
        <a:lstStyle/>
        <a:p>
          <a:endParaRPr lang="tr-TR"/>
        </a:p>
      </dgm:t>
    </dgm:pt>
    <dgm:pt modelId="{F593238B-269A-46DC-8C50-E8A8C323F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up-to-date</a:t>
          </a:r>
          <a:endParaRPr lang="tr-TR"/>
        </a:p>
      </dgm:t>
    </dgm:pt>
    <dgm:pt modelId="{3215D320-DA59-4C58-8477-B35B69311C06}" type="parTrans" cxnId="{0602A0E6-6148-4129-A866-D7DF77CB265F}">
      <dgm:prSet/>
      <dgm:spPr/>
      <dgm:t>
        <a:bodyPr/>
        <a:lstStyle/>
        <a:p>
          <a:endParaRPr lang="tr-TR"/>
        </a:p>
      </dgm:t>
    </dgm:pt>
    <dgm:pt modelId="{18DBF890-E909-41DB-BCD5-55D052C2EDDC}" type="sibTrans" cxnId="{0602A0E6-6148-4129-A866-D7DF77CB265F}">
      <dgm:prSet/>
      <dgm:spPr/>
      <dgm:t>
        <a:bodyPr/>
        <a:lstStyle/>
        <a:p>
          <a:endParaRPr lang="tr-TR"/>
        </a:p>
      </dgm:t>
    </dgm:pt>
    <dgm:pt modelId="{32268CDF-2504-4BCA-80B9-FE8AAAA9A0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Authority</a:t>
          </a:r>
          <a:endParaRPr lang="en-US"/>
        </a:p>
      </dgm:t>
    </dgm:pt>
    <dgm:pt modelId="{6A08BA6D-EC8D-4050-962F-15FB9FD0266F}" type="parTrans" cxnId="{39605425-3C63-4B1C-BDD8-1AF3FCE4B80B}">
      <dgm:prSet/>
      <dgm:spPr/>
      <dgm:t>
        <a:bodyPr/>
        <a:lstStyle/>
        <a:p>
          <a:endParaRPr lang="tr-TR"/>
        </a:p>
      </dgm:t>
    </dgm:pt>
    <dgm:pt modelId="{90728018-6891-4D93-890C-D16DEE76C1DA}" type="sibTrans" cxnId="{39605425-3C63-4B1C-BDD8-1AF3FCE4B80B}">
      <dgm:prSet/>
      <dgm:spPr/>
      <dgm:t>
        <a:bodyPr/>
        <a:lstStyle/>
        <a:p>
          <a:endParaRPr lang="tr-TR"/>
        </a:p>
      </dgm:t>
    </dgm:pt>
    <dgm:pt modelId="{CFF3A17B-4A4C-45B2-847B-5A03D12EEF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autonomous</a:t>
          </a:r>
        </a:p>
      </dgm:t>
    </dgm:pt>
    <dgm:pt modelId="{0B96E8E3-E99C-49CB-AD6D-1CB6A0F4E1D2}" type="parTrans" cxnId="{5C7E423D-2321-45AD-83AD-F5CA65248044}">
      <dgm:prSet/>
      <dgm:spPr/>
      <dgm:t>
        <a:bodyPr/>
        <a:lstStyle/>
        <a:p>
          <a:endParaRPr lang="tr-TR"/>
        </a:p>
      </dgm:t>
    </dgm:pt>
    <dgm:pt modelId="{CF168E1C-7CE5-45FA-ACBB-02C3AB4F0B88}" type="sibTrans" cxnId="{5C7E423D-2321-45AD-83AD-F5CA65248044}">
      <dgm:prSet/>
      <dgm:spPr/>
      <dgm:t>
        <a:bodyPr/>
        <a:lstStyle/>
        <a:p>
          <a:endParaRPr lang="tr-TR"/>
        </a:p>
      </dgm:t>
    </dgm:pt>
    <dgm:pt modelId="{1EF0E4C0-DB62-4B5C-B25F-F7F6B806162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authoritative</a:t>
          </a:r>
        </a:p>
      </dgm:t>
    </dgm:pt>
    <dgm:pt modelId="{1612E3FF-3D04-4896-A161-68B700B82C34}" type="parTrans" cxnId="{87C04AB4-DFC4-4187-A4E3-20CB1C39616B}">
      <dgm:prSet/>
      <dgm:spPr/>
      <dgm:t>
        <a:bodyPr/>
        <a:lstStyle/>
        <a:p>
          <a:endParaRPr lang="tr-TR"/>
        </a:p>
      </dgm:t>
    </dgm:pt>
    <dgm:pt modelId="{5A63B1FA-7830-4552-9616-B844A94C5B83}" type="sibTrans" cxnId="{87C04AB4-DFC4-4187-A4E3-20CB1C39616B}">
      <dgm:prSet/>
      <dgm:spPr/>
      <dgm:t>
        <a:bodyPr/>
        <a:lstStyle/>
        <a:p>
          <a:endParaRPr lang="tr-TR"/>
        </a:p>
      </dgm:t>
    </dgm:pt>
    <dgm:pt modelId="{5974AC15-ED68-4B48-A6BE-6375CEC74333}" type="pres">
      <dgm:prSet presAssocID="{65F8B891-8419-4785-B280-CB6F00BC0A97}" presName="root" presStyleCnt="0">
        <dgm:presLayoutVars>
          <dgm:dir/>
          <dgm:resizeHandles val="exact"/>
        </dgm:presLayoutVars>
      </dgm:prSet>
      <dgm:spPr/>
    </dgm:pt>
    <dgm:pt modelId="{98393ED0-642D-4577-83A9-24A480B7A5D2}" type="pres">
      <dgm:prSet presAssocID="{9027874D-8D80-4200-8376-69C4304CCBA9}" presName="compNode" presStyleCnt="0"/>
      <dgm:spPr/>
    </dgm:pt>
    <dgm:pt modelId="{28EB6AA1-80D1-4DCA-8820-7D82D77DFA9C}" type="pres">
      <dgm:prSet presAssocID="{9027874D-8D80-4200-8376-69C4304CCBA9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5000" r="-5000"/>
          </a:stretch>
        </a:blipFill>
      </dgm:spPr>
    </dgm:pt>
    <dgm:pt modelId="{872D9606-9ADC-4A3C-ADEC-56CFF7910A97}" type="pres">
      <dgm:prSet presAssocID="{9027874D-8D80-4200-8376-69C4304CCBA9}" presName="iconSpace" presStyleCnt="0"/>
      <dgm:spPr/>
    </dgm:pt>
    <dgm:pt modelId="{4DE4448B-5AA4-4F79-A1F8-D93120FF51EC}" type="pres">
      <dgm:prSet presAssocID="{9027874D-8D80-4200-8376-69C4304CCBA9}" presName="parTx" presStyleLbl="revTx" presStyleIdx="0" presStyleCnt="6">
        <dgm:presLayoutVars>
          <dgm:chMax val="0"/>
          <dgm:chPref val="0"/>
        </dgm:presLayoutVars>
      </dgm:prSet>
      <dgm:spPr/>
    </dgm:pt>
    <dgm:pt modelId="{E94414E9-C6D7-441F-B78A-2881D13B90BD}" type="pres">
      <dgm:prSet presAssocID="{9027874D-8D80-4200-8376-69C4304CCBA9}" presName="txSpace" presStyleCnt="0"/>
      <dgm:spPr/>
    </dgm:pt>
    <dgm:pt modelId="{676083D6-2AEB-481E-85AA-83AE7EC047AB}" type="pres">
      <dgm:prSet presAssocID="{9027874D-8D80-4200-8376-69C4304CCBA9}" presName="desTx" presStyleLbl="revTx" presStyleIdx="1" presStyleCnt="6">
        <dgm:presLayoutVars/>
      </dgm:prSet>
      <dgm:spPr/>
    </dgm:pt>
    <dgm:pt modelId="{52912A35-BDB9-4651-94AF-5744DED77BB8}" type="pres">
      <dgm:prSet presAssocID="{1D968270-1E42-4BC0-ACFE-D137D2CCD9CF}" presName="sibTrans" presStyleCnt="0"/>
      <dgm:spPr/>
    </dgm:pt>
    <dgm:pt modelId="{BE78D494-1BEE-4725-97D2-0C1B5249B6A0}" type="pres">
      <dgm:prSet presAssocID="{C30CA87C-982A-4FC9-958B-B0ECE5892C1F}" presName="compNode" presStyleCnt="0"/>
      <dgm:spPr/>
    </dgm:pt>
    <dgm:pt modelId="{7209D8D4-8AA2-42E7-9CC0-C359F4EB5766}" type="pres">
      <dgm:prSet presAssocID="{C30CA87C-982A-4FC9-958B-B0ECE5892C1F}" presName="iconRect" presStyleLbl="node1" presStyleIdx="1" presStyleCnt="3"/>
      <dgm:spPr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9408EF53-FF1C-491A-BA40-3B74397DA7BB}" type="pres">
      <dgm:prSet presAssocID="{C30CA87C-982A-4FC9-958B-B0ECE5892C1F}" presName="iconSpace" presStyleCnt="0"/>
      <dgm:spPr/>
    </dgm:pt>
    <dgm:pt modelId="{B71B36E9-0548-4D7F-8076-80E76B5C3FDB}" type="pres">
      <dgm:prSet presAssocID="{C30CA87C-982A-4FC9-958B-B0ECE5892C1F}" presName="parTx" presStyleLbl="revTx" presStyleIdx="2" presStyleCnt="6">
        <dgm:presLayoutVars>
          <dgm:chMax val="0"/>
          <dgm:chPref val="0"/>
        </dgm:presLayoutVars>
      </dgm:prSet>
      <dgm:spPr/>
    </dgm:pt>
    <dgm:pt modelId="{20BAE54B-4D3F-4473-8AC3-3183F3DA2B96}" type="pres">
      <dgm:prSet presAssocID="{C30CA87C-982A-4FC9-958B-B0ECE5892C1F}" presName="txSpace" presStyleCnt="0"/>
      <dgm:spPr/>
    </dgm:pt>
    <dgm:pt modelId="{DABD3FA1-48AE-4ABD-9592-CE1CA922535A}" type="pres">
      <dgm:prSet presAssocID="{C30CA87C-982A-4FC9-958B-B0ECE5892C1F}" presName="desTx" presStyleLbl="revTx" presStyleIdx="3" presStyleCnt="6">
        <dgm:presLayoutVars/>
      </dgm:prSet>
      <dgm:spPr/>
    </dgm:pt>
    <dgm:pt modelId="{B8655791-F7AA-4184-9D90-367C95D884AE}" type="pres">
      <dgm:prSet presAssocID="{7FE52D53-E6EF-4353-BA77-C79838CC294D}" presName="sibTrans" presStyleCnt="0"/>
      <dgm:spPr/>
    </dgm:pt>
    <dgm:pt modelId="{8ABC51E0-7E9B-4B32-9275-8503AD67BD69}" type="pres">
      <dgm:prSet presAssocID="{32268CDF-2504-4BCA-80B9-FE8AAAA9A064}" presName="compNode" presStyleCnt="0"/>
      <dgm:spPr/>
    </dgm:pt>
    <dgm:pt modelId="{6464F075-8851-4811-8DC4-6D9998464A87}" type="pres">
      <dgm:prSet presAssocID="{32268CDF-2504-4BCA-80B9-FE8AAAA9A064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Gavel"/>
        </a:ext>
      </dgm:extLst>
    </dgm:pt>
    <dgm:pt modelId="{B37FB5C8-3213-4C68-ACBF-0216EC36C494}" type="pres">
      <dgm:prSet presAssocID="{32268CDF-2504-4BCA-80B9-FE8AAAA9A064}" presName="iconSpace" presStyleCnt="0"/>
      <dgm:spPr/>
    </dgm:pt>
    <dgm:pt modelId="{2C7FCB08-E6C1-45DD-8C65-4260104DA9D0}" type="pres">
      <dgm:prSet presAssocID="{32268CDF-2504-4BCA-80B9-FE8AAAA9A064}" presName="parTx" presStyleLbl="revTx" presStyleIdx="4" presStyleCnt="6">
        <dgm:presLayoutVars>
          <dgm:chMax val="0"/>
          <dgm:chPref val="0"/>
        </dgm:presLayoutVars>
      </dgm:prSet>
      <dgm:spPr/>
    </dgm:pt>
    <dgm:pt modelId="{34530F6F-DBDD-4146-9921-4E4A25A88639}" type="pres">
      <dgm:prSet presAssocID="{32268CDF-2504-4BCA-80B9-FE8AAAA9A064}" presName="txSpace" presStyleCnt="0"/>
      <dgm:spPr/>
    </dgm:pt>
    <dgm:pt modelId="{F68C99C7-CBB1-464D-A766-71C69C4C4059}" type="pres">
      <dgm:prSet presAssocID="{32268CDF-2504-4BCA-80B9-FE8AAAA9A064}" presName="desTx" presStyleLbl="revTx" presStyleIdx="5" presStyleCnt="6">
        <dgm:presLayoutVars/>
      </dgm:prSet>
      <dgm:spPr/>
    </dgm:pt>
  </dgm:ptLst>
  <dgm:cxnLst>
    <dgm:cxn modelId="{A764BC04-D058-467B-98C0-0089A169119B}" type="presOf" srcId="{9027874D-8D80-4200-8376-69C4304CCBA9}" destId="{4DE4448B-5AA4-4F79-A1F8-D93120FF51EC}" srcOrd="0" destOrd="0" presId="urn:microsoft.com/office/officeart/2018/5/layout/CenteredIconLabelDescriptionList"/>
    <dgm:cxn modelId="{98F7FA16-7583-4180-9BB0-08CC68571443}" type="presOf" srcId="{73DA509D-5BD5-4E61-B05D-DB32E34E87BD}" destId="{DABD3FA1-48AE-4ABD-9592-CE1CA922535A}" srcOrd="0" destOrd="0" presId="urn:microsoft.com/office/officeart/2018/5/layout/CenteredIconLabelDescriptionList"/>
    <dgm:cxn modelId="{25ABAB1E-7342-46EB-944C-17F384BBE7C3}" type="presOf" srcId="{C30CA87C-982A-4FC9-958B-B0ECE5892C1F}" destId="{B71B36E9-0548-4D7F-8076-80E76B5C3FDB}" srcOrd="0" destOrd="0" presId="urn:microsoft.com/office/officeart/2018/5/layout/CenteredIconLabelDescriptionList"/>
    <dgm:cxn modelId="{E1895A1F-3961-4CCE-859C-E902B01349AC}" type="presOf" srcId="{1EF0E4C0-DB62-4B5C-B25F-F7F6B8061624}" destId="{F68C99C7-CBB1-464D-A766-71C69C4C4059}" srcOrd="0" destOrd="1" presId="urn:microsoft.com/office/officeart/2018/5/layout/CenteredIconLabelDescriptionList"/>
    <dgm:cxn modelId="{39605425-3C63-4B1C-BDD8-1AF3FCE4B80B}" srcId="{65F8B891-8419-4785-B280-CB6F00BC0A97}" destId="{32268CDF-2504-4BCA-80B9-FE8AAAA9A064}" srcOrd="2" destOrd="0" parTransId="{6A08BA6D-EC8D-4050-962F-15FB9FD0266F}" sibTransId="{90728018-6891-4D93-890C-D16DEE76C1DA}"/>
    <dgm:cxn modelId="{4DEF3933-B501-4D8A-813E-AD0BBA2BCA67}" srcId="{9027874D-8D80-4200-8376-69C4304CCBA9}" destId="{1F2C762C-2A6A-4E6E-A78E-96F27090D10C}" srcOrd="2" destOrd="0" parTransId="{83659E2B-E624-4004-8471-E1A537B39B14}" sibTransId="{936B2BB4-AE8F-49E0-8529-18DB9CCA35C3}"/>
    <dgm:cxn modelId="{4173D334-A986-4EAA-B22F-5A8E0849E295}" type="presOf" srcId="{8D0C547A-39E0-4926-B4DE-654813CC8CD3}" destId="{676083D6-2AEB-481E-85AA-83AE7EC047AB}" srcOrd="0" destOrd="0" presId="urn:microsoft.com/office/officeart/2018/5/layout/CenteredIconLabelDescriptionList"/>
    <dgm:cxn modelId="{BA402C36-FA35-4295-8C27-9EE732A58904}" type="presOf" srcId="{32268CDF-2504-4BCA-80B9-FE8AAAA9A064}" destId="{2C7FCB08-E6C1-45DD-8C65-4260104DA9D0}" srcOrd="0" destOrd="0" presId="urn:microsoft.com/office/officeart/2018/5/layout/CenteredIconLabelDescriptionList"/>
    <dgm:cxn modelId="{5C7E423D-2321-45AD-83AD-F5CA65248044}" srcId="{32268CDF-2504-4BCA-80B9-FE8AAAA9A064}" destId="{CFF3A17B-4A4C-45B2-847B-5A03D12EEF4C}" srcOrd="0" destOrd="0" parTransId="{0B96E8E3-E99C-49CB-AD6D-1CB6A0F4E1D2}" sibTransId="{CF168E1C-7CE5-45FA-ACBB-02C3AB4F0B88}"/>
    <dgm:cxn modelId="{06F0464C-FB80-40F7-8A50-4311C0DF5D40}" srcId="{C30CA87C-982A-4FC9-958B-B0ECE5892C1F}" destId="{73DA509D-5BD5-4E61-B05D-DB32E34E87BD}" srcOrd="0" destOrd="0" parTransId="{3D039188-6C7E-458A-8260-79D226623681}" sibTransId="{93F69B70-8162-45F3-8421-6C1E3367A8B0}"/>
    <dgm:cxn modelId="{5D93246F-4030-4F9E-AACA-AD7B78094F9F}" type="presOf" srcId="{1F2C762C-2A6A-4E6E-A78E-96F27090D10C}" destId="{676083D6-2AEB-481E-85AA-83AE7EC047AB}" srcOrd="0" destOrd="2" presId="urn:microsoft.com/office/officeart/2018/5/layout/CenteredIconLabelDescriptionList"/>
    <dgm:cxn modelId="{9AE50F84-5C41-431D-BC75-E735FAD9EF8B}" srcId="{9027874D-8D80-4200-8376-69C4304CCBA9}" destId="{8D0C547A-39E0-4926-B4DE-654813CC8CD3}" srcOrd="0" destOrd="0" parTransId="{A9369267-B93F-4693-A0FE-90F4AA2C9E8E}" sibTransId="{F2785AF6-D2EB-40B5-823D-B213D6D72AE9}"/>
    <dgm:cxn modelId="{72011688-4984-47BD-B3A9-171C291AB89D}" type="presOf" srcId="{749000EF-7637-43B7-90BD-2C4D23B806E8}" destId="{DABD3FA1-48AE-4ABD-9592-CE1CA922535A}" srcOrd="0" destOrd="1" presId="urn:microsoft.com/office/officeart/2018/5/layout/CenteredIconLabelDescriptionList"/>
    <dgm:cxn modelId="{DBC1488C-0015-41E3-8783-D16D2EFBD991}" type="presOf" srcId="{CFF3A17B-4A4C-45B2-847B-5A03D12EEF4C}" destId="{F68C99C7-CBB1-464D-A766-71C69C4C4059}" srcOrd="0" destOrd="0" presId="urn:microsoft.com/office/officeart/2018/5/layout/CenteredIconLabelDescriptionList"/>
    <dgm:cxn modelId="{29DCBF9A-3C7C-4AC0-96DB-FFEFD5BFB72A}" srcId="{C30CA87C-982A-4FC9-958B-B0ECE5892C1F}" destId="{749000EF-7637-43B7-90BD-2C4D23B806E8}" srcOrd="1" destOrd="0" parTransId="{F4D402E8-9D40-4E24-A86A-14569D0AF596}" sibTransId="{C2713C33-2243-491D-845F-C065DA393B14}"/>
    <dgm:cxn modelId="{B66C35A5-72C6-4E87-BBAA-0E65AB5E54AF}" type="presOf" srcId="{65F8B891-8419-4785-B280-CB6F00BC0A97}" destId="{5974AC15-ED68-4B48-A6BE-6375CEC74333}" srcOrd="0" destOrd="0" presId="urn:microsoft.com/office/officeart/2018/5/layout/CenteredIconLabelDescriptionList"/>
    <dgm:cxn modelId="{87C04AB4-DFC4-4187-A4E3-20CB1C39616B}" srcId="{32268CDF-2504-4BCA-80B9-FE8AAAA9A064}" destId="{1EF0E4C0-DB62-4B5C-B25F-F7F6B8061624}" srcOrd="1" destOrd="0" parTransId="{1612E3FF-3D04-4896-A161-68B700B82C34}" sibTransId="{5A63B1FA-7830-4552-9616-B844A94C5B83}"/>
    <dgm:cxn modelId="{537BE7B4-3E91-4AFB-A343-81EF09A4DB30}" srcId="{65F8B891-8419-4785-B280-CB6F00BC0A97}" destId="{C30CA87C-982A-4FC9-958B-B0ECE5892C1F}" srcOrd="1" destOrd="0" parTransId="{9AED2320-1BE8-47C3-9544-E90ADAE058AA}" sibTransId="{7FE52D53-E6EF-4353-BA77-C79838CC294D}"/>
    <dgm:cxn modelId="{28BE76C0-F07B-4413-A93A-604B4E803BCA}" type="presOf" srcId="{F593238B-269A-46DC-8C50-E8A8C323F930}" destId="{676083D6-2AEB-481E-85AA-83AE7EC047AB}" srcOrd="0" destOrd="1" presId="urn:microsoft.com/office/officeart/2018/5/layout/CenteredIconLabelDescriptionList"/>
    <dgm:cxn modelId="{0602A0E6-6148-4129-A866-D7DF77CB265F}" srcId="{9027874D-8D80-4200-8376-69C4304CCBA9}" destId="{F593238B-269A-46DC-8C50-E8A8C323F930}" srcOrd="1" destOrd="0" parTransId="{3215D320-DA59-4C58-8477-B35B69311C06}" sibTransId="{18DBF890-E909-41DB-BCD5-55D052C2EDDC}"/>
    <dgm:cxn modelId="{105E22EB-5B37-4E48-A75A-50C0881907B2}" srcId="{65F8B891-8419-4785-B280-CB6F00BC0A97}" destId="{9027874D-8D80-4200-8376-69C4304CCBA9}" srcOrd="0" destOrd="0" parTransId="{9321BD86-0A10-44EF-B603-D225F026B2EF}" sibTransId="{1D968270-1E42-4BC0-ACFE-D137D2CCD9CF}"/>
    <dgm:cxn modelId="{EF7927FD-0F0F-4989-9B56-5220EF86A478}" type="presParOf" srcId="{5974AC15-ED68-4B48-A6BE-6375CEC74333}" destId="{98393ED0-642D-4577-83A9-24A480B7A5D2}" srcOrd="0" destOrd="0" presId="urn:microsoft.com/office/officeart/2018/5/layout/CenteredIconLabelDescriptionList"/>
    <dgm:cxn modelId="{F5130337-9046-45FA-B8B3-36CD39C20F7E}" type="presParOf" srcId="{98393ED0-642D-4577-83A9-24A480B7A5D2}" destId="{28EB6AA1-80D1-4DCA-8820-7D82D77DFA9C}" srcOrd="0" destOrd="0" presId="urn:microsoft.com/office/officeart/2018/5/layout/CenteredIconLabelDescriptionList"/>
    <dgm:cxn modelId="{E1FF48C7-CA71-4D3F-9721-43C981B79250}" type="presParOf" srcId="{98393ED0-642D-4577-83A9-24A480B7A5D2}" destId="{872D9606-9ADC-4A3C-ADEC-56CFF7910A97}" srcOrd="1" destOrd="0" presId="urn:microsoft.com/office/officeart/2018/5/layout/CenteredIconLabelDescriptionList"/>
    <dgm:cxn modelId="{C1E37037-E0ED-4ABF-8B91-B2A272305F95}" type="presParOf" srcId="{98393ED0-642D-4577-83A9-24A480B7A5D2}" destId="{4DE4448B-5AA4-4F79-A1F8-D93120FF51EC}" srcOrd="2" destOrd="0" presId="urn:microsoft.com/office/officeart/2018/5/layout/CenteredIconLabelDescriptionList"/>
    <dgm:cxn modelId="{A8DCC573-E691-4DB1-B602-5EDA8B889408}" type="presParOf" srcId="{98393ED0-642D-4577-83A9-24A480B7A5D2}" destId="{E94414E9-C6D7-441F-B78A-2881D13B90BD}" srcOrd="3" destOrd="0" presId="urn:microsoft.com/office/officeart/2018/5/layout/CenteredIconLabelDescriptionList"/>
    <dgm:cxn modelId="{A5E4FA33-93AE-43BB-B7DA-7ABF347C4D81}" type="presParOf" srcId="{98393ED0-642D-4577-83A9-24A480B7A5D2}" destId="{676083D6-2AEB-481E-85AA-83AE7EC047AB}" srcOrd="4" destOrd="0" presId="urn:microsoft.com/office/officeart/2018/5/layout/CenteredIconLabelDescriptionList"/>
    <dgm:cxn modelId="{64A6F7E7-FE3A-4650-A870-3FC0912FCB41}" type="presParOf" srcId="{5974AC15-ED68-4B48-A6BE-6375CEC74333}" destId="{52912A35-BDB9-4651-94AF-5744DED77BB8}" srcOrd="1" destOrd="0" presId="urn:microsoft.com/office/officeart/2018/5/layout/CenteredIconLabelDescriptionList"/>
    <dgm:cxn modelId="{420B7B3A-8037-4592-A1C0-0D1A401C948A}" type="presParOf" srcId="{5974AC15-ED68-4B48-A6BE-6375CEC74333}" destId="{BE78D494-1BEE-4725-97D2-0C1B5249B6A0}" srcOrd="2" destOrd="0" presId="urn:microsoft.com/office/officeart/2018/5/layout/CenteredIconLabelDescriptionList"/>
    <dgm:cxn modelId="{7A55A87D-EB12-4BA4-9958-040287B58792}" type="presParOf" srcId="{BE78D494-1BEE-4725-97D2-0C1B5249B6A0}" destId="{7209D8D4-8AA2-42E7-9CC0-C359F4EB5766}" srcOrd="0" destOrd="0" presId="urn:microsoft.com/office/officeart/2018/5/layout/CenteredIconLabelDescriptionList"/>
    <dgm:cxn modelId="{AC63BFC5-FB42-4399-B382-4D8478C9D5CB}" type="presParOf" srcId="{BE78D494-1BEE-4725-97D2-0C1B5249B6A0}" destId="{9408EF53-FF1C-491A-BA40-3B74397DA7BB}" srcOrd="1" destOrd="0" presId="urn:microsoft.com/office/officeart/2018/5/layout/CenteredIconLabelDescriptionList"/>
    <dgm:cxn modelId="{4F28C7A1-A704-48BB-97F7-F3E35B7898EF}" type="presParOf" srcId="{BE78D494-1BEE-4725-97D2-0C1B5249B6A0}" destId="{B71B36E9-0548-4D7F-8076-80E76B5C3FDB}" srcOrd="2" destOrd="0" presId="urn:microsoft.com/office/officeart/2018/5/layout/CenteredIconLabelDescriptionList"/>
    <dgm:cxn modelId="{3A4FE567-4152-4449-B97D-1B46A864F88D}" type="presParOf" srcId="{BE78D494-1BEE-4725-97D2-0C1B5249B6A0}" destId="{20BAE54B-4D3F-4473-8AC3-3183F3DA2B96}" srcOrd="3" destOrd="0" presId="urn:microsoft.com/office/officeart/2018/5/layout/CenteredIconLabelDescriptionList"/>
    <dgm:cxn modelId="{94F2E296-B984-4AFE-A2CB-2B91A2850046}" type="presParOf" srcId="{BE78D494-1BEE-4725-97D2-0C1B5249B6A0}" destId="{DABD3FA1-48AE-4ABD-9592-CE1CA922535A}" srcOrd="4" destOrd="0" presId="urn:microsoft.com/office/officeart/2018/5/layout/CenteredIconLabelDescriptionList"/>
    <dgm:cxn modelId="{719AE707-4B82-4006-A313-A72EE658384A}" type="presParOf" srcId="{5974AC15-ED68-4B48-A6BE-6375CEC74333}" destId="{B8655791-F7AA-4184-9D90-367C95D884AE}" srcOrd="3" destOrd="0" presId="urn:microsoft.com/office/officeart/2018/5/layout/CenteredIconLabelDescriptionList"/>
    <dgm:cxn modelId="{9D8EE133-D990-4E1E-B08E-67A75A6793DB}" type="presParOf" srcId="{5974AC15-ED68-4B48-A6BE-6375CEC74333}" destId="{8ABC51E0-7E9B-4B32-9275-8503AD67BD69}" srcOrd="4" destOrd="0" presId="urn:microsoft.com/office/officeart/2018/5/layout/CenteredIconLabelDescriptionList"/>
    <dgm:cxn modelId="{0499D27D-A08D-4354-829A-4661799C8591}" type="presParOf" srcId="{8ABC51E0-7E9B-4B32-9275-8503AD67BD69}" destId="{6464F075-8851-4811-8DC4-6D9998464A87}" srcOrd="0" destOrd="0" presId="urn:microsoft.com/office/officeart/2018/5/layout/CenteredIconLabelDescriptionList"/>
    <dgm:cxn modelId="{4B311A75-92F9-431F-A315-03632C0F2108}" type="presParOf" srcId="{8ABC51E0-7E9B-4B32-9275-8503AD67BD69}" destId="{B37FB5C8-3213-4C68-ACBF-0216EC36C494}" srcOrd="1" destOrd="0" presId="urn:microsoft.com/office/officeart/2018/5/layout/CenteredIconLabelDescriptionList"/>
    <dgm:cxn modelId="{E80BFC94-228E-4742-8F65-6C51A8C7588C}" type="presParOf" srcId="{8ABC51E0-7E9B-4B32-9275-8503AD67BD69}" destId="{2C7FCB08-E6C1-45DD-8C65-4260104DA9D0}" srcOrd="2" destOrd="0" presId="urn:microsoft.com/office/officeart/2018/5/layout/CenteredIconLabelDescriptionList"/>
    <dgm:cxn modelId="{BD629870-546B-4378-90C4-9B9916DCE434}" type="presParOf" srcId="{8ABC51E0-7E9B-4B32-9275-8503AD67BD69}" destId="{34530F6F-DBDD-4146-9921-4E4A25A88639}" srcOrd="3" destOrd="0" presId="urn:microsoft.com/office/officeart/2018/5/layout/CenteredIconLabelDescriptionList"/>
    <dgm:cxn modelId="{9FA24B98-F14A-4D8C-8828-6DD6C0D515D3}" type="presParOf" srcId="{8ABC51E0-7E9B-4B32-9275-8503AD67BD69}" destId="{F68C99C7-CBB1-464D-A766-71C69C4C405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65F8B891-8419-4785-B280-CB6F00BC0A9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39B83FB-8C3F-41CE-BDE6-319F5DFE66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Lightweight</a:t>
          </a:r>
          <a:endParaRPr lang="en-US" dirty="0"/>
        </a:p>
      </dgm:t>
    </dgm:pt>
    <dgm:pt modelId="{D41F34CB-6DCE-4C60-BF9B-114A4F0E7AC8}" type="parTrans" cxnId="{9B8BB2F9-2303-4EE8-BF32-8D0EB16EC75B}">
      <dgm:prSet/>
      <dgm:spPr/>
      <dgm:t>
        <a:bodyPr/>
        <a:lstStyle/>
        <a:p>
          <a:endParaRPr lang="en-US"/>
        </a:p>
      </dgm:t>
    </dgm:pt>
    <dgm:pt modelId="{7C14D983-D35A-4D5A-8AC5-1A63E9052878}" type="sibTrans" cxnId="{9B8BB2F9-2303-4EE8-BF32-8D0EB16EC75B}">
      <dgm:prSet/>
      <dgm:spPr/>
      <dgm:t>
        <a:bodyPr/>
        <a:lstStyle/>
        <a:p>
          <a:endParaRPr lang="en-US"/>
        </a:p>
      </dgm:t>
    </dgm:pt>
    <dgm:pt modelId="{397702C8-5CCE-466C-ABE3-A297262575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only a subset</a:t>
          </a:r>
        </a:p>
      </dgm:t>
    </dgm:pt>
    <dgm:pt modelId="{920F88EF-E5AD-47DE-A624-AFF2A1885868}" type="parTrans" cxnId="{346F1103-A586-43E3-96B8-6BD6ABB5AF7C}">
      <dgm:prSet/>
      <dgm:spPr/>
      <dgm:t>
        <a:bodyPr/>
        <a:lstStyle/>
        <a:p>
          <a:endParaRPr lang="en-US"/>
        </a:p>
      </dgm:t>
    </dgm:pt>
    <dgm:pt modelId="{D57CCC1D-6F7C-4673-A15A-5F7EB5841370}" type="sibTrans" cxnId="{346F1103-A586-43E3-96B8-6BD6ABB5AF7C}">
      <dgm:prSet/>
      <dgm:spPr/>
      <dgm:t>
        <a:bodyPr/>
        <a:lstStyle/>
        <a:p>
          <a:endParaRPr lang="en-US"/>
        </a:p>
      </dgm:t>
    </dgm:pt>
    <dgm:pt modelId="{7D4D8613-3FA1-41BD-BE54-3491708B31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SPV</a:t>
          </a:r>
        </a:p>
      </dgm:t>
    </dgm:pt>
    <dgm:pt modelId="{E7E6E5BD-0CB7-446A-958D-CAD64658FF97}" type="parTrans" cxnId="{68535000-4193-4507-8B12-45757D909E0A}">
      <dgm:prSet/>
      <dgm:spPr/>
      <dgm:t>
        <a:bodyPr/>
        <a:lstStyle/>
        <a:p>
          <a:endParaRPr lang="en-US"/>
        </a:p>
      </dgm:t>
    </dgm:pt>
    <dgm:pt modelId="{20C58FD5-B00F-4AB4-BCAF-73571138CAE4}" type="sibTrans" cxnId="{68535000-4193-4507-8B12-45757D909E0A}">
      <dgm:prSet/>
      <dgm:spPr/>
      <dgm:t>
        <a:bodyPr/>
        <a:lstStyle/>
        <a:p>
          <a:endParaRPr lang="en-US"/>
        </a:p>
      </dgm:t>
    </dgm:pt>
    <dgm:pt modelId="{5B3ACE42-16B2-460C-B258-93D94EDE8E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simplified payment verification</a:t>
          </a:r>
          <a:endParaRPr lang="en-US"/>
        </a:p>
      </dgm:t>
    </dgm:pt>
    <dgm:pt modelId="{1830F490-1404-4A8B-9943-98F7C1EB2B26}" type="parTrans" cxnId="{5B158B9E-71D3-4D6E-B252-7B916EF26B19}">
      <dgm:prSet/>
      <dgm:spPr/>
      <dgm:t>
        <a:bodyPr/>
        <a:lstStyle/>
        <a:p>
          <a:endParaRPr lang="en-US"/>
        </a:p>
      </dgm:t>
    </dgm:pt>
    <dgm:pt modelId="{A0F764A4-138D-4737-A408-19D3511EF80F}" type="sibTrans" cxnId="{5B158B9E-71D3-4D6E-B252-7B916EF26B19}">
      <dgm:prSet/>
      <dgm:spPr/>
      <dgm:t>
        <a:bodyPr/>
        <a:lstStyle/>
        <a:p>
          <a:endParaRPr lang="en-US"/>
        </a:p>
      </dgm:t>
    </dgm:pt>
    <dgm:pt modelId="{346C42E3-AF6F-41C5-9A62-85D812C6B48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Authority</a:t>
          </a:r>
          <a:endParaRPr lang="en-US" dirty="0"/>
        </a:p>
      </dgm:t>
    </dgm:pt>
    <dgm:pt modelId="{F392F8D5-D9FE-4A56-8204-FBFB6D3012BC}" type="parTrans" cxnId="{C7F118A7-F472-43E7-A4A4-7502655D3277}">
      <dgm:prSet/>
      <dgm:spPr/>
      <dgm:t>
        <a:bodyPr/>
        <a:lstStyle/>
        <a:p>
          <a:endParaRPr lang="tr-TR"/>
        </a:p>
      </dgm:t>
    </dgm:pt>
    <dgm:pt modelId="{2622A4E8-FBED-4E99-B9D6-E8B8A2391983}" type="sibTrans" cxnId="{C7F118A7-F472-43E7-A4A4-7502655D3277}">
      <dgm:prSet/>
      <dgm:spPr/>
      <dgm:t>
        <a:bodyPr/>
        <a:lstStyle/>
        <a:p>
          <a:endParaRPr lang="tr-TR"/>
        </a:p>
      </dgm:t>
    </dgm:pt>
    <dgm:pt modelId="{85088426-C314-4280-95EB-8931EF0599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verify transactions</a:t>
          </a:r>
        </a:p>
      </dgm:t>
    </dgm:pt>
    <dgm:pt modelId="{EEC68B0B-F0FF-4EF7-AD6E-0412CA397CF4}" type="parTrans" cxnId="{7BEF942C-1A26-4B43-B4E1-856FF5274C46}">
      <dgm:prSet/>
      <dgm:spPr/>
      <dgm:t>
        <a:bodyPr/>
        <a:lstStyle/>
        <a:p>
          <a:endParaRPr lang="tr-TR"/>
        </a:p>
      </dgm:t>
    </dgm:pt>
    <dgm:pt modelId="{DF48B51D-0FC7-41C0-92D1-735D6E5BFB06}" type="sibTrans" cxnId="{7BEF942C-1A26-4B43-B4E1-856FF5274C46}">
      <dgm:prSet/>
      <dgm:spPr/>
      <dgm:t>
        <a:bodyPr/>
        <a:lstStyle/>
        <a:p>
          <a:endParaRPr lang="tr-TR"/>
        </a:p>
      </dgm:t>
    </dgm:pt>
    <dgm:pt modelId="{4014074C-19BA-4381-8C32-3214F24BC1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using </a:t>
          </a:r>
          <a:r>
            <a:rPr lang="en-US" b="1" dirty="0"/>
            <a:t>SPV</a:t>
          </a:r>
          <a:r>
            <a:rPr lang="tr-TR" b="1" dirty="0"/>
            <a:t> </a:t>
          </a:r>
          <a:r>
            <a:rPr lang="en-US" dirty="0"/>
            <a:t>method</a:t>
          </a:r>
          <a:r>
            <a:rPr lang="tr-TR" dirty="0"/>
            <a:t>s</a:t>
          </a:r>
          <a:endParaRPr lang="en-US" dirty="0"/>
        </a:p>
      </dgm:t>
    </dgm:pt>
    <dgm:pt modelId="{B1208A0B-DD3F-4C9E-9FF7-41374536F2A7}" type="parTrans" cxnId="{268F1CF9-983A-43E6-A88F-169A896FA8C1}">
      <dgm:prSet/>
      <dgm:spPr/>
      <dgm:t>
        <a:bodyPr/>
        <a:lstStyle/>
        <a:p>
          <a:endParaRPr lang="tr-TR"/>
        </a:p>
      </dgm:t>
    </dgm:pt>
    <dgm:pt modelId="{DB1C43C0-DA27-4AB6-B840-3093E566F5BA}" type="sibTrans" cxnId="{268F1CF9-983A-43E6-A88F-169A896FA8C1}">
      <dgm:prSet/>
      <dgm:spPr/>
      <dgm:t>
        <a:bodyPr/>
        <a:lstStyle/>
        <a:p>
          <a:endParaRPr lang="tr-TR"/>
        </a:p>
      </dgm:t>
    </dgm:pt>
    <dgm:pt modelId="{2B68F863-22A3-49C6-BA35-1114F65636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the blockchain</a:t>
          </a:r>
        </a:p>
      </dgm:t>
    </dgm:pt>
    <dgm:pt modelId="{C1B4BCD0-C49D-44EB-BE7E-0178A27248F3}" type="parTrans" cxnId="{A2EE7CB0-A346-45BF-B6C3-9E102F8BAF90}">
      <dgm:prSet/>
      <dgm:spPr/>
      <dgm:t>
        <a:bodyPr/>
        <a:lstStyle/>
        <a:p>
          <a:endParaRPr lang="tr-TR"/>
        </a:p>
      </dgm:t>
    </dgm:pt>
    <dgm:pt modelId="{7F21B1AE-F864-45D4-A293-4C9C2271B307}" type="sibTrans" cxnId="{A2EE7CB0-A346-45BF-B6C3-9E102F8BAF90}">
      <dgm:prSet/>
      <dgm:spPr/>
      <dgm:t>
        <a:bodyPr/>
        <a:lstStyle/>
        <a:p>
          <a:endParaRPr lang="tr-TR"/>
        </a:p>
      </dgm:t>
    </dgm:pt>
    <dgm:pt modelId="{5974AC15-ED68-4B48-A6BE-6375CEC74333}" type="pres">
      <dgm:prSet presAssocID="{65F8B891-8419-4785-B280-CB6F00BC0A97}" presName="root" presStyleCnt="0">
        <dgm:presLayoutVars>
          <dgm:dir/>
          <dgm:resizeHandles val="exact"/>
        </dgm:presLayoutVars>
      </dgm:prSet>
      <dgm:spPr/>
    </dgm:pt>
    <dgm:pt modelId="{5EA02F5D-CBB3-4B93-8E4E-BF9830406B97}" type="pres">
      <dgm:prSet presAssocID="{D39B83FB-8C3F-41CE-BDE6-319F5DFE6607}" presName="compNode" presStyleCnt="0"/>
      <dgm:spPr/>
    </dgm:pt>
    <dgm:pt modelId="{436C3BE5-E754-4171-B145-57ABD796EE2F}" type="pres">
      <dgm:prSet presAssocID="{D39B83FB-8C3F-41CE-BDE6-319F5DFE660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CC156EFB-F0F9-49C7-A001-D70145555952}" type="pres">
      <dgm:prSet presAssocID="{D39B83FB-8C3F-41CE-BDE6-319F5DFE6607}" presName="iconSpace" presStyleCnt="0"/>
      <dgm:spPr/>
    </dgm:pt>
    <dgm:pt modelId="{CBE17C67-C61D-409F-BD8B-39AB6E5A51A1}" type="pres">
      <dgm:prSet presAssocID="{D39B83FB-8C3F-41CE-BDE6-319F5DFE6607}" presName="parTx" presStyleLbl="revTx" presStyleIdx="0" presStyleCnt="6">
        <dgm:presLayoutVars>
          <dgm:chMax val="0"/>
          <dgm:chPref val="0"/>
        </dgm:presLayoutVars>
      </dgm:prSet>
      <dgm:spPr/>
    </dgm:pt>
    <dgm:pt modelId="{A37D1716-A4D4-4CD6-99D2-FA60B38B8372}" type="pres">
      <dgm:prSet presAssocID="{D39B83FB-8C3F-41CE-BDE6-319F5DFE6607}" presName="txSpace" presStyleCnt="0"/>
      <dgm:spPr/>
    </dgm:pt>
    <dgm:pt modelId="{737D8C10-4076-41BC-9A19-E884F2181443}" type="pres">
      <dgm:prSet presAssocID="{D39B83FB-8C3F-41CE-BDE6-319F5DFE6607}" presName="desTx" presStyleLbl="revTx" presStyleIdx="1" presStyleCnt="6">
        <dgm:presLayoutVars/>
      </dgm:prSet>
      <dgm:spPr/>
    </dgm:pt>
    <dgm:pt modelId="{53E8F1E1-6EB2-4662-9E23-F1EA8684729B}" type="pres">
      <dgm:prSet presAssocID="{7C14D983-D35A-4D5A-8AC5-1A63E9052878}" presName="sibTrans" presStyleCnt="0"/>
      <dgm:spPr/>
    </dgm:pt>
    <dgm:pt modelId="{F0CCA383-19A6-4C1B-9BEE-E49E0DB67883}" type="pres">
      <dgm:prSet presAssocID="{7D4D8613-3FA1-41BD-BE54-3491708B31C1}" presName="compNode" presStyleCnt="0"/>
      <dgm:spPr/>
    </dgm:pt>
    <dgm:pt modelId="{EF8D28A3-DDB9-4008-86AB-7661AEFF2309}" type="pres">
      <dgm:prSet presAssocID="{7D4D8613-3FA1-41BD-BE54-3491708B31C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ilding"/>
        </a:ext>
      </dgm:extLst>
    </dgm:pt>
    <dgm:pt modelId="{A4B2126C-808D-4860-B948-777BDDB2E1F3}" type="pres">
      <dgm:prSet presAssocID="{7D4D8613-3FA1-41BD-BE54-3491708B31C1}" presName="iconSpace" presStyleCnt="0"/>
      <dgm:spPr/>
    </dgm:pt>
    <dgm:pt modelId="{4495869F-6310-4A1B-893D-0DB2D358C844}" type="pres">
      <dgm:prSet presAssocID="{7D4D8613-3FA1-41BD-BE54-3491708B31C1}" presName="parTx" presStyleLbl="revTx" presStyleIdx="2" presStyleCnt="6">
        <dgm:presLayoutVars>
          <dgm:chMax val="0"/>
          <dgm:chPref val="0"/>
        </dgm:presLayoutVars>
      </dgm:prSet>
      <dgm:spPr/>
    </dgm:pt>
    <dgm:pt modelId="{C33409ED-59A4-4432-82AA-4971F3CD3852}" type="pres">
      <dgm:prSet presAssocID="{7D4D8613-3FA1-41BD-BE54-3491708B31C1}" presName="txSpace" presStyleCnt="0"/>
      <dgm:spPr/>
    </dgm:pt>
    <dgm:pt modelId="{5D95B20C-3C52-4DC4-BB06-8CF8FF69BBD1}" type="pres">
      <dgm:prSet presAssocID="{7D4D8613-3FA1-41BD-BE54-3491708B31C1}" presName="desTx" presStyleLbl="revTx" presStyleIdx="3" presStyleCnt="6">
        <dgm:presLayoutVars/>
      </dgm:prSet>
      <dgm:spPr/>
    </dgm:pt>
    <dgm:pt modelId="{8ED8626D-8ADE-45C0-BC42-7DEE68A510E7}" type="pres">
      <dgm:prSet presAssocID="{20C58FD5-B00F-4AB4-BCAF-73571138CAE4}" presName="sibTrans" presStyleCnt="0"/>
      <dgm:spPr/>
    </dgm:pt>
    <dgm:pt modelId="{D6EE99C9-63B5-4E7E-B972-4B30D91C7E9D}" type="pres">
      <dgm:prSet presAssocID="{346C42E3-AF6F-41C5-9A62-85D812C6B484}" presName="compNode" presStyleCnt="0"/>
      <dgm:spPr/>
    </dgm:pt>
    <dgm:pt modelId="{A5BE1BBE-9AE9-4B1A-AC8F-BD5DD303843B}" type="pres">
      <dgm:prSet presAssocID="{346C42E3-AF6F-41C5-9A62-85D812C6B484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018BF7B0-71E9-4E19-A856-B25E03E0F828}" type="pres">
      <dgm:prSet presAssocID="{346C42E3-AF6F-41C5-9A62-85D812C6B484}" presName="iconSpace" presStyleCnt="0"/>
      <dgm:spPr/>
    </dgm:pt>
    <dgm:pt modelId="{A22B3984-1432-4B8E-A8A9-59201DF8C16C}" type="pres">
      <dgm:prSet presAssocID="{346C42E3-AF6F-41C5-9A62-85D812C6B484}" presName="parTx" presStyleLbl="revTx" presStyleIdx="4" presStyleCnt="6">
        <dgm:presLayoutVars>
          <dgm:chMax val="0"/>
          <dgm:chPref val="0"/>
        </dgm:presLayoutVars>
      </dgm:prSet>
      <dgm:spPr/>
    </dgm:pt>
    <dgm:pt modelId="{D1DE258D-3D79-4BEF-B330-BF0FA8D1DC4A}" type="pres">
      <dgm:prSet presAssocID="{346C42E3-AF6F-41C5-9A62-85D812C6B484}" presName="txSpace" presStyleCnt="0"/>
      <dgm:spPr/>
    </dgm:pt>
    <dgm:pt modelId="{7359D7C6-8D1C-419B-AE75-3649DF600AAB}" type="pres">
      <dgm:prSet presAssocID="{346C42E3-AF6F-41C5-9A62-85D812C6B484}" presName="desTx" presStyleLbl="revTx" presStyleIdx="5" presStyleCnt="6">
        <dgm:presLayoutVars/>
      </dgm:prSet>
      <dgm:spPr/>
    </dgm:pt>
  </dgm:ptLst>
  <dgm:cxnLst>
    <dgm:cxn modelId="{68535000-4193-4507-8B12-45757D909E0A}" srcId="{65F8B891-8419-4785-B280-CB6F00BC0A97}" destId="{7D4D8613-3FA1-41BD-BE54-3491708B31C1}" srcOrd="1" destOrd="0" parTransId="{E7E6E5BD-0CB7-446A-958D-CAD64658FF97}" sibTransId="{20C58FD5-B00F-4AB4-BCAF-73571138CAE4}"/>
    <dgm:cxn modelId="{346F1103-A586-43E3-96B8-6BD6ABB5AF7C}" srcId="{D39B83FB-8C3F-41CE-BDE6-319F5DFE6607}" destId="{397702C8-5CCE-466C-ABE3-A297262575CC}" srcOrd="0" destOrd="0" parTransId="{920F88EF-E5AD-47DE-A624-AFF2A1885868}" sibTransId="{D57CCC1D-6F7C-4673-A15A-5F7EB5841370}"/>
    <dgm:cxn modelId="{EF476714-A775-459B-8AA2-98C6887C246E}" type="presOf" srcId="{5B3ACE42-16B2-460C-B258-93D94EDE8EFD}" destId="{5D95B20C-3C52-4DC4-BB06-8CF8FF69BBD1}" srcOrd="0" destOrd="0" presId="urn:microsoft.com/office/officeart/2018/5/layout/CenteredIconLabelDescriptionList"/>
    <dgm:cxn modelId="{7BEF942C-1A26-4B43-B4E1-856FF5274C46}" srcId="{346C42E3-AF6F-41C5-9A62-85D812C6B484}" destId="{85088426-C314-4280-95EB-8931EF059938}" srcOrd="0" destOrd="0" parTransId="{EEC68B0B-F0FF-4EF7-AD6E-0412CA397CF4}" sibTransId="{DF48B51D-0FC7-41C0-92D1-735D6E5BFB06}"/>
    <dgm:cxn modelId="{582F6A2E-AE95-447C-862D-930990230ADD}" type="presOf" srcId="{397702C8-5CCE-466C-ABE3-A297262575CC}" destId="{737D8C10-4076-41BC-9A19-E884F2181443}" srcOrd="0" destOrd="0" presId="urn:microsoft.com/office/officeart/2018/5/layout/CenteredIconLabelDescriptionList"/>
    <dgm:cxn modelId="{2BF82C42-F343-4E83-BA5F-CCFB051D5157}" type="presOf" srcId="{7D4D8613-3FA1-41BD-BE54-3491708B31C1}" destId="{4495869F-6310-4A1B-893D-0DB2D358C844}" srcOrd="0" destOrd="0" presId="urn:microsoft.com/office/officeart/2018/5/layout/CenteredIconLabelDescriptionList"/>
    <dgm:cxn modelId="{5CB11B7D-0ED7-4025-BC8B-F748E3D53A2A}" type="presOf" srcId="{4014074C-19BA-4381-8C32-3214F24BC1A2}" destId="{7359D7C6-8D1C-419B-AE75-3649DF600AAB}" srcOrd="0" destOrd="1" presId="urn:microsoft.com/office/officeart/2018/5/layout/CenteredIconLabelDescriptionList"/>
    <dgm:cxn modelId="{FA1C1182-1EC9-4CB1-9A94-C23E7E5FA1CD}" type="presOf" srcId="{85088426-C314-4280-95EB-8931EF059938}" destId="{7359D7C6-8D1C-419B-AE75-3649DF600AAB}" srcOrd="0" destOrd="0" presId="urn:microsoft.com/office/officeart/2018/5/layout/CenteredIconLabelDescriptionList"/>
    <dgm:cxn modelId="{5B158B9E-71D3-4D6E-B252-7B916EF26B19}" srcId="{7D4D8613-3FA1-41BD-BE54-3491708B31C1}" destId="{5B3ACE42-16B2-460C-B258-93D94EDE8EFD}" srcOrd="0" destOrd="0" parTransId="{1830F490-1404-4A8B-9943-98F7C1EB2B26}" sibTransId="{A0F764A4-138D-4737-A408-19D3511EF80F}"/>
    <dgm:cxn modelId="{B66C35A5-72C6-4E87-BBAA-0E65AB5E54AF}" type="presOf" srcId="{65F8B891-8419-4785-B280-CB6F00BC0A97}" destId="{5974AC15-ED68-4B48-A6BE-6375CEC74333}" srcOrd="0" destOrd="0" presId="urn:microsoft.com/office/officeart/2018/5/layout/CenteredIconLabelDescriptionList"/>
    <dgm:cxn modelId="{C7F118A7-F472-43E7-A4A4-7502655D3277}" srcId="{65F8B891-8419-4785-B280-CB6F00BC0A97}" destId="{346C42E3-AF6F-41C5-9A62-85D812C6B484}" srcOrd="2" destOrd="0" parTransId="{F392F8D5-D9FE-4A56-8204-FBFB6D3012BC}" sibTransId="{2622A4E8-FBED-4E99-B9D6-E8B8A2391983}"/>
    <dgm:cxn modelId="{31C8B5A9-8B93-4F0C-94E2-9CD2252755F9}" type="presOf" srcId="{D39B83FB-8C3F-41CE-BDE6-319F5DFE6607}" destId="{CBE17C67-C61D-409F-BD8B-39AB6E5A51A1}" srcOrd="0" destOrd="0" presId="urn:microsoft.com/office/officeart/2018/5/layout/CenteredIconLabelDescriptionList"/>
    <dgm:cxn modelId="{7B30FAA9-2269-48A4-ACCB-D581AF4A96BC}" type="presOf" srcId="{2B68F863-22A3-49C6-BA35-1114F65636AF}" destId="{737D8C10-4076-41BC-9A19-E884F2181443}" srcOrd="0" destOrd="1" presId="urn:microsoft.com/office/officeart/2018/5/layout/CenteredIconLabelDescriptionList"/>
    <dgm:cxn modelId="{A2EE7CB0-A346-45BF-B6C3-9E102F8BAF90}" srcId="{D39B83FB-8C3F-41CE-BDE6-319F5DFE6607}" destId="{2B68F863-22A3-49C6-BA35-1114F65636AF}" srcOrd="1" destOrd="0" parTransId="{C1B4BCD0-C49D-44EB-BE7E-0178A27248F3}" sibTransId="{7F21B1AE-F864-45D4-A293-4C9C2271B307}"/>
    <dgm:cxn modelId="{5CDB8CF5-4752-4E0F-AE7B-D01EC47EC118}" type="presOf" srcId="{346C42E3-AF6F-41C5-9A62-85D812C6B484}" destId="{A22B3984-1432-4B8E-A8A9-59201DF8C16C}" srcOrd="0" destOrd="0" presId="urn:microsoft.com/office/officeart/2018/5/layout/CenteredIconLabelDescriptionList"/>
    <dgm:cxn modelId="{268F1CF9-983A-43E6-A88F-169A896FA8C1}" srcId="{346C42E3-AF6F-41C5-9A62-85D812C6B484}" destId="{4014074C-19BA-4381-8C32-3214F24BC1A2}" srcOrd="1" destOrd="0" parTransId="{B1208A0B-DD3F-4C9E-9FF7-41374536F2A7}" sibTransId="{DB1C43C0-DA27-4AB6-B840-3093E566F5BA}"/>
    <dgm:cxn modelId="{9B8BB2F9-2303-4EE8-BF32-8D0EB16EC75B}" srcId="{65F8B891-8419-4785-B280-CB6F00BC0A97}" destId="{D39B83FB-8C3F-41CE-BDE6-319F5DFE6607}" srcOrd="0" destOrd="0" parTransId="{D41F34CB-6DCE-4C60-BF9B-114A4F0E7AC8}" sibTransId="{7C14D983-D35A-4D5A-8AC5-1A63E9052878}"/>
    <dgm:cxn modelId="{9AF7416F-FD7A-4A10-A762-F8FD13575707}" type="presParOf" srcId="{5974AC15-ED68-4B48-A6BE-6375CEC74333}" destId="{5EA02F5D-CBB3-4B93-8E4E-BF9830406B97}" srcOrd="0" destOrd="0" presId="urn:microsoft.com/office/officeart/2018/5/layout/CenteredIconLabelDescriptionList"/>
    <dgm:cxn modelId="{D8565173-FF42-46A4-ACCA-F115658990B8}" type="presParOf" srcId="{5EA02F5D-CBB3-4B93-8E4E-BF9830406B97}" destId="{436C3BE5-E754-4171-B145-57ABD796EE2F}" srcOrd="0" destOrd="0" presId="urn:microsoft.com/office/officeart/2018/5/layout/CenteredIconLabelDescriptionList"/>
    <dgm:cxn modelId="{F220E252-FE8C-43F9-BA6C-D5BE7C816897}" type="presParOf" srcId="{5EA02F5D-CBB3-4B93-8E4E-BF9830406B97}" destId="{CC156EFB-F0F9-49C7-A001-D70145555952}" srcOrd="1" destOrd="0" presId="urn:microsoft.com/office/officeart/2018/5/layout/CenteredIconLabelDescriptionList"/>
    <dgm:cxn modelId="{180C3EF7-855B-4BFE-8F3B-32E5E02E9C07}" type="presParOf" srcId="{5EA02F5D-CBB3-4B93-8E4E-BF9830406B97}" destId="{CBE17C67-C61D-409F-BD8B-39AB6E5A51A1}" srcOrd="2" destOrd="0" presId="urn:microsoft.com/office/officeart/2018/5/layout/CenteredIconLabelDescriptionList"/>
    <dgm:cxn modelId="{E022492C-E397-4D40-91F8-398C2C58955C}" type="presParOf" srcId="{5EA02F5D-CBB3-4B93-8E4E-BF9830406B97}" destId="{A37D1716-A4D4-4CD6-99D2-FA60B38B8372}" srcOrd="3" destOrd="0" presId="urn:microsoft.com/office/officeart/2018/5/layout/CenteredIconLabelDescriptionList"/>
    <dgm:cxn modelId="{B52834E7-DE24-4E4E-A587-F881772706C8}" type="presParOf" srcId="{5EA02F5D-CBB3-4B93-8E4E-BF9830406B97}" destId="{737D8C10-4076-41BC-9A19-E884F2181443}" srcOrd="4" destOrd="0" presId="urn:microsoft.com/office/officeart/2018/5/layout/CenteredIconLabelDescriptionList"/>
    <dgm:cxn modelId="{57492070-3499-43B2-98D2-10643CECA9DF}" type="presParOf" srcId="{5974AC15-ED68-4B48-A6BE-6375CEC74333}" destId="{53E8F1E1-6EB2-4662-9E23-F1EA8684729B}" srcOrd="1" destOrd="0" presId="urn:microsoft.com/office/officeart/2018/5/layout/CenteredIconLabelDescriptionList"/>
    <dgm:cxn modelId="{CECC97D1-FBD0-45BA-B928-1890AD0BA743}" type="presParOf" srcId="{5974AC15-ED68-4B48-A6BE-6375CEC74333}" destId="{F0CCA383-19A6-4C1B-9BEE-E49E0DB67883}" srcOrd="2" destOrd="0" presId="urn:microsoft.com/office/officeart/2018/5/layout/CenteredIconLabelDescriptionList"/>
    <dgm:cxn modelId="{230312E6-03CE-4EC4-80E1-D0DEBC21290E}" type="presParOf" srcId="{F0CCA383-19A6-4C1B-9BEE-E49E0DB67883}" destId="{EF8D28A3-DDB9-4008-86AB-7661AEFF2309}" srcOrd="0" destOrd="0" presId="urn:microsoft.com/office/officeart/2018/5/layout/CenteredIconLabelDescriptionList"/>
    <dgm:cxn modelId="{0FB81868-1AA4-4A07-8275-63549128A94C}" type="presParOf" srcId="{F0CCA383-19A6-4C1B-9BEE-E49E0DB67883}" destId="{A4B2126C-808D-4860-B948-777BDDB2E1F3}" srcOrd="1" destOrd="0" presId="urn:microsoft.com/office/officeart/2018/5/layout/CenteredIconLabelDescriptionList"/>
    <dgm:cxn modelId="{5449829E-E12F-4AE8-8619-F5D61F259A78}" type="presParOf" srcId="{F0CCA383-19A6-4C1B-9BEE-E49E0DB67883}" destId="{4495869F-6310-4A1B-893D-0DB2D358C844}" srcOrd="2" destOrd="0" presId="urn:microsoft.com/office/officeart/2018/5/layout/CenteredIconLabelDescriptionList"/>
    <dgm:cxn modelId="{DFDF906B-5E9C-484B-9278-B5EDB68DDEF5}" type="presParOf" srcId="{F0CCA383-19A6-4C1B-9BEE-E49E0DB67883}" destId="{C33409ED-59A4-4432-82AA-4971F3CD3852}" srcOrd="3" destOrd="0" presId="urn:microsoft.com/office/officeart/2018/5/layout/CenteredIconLabelDescriptionList"/>
    <dgm:cxn modelId="{32061458-3405-43B5-8112-E2B4659421DB}" type="presParOf" srcId="{F0CCA383-19A6-4C1B-9BEE-E49E0DB67883}" destId="{5D95B20C-3C52-4DC4-BB06-8CF8FF69BBD1}" srcOrd="4" destOrd="0" presId="urn:microsoft.com/office/officeart/2018/5/layout/CenteredIconLabelDescriptionList"/>
    <dgm:cxn modelId="{FA2032FE-F0D7-4793-BA4F-FF45AFC30EA2}" type="presParOf" srcId="{5974AC15-ED68-4B48-A6BE-6375CEC74333}" destId="{8ED8626D-8ADE-45C0-BC42-7DEE68A510E7}" srcOrd="3" destOrd="0" presId="urn:microsoft.com/office/officeart/2018/5/layout/CenteredIconLabelDescriptionList"/>
    <dgm:cxn modelId="{B281E713-5049-4FCD-9DD8-691F18012A1D}" type="presParOf" srcId="{5974AC15-ED68-4B48-A6BE-6375CEC74333}" destId="{D6EE99C9-63B5-4E7E-B972-4B30D91C7E9D}" srcOrd="4" destOrd="0" presId="urn:microsoft.com/office/officeart/2018/5/layout/CenteredIconLabelDescriptionList"/>
    <dgm:cxn modelId="{D9ECEC8D-FCFF-4F17-B854-BA96E5FE04CE}" type="presParOf" srcId="{D6EE99C9-63B5-4E7E-B972-4B30D91C7E9D}" destId="{A5BE1BBE-9AE9-4B1A-AC8F-BD5DD303843B}" srcOrd="0" destOrd="0" presId="urn:microsoft.com/office/officeart/2018/5/layout/CenteredIconLabelDescriptionList"/>
    <dgm:cxn modelId="{9FEA51DC-7F1D-44E3-9734-D22B40FEFCCB}" type="presParOf" srcId="{D6EE99C9-63B5-4E7E-B972-4B30D91C7E9D}" destId="{018BF7B0-71E9-4E19-A856-B25E03E0F828}" srcOrd="1" destOrd="0" presId="urn:microsoft.com/office/officeart/2018/5/layout/CenteredIconLabelDescriptionList"/>
    <dgm:cxn modelId="{A4CEB8B4-DFCF-4688-8F07-E18E05A6CA62}" type="presParOf" srcId="{D6EE99C9-63B5-4E7E-B972-4B30D91C7E9D}" destId="{A22B3984-1432-4B8E-A8A9-59201DF8C16C}" srcOrd="2" destOrd="0" presId="urn:microsoft.com/office/officeart/2018/5/layout/CenteredIconLabelDescriptionList"/>
    <dgm:cxn modelId="{7BBDEAB4-F3D9-43A6-BDC8-BBF93BCDFCF8}" type="presParOf" srcId="{D6EE99C9-63B5-4E7E-B972-4B30D91C7E9D}" destId="{D1DE258D-3D79-4BEF-B330-BF0FA8D1DC4A}" srcOrd="3" destOrd="0" presId="urn:microsoft.com/office/officeart/2018/5/layout/CenteredIconLabelDescriptionList"/>
    <dgm:cxn modelId="{439F495F-9424-485C-84F3-B437727DA2CF}" type="presParOf" srcId="{D6EE99C9-63B5-4E7E-B972-4B30D91C7E9D}" destId="{7359D7C6-8D1C-419B-AE75-3649DF600AA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6DA4992B-188F-4EEF-9CCB-6E4BACEB753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B340AC9-151D-4D5D-8759-175B876037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 nodes </a:t>
          </a:r>
        </a:p>
      </dgm:t>
    </dgm:pt>
    <dgm:pt modelId="{CD6F1EE8-C96A-41C5-A848-F2A0433B263D}" type="parTrans" cxnId="{037A18C9-58C0-43EC-BEB2-E3354DFEE32A}">
      <dgm:prSet/>
      <dgm:spPr/>
      <dgm:t>
        <a:bodyPr/>
        <a:lstStyle/>
        <a:p>
          <a:endParaRPr lang="en-US"/>
        </a:p>
      </dgm:t>
    </dgm:pt>
    <dgm:pt modelId="{96973E26-40C6-425C-8B2A-7F14753D9D20}" type="sibTrans" cxnId="{037A18C9-58C0-43EC-BEB2-E3354DFEE32A}">
      <dgm:prSet/>
      <dgm:spPr/>
      <dgm:t>
        <a:bodyPr/>
        <a:lstStyle/>
        <a:p>
          <a:endParaRPr lang="en-US"/>
        </a:p>
      </dgm:t>
    </dgm:pt>
    <dgm:pt modelId="{7DFEA532-9610-4A9E-8F55-2052F77C23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compete to create new blocks </a:t>
          </a:r>
        </a:p>
      </dgm:t>
    </dgm:pt>
    <dgm:pt modelId="{390B2F25-7A7E-4C63-B958-B8E2A5590B3C}" type="parTrans" cxnId="{D2C15A56-4C48-4370-8D7C-40DAE35ACFE4}">
      <dgm:prSet/>
      <dgm:spPr/>
      <dgm:t>
        <a:bodyPr/>
        <a:lstStyle/>
        <a:p>
          <a:endParaRPr lang="en-US"/>
        </a:p>
      </dgm:t>
    </dgm:pt>
    <dgm:pt modelId="{4E3DC78C-2BEC-4D84-8230-30D9F0CB4563}" type="sibTrans" cxnId="{D2C15A56-4C48-4370-8D7C-40DAE35ACFE4}">
      <dgm:prSet/>
      <dgm:spPr/>
      <dgm:t>
        <a:bodyPr/>
        <a:lstStyle/>
        <a:p>
          <a:endParaRPr lang="en-US"/>
        </a:p>
      </dgm:t>
    </dgm:pt>
    <dgm:pt modelId="{422B8F10-DE57-433C-9312-31BDAEF5E0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specialized hardware</a:t>
          </a:r>
        </a:p>
      </dgm:t>
    </dgm:pt>
    <dgm:pt modelId="{F094913B-C2D4-4371-9BE9-753860459D63}" type="parTrans" cxnId="{7A506650-17E8-4A89-BD8C-FF800F58BF0F}">
      <dgm:prSet/>
      <dgm:spPr/>
      <dgm:t>
        <a:bodyPr/>
        <a:lstStyle/>
        <a:p>
          <a:endParaRPr lang="en-US"/>
        </a:p>
      </dgm:t>
    </dgm:pt>
    <dgm:pt modelId="{C3F7F47E-E09D-42EC-9D6D-5313186F0A0C}" type="sibTrans" cxnId="{7A506650-17E8-4A89-BD8C-FF800F58BF0F}">
      <dgm:prSet/>
      <dgm:spPr/>
      <dgm:t>
        <a:bodyPr/>
        <a:lstStyle/>
        <a:p>
          <a:endParaRPr lang="en-US"/>
        </a:p>
      </dgm:t>
    </dgm:pt>
    <dgm:pt modelId="{0B94B460-4224-4375-93D0-4C34073D73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solve</a:t>
          </a:r>
        </a:p>
      </dgm:t>
    </dgm:pt>
    <dgm:pt modelId="{7298E692-501F-4874-9E3C-0E3F4071B959}" type="parTrans" cxnId="{EEBD12B3-22B2-4562-9491-A0D463668B87}">
      <dgm:prSet/>
      <dgm:spPr/>
      <dgm:t>
        <a:bodyPr/>
        <a:lstStyle/>
        <a:p>
          <a:endParaRPr lang="en-US"/>
        </a:p>
      </dgm:t>
    </dgm:pt>
    <dgm:pt modelId="{B16B770D-6CBE-459D-8213-DD46A63698B1}" type="sibTrans" cxnId="{EEBD12B3-22B2-4562-9491-A0D463668B87}">
      <dgm:prSet/>
      <dgm:spPr/>
      <dgm:t>
        <a:bodyPr/>
        <a:lstStyle/>
        <a:p>
          <a:endParaRPr lang="en-US"/>
        </a:p>
      </dgm:t>
    </dgm:pt>
    <dgm:pt modelId="{F6FB71EE-0573-491E-9D36-B4599A579C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Hardware</a:t>
          </a:r>
          <a:endParaRPr lang="en-US"/>
        </a:p>
      </dgm:t>
    </dgm:pt>
    <dgm:pt modelId="{53EDA9B5-644F-4A3E-A178-D7F472678382}" type="parTrans" cxnId="{B8E1D95A-53C0-4A1D-84BF-2AFDB2135B7D}">
      <dgm:prSet/>
      <dgm:spPr/>
      <dgm:t>
        <a:bodyPr/>
        <a:lstStyle/>
        <a:p>
          <a:endParaRPr lang="tr-TR"/>
        </a:p>
      </dgm:t>
    </dgm:pt>
    <dgm:pt modelId="{73BC36D7-6820-4C0B-9098-245DDB0EB204}" type="sibTrans" cxnId="{B8E1D95A-53C0-4A1D-84BF-2AFDB2135B7D}">
      <dgm:prSet/>
      <dgm:spPr/>
      <dgm:t>
        <a:bodyPr/>
        <a:lstStyle/>
        <a:p>
          <a:endParaRPr lang="tr-TR"/>
        </a:p>
      </dgm:t>
    </dgm:pt>
    <dgm:pt modelId="{7E1E4464-5E3B-4E5E-89BF-86B7018190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Functionality</a:t>
          </a:r>
          <a:endParaRPr lang="en-US" dirty="0"/>
        </a:p>
      </dgm:t>
    </dgm:pt>
    <dgm:pt modelId="{9D72EA96-B0C6-455E-AAFE-7927DFF90B72}" type="parTrans" cxnId="{B61FC3DD-0877-4BB8-8071-D1B62E2A022E}">
      <dgm:prSet/>
      <dgm:spPr/>
      <dgm:t>
        <a:bodyPr/>
        <a:lstStyle/>
        <a:p>
          <a:endParaRPr lang="tr-TR"/>
        </a:p>
      </dgm:t>
    </dgm:pt>
    <dgm:pt modelId="{38654BE5-D138-4AE8-A4D2-1D6465184E0E}" type="sibTrans" cxnId="{B61FC3DD-0877-4BB8-8071-D1B62E2A022E}">
      <dgm:prSet/>
      <dgm:spPr/>
      <dgm:t>
        <a:bodyPr/>
        <a:lstStyle/>
        <a:p>
          <a:endParaRPr lang="tr-TR"/>
        </a:p>
      </dgm:t>
    </dgm:pt>
    <dgm:pt modelId="{D6273BC8-34BA-4E5E-88F1-F12D157711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Proof-of-Work algorithm</a:t>
          </a:r>
        </a:p>
      </dgm:t>
    </dgm:pt>
    <dgm:pt modelId="{5A52CCEC-7D81-47E9-AABF-4381E7CE6BDA}" type="parTrans" cxnId="{3A3FBD5A-8A1D-40A0-BA60-BB513D13E00A}">
      <dgm:prSet/>
      <dgm:spPr/>
      <dgm:t>
        <a:bodyPr/>
        <a:lstStyle/>
        <a:p>
          <a:endParaRPr lang="tr-TR"/>
        </a:p>
      </dgm:t>
    </dgm:pt>
    <dgm:pt modelId="{08848FC0-F837-410C-BD23-23C960DBD7F6}" type="sibTrans" cxnId="{3A3FBD5A-8A1D-40A0-BA60-BB513D13E00A}">
      <dgm:prSet/>
      <dgm:spPr/>
      <dgm:t>
        <a:bodyPr/>
        <a:lstStyle/>
        <a:p>
          <a:endParaRPr lang="tr-TR"/>
        </a:p>
      </dgm:t>
    </dgm:pt>
    <dgm:pt modelId="{8733795A-FFF9-40F6-A1C8-BED1CA9D291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ASICs</a:t>
          </a:r>
          <a:endParaRPr lang="en-US" dirty="0"/>
        </a:p>
      </dgm:t>
    </dgm:pt>
    <dgm:pt modelId="{716005FA-DA37-4B32-A69B-DF9A86A6C99C}" type="parTrans" cxnId="{7D635015-C124-4BAB-9AA5-8C7299B5A087}">
      <dgm:prSet/>
      <dgm:spPr/>
      <dgm:t>
        <a:bodyPr/>
        <a:lstStyle/>
        <a:p>
          <a:endParaRPr lang="tr-TR"/>
        </a:p>
      </dgm:t>
    </dgm:pt>
    <dgm:pt modelId="{DA80C3B0-4023-438E-9605-C5C7B11BD681}" type="sibTrans" cxnId="{7D635015-C124-4BAB-9AA5-8C7299B5A087}">
      <dgm:prSet/>
      <dgm:spPr/>
      <dgm:t>
        <a:bodyPr/>
        <a:lstStyle/>
        <a:p>
          <a:endParaRPr lang="tr-TR"/>
        </a:p>
      </dgm:t>
    </dgm:pt>
    <dgm:pt modelId="{252738EF-5B1B-4F57-8D9F-84325B4BE506}">
      <dgm:prSet/>
      <dgm:spPr/>
      <dgm:t>
        <a:bodyPr/>
        <a:lstStyle/>
        <a:p>
          <a:pPr>
            <a:lnSpc>
              <a:spcPct val="100000"/>
            </a:lnSpc>
          </a:pPr>
          <a:endParaRPr lang="en-US" dirty="0"/>
        </a:p>
      </dgm:t>
    </dgm:pt>
    <dgm:pt modelId="{0449007C-2D25-4B0D-ACBA-5FF118C65A99}" type="parTrans" cxnId="{24492035-2F85-437D-A52C-EE75BD378D6A}">
      <dgm:prSet/>
      <dgm:spPr/>
      <dgm:t>
        <a:bodyPr/>
        <a:lstStyle/>
        <a:p>
          <a:endParaRPr lang="tr-TR"/>
        </a:p>
      </dgm:t>
    </dgm:pt>
    <dgm:pt modelId="{50F6746D-DF54-4BD2-9304-51A3089CE43E}" type="sibTrans" cxnId="{24492035-2F85-437D-A52C-EE75BD378D6A}">
      <dgm:prSet/>
      <dgm:spPr/>
      <dgm:t>
        <a:bodyPr/>
        <a:lstStyle/>
        <a:p>
          <a:endParaRPr lang="tr-TR"/>
        </a:p>
      </dgm:t>
    </dgm:pt>
    <dgm:pt modelId="{535584D6-728E-45B3-81B0-7F516D8370F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Application-specific Integrated Circuit</a:t>
          </a:r>
          <a:endParaRPr lang="en-US" dirty="0"/>
        </a:p>
      </dgm:t>
    </dgm:pt>
    <dgm:pt modelId="{51CC8087-785E-4112-8874-45F5B5C79C21}" type="parTrans" cxnId="{FF8E2AA0-7AB3-4D85-B90C-687DAB3BBDC5}">
      <dgm:prSet/>
      <dgm:spPr/>
      <dgm:t>
        <a:bodyPr/>
        <a:lstStyle/>
        <a:p>
          <a:endParaRPr lang="tr-TR"/>
        </a:p>
      </dgm:t>
    </dgm:pt>
    <dgm:pt modelId="{6A7E504E-CE89-45C7-9B02-72D67B6CF7FC}" type="sibTrans" cxnId="{FF8E2AA0-7AB3-4D85-B90C-687DAB3BBDC5}">
      <dgm:prSet/>
      <dgm:spPr/>
      <dgm:t>
        <a:bodyPr/>
        <a:lstStyle/>
        <a:p>
          <a:endParaRPr lang="tr-TR"/>
        </a:p>
      </dgm:t>
    </dgm:pt>
    <dgm:pt modelId="{E556F137-048A-4C10-873A-0C4280086339}" type="pres">
      <dgm:prSet presAssocID="{6DA4992B-188F-4EEF-9CCB-6E4BACEB753D}" presName="root" presStyleCnt="0">
        <dgm:presLayoutVars>
          <dgm:dir/>
          <dgm:resizeHandles val="exact"/>
        </dgm:presLayoutVars>
      </dgm:prSet>
      <dgm:spPr/>
    </dgm:pt>
    <dgm:pt modelId="{C2DA47CD-51DE-4A2C-A32B-78A4336BD3AD}" type="pres">
      <dgm:prSet presAssocID="{DB340AC9-151D-4D5D-8759-175B8760371B}" presName="compNode" presStyleCnt="0"/>
      <dgm:spPr/>
    </dgm:pt>
    <dgm:pt modelId="{95371AD9-4079-43B5-A348-33E4BB90D8BE}" type="pres">
      <dgm:prSet presAssocID="{DB340AC9-151D-4D5D-8759-175B8760371B}" presName="iconRect" presStyleLbl="node1" presStyleIdx="0" presStyleCnt="4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>
          <a:noFill/>
        </a:ln>
      </dgm:spPr>
    </dgm:pt>
    <dgm:pt modelId="{1D036F0A-7D77-483A-BFAA-48D3130F32CD}" type="pres">
      <dgm:prSet presAssocID="{DB340AC9-151D-4D5D-8759-175B8760371B}" presName="iconSpace" presStyleCnt="0"/>
      <dgm:spPr/>
    </dgm:pt>
    <dgm:pt modelId="{7ADE88F3-5AE6-4297-A6AB-BA37EE1A230F}" type="pres">
      <dgm:prSet presAssocID="{DB340AC9-151D-4D5D-8759-175B8760371B}" presName="parTx" presStyleLbl="revTx" presStyleIdx="0" presStyleCnt="8">
        <dgm:presLayoutVars>
          <dgm:chMax val="0"/>
          <dgm:chPref val="0"/>
        </dgm:presLayoutVars>
      </dgm:prSet>
      <dgm:spPr/>
    </dgm:pt>
    <dgm:pt modelId="{1C0ACAD8-1447-4F5F-BCC2-C125594B9FE7}" type="pres">
      <dgm:prSet presAssocID="{DB340AC9-151D-4D5D-8759-175B8760371B}" presName="txSpace" presStyleCnt="0"/>
      <dgm:spPr/>
    </dgm:pt>
    <dgm:pt modelId="{11D80BEB-DEDD-40A0-8CE6-3839329F3BC3}" type="pres">
      <dgm:prSet presAssocID="{DB340AC9-151D-4D5D-8759-175B8760371B}" presName="desTx" presStyleLbl="revTx" presStyleIdx="1" presStyleCnt="8">
        <dgm:presLayoutVars/>
      </dgm:prSet>
      <dgm:spPr/>
    </dgm:pt>
    <dgm:pt modelId="{B85B8047-1AA6-45C8-8709-C4F2D0A3F881}" type="pres">
      <dgm:prSet presAssocID="{96973E26-40C6-425C-8B2A-7F14753D9D20}" presName="sibTrans" presStyleCnt="0"/>
      <dgm:spPr/>
    </dgm:pt>
    <dgm:pt modelId="{7893B06A-FC8D-46F7-B8EF-FFB66A8B9851}" type="pres">
      <dgm:prSet presAssocID="{F6FB71EE-0573-491E-9D36-B4599A579C46}" presName="compNode" presStyleCnt="0"/>
      <dgm:spPr/>
    </dgm:pt>
    <dgm:pt modelId="{AD4B8CE7-BAB4-49EF-B076-CA41BABE094E}" type="pres">
      <dgm:prSet presAssocID="{F6FB71EE-0573-491E-9D36-B4599A579C46}" presName="iconRect" presStyleLbl="node1" presStyleIdx="1" presStyleCnt="4"/>
      <dgm:spPr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</dgm:pt>
    <dgm:pt modelId="{8AB41405-4D4D-4A07-813A-23443B67CDD1}" type="pres">
      <dgm:prSet presAssocID="{F6FB71EE-0573-491E-9D36-B4599A579C46}" presName="iconSpace" presStyleCnt="0"/>
      <dgm:spPr/>
    </dgm:pt>
    <dgm:pt modelId="{994CD9C1-BA11-4BAB-A45C-3B23EB4482BF}" type="pres">
      <dgm:prSet presAssocID="{F6FB71EE-0573-491E-9D36-B4599A579C46}" presName="parTx" presStyleLbl="revTx" presStyleIdx="2" presStyleCnt="8">
        <dgm:presLayoutVars>
          <dgm:chMax val="0"/>
          <dgm:chPref val="0"/>
        </dgm:presLayoutVars>
      </dgm:prSet>
      <dgm:spPr/>
    </dgm:pt>
    <dgm:pt modelId="{ECBC2D0E-DAF5-4977-9EDA-636AEC5386EE}" type="pres">
      <dgm:prSet presAssocID="{F6FB71EE-0573-491E-9D36-B4599A579C46}" presName="txSpace" presStyleCnt="0"/>
      <dgm:spPr/>
    </dgm:pt>
    <dgm:pt modelId="{2CD82AE2-AE76-4122-918F-EF7A6A48107E}" type="pres">
      <dgm:prSet presAssocID="{F6FB71EE-0573-491E-9D36-B4599A579C46}" presName="desTx" presStyleLbl="revTx" presStyleIdx="3" presStyleCnt="8">
        <dgm:presLayoutVars/>
      </dgm:prSet>
      <dgm:spPr/>
    </dgm:pt>
    <dgm:pt modelId="{6E767053-F627-4742-9C0E-ECBA8F28A688}" type="pres">
      <dgm:prSet presAssocID="{73BC36D7-6820-4C0B-9098-245DDB0EB204}" presName="sibTrans" presStyleCnt="0"/>
      <dgm:spPr/>
    </dgm:pt>
    <dgm:pt modelId="{6C78DB5D-2E63-4E22-8770-D3D6C0565FA2}" type="pres">
      <dgm:prSet presAssocID="{8733795A-FFF9-40F6-A1C8-BED1CA9D2912}" presName="compNode" presStyleCnt="0"/>
      <dgm:spPr/>
    </dgm:pt>
    <dgm:pt modelId="{807AB84E-C67E-4C89-9A2C-1CCB16347C9C}" type="pres">
      <dgm:prSet presAssocID="{8733795A-FFF9-40F6-A1C8-BED1CA9D2912}" presName="iconRect" presStyleLbl="node1" presStyleIdx="2" presStyleCnt="4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1BB6F952-46FB-4D57-B970-FAD2222DDCB0}" type="pres">
      <dgm:prSet presAssocID="{8733795A-FFF9-40F6-A1C8-BED1CA9D2912}" presName="iconSpace" presStyleCnt="0"/>
      <dgm:spPr/>
    </dgm:pt>
    <dgm:pt modelId="{32F0C965-E21B-40BF-B62C-BA781E6736C5}" type="pres">
      <dgm:prSet presAssocID="{8733795A-FFF9-40F6-A1C8-BED1CA9D2912}" presName="parTx" presStyleLbl="revTx" presStyleIdx="4" presStyleCnt="8">
        <dgm:presLayoutVars>
          <dgm:chMax val="0"/>
          <dgm:chPref val="0"/>
        </dgm:presLayoutVars>
      </dgm:prSet>
      <dgm:spPr/>
    </dgm:pt>
    <dgm:pt modelId="{4DF1A0AA-4534-48E1-9E86-57239631E900}" type="pres">
      <dgm:prSet presAssocID="{8733795A-FFF9-40F6-A1C8-BED1CA9D2912}" presName="txSpace" presStyleCnt="0"/>
      <dgm:spPr/>
    </dgm:pt>
    <dgm:pt modelId="{FBF39840-7F9A-4609-9C38-E80D4B315339}" type="pres">
      <dgm:prSet presAssocID="{8733795A-FFF9-40F6-A1C8-BED1CA9D2912}" presName="desTx" presStyleLbl="revTx" presStyleIdx="5" presStyleCnt="8">
        <dgm:presLayoutVars/>
      </dgm:prSet>
      <dgm:spPr/>
    </dgm:pt>
    <dgm:pt modelId="{659C6FCE-43AC-4B87-9F54-39E5F4BD103C}" type="pres">
      <dgm:prSet presAssocID="{DA80C3B0-4023-438E-9605-C5C7B11BD681}" presName="sibTrans" presStyleCnt="0"/>
      <dgm:spPr/>
    </dgm:pt>
    <dgm:pt modelId="{7A103C3B-8672-4A57-8E1B-03F5D7D7B476}" type="pres">
      <dgm:prSet presAssocID="{7E1E4464-5E3B-4E5E-89BF-86B7018190D1}" presName="compNode" presStyleCnt="0"/>
      <dgm:spPr/>
    </dgm:pt>
    <dgm:pt modelId="{F5021A81-F48F-416B-AAA5-8B79F2C8E76D}" type="pres">
      <dgm:prSet presAssocID="{7E1E4464-5E3B-4E5E-89BF-86B7018190D1}" presName="iconRect" presStyleLbl="node1" presStyleIdx="3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4323DC07-C3F1-4306-9DCE-E13E80AE7A79}" type="pres">
      <dgm:prSet presAssocID="{7E1E4464-5E3B-4E5E-89BF-86B7018190D1}" presName="iconSpace" presStyleCnt="0"/>
      <dgm:spPr/>
    </dgm:pt>
    <dgm:pt modelId="{0F7CD678-A0EB-4C9D-8BA6-34779E89809E}" type="pres">
      <dgm:prSet presAssocID="{7E1E4464-5E3B-4E5E-89BF-86B7018190D1}" presName="parTx" presStyleLbl="revTx" presStyleIdx="6" presStyleCnt="8">
        <dgm:presLayoutVars>
          <dgm:chMax val="0"/>
          <dgm:chPref val="0"/>
        </dgm:presLayoutVars>
      </dgm:prSet>
      <dgm:spPr/>
    </dgm:pt>
    <dgm:pt modelId="{E5F97B19-451A-4123-A59F-5DFA6FDC7B74}" type="pres">
      <dgm:prSet presAssocID="{7E1E4464-5E3B-4E5E-89BF-86B7018190D1}" presName="txSpace" presStyleCnt="0"/>
      <dgm:spPr/>
    </dgm:pt>
    <dgm:pt modelId="{6B9BFC98-2A44-4DAB-8FF6-8C2C4DF50F5D}" type="pres">
      <dgm:prSet presAssocID="{7E1E4464-5E3B-4E5E-89BF-86B7018190D1}" presName="desTx" presStyleLbl="revTx" presStyleIdx="7" presStyleCnt="8">
        <dgm:presLayoutVars/>
      </dgm:prSet>
      <dgm:spPr/>
    </dgm:pt>
  </dgm:ptLst>
  <dgm:cxnLst>
    <dgm:cxn modelId="{DA100413-F855-4095-97CB-A7B85172968F}" type="presOf" srcId="{0B94B460-4224-4375-93D0-4C34073D734C}" destId="{6B9BFC98-2A44-4DAB-8FF6-8C2C4DF50F5D}" srcOrd="0" destOrd="0" presId="urn:microsoft.com/office/officeart/2018/5/layout/CenteredIconLabelDescriptionList"/>
    <dgm:cxn modelId="{7D635015-C124-4BAB-9AA5-8C7299B5A087}" srcId="{6DA4992B-188F-4EEF-9CCB-6E4BACEB753D}" destId="{8733795A-FFF9-40F6-A1C8-BED1CA9D2912}" srcOrd="2" destOrd="0" parTransId="{716005FA-DA37-4B32-A69B-DF9A86A6C99C}" sibTransId="{DA80C3B0-4023-438E-9605-C5C7B11BD681}"/>
    <dgm:cxn modelId="{FD5E801D-46B7-4B13-92F5-2E5F742360A5}" type="presOf" srcId="{422B8F10-DE57-433C-9312-31BDAEF5E0F2}" destId="{2CD82AE2-AE76-4122-918F-EF7A6A48107E}" srcOrd="0" destOrd="0" presId="urn:microsoft.com/office/officeart/2018/5/layout/CenteredIconLabelDescriptionList"/>
    <dgm:cxn modelId="{963C511E-9BDE-4EDF-AB4B-5FF94AB3CDB4}" type="presOf" srcId="{7DFEA532-9610-4A9E-8F55-2052F77C238A}" destId="{11D80BEB-DEDD-40A0-8CE6-3839329F3BC3}" srcOrd="0" destOrd="0" presId="urn:microsoft.com/office/officeart/2018/5/layout/CenteredIconLabelDescriptionList"/>
    <dgm:cxn modelId="{24492035-2F85-437D-A52C-EE75BD378D6A}" srcId="{8733795A-FFF9-40F6-A1C8-BED1CA9D2912}" destId="{252738EF-5B1B-4F57-8D9F-84325B4BE506}" srcOrd="1" destOrd="0" parTransId="{0449007C-2D25-4B0D-ACBA-5FF118C65A99}" sibTransId="{50F6746D-DF54-4BD2-9304-51A3089CE43E}"/>
    <dgm:cxn modelId="{B884245D-621A-449E-9047-B851643EB31E}" type="presOf" srcId="{8733795A-FFF9-40F6-A1C8-BED1CA9D2912}" destId="{32F0C965-E21B-40BF-B62C-BA781E6736C5}" srcOrd="0" destOrd="0" presId="urn:microsoft.com/office/officeart/2018/5/layout/CenteredIconLabelDescriptionList"/>
    <dgm:cxn modelId="{0BC10D5F-0FD3-4562-B2C2-234B46B3E8F0}" type="presOf" srcId="{D6273BC8-34BA-4E5E-88F1-F12D157711AF}" destId="{6B9BFC98-2A44-4DAB-8FF6-8C2C4DF50F5D}" srcOrd="0" destOrd="1" presId="urn:microsoft.com/office/officeart/2018/5/layout/CenteredIconLabelDescriptionList"/>
    <dgm:cxn modelId="{B3A81B70-E71E-488B-874B-D1496D53D669}" type="presOf" srcId="{7E1E4464-5E3B-4E5E-89BF-86B7018190D1}" destId="{0F7CD678-A0EB-4C9D-8BA6-34779E89809E}" srcOrd="0" destOrd="0" presId="urn:microsoft.com/office/officeart/2018/5/layout/CenteredIconLabelDescriptionList"/>
    <dgm:cxn modelId="{7A506650-17E8-4A89-BD8C-FF800F58BF0F}" srcId="{F6FB71EE-0573-491E-9D36-B4599A579C46}" destId="{422B8F10-DE57-433C-9312-31BDAEF5E0F2}" srcOrd="0" destOrd="0" parTransId="{F094913B-C2D4-4371-9BE9-753860459D63}" sibTransId="{C3F7F47E-E09D-42EC-9D6D-5313186F0A0C}"/>
    <dgm:cxn modelId="{20BCE652-7976-46B8-8382-DA488CB80959}" type="presOf" srcId="{252738EF-5B1B-4F57-8D9F-84325B4BE506}" destId="{FBF39840-7F9A-4609-9C38-E80D4B315339}" srcOrd="0" destOrd="1" presId="urn:microsoft.com/office/officeart/2018/5/layout/CenteredIconLabelDescriptionList"/>
    <dgm:cxn modelId="{D2C15A56-4C48-4370-8D7C-40DAE35ACFE4}" srcId="{DB340AC9-151D-4D5D-8759-175B8760371B}" destId="{7DFEA532-9610-4A9E-8F55-2052F77C238A}" srcOrd="0" destOrd="0" parTransId="{390B2F25-7A7E-4C63-B958-B8E2A5590B3C}" sibTransId="{4E3DC78C-2BEC-4D84-8230-30D9F0CB4563}"/>
    <dgm:cxn modelId="{8F7B4A77-B55B-44AC-A677-7768ABF43EA8}" type="presOf" srcId="{DB340AC9-151D-4D5D-8759-175B8760371B}" destId="{7ADE88F3-5AE6-4297-A6AB-BA37EE1A230F}" srcOrd="0" destOrd="0" presId="urn:microsoft.com/office/officeart/2018/5/layout/CenteredIconLabelDescriptionList"/>
    <dgm:cxn modelId="{3A3FBD5A-8A1D-40A0-BA60-BB513D13E00A}" srcId="{7E1E4464-5E3B-4E5E-89BF-86B7018190D1}" destId="{D6273BC8-34BA-4E5E-88F1-F12D157711AF}" srcOrd="1" destOrd="0" parTransId="{5A52CCEC-7D81-47E9-AABF-4381E7CE6BDA}" sibTransId="{08848FC0-F837-410C-BD23-23C960DBD7F6}"/>
    <dgm:cxn modelId="{B8E1D95A-53C0-4A1D-84BF-2AFDB2135B7D}" srcId="{6DA4992B-188F-4EEF-9CCB-6E4BACEB753D}" destId="{F6FB71EE-0573-491E-9D36-B4599A579C46}" srcOrd="1" destOrd="0" parTransId="{53EDA9B5-644F-4A3E-A178-D7F472678382}" sibTransId="{73BC36D7-6820-4C0B-9098-245DDB0EB204}"/>
    <dgm:cxn modelId="{09E9F896-506F-4176-919E-2C6BD06C51ED}" type="presOf" srcId="{6DA4992B-188F-4EEF-9CCB-6E4BACEB753D}" destId="{E556F137-048A-4C10-873A-0C4280086339}" srcOrd="0" destOrd="0" presId="urn:microsoft.com/office/officeart/2018/5/layout/CenteredIconLabelDescriptionList"/>
    <dgm:cxn modelId="{FF8E2AA0-7AB3-4D85-B90C-687DAB3BBDC5}" srcId="{8733795A-FFF9-40F6-A1C8-BED1CA9D2912}" destId="{535584D6-728E-45B3-81B0-7F516D8370F7}" srcOrd="0" destOrd="0" parTransId="{51CC8087-785E-4112-8874-45F5B5C79C21}" sibTransId="{6A7E504E-CE89-45C7-9B02-72D67B6CF7FC}"/>
    <dgm:cxn modelId="{EEBD12B3-22B2-4562-9491-A0D463668B87}" srcId="{7E1E4464-5E3B-4E5E-89BF-86B7018190D1}" destId="{0B94B460-4224-4375-93D0-4C34073D734C}" srcOrd="0" destOrd="0" parTransId="{7298E692-501F-4874-9E3C-0E3F4071B959}" sibTransId="{B16B770D-6CBE-459D-8213-DD46A63698B1}"/>
    <dgm:cxn modelId="{037A18C9-58C0-43EC-BEB2-E3354DFEE32A}" srcId="{6DA4992B-188F-4EEF-9CCB-6E4BACEB753D}" destId="{DB340AC9-151D-4D5D-8759-175B8760371B}" srcOrd="0" destOrd="0" parTransId="{CD6F1EE8-C96A-41C5-A848-F2A0433B263D}" sibTransId="{96973E26-40C6-425C-8B2A-7F14753D9D20}"/>
    <dgm:cxn modelId="{B61FC3DD-0877-4BB8-8071-D1B62E2A022E}" srcId="{6DA4992B-188F-4EEF-9CCB-6E4BACEB753D}" destId="{7E1E4464-5E3B-4E5E-89BF-86B7018190D1}" srcOrd="3" destOrd="0" parTransId="{9D72EA96-B0C6-455E-AAFE-7927DFF90B72}" sibTransId="{38654BE5-D138-4AE8-A4D2-1D6465184E0E}"/>
    <dgm:cxn modelId="{9D0A42DE-52E1-4358-8612-A4BBD765282E}" type="presOf" srcId="{F6FB71EE-0573-491E-9D36-B4599A579C46}" destId="{994CD9C1-BA11-4BAB-A45C-3B23EB4482BF}" srcOrd="0" destOrd="0" presId="urn:microsoft.com/office/officeart/2018/5/layout/CenteredIconLabelDescriptionList"/>
    <dgm:cxn modelId="{CAAF08FD-7EB9-445C-B8D7-CFCF0AA64F4A}" type="presOf" srcId="{535584D6-728E-45B3-81B0-7F516D8370F7}" destId="{FBF39840-7F9A-4609-9C38-E80D4B315339}" srcOrd="0" destOrd="0" presId="urn:microsoft.com/office/officeart/2018/5/layout/CenteredIconLabelDescriptionList"/>
    <dgm:cxn modelId="{7B33D8C6-DD62-46E5-8831-4F03BF855202}" type="presParOf" srcId="{E556F137-048A-4C10-873A-0C4280086339}" destId="{C2DA47CD-51DE-4A2C-A32B-78A4336BD3AD}" srcOrd="0" destOrd="0" presId="urn:microsoft.com/office/officeart/2018/5/layout/CenteredIconLabelDescriptionList"/>
    <dgm:cxn modelId="{CF918CF9-E4B7-45F4-86BC-0BA496F28BDA}" type="presParOf" srcId="{C2DA47CD-51DE-4A2C-A32B-78A4336BD3AD}" destId="{95371AD9-4079-43B5-A348-33E4BB90D8BE}" srcOrd="0" destOrd="0" presId="urn:microsoft.com/office/officeart/2018/5/layout/CenteredIconLabelDescriptionList"/>
    <dgm:cxn modelId="{AA81B2F5-3784-4A09-9C1C-9A7881D8937E}" type="presParOf" srcId="{C2DA47CD-51DE-4A2C-A32B-78A4336BD3AD}" destId="{1D036F0A-7D77-483A-BFAA-48D3130F32CD}" srcOrd="1" destOrd="0" presId="urn:microsoft.com/office/officeart/2018/5/layout/CenteredIconLabelDescriptionList"/>
    <dgm:cxn modelId="{C640EE1B-77BA-464C-8E37-1A52E3FACADF}" type="presParOf" srcId="{C2DA47CD-51DE-4A2C-A32B-78A4336BD3AD}" destId="{7ADE88F3-5AE6-4297-A6AB-BA37EE1A230F}" srcOrd="2" destOrd="0" presId="urn:microsoft.com/office/officeart/2018/5/layout/CenteredIconLabelDescriptionList"/>
    <dgm:cxn modelId="{A721723C-C0E1-4BC7-90E3-24E568732900}" type="presParOf" srcId="{C2DA47CD-51DE-4A2C-A32B-78A4336BD3AD}" destId="{1C0ACAD8-1447-4F5F-BCC2-C125594B9FE7}" srcOrd="3" destOrd="0" presId="urn:microsoft.com/office/officeart/2018/5/layout/CenteredIconLabelDescriptionList"/>
    <dgm:cxn modelId="{05680F7F-42FD-4A31-9F35-CFB037339716}" type="presParOf" srcId="{C2DA47CD-51DE-4A2C-A32B-78A4336BD3AD}" destId="{11D80BEB-DEDD-40A0-8CE6-3839329F3BC3}" srcOrd="4" destOrd="0" presId="urn:microsoft.com/office/officeart/2018/5/layout/CenteredIconLabelDescriptionList"/>
    <dgm:cxn modelId="{30FCCA08-4003-47C4-A734-A9CCA9879EAC}" type="presParOf" srcId="{E556F137-048A-4C10-873A-0C4280086339}" destId="{B85B8047-1AA6-45C8-8709-C4F2D0A3F881}" srcOrd="1" destOrd="0" presId="urn:microsoft.com/office/officeart/2018/5/layout/CenteredIconLabelDescriptionList"/>
    <dgm:cxn modelId="{1409559E-9761-4413-B517-29A16A8E89C5}" type="presParOf" srcId="{E556F137-048A-4C10-873A-0C4280086339}" destId="{7893B06A-FC8D-46F7-B8EF-FFB66A8B9851}" srcOrd="2" destOrd="0" presId="urn:microsoft.com/office/officeart/2018/5/layout/CenteredIconLabelDescriptionList"/>
    <dgm:cxn modelId="{40525CDA-B44D-4427-A34D-315031E3FAA9}" type="presParOf" srcId="{7893B06A-FC8D-46F7-B8EF-FFB66A8B9851}" destId="{AD4B8CE7-BAB4-49EF-B076-CA41BABE094E}" srcOrd="0" destOrd="0" presId="urn:microsoft.com/office/officeart/2018/5/layout/CenteredIconLabelDescriptionList"/>
    <dgm:cxn modelId="{9A881A25-F51E-48E5-98D1-38698CCCA8CB}" type="presParOf" srcId="{7893B06A-FC8D-46F7-B8EF-FFB66A8B9851}" destId="{8AB41405-4D4D-4A07-813A-23443B67CDD1}" srcOrd="1" destOrd="0" presId="urn:microsoft.com/office/officeart/2018/5/layout/CenteredIconLabelDescriptionList"/>
    <dgm:cxn modelId="{832F16CE-B9C6-4ACF-A1BE-ED75DCC6F27A}" type="presParOf" srcId="{7893B06A-FC8D-46F7-B8EF-FFB66A8B9851}" destId="{994CD9C1-BA11-4BAB-A45C-3B23EB4482BF}" srcOrd="2" destOrd="0" presId="urn:microsoft.com/office/officeart/2018/5/layout/CenteredIconLabelDescriptionList"/>
    <dgm:cxn modelId="{6EA86867-699C-4BC5-AD03-0AF448B3AD7D}" type="presParOf" srcId="{7893B06A-FC8D-46F7-B8EF-FFB66A8B9851}" destId="{ECBC2D0E-DAF5-4977-9EDA-636AEC5386EE}" srcOrd="3" destOrd="0" presId="urn:microsoft.com/office/officeart/2018/5/layout/CenteredIconLabelDescriptionList"/>
    <dgm:cxn modelId="{A98988D1-6213-4DAF-BAA2-0D999811AFC4}" type="presParOf" srcId="{7893B06A-FC8D-46F7-B8EF-FFB66A8B9851}" destId="{2CD82AE2-AE76-4122-918F-EF7A6A48107E}" srcOrd="4" destOrd="0" presId="urn:microsoft.com/office/officeart/2018/5/layout/CenteredIconLabelDescriptionList"/>
    <dgm:cxn modelId="{3ED8872E-CA4B-4BA6-8B22-DA20560DFC2C}" type="presParOf" srcId="{E556F137-048A-4C10-873A-0C4280086339}" destId="{6E767053-F627-4742-9C0E-ECBA8F28A688}" srcOrd="3" destOrd="0" presId="urn:microsoft.com/office/officeart/2018/5/layout/CenteredIconLabelDescriptionList"/>
    <dgm:cxn modelId="{8B744509-2D9B-4F66-B46B-897A449C9BD4}" type="presParOf" srcId="{E556F137-048A-4C10-873A-0C4280086339}" destId="{6C78DB5D-2E63-4E22-8770-D3D6C0565FA2}" srcOrd="4" destOrd="0" presId="urn:microsoft.com/office/officeart/2018/5/layout/CenteredIconLabelDescriptionList"/>
    <dgm:cxn modelId="{4464E8EA-EBDA-4D38-83F3-A3BC7EF319D3}" type="presParOf" srcId="{6C78DB5D-2E63-4E22-8770-D3D6C0565FA2}" destId="{807AB84E-C67E-4C89-9A2C-1CCB16347C9C}" srcOrd="0" destOrd="0" presId="urn:microsoft.com/office/officeart/2018/5/layout/CenteredIconLabelDescriptionList"/>
    <dgm:cxn modelId="{7A04DE00-7178-4025-BE94-A3A92EE86E2B}" type="presParOf" srcId="{6C78DB5D-2E63-4E22-8770-D3D6C0565FA2}" destId="{1BB6F952-46FB-4D57-B970-FAD2222DDCB0}" srcOrd="1" destOrd="0" presId="urn:microsoft.com/office/officeart/2018/5/layout/CenteredIconLabelDescriptionList"/>
    <dgm:cxn modelId="{8F800F9F-D60D-4AA2-9367-8D133BB2C4B3}" type="presParOf" srcId="{6C78DB5D-2E63-4E22-8770-D3D6C0565FA2}" destId="{32F0C965-E21B-40BF-B62C-BA781E6736C5}" srcOrd="2" destOrd="0" presId="urn:microsoft.com/office/officeart/2018/5/layout/CenteredIconLabelDescriptionList"/>
    <dgm:cxn modelId="{F86C5B06-BF4D-47A3-9AD3-DB2928EFDF16}" type="presParOf" srcId="{6C78DB5D-2E63-4E22-8770-D3D6C0565FA2}" destId="{4DF1A0AA-4534-48E1-9E86-57239631E900}" srcOrd="3" destOrd="0" presId="urn:microsoft.com/office/officeart/2018/5/layout/CenteredIconLabelDescriptionList"/>
    <dgm:cxn modelId="{74F9C428-543E-4BD6-BC89-F4126409BAC0}" type="presParOf" srcId="{6C78DB5D-2E63-4E22-8770-D3D6C0565FA2}" destId="{FBF39840-7F9A-4609-9C38-E80D4B315339}" srcOrd="4" destOrd="0" presId="urn:microsoft.com/office/officeart/2018/5/layout/CenteredIconLabelDescriptionList"/>
    <dgm:cxn modelId="{F444377B-8535-4AA9-AE42-7A2ACD4F037C}" type="presParOf" srcId="{E556F137-048A-4C10-873A-0C4280086339}" destId="{659C6FCE-43AC-4B87-9F54-39E5F4BD103C}" srcOrd="5" destOrd="0" presId="urn:microsoft.com/office/officeart/2018/5/layout/CenteredIconLabelDescriptionList"/>
    <dgm:cxn modelId="{1FD5F88F-E833-40D8-A2A3-E1B488D71699}" type="presParOf" srcId="{E556F137-048A-4C10-873A-0C4280086339}" destId="{7A103C3B-8672-4A57-8E1B-03F5D7D7B476}" srcOrd="6" destOrd="0" presId="urn:microsoft.com/office/officeart/2018/5/layout/CenteredIconLabelDescriptionList"/>
    <dgm:cxn modelId="{2EE34277-4DFA-4A8F-94CE-26416A6660C5}" type="presParOf" srcId="{7A103C3B-8672-4A57-8E1B-03F5D7D7B476}" destId="{F5021A81-F48F-416B-AAA5-8B79F2C8E76D}" srcOrd="0" destOrd="0" presId="urn:microsoft.com/office/officeart/2018/5/layout/CenteredIconLabelDescriptionList"/>
    <dgm:cxn modelId="{88DEC07A-525C-464D-8634-B801F991CAAD}" type="presParOf" srcId="{7A103C3B-8672-4A57-8E1B-03F5D7D7B476}" destId="{4323DC07-C3F1-4306-9DCE-E13E80AE7A79}" srcOrd="1" destOrd="0" presId="urn:microsoft.com/office/officeart/2018/5/layout/CenteredIconLabelDescriptionList"/>
    <dgm:cxn modelId="{D14D31C1-ED7D-4056-987C-6C721850233D}" type="presParOf" srcId="{7A103C3B-8672-4A57-8E1B-03F5D7D7B476}" destId="{0F7CD678-A0EB-4C9D-8BA6-34779E89809E}" srcOrd="2" destOrd="0" presId="urn:microsoft.com/office/officeart/2018/5/layout/CenteredIconLabelDescriptionList"/>
    <dgm:cxn modelId="{648FDF47-81B9-4705-A312-5674C8F21775}" type="presParOf" srcId="{7A103C3B-8672-4A57-8E1B-03F5D7D7B476}" destId="{E5F97B19-451A-4123-A59F-5DFA6FDC7B74}" srcOrd="3" destOrd="0" presId="urn:microsoft.com/office/officeart/2018/5/layout/CenteredIconLabelDescriptionList"/>
    <dgm:cxn modelId="{E13788D1-D25E-4637-A729-DF6D5406266E}" type="presParOf" srcId="{7A103C3B-8672-4A57-8E1B-03F5D7D7B476}" destId="{6B9BFC98-2A44-4DAB-8FF6-8C2C4DF50F5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6DA4992B-188F-4EEF-9CCB-6E4BACEB753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B340AC9-151D-4D5D-8759-175B876037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 nodes </a:t>
          </a:r>
          <a:endParaRPr lang="en-US" dirty="0"/>
        </a:p>
      </dgm:t>
    </dgm:pt>
    <dgm:pt modelId="{CD6F1EE8-C96A-41C5-A848-F2A0433B263D}" type="parTrans" cxnId="{037A18C9-58C0-43EC-BEB2-E3354DFEE32A}">
      <dgm:prSet/>
      <dgm:spPr/>
      <dgm:t>
        <a:bodyPr/>
        <a:lstStyle/>
        <a:p>
          <a:endParaRPr lang="en-US"/>
        </a:p>
      </dgm:t>
    </dgm:pt>
    <dgm:pt modelId="{96973E26-40C6-425C-8B2A-7F14753D9D20}" type="sibTrans" cxnId="{037A18C9-58C0-43EC-BEB2-E3354DFEE32A}">
      <dgm:prSet/>
      <dgm:spPr/>
      <dgm:t>
        <a:bodyPr/>
        <a:lstStyle/>
        <a:p>
          <a:endParaRPr lang="en-US"/>
        </a:p>
      </dgm:t>
    </dgm:pt>
    <dgm:pt modelId="{913365D5-775C-453C-81CE-D79A80AD0B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Node Mining Nodes</a:t>
          </a:r>
          <a:endParaRPr lang="en-US"/>
        </a:p>
      </dgm:t>
    </dgm:pt>
    <dgm:pt modelId="{30B13713-C8B7-4F06-9C08-61E485F7C019}" type="parTrans" cxnId="{71B1C74E-E030-4543-BD26-CF39FC63A834}">
      <dgm:prSet/>
      <dgm:spPr/>
      <dgm:t>
        <a:bodyPr/>
        <a:lstStyle/>
        <a:p>
          <a:endParaRPr lang="en-US"/>
        </a:p>
      </dgm:t>
    </dgm:pt>
    <dgm:pt modelId="{4E3BB053-350C-44BF-BB78-BB3B08F44B1F}" type="sibTrans" cxnId="{71B1C74E-E030-4543-BD26-CF39FC63A834}">
      <dgm:prSet/>
      <dgm:spPr/>
      <dgm:t>
        <a:bodyPr/>
        <a:lstStyle/>
        <a:p>
          <a:endParaRPr lang="en-US"/>
        </a:p>
      </dgm:t>
    </dgm:pt>
    <dgm:pt modelId="{640AD46F-C2BB-4805-8761-D9A65196A2E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maintain</a:t>
          </a:r>
          <a:endParaRPr lang="en-US" dirty="0"/>
        </a:p>
      </dgm:t>
    </dgm:pt>
    <dgm:pt modelId="{79498CCE-238F-46D1-8B94-AC68C6894179}" type="parTrans" cxnId="{A8600149-E814-4FD4-B853-C8EA63C36443}">
      <dgm:prSet/>
      <dgm:spPr/>
      <dgm:t>
        <a:bodyPr/>
        <a:lstStyle/>
        <a:p>
          <a:endParaRPr lang="en-US"/>
        </a:p>
      </dgm:t>
    </dgm:pt>
    <dgm:pt modelId="{3446D168-C389-42E9-BFBC-843A872D8285}" type="sibTrans" cxnId="{A8600149-E814-4FD4-B853-C8EA63C36443}">
      <dgm:prSet/>
      <dgm:spPr/>
      <dgm:t>
        <a:bodyPr/>
        <a:lstStyle/>
        <a:p>
          <a:endParaRPr lang="en-US"/>
        </a:p>
      </dgm:t>
    </dgm:pt>
    <dgm:pt modelId="{E7712566-01B7-4A50-BDEB-861C7D09B0A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Lightweight Mining Nodes</a:t>
          </a:r>
          <a:endParaRPr lang="en-US"/>
        </a:p>
      </dgm:t>
    </dgm:pt>
    <dgm:pt modelId="{8AE61359-F93B-4CE3-95B4-BDA33F20C208}" type="parTrans" cxnId="{7124F301-3CB9-44EA-8329-21F41DDC8EA6}">
      <dgm:prSet/>
      <dgm:spPr/>
      <dgm:t>
        <a:bodyPr/>
        <a:lstStyle/>
        <a:p>
          <a:endParaRPr lang="en-US"/>
        </a:p>
      </dgm:t>
    </dgm:pt>
    <dgm:pt modelId="{F69BB5B2-0C95-4614-BAF7-71CB2F3F69DF}" type="sibTrans" cxnId="{7124F301-3CB9-44EA-8329-21F41DDC8EA6}">
      <dgm:prSet/>
      <dgm:spPr/>
      <dgm:t>
        <a:bodyPr/>
        <a:lstStyle/>
        <a:p>
          <a:endParaRPr lang="en-US"/>
        </a:p>
      </dgm:t>
    </dgm:pt>
    <dgm:pt modelId="{3BC1E5CC-B642-4F2E-9369-0BE1020882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participating in pool</a:t>
          </a:r>
          <a:r>
            <a:rPr lang="tr-TR"/>
            <a:t> </a:t>
          </a:r>
          <a:r>
            <a:rPr lang="en-US"/>
            <a:t>mining </a:t>
          </a:r>
          <a:endParaRPr lang="en-US" dirty="0"/>
        </a:p>
      </dgm:t>
    </dgm:pt>
    <dgm:pt modelId="{07474ECF-64E1-4F8C-821F-7612A3D0E069}" type="parTrans" cxnId="{84519FD3-65F4-4368-B5D3-A3DD35025CEE}">
      <dgm:prSet/>
      <dgm:spPr/>
      <dgm:t>
        <a:bodyPr/>
        <a:lstStyle/>
        <a:p>
          <a:endParaRPr lang="en-US"/>
        </a:p>
      </dgm:t>
    </dgm:pt>
    <dgm:pt modelId="{70F66559-1632-4A27-832F-7EC58D9110B5}" type="sibTrans" cxnId="{84519FD3-65F4-4368-B5D3-A3DD35025CEE}">
      <dgm:prSet/>
      <dgm:spPr/>
      <dgm:t>
        <a:bodyPr/>
        <a:lstStyle/>
        <a:p>
          <a:endParaRPr lang="en-US"/>
        </a:p>
      </dgm:t>
    </dgm:pt>
    <dgm:pt modelId="{5CA6319A-4CAC-4CF2-962F-E21DED4838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depend on a pool</a:t>
          </a:r>
        </a:p>
      </dgm:t>
    </dgm:pt>
    <dgm:pt modelId="{AA47CC3B-A567-4961-9E75-DE1D0017374D}" type="parTrans" cxnId="{07C61D81-1090-4741-8A01-64F651078C0A}">
      <dgm:prSet/>
      <dgm:spPr/>
      <dgm:t>
        <a:bodyPr/>
        <a:lstStyle/>
        <a:p>
          <a:endParaRPr lang="en-US"/>
        </a:p>
      </dgm:t>
    </dgm:pt>
    <dgm:pt modelId="{18A14881-4481-4852-9DE2-882CC24278B5}" type="sibTrans" cxnId="{07C61D81-1090-4741-8A01-64F651078C0A}">
      <dgm:prSet/>
      <dgm:spPr/>
      <dgm:t>
        <a:bodyPr/>
        <a:lstStyle/>
        <a:p>
          <a:endParaRPr lang="en-US"/>
        </a:p>
      </dgm:t>
    </dgm:pt>
    <dgm:pt modelId="{4D5B01CA-B70C-40C3-BA6B-365A6206602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full copy of the blockchain </a:t>
          </a:r>
          <a:endParaRPr lang="en-US" dirty="0"/>
        </a:p>
      </dgm:t>
    </dgm:pt>
    <dgm:pt modelId="{088A1F03-3A7D-414F-A90A-8E2A484ED62A}" type="parTrans" cxnId="{B13B838E-222B-465D-B802-77B653C0CD3D}">
      <dgm:prSet/>
      <dgm:spPr/>
      <dgm:t>
        <a:bodyPr/>
        <a:lstStyle/>
        <a:p>
          <a:endParaRPr lang="tr-TR"/>
        </a:p>
      </dgm:t>
    </dgm:pt>
    <dgm:pt modelId="{1506F3D9-0F99-46EB-8515-1586A367C363}" type="sibTrans" cxnId="{B13B838E-222B-465D-B802-77B653C0CD3D}">
      <dgm:prSet/>
      <dgm:spPr/>
      <dgm:t>
        <a:bodyPr/>
        <a:lstStyle/>
        <a:p>
          <a:endParaRPr lang="tr-TR"/>
        </a:p>
      </dgm:t>
    </dgm:pt>
    <dgm:pt modelId="{E556F137-048A-4C10-873A-0C4280086339}" type="pres">
      <dgm:prSet presAssocID="{6DA4992B-188F-4EEF-9CCB-6E4BACEB753D}" presName="root" presStyleCnt="0">
        <dgm:presLayoutVars>
          <dgm:dir/>
          <dgm:resizeHandles val="exact"/>
        </dgm:presLayoutVars>
      </dgm:prSet>
      <dgm:spPr/>
    </dgm:pt>
    <dgm:pt modelId="{C2DA47CD-51DE-4A2C-A32B-78A4336BD3AD}" type="pres">
      <dgm:prSet presAssocID="{DB340AC9-151D-4D5D-8759-175B8760371B}" presName="compNode" presStyleCnt="0"/>
      <dgm:spPr/>
    </dgm:pt>
    <dgm:pt modelId="{95371AD9-4079-43B5-A348-33E4BB90D8BE}" type="pres">
      <dgm:prSet presAssocID="{DB340AC9-151D-4D5D-8759-175B8760371B}" presName="iconRect" presStyleLbl="node1" presStyleIdx="0" presStyleCnt="3" custLinFactNeighborX="4751" custLinFactNeighborY="-1584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>
          <a:noFill/>
        </a:ln>
      </dgm:spPr>
    </dgm:pt>
    <dgm:pt modelId="{1D036F0A-7D77-483A-BFAA-48D3130F32CD}" type="pres">
      <dgm:prSet presAssocID="{DB340AC9-151D-4D5D-8759-175B8760371B}" presName="iconSpace" presStyleCnt="0"/>
      <dgm:spPr/>
    </dgm:pt>
    <dgm:pt modelId="{7ADE88F3-5AE6-4297-A6AB-BA37EE1A230F}" type="pres">
      <dgm:prSet presAssocID="{DB340AC9-151D-4D5D-8759-175B8760371B}" presName="parTx" presStyleLbl="revTx" presStyleIdx="0" presStyleCnt="6">
        <dgm:presLayoutVars>
          <dgm:chMax val="0"/>
          <dgm:chPref val="0"/>
        </dgm:presLayoutVars>
      </dgm:prSet>
      <dgm:spPr/>
    </dgm:pt>
    <dgm:pt modelId="{1C0ACAD8-1447-4F5F-BCC2-C125594B9FE7}" type="pres">
      <dgm:prSet presAssocID="{DB340AC9-151D-4D5D-8759-175B8760371B}" presName="txSpace" presStyleCnt="0"/>
      <dgm:spPr/>
    </dgm:pt>
    <dgm:pt modelId="{11D80BEB-DEDD-40A0-8CE6-3839329F3BC3}" type="pres">
      <dgm:prSet presAssocID="{DB340AC9-151D-4D5D-8759-175B8760371B}" presName="desTx" presStyleLbl="revTx" presStyleIdx="1" presStyleCnt="6">
        <dgm:presLayoutVars/>
      </dgm:prSet>
      <dgm:spPr/>
    </dgm:pt>
    <dgm:pt modelId="{B85B8047-1AA6-45C8-8709-C4F2D0A3F881}" type="pres">
      <dgm:prSet presAssocID="{96973E26-40C6-425C-8B2A-7F14753D9D20}" presName="sibTrans" presStyleCnt="0"/>
      <dgm:spPr/>
    </dgm:pt>
    <dgm:pt modelId="{C6C6669E-B922-4DDD-AFAD-10901B50A89F}" type="pres">
      <dgm:prSet presAssocID="{913365D5-775C-453C-81CE-D79A80AD0B01}" presName="compNode" presStyleCnt="0"/>
      <dgm:spPr/>
    </dgm:pt>
    <dgm:pt modelId="{CE1AC09C-9D02-478E-BF8F-B2EA5BEBB0E9}" type="pres">
      <dgm:prSet presAssocID="{913365D5-775C-453C-81CE-D79A80AD0B01}" presName="iconRect" presStyleLbl="node1" presStyleIdx="1" presStyleCnt="3"/>
      <dgm:spPr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7000" r="-7000"/>
          </a:stretch>
        </a:blipFill>
        <a:ln>
          <a:noFill/>
        </a:ln>
      </dgm:spPr>
    </dgm:pt>
    <dgm:pt modelId="{4F877DF3-C5D7-43AB-B07C-5F99F68FEFD6}" type="pres">
      <dgm:prSet presAssocID="{913365D5-775C-453C-81CE-D79A80AD0B01}" presName="iconSpace" presStyleCnt="0"/>
      <dgm:spPr/>
    </dgm:pt>
    <dgm:pt modelId="{229824D0-B67E-40E5-83DE-713ACE6E6A42}" type="pres">
      <dgm:prSet presAssocID="{913365D5-775C-453C-81CE-D79A80AD0B01}" presName="parTx" presStyleLbl="revTx" presStyleIdx="2" presStyleCnt="6">
        <dgm:presLayoutVars>
          <dgm:chMax val="0"/>
          <dgm:chPref val="0"/>
        </dgm:presLayoutVars>
      </dgm:prSet>
      <dgm:spPr/>
    </dgm:pt>
    <dgm:pt modelId="{1876B783-84A8-4D84-87FB-9DAC9082E394}" type="pres">
      <dgm:prSet presAssocID="{913365D5-775C-453C-81CE-D79A80AD0B01}" presName="txSpace" presStyleCnt="0"/>
      <dgm:spPr/>
    </dgm:pt>
    <dgm:pt modelId="{8E82FB4C-FC6E-4009-9892-C60E68A53B7F}" type="pres">
      <dgm:prSet presAssocID="{913365D5-775C-453C-81CE-D79A80AD0B01}" presName="desTx" presStyleLbl="revTx" presStyleIdx="3" presStyleCnt="6">
        <dgm:presLayoutVars/>
      </dgm:prSet>
      <dgm:spPr/>
    </dgm:pt>
    <dgm:pt modelId="{4FDD2E0E-BA49-46ED-B781-85B45E0D4FC6}" type="pres">
      <dgm:prSet presAssocID="{4E3BB053-350C-44BF-BB78-BB3B08F44B1F}" presName="sibTrans" presStyleCnt="0"/>
      <dgm:spPr/>
    </dgm:pt>
    <dgm:pt modelId="{4778350B-0AE3-41D4-AA02-CFAA48C93E9B}" type="pres">
      <dgm:prSet presAssocID="{E7712566-01B7-4A50-BDEB-861C7D09B0A3}" presName="compNode" presStyleCnt="0"/>
      <dgm:spPr/>
    </dgm:pt>
    <dgm:pt modelId="{6A7365E2-5105-4A90-8F0D-052FE42653A3}" type="pres">
      <dgm:prSet presAssocID="{E7712566-01B7-4A50-BDEB-861C7D09B0A3}" presName="iconRect" presStyleLbl="node1" presStyleIdx="2" presStyleCnt="3" custScaleX="210722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>
          <a:noFill/>
        </a:ln>
      </dgm:spPr>
    </dgm:pt>
    <dgm:pt modelId="{8F1730C8-529E-4F41-B7C7-D12DC70E0FDD}" type="pres">
      <dgm:prSet presAssocID="{E7712566-01B7-4A50-BDEB-861C7D09B0A3}" presName="iconSpace" presStyleCnt="0"/>
      <dgm:spPr/>
    </dgm:pt>
    <dgm:pt modelId="{DC541177-D505-4AAA-AA06-174667BAB9F3}" type="pres">
      <dgm:prSet presAssocID="{E7712566-01B7-4A50-BDEB-861C7D09B0A3}" presName="parTx" presStyleLbl="revTx" presStyleIdx="4" presStyleCnt="6">
        <dgm:presLayoutVars>
          <dgm:chMax val="0"/>
          <dgm:chPref val="0"/>
        </dgm:presLayoutVars>
      </dgm:prSet>
      <dgm:spPr/>
    </dgm:pt>
    <dgm:pt modelId="{C9658EF3-9874-45AC-8C74-51E2B18DAED2}" type="pres">
      <dgm:prSet presAssocID="{E7712566-01B7-4A50-BDEB-861C7D09B0A3}" presName="txSpace" presStyleCnt="0"/>
      <dgm:spPr/>
    </dgm:pt>
    <dgm:pt modelId="{F2ED2F40-2A4C-4E2D-89B9-053B01BF8976}" type="pres">
      <dgm:prSet presAssocID="{E7712566-01B7-4A50-BDEB-861C7D09B0A3}" presName="desTx" presStyleLbl="revTx" presStyleIdx="5" presStyleCnt="6">
        <dgm:presLayoutVars/>
      </dgm:prSet>
      <dgm:spPr/>
    </dgm:pt>
  </dgm:ptLst>
  <dgm:cxnLst>
    <dgm:cxn modelId="{7124F301-3CB9-44EA-8329-21F41DDC8EA6}" srcId="{6DA4992B-188F-4EEF-9CCB-6E4BACEB753D}" destId="{E7712566-01B7-4A50-BDEB-861C7D09B0A3}" srcOrd="2" destOrd="0" parTransId="{8AE61359-F93B-4CE3-95B4-BDA33F20C208}" sibTransId="{F69BB5B2-0C95-4614-BAF7-71CB2F3F69DF}"/>
    <dgm:cxn modelId="{5BA28716-CEFF-4A7A-87A6-62814C217790}" type="presOf" srcId="{DB340AC9-151D-4D5D-8759-175B8760371B}" destId="{7ADE88F3-5AE6-4297-A6AB-BA37EE1A230F}" srcOrd="0" destOrd="0" presId="urn:microsoft.com/office/officeart/2018/5/layout/CenteredIconLabelDescriptionList"/>
    <dgm:cxn modelId="{55929063-5FB9-4179-928D-5CC262904F69}" type="presOf" srcId="{4D5B01CA-B70C-40C3-BA6B-365A62066024}" destId="{8E82FB4C-FC6E-4009-9892-C60E68A53B7F}" srcOrd="0" destOrd="1" presId="urn:microsoft.com/office/officeart/2018/5/layout/CenteredIconLabelDescriptionList"/>
    <dgm:cxn modelId="{8BD73E67-592D-444F-A8CD-6CF1302496E4}" type="presOf" srcId="{913365D5-775C-453C-81CE-D79A80AD0B01}" destId="{229824D0-B67E-40E5-83DE-713ACE6E6A42}" srcOrd="0" destOrd="0" presId="urn:microsoft.com/office/officeart/2018/5/layout/CenteredIconLabelDescriptionList"/>
    <dgm:cxn modelId="{A8600149-E814-4FD4-B853-C8EA63C36443}" srcId="{913365D5-775C-453C-81CE-D79A80AD0B01}" destId="{640AD46F-C2BB-4805-8761-D9A65196A2ED}" srcOrd="0" destOrd="0" parTransId="{79498CCE-238F-46D1-8B94-AC68C6894179}" sibTransId="{3446D168-C389-42E9-BFBC-843A872D8285}"/>
    <dgm:cxn modelId="{9680794D-8DA9-4ED9-B4CD-5B10624857BA}" type="presOf" srcId="{3BC1E5CC-B642-4F2E-9369-0BE1020882A7}" destId="{F2ED2F40-2A4C-4E2D-89B9-053B01BF8976}" srcOrd="0" destOrd="0" presId="urn:microsoft.com/office/officeart/2018/5/layout/CenteredIconLabelDescriptionList"/>
    <dgm:cxn modelId="{71B1C74E-E030-4543-BD26-CF39FC63A834}" srcId="{6DA4992B-188F-4EEF-9CCB-6E4BACEB753D}" destId="{913365D5-775C-453C-81CE-D79A80AD0B01}" srcOrd="1" destOrd="0" parTransId="{30B13713-C8B7-4F06-9C08-61E485F7C019}" sibTransId="{4E3BB053-350C-44BF-BB78-BB3B08F44B1F}"/>
    <dgm:cxn modelId="{07C61D81-1090-4741-8A01-64F651078C0A}" srcId="{E7712566-01B7-4A50-BDEB-861C7D09B0A3}" destId="{5CA6319A-4CAC-4CF2-962F-E21DED483874}" srcOrd="1" destOrd="0" parTransId="{AA47CC3B-A567-4961-9E75-DE1D0017374D}" sibTransId="{18A14881-4481-4852-9DE2-882CC24278B5}"/>
    <dgm:cxn modelId="{B13B838E-222B-465D-B802-77B653C0CD3D}" srcId="{913365D5-775C-453C-81CE-D79A80AD0B01}" destId="{4D5B01CA-B70C-40C3-BA6B-365A62066024}" srcOrd="1" destOrd="0" parTransId="{088A1F03-3A7D-414F-A90A-8E2A484ED62A}" sibTransId="{1506F3D9-0F99-46EB-8515-1586A367C363}"/>
    <dgm:cxn modelId="{970FEB90-18E8-438A-BBBE-8011B2B032FF}" type="presOf" srcId="{640AD46F-C2BB-4805-8761-D9A65196A2ED}" destId="{8E82FB4C-FC6E-4009-9892-C60E68A53B7F}" srcOrd="0" destOrd="0" presId="urn:microsoft.com/office/officeart/2018/5/layout/CenteredIconLabelDescriptionList"/>
    <dgm:cxn modelId="{F1979592-D73B-4FE0-87E9-DF52CFEC86AE}" type="presOf" srcId="{6DA4992B-188F-4EEF-9CCB-6E4BACEB753D}" destId="{E556F137-048A-4C10-873A-0C4280086339}" srcOrd="0" destOrd="0" presId="urn:microsoft.com/office/officeart/2018/5/layout/CenteredIconLabelDescriptionList"/>
    <dgm:cxn modelId="{037A18C9-58C0-43EC-BEB2-E3354DFEE32A}" srcId="{6DA4992B-188F-4EEF-9CCB-6E4BACEB753D}" destId="{DB340AC9-151D-4D5D-8759-175B8760371B}" srcOrd="0" destOrd="0" parTransId="{CD6F1EE8-C96A-41C5-A848-F2A0433B263D}" sibTransId="{96973E26-40C6-425C-8B2A-7F14753D9D20}"/>
    <dgm:cxn modelId="{4F2D95CB-653C-47F2-9A0F-A0E6CB293EEF}" type="presOf" srcId="{5CA6319A-4CAC-4CF2-962F-E21DED483874}" destId="{F2ED2F40-2A4C-4E2D-89B9-053B01BF8976}" srcOrd="0" destOrd="1" presId="urn:microsoft.com/office/officeart/2018/5/layout/CenteredIconLabelDescriptionList"/>
    <dgm:cxn modelId="{84519FD3-65F4-4368-B5D3-A3DD35025CEE}" srcId="{E7712566-01B7-4A50-BDEB-861C7D09B0A3}" destId="{3BC1E5CC-B642-4F2E-9369-0BE1020882A7}" srcOrd="0" destOrd="0" parTransId="{07474ECF-64E1-4F8C-821F-7612A3D0E069}" sibTransId="{70F66559-1632-4A27-832F-7EC58D9110B5}"/>
    <dgm:cxn modelId="{6CE9B3E5-A9FF-44B9-84A3-EC767C1EA799}" type="presOf" srcId="{E7712566-01B7-4A50-BDEB-861C7D09B0A3}" destId="{DC541177-D505-4AAA-AA06-174667BAB9F3}" srcOrd="0" destOrd="0" presId="urn:microsoft.com/office/officeart/2018/5/layout/CenteredIconLabelDescriptionList"/>
    <dgm:cxn modelId="{47997DBC-3971-4EF2-BF97-CC8C190E0175}" type="presParOf" srcId="{E556F137-048A-4C10-873A-0C4280086339}" destId="{C2DA47CD-51DE-4A2C-A32B-78A4336BD3AD}" srcOrd="0" destOrd="0" presId="urn:microsoft.com/office/officeart/2018/5/layout/CenteredIconLabelDescriptionList"/>
    <dgm:cxn modelId="{294916EC-373F-4EB2-BD84-0DEB190D1706}" type="presParOf" srcId="{C2DA47CD-51DE-4A2C-A32B-78A4336BD3AD}" destId="{95371AD9-4079-43B5-A348-33E4BB90D8BE}" srcOrd="0" destOrd="0" presId="urn:microsoft.com/office/officeart/2018/5/layout/CenteredIconLabelDescriptionList"/>
    <dgm:cxn modelId="{5ABD086D-1EC0-4E71-A489-F0CEFA23B913}" type="presParOf" srcId="{C2DA47CD-51DE-4A2C-A32B-78A4336BD3AD}" destId="{1D036F0A-7D77-483A-BFAA-48D3130F32CD}" srcOrd="1" destOrd="0" presId="urn:microsoft.com/office/officeart/2018/5/layout/CenteredIconLabelDescriptionList"/>
    <dgm:cxn modelId="{414C6314-C66B-46B3-B8CC-1CB0E98E38A2}" type="presParOf" srcId="{C2DA47CD-51DE-4A2C-A32B-78A4336BD3AD}" destId="{7ADE88F3-5AE6-4297-A6AB-BA37EE1A230F}" srcOrd="2" destOrd="0" presId="urn:microsoft.com/office/officeart/2018/5/layout/CenteredIconLabelDescriptionList"/>
    <dgm:cxn modelId="{E101DAA9-7E3C-40E4-BCB5-6A54A64E7204}" type="presParOf" srcId="{C2DA47CD-51DE-4A2C-A32B-78A4336BD3AD}" destId="{1C0ACAD8-1447-4F5F-BCC2-C125594B9FE7}" srcOrd="3" destOrd="0" presId="urn:microsoft.com/office/officeart/2018/5/layout/CenteredIconLabelDescriptionList"/>
    <dgm:cxn modelId="{539E577E-0A0B-4474-A8FC-BDDC9AEA8B88}" type="presParOf" srcId="{C2DA47CD-51DE-4A2C-A32B-78A4336BD3AD}" destId="{11D80BEB-DEDD-40A0-8CE6-3839329F3BC3}" srcOrd="4" destOrd="0" presId="urn:microsoft.com/office/officeart/2018/5/layout/CenteredIconLabelDescriptionList"/>
    <dgm:cxn modelId="{EFE4AEF5-D3CE-4C4C-BD51-0EDD092CAC10}" type="presParOf" srcId="{E556F137-048A-4C10-873A-0C4280086339}" destId="{B85B8047-1AA6-45C8-8709-C4F2D0A3F881}" srcOrd="1" destOrd="0" presId="urn:microsoft.com/office/officeart/2018/5/layout/CenteredIconLabelDescriptionList"/>
    <dgm:cxn modelId="{98EA7165-4B8E-4CD0-A132-092B7AE3A183}" type="presParOf" srcId="{E556F137-048A-4C10-873A-0C4280086339}" destId="{C6C6669E-B922-4DDD-AFAD-10901B50A89F}" srcOrd="2" destOrd="0" presId="urn:microsoft.com/office/officeart/2018/5/layout/CenteredIconLabelDescriptionList"/>
    <dgm:cxn modelId="{FA778765-D26B-480D-9F82-D93089AF4075}" type="presParOf" srcId="{C6C6669E-B922-4DDD-AFAD-10901B50A89F}" destId="{CE1AC09C-9D02-478E-BF8F-B2EA5BEBB0E9}" srcOrd="0" destOrd="0" presId="urn:microsoft.com/office/officeart/2018/5/layout/CenteredIconLabelDescriptionList"/>
    <dgm:cxn modelId="{EA47622A-3924-4A26-9179-F0C738D165DB}" type="presParOf" srcId="{C6C6669E-B922-4DDD-AFAD-10901B50A89F}" destId="{4F877DF3-C5D7-43AB-B07C-5F99F68FEFD6}" srcOrd="1" destOrd="0" presId="urn:microsoft.com/office/officeart/2018/5/layout/CenteredIconLabelDescriptionList"/>
    <dgm:cxn modelId="{AB8AC1D8-B018-4AF1-B066-2960B75C5A8E}" type="presParOf" srcId="{C6C6669E-B922-4DDD-AFAD-10901B50A89F}" destId="{229824D0-B67E-40E5-83DE-713ACE6E6A42}" srcOrd="2" destOrd="0" presId="urn:microsoft.com/office/officeart/2018/5/layout/CenteredIconLabelDescriptionList"/>
    <dgm:cxn modelId="{55922CC8-5AFD-413C-9967-04D6681E4305}" type="presParOf" srcId="{C6C6669E-B922-4DDD-AFAD-10901B50A89F}" destId="{1876B783-84A8-4D84-87FB-9DAC9082E394}" srcOrd="3" destOrd="0" presId="urn:microsoft.com/office/officeart/2018/5/layout/CenteredIconLabelDescriptionList"/>
    <dgm:cxn modelId="{8BB50573-EDEE-4EE0-BDD4-CDD035A7A303}" type="presParOf" srcId="{C6C6669E-B922-4DDD-AFAD-10901B50A89F}" destId="{8E82FB4C-FC6E-4009-9892-C60E68A53B7F}" srcOrd="4" destOrd="0" presId="urn:microsoft.com/office/officeart/2018/5/layout/CenteredIconLabelDescriptionList"/>
    <dgm:cxn modelId="{A25D4A82-E2A2-4107-91DF-34504027D53B}" type="presParOf" srcId="{E556F137-048A-4C10-873A-0C4280086339}" destId="{4FDD2E0E-BA49-46ED-B781-85B45E0D4FC6}" srcOrd="3" destOrd="0" presId="urn:microsoft.com/office/officeart/2018/5/layout/CenteredIconLabelDescriptionList"/>
    <dgm:cxn modelId="{07ACC789-4592-4918-A2F4-983F1744ABFC}" type="presParOf" srcId="{E556F137-048A-4C10-873A-0C4280086339}" destId="{4778350B-0AE3-41D4-AA02-CFAA48C93E9B}" srcOrd="4" destOrd="0" presId="urn:microsoft.com/office/officeart/2018/5/layout/CenteredIconLabelDescriptionList"/>
    <dgm:cxn modelId="{EE5866C8-8076-4858-B01A-E4BE2CCF6A4D}" type="presParOf" srcId="{4778350B-0AE3-41D4-AA02-CFAA48C93E9B}" destId="{6A7365E2-5105-4A90-8F0D-052FE42653A3}" srcOrd="0" destOrd="0" presId="urn:microsoft.com/office/officeart/2018/5/layout/CenteredIconLabelDescriptionList"/>
    <dgm:cxn modelId="{C5B15959-B75C-4224-81E8-8FAC29E8D71A}" type="presParOf" srcId="{4778350B-0AE3-41D4-AA02-CFAA48C93E9B}" destId="{8F1730C8-529E-4F41-B7C7-D12DC70E0FDD}" srcOrd="1" destOrd="0" presId="urn:microsoft.com/office/officeart/2018/5/layout/CenteredIconLabelDescriptionList"/>
    <dgm:cxn modelId="{E7EFEA7C-3ECA-4C48-8F39-FE6C19148802}" type="presParOf" srcId="{4778350B-0AE3-41D4-AA02-CFAA48C93E9B}" destId="{DC541177-D505-4AAA-AA06-174667BAB9F3}" srcOrd="2" destOrd="0" presId="urn:microsoft.com/office/officeart/2018/5/layout/CenteredIconLabelDescriptionList"/>
    <dgm:cxn modelId="{61879658-A191-4403-8BC2-E4DB64A69665}" type="presParOf" srcId="{4778350B-0AE3-41D4-AA02-CFAA48C93E9B}" destId="{C9658EF3-9874-45AC-8C74-51E2B18DAED2}" srcOrd="3" destOrd="0" presId="urn:microsoft.com/office/officeart/2018/5/layout/CenteredIconLabelDescriptionList"/>
    <dgm:cxn modelId="{D6E3A9CA-E3B5-4A67-9414-6CF4F95E29C3}" type="presParOf" srcId="{4778350B-0AE3-41D4-AA02-CFAA48C93E9B}" destId="{F2ED2F40-2A4C-4E2D-89B9-053B01BF897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416056CB-7770-469B-9C85-C04C0F78FA9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E0089591-5101-4689-9C53-DF00E1AED2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Wallet Nodes</a:t>
          </a:r>
          <a:endParaRPr lang="en-US"/>
        </a:p>
      </dgm:t>
    </dgm:pt>
    <dgm:pt modelId="{4120ACD5-E753-4F6F-B2FC-04D88165B449}" type="parTrans" cxnId="{78AC8831-38EB-4DCA-BF6E-97B7EC30A437}">
      <dgm:prSet/>
      <dgm:spPr/>
      <dgm:t>
        <a:bodyPr/>
        <a:lstStyle/>
        <a:p>
          <a:endParaRPr lang="en-US"/>
        </a:p>
      </dgm:t>
    </dgm:pt>
    <dgm:pt modelId="{59D9C22D-ABAD-4BD1-B320-888CC44E99C3}" type="sibTrans" cxnId="{78AC8831-38EB-4DCA-BF6E-97B7EC30A437}">
      <dgm:prSet/>
      <dgm:spPr/>
      <dgm:t>
        <a:bodyPr/>
        <a:lstStyle/>
        <a:p>
          <a:endParaRPr lang="en-US"/>
        </a:p>
      </dgm:t>
    </dgm:pt>
    <dgm:pt modelId="{E5A6AC72-8E16-4C12-8684-E0A0B4359A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Desktop wallet</a:t>
          </a:r>
          <a:endParaRPr lang="en-US" dirty="0"/>
        </a:p>
      </dgm:t>
    </dgm:pt>
    <dgm:pt modelId="{4F4E42C7-CBB7-4410-A5E2-F54996735940}" type="parTrans" cxnId="{527D6B50-9904-469C-83E8-BA0DE794C342}">
      <dgm:prSet/>
      <dgm:spPr/>
      <dgm:t>
        <a:bodyPr/>
        <a:lstStyle/>
        <a:p>
          <a:endParaRPr lang="en-US"/>
        </a:p>
      </dgm:t>
    </dgm:pt>
    <dgm:pt modelId="{F3105BDB-2ACD-4761-BEBD-EA8B9B9ACEC7}" type="sibTrans" cxnId="{527D6B50-9904-469C-83E8-BA0DE794C342}">
      <dgm:prSet/>
      <dgm:spPr/>
      <dgm:t>
        <a:bodyPr/>
        <a:lstStyle/>
        <a:p>
          <a:endParaRPr lang="en-US"/>
        </a:p>
      </dgm:t>
    </dgm:pt>
    <dgm:pt modelId="{BDB7F16F-9F9B-49B7-BD15-D1C3C27933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Smartphone Wallets</a:t>
          </a:r>
          <a:endParaRPr lang="en-US"/>
        </a:p>
      </dgm:t>
    </dgm:pt>
    <dgm:pt modelId="{D09B708F-7397-4507-B25D-65B62703B89B}" type="parTrans" cxnId="{121722D1-210B-40E2-AC49-81DC7C5AB075}">
      <dgm:prSet/>
      <dgm:spPr/>
      <dgm:t>
        <a:bodyPr/>
        <a:lstStyle/>
        <a:p>
          <a:endParaRPr lang="en-US"/>
        </a:p>
      </dgm:t>
    </dgm:pt>
    <dgm:pt modelId="{DDFED1B6-EA57-40EE-A408-17128D9DFE27}" type="sibTrans" cxnId="{121722D1-210B-40E2-AC49-81DC7C5AB075}">
      <dgm:prSet/>
      <dgm:spPr/>
      <dgm:t>
        <a:bodyPr/>
        <a:lstStyle/>
        <a:p>
          <a:endParaRPr lang="en-US"/>
        </a:p>
      </dgm:t>
    </dgm:pt>
    <dgm:pt modelId="{DDE2CD3F-F731-4839-B02E-F566EE861D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Wallet </a:t>
          </a:r>
          <a:r>
            <a:rPr lang="en-US" dirty="0"/>
            <a:t>running on</a:t>
          </a:r>
          <a:r>
            <a:rPr lang="tr-TR" dirty="0"/>
            <a:t> </a:t>
          </a:r>
          <a:r>
            <a:rPr lang="en-US" dirty="0"/>
            <a:t>smartphones</a:t>
          </a:r>
        </a:p>
      </dgm:t>
    </dgm:pt>
    <dgm:pt modelId="{1221B1B4-A52D-48C0-BDD9-28F4267AE732}" type="parTrans" cxnId="{AD3B4C5B-6A9F-4DF3-BBB5-5A2D1B119CBC}">
      <dgm:prSet/>
      <dgm:spPr/>
      <dgm:t>
        <a:bodyPr/>
        <a:lstStyle/>
        <a:p>
          <a:endParaRPr lang="en-US"/>
        </a:p>
      </dgm:t>
    </dgm:pt>
    <dgm:pt modelId="{0FC027AE-F1CB-4CCC-9DB2-CA98AC5211A9}" type="sibTrans" cxnId="{AD3B4C5B-6A9F-4DF3-BBB5-5A2D1B119CBC}">
      <dgm:prSet/>
      <dgm:spPr/>
      <dgm:t>
        <a:bodyPr/>
        <a:lstStyle/>
        <a:p>
          <a:endParaRPr lang="en-US"/>
        </a:p>
      </dgm:t>
    </dgm:pt>
    <dgm:pt modelId="{CA76774D-5D8C-440E-B552-60A9041727A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Wallet application</a:t>
          </a:r>
          <a:endParaRPr lang="en-US" dirty="0"/>
        </a:p>
      </dgm:t>
    </dgm:pt>
    <dgm:pt modelId="{024F9ECE-6CDC-4B56-B76C-A0613C51223E}" type="parTrans" cxnId="{859A3746-F3F8-4602-BCE3-CC53CC1B93EC}">
      <dgm:prSet/>
      <dgm:spPr/>
      <dgm:t>
        <a:bodyPr/>
        <a:lstStyle/>
        <a:p>
          <a:endParaRPr lang="tr-TR"/>
        </a:p>
      </dgm:t>
    </dgm:pt>
    <dgm:pt modelId="{40090A47-6CAF-4DBD-BDCD-1F7297A62D85}" type="sibTrans" cxnId="{859A3746-F3F8-4602-BCE3-CC53CC1B93EC}">
      <dgm:prSet/>
      <dgm:spPr/>
      <dgm:t>
        <a:bodyPr/>
        <a:lstStyle/>
        <a:p>
          <a:endParaRPr lang="tr-TR"/>
        </a:p>
      </dgm:t>
    </dgm:pt>
    <dgm:pt modelId="{02B2D639-19A2-4C5B-98A7-9DE32D9FAC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With or without Full Node</a:t>
          </a:r>
          <a:endParaRPr lang="en-US" dirty="0"/>
        </a:p>
      </dgm:t>
    </dgm:pt>
    <dgm:pt modelId="{81DAF545-7A30-47D5-99E6-625DA2E2ED9A}" type="parTrans" cxnId="{0D4C44DB-3A76-406D-9D53-476FF9120DB2}">
      <dgm:prSet/>
      <dgm:spPr/>
      <dgm:t>
        <a:bodyPr/>
        <a:lstStyle/>
        <a:p>
          <a:endParaRPr lang="tr-TR"/>
        </a:p>
      </dgm:t>
    </dgm:pt>
    <dgm:pt modelId="{7B4152B8-C467-458E-B532-A2E6B1325D75}" type="sibTrans" cxnId="{0D4C44DB-3A76-406D-9D53-476FF9120DB2}">
      <dgm:prSet/>
      <dgm:spPr/>
      <dgm:t>
        <a:bodyPr/>
        <a:lstStyle/>
        <a:p>
          <a:endParaRPr lang="tr-TR"/>
        </a:p>
      </dgm:t>
    </dgm:pt>
    <dgm:pt modelId="{C263440C-6DC5-45F1-AF3C-CA578DA8E7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desktop bitcoin</a:t>
          </a:r>
          <a:r>
            <a:rPr lang="tr-TR" dirty="0"/>
            <a:t> wallet application</a:t>
          </a:r>
          <a:r>
            <a:rPr lang="en-US" dirty="0"/>
            <a:t> </a:t>
          </a:r>
        </a:p>
      </dgm:t>
    </dgm:pt>
    <dgm:pt modelId="{D09A874E-8983-445C-947E-FEE07CFA638F}" type="parTrans" cxnId="{D294C538-D183-4796-9CF0-C91A9387C105}">
      <dgm:prSet/>
      <dgm:spPr/>
      <dgm:t>
        <a:bodyPr/>
        <a:lstStyle/>
        <a:p>
          <a:endParaRPr lang="tr-TR"/>
        </a:p>
      </dgm:t>
    </dgm:pt>
    <dgm:pt modelId="{F5797B83-8542-4F9B-9D84-6D354E9D5BB3}" type="sibTrans" cxnId="{D294C538-D183-4796-9CF0-C91A9387C105}">
      <dgm:prSet/>
      <dgm:spPr/>
      <dgm:t>
        <a:bodyPr/>
        <a:lstStyle/>
        <a:p>
          <a:endParaRPr lang="tr-TR"/>
        </a:p>
      </dgm:t>
    </dgm:pt>
    <dgm:pt modelId="{97B88AD2-D220-4D14-94FF-914E732A76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SPV node</a:t>
          </a:r>
        </a:p>
      </dgm:t>
    </dgm:pt>
    <dgm:pt modelId="{22A0B0D3-CF91-42C1-92B6-6C80A49B8F31}" type="parTrans" cxnId="{A83416F8-93CF-4E0E-A417-5479482DED59}">
      <dgm:prSet/>
      <dgm:spPr/>
    </dgm:pt>
    <dgm:pt modelId="{DE8642C3-3302-4612-BB9C-3EF064E851FE}" type="sibTrans" cxnId="{A83416F8-93CF-4E0E-A417-5479482DED59}">
      <dgm:prSet/>
      <dgm:spPr/>
    </dgm:pt>
    <dgm:pt modelId="{B5A2FF9D-0611-4A76-8A7F-365536BAC8D7}" type="pres">
      <dgm:prSet presAssocID="{416056CB-7770-469B-9C85-C04C0F78FA90}" presName="root" presStyleCnt="0">
        <dgm:presLayoutVars>
          <dgm:dir/>
          <dgm:resizeHandles val="exact"/>
        </dgm:presLayoutVars>
      </dgm:prSet>
      <dgm:spPr/>
    </dgm:pt>
    <dgm:pt modelId="{9DD5E7DB-E612-4769-9275-CA8FBD928654}" type="pres">
      <dgm:prSet presAssocID="{E0089591-5101-4689-9C53-DF00E1AED26E}" presName="compNode" presStyleCnt="0"/>
      <dgm:spPr/>
    </dgm:pt>
    <dgm:pt modelId="{B01E9246-E64E-4C92-8DF8-0FE8963AE0DE}" type="pres">
      <dgm:prSet presAssocID="{E0089591-5101-4689-9C53-DF00E1AED26E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1000" r="-1000"/>
          </a:stretch>
        </a:blipFill>
        <a:ln>
          <a:noFill/>
        </a:ln>
      </dgm:spPr>
    </dgm:pt>
    <dgm:pt modelId="{FBBD90E6-4297-4968-AE57-6928612B1BDB}" type="pres">
      <dgm:prSet presAssocID="{E0089591-5101-4689-9C53-DF00E1AED26E}" presName="iconSpace" presStyleCnt="0"/>
      <dgm:spPr/>
    </dgm:pt>
    <dgm:pt modelId="{D8692391-2AB9-425D-84CF-ED8CD7FD82D6}" type="pres">
      <dgm:prSet presAssocID="{E0089591-5101-4689-9C53-DF00E1AED26E}" presName="parTx" presStyleLbl="revTx" presStyleIdx="0" presStyleCnt="6">
        <dgm:presLayoutVars>
          <dgm:chMax val="0"/>
          <dgm:chPref val="0"/>
        </dgm:presLayoutVars>
      </dgm:prSet>
      <dgm:spPr/>
    </dgm:pt>
    <dgm:pt modelId="{34A13E5E-41F5-4582-9653-D70F6ED04772}" type="pres">
      <dgm:prSet presAssocID="{E0089591-5101-4689-9C53-DF00E1AED26E}" presName="txSpace" presStyleCnt="0"/>
      <dgm:spPr/>
    </dgm:pt>
    <dgm:pt modelId="{D2B221D3-A306-4FFB-B4AB-A6B0C6F94B71}" type="pres">
      <dgm:prSet presAssocID="{E0089591-5101-4689-9C53-DF00E1AED26E}" presName="desTx" presStyleLbl="revTx" presStyleIdx="1" presStyleCnt="6">
        <dgm:presLayoutVars/>
      </dgm:prSet>
      <dgm:spPr/>
    </dgm:pt>
    <dgm:pt modelId="{F621409F-EAA4-40B2-A97F-9725C3802162}" type="pres">
      <dgm:prSet presAssocID="{59D9C22D-ABAD-4BD1-B320-888CC44E99C3}" presName="sibTrans" presStyleCnt="0"/>
      <dgm:spPr/>
    </dgm:pt>
    <dgm:pt modelId="{866569A5-B961-4166-9010-558AFBB0BA23}" type="pres">
      <dgm:prSet presAssocID="{E5A6AC72-8E16-4C12-8684-E0A0B4359A30}" presName="compNode" presStyleCnt="0"/>
      <dgm:spPr/>
    </dgm:pt>
    <dgm:pt modelId="{B0FB2471-2C6E-4CED-A82F-C3B2508654C4}" type="pres">
      <dgm:prSet presAssocID="{E5A6AC72-8E16-4C12-8684-E0A0B4359A30}" presName="iconRect" presStyleLbl="node1" presStyleIdx="1" presStyleCnt="3"/>
      <dgm:spPr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</dgm:spPr>
    </dgm:pt>
    <dgm:pt modelId="{0EDCEEBC-950C-42E6-B330-5C109D3A62A4}" type="pres">
      <dgm:prSet presAssocID="{E5A6AC72-8E16-4C12-8684-E0A0B4359A30}" presName="iconSpace" presStyleCnt="0"/>
      <dgm:spPr/>
    </dgm:pt>
    <dgm:pt modelId="{EAAE29CC-7351-47F3-9625-1C009D2BFEB6}" type="pres">
      <dgm:prSet presAssocID="{E5A6AC72-8E16-4C12-8684-E0A0B4359A30}" presName="parTx" presStyleLbl="revTx" presStyleIdx="2" presStyleCnt="6">
        <dgm:presLayoutVars>
          <dgm:chMax val="0"/>
          <dgm:chPref val="0"/>
        </dgm:presLayoutVars>
      </dgm:prSet>
      <dgm:spPr/>
    </dgm:pt>
    <dgm:pt modelId="{45D21C43-D56E-4998-BB2A-7AFD520EC297}" type="pres">
      <dgm:prSet presAssocID="{E5A6AC72-8E16-4C12-8684-E0A0B4359A30}" presName="txSpace" presStyleCnt="0"/>
      <dgm:spPr/>
    </dgm:pt>
    <dgm:pt modelId="{C53F90A1-809A-4BBD-9D96-99C6C404E3D8}" type="pres">
      <dgm:prSet presAssocID="{E5A6AC72-8E16-4C12-8684-E0A0B4359A30}" presName="desTx" presStyleLbl="revTx" presStyleIdx="3" presStyleCnt="6">
        <dgm:presLayoutVars/>
      </dgm:prSet>
      <dgm:spPr/>
    </dgm:pt>
    <dgm:pt modelId="{84C0E1AB-291E-4750-A290-2F2998AFFB2D}" type="pres">
      <dgm:prSet presAssocID="{F3105BDB-2ACD-4761-BEBD-EA8B9B9ACEC7}" presName="sibTrans" presStyleCnt="0"/>
      <dgm:spPr/>
    </dgm:pt>
    <dgm:pt modelId="{62AC12E2-182C-42E9-BCA9-53B4EAD1F4CB}" type="pres">
      <dgm:prSet presAssocID="{BDB7F16F-9F9B-49B7-BD15-D1C3C27933FA}" presName="compNode" presStyleCnt="0"/>
      <dgm:spPr/>
    </dgm:pt>
    <dgm:pt modelId="{82012876-84F3-4041-990A-F960F5E96012}" type="pres">
      <dgm:prSet presAssocID="{BDB7F16F-9F9B-49B7-BD15-D1C3C27933FA}" presName="iconRect" presStyleLbl="node1" presStyleIdx="2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mart Phone"/>
        </a:ext>
      </dgm:extLst>
    </dgm:pt>
    <dgm:pt modelId="{5CA3AB9D-1E4F-4185-A6B8-CA52E77F41B7}" type="pres">
      <dgm:prSet presAssocID="{BDB7F16F-9F9B-49B7-BD15-D1C3C27933FA}" presName="iconSpace" presStyleCnt="0"/>
      <dgm:spPr/>
    </dgm:pt>
    <dgm:pt modelId="{08C1021F-7D53-4D3B-9802-9F82CEF525B8}" type="pres">
      <dgm:prSet presAssocID="{BDB7F16F-9F9B-49B7-BD15-D1C3C27933FA}" presName="parTx" presStyleLbl="revTx" presStyleIdx="4" presStyleCnt="6">
        <dgm:presLayoutVars>
          <dgm:chMax val="0"/>
          <dgm:chPref val="0"/>
        </dgm:presLayoutVars>
      </dgm:prSet>
      <dgm:spPr/>
    </dgm:pt>
    <dgm:pt modelId="{A73A7036-0656-4942-9043-51FAF2FF36AC}" type="pres">
      <dgm:prSet presAssocID="{BDB7F16F-9F9B-49B7-BD15-D1C3C27933FA}" presName="txSpace" presStyleCnt="0"/>
      <dgm:spPr/>
    </dgm:pt>
    <dgm:pt modelId="{11BF5BE3-0684-42FA-856E-2963B646E6A4}" type="pres">
      <dgm:prSet presAssocID="{BDB7F16F-9F9B-49B7-BD15-D1C3C27933FA}" presName="desTx" presStyleLbl="revTx" presStyleIdx="5" presStyleCnt="6">
        <dgm:presLayoutVars/>
      </dgm:prSet>
      <dgm:spPr/>
    </dgm:pt>
  </dgm:ptLst>
  <dgm:cxnLst>
    <dgm:cxn modelId="{351EC526-28E5-4145-921B-A6A573050C12}" type="presOf" srcId="{02B2D639-19A2-4C5B-98A7-9DE32D9FAC9C}" destId="{D2B221D3-A306-4FFB-B4AB-A6B0C6F94B71}" srcOrd="0" destOrd="1" presId="urn:microsoft.com/office/officeart/2018/5/layout/CenteredIconLabelDescriptionList"/>
    <dgm:cxn modelId="{78AC8831-38EB-4DCA-BF6E-97B7EC30A437}" srcId="{416056CB-7770-469B-9C85-C04C0F78FA90}" destId="{E0089591-5101-4689-9C53-DF00E1AED26E}" srcOrd="0" destOrd="0" parTransId="{4120ACD5-E753-4F6F-B2FC-04D88165B449}" sibTransId="{59D9C22D-ABAD-4BD1-B320-888CC44E99C3}"/>
    <dgm:cxn modelId="{D294C538-D183-4796-9CF0-C91A9387C105}" srcId="{E5A6AC72-8E16-4C12-8684-E0A0B4359A30}" destId="{C263440C-6DC5-45F1-AF3C-CA578DA8E709}" srcOrd="0" destOrd="0" parTransId="{D09A874E-8983-445C-947E-FEE07CFA638F}" sibTransId="{F5797B83-8542-4F9B-9D84-6D354E9D5BB3}"/>
    <dgm:cxn modelId="{1E2F103E-E132-47A7-9015-487CA8180710}" type="presOf" srcId="{CA76774D-5D8C-440E-B552-60A9041727A3}" destId="{D2B221D3-A306-4FFB-B4AB-A6B0C6F94B71}" srcOrd="0" destOrd="0" presId="urn:microsoft.com/office/officeart/2018/5/layout/CenteredIconLabelDescriptionList"/>
    <dgm:cxn modelId="{AD3B4C5B-6A9F-4DF3-BBB5-5A2D1B119CBC}" srcId="{BDB7F16F-9F9B-49B7-BD15-D1C3C27933FA}" destId="{DDE2CD3F-F731-4839-B02E-F566EE861DFB}" srcOrd="0" destOrd="0" parTransId="{1221B1B4-A52D-48C0-BDD9-28F4267AE732}" sibTransId="{0FC027AE-F1CB-4CCC-9DB2-CA98AC5211A9}"/>
    <dgm:cxn modelId="{859A3746-F3F8-4602-BCE3-CC53CC1B93EC}" srcId="{E0089591-5101-4689-9C53-DF00E1AED26E}" destId="{CA76774D-5D8C-440E-B552-60A9041727A3}" srcOrd="0" destOrd="0" parTransId="{024F9ECE-6CDC-4B56-B76C-A0613C51223E}" sibTransId="{40090A47-6CAF-4DBD-BDCD-1F7297A62D85}"/>
    <dgm:cxn modelId="{B4E08349-8B35-423A-8EF0-5F494FD1E3B6}" type="presOf" srcId="{C263440C-6DC5-45F1-AF3C-CA578DA8E709}" destId="{C53F90A1-809A-4BBD-9D96-99C6C404E3D8}" srcOrd="0" destOrd="0" presId="urn:microsoft.com/office/officeart/2018/5/layout/CenteredIconLabelDescriptionList"/>
    <dgm:cxn modelId="{527D6B50-9904-469C-83E8-BA0DE794C342}" srcId="{416056CB-7770-469B-9C85-C04C0F78FA90}" destId="{E5A6AC72-8E16-4C12-8684-E0A0B4359A30}" srcOrd="1" destOrd="0" parTransId="{4F4E42C7-CBB7-4410-A5E2-F54996735940}" sibTransId="{F3105BDB-2ACD-4761-BEBD-EA8B9B9ACEC7}"/>
    <dgm:cxn modelId="{CDEE2196-1624-461D-91C6-3A36163F8290}" type="presOf" srcId="{BDB7F16F-9F9B-49B7-BD15-D1C3C27933FA}" destId="{08C1021F-7D53-4D3B-9802-9F82CEF525B8}" srcOrd="0" destOrd="0" presId="urn:microsoft.com/office/officeart/2018/5/layout/CenteredIconLabelDescriptionList"/>
    <dgm:cxn modelId="{3C957A97-82E9-4467-A7A5-4A8AB687563D}" type="presOf" srcId="{E5A6AC72-8E16-4C12-8684-E0A0B4359A30}" destId="{EAAE29CC-7351-47F3-9625-1C009D2BFEB6}" srcOrd="0" destOrd="0" presId="urn:microsoft.com/office/officeart/2018/5/layout/CenteredIconLabelDescriptionList"/>
    <dgm:cxn modelId="{575C57A2-9731-4336-BB0C-DDEE0DFF9A78}" type="presOf" srcId="{DDE2CD3F-F731-4839-B02E-F566EE861DFB}" destId="{11BF5BE3-0684-42FA-856E-2963B646E6A4}" srcOrd="0" destOrd="0" presId="urn:microsoft.com/office/officeart/2018/5/layout/CenteredIconLabelDescriptionList"/>
    <dgm:cxn modelId="{50E180C1-6222-4DAA-AC92-5A9BA69EBB49}" type="presOf" srcId="{416056CB-7770-469B-9C85-C04C0F78FA90}" destId="{B5A2FF9D-0611-4A76-8A7F-365536BAC8D7}" srcOrd="0" destOrd="0" presId="urn:microsoft.com/office/officeart/2018/5/layout/CenteredIconLabelDescriptionList"/>
    <dgm:cxn modelId="{121722D1-210B-40E2-AC49-81DC7C5AB075}" srcId="{416056CB-7770-469B-9C85-C04C0F78FA90}" destId="{BDB7F16F-9F9B-49B7-BD15-D1C3C27933FA}" srcOrd="2" destOrd="0" parTransId="{D09B708F-7397-4507-B25D-65B62703B89B}" sibTransId="{DDFED1B6-EA57-40EE-A408-17128D9DFE27}"/>
    <dgm:cxn modelId="{0D4C44DB-3A76-406D-9D53-476FF9120DB2}" srcId="{E0089591-5101-4689-9C53-DF00E1AED26E}" destId="{02B2D639-19A2-4C5B-98A7-9DE32D9FAC9C}" srcOrd="1" destOrd="0" parTransId="{81DAF545-7A30-47D5-99E6-625DA2E2ED9A}" sibTransId="{7B4152B8-C467-458E-B532-A2E6B1325D75}"/>
    <dgm:cxn modelId="{CCC40BE1-A572-4FDA-B260-A95AB8D19592}" type="presOf" srcId="{97B88AD2-D220-4D14-94FF-914E732A7608}" destId="{11BF5BE3-0684-42FA-856E-2963B646E6A4}" srcOrd="0" destOrd="1" presId="urn:microsoft.com/office/officeart/2018/5/layout/CenteredIconLabelDescriptionList"/>
    <dgm:cxn modelId="{B5D97EF3-A8D4-4803-AD9C-0FEFCA5F68E2}" type="presOf" srcId="{E0089591-5101-4689-9C53-DF00E1AED26E}" destId="{D8692391-2AB9-425D-84CF-ED8CD7FD82D6}" srcOrd="0" destOrd="0" presId="urn:microsoft.com/office/officeart/2018/5/layout/CenteredIconLabelDescriptionList"/>
    <dgm:cxn modelId="{A83416F8-93CF-4E0E-A417-5479482DED59}" srcId="{BDB7F16F-9F9B-49B7-BD15-D1C3C27933FA}" destId="{97B88AD2-D220-4D14-94FF-914E732A7608}" srcOrd="1" destOrd="0" parTransId="{22A0B0D3-CF91-42C1-92B6-6C80A49B8F31}" sibTransId="{DE8642C3-3302-4612-BB9C-3EF064E851FE}"/>
    <dgm:cxn modelId="{21D5A67E-C291-4EC0-87AD-7C8954562DD8}" type="presParOf" srcId="{B5A2FF9D-0611-4A76-8A7F-365536BAC8D7}" destId="{9DD5E7DB-E612-4769-9275-CA8FBD928654}" srcOrd="0" destOrd="0" presId="urn:microsoft.com/office/officeart/2018/5/layout/CenteredIconLabelDescriptionList"/>
    <dgm:cxn modelId="{4551435F-767E-46DA-8F14-705F54E6BD63}" type="presParOf" srcId="{9DD5E7DB-E612-4769-9275-CA8FBD928654}" destId="{B01E9246-E64E-4C92-8DF8-0FE8963AE0DE}" srcOrd="0" destOrd="0" presId="urn:microsoft.com/office/officeart/2018/5/layout/CenteredIconLabelDescriptionList"/>
    <dgm:cxn modelId="{A3A5862A-8138-4946-A4DC-33CF0918E555}" type="presParOf" srcId="{9DD5E7DB-E612-4769-9275-CA8FBD928654}" destId="{FBBD90E6-4297-4968-AE57-6928612B1BDB}" srcOrd="1" destOrd="0" presId="urn:microsoft.com/office/officeart/2018/5/layout/CenteredIconLabelDescriptionList"/>
    <dgm:cxn modelId="{F15F51B3-5556-4414-80D0-FC74B9163A39}" type="presParOf" srcId="{9DD5E7DB-E612-4769-9275-CA8FBD928654}" destId="{D8692391-2AB9-425D-84CF-ED8CD7FD82D6}" srcOrd="2" destOrd="0" presId="urn:microsoft.com/office/officeart/2018/5/layout/CenteredIconLabelDescriptionList"/>
    <dgm:cxn modelId="{3292109D-CAD0-4CB8-95FD-9B804CE99BEB}" type="presParOf" srcId="{9DD5E7DB-E612-4769-9275-CA8FBD928654}" destId="{34A13E5E-41F5-4582-9653-D70F6ED04772}" srcOrd="3" destOrd="0" presId="urn:microsoft.com/office/officeart/2018/5/layout/CenteredIconLabelDescriptionList"/>
    <dgm:cxn modelId="{26333DD9-3A85-4FD3-9796-39170D23807D}" type="presParOf" srcId="{9DD5E7DB-E612-4769-9275-CA8FBD928654}" destId="{D2B221D3-A306-4FFB-B4AB-A6B0C6F94B71}" srcOrd="4" destOrd="0" presId="urn:microsoft.com/office/officeart/2018/5/layout/CenteredIconLabelDescriptionList"/>
    <dgm:cxn modelId="{52804A45-5E61-4763-A7D3-3095CD01E9FD}" type="presParOf" srcId="{B5A2FF9D-0611-4A76-8A7F-365536BAC8D7}" destId="{F621409F-EAA4-40B2-A97F-9725C3802162}" srcOrd="1" destOrd="0" presId="urn:microsoft.com/office/officeart/2018/5/layout/CenteredIconLabelDescriptionList"/>
    <dgm:cxn modelId="{D9B20B55-B71C-4EA5-BE92-B114FF2E4563}" type="presParOf" srcId="{B5A2FF9D-0611-4A76-8A7F-365536BAC8D7}" destId="{866569A5-B961-4166-9010-558AFBB0BA23}" srcOrd="2" destOrd="0" presId="urn:microsoft.com/office/officeart/2018/5/layout/CenteredIconLabelDescriptionList"/>
    <dgm:cxn modelId="{F4617852-7933-4890-910C-063D15F0FEB9}" type="presParOf" srcId="{866569A5-B961-4166-9010-558AFBB0BA23}" destId="{B0FB2471-2C6E-4CED-A82F-C3B2508654C4}" srcOrd="0" destOrd="0" presId="urn:microsoft.com/office/officeart/2018/5/layout/CenteredIconLabelDescriptionList"/>
    <dgm:cxn modelId="{EDD70F5D-26CD-4CBD-8C0C-600D11B0D6BC}" type="presParOf" srcId="{866569A5-B961-4166-9010-558AFBB0BA23}" destId="{0EDCEEBC-950C-42E6-B330-5C109D3A62A4}" srcOrd="1" destOrd="0" presId="urn:microsoft.com/office/officeart/2018/5/layout/CenteredIconLabelDescriptionList"/>
    <dgm:cxn modelId="{AEAC955E-D168-41A3-A7F6-CD4CC18FADB7}" type="presParOf" srcId="{866569A5-B961-4166-9010-558AFBB0BA23}" destId="{EAAE29CC-7351-47F3-9625-1C009D2BFEB6}" srcOrd="2" destOrd="0" presId="urn:microsoft.com/office/officeart/2018/5/layout/CenteredIconLabelDescriptionList"/>
    <dgm:cxn modelId="{A66D712D-C406-4025-A79A-E462705A218D}" type="presParOf" srcId="{866569A5-B961-4166-9010-558AFBB0BA23}" destId="{45D21C43-D56E-4998-BB2A-7AFD520EC297}" srcOrd="3" destOrd="0" presId="urn:microsoft.com/office/officeart/2018/5/layout/CenteredIconLabelDescriptionList"/>
    <dgm:cxn modelId="{098710D9-A1EE-4C63-B591-FAFF3E18AF3E}" type="presParOf" srcId="{866569A5-B961-4166-9010-558AFBB0BA23}" destId="{C53F90A1-809A-4BBD-9D96-99C6C404E3D8}" srcOrd="4" destOrd="0" presId="urn:microsoft.com/office/officeart/2018/5/layout/CenteredIconLabelDescriptionList"/>
    <dgm:cxn modelId="{1EE71094-FAD7-4D63-890A-D9BC152CCC04}" type="presParOf" srcId="{B5A2FF9D-0611-4A76-8A7F-365536BAC8D7}" destId="{84C0E1AB-291E-4750-A290-2F2998AFFB2D}" srcOrd="3" destOrd="0" presId="urn:microsoft.com/office/officeart/2018/5/layout/CenteredIconLabelDescriptionList"/>
    <dgm:cxn modelId="{E6A8E5C8-8771-406A-91A5-C63BAB96C967}" type="presParOf" srcId="{B5A2FF9D-0611-4A76-8A7F-365536BAC8D7}" destId="{62AC12E2-182C-42E9-BCA9-53B4EAD1F4CB}" srcOrd="4" destOrd="0" presId="urn:microsoft.com/office/officeart/2018/5/layout/CenteredIconLabelDescriptionList"/>
    <dgm:cxn modelId="{DD127B80-B24F-4BB2-A8B2-63EC1636C32A}" type="presParOf" srcId="{62AC12E2-182C-42E9-BCA9-53B4EAD1F4CB}" destId="{82012876-84F3-4041-990A-F960F5E96012}" srcOrd="0" destOrd="0" presId="urn:microsoft.com/office/officeart/2018/5/layout/CenteredIconLabelDescriptionList"/>
    <dgm:cxn modelId="{B2E44138-BC85-4A77-8AFB-F55AD4704541}" type="presParOf" srcId="{62AC12E2-182C-42E9-BCA9-53B4EAD1F4CB}" destId="{5CA3AB9D-1E4F-4185-A6B8-CA52E77F41B7}" srcOrd="1" destOrd="0" presId="urn:microsoft.com/office/officeart/2018/5/layout/CenteredIconLabelDescriptionList"/>
    <dgm:cxn modelId="{7F1887B1-6155-4658-A1B8-4E44BDF2D55A}" type="presParOf" srcId="{62AC12E2-182C-42E9-BCA9-53B4EAD1F4CB}" destId="{08C1021F-7D53-4D3B-9802-9F82CEF525B8}" srcOrd="2" destOrd="0" presId="urn:microsoft.com/office/officeart/2018/5/layout/CenteredIconLabelDescriptionList"/>
    <dgm:cxn modelId="{64316046-682D-4BBD-8BEE-4A2B16BAC106}" type="presParOf" srcId="{62AC12E2-182C-42E9-BCA9-53B4EAD1F4CB}" destId="{A73A7036-0656-4942-9043-51FAF2FF36AC}" srcOrd="3" destOrd="0" presId="urn:microsoft.com/office/officeart/2018/5/layout/CenteredIconLabelDescriptionList"/>
    <dgm:cxn modelId="{0DEB1B22-A560-409B-8437-8C9AFD79BA65}" type="presParOf" srcId="{62AC12E2-182C-42E9-BCA9-53B4EAD1F4CB}" destId="{11BF5BE3-0684-42FA-856E-2963B646E6A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5712018C-6BE3-4274-93D1-837D355D3E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4EA2D7B4-78EC-47D9-8441-20D7CA3B86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Additional Nodes</a:t>
          </a:r>
          <a:endParaRPr lang="en-US"/>
        </a:p>
      </dgm:t>
    </dgm:pt>
    <dgm:pt modelId="{A2546B51-893D-43A6-9A54-C8BE8208B753}" type="parTrans" cxnId="{3E086D1F-099B-426F-9C5B-D41DE2D1665E}">
      <dgm:prSet/>
      <dgm:spPr/>
      <dgm:t>
        <a:bodyPr/>
        <a:lstStyle/>
        <a:p>
          <a:endParaRPr lang="en-US"/>
        </a:p>
      </dgm:t>
    </dgm:pt>
    <dgm:pt modelId="{C728E703-D20A-4987-A178-4FC4BEE05E56}" type="sibTrans" cxnId="{3E086D1F-099B-426F-9C5B-D41DE2D1665E}">
      <dgm:prSet/>
      <dgm:spPr/>
      <dgm:t>
        <a:bodyPr/>
        <a:lstStyle/>
        <a:p>
          <a:endParaRPr lang="en-US"/>
        </a:p>
      </dgm:t>
    </dgm:pt>
    <dgm:pt modelId="{C75E0E25-9770-4B44-9EF2-00B23BCCFC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servers</a:t>
          </a:r>
        </a:p>
      </dgm:t>
    </dgm:pt>
    <dgm:pt modelId="{125745E7-B575-4ED7-98FF-EF1845890BBC}" type="parTrans" cxnId="{D3050AD2-D6EB-479B-9B77-315FB8B982E2}">
      <dgm:prSet/>
      <dgm:spPr/>
      <dgm:t>
        <a:bodyPr/>
        <a:lstStyle/>
        <a:p>
          <a:endParaRPr lang="en-US"/>
        </a:p>
      </dgm:t>
    </dgm:pt>
    <dgm:pt modelId="{A2A7D7D1-4C5B-4D6C-BCE7-5F79CCBE3A61}" type="sibTrans" cxnId="{D3050AD2-D6EB-479B-9B77-315FB8B982E2}">
      <dgm:prSet/>
      <dgm:spPr/>
      <dgm:t>
        <a:bodyPr/>
        <a:lstStyle/>
        <a:p>
          <a:endParaRPr lang="en-US"/>
        </a:p>
      </dgm:t>
    </dgm:pt>
    <dgm:pt modelId="{39F70987-A2BD-47B3-AF4D-54023570E0E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Protocols</a:t>
          </a:r>
          <a:r>
            <a:rPr lang="en-US"/>
            <a:t> </a:t>
          </a:r>
        </a:p>
      </dgm:t>
    </dgm:pt>
    <dgm:pt modelId="{771FFCEA-9A68-415B-87EC-708759F39C84}" type="parTrans" cxnId="{D63AF3BF-3B4A-4611-A24D-E6E9904CFC61}">
      <dgm:prSet/>
      <dgm:spPr/>
      <dgm:t>
        <a:bodyPr/>
        <a:lstStyle/>
        <a:p>
          <a:endParaRPr lang="en-US"/>
        </a:p>
      </dgm:t>
    </dgm:pt>
    <dgm:pt modelId="{AC22353C-DE66-4FF3-BB6D-153AB1AB2A02}" type="sibTrans" cxnId="{D63AF3BF-3B4A-4611-A24D-E6E9904CFC61}">
      <dgm:prSet/>
      <dgm:spPr/>
      <dgm:t>
        <a:bodyPr/>
        <a:lstStyle/>
        <a:p>
          <a:endParaRPr lang="en-US"/>
        </a:p>
      </dgm:t>
    </dgm:pt>
    <dgm:pt modelId="{151F2635-FBC1-438D-BB2B-B9BF75A358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specialized mining pool protocols</a:t>
          </a:r>
        </a:p>
      </dgm:t>
    </dgm:pt>
    <dgm:pt modelId="{9B4C829F-A9C8-41E5-97B9-F02459621D0F}" type="parTrans" cxnId="{018615B8-FEB8-4C22-88AE-5E3469E8A5BD}">
      <dgm:prSet/>
      <dgm:spPr/>
      <dgm:t>
        <a:bodyPr/>
        <a:lstStyle/>
        <a:p>
          <a:endParaRPr lang="en-US"/>
        </a:p>
      </dgm:t>
    </dgm:pt>
    <dgm:pt modelId="{1F4095A5-9953-4C59-A5B9-3AEFDB23A781}" type="sibTrans" cxnId="{018615B8-FEB8-4C22-88AE-5E3469E8A5BD}">
      <dgm:prSet/>
      <dgm:spPr/>
      <dgm:t>
        <a:bodyPr/>
        <a:lstStyle/>
        <a:p>
          <a:endParaRPr lang="en-US"/>
        </a:p>
      </dgm:t>
    </dgm:pt>
    <dgm:pt modelId="{ADCC0F5E-1FA9-4152-9C2E-12DF7DF832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lightweight</a:t>
          </a:r>
          <a:r>
            <a:rPr lang="tr-TR"/>
            <a:t> client-access protocols</a:t>
          </a:r>
          <a:endParaRPr lang="en-US"/>
        </a:p>
      </dgm:t>
    </dgm:pt>
    <dgm:pt modelId="{30E7DDCD-29B5-49C1-9C39-0C89BEA9AA44}" type="parTrans" cxnId="{5B26DE44-EFEB-4F55-85AD-3CA338571D6D}">
      <dgm:prSet/>
      <dgm:spPr/>
      <dgm:t>
        <a:bodyPr/>
        <a:lstStyle/>
        <a:p>
          <a:endParaRPr lang="en-US"/>
        </a:p>
      </dgm:t>
    </dgm:pt>
    <dgm:pt modelId="{BC23DFF7-4CE7-4FBB-BA31-844A69263DAC}" type="sibTrans" cxnId="{5B26DE44-EFEB-4F55-85AD-3CA338571D6D}">
      <dgm:prSet/>
      <dgm:spPr/>
      <dgm:t>
        <a:bodyPr/>
        <a:lstStyle/>
        <a:p>
          <a:endParaRPr lang="en-US"/>
        </a:p>
      </dgm:t>
    </dgm:pt>
    <dgm:pt modelId="{340EE0BA-F7BA-4CFC-B8A3-3B11134791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running other protocols</a:t>
          </a:r>
        </a:p>
      </dgm:t>
    </dgm:pt>
    <dgm:pt modelId="{639234EC-2B97-4F12-B87A-BD0F82F56D65}" type="parTrans" cxnId="{2CC394B1-6DD4-4D2B-9E6E-CD41FAFC7D96}">
      <dgm:prSet/>
      <dgm:spPr/>
    </dgm:pt>
    <dgm:pt modelId="{64B42D65-E3EF-4044-A1EC-BE4EEA450F9A}" type="sibTrans" cxnId="{2CC394B1-6DD4-4D2B-9E6E-CD41FAFC7D96}">
      <dgm:prSet/>
      <dgm:spPr/>
    </dgm:pt>
    <dgm:pt modelId="{463669BD-7B04-486C-AED2-C264A49BE330}" type="pres">
      <dgm:prSet presAssocID="{5712018C-6BE3-4274-93D1-837D355D3E0B}" presName="root" presStyleCnt="0">
        <dgm:presLayoutVars>
          <dgm:dir/>
          <dgm:resizeHandles val="exact"/>
        </dgm:presLayoutVars>
      </dgm:prSet>
      <dgm:spPr/>
    </dgm:pt>
    <dgm:pt modelId="{2FE1AE97-A8A5-4E9D-9A17-3F53EFF52E33}" type="pres">
      <dgm:prSet presAssocID="{4EA2D7B4-78EC-47D9-8441-20D7CA3B8683}" presName="compNode" presStyleCnt="0"/>
      <dgm:spPr/>
    </dgm:pt>
    <dgm:pt modelId="{28BC4BA2-EFDE-4000-8E89-4480A94453E9}" type="pres">
      <dgm:prSet presAssocID="{4EA2D7B4-78EC-47D9-8441-20D7CA3B8683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D2698C12-874C-41B9-927C-817EA5177B46}" type="pres">
      <dgm:prSet presAssocID="{4EA2D7B4-78EC-47D9-8441-20D7CA3B8683}" presName="iconSpace" presStyleCnt="0"/>
      <dgm:spPr/>
    </dgm:pt>
    <dgm:pt modelId="{B255A977-11F0-4AE1-BCCF-E1B9B56715D2}" type="pres">
      <dgm:prSet presAssocID="{4EA2D7B4-78EC-47D9-8441-20D7CA3B8683}" presName="parTx" presStyleLbl="revTx" presStyleIdx="0" presStyleCnt="4">
        <dgm:presLayoutVars>
          <dgm:chMax val="0"/>
          <dgm:chPref val="0"/>
        </dgm:presLayoutVars>
      </dgm:prSet>
      <dgm:spPr/>
    </dgm:pt>
    <dgm:pt modelId="{C1908F84-CBE0-4C38-9F10-3F09644B2283}" type="pres">
      <dgm:prSet presAssocID="{4EA2D7B4-78EC-47D9-8441-20D7CA3B8683}" presName="txSpace" presStyleCnt="0"/>
      <dgm:spPr/>
    </dgm:pt>
    <dgm:pt modelId="{61C26577-B1A9-495C-85B3-2A1528AEF7B7}" type="pres">
      <dgm:prSet presAssocID="{4EA2D7B4-78EC-47D9-8441-20D7CA3B8683}" presName="desTx" presStyleLbl="revTx" presStyleIdx="1" presStyleCnt="4">
        <dgm:presLayoutVars/>
      </dgm:prSet>
      <dgm:spPr/>
    </dgm:pt>
    <dgm:pt modelId="{F98CC51F-CAFF-465C-B92F-3748A9F3573A}" type="pres">
      <dgm:prSet presAssocID="{C728E703-D20A-4987-A178-4FC4BEE05E56}" presName="sibTrans" presStyleCnt="0"/>
      <dgm:spPr/>
    </dgm:pt>
    <dgm:pt modelId="{BEA83A95-B490-475A-85D7-31247E03BE8F}" type="pres">
      <dgm:prSet presAssocID="{39F70987-A2BD-47B3-AF4D-54023570E0EB}" presName="compNode" presStyleCnt="0"/>
      <dgm:spPr/>
    </dgm:pt>
    <dgm:pt modelId="{36BB0C42-38A2-4855-8D8C-F15CBA6A9F6C}" type="pres">
      <dgm:prSet presAssocID="{39F70987-A2BD-47B3-AF4D-54023570E0E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esentation with Checklist"/>
        </a:ext>
      </dgm:extLst>
    </dgm:pt>
    <dgm:pt modelId="{DD84BDE7-7F12-489D-91DF-301AC8890626}" type="pres">
      <dgm:prSet presAssocID="{39F70987-A2BD-47B3-AF4D-54023570E0EB}" presName="iconSpace" presStyleCnt="0"/>
      <dgm:spPr/>
    </dgm:pt>
    <dgm:pt modelId="{E3A3C2C7-658D-40F0-8345-FA47BC3D8CEF}" type="pres">
      <dgm:prSet presAssocID="{39F70987-A2BD-47B3-AF4D-54023570E0EB}" presName="parTx" presStyleLbl="revTx" presStyleIdx="2" presStyleCnt="4">
        <dgm:presLayoutVars>
          <dgm:chMax val="0"/>
          <dgm:chPref val="0"/>
        </dgm:presLayoutVars>
      </dgm:prSet>
      <dgm:spPr/>
    </dgm:pt>
    <dgm:pt modelId="{D08F20C6-33F0-4995-BCA8-3DAEFCA15EAF}" type="pres">
      <dgm:prSet presAssocID="{39F70987-A2BD-47B3-AF4D-54023570E0EB}" presName="txSpace" presStyleCnt="0"/>
      <dgm:spPr/>
    </dgm:pt>
    <dgm:pt modelId="{1A825AD7-102B-462D-8FF6-815060237DB4}" type="pres">
      <dgm:prSet presAssocID="{39F70987-A2BD-47B3-AF4D-54023570E0EB}" presName="desTx" presStyleLbl="revTx" presStyleIdx="3" presStyleCnt="4">
        <dgm:presLayoutVars/>
      </dgm:prSet>
      <dgm:spPr/>
    </dgm:pt>
  </dgm:ptLst>
  <dgm:cxnLst>
    <dgm:cxn modelId="{BD0EDD06-68A0-4F74-9F2B-F0BD28C3B6C0}" type="presOf" srcId="{5712018C-6BE3-4274-93D1-837D355D3E0B}" destId="{463669BD-7B04-486C-AED2-C264A49BE330}" srcOrd="0" destOrd="0" presId="urn:microsoft.com/office/officeart/2018/5/layout/CenteredIconLabelDescriptionList"/>
    <dgm:cxn modelId="{3E086D1F-099B-426F-9C5B-D41DE2D1665E}" srcId="{5712018C-6BE3-4274-93D1-837D355D3E0B}" destId="{4EA2D7B4-78EC-47D9-8441-20D7CA3B8683}" srcOrd="0" destOrd="0" parTransId="{A2546B51-893D-43A6-9A54-C8BE8208B753}" sibTransId="{C728E703-D20A-4987-A178-4FC4BEE05E56}"/>
    <dgm:cxn modelId="{02C8AB23-E2C2-42D7-A27C-D174B1E801B9}" type="presOf" srcId="{C75E0E25-9770-4B44-9EF2-00B23BCCFC2F}" destId="{61C26577-B1A9-495C-85B3-2A1528AEF7B7}" srcOrd="0" destOrd="0" presId="urn:microsoft.com/office/officeart/2018/5/layout/CenteredIconLabelDescriptionList"/>
    <dgm:cxn modelId="{A54A4A5D-74D4-452F-AEC3-E45D2008D1F5}" type="presOf" srcId="{39F70987-A2BD-47B3-AF4D-54023570E0EB}" destId="{E3A3C2C7-658D-40F0-8345-FA47BC3D8CEF}" srcOrd="0" destOrd="0" presId="urn:microsoft.com/office/officeart/2018/5/layout/CenteredIconLabelDescriptionList"/>
    <dgm:cxn modelId="{ECF8B644-D084-48F1-98B2-1236C02BFAC4}" type="presOf" srcId="{151F2635-FBC1-438D-BB2B-B9BF75A35870}" destId="{1A825AD7-102B-462D-8FF6-815060237DB4}" srcOrd="0" destOrd="0" presId="urn:microsoft.com/office/officeart/2018/5/layout/CenteredIconLabelDescriptionList"/>
    <dgm:cxn modelId="{5B26DE44-EFEB-4F55-85AD-3CA338571D6D}" srcId="{39F70987-A2BD-47B3-AF4D-54023570E0EB}" destId="{ADCC0F5E-1FA9-4152-9C2E-12DF7DF832B0}" srcOrd="1" destOrd="0" parTransId="{30E7DDCD-29B5-49C1-9C39-0C89BEA9AA44}" sibTransId="{BC23DFF7-4CE7-4FBB-BA31-844A69263DAC}"/>
    <dgm:cxn modelId="{072F5B74-7215-4195-AF35-50A02EA85317}" type="presOf" srcId="{340EE0BA-F7BA-4CFC-B8A3-3B1113479166}" destId="{61C26577-B1A9-495C-85B3-2A1528AEF7B7}" srcOrd="0" destOrd="1" presId="urn:microsoft.com/office/officeart/2018/5/layout/CenteredIconLabelDescriptionList"/>
    <dgm:cxn modelId="{474A11AE-23F1-402D-9CC3-8517C4E71F16}" type="presOf" srcId="{4EA2D7B4-78EC-47D9-8441-20D7CA3B8683}" destId="{B255A977-11F0-4AE1-BCCF-E1B9B56715D2}" srcOrd="0" destOrd="0" presId="urn:microsoft.com/office/officeart/2018/5/layout/CenteredIconLabelDescriptionList"/>
    <dgm:cxn modelId="{2CC394B1-6DD4-4D2B-9E6E-CD41FAFC7D96}" srcId="{4EA2D7B4-78EC-47D9-8441-20D7CA3B8683}" destId="{340EE0BA-F7BA-4CFC-B8A3-3B1113479166}" srcOrd="1" destOrd="0" parTransId="{639234EC-2B97-4F12-B87A-BD0F82F56D65}" sibTransId="{64B42D65-E3EF-4044-A1EC-BE4EEA450F9A}"/>
    <dgm:cxn modelId="{018615B8-FEB8-4C22-88AE-5E3469E8A5BD}" srcId="{39F70987-A2BD-47B3-AF4D-54023570E0EB}" destId="{151F2635-FBC1-438D-BB2B-B9BF75A35870}" srcOrd="0" destOrd="0" parTransId="{9B4C829F-A9C8-41E5-97B9-F02459621D0F}" sibTransId="{1F4095A5-9953-4C59-A5B9-3AEFDB23A781}"/>
    <dgm:cxn modelId="{D63AF3BF-3B4A-4611-A24D-E6E9904CFC61}" srcId="{5712018C-6BE3-4274-93D1-837D355D3E0B}" destId="{39F70987-A2BD-47B3-AF4D-54023570E0EB}" srcOrd="1" destOrd="0" parTransId="{771FFCEA-9A68-415B-87EC-708759F39C84}" sibTransId="{AC22353C-DE66-4FF3-BB6D-153AB1AB2A02}"/>
    <dgm:cxn modelId="{D3050AD2-D6EB-479B-9B77-315FB8B982E2}" srcId="{4EA2D7B4-78EC-47D9-8441-20D7CA3B8683}" destId="{C75E0E25-9770-4B44-9EF2-00B23BCCFC2F}" srcOrd="0" destOrd="0" parTransId="{125745E7-B575-4ED7-98FF-EF1845890BBC}" sibTransId="{A2A7D7D1-4C5B-4D6C-BCE7-5F79CCBE3A61}"/>
    <dgm:cxn modelId="{C27227D7-F48F-46BD-8ECA-7DB1F14D0D82}" type="presOf" srcId="{ADCC0F5E-1FA9-4152-9C2E-12DF7DF832B0}" destId="{1A825AD7-102B-462D-8FF6-815060237DB4}" srcOrd="0" destOrd="1" presId="urn:microsoft.com/office/officeart/2018/5/layout/CenteredIconLabelDescriptionList"/>
    <dgm:cxn modelId="{717A0561-7848-40DB-951F-AA7BE9F559EA}" type="presParOf" srcId="{463669BD-7B04-486C-AED2-C264A49BE330}" destId="{2FE1AE97-A8A5-4E9D-9A17-3F53EFF52E33}" srcOrd="0" destOrd="0" presId="urn:microsoft.com/office/officeart/2018/5/layout/CenteredIconLabelDescriptionList"/>
    <dgm:cxn modelId="{0249C07A-885F-44A0-A5E1-06CFC0CDCDC4}" type="presParOf" srcId="{2FE1AE97-A8A5-4E9D-9A17-3F53EFF52E33}" destId="{28BC4BA2-EFDE-4000-8E89-4480A94453E9}" srcOrd="0" destOrd="0" presId="urn:microsoft.com/office/officeart/2018/5/layout/CenteredIconLabelDescriptionList"/>
    <dgm:cxn modelId="{A2F40AEC-A9FD-42D5-8B31-FA8D48ACAA2A}" type="presParOf" srcId="{2FE1AE97-A8A5-4E9D-9A17-3F53EFF52E33}" destId="{D2698C12-874C-41B9-927C-817EA5177B46}" srcOrd="1" destOrd="0" presId="urn:microsoft.com/office/officeart/2018/5/layout/CenteredIconLabelDescriptionList"/>
    <dgm:cxn modelId="{07E409E9-FE67-471F-9CCA-C3BB5F818D9D}" type="presParOf" srcId="{2FE1AE97-A8A5-4E9D-9A17-3F53EFF52E33}" destId="{B255A977-11F0-4AE1-BCCF-E1B9B56715D2}" srcOrd="2" destOrd="0" presId="urn:microsoft.com/office/officeart/2018/5/layout/CenteredIconLabelDescriptionList"/>
    <dgm:cxn modelId="{CE6FDCE3-E1FA-437C-9090-68B9B764866C}" type="presParOf" srcId="{2FE1AE97-A8A5-4E9D-9A17-3F53EFF52E33}" destId="{C1908F84-CBE0-4C38-9F10-3F09644B2283}" srcOrd="3" destOrd="0" presId="urn:microsoft.com/office/officeart/2018/5/layout/CenteredIconLabelDescriptionList"/>
    <dgm:cxn modelId="{25344DB9-2179-4283-898B-21090A1A43AD}" type="presParOf" srcId="{2FE1AE97-A8A5-4E9D-9A17-3F53EFF52E33}" destId="{61C26577-B1A9-495C-85B3-2A1528AEF7B7}" srcOrd="4" destOrd="0" presId="urn:microsoft.com/office/officeart/2018/5/layout/CenteredIconLabelDescriptionList"/>
    <dgm:cxn modelId="{E573F474-CB82-4957-9F6F-630EC2256EFB}" type="presParOf" srcId="{463669BD-7B04-486C-AED2-C264A49BE330}" destId="{F98CC51F-CAFF-465C-B92F-3748A9F3573A}" srcOrd="1" destOrd="0" presId="urn:microsoft.com/office/officeart/2018/5/layout/CenteredIconLabelDescriptionList"/>
    <dgm:cxn modelId="{24E37F8D-FF89-49A4-9724-78611035106E}" type="presParOf" srcId="{463669BD-7B04-486C-AED2-C264A49BE330}" destId="{BEA83A95-B490-475A-85D7-31247E03BE8F}" srcOrd="2" destOrd="0" presId="urn:microsoft.com/office/officeart/2018/5/layout/CenteredIconLabelDescriptionList"/>
    <dgm:cxn modelId="{C8B6C037-A9CB-4AB6-92FD-333E362364E2}" type="presParOf" srcId="{BEA83A95-B490-475A-85D7-31247E03BE8F}" destId="{36BB0C42-38A2-4855-8D8C-F15CBA6A9F6C}" srcOrd="0" destOrd="0" presId="urn:microsoft.com/office/officeart/2018/5/layout/CenteredIconLabelDescriptionList"/>
    <dgm:cxn modelId="{8C63396E-57A1-4674-8320-9CF675857616}" type="presParOf" srcId="{BEA83A95-B490-475A-85D7-31247E03BE8F}" destId="{DD84BDE7-7F12-489D-91DF-301AC8890626}" srcOrd="1" destOrd="0" presId="urn:microsoft.com/office/officeart/2018/5/layout/CenteredIconLabelDescriptionList"/>
    <dgm:cxn modelId="{F2244C79-352C-4729-9455-9BCF072216E2}" type="presParOf" srcId="{BEA83A95-B490-475A-85D7-31247E03BE8F}" destId="{E3A3C2C7-658D-40F0-8345-FA47BC3D8CEF}" srcOrd="2" destOrd="0" presId="urn:microsoft.com/office/officeart/2018/5/layout/CenteredIconLabelDescriptionList"/>
    <dgm:cxn modelId="{38E569B2-5F38-4C9D-8635-F0CA80C6C4EA}" type="presParOf" srcId="{BEA83A95-B490-475A-85D7-31247E03BE8F}" destId="{D08F20C6-33F0-4995-BCA8-3DAEFCA15EAF}" srcOrd="3" destOrd="0" presId="urn:microsoft.com/office/officeart/2018/5/layout/CenteredIconLabelDescriptionList"/>
    <dgm:cxn modelId="{B50BFDF6-3096-418A-B7A7-FF1A6A2F8B2D}" type="presParOf" srcId="{BEA83A95-B490-475A-85D7-31247E03BE8F}" destId="{1A825AD7-102B-462D-8FF6-815060237DB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Reference Bitcoin Client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Wallet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E933AC16-BC52-4FAE-AF9C-39BC47DA24A5}">
      <dgm:prSet/>
      <dgm:spPr/>
      <dgm:t>
        <a:bodyPr/>
        <a:lstStyle/>
        <a:p>
          <a:r>
            <a:rPr lang="en-US" dirty="0"/>
            <a:t>Miner</a:t>
          </a:r>
          <a:endParaRPr lang="tr-TR" dirty="0"/>
        </a:p>
      </dgm:t>
    </dgm:pt>
    <dgm:pt modelId="{4B61FDF4-5F45-4A7B-ABBC-B209FE387282}" type="parTrans" cxnId="{01A80275-A2C2-42CC-9C6A-5A9A83B3BA32}">
      <dgm:prSet/>
      <dgm:spPr/>
      <dgm:t>
        <a:bodyPr/>
        <a:lstStyle/>
        <a:p>
          <a:endParaRPr lang="tr-TR"/>
        </a:p>
      </dgm:t>
    </dgm:pt>
    <dgm:pt modelId="{0E0E688C-63AD-47E1-8BBD-20D3EFFE0190}" type="sibTrans" cxnId="{01A80275-A2C2-42CC-9C6A-5A9A83B3BA32}">
      <dgm:prSet/>
      <dgm:spPr/>
      <dgm:t>
        <a:bodyPr/>
        <a:lstStyle/>
        <a:p>
          <a:endParaRPr lang="tr-TR"/>
        </a:p>
      </dgm:t>
    </dgm:pt>
    <dgm:pt modelId="{B6736C89-89BF-47D0-BD71-DDDFDA0B9087}">
      <dgm:prSet/>
      <dgm:spPr/>
      <dgm:t>
        <a:bodyPr/>
        <a:lstStyle/>
        <a:p>
          <a:r>
            <a:rPr lang="en-US" dirty="0"/>
            <a:t>Full blockchain</a:t>
          </a:r>
          <a:r>
            <a:rPr lang="tr-TR" dirty="0"/>
            <a:t> </a:t>
          </a:r>
          <a:r>
            <a:rPr lang="en-US" dirty="0"/>
            <a:t>database</a:t>
          </a:r>
          <a:endParaRPr lang="tr-TR" dirty="0"/>
        </a:p>
      </dgm:t>
    </dgm:pt>
    <dgm:pt modelId="{6399B39F-3F0A-487D-9578-8BFCD1A94EFF}" type="parTrans" cxnId="{E163D145-04BC-4848-B436-4A96F15DDA70}">
      <dgm:prSet/>
      <dgm:spPr/>
      <dgm:t>
        <a:bodyPr/>
        <a:lstStyle/>
        <a:p>
          <a:endParaRPr lang="tr-TR"/>
        </a:p>
      </dgm:t>
    </dgm:pt>
    <dgm:pt modelId="{3CB4CD5E-EBC3-4F3F-AD26-176E4FD2BDE7}" type="sibTrans" cxnId="{E163D145-04BC-4848-B436-4A96F15DDA70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all four 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 dirty="0"/>
            <a:t>A 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3F13BD12-4373-4D44-AC85-01E959C56306}" type="presOf" srcId="{23F7D82F-25CA-4F6E-8C8A-BEC686EF90EA}" destId="{9A338B85-58E8-4E8B-8B03-F965B3EA5AF1}" srcOrd="0" destOrd="0" presId="urn:microsoft.com/office/officeart/2005/8/layout/list1"/>
    <dgm:cxn modelId="{362AAF15-2A49-4C1F-815F-37ED7C745549}" type="presOf" srcId="{B6736C89-89BF-47D0-BD71-DDDFDA0B9087}" destId="{9A338B85-58E8-4E8B-8B03-F965B3EA5AF1}" srcOrd="0" destOrd="2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366E1C64-D36B-49C8-9723-C8C88EB709F4}" type="presOf" srcId="{91BA0D8C-9973-48EC-A8CE-34838B54CC29}" destId="{0DD6F1CE-8971-4A35-A3E6-7B5B9A49F49B}" srcOrd="0" destOrd="1" presId="urn:microsoft.com/office/officeart/2005/8/layout/list1"/>
    <dgm:cxn modelId="{A9B02744-69D9-47A6-AFC4-F79C342E53F9}" type="presOf" srcId="{FD82A389-0BC8-41D3-B92A-0876F922C22F}" destId="{9A338B85-58E8-4E8B-8B03-F965B3EA5AF1}" srcOrd="0" destOrd="3" presId="urn:microsoft.com/office/officeart/2005/8/layout/list1"/>
    <dgm:cxn modelId="{E163D145-04BC-4848-B436-4A96F15DDA70}" srcId="{A4A291DE-BF59-4A31-A537-B9B357DFA490}" destId="{B6736C89-89BF-47D0-BD71-DDDFDA0B9087}" srcOrd="2" destOrd="0" parTransId="{6399B39F-3F0A-487D-9578-8BFCD1A94EFF}" sibTransId="{3CB4CD5E-EBC3-4F3F-AD26-176E4FD2BDE7}"/>
    <dgm:cxn modelId="{A7861F6B-1822-4DA3-8BF7-30789300D5A7}" type="presOf" srcId="{3F233EEF-3058-46E1-8A8B-9E1DD1200118}" destId="{1297FAD8-5C5E-4CFC-AE46-F1888C7FE047}" srcOrd="0" destOrd="0" presId="urn:microsoft.com/office/officeart/2005/8/layout/list1"/>
    <dgm:cxn modelId="{BCD22D6B-CBD3-4117-9167-C4285ADA5A37}" type="presOf" srcId="{EFC6A109-1621-43A3-B9B1-A9B94743A1CD}" destId="{264A2C8F-124A-477D-966D-671DC691CF49}" srcOrd="0" destOrd="0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01A80275-A2C2-42CC-9C6A-5A9A83B3BA32}" srcId="{A4A291DE-BF59-4A31-A537-B9B357DFA490}" destId="{E933AC16-BC52-4FAE-AF9C-39BC47DA24A5}" srcOrd="1" destOrd="0" parTransId="{4B61FDF4-5F45-4A7B-ABBC-B209FE387282}" sibTransId="{0E0E688C-63AD-47E1-8BBD-20D3EFFE0190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55BA557-5C02-44C4-A3F5-6284DDE14873}" type="presOf" srcId="{E933AC16-BC52-4FAE-AF9C-39BC47DA24A5}" destId="{9A338B85-58E8-4E8B-8B03-F965B3EA5AF1}" srcOrd="0" destOrd="1" presId="urn:microsoft.com/office/officeart/2005/8/layout/list1"/>
    <dgm:cxn modelId="{672D5190-E925-4F63-AE5F-508B3493E36D}" srcId="{A4A291DE-BF59-4A31-A537-B9B357DFA490}" destId="{FD82A389-0BC8-41D3-B92A-0876F922C22F}" srcOrd="3" destOrd="0" parTransId="{F5A9794E-720D-44D7-8266-8F29A6EECD51}" sibTransId="{45CF488E-12ED-4891-9050-D1282E6C29EA}"/>
    <dgm:cxn modelId="{D4846AC9-CD58-4542-A6A3-3B5AB93D5149}" type="presOf" srcId="{3F233EEF-3058-46E1-8A8B-9E1DD1200118}" destId="{4FB8CB1F-03C3-4B50-A46D-32C808F2D0BA}" srcOrd="1" destOrd="0" presId="urn:microsoft.com/office/officeart/2005/8/layout/list1"/>
    <dgm:cxn modelId="{F99782DE-6BAF-4AA5-B0E5-1EC11DCC74EC}" type="presOf" srcId="{A4A291DE-BF59-4A31-A537-B9B357DFA490}" destId="{DA9A5477-F9F1-4BC7-801A-3A4C0F27E4A6}" srcOrd="1" destOrd="0" presId="urn:microsoft.com/office/officeart/2005/8/layout/list1"/>
    <dgm:cxn modelId="{764BABDE-3F20-4850-9E69-75803547912B}" type="presOf" srcId="{A4A291DE-BF59-4A31-A537-B9B357DFA490}" destId="{29549F14-9EE4-46EF-911F-9689035B973C}" srcOrd="0" destOrd="0" presId="urn:microsoft.com/office/officeart/2005/8/layout/list1"/>
    <dgm:cxn modelId="{B5FC8DF1-C491-4903-B3E2-8BCB5E24500B}" type="presOf" srcId="{B1022D45-894C-4F40-BCAE-1196288ADE5A}" destId="{0DD6F1CE-8971-4A35-A3E6-7B5B9A49F49B}" srcOrd="0" destOrd="0" presId="urn:microsoft.com/office/officeart/2005/8/layout/list1"/>
    <dgm:cxn modelId="{EF51042D-070D-45F0-A167-875CAFF28682}" type="presParOf" srcId="{264A2C8F-124A-477D-966D-671DC691CF49}" destId="{BCC97FA4-3E0A-42D6-A6A3-E3F1B44CAD18}" srcOrd="0" destOrd="0" presId="urn:microsoft.com/office/officeart/2005/8/layout/list1"/>
    <dgm:cxn modelId="{196572C4-8E07-4825-9941-D32DB35980EB}" type="presParOf" srcId="{BCC97FA4-3E0A-42D6-A6A3-E3F1B44CAD18}" destId="{1297FAD8-5C5E-4CFC-AE46-F1888C7FE047}" srcOrd="0" destOrd="0" presId="urn:microsoft.com/office/officeart/2005/8/layout/list1"/>
    <dgm:cxn modelId="{D832C330-BB22-4E5C-AB8C-59DD059E7D2F}" type="presParOf" srcId="{BCC97FA4-3E0A-42D6-A6A3-E3F1B44CAD18}" destId="{4FB8CB1F-03C3-4B50-A46D-32C808F2D0BA}" srcOrd="1" destOrd="0" presId="urn:microsoft.com/office/officeart/2005/8/layout/list1"/>
    <dgm:cxn modelId="{144E9BAF-44C9-42FC-909E-B4A7EF198677}" type="presParOf" srcId="{264A2C8F-124A-477D-966D-671DC691CF49}" destId="{CBBF449C-E024-44D7-AA67-7483147E03A3}" srcOrd="1" destOrd="0" presId="urn:microsoft.com/office/officeart/2005/8/layout/list1"/>
    <dgm:cxn modelId="{CDB6A992-9483-4DD4-B81A-688292456DB9}" type="presParOf" srcId="{264A2C8F-124A-477D-966D-671DC691CF49}" destId="{0DD6F1CE-8971-4A35-A3E6-7B5B9A49F49B}" srcOrd="2" destOrd="0" presId="urn:microsoft.com/office/officeart/2005/8/layout/list1"/>
    <dgm:cxn modelId="{CF0B0EC5-C067-4340-B053-21853A2CE2BD}" type="presParOf" srcId="{264A2C8F-124A-477D-966D-671DC691CF49}" destId="{4CE76D6C-DA8A-41DD-8FCB-37706636DD9E}" srcOrd="3" destOrd="0" presId="urn:microsoft.com/office/officeart/2005/8/layout/list1"/>
    <dgm:cxn modelId="{B9E8679B-7C05-4888-98FD-8CF20622A4C5}" type="presParOf" srcId="{264A2C8F-124A-477D-966D-671DC691CF49}" destId="{DE19C65C-0C62-4138-B7ED-CF2F737DBC2B}" srcOrd="4" destOrd="0" presId="urn:microsoft.com/office/officeart/2005/8/layout/list1"/>
    <dgm:cxn modelId="{8976A4F2-E383-4186-A67A-14EA9C7784C1}" type="presParOf" srcId="{DE19C65C-0C62-4138-B7ED-CF2F737DBC2B}" destId="{29549F14-9EE4-46EF-911F-9689035B973C}" srcOrd="0" destOrd="0" presId="urn:microsoft.com/office/officeart/2005/8/layout/list1"/>
    <dgm:cxn modelId="{3F6A82EB-8CEF-42C5-BBCC-98E4D7FAB3A6}" type="presParOf" srcId="{DE19C65C-0C62-4138-B7ED-CF2F737DBC2B}" destId="{DA9A5477-F9F1-4BC7-801A-3A4C0F27E4A6}" srcOrd="1" destOrd="0" presId="urn:microsoft.com/office/officeart/2005/8/layout/list1"/>
    <dgm:cxn modelId="{75CDB989-0DBF-4738-BC1D-63B59E818530}" type="presParOf" srcId="{264A2C8F-124A-477D-966D-671DC691CF49}" destId="{1F282DF7-0FCC-4111-AE47-47315845DBF9}" srcOrd="5" destOrd="0" presId="urn:microsoft.com/office/officeart/2005/8/layout/list1"/>
    <dgm:cxn modelId="{4CB3FF89-4552-41EB-BAE6-B559B05AEE6C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Full Block Chain Node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Full blockchain</a:t>
          </a:r>
          <a:r>
            <a:rPr lang="tr-TR" dirty="0"/>
            <a:t> </a:t>
          </a:r>
          <a:r>
            <a:rPr lang="en-US" dirty="0"/>
            <a:t>database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all </a:t>
          </a:r>
          <a:r>
            <a:rPr lang="tr-TR" dirty="0"/>
            <a:t>two</a:t>
          </a:r>
          <a:r>
            <a:rPr lang="en-US" dirty="0"/>
            <a:t> 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 dirty="0"/>
            <a:t>A 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1" presId="urn:microsoft.com/office/officeart/2005/8/layout/list1"/>
    <dgm:cxn modelId="{74A7BB6D-199F-43C5-84E9-90795EA1D0B9}" type="presOf" srcId="{91BA0D8C-9973-48EC-A8CE-34838B54CC29}" destId="{0DD6F1CE-8971-4A35-A3E6-7B5B9A49F49B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1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Solo Miner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Miner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B6736C89-89BF-47D0-BD71-DDDFDA0B9087}">
      <dgm:prSet/>
      <dgm:spPr/>
      <dgm:t>
        <a:bodyPr/>
        <a:lstStyle/>
        <a:p>
          <a:r>
            <a:rPr lang="en-US" dirty="0"/>
            <a:t>Full blockchain</a:t>
          </a:r>
          <a:r>
            <a:rPr lang="tr-TR" dirty="0"/>
            <a:t> </a:t>
          </a:r>
          <a:r>
            <a:rPr lang="en-US" dirty="0"/>
            <a:t>database</a:t>
          </a:r>
          <a:endParaRPr lang="tr-TR" dirty="0"/>
        </a:p>
      </dgm:t>
    </dgm:pt>
    <dgm:pt modelId="{6399B39F-3F0A-487D-9578-8BFCD1A94EFF}" type="parTrans" cxnId="{E163D145-04BC-4848-B436-4A96F15DDA70}">
      <dgm:prSet/>
      <dgm:spPr/>
      <dgm:t>
        <a:bodyPr/>
        <a:lstStyle/>
        <a:p>
          <a:endParaRPr lang="tr-TR"/>
        </a:p>
      </dgm:t>
    </dgm:pt>
    <dgm:pt modelId="{3CB4CD5E-EBC3-4F3F-AD26-176E4FD2BDE7}" type="sibTrans" cxnId="{E163D145-04BC-4848-B436-4A96F15DDA70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</a:t>
          </a:r>
          <a:r>
            <a:rPr lang="tr-TR" dirty="0"/>
            <a:t>three </a:t>
          </a:r>
          <a:r>
            <a:rPr lang="en-US" dirty="0"/>
            <a:t>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/>
            <a:t>A </a:t>
          </a:r>
          <a:r>
            <a:rPr lang="en-US" dirty="0"/>
            <a:t>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E163D145-04BC-4848-B436-4A96F15DDA70}" srcId="{A4A291DE-BF59-4A31-A537-B9B357DFA490}" destId="{B6736C89-89BF-47D0-BD71-DDDFDA0B9087}" srcOrd="1" destOrd="0" parTransId="{6399B39F-3F0A-487D-9578-8BFCD1A94EFF}" sibTransId="{3CB4CD5E-EBC3-4F3F-AD26-176E4FD2BDE7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2" presId="urn:microsoft.com/office/officeart/2005/8/layout/list1"/>
    <dgm:cxn modelId="{74A7BB6D-199F-43C5-84E9-90795EA1D0B9}" type="presOf" srcId="{91BA0D8C-9973-48EC-A8CE-34838B54CC29}" destId="{0DD6F1CE-8971-4A35-A3E6-7B5B9A49F49B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2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6986C6F3-D6A1-4B9B-8BC2-836C6AE5736A}" type="presOf" srcId="{B6736C89-89BF-47D0-BD71-DDDFDA0B9087}" destId="{9A338B85-58E8-4E8B-8B03-F965B3EA5AF1}" srcOrd="0" destOrd="1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Lightweight Wallet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Wallet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</a:t>
          </a:r>
          <a:r>
            <a:rPr lang="tr-TR" dirty="0"/>
            <a:t>two </a:t>
          </a:r>
          <a:r>
            <a:rPr lang="en-US" dirty="0"/>
            <a:t>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/>
            <a:t>A </a:t>
          </a:r>
          <a:r>
            <a:rPr lang="en-US" dirty="0"/>
            <a:t>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1" presId="urn:microsoft.com/office/officeart/2005/8/layout/list1"/>
    <dgm:cxn modelId="{74A7BB6D-199F-43C5-84E9-90795EA1D0B9}" type="presOf" srcId="{91BA0D8C-9973-48EC-A8CE-34838B54CC29}" destId="{0DD6F1CE-8971-4A35-A3E6-7B5B9A49F49B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1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Pool Protocol Servers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tr-TR" dirty="0"/>
            <a:t>Pool mining nodes</a:t>
          </a:r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Examples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tr-TR" dirty="0"/>
            <a:t>Gateway routers</a:t>
          </a:r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D3EB99C2-F219-4422-98D4-CDE4365DA6CC}">
      <dgm:prSet/>
      <dgm:spPr/>
      <dgm:t>
        <a:bodyPr/>
        <a:lstStyle/>
        <a:p>
          <a:r>
            <a:rPr lang="tr-TR" dirty="0"/>
            <a:t>Connects Bitcoin to other protocols</a:t>
          </a:r>
        </a:p>
      </dgm:t>
    </dgm:pt>
    <dgm:pt modelId="{92835224-5EB9-44FF-ABAE-D5BEF07C20A7}" type="parTrans" cxnId="{5913870D-57F7-40F4-833E-DA62552FF338}">
      <dgm:prSet/>
      <dgm:spPr/>
      <dgm:t>
        <a:bodyPr/>
        <a:lstStyle/>
        <a:p>
          <a:endParaRPr lang="tr-TR"/>
        </a:p>
      </dgm:t>
    </dgm:pt>
    <dgm:pt modelId="{E2B359D8-B95F-4C75-B871-07DB8A6F0AAD}" type="sibTrans" cxnId="{5913870D-57F7-40F4-833E-DA62552FF338}">
      <dgm:prSet/>
      <dgm:spPr/>
      <dgm:t>
        <a:bodyPr/>
        <a:lstStyle/>
        <a:p>
          <a:endParaRPr lang="tr-TR"/>
        </a:p>
      </dgm:t>
    </dgm:pt>
    <dgm:pt modelId="{20E36157-AC7D-4E3A-95FB-EE42ED48AFD6}">
      <dgm:prSet/>
      <dgm:spPr/>
      <dgm:t>
        <a:bodyPr/>
        <a:lstStyle/>
        <a:p>
          <a:r>
            <a:rPr lang="tr-TR" dirty="0"/>
            <a:t>Stratum nodes</a:t>
          </a:r>
        </a:p>
      </dgm:t>
    </dgm:pt>
    <dgm:pt modelId="{13443727-329F-4608-ACC5-155A0AC2DCF5}" type="parTrans" cxnId="{269BA31D-1ADE-4330-90C6-FA1DB8D51E38}">
      <dgm:prSet/>
      <dgm:spPr/>
      <dgm:t>
        <a:bodyPr/>
        <a:lstStyle/>
        <a:p>
          <a:endParaRPr lang="tr-TR"/>
        </a:p>
      </dgm:t>
    </dgm:pt>
    <dgm:pt modelId="{2B706985-DBE4-459E-8684-574ED1629FEB}" type="sibTrans" cxnId="{269BA31D-1ADE-4330-90C6-FA1DB8D51E38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5913870D-57F7-40F4-833E-DA62552FF338}" srcId="{3F233EEF-3058-46E1-8A8B-9E1DD1200118}" destId="{D3EB99C2-F219-4422-98D4-CDE4365DA6CC}" srcOrd="1" destOrd="0" parTransId="{92835224-5EB9-44FF-ABAE-D5BEF07C20A7}" sibTransId="{E2B359D8-B95F-4C75-B871-07DB8A6F0AAD}"/>
    <dgm:cxn modelId="{269BA31D-1ADE-4330-90C6-FA1DB8D51E38}" srcId="{A4A291DE-BF59-4A31-A537-B9B357DFA490}" destId="{20E36157-AC7D-4E3A-95FB-EE42ED48AFD6}" srcOrd="0" destOrd="0" parTransId="{13443727-329F-4608-ACC5-155A0AC2DCF5}" sibTransId="{2B706985-DBE4-459E-8684-574ED1629FEB}"/>
    <dgm:cxn modelId="{B4A4482E-DFBE-41D6-90A0-B3AD3D81C019}" type="presOf" srcId="{23F7D82F-25CA-4F6E-8C8A-BEC686EF90EA}" destId="{9A338B85-58E8-4E8B-8B03-F965B3EA5AF1}" srcOrd="0" destOrd="1" presId="urn:microsoft.com/office/officeart/2005/8/layout/list1"/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DD5DE448-4CE1-4CC2-942F-B3B5C742720B}" type="presOf" srcId="{20E36157-AC7D-4E3A-95FB-EE42ED48AFD6}" destId="{9A338B85-58E8-4E8B-8B03-F965B3EA5AF1}" srcOrd="0" destOrd="0" presId="urn:microsoft.com/office/officeart/2005/8/layout/list1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1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2094F2AC-1D28-46C5-B3B9-B8AE51550140}" type="presOf" srcId="{D3EB99C2-F219-4422-98D4-CDE4365DA6CC}" destId="{0DD6F1CE-8971-4A35-A3E6-7B5B9A49F49B}" srcOrd="0" destOrd="1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Mining Nodes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tr-TR" dirty="0"/>
            <a:t>Mining function</a:t>
          </a:r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F1C847FE-E53C-49DA-9A57-2FCF9A292F31}">
      <dgm:prSet/>
      <dgm:spPr/>
      <dgm:t>
        <a:bodyPr/>
        <a:lstStyle/>
        <a:p>
          <a:r>
            <a:rPr lang="tr-TR" dirty="0"/>
            <a:t>without a blockchain</a:t>
          </a:r>
        </a:p>
      </dgm:t>
    </dgm:pt>
    <dgm:pt modelId="{7E9D3A66-5522-4557-9A06-0EB353F8373D}" type="parTrans" cxnId="{9FE25708-9994-43F6-9B1B-38F603FFCCBD}">
      <dgm:prSet/>
      <dgm:spPr/>
      <dgm:t>
        <a:bodyPr/>
        <a:lstStyle/>
        <a:p>
          <a:endParaRPr lang="tr-TR"/>
        </a:p>
      </dgm:t>
    </dgm:pt>
    <dgm:pt modelId="{9E46C2BE-98F2-4679-853D-E1B7E838E94B}" type="sibTrans" cxnId="{9FE25708-9994-43F6-9B1B-38F603FFCCBD}">
      <dgm:prSet/>
      <dgm:spPr/>
      <dgm:t>
        <a:bodyPr/>
        <a:lstStyle/>
        <a:p>
          <a:endParaRPr lang="tr-TR"/>
        </a:p>
      </dgm:t>
    </dgm:pt>
    <dgm:pt modelId="{A1E89095-0CF2-4B0A-B086-4AC8A862333F}">
      <dgm:prSet/>
      <dgm:spPr/>
      <dgm:t>
        <a:bodyPr/>
        <a:lstStyle/>
        <a:p>
          <a:r>
            <a:rPr lang="tr-TR" dirty="0"/>
            <a:t>Stratum protocol nodes</a:t>
          </a:r>
        </a:p>
      </dgm:t>
    </dgm:pt>
    <dgm:pt modelId="{2D7A2D83-1526-4BD3-941D-7D1A77D1501A}" type="parTrans" cxnId="{02E55C86-0A05-42F8-88D4-059A19598BD7}">
      <dgm:prSet/>
      <dgm:spPr/>
      <dgm:t>
        <a:bodyPr/>
        <a:lstStyle/>
        <a:p>
          <a:endParaRPr lang="tr-TR"/>
        </a:p>
      </dgm:t>
    </dgm:pt>
    <dgm:pt modelId="{CDB9957D-E6CC-4371-BE15-9314CD98E5C3}" type="sibTrans" cxnId="{02E55C86-0A05-42F8-88D4-059A19598BD7}">
      <dgm:prSet/>
      <dgm:spPr/>
      <dgm:t>
        <a:bodyPr/>
        <a:lstStyle/>
        <a:p>
          <a:endParaRPr lang="tr-TR"/>
        </a:p>
      </dgm:t>
    </dgm:pt>
    <dgm:pt modelId="{6377EFDA-2453-40B9-918C-9A1969B51891}">
      <dgm:prSet/>
      <dgm:spPr/>
      <dgm:t>
        <a:bodyPr/>
        <a:lstStyle/>
        <a:p>
          <a:r>
            <a:rPr lang="tr-TR" dirty="0"/>
            <a:t>P</a:t>
          </a:r>
        </a:p>
      </dgm:t>
    </dgm:pt>
    <dgm:pt modelId="{ECEE4982-7354-4941-8C8B-166179C5BC41}" type="parTrans" cxnId="{1D6B2E75-6BE1-4B31-A953-693061419F91}">
      <dgm:prSet/>
      <dgm:spPr/>
      <dgm:t>
        <a:bodyPr/>
        <a:lstStyle/>
        <a:p>
          <a:endParaRPr lang="tr-TR"/>
        </a:p>
      </dgm:t>
    </dgm:pt>
    <dgm:pt modelId="{DEAD9F35-7ED1-41D1-8246-A621F3DAAB4B}" type="sibTrans" cxnId="{1D6B2E75-6BE1-4B31-A953-693061419F91}">
      <dgm:prSet/>
      <dgm:spPr/>
      <dgm:t>
        <a:bodyPr/>
        <a:lstStyle/>
        <a:p>
          <a:endParaRPr lang="tr-TR"/>
        </a:p>
      </dgm:t>
    </dgm:pt>
    <dgm:pt modelId="{F5DCF18A-0E0A-4B4E-A31D-895E29F55F3B}">
      <dgm:prSet/>
      <dgm:spPr/>
      <dgm:t>
        <a:bodyPr/>
        <a:lstStyle/>
        <a:p>
          <a:r>
            <a:rPr lang="tr-TR" dirty="0" err="1"/>
            <a:t>Mining</a:t>
          </a:r>
          <a:r>
            <a:rPr lang="tr-TR" dirty="0"/>
            <a:t> </a:t>
          </a:r>
          <a:r>
            <a:rPr lang="tr-TR" dirty="0" err="1"/>
            <a:t>protocol</a:t>
          </a:r>
          <a:r>
            <a:rPr lang="tr-TR" dirty="0"/>
            <a:t> node</a:t>
          </a:r>
        </a:p>
      </dgm:t>
    </dgm:pt>
    <dgm:pt modelId="{415660F4-A947-4C24-985D-A296127131D4}" type="parTrans" cxnId="{0A585F55-4672-4FF2-9FA9-991EA10FA2CA}">
      <dgm:prSet/>
      <dgm:spPr/>
      <dgm:t>
        <a:bodyPr/>
        <a:lstStyle/>
        <a:p>
          <a:endParaRPr lang="tr-TR"/>
        </a:p>
      </dgm:t>
    </dgm:pt>
    <dgm:pt modelId="{5C57C3ED-6CFE-4764-BE7F-FA6AB6B6E908}" type="sibTrans" cxnId="{0A585F55-4672-4FF2-9FA9-991EA10FA2CA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3"/>
      <dgm:spPr/>
    </dgm:pt>
    <dgm:pt modelId="{4FB8CB1F-03C3-4B50-A46D-32C808F2D0BA}" type="pres">
      <dgm:prSet presAssocID="{3F233EEF-3058-46E1-8A8B-9E1DD1200118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3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3"/>
      <dgm:spPr/>
    </dgm:pt>
    <dgm:pt modelId="{DA9A5477-F9F1-4BC7-801A-3A4C0F27E4A6}" type="pres">
      <dgm:prSet presAssocID="{A4A291DE-BF59-4A31-A537-B9B357DFA490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3">
        <dgm:presLayoutVars>
          <dgm:bulletEnabled val="1"/>
        </dgm:presLayoutVars>
      </dgm:prSet>
      <dgm:spPr/>
    </dgm:pt>
    <dgm:pt modelId="{82BF5B84-9296-46D6-BFA7-F011F69828B3}" type="pres">
      <dgm:prSet presAssocID="{E98633C2-188A-4915-B08E-9A5E8C551DAF}" presName="spaceBetweenRectangles" presStyleCnt="0"/>
      <dgm:spPr/>
    </dgm:pt>
    <dgm:pt modelId="{6E5C9E32-A450-40AB-8189-6B299A5767ED}" type="pres">
      <dgm:prSet presAssocID="{6377EFDA-2453-40B9-918C-9A1969B51891}" presName="parentLin" presStyleCnt="0"/>
      <dgm:spPr/>
    </dgm:pt>
    <dgm:pt modelId="{D5C6B579-F0EE-4603-8166-8D281B5C29C6}" type="pres">
      <dgm:prSet presAssocID="{6377EFDA-2453-40B9-918C-9A1969B51891}" presName="parentLeftMargin" presStyleLbl="node1" presStyleIdx="1" presStyleCnt="3"/>
      <dgm:spPr/>
    </dgm:pt>
    <dgm:pt modelId="{AEBEA878-3163-4619-9244-BAA04DC1B805}" type="pres">
      <dgm:prSet presAssocID="{6377EFDA-2453-40B9-918C-9A1969B51891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DD1384F5-21C8-4857-A209-BC425D547587}" type="pres">
      <dgm:prSet presAssocID="{6377EFDA-2453-40B9-918C-9A1969B51891}" presName="negativeSpace" presStyleCnt="0"/>
      <dgm:spPr/>
    </dgm:pt>
    <dgm:pt modelId="{F55DFB48-9F8F-49BA-B27B-13F2FDA1AB9F}" type="pres">
      <dgm:prSet presAssocID="{6377EFDA-2453-40B9-918C-9A1969B51891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9FE25708-9994-43F6-9B1B-38F603FFCCBD}" srcId="{3F233EEF-3058-46E1-8A8B-9E1DD1200118}" destId="{F1C847FE-E53C-49DA-9A57-2FCF9A292F31}" srcOrd="1" destOrd="0" parTransId="{7E9D3A66-5522-4557-9A06-0EB353F8373D}" sibTransId="{9E46C2BE-98F2-4679-853D-E1B7E838E94B}"/>
    <dgm:cxn modelId="{3DBF3534-3D03-4062-8269-FD2A70C73FB9}" type="presOf" srcId="{F5DCF18A-0E0A-4B4E-A31D-895E29F55F3B}" destId="{F55DFB48-9F8F-49BA-B27B-13F2FDA1AB9F}" srcOrd="0" destOrd="0" presId="urn:microsoft.com/office/officeart/2005/8/layout/list1"/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7FFDEA3E-B057-4FF2-ACEE-EA9110C742C9}" type="presOf" srcId="{A1E89095-0CF2-4B0A-B086-4AC8A862333F}" destId="{9A338B85-58E8-4E8B-8B03-F965B3EA5AF1}" srcOrd="0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A7F4CD62-1280-4876-9238-70C0E3603E6C}" type="presOf" srcId="{6377EFDA-2453-40B9-918C-9A1969B51891}" destId="{AEBEA878-3163-4619-9244-BAA04DC1B805}" srcOrd="1" destOrd="0" presId="urn:microsoft.com/office/officeart/2005/8/layout/list1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1D6B2E75-6BE1-4B31-A953-693061419F91}" srcId="{EFC6A109-1621-43A3-B9B1-A9B94743A1CD}" destId="{6377EFDA-2453-40B9-918C-9A1969B51891}" srcOrd="2" destOrd="0" parTransId="{ECEE4982-7354-4941-8C8B-166179C5BC41}" sibTransId="{DEAD9F35-7ED1-41D1-8246-A621F3DAAB4B}"/>
    <dgm:cxn modelId="{0A585F55-4672-4FF2-9FA9-991EA10FA2CA}" srcId="{6377EFDA-2453-40B9-918C-9A1969B51891}" destId="{F5DCF18A-0E0A-4B4E-A31D-895E29F55F3B}" srcOrd="0" destOrd="0" parTransId="{415660F4-A947-4C24-985D-A296127131D4}" sibTransId="{5C57C3ED-6CFE-4764-BE7F-FA6AB6B6E908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02E55C86-0A05-42F8-88D4-059A19598BD7}" srcId="{A4A291DE-BF59-4A31-A537-B9B357DFA490}" destId="{A1E89095-0CF2-4B0A-B086-4AC8A862333F}" srcOrd="0" destOrd="0" parTransId="{2D7A2D83-1526-4BD3-941D-7D1A77D1501A}" sibTransId="{CDB9957D-E6CC-4371-BE15-9314CD98E5C3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C782E9AC-DB13-4BF3-9BA1-805C58EF7A28}" type="presOf" srcId="{F1C847FE-E53C-49DA-9A57-2FCF9A292F31}" destId="{0DD6F1CE-8971-4A35-A3E6-7B5B9A49F49B}" srcOrd="0" destOrd="1" presId="urn:microsoft.com/office/officeart/2005/8/layout/list1"/>
    <dgm:cxn modelId="{FB9518BC-6095-4847-BC96-B8F9244140B2}" type="presOf" srcId="{6377EFDA-2453-40B9-918C-9A1969B51891}" destId="{D5C6B579-F0EE-4603-8166-8D281B5C29C6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  <dgm:cxn modelId="{854995F0-84F8-493F-ABE1-40F4C58F00B3}" type="presParOf" srcId="{264A2C8F-124A-477D-966D-671DC691CF49}" destId="{82BF5B84-9296-46D6-BFA7-F011F69828B3}" srcOrd="7" destOrd="0" presId="urn:microsoft.com/office/officeart/2005/8/layout/list1"/>
    <dgm:cxn modelId="{28C0BCDA-2BEA-4D31-BBB3-35579843741E}" type="presParOf" srcId="{264A2C8F-124A-477D-966D-671DC691CF49}" destId="{6E5C9E32-A450-40AB-8189-6B299A5767ED}" srcOrd="8" destOrd="0" presId="urn:microsoft.com/office/officeart/2005/8/layout/list1"/>
    <dgm:cxn modelId="{DEB6CE72-FA73-4E49-903B-2AC2EA769E54}" type="presParOf" srcId="{6E5C9E32-A450-40AB-8189-6B299A5767ED}" destId="{D5C6B579-F0EE-4603-8166-8D281B5C29C6}" srcOrd="0" destOrd="0" presId="urn:microsoft.com/office/officeart/2005/8/layout/list1"/>
    <dgm:cxn modelId="{40C6A357-B222-4D95-83A5-0108DA5858C7}" type="presParOf" srcId="{6E5C9E32-A450-40AB-8189-6B299A5767ED}" destId="{AEBEA878-3163-4619-9244-BAA04DC1B805}" srcOrd="1" destOrd="0" presId="urn:microsoft.com/office/officeart/2005/8/layout/list1"/>
    <dgm:cxn modelId="{2CA6B6EE-D14F-4B0D-8F42-A36EBF17A17D}" type="presParOf" srcId="{264A2C8F-124A-477D-966D-671DC691CF49}" destId="{DD1384F5-21C8-4857-A209-BC425D547587}" srcOrd="9" destOrd="0" presId="urn:microsoft.com/office/officeart/2005/8/layout/list1"/>
    <dgm:cxn modelId="{043F5111-898A-4FCA-B0C4-38EF329B05EA}" type="presParOf" srcId="{264A2C8F-124A-477D-966D-671DC691CF49}" destId="{F55DFB48-9F8F-49BA-B27B-13F2FDA1AB9F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Lightweight (SPV) Stratum Wallet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Wallet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</a:t>
          </a:r>
          <a:r>
            <a:rPr lang="tr-TR" dirty="0"/>
            <a:t>node on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Stratum</a:t>
          </a:r>
          <a:r>
            <a:rPr lang="tr-TR" dirty="0"/>
            <a:t> protocol</a:t>
          </a:r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tr-TR" dirty="0"/>
            <a:t>Wallet</a:t>
          </a:r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5DC6B5B8-FCE7-450A-ADD3-C022F23D5BFB}">
      <dgm:prSet/>
      <dgm:spPr/>
      <dgm:t>
        <a:bodyPr/>
        <a:lstStyle/>
        <a:p>
          <a:endParaRPr lang="tr-TR" dirty="0"/>
        </a:p>
      </dgm:t>
    </dgm:pt>
    <dgm:pt modelId="{2F119901-D47B-4C52-B5DA-E4AAC99B6F3D}" type="parTrans" cxnId="{4A095B24-8C5D-4829-99A5-E3BDE1D977E7}">
      <dgm:prSet/>
      <dgm:spPr/>
      <dgm:t>
        <a:bodyPr/>
        <a:lstStyle/>
        <a:p>
          <a:endParaRPr lang="tr-TR"/>
        </a:p>
      </dgm:t>
    </dgm:pt>
    <dgm:pt modelId="{8084E07F-7F28-4E50-A02C-171E8986BD50}" type="sibTrans" cxnId="{4A095B24-8C5D-4829-99A5-E3BDE1D977E7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250D5710-E2DB-4A54-B681-68E90D6B9316}" type="presOf" srcId="{5DC6B5B8-FCE7-450A-ADD3-C022F23D5BFB}" destId="{0DD6F1CE-8971-4A35-A3E6-7B5B9A49F49B}" srcOrd="0" destOrd="1" presId="urn:microsoft.com/office/officeart/2005/8/layout/list1"/>
    <dgm:cxn modelId="{4A095B24-8C5D-4829-99A5-E3BDE1D977E7}" srcId="{3F233EEF-3058-46E1-8A8B-9E1DD1200118}" destId="{5DC6B5B8-FCE7-450A-ADD3-C022F23D5BFB}" srcOrd="1" destOrd="0" parTransId="{2F119901-D47B-4C52-B5DA-E4AAC99B6F3D}" sibTransId="{8084E07F-7F28-4E50-A02C-171E8986BD50}"/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1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8BFCD0F1-016D-4F03-8A95-B29A1F2D06C6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FAF421CC-498A-4161-81F7-A2E4CE4BEADD}">
      <dgm:prSet/>
      <dgm:spPr/>
      <dgm:t>
        <a:bodyPr/>
        <a:lstStyle/>
        <a:p>
          <a:r>
            <a:rPr lang="tr-TR" baseline="0"/>
            <a:t>The Extended Bitcoin Network</a:t>
          </a:r>
          <a:endParaRPr lang="en-US"/>
        </a:p>
      </dgm:t>
    </dgm:pt>
    <dgm:pt modelId="{529E0257-77C7-4C09-89B7-AFAF026FA995}" type="parTrans" cxnId="{6006F62B-0B6F-496E-8084-B28ADB334343}">
      <dgm:prSet/>
      <dgm:spPr/>
      <dgm:t>
        <a:bodyPr/>
        <a:lstStyle/>
        <a:p>
          <a:endParaRPr lang="en-US"/>
        </a:p>
      </dgm:t>
    </dgm:pt>
    <dgm:pt modelId="{F32FDA6B-B8BE-4C0B-B02C-222E6223BAD6}" type="sibTrans" cxnId="{6006F62B-0B6F-496E-8084-B28ADB334343}">
      <dgm:prSet/>
      <dgm:spPr/>
      <dgm:t>
        <a:bodyPr/>
        <a:lstStyle/>
        <a:p>
          <a:endParaRPr lang="en-US"/>
        </a:p>
      </dgm:t>
    </dgm:pt>
    <dgm:pt modelId="{91C71141-3A9F-4040-AF11-41A723037587}" type="pres">
      <dgm:prSet presAssocID="{8BFCD0F1-016D-4F03-8A95-B29A1F2D06C6}" presName="linear" presStyleCnt="0">
        <dgm:presLayoutVars>
          <dgm:animLvl val="lvl"/>
          <dgm:resizeHandles val="exact"/>
        </dgm:presLayoutVars>
      </dgm:prSet>
      <dgm:spPr/>
    </dgm:pt>
    <dgm:pt modelId="{AC9EDD46-7154-453B-99AF-51D94DE71DDA}" type="pres">
      <dgm:prSet presAssocID="{FAF421CC-498A-4161-81F7-A2E4CE4BEADD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6006F62B-0B6F-496E-8084-B28ADB334343}" srcId="{8BFCD0F1-016D-4F03-8A95-B29A1F2D06C6}" destId="{FAF421CC-498A-4161-81F7-A2E4CE4BEADD}" srcOrd="0" destOrd="0" parTransId="{529E0257-77C7-4C09-89B7-AFAF026FA995}" sibTransId="{F32FDA6B-B8BE-4C0B-B02C-222E6223BAD6}"/>
    <dgm:cxn modelId="{9084CB5D-7848-405E-8E5E-1FA04998AD34}" type="presOf" srcId="{FAF421CC-498A-4161-81F7-A2E4CE4BEADD}" destId="{AC9EDD46-7154-453B-99AF-51D94DE71DDA}" srcOrd="0" destOrd="0" presId="urn:microsoft.com/office/officeart/2005/8/layout/vList2"/>
    <dgm:cxn modelId="{6DB35881-AA93-4C64-85AF-111D601C4E62}" type="presOf" srcId="{8BFCD0F1-016D-4F03-8A95-B29A1F2D06C6}" destId="{91C71141-3A9F-4040-AF11-41A723037587}" srcOrd="0" destOrd="0" presId="urn:microsoft.com/office/officeart/2005/8/layout/vList2"/>
    <dgm:cxn modelId="{B6C7A4ED-53AE-4E52-AA7C-95232DA19B32}" type="presParOf" srcId="{91C71141-3A9F-4040-AF11-41A723037587}" destId="{AC9EDD46-7154-453B-99AF-51D94DE71DDA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1F818756-8D8D-4A82-9512-8E793F9FB10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33E6502-137F-438C-8C23-A776D918C1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listening nodes</a:t>
          </a:r>
        </a:p>
      </dgm:t>
    </dgm:pt>
    <dgm:pt modelId="{6B34FB05-BE94-4094-BDCB-9D3CF5FA7F88}" type="parTrans" cxnId="{8D971B54-F8BB-4E30-96C3-FF6D1C420121}">
      <dgm:prSet/>
      <dgm:spPr/>
      <dgm:t>
        <a:bodyPr/>
        <a:lstStyle/>
        <a:p>
          <a:endParaRPr lang="en-US"/>
        </a:p>
      </dgm:t>
    </dgm:pt>
    <dgm:pt modelId="{5F004365-1F7B-4628-9310-BF4C84B48CC9}" type="sibTrans" cxnId="{8D971B54-F8BB-4E30-96C3-FF6D1C420121}">
      <dgm:prSet/>
      <dgm:spPr/>
      <dgm:t>
        <a:bodyPr/>
        <a:lstStyle/>
        <a:p>
          <a:endParaRPr lang="en-US"/>
        </a:p>
      </dgm:t>
    </dgm:pt>
    <dgm:pt modelId="{68225938-9C07-4CB4-A54D-001AE05230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Core</a:t>
          </a:r>
        </a:p>
      </dgm:t>
    </dgm:pt>
    <dgm:pt modelId="{0E2F897F-2224-457E-877B-C16E2B868955}" type="parTrans" cxnId="{E8981EF3-8115-438C-89F3-085BD180DE6A}">
      <dgm:prSet/>
      <dgm:spPr/>
      <dgm:t>
        <a:bodyPr/>
        <a:lstStyle/>
        <a:p>
          <a:endParaRPr lang="en-US"/>
        </a:p>
      </dgm:t>
    </dgm:pt>
    <dgm:pt modelId="{7B7E46D7-7F98-4873-AE91-A52BC7B2315C}" type="sibTrans" cxnId="{E8981EF3-8115-438C-89F3-085BD180DE6A}">
      <dgm:prSet/>
      <dgm:spPr/>
      <dgm:t>
        <a:bodyPr/>
        <a:lstStyle/>
        <a:p>
          <a:endParaRPr lang="en-US"/>
        </a:p>
      </dgm:t>
    </dgm:pt>
    <dgm:pt modelId="{71C3FFD4-D5E7-4EB1-BF3F-9D40D416AB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various other implementations</a:t>
          </a:r>
        </a:p>
      </dgm:t>
    </dgm:pt>
    <dgm:pt modelId="{BA4D2C89-37F7-485F-807C-228FDE0AF2BB}" type="parTrans" cxnId="{3C05327D-7A47-4F5D-99B3-774751FBB3F4}">
      <dgm:prSet/>
      <dgm:spPr/>
      <dgm:t>
        <a:bodyPr/>
        <a:lstStyle/>
        <a:p>
          <a:endParaRPr lang="en-US"/>
        </a:p>
      </dgm:t>
    </dgm:pt>
    <dgm:pt modelId="{84A03C50-39F3-40BB-BC43-F8C9BD9C3008}" type="sibTrans" cxnId="{3C05327D-7A47-4F5D-99B3-774751FBB3F4}">
      <dgm:prSet/>
      <dgm:spPr/>
      <dgm:t>
        <a:bodyPr/>
        <a:lstStyle/>
        <a:p>
          <a:endParaRPr lang="en-US"/>
        </a:p>
      </dgm:t>
    </dgm:pt>
    <dgm:pt modelId="{54B06906-99B8-4692-A89F-84818D9369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P2P protocol </a:t>
          </a:r>
        </a:p>
      </dgm:t>
    </dgm:pt>
    <dgm:pt modelId="{810F56E5-BF55-4752-86B9-81C26DBD8DAB}" type="parTrans" cxnId="{B28E0FCD-49DD-4325-A9D2-1684AA4DC407}">
      <dgm:prSet/>
      <dgm:spPr/>
      <dgm:t>
        <a:bodyPr/>
        <a:lstStyle/>
        <a:p>
          <a:endParaRPr lang="tr-TR"/>
        </a:p>
      </dgm:t>
    </dgm:pt>
    <dgm:pt modelId="{BD97B6EE-334D-4D5B-B92A-D8F2D1D91056}" type="sibTrans" cxnId="{B28E0FCD-49DD-4325-A9D2-1684AA4DC407}">
      <dgm:prSet/>
      <dgm:spPr/>
      <dgm:t>
        <a:bodyPr/>
        <a:lstStyle/>
        <a:p>
          <a:endParaRPr lang="tr-TR"/>
        </a:p>
      </dgm:t>
    </dgm:pt>
    <dgm:pt modelId="{A41324E0-8891-47DA-A6F4-6689ECAF95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main bitcoin network</a:t>
          </a:r>
        </a:p>
      </dgm:t>
    </dgm:pt>
    <dgm:pt modelId="{627BD95F-9E8C-470F-8B4B-405196695F9A}" type="parTrans" cxnId="{F2DD1F2D-E643-4C5F-9363-28B6E9B0F452}">
      <dgm:prSet/>
      <dgm:spPr/>
      <dgm:t>
        <a:bodyPr/>
        <a:lstStyle/>
        <a:p>
          <a:endParaRPr lang="tr-TR"/>
        </a:p>
      </dgm:t>
    </dgm:pt>
    <dgm:pt modelId="{39AF81FF-85ED-48CF-9163-444C470ECA61}" type="sibTrans" cxnId="{F2DD1F2D-E643-4C5F-9363-28B6E9B0F452}">
      <dgm:prSet/>
      <dgm:spPr/>
      <dgm:t>
        <a:bodyPr/>
        <a:lstStyle/>
        <a:p>
          <a:endParaRPr lang="tr-TR"/>
        </a:p>
      </dgm:t>
    </dgm:pt>
    <dgm:pt modelId="{E7D2B239-8E71-408F-B0A1-C321F38CE2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5,000 </a:t>
          </a:r>
          <a:r>
            <a:rPr lang="tr-TR"/>
            <a:t>to </a:t>
          </a:r>
          <a:r>
            <a:rPr lang="en-US"/>
            <a:t>8,000</a:t>
          </a:r>
          <a:r>
            <a:rPr lang="tr-TR"/>
            <a:t> nodes</a:t>
          </a:r>
          <a:endParaRPr lang="en-US"/>
        </a:p>
      </dgm:t>
    </dgm:pt>
    <dgm:pt modelId="{BCEB61B6-C08B-4D06-9CDD-4B6DB29C0A3B}" type="parTrans" cxnId="{2860FDE8-4319-4A8C-95C5-0F02E508FA77}">
      <dgm:prSet/>
      <dgm:spPr/>
      <dgm:t>
        <a:bodyPr/>
        <a:lstStyle/>
        <a:p>
          <a:endParaRPr lang="en-US"/>
        </a:p>
      </dgm:t>
    </dgm:pt>
    <dgm:pt modelId="{BA60E29C-3D8C-4880-B471-1640FC12079B}" type="sibTrans" cxnId="{2860FDE8-4319-4A8C-95C5-0F02E508FA77}">
      <dgm:prSet/>
      <dgm:spPr/>
      <dgm:t>
        <a:bodyPr/>
        <a:lstStyle/>
        <a:p>
          <a:endParaRPr lang="en-US"/>
        </a:p>
      </dgm:t>
    </dgm:pt>
    <dgm:pt modelId="{F13B636D-A3D7-4ED4-B8FD-B8EB56E7BAA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 implementations</a:t>
          </a:r>
          <a:endParaRPr lang="en-US"/>
        </a:p>
      </dgm:t>
    </dgm:pt>
    <dgm:pt modelId="{90019841-B856-4729-9080-CF747D2F7770}" type="parTrans" cxnId="{5D3AE729-4F67-4986-8BEF-1537E3D77000}">
      <dgm:prSet/>
      <dgm:spPr/>
      <dgm:t>
        <a:bodyPr/>
        <a:lstStyle/>
        <a:p>
          <a:endParaRPr lang="tr-TR"/>
        </a:p>
      </dgm:t>
    </dgm:pt>
    <dgm:pt modelId="{EC27942A-05FA-4248-92B9-62B59C103726}" type="sibTrans" cxnId="{5D3AE729-4F67-4986-8BEF-1537E3D77000}">
      <dgm:prSet/>
      <dgm:spPr/>
      <dgm:t>
        <a:bodyPr/>
        <a:lstStyle/>
        <a:p>
          <a:endParaRPr lang="tr-TR"/>
        </a:p>
      </dgm:t>
    </dgm:pt>
    <dgm:pt modelId="{5BC64B66-CBA8-4166-ADBA-3843260AD2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few hundred nodes</a:t>
          </a:r>
        </a:p>
      </dgm:t>
    </dgm:pt>
    <dgm:pt modelId="{C3A65A08-C725-4DA1-9860-D7B3247E7E6D}" type="parTrans" cxnId="{63890A52-7532-4F99-8E66-2B810D45864C}">
      <dgm:prSet/>
      <dgm:spPr/>
      <dgm:t>
        <a:bodyPr/>
        <a:lstStyle/>
        <a:p>
          <a:endParaRPr lang="tr-TR"/>
        </a:p>
      </dgm:t>
    </dgm:pt>
    <dgm:pt modelId="{42E4EFA8-60FD-4A2E-8E87-72D7BC68BD0E}" type="sibTrans" cxnId="{63890A52-7532-4F99-8E66-2B810D45864C}">
      <dgm:prSet/>
      <dgm:spPr/>
      <dgm:t>
        <a:bodyPr/>
        <a:lstStyle/>
        <a:p>
          <a:endParaRPr lang="tr-TR"/>
        </a:p>
      </dgm:t>
    </dgm:pt>
    <dgm:pt modelId="{E44B4102-A911-4177-A07B-9327F20CEB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various versions of </a:t>
          </a:r>
          <a:r>
            <a:rPr lang="en-US" b="1"/>
            <a:t>Bitcoin Core</a:t>
          </a:r>
          <a:endParaRPr lang="en-US"/>
        </a:p>
      </dgm:t>
    </dgm:pt>
    <dgm:pt modelId="{74A6E24C-E78E-4F56-9089-217B8F4AAC8D}" type="parTrans" cxnId="{64D7EB31-1015-4BEB-AC96-BAC53243A193}">
      <dgm:prSet/>
      <dgm:spPr/>
      <dgm:t>
        <a:bodyPr/>
        <a:lstStyle/>
        <a:p>
          <a:endParaRPr lang="tr-TR"/>
        </a:p>
      </dgm:t>
    </dgm:pt>
    <dgm:pt modelId="{5ED45A01-197D-4AA9-B7E4-92665BE4485E}" type="sibTrans" cxnId="{64D7EB31-1015-4BEB-AC96-BAC53243A193}">
      <dgm:prSet/>
      <dgm:spPr/>
      <dgm:t>
        <a:bodyPr/>
        <a:lstStyle/>
        <a:p>
          <a:endParaRPr lang="tr-TR"/>
        </a:p>
      </dgm:t>
    </dgm:pt>
    <dgm:pt modelId="{84681C8D-6AB7-4FCD-9203-A6A2F751C2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P2P Protocol</a:t>
          </a:r>
          <a:endParaRPr lang="en-US"/>
        </a:p>
      </dgm:t>
    </dgm:pt>
    <dgm:pt modelId="{7E441D47-3980-450B-9C0C-CC887FA1AEAF}" type="parTrans" cxnId="{4513359A-595C-43AA-ACCE-58C727D0E470}">
      <dgm:prSet/>
      <dgm:spPr/>
      <dgm:t>
        <a:bodyPr/>
        <a:lstStyle/>
        <a:p>
          <a:endParaRPr lang="tr-TR"/>
        </a:p>
      </dgm:t>
    </dgm:pt>
    <dgm:pt modelId="{7746CC80-CE93-4F5D-AF07-4F9BEBFCC0B6}" type="sibTrans" cxnId="{4513359A-595C-43AA-ACCE-58C727D0E470}">
      <dgm:prSet/>
      <dgm:spPr/>
      <dgm:t>
        <a:bodyPr/>
        <a:lstStyle/>
        <a:p>
          <a:endParaRPr lang="tr-TR"/>
        </a:p>
      </dgm:t>
    </dgm:pt>
    <dgm:pt modelId="{14F2E8B1-9FDE-4868-94E3-CBDA904A06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All nodes run</a:t>
          </a:r>
          <a:endParaRPr lang="en-US"/>
        </a:p>
      </dgm:t>
    </dgm:pt>
    <dgm:pt modelId="{9B53A985-B259-47C0-81B1-93CC6988469B}" type="parTrans" cxnId="{E3E78C73-EE2D-4BD1-AB34-51C44ACE83DA}">
      <dgm:prSet/>
      <dgm:spPr/>
      <dgm:t>
        <a:bodyPr/>
        <a:lstStyle/>
        <a:p>
          <a:endParaRPr lang="tr-TR"/>
        </a:p>
      </dgm:t>
    </dgm:pt>
    <dgm:pt modelId="{1B03C177-E808-479C-A9E4-ED2AA14DDE46}" type="sibTrans" cxnId="{E3E78C73-EE2D-4BD1-AB34-51C44ACE83DA}">
      <dgm:prSet/>
      <dgm:spPr/>
      <dgm:t>
        <a:bodyPr/>
        <a:lstStyle/>
        <a:p>
          <a:endParaRPr lang="tr-TR"/>
        </a:p>
      </dgm:t>
    </dgm:pt>
    <dgm:pt modelId="{EF2FDEAD-53F1-4CF8-9EC6-5C77C97FF67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without depending on the implementation</a:t>
          </a:r>
          <a:endParaRPr lang="en-US"/>
        </a:p>
      </dgm:t>
    </dgm:pt>
    <dgm:pt modelId="{3C5EECD2-1E7F-4F83-903C-C38067096F43}" type="parTrans" cxnId="{FADCCB6B-32D7-4A3A-9AC9-DFBC16FE31E1}">
      <dgm:prSet/>
      <dgm:spPr/>
      <dgm:t>
        <a:bodyPr/>
        <a:lstStyle/>
        <a:p>
          <a:endParaRPr lang="tr-TR"/>
        </a:p>
      </dgm:t>
    </dgm:pt>
    <dgm:pt modelId="{F84AAA60-4EE5-48FF-BFB0-C8CDF53C6CA7}" type="sibTrans" cxnId="{FADCCB6B-32D7-4A3A-9AC9-DFBC16FE31E1}">
      <dgm:prSet/>
      <dgm:spPr/>
      <dgm:t>
        <a:bodyPr/>
        <a:lstStyle/>
        <a:p>
          <a:endParaRPr lang="tr-TR"/>
        </a:p>
      </dgm:t>
    </dgm:pt>
    <dgm:pt modelId="{5E5B6975-C9BC-4BF8-A9A1-4DCA30EC974A}" type="pres">
      <dgm:prSet presAssocID="{1F818756-8D8D-4A82-9512-8E793F9FB10A}" presName="root" presStyleCnt="0">
        <dgm:presLayoutVars>
          <dgm:dir/>
          <dgm:resizeHandles val="exact"/>
        </dgm:presLayoutVars>
      </dgm:prSet>
      <dgm:spPr/>
    </dgm:pt>
    <dgm:pt modelId="{36340357-70F1-456A-90B1-A28813B4B564}" type="pres">
      <dgm:prSet presAssocID="{A41324E0-8891-47DA-A6F4-6689ECAF955A}" presName="compNode" presStyleCnt="0"/>
      <dgm:spPr/>
    </dgm:pt>
    <dgm:pt modelId="{E3C9E108-FEB1-45A3-8AE1-22F5A0FEF14B}" type="pres">
      <dgm:prSet presAssocID="{A41324E0-8891-47DA-A6F4-6689ECAF955A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8E91788F-3B29-48A3-B9F9-5AD473B770DD}" type="pres">
      <dgm:prSet presAssocID="{A41324E0-8891-47DA-A6F4-6689ECAF955A}" presName="iconSpace" presStyleCnt="0"/>
      <dgm:spPr/>
    </dgm:pt>
    <dgm:pt modelId="{E5C53C4A-F74D-46CB-9C3C-DD8531BFCDE2}" type="pres">
      <dgm:prSet presAssocID="{A41324E0-8891-47DA-A6F4-6689ECAF955A}" presName="parTx" presStyleLbl="revTx" presStyleIdx="0" presStyleCnt="8">
        <dgm:presLayoutVars>
          <dgm:chMax val="0"/>
          <dgm:chPref val="0"/>
        </dgm:presLayoutVars>
      </dgm:prSet>
      <dgm:spPr/>
    </dgm:pt>
    <dgm:pt modelId="{6D95F006-D828-478E-A11F-483C3E4202EC}" type="pres">
      <dgm:prSet presAssocID="{A41324E0-8891-47DA-A6F4-6689ECAF955A}" presName="txSpace" presStyleCnt="0"/>
      <dgm:spPr/>
    </dgm:pt>
    <dgm:pt modelId="{CC8F4CEB-96A6-4F68-B89D-4D2D06BC67D7}" type="pres">
      <dgm:prSet presAssocID="{A41324E0-8891-47DA-A6F4-6689ECAF955A}" presName="desTx" presStyleLbl="revTx" presStyleIdx="1" presStyleCnt="8">
        <dgm:presLayoutVars/>
      </dgm:prSet>
      <dgm:spPr/>
    </dgm:pt>
    <dgm:pt modelId="{2CC81A2C-A257-448B-861F-32F306E3623E}" type="pres">
      <dgm:prSet presAssocID="{39AF81FF-85ED-48CF-9163-444C470ECA61}" presName="sibTrans" presStyleCnt="0"/>
      <dgm:spPr/>
    </dgm:pt>
    <dgm:pt modelId="{B3DFAB11-B63D-40DD-85BC-EBF20FE0818D}" type="pres">
      <dgm:prSet presAssocID="{68225938-9C07-4CB4-A54D-001AE0523091}" presName="compNode" presStyleCnt="0"/>
      <dgm:spPr/>
    </dgm:pt>
    <dgm:pt modelId="{33199743-C46F-4863-A736-18E5FE42B034}" type="pres">
      <dgm:prSet presAssocID="{68225938-9C07-4CB4-A54D-001AE0523091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CEC4CFDC-F98C-4AB6-9285-D2EEA7D8A5D0}" type="pres">
      <dgm:prSet presAssocID="{68225938-9C07-4CB4-A54D-001AE0523091}" presName="iconSpace" presStyleCnt="0"/>
      <dgm:spPr/>
    </dgm:pt>
    <dgm:pt modelId="{B25A20B1-B988-4DF5-8DB8-654B133079E6}" type="pres">
      <dgm:prSet presAssocID="{68225938-9C07-4CB4-A54D-001AE0523091}" presName="parTx" presStyleLbl="revTx" presStyleIdx="2" presStyleCnt="8">
        <dgm:presLayoutVars>
          <dgm:chMax val="0"/>
          <dgm:chPref val="0"/>
        </dgm:presLayoutVars>
      </dgm:prSet>
      <dgm:spPr/>
    </dgm:pt>
    <dgm:pt modelId="{20025E08-8906-40F6-B947-F333ADFDDFAE}" type="pres">
      <dgm:prSet presAssocID="{68225938-9C07-4CB4-A54D-001AE0523091}" presName="txSpace" presStyleCnt="0"/>
      <dgm:spPr/>
    </dgm:pt>
    <dgm:pt modelId="{88357AAB-53D1-4A97-A16D-7AA500C44CF1}" type="pres">
      <dgm:prSet presAssocID="{68225938-9C07-4CB4-A54D-001AE0523091}" presName="desTx" presStyleLbl="revTx" presStyleIdx="3" presStyleCnt="8">
        <dgm:presLayoutVars/>
      </dgm:prSet>
      <dgm:spPr/>
    </dgm:pt>
    <dgm:pt modelId="{2FBD1C64-F368-4906-8C30-3810ACAE19F1}" type="pres">
      <dgm:prSet presAssocID="{7B7E46D7-7F98-4873-AE91-A52BC7B2315C}" presName="sibTrans" presStyleCnt="0"/>
      <dgm:spPr/>
    </dgm:pt>
    <dgm:pt modelId="{0020863C-91EC-490A-882C-AA7E1A25821C}" type="pres">
      <dgm:prSet presAssocID="{F13B636D-A3D7-4ED4-B8FD-B8EB56E7BAA9}" presName="compNode" presStyleCnt="0"/>
      <dgm:spPr/>
    </dgm:pt>
    <dgm:pt modelId="{3D37B305-1D9A-469C-995C-D6500A4FD8B7}" type="pres">
      <dgm:prSet presAssocID="{F13B636D-A3D7-4ED4-B8FD-B8EB56E7BAA9}" presName="iconRect" presStyleLbl="node1" presStyleIdx="2" presStyleCnt="4"/>
      <dgm:spPr>
        <a:blipFill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laybook"/>
        </a:ext>
      </dgm:extLst>
    </dgm:pt>
    <dgm:pt modelId="{51BF5533-54E3-4344-AECA-81A80916786C}" type="pres">
      <dgm:prSet presAssocID="{F13B636D-A3D7-4ED4-B8FD-B8EB56E7BAA9}" presName="iconSpace" presStyleCnt="0"/>
      <dgm:spPr/>
    </dgm:pt>
    <dgm:pt modelId="{CE28DF5E-A9CF-4F90-91D6-7CBBBBE16F78}" type="pres">
      <dgm:prSet presAssocID="{F13B636D-A3D7-4ED4-B8FD-B8EB56E7BAA9}" presName="parTx" presStyleLbl="revTx" presStyleIdx="4" presStyleCnt="8">
        <dgm:presLayoutVars>
          <dgm:chMax val="0"/>
          <dgm:chPref val="0"/>
        </dgm:presLayoutVars>
      </dgm:prSet>
      <dgm:spPr/>
    </dgm:pt>
    <dgm:pt modelId="{2185513C-17F0-4D37-8D3F-D1BABF2818F2}" type="pres">
      <dgm:prSet presAssocID="{F13B636D-A3D7-4ED4-B8FD-B8EB56E7BAA9}" presName="txSpace" presStyleCnt="0"/>
      <dgm:spPr/>
    </dgm:pt>
    <dgm:pt modelId="{FFA1BA79-F5D3-4454-B528-5EB5D902FD32}" type="pres">
      <dgm:prSet presAssocID="{F13B636D-A3D7-4ED4-B8FD-B8EB56E7BAA9}" presName="desTx" presStyleLbl="revTx" presStyleIdx="5" presStyleCnt="8">
        <dgm:presLayoutVars/>
      </dgm:prSet>
      <dgm:spPr/>
    </dgm:pt>
    <dgm:pt modelId="{4ABF636E-5AF4-4597-B822-941E83E65D36}" type="pres">
      <dgm:prSet presAssocID="{EC27942A-05FA-4248-92B9-62B59C103726}" presName="sibTrans" presStyleCnt="0"/>
      <dgm:spPr/>
    </dgm:pt>
    <dgm:pt modelId="{9955A26B-032C-4A6F-AB1C-F580CD778357}" type="pres">
      <dgm:prSet presAssocID="{84681C8D-6AB7-4FCD-9203-A6A2F751C221}" presName="compNode" presStyleCnt="0"/>
      <dgm:spPr/>
    </dgm:pt>
    <dgm:pt modelId="{40E1A64A-91BC-46D5-AEFF-61DC30466BCB}" type="pres">
      <dgm:prSet presAssocID="{84681C8D-6AB7-4FCD-9203-A6A2F751C221}" presName="iconRect" presStyleLbl="node1" presStyleIdx="3" presStyleCnt="4"/>
      <dgm:spPr>
        <a:blipFill rotWithShape="1"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</dgm:spPr>
    </dgm:pt>
    <dgm:pt modelId="{0AFAB054-7FE2-43E8-A9DE-E6388758F0DB}" type="pres">
      <dgm:prSet presAssocID="{84681C8D-6AB7-4FCD-9203-A6A2F751C221}" presName="iconSpace" presStyleCnt="0"/>
      <dgm:spPr/>
    </dgm:pt>
    <dgm:pt modelId="{86158523-B8E8-44D9-B547-F7619B8EB8B2}" type="pres">
      <dgm:prSet presAssocID="{84681C8D-6AB7-4FCD-9203-A6A2F751C221}" presName="parTx" presStyleLbl="revTx" presStyleIdx="6" presStyleCnt="8">
        <dgm:presLayoutVars>
          <dgm:chMax val="0"/>
          <dgm:chPref val="0"/>
        </dgm:presLayoutVars>
      </dgm:prSet>
      <dgm:spPr/>
    </dgm:pt>
    <dgm:pt modelId="{9762DED5-AB6C-4CC2-94CE-A6381C755308}" type="pres">
      <dgm:prSet presAssocID="{84681C8D-6AB7-4FCD-9203-A6A2F751C221}" presName="txSpace" presStyleCnt="0"/>
      <dgm:spPr/>
    </dgm:pt>
    <dgm:pt modelId="{2A88D5BD-8C04-4C7D-A9E0-10ADC96200CC}" type="pres">
      <dgm:prSet presAssocID="{84681C8D-6AB7-4FCD-9203-A6A2F751C221}" presName="desTx" presStyleLbl="revTx" presStyleIdx="7" presStyleCnt="8">
        <dgm:presLayoutVars/>
      </dgm:prSet>
      <dgm:spPr/>
    </dgm:pt>
  </dgm:ptLst>
  <dgm:cxnLst>
    <dgm:cxn modelId="{43B84100-EF07-4A72-AC4A-297201D39ED9}" type="presOf" srcId="{EF2FDEAD-53F1-4CF8-9EC6-5C77C97FF670}" destId="{2A88D5BD-8C04-4C7D-A9E0-10ADC96200CC}" srcOrd="0" destOrd="1" presId="urn:microsoft.com/office/officeart/2018/5/layout/CenteredIconLabelDescriptionList"/>
    <dgm:cxn modelId="{C9D2DC1B-7085-4EC2-8008-0C301451EA98}" type="presOf" srcId="{68225938-9C07-4CB4-A54D-001AE0523091}" destId="{B25A20B1-B988-4DF5-8DB8-654B133079E6}" srcOrd="0" destOrd="0" presId="urn:microsoft.com/office/officeart/2018/5/layout/CenteredIconLabelDescriptionList"/>
    <dgm:cxn modelId="{5D3AE729-4F67-4986-8BEF-1537E3D77000}" srcId="{1F818756-8D8D-4A82-9512-8E793F9FB10A}" destId="{F13B636D-A3D7-4ED4-B8FD-B8EB56E7BAA9}" srcOrd="2" destOrd="0" parTransId="{90019841-B856-4729-9080-CF747D2F7770}" sibTransId="{EC27942A-05FA-4248-92B9-62B59C103726}"/>
    <dgm:cxn modelId="{F2DD1F2D-E643-4C5F-9363-28B6E9B0F452}" srcId="{1F818756-8D8D-4A82-9512-8E793F9FB10A}" destId="{A41324E0-8891-47DA-A6F4-6689ECAF955A}" srcOrd="0" destOrd="0" parTransId="{627BD95F-9E8C-470F-8B4B-405196695F9A}" sibTransId="{39AF81FF-85ED-48CF-9163-444C470ECA61}"/>
    <dgm:cxn modelId="{283BF130-1515-4454-8D0B-594DF002ED44}" type="presOf" srcId="{F13B636D-A3D7-4ED4-B8FD-B8EB56E7BAA9}" destId="{CE28DF5E-A9CF-4F90-91D6-7CBBBBE16F78}" srcOrd="0" destOrd="0" presId="urn:microsoft.com/office/officeart/2018/5/layout/CenteredIconLabelDescriptionList"/>
    <dgm:cxn modelId="{64D7EB31-1015-4BEB-AC96-BAC53243A193}" srcId="{68225938-9C07-4CB4-A54D-001AE0523091}" destId="{E44B4102-A911-4177-A07B-9327F20CEB66}" srcOrd="1" destOrd="0" parTransId="{74A6E24C-E78E-4F56-9089-217B8F4AAC8D}" sibTransId="{5ED45A01-197D-4AA9-B7E4-92665BE4485E}"/>
    <dgm:cxn modelId="{339F515F-670F-4CC7-8D9F-9B01D379E1F6}" type="presOf" srcId="{84681C8D-6AB7-4FCD-9203-A6A2F751C221}" destId="{86158523-B8E8-44D9-B547-F7619B8EB8B2}" srcOrd="0" destOrd="0" presId="urn:microsoft.com/office/officeart/2018/5/layout/CenteredIconLabelDescriptionList"/>
    <dgm:cxn modelId="{A6E8B44A-A8A0-4F82-B0F9-36319ED2A200}" type="presOf" srcId="{71C3FFD4-D5E7-4EB1-BF3F-9D40D416AB73}" destId="{FFA1BA79-F5D3-4454-B528-5EB5D902FD32}" srcOrd="0" destOrd="1" presId="urn:microsoft.com/office/officeart/2018/5/layout/CenteredIconLabelDescriptionList"/>
    <dgm:cxn modelId="{FADCCB6B-32D7-4A3A-9AC9-DFBC16FE31E1}" srcId="{84681C8D-6AB7-4FCD-9203-A6A2F751C221}" destId="{EF2FDEAD-53F1-4CF8-9EC6-5C77C97FF670}" srcOrd="1" destOrd="0" parTransId="{3C5EECD2-1E7F-4F83-903C-C38067096F43}" sibTransId="{F84AAA60-4EE5-48FF-BFB0-C8CDF53C6CA7}"/>
    <dgm:cxn modelId="{BB856B4C-1151-4EBD-B9BF-125EC94A45D8}" type="presOf" srcId="{14F2E8B1-9FDE-4868-94E3-CBDA904A061C}" destId="{2A88D5BD-8C04-4C7D-A9E0-10ADC96200CC}" srcOrd="0" destOrd="0" presId="urn:microsoft.com/office/officeart/2018/5/layout/CenteredIconLabelDescriptionList"/>
    <dgm:cxn modelId="{FA730150-3531-4837-A3FE-E9E69893A1A0}" type="presOf" srcId="{A41324E0-8891-47DA-A6F4-6689ECAF955A}" destId="{E5C53C4A-F74D-46CB-9C3C-DD8531BFCDE2}" srcOrd="0" destOrd="0" presId="urn:microsoft.com/office/officeart/2018/5/layout/CenteredIconLabelDescriptionList"/>
    <dgm:cxn modelId="{63890A52-7532-4F99-8E66-2B810D45864C}" srcId="{F13B636D-A3D7-4ED4-B8FD-B8EB56E7BAA9}" destId="{5BC64B66-CBA8-4166-ADBA-3843260AD22A}" srcOrd="0" destOrd="0" parTransId="{C3A65A08-C725-4DA1-9860-D7B3247E7E6D}" sibTransId="{42E4EFA8-60FD-4A2E-8E87-72D7BC68BD0E}"/>
    <dgm:cxn modelId="{E3E78C73-EE2D-4BD1-AB34-51C44ACE83DA}" srcId="{84681C8D-6AB7-4FCD-9203-A6A2F751C221}" destId="{14F2E8B1-9FDE-4868-94E3-CBDA904A061C}" srcOrd="0" destOrd="0" parTransId="{9B53A985-B259-47C0-81B1-93CC6988469B}" sibTransId="{1B03C177-E808-479C-A9E4-ED2AA14DDE46}"/>
    <dgm:cxn modelId="{8D971B54-F8BB-4E30-96C3-FF6D1C420121}" srcId="{A41324E0-8891-47DA-A6F4-6689ECAF955A}" destId="{633E6502-137F-438C-8C23-A776D918C1BC}" srcOrd="1" destOrd="0" parTransId="{6B34FB05-BE94-4094-BDCB-9D3CF5FA7F88}" sibTransId="{5F004365-1F7B-4628-9310-BF4C84B48CC9}"/>
    <dgm:cxn modelId="{B4A43275-4481-433D-8E1C-1ADCCFDE26E0}" type="presOf" srcId="{E44B4102-A911-4177-A07B-9327F20CEB66}" destId="{88357AAB-53D1-4A97-A16D-7AA500C44CF1}" srcOrd="0" destOrd="1" presId="urn:microsoft.com/office/officeart/2018/5/layout/CenteredIconLabelDescriptionList"/>
    <dgm:cxn modelId="{3C05327D-7A47-4F5D-99B3-774751FBB3F4}" srcId="{F13B636D-A3D7-4ED4-B8FD-B8EB56E7BAA9}" destId="{71C3FFD4-D5E7-4EB1-BF3F-9D40D416AB73}" srcOrd="1" destOrd="0" parTransId="{BA4D2C89-37F7-485F-807C-228FDE0AF2BB}" sibTransId="{84A03C50-39F3-40BB-BC43-F8C9BD9C3008}"/>
    <dgm:cxn modelId="{4513359A-595C-43AA-ACCE-58C727D0E470}" srcId="{1F818756-8D8D-4A82-9512-8E793F9FB10A}" destId="{84681C8D-6AB7-4FCD-9203-A6A2F751C221}" srcOrd="3" destOrd="0" parTransId="{7E441D47-3980-450B-9C0C-CC887FA1AEAF}" sibTransId="{7746CC80-CE93-4F5D-AF07-4F9BEBFCC0B6}"/>
    <dgm:cxn modelId="{413620BA-4C72-4260-B18D-7DDE5BE470BD}" type="presOf" srcId="{1F818756-8D8D-4A82-9512-8E793F9FB10A}" destId="{5E5B6975-C9BC-4BF8-A9A1-4DCA30EC974A}" srcOrd="0" destOrd="0" presId="urn:microsoft.com/office/officeart/2018/5/layout/CenteredIconLabelDescriptionList"/>
    <dgm:cxn modelId="{275566CC-F987-450C-AE02-4FE088A4204F}" type="presOf" srcId="{54B06906-99B8-4692-A89F-84818D93696B}" destId="{CC8F4CEB-96A6-4F68-B89D-4D2D06BC67D7}" srcOrd="0" destOrd="0" presId="urn:microsoft.com/office/officeart/2018/5/layout/CenteredIconLabelDescriptionList"/>
    <dgm:cxn modelId="{B28E0FCD-49DD-4325-A9D2-1684AA4DC407}" srcId="{A41324E0-8891-47DA-A6F4-6689ECAF955A}" destId="{54B06906-99B8-4692-A89F-84818D93696B}" srcOrd="0" destOrd="0" parTransId="{810F56E5-BF55-4752-86B9-81C26DBD8DAB}" sibTransId="{BD97B6EE-334D-4D5B-B92A-D8F2D1D91056}"/>
    <dgm:cxn modelId="{D5FE52DD-ADA4-45E9-8590-7AABC7148581}" type="presOf" srcId="{633E6502-137F-438C-8C23-A776D918C1BC}" destId="{CC8F4CEB-96A6-4F68-B89D-4D2D06BC67D7}" srcOrd="0" destOrd="1" presId="urn:microsoft.com/office/officeart/2018/5/layout/CenteredIconLabelDescriptionList"/>
    <dgm:cxn modelId="{576824E5-46E2-4117-A264-C4F881898799}" type="presOf" srcId="{5BC64B66-CBA8-4166-ADBA-3843260AD22A}" destId="{FFA1BA79-F5D3-4454-B528-5EB5D902FD32}" srcOrd="0" destOrd="0" presId="urn:microsoft.com/office/officeart/2018/5/layout/CenteredIconLabelDescriptionList"/>
    <dgm:cxn modelId="{2860FDE8-4319-4A8C-95C5-0F02E508FA77}" srcId="{68225938-9C07-4CB4-A54D-001AE0523091}" destId="{E7D2B239-8E71-408F-B0A1-C321F38CE269}" srcOrd="0" destOrd="0" parTransId="{BCEB61B6-C08B-4D06-9CDD-4B6DB29C0A3B}" sibTransId="{BA60E29C-3D8C-4880-B471-1640FC12079B}"/>
    <dgm:cxn modelId="{94C192EA-F780-4A32-B2E0-4FE837AD0ACF}" type="presOf" srcId="{E7D2B239-8E71-408F-B0A1-C321F38CE269}" destId="{88357AAB-53D1-4A97-A16D-7AA500C44CF1}" srcOrd="0" destOrd="0" presId="urn:microsoft.com/office/officeart/2018/5/layout/CenteredIconLabelDescriptionList"/>
    <dgm:cxn modelId="{E8981EF3-8115-438C-89F3-085BD180DE6A}" srcId="{1F818756-8D8D-4A82-9512-8E793F9FB10A}" destId="{68225938-9C07-4CB4-A54D-001AE0523091}" srcOrd="1" destOrd="0" parTransId="{0E2F897F-2224-457E-877B-C16E2B868955}" sibTransId="{7B7E46D7-7F98-4873-AE91-A52BC7B2315C}"/>
    <dgm:cxn modelId="{6365DA7B-39B8-47C2-9EC3-059A04D80418}" type="presParOf" srcId="{5E5B6975-C9BC-4BF8-A9A1-4DCA30EC974A}" destId="{36340357-70F1-456A-90B1-A28813B4B564}" srcOrd="0" destOrd="0" presId="urn:microsoft.com/office/officeart/2018/5/layout/CenteredIconLabelDescriptionList"/>
    <dgm:cxn modelId="{6D8AE8A3-883A-4AC6-9C14-08361B673D2F}" type="presParOf" srcId="{36340357-70F1-456A-90B1-A28813B4B564}" destId="{E3C9E108-FEB1-45A3-8AE1-22F5A0FEF14B}" srcOrd="0" destOrd="0" presId="urn:microsoft.com/office/officeart/2018/5/layout/CenteredIconLabelDescriptionList"/>
    <dgm:cxn modelId="{FD79DCED-0FE2-4B7F-84CB-0195FAA461A0}" type="presParOf" srcId="{36340357-70F1-456A-90B1-A28813B4B564}" destId="{8E91788F-3B29-48A3-B9F9-5AD473B770DD}" srcOrd="1" destOrd="0" presId="urn:microsoft.com/office/officeart/2018/5/layout/CenteredIconLabelDescriptionList"/>
    <dgm:cxn modelId="{D9ACD9D6-3F33-493C-BEB4-2F62996BE420}" type="presParOf" srcId="{36340357-70F1-456A-90B1-A28813B4B564}" destId="{E5C53C4A-F74D-46CB-9C3C-DD8531BFCDE2}" srcOrd="2" destOrd="0" presId="urn:microsoft.com/office/officeart/2018/5/layout/CenteredIconLabelDescriptionList"/>
    <dgm:cxn modelId="{61C519AB-A790-401E-9DB3-6E06CEF6E218}" type="presParOf" srcId="{36340357-70F1-456A-90B1-A28813B4B564}" destId="{6D95F006-D828-478E-A11F-483C3E4202EC}" srcOrd="3" destOrd="0" presId="urn:microsoft.com/office/officeart/2018/5/layout/CenteredIconLabelDescriptionList"/>
    <dgm:cxn modelId="{92F6D2FD-9FA6-48DA-A778-DE01267C6E68}" type="presParOf" srcId="{36340357-70F1-456A-90B1-A28813B4B564}" destId="{CC8F4CEB-96A6-4F68-B89D-4D2D06BC67D7}" srcOrd="4" destOrd="0" presId="urn:microsoft.com/office/officeart/2018/5/layout/CenteredIconLabelDescriptionList"/>
    <dgm:cxn modelId="{94430B8D-412E-4017-9942-C30079CB778B}" type="presParOf" srcId="{5E5B6975-C9BC-4BF8-A9A1-4DCA30EC974A}" destId="{2CC81A2C-A257-448B-861F-32F306E3623E}" srcOrd="1" destOrd="0" presId="urn:microsoft.com/office/officeart/2018/5/layout/CenteredIconLabelDescriptionList"/>
    <dgm:cxn modelId="{3EA23DEB-154B-4E95-8025-B85FF06ECE05}" type="presParOf" srcId="{5E5B6975-C9BC-4BF8-A9A1-4DCA30EC974A}" destId="{B3DFAB11-B63D-40DD-85BC-EBF20FE0818D}" srcOrd="2" destOrd="0" presId="urn:microsoft.com/office/officeart/2018/5/layout/CenteredIconLabelDescriptionList"/>
    <dgm:cxn modelId="{0F2E37CF-2068-4406-80B8-96D7FF88C250}" type="presParOf" srcId="{B3DFAB11-B63D-40DD-85BC-EBF20FE0818D}" destId="{33199743-C46F-4863-A736-18E5FE42B034}" srcOrd="0" destOrd="0" presId="urn:microsoft.com/office/officeart/2018/5/layout/CenteredIconLabelDescriptionList"/>
    <dgm:cxn modelId="{A84CA780-69FF-4BD6-A2DA-5A14D676F5FC}" type="presParOf" srcId="{B3DFAB11-B63D-40DD-85BC-EBF20FE0818D}" destId="{CEC4CFDC-F98C-4AB6-9285-D2EEA7D8A5D0}" srcOrd="1" destOrd="0" presId="urn:microsoft.com/office/officeart/2018/5/layout/CenteredIconLabelDescriptionList"/>
    <dgm:cxn modelId="{11C71316-E530-4077-AEB1-841F55A9536A}" type="presParOf" srcId="{B3DFAB11-B63D-40DD-85BC-EBF20FE0818D}" destId="{B25A20B1-B988-4DF5-8DB8-654B133079E6}" srcOrd="2" destOrd="0" presId="urn:microsoft.com/office/officeart/2018/5/layout/CenteredIconLabelDescriptionList"/>
    <dgm:cxn modelId="{E5C9593E-2A19-4498-8641-9F961EC3679B}" type="presParOf" srcId="{B3DFAB11-B63D-40DD-85BC-EBF20FE0818D}" destId="{20025E08-8906-40F6-B947-F333ADFDDFAE}" srcOrd="3" destOrd="0" presId="urn:microsoft.com/office/officeart/2018/5/layout/CenteredIconLabelDescriptionList"/>
    <dgm:cxn modelId="{6CF56616-42C6-4BEE-AF70-A260D0279056}" type="presParOf" srcId="{B3DFAB11-B63D-40DD-85BC-EBF20FE0818D}" destId="{88357AAB-53D1-4A97-A16D-7AA500C44CF1}" srcOrd="4" destOrd="0" presId="urn:microsoft.com/office/officeart/2018/5/layout/CenteredIconLabelDescriptionList"/>
    <dgm:cxn modelId="{ADE163AE-BC2E-4F22-95F9-56FB39251A0B}" type="presParOf" srcId="{5E5B6975-C9BC-4BF8-A9A1-4DCA30EC974A}" destId="{2FBD1C64-F368-4906-8C30-3810ACAE19F1}" srcOrd="3" destOrd="0" presId="urn:microsoft.com/office/officeart/2018/5/layout/CenteredIconLabelDescriptionList"/>
    <dgm:cxn modelId="{09FB1793-BBC5-4039-BE7D-74F5B1E9AD6E}" type="presParOf" srcId="{5E5B6975-C9BC-4BF8-A9A1-4DCA30EC974A}" destId="{0020863C-91EC-490A-882C-AA7E1A25821C}" srcOrd="4" destOrd="0" presId="urn:microsoft.com/office/officeart/2018/5/layout/CenteredIconLabelDescriptionList"/>
    <dgm:cxn modelId="{FCFDFEB6-39F4-4CFE-B31A-9BFAC9A4E1D3}" type="presParOf" srcId="{0020863C-91EC-490A-882C-AA7E1A25821C}" destId="{3D37B305-1D9A-469C-995C-D6500A4FD8B7}" srcOrd="0" destOrd="0" presId="urn:microsoft.com/office/officeart/2018/5/layout/CenteredIconLabelDescriptionList"/>
    <dgm:cxn modelId="{4340154C-A965-49B5-9504-61CE2F84D5EE}" type="presParOf" srcId="{0020863C-91EC-490A-882C-AA7E1A25821C}" destId="{51BF5533-54E3-4344-AECA-81A80916786C}" srcOrd="1" destOrd="0" presId="urn:microsoft.com/office/officeart/2018/5/layout/CenteredIconLabelDescriptionList"/>
    <dgm:cxn modelId="{9CA7436A-B2FD-4FE7-B37B-4498E33E59E8}" type="presParOf" srcId="{0020863C-91EC-490A-882C-AA7E1A25821C}" destId="{CE28DF5E-A9CF-4F90-91D6-7CBBBBE16F78}" srcOrd="2" destOrd="0" presId="urn:microsoft.com/office/officeart/2018/5/layout/CenteredIconLabelDescriptionList"/>
    <dgm:cxn modelId="{ACE7D9AB-DA5D-462B-8FD9-7F03A07CC280}" type="presParOf" srcId="{0020863C-91EC-490A-882C-AA7E1A25821C}" destId="{2185513C-17F0-4D37-8D3F-D1BABF2818F2}" srcOrd="3" destOrd="0" presId="urn:microsoft.com/office/officeart/2018/5/layout/CenteredIconLabelDescriptionList"/>
    <dgm:cxn modelId="{BF149F8D-DDD2-4EF5-BC38-5804C099E646}" type="presParOf" srcId="{0020863C-91EC-490A-882C-AA7E1A25821C}" destId="{FFA1BA79-F5D3-4454-B528-5EB5D902FD32}" srcOrd="4" destOrd="0" presId="urn:microsoft.com/office/officeart/2018/5/layout/CenteredIconLabelDescriptionList"/>
    <dgm:cxn modelId="{4BAE871B-8666-4713-A805-89328259BF1B}" type="presParOf" srcId="{5E5B6975-C9BC-4BF8-A9A1-4DCA30EC974A}" destId="{4ABF636E-5AF4-4597-B822-941E83E65D36}" srcOrd="5" destOrd="0" presId="urn:microsoft.com/office/officeart/2018/5/layout/CenteredIconLabelDescriptionList"/>
    <dgm:cxn modelId="{554FC3C7-01B2-4514-B41B-F3A3CC2F6EBB}" type="presParOf" srcId="{5E5B6975-C9BC-4BF8-A9A1-4DCA30EC974A}" destId="{9955A26B-032C-4A6F-AB1C-F580CD778357}" srcOrd="6" destOrd="0" presId="urn:microsoft.com/office/officeart/2018/5/layout/CenteredIconLabelDescriptionList"/>
    <dgm:cxn modelId="{773650B9-3D8E-4F2B-ADF9-5A16F862BB1F}" type="presParOf" srcId="{9955A26B-032C-4A6F-AB1C-F580CD778357}" destId="{40E1A64A-91BC-46D5-AEFF-61DC30466BCB}" srcOrd="0" destOrd="0" presId="urn:microsoft.com/office/officeart/2018/5/layout/CenteredIconLabelDescriptionList"/>
    <dgm:cxn modelId="{D5C2B05E-3B8A-40D5-B86D-BF29B1FDF87D}" type="presParOf" srcId="{9955A26B-032C-4A6F-AB1C-F580CD778357}" destId="{0AFAB054-7FE2-43E8-A9DE-E6388758F0DB}" srcOrd="1" destOrd="0" presId="urn:microsoft.com/office/officeart/2018/5/layout/CenteredIconLabelDescriptionList"/>
    <dgm:cxn modelId="{D8D3C9E7-D875-4292-971F-D808BE1B7933}" type="presParOf" srcId="{9955A26B-032C-4A6F-AB1C-F580CD778357}" destId="{86158523-B8E8-44D9-B547-F7619B8EB8B2}" srcOrd="2" destOrd="0" presId="urn:microsoft.com/office/officeart/2018/5/layout/CenteredIconLabelDescriptionList"/>
    <dgm:cxn modelId="{9410A1DA-31B0-484D-A67F-395BA7043F8E}" type="presParOf" srcId="{9955A26B-032C-4A6F-AB1C-F580CD778357}" destId="{9762DED5-AB6C-4CC2-94CE-A6381C755308}" srcOrd="3" destOrd="0" presId="urn:microsoft.com/office/officeart/2018/5/layout/CenteredIconLabelDescriptionList"/>
    <dgm:cxn modelId="{49039A8A-8D03-414D-80BA-8371E1A93810}" type="presParOf" srcId="{9955A26B-032C-4A6F-AB1C-F580CD778357}" destId="{2A88D5BD-8C04-4C7D-A9E0-10ADC96200C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9E6C43B0-F0C3-4449-8561-AD383510797B}" type="doc">
      <dgm:prSet loTypeId="urn:microsoft.com/office/officeart/2008/layout/LinedList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9E87DEAA-5904-4FF4-8471-3CBA525F440D}">
      <dgm:prSet/>
      <dgm:spPr/>
      <dgm:t>
        <a:bodyPr/>
        <a:lstStyle/>
        <a:p>
          <a:r>
            <a:rPr lang="en-US" dirty="0"/>
            <a:t>Bitcoin Classic </a:t>
          </a:r>
        </a:p>
      </dgm:t>
    </dgm:pt>
    <dgm:pt modelId="{796FBB70-96BE-4CFA-9865-AB781C7D5BC9}" type="parTrans" cxnId="{291EDB6D-CACE-472C-B4B7-860E37527422}">
      <dgm:prSet/>
      <dgm:spPr/>
      <dgm:t>
        <a:bodyPr/>
        <a:lstStyle/>
        <a:p>
          <a:endParaRPr lang="en-US"/>
        </a:p>
      </dgm:t>
    </dgm:pt>
    <dgm:pt modelId="{F2F7A3B4-E7CA-4FCF-BBC6-8705161529C3}" type="sibTrans" cxnId="{291EDB6D-CACE-472C-B4B7-860E37527422}">
      <dgm:prSet/>
      <dgm:spPr/>
      <dgm:t>
        <a:bodyPr/>
        <a:lstStyle/>
        <a:p>
          <a:endParaRPr lang="en-US"/>
        </a:p>
      </dgm:t>
    </dgm:pt>
    <dgm:pt modelId="{8DBA6694-F867-4E81-ADF3-7C5A753EA99B}">
      <dgm:prSet/>
      <dgm:spPr/>
      <dgm:t>
        <a:bodyPr/>
        <a:lstStyle/>
        <a:p>
          <a:r>
            <a:rPr lang="en-US" dirty="0"/>
            <a:t>Bitcoin Unlimited </a:t>
          </a:r>
        </a:p>
      </dgm:t>
    </dgm:pt>
    <dgm:pt modelId="{130A6F31-37A0-4388-AC36-0518A058A960}" type="parTrans" cxnId="{BFE539C3-EBB1-434D-9354-9CB922F868A7}">
      <dgm:prSet/>
      <dgm:spPr/>
      <dgm:t>
        <a:bodyPr/>
        <a:lstStyle/>
        <a:p>
          <a:endParaRPr lang="en-US"/>
        </a:p>
      </dgm:t>
    </dgm:pt>
    <dgm:pt modelId="{2FBF560D-B622-4BCA-B8F9-72B2F82A98DF}" type="sibTrans" cxnId="{BFE539C3-EBB1-434D-9354-9CB922F868A7}">
      <dgm:prSet/>
      <dgm:spPr/>
      <dgm:t>
        <a:bodyPr/>
        <a:lstStyle/>
        <a:p>
          <a:endParaRPr lang="en-US"/>
        </a:p>
      </dgm:t>
    </dgm:pt>
    <dgm:pt modelId="{6078ECF2-B492-45EC-97B8-649C0C0A8774}">
      <dgm:prSet/>
      <dgm:spPr/>
      <dgm:t>
        <a:bodyPr/>
        <a:lstStyle/>
        <a:p>
          <a:r>
            <a:rPr lang="en-US" dirty="0" err="1"/>
            <a:t>BitcoinJ</a:t>
          </a:r>
          <a:r>
            <a:rPr lang="en-US" dirty="0"/>
            <a:t> </a:t>
          </a:r>
        </a:p>
      </dgm:t>
    </dgm:pt>
    <dgm:pt modelId="{ADF490EF-491E-4329-BBB1-2C10744EBF58}" type="parTrans" cxnId="{C7B282FA-8C41-4FCB-8440-30DA34FFEFE2}">
      <dgm:prSet/>
      <dgm:spPr/>
      <dgm:t>
        <a:bodyPr/>
        <a:lstStyle/>
        <a:p>
          <a:endParaRPr lang="en-US"/>
        </a:p>
      </dgm:t>
    </dgm:pt>
    <dgm:pt modelId="{37C6BA0C-5C00-40E2-8B0F-2066CC08AF3E}" type="sibTrans" cxnId="{C7B282FA-8C41-4FCB-8440-30DA34FFEFE2}">
      <dgm:prSet/>
      <dgm:spPr/>
      <dgm:t>
        <a:bodyPr/>
        <a:lstStyle/>
        <a:p>
          <a:endParaRPr lang="en-US"/>
        </a:p>
      </dgm:t>
    </dgm:pt>
    <dgm:pt modelId="{3642D45F-C717-4A77-A15D-DD34C6C435CF}">
      <dgm:prSet/>
      <dgm:spPr/>
      <dgm:t>
        <a:bodyPr/>
        <a:lstStyle/>
        <a:p>
          <a:r>
            <a:rPr lang="en-US" dirty="0" err="1"/>
            <a:t>Libbitcoin</a:t>
          </a:r>
          <a:r>
            <a:rPr lang="tr-TR" dirty="0"/>
            <a:t> </a:t>
          </a:r>
          <a:endParaRPr lang="en-US" dirty="0"/>
        </a:p>
      </dgm:t>
    </dgm:pt>
    <dgm:pt modelId="{27131F83-BBD4-4554-AEDC-5580F6718646}" type="parTrans" cxnId="{DFD39307-0D17-4131-B36E-51DC311A48C2}">
      <dgm:prSet/>
      <dgm:spPr/>
      <dgm:t>
        <a:bodyPr/>
        <a:lstStyle/>
        <a:p>
          <a:endParaRPr lang="en-US"/>
        </a:p>
      </dgm:t>
    </dgm:pt>
    <dgm:pt modelId="{7EBFF6A6-F1A5-4B87-BC62-E1B4800EF6B7}" type="sibTrans" cxnId="{DFD39307-0D17-4131-B36E-51DC311A48C2}">
      <dgm:prSet/>
      <dgm:spPr/>
      <dgm:t>
        <a:bodyPr/>
        <a:lstStyle/>
        <a:p>
          <a:endParaRPr lang="en-US"/>
        </a:p>
      </dgm:t>
    </dgm:pt>
    <dgm:pt modelId="{A7438781-05EF-4C31-B7A8-4135FE0917EF}">
      <dgm:prSet/>
      <dgm:spPr/>
      <dgm:t>
        <a:bodyPr/>
        <a:lstStyle/>
        <a:p>
          <a:r>
            <a:rPr lang="tr-TR" dirty="0" err="1"/>
            <a:t>btcd</a:t>
          </a:r>
          <a:r>
            <a:rPr lang="tr-TR" dirty="0"/>
            <a:t> </a:t>
          </a:r>
          <a:endParaRPr lang="en-US" dirty="0"/>
        </a:p>
      </dgm:t>
    </dgm:pt>
    <dgm:pt modelId="{D1465E94-1589-48FE-A5DC-56230782ACBD}" type="parTrans" cxnId="{BD2C033C-2597-4F9C-9BCE-43E064D3F8CD}">
      <dgm:prSet/>
      <dgm:spPr/>
      <dgm:t>
        <a:bodyPr/>
        <a:lstStyle/>
        <a:p>
          <a:endParaRPr lang="en-US"/>
        </a:p>
      </dgm:t>
    </dgm:pt>
    <dgm:pt modelId="{DE735BB8-3CFB-4C52-BDFA-BC39CFC818A1}" type="sibTrans" cxnId="{BD2C033C-2597-4F9C-9BCE-43E064D3F8CD}">
      <dgm:prSet/>
      <dgm:spPr/>
      <dgm:t>
        <a:bodyPr/>
        <a:lstStyle/>
        <a:p>
          <a:endParaRPr lang="en-US"/>
        </a:p>
      </dgm:t>
    </dgm:pt>
    <dgm:pt modelId="{E3720277-5FD5-471E-B0BC-F273B9AE5B2E}">
      <dgm:prSet/>
      <dgm:spPr/>
      <dgm:t>
        <a:bodyPr/>
        <a:lstStyle/>
        <a:p>
          <a:r>
            <a:rPr lang="tr-TR" dirty="0" err="1"/>
            <a:t>bcoin</a:t>
          </a:r>
          <a:endParaRPr lang="en-US" dirty="0"/>
        </a:p>
      </dgm:t>
    </dgm:pt>
    <dgm:pt modelId="{52FC9637-7FA2-4D43-BC06-1B7C610501DC}" type="parTrans" cxnId="{07AC05F6-8C25-42AC-B31A-3922470C721F}">
      <dgm:prSet/>
      <dgm:spPr/>
      <dgm:t>
        <a:bodyPr/>
        <a:lstStyle/>
        <a:p>
          <a:endParaRPr lang="en-US"/>
        </a:p>
      </dgm:t>
    </dgm:pt>
    <dgm:pt modelId="{FF00F09F-506F-4DA9-91A2-CB54C65ECE3E}" type="sibTrans" cxnId="{07AC05F6-8C25-42AC-B31A-3922470C721F}">
      <dgm:prSet/>
      <dgm:spPr/>
      <dgm:t>
        <a:bodyPr/>
        <a:lstStyle/>
        <a:p>
          <a:endParaRPr lang="en-US"/>
        </a:p>
      </dgm:t>
    </dgm:pt>
    <dgm:pt modelId="{083DAF22-1A8D-4660-9B84-1B5E9778EE57}" type="pres">
      <dgm:prSet presAssocID="{9E6C43B0-F0C3-4449-8561-AD383510797B}" presName="vert0" presStyleCnt="0">
        <dgm:presLayoutVars>
          <dgm:dir/>
          <dgm:animOne val="branch"/>
          <dgm:animLvl val="lvl"/>
        </dgm:presLayoutVars>
      </dgm:prSet>
      <dgm:spPr/>
    </dgm:pt>
    <dgm:pt modelId="{EAD6F259-56DB-4919-96DA-76B09E34B4BB}" type="pres">
      <dgm:prSet presAssocID="{9E87DEAA-5904-4FF4-8471-3CBA525F440D}" presName="thickLine" presStyleLbl="alignNode1" presStyleIdx="0" presStyleCnt="6"/>
      <dgm:spPr/>
    </dgm:pt>
    <dgm:pt modelId="{D53A35E2-4F49-4373-848F-4F770A482F09}" type="pres">
      <dgm:prSet presAssocID="{9E87DEAA-5904-4FF4-8471-3CBA525F440D}" presName="horz1" presStyleCnt="0"/>
      <dgm:spPr/>
    </dgm:pt>
    <dgm:pt modelId="{7A2B962F-8BB1-45DC-A34F-F17FA4630EC9}" type="pres">
      <dgm:prSet presAssocID="{9E87DEAA-5904-4FF4-8471-3CBA525F440D}" presName="tx1" presStyleLbl="revTx" presStyleIdx="0" presStyleCnt="6"/>
      <dgm:spPr/>
    </dgm:pt>
    <dgm:pt modelId="{7A07C162-EAEA-4E75-B5E1-7D49C017E2D4}" type="pres">
      <dgm:prSet presAssocID="{9E87DEAA-5904-4FF4-8471-3CBA525F440D}" presName="vert1" presStyleCnt="0"/>
      <dgm:spPr/>
    </dgm:pt>
    <dgm:pt modelId="{4F87F519-AF1F-4843-815D-E99970512DF3}" type="pres">
      <dgm:prSet presAssocID="{8DBA6694-F867-4E81-ADF3-7C5A753EA99B}" presName="thickLine" presStyleLbl="alignNode1" presStyleIdx="1" presStyleCnt="6"/>
      <dgm:spPr/>
    </dgm:pt>
    <dgm:pt modelId="{7913B82D-6EED-46C9-B3AE-D88B62B1DB44}" type="pres">
      <dgm:prSet presAssocID="{8DBA6694-F867-4E81-ADF3-7C5A753EA99B}" presName="horz1" presStyleCnt="0"/>
      <dgm:spPr/>
    </dgm:pt>
    <dgm:pt modelId="{7FEF98FC-BCCD-40F5-9E02-242FC1F25D8A}" type="pres">
      <dgm:prSet presAssocID="{8DBA6694-F867-4E81-ADF3-7C5A753EA99B}" presName="tx1" presStyleLbl="revTx" presStyleIdx="1" presStyleCnt="6"/>
      <dgm:spPr/>
    </dgm:pt>
    <dgm:pt modelId="{B4939A98-677E-4F53-BA48-208F2BD0E021}" type="pres">
      <dgm:prSet presAssocID="{8DBA6694-F867-4E81-ADF3-7C5A753EA99B}" presName="vert1" presStyleCnt="0"/>
      <dgm:spPr/>
    </dgm:pt>
    <dgm:pt modelId="{F3C80514-0562-4E10-8769-47D168F52E55}" type="pres">
      <dgm:prSet presAssocID="{6078ECF2-B492-45EC-97B8-649C0C0A8774}" presName="thickLine" presStyleLbl="alignNode1" presStyleIdx="2" presStyleCnt="6"/>
      <dgm:spPr/>
    </dgm:pt>
    <dgm:pt modelId="{94D4B2EF-F2BD-42A4-BFB0-10A72921EE3A}" type="pres">
      <dgm:prSet presAssocID="{6078ECF2-B492-45EC-97B8-649C0C0A8774}" presName="horz1" presStyleCnt="0"/>
      <dgm:spPr/>
    </dgm:pt>
    <dgm:pt modelId="{2B77E9D9-676E-4E49-877D-74E022E3A34D}" type="pres">
      <dgm:prSet presAssocID="{6078ECF2-B492-45EC-97B8-649C0C0A8774}" presName="tx1" presStyleLbl="revTx" presStyleIdx="2" presStyleCnt="6"/>
      <dgm:spPr/>
    </dgm:pt>
    <dgm:pt modelId="{C41C8846-D67C-4F77-88EB-0B4342ADBECA}" type="pres">
      <dgm:prSet presAssocID="{6078ECF2-B492-45EC-97B8-649C0C0A8774}" presName="vert1" presStyleCnt="0"/>
      <dgm:spPr/>
    </dgm:pt>
    <dgm:pt modelId="{3FFCA3D5-F2AE-45FE-AA10-1A0AFBD1ED2F}" type="pres">
      <dgm:prSet presAssocID="{3642D45F-C717-4A77-A15D-DD34C6C435CF}" presName="thickLine" presStyleLbl="alignNode1" presStyleIdx="3" presStyleCnt="6"/>
      <dgm:spPr/>
    </dgm:pt>
    <dgm:pt modelId="{1932FA79-7E0E-4302-A350-FBF943FCA97A}" type="pres">
      <dgm:prSet presAssocID="{3642D45F-C717-4A77-A15D-DD34C6C435CF}" presName="horz1" presStyleCnt="0"/>
      <dgm:spPr/>
    </dgm:pt>
    <dgm:pt modelId="{C0AC4B51-283D-4CB5-A0F4-8AD0FA2F2F19}" type="pres">
      <dgm:prSet presAssocID="{3642D45F-C717-4A77-A15D-DD34C6C435CF}" presName="tx1" presStyleLbl="revTx" presStyleIdx="3" presStyleCnt="6"/>
      <dgm:spPr/>
    </dgm:pt>
    <dgm:pt modelId="{0E31A6F2-8475-4067-8EF7-6DEDF355CB79}" type="pres">
      <dgm:prSet presAssocID="{3642D45F-C717-4A77-A15D-DD34C6C435CF}" presName="vert1" presStyleCnt="0"/>
      <dgm:spPr/>
    </dgm:pt>
    <dgm:pt modelId="{873937D1-2B39-4DEA-A439-7E0E5DBE84D6}" type="pres">
      <dgm:prSet presAssocID="{A7438781-05EF-4C31-B7A8-4135FE0917EF}" presName="thickLine" presStyleLbl="alignNode1" presStyleIdx="4" presStyleCnt="6"/>
      <dgm:spPr/>
    </dgm:pt>
    <dgm:pt modelId="{3F2C8880-EFDC-4538-A6C6-54A474805896}" type="pres">
      <dgm:prSet presAssocID="{A7438781-05EF-4C31-B7A8-4135FE0917EF}" presName="horz1" presStyleCnt="0"/>
      <dgm:spPr/>
    </dgm:pt>
    <dgm:pt modelId="{02F48384-511A-427B-886B-E7D042568FE5}" type="pres">
      <dgm:prSet presAssocID="{A7438781-05EF-4C31-B7A8-4135FE0917EF}" presName="tx1" presStyleLbl="revTx" presStyleIdx="4" presStyleCnt="6"/>
      <dgm:spPr/>
    </dgm:pt>
    <dgm:pt modelId="{E9BA3401-925F-4219-AFB4-A91A4EE93BA3}" type="pres">
      <dgm:prSet presAssocID="{A7438781-05EF-4C31-B7A8-4135FE0917EF}" presName="vert1" presStyleCnt="0"/>
      <dgm:spPr/>
    </dgm:pt>
    <dgm:pt modelId="{B9D1723A-2247-4597-A8CA-22D849D0D71D}" type="pres">
      <dgm:prSet presAssocID="{E3720277-5FD5-471E-B0BC-F273B9AE5B2E}" presName="thickLine" presStyleLbl="alignNode1" presStyleIdx="5" presStyleCnt="6"/>
      <dgm:spPr/>
    </dgm:pt>
    <dgm:pt modelId="{6A54C6D6-E213-470E-9B2D-6DBD14705743}" type="pres">
      <dgm:prSet presAssocID="{E3720277-5FD5-471E-B0BC-F273B9AE5B2E}" presName="horz1" presStyleCnt="0"/>
      <dgm:spPr/>
    </dgm:pt>
    <dgm:pt modelId="{0BBF49C3-95CF-4BE2-B468-1691B7FEB1FE}" type="pres">
      <dgm:prSet presAssocID="{E3720277-5FD5-471E-B0BC-F273B9AE5B2E}" presName="tx1" presStyleLbl="revTx" presStyleIdx="5" presStyleCnt="6"/>
      <dgm:spPr/>
    </dgm:pt>
    <dgm:pt modelId="{75803449-B192-4291-8073-62E02B993F0D}" type="pres">
      <dgm:prSet presAssocID="{E3720277-5FD5-471E-B0BC-F273B9AE5B2E}" presName="vert1" presStyleCnt="0"/>
      <dgm:spPr/>
    </dgm:pt>
  </dgm:ptLst>
  <dgm:cxnLst>
    <dgm:cxn modelId="{DFD39307-0D17-4131-B36E-51DC311A48C2}" srcId="{9E6C43B0-F0C3-4449-8561-AD383510797B}" destId="{3642D45F-C717-4A77-A15D-DD34C6C435CF}" srcOrd="3" destOrd="0" parTransId="{27131F83-BBD4-4554-AEDC-5580F6718646}" sibTransId="{7EBFF6A6-F1A5-4B87-BC62-E1B4800EF6B7}"/>
    <dgm:cxn modelId="{9BD23437-649E-4D15-AE43-5B92D28768CA}" type="presOf" srcId="{9E87DEAA-5904-4FF4-8471-3CBA525F440D}" destId="{7A2B962F-8BB1-45DC-A34F-F17FA4630EC9}" srcOrd="0" destOrd="0" presId="urn:microsoft.com/office/officeart/2008/layout/LinedList"/>
    <dgm:cxn modelId="{BD2C033C-2597-4F9C-9BCE-43E064D3F8CD}" srcId="{9E6C43B0-F0C3-4449-8561-AD383510797B}" destId="{A7438781-05EF-4C31-B7A8-4135FE0917EF}" srcOrd="4" destOrd="0" parTransId="{D1465E94-1589-48FE-A5DC-56230782ACBD}" sibTransId="{DE735BB8-3CFB-4C52-BDFA-BC39CFC818A1}"/>
    <dgm:cxn modelId="{E32DAF62-08B9-415F-91BB-3D8CD15BE33E}" type="presOf" srcId="{8DBA6694-F867-4E81-ADF3-7C5A753EA99B}" destId="{7FEF98FC-BCCD-40F5-9E02-242FC1F25D8A}" srcOrd="0" destOrd="0" presId="urn:microsoft.com/office/officeart/2008/layout/LinedList"/>
    <dgm:cxn modelId="{291EDB6D-CACE-472C-B4B7-860E37527422}" srcId="{9E6C43B0-F0C3-4449-8561-AD383510797B}" destId="{9E87DEAA-5904-4FF4-8471-3CBA525F440D}" srcOrd="0" destOrd="0" parTransId="{796FBB70-96BE-4CFA-9865-AB781C7D5BC9}" sibTransId="{F2F7A3B4-E7CA-4FCF-BBC6-8705161529C3}"/>
    <dgm:cxn modelId="{95FCC86E-93C2-4297-8EC6-3EC541B2D4A0}" type="presOf" srcId="{6078ECF2-B492-45EC-97B8-649C0C0A8774}" destId="{2B77E9D9-676E-4E49-877D-74E022E3A34D}" srcOrd="0" destOrd="0" presId="urn:microsoft.com/office/officeart/2008/layout/LinedList"/>
    <dgm:cxn modelId="{EB952483-8034-4DAB-B16C-8CA3703B1A18}" type="presOf" srcId="{3642D45F-C717-4A77-A15D-DD34C6C435CF}" destId="{C0AC4B51-283D-4CB5-A0F4-8AD0FA2F2F19}" srcOrd="0" destOrd="0" presId="urn:microsoft.com/office/officeart/2008/layout/LinedList"/>
    <dgm:cxn modelId="{045718A2-BA90-4773-ACE4-F197DDE65C6B}" type="presOf" srcId="{E3720277-5FD5-471E-B0BC-F273B9AE5B2E}" destId="{0BBF49C3-95CF-4BE2-B468-1691B7FEB1FE}" srcOrd="0" destOrd="0" presId="urn:microsoft.com/office/officeart/2008/layout/LinedList"/>
    <dgm:cxn modelId="{4ED310C2-779F-4613-B65F-684E473D0AE0}" type="presOf" srcId="{A7438781-05EF-4C31-B7A8-4135FE0917EF}" destId="{02F48384-511A-427B-886B-E7D042568FE5}" srcOrd="0" destOrd="0" presId="urn:microsoft.com/office/officeart/2008/layout/LinedList"/>
    <dgm:cxn modelId="{BFE539C3-EBB1-434D-9354-9CB922F868A7}" srcId="{9E6C43B0-F0C3-4449-8561-AD383510797B}" destId="{8DBA6694-F867-4E81-ADF3-7C5A753EA99B}" srcOrd="1" destOrd="0" parTransId="{130A6F31-37A0-4388-AC36-0518A058A960}" sibTransId="{2FBF560D-B622-4BCA-B8F9-72B2F82A98DF}"/>
    <dgm:cxn modelId="{1B2F70C7-9BC9-4B8A-B7E2-346633BF7315}" type="presOf" srcId="{9E6C43B0-F0C3-4449-8561-AD383510797B}" destId="{083DAF22-1A8D-4660-9B84-1B5E9778EE57}" srcOrd="0" destOrd="0" presId="urn:microsoft.com/office/officeart/2008/layout/LinedList"/>
    <dgm:cxn modelId="{07AC05F6-8C25-42AC-B31A-3922470C721F}" srcId="{9E6C43B0-F0C3-4449-8561-AD383510797B}" destId="{E3720277-5FD5-471E-B0BC-F273B9AE5B2E}" srcOrd="5" destOrd="0" parTransId="{52FC9637-7FA2-4D43-BC06-1B7C610501DC}" sibTransId="{FF00F09F-506F-4DA9-91A2-CB54C65ECE3E}"/>
    <dgm:cxn modelId="{C7B282FA-8C41-4FCB-8440-30DA34FFEFE2}" srcId="{9E6C43B0-F0C3-4449-8561-AD383510797B}" destId="{6078ECF2-B492-45EC-97B8-649C0C0A8774}" srcOrd="2" destOrd="0" parTransId="{ADF490EF-491E-4329-BBB1-2C10744EBF58}" sibTransId="{37C6BA0C-5C00-40E2-8B0F-2066CC08AF3E}"/>
    <dgm:cxn modelId="{07DA7A8E-B325-46F1-AEA3-D168FF47C209}" type="presParOf" srcId="{083DAF22-1A8D-4660-9B84-1B5E9778EE57}" destId="{EAD6F259-56DB-4919-96DA-76B09E34B4BB}" srcOrd="0" destOrd="0" presId="urn:microsoft.com/office/officeart/2008/layout/LinedList"/>
    <dgm:cxn modelId="{923D24C3-82D3-41E4-BE1C-582AAD76AF8F}" type="presParOf" srcId="{083DAF22-1A8D-4660-9B84-1B5E9778EE57}" destId="{D53A35E2-4F49-4373-848F-4F770A482F09}" srcOrd="1" destOrd="0" presId="urn:microsoft.com/office/officeart/2008/layout/LinedList"/>
    <dgm:cxn modelId="{F432F9F4-1117-423A-A0D0-A31BA073F099}" type="presParOf" srcId="{D53A35E2-4F49-4373-848F-4F770A482F09}" destId="{7A2B962F-8BB1-45DC-A34F-F17FA4630EC9}" srcOrd="0" destOrd="0" presId="urn:microsoft.com/office/officeart/2008/layout/LinedList"/>
    <dgm:cxn modelId="{54EE8584-AA7F-4C2A-B762-B87D473E2EB9}" type="presParOf" srcId="{D53A35E2-4F49-4373-848F-4F770A482F09}" destId="{7A07C162-EAEA-4E75-B5E1-7D49C017E2D4}" srcOrd="1" destOrd="0" presId="urn:microsoft.com/office/officeart/2008/layout/LinedList"/>
    <dgm:cxn modelId="{F0AF745D-9772-4DBD-A5A9-2A340A324DF3}" type="presParOf" srcId="{083DAF22-1A8D-4660-9B84-1B5E9778EE57}" destId="{4F87F519-AF1F-4843-815D-E99970512DF3}" srcOrd="2" destOrd="0" presId="urn:microsoft.com/office/officeart/2008/layout/LinedList"/>
    <dgm:cxn modelId="{2C4DC4FA-45CA-4489-96DF-6F22BB8135BB}" type="presParOf" srcId="{083DAF22-1A8D-4660-9B84-1B5E9778EE57}" destId="{7913B82D-6EED-46C9-B3AE-D88B62B1DB44}" srcOrd="3" destOrd="0" presId="urn:microsoft.com/office/officeart/2008/layout/LinedList"/>
    <dgm:cxn modelId="{6E6C4B1D-EC58-45B0-86B1-77223B767CCB}" type="presParOf" srcId="{7913B82D-6EED-46C9-B3AE-D88B62B1DB44}" destId="{7FEF98FC-BCCD-40F5-9E02-242FC1F25D8A}" srcOrd="0" destOrd="0" presId="urn:microsoft.com/office/officeart/2008/layout/LinedList"/>
    <dgm:cxn modelId="{C361A499-541B-40C5-994C-70550D42218E}" type="presParOf" srcId="{7913B82D-6EED-46C9-B3AE-D88B62B1DB44}" destId="{B4939A98-677E-4F53-BA48-208F2BD0E021}" srcOrd="1" destOrd="0" presId="urn:microsoft.com/office/officeart/2008/layout/LinedList"/>
    <dgm:cxn modelId="{E73DBC49-46ED-48D6-BFEC-2D4E02A89E6A}" type="presParOf" srcId="{083DAF22-1A8D-4660-9B84-1B5E9778EE57}" destId="{F3C80514-0562-4E10-8769-47D168F52E55}" srcOrd="4" destOrd="0" presId="urn:microsoft.com/office/officeart/2008/layout/LinedList"/>
    <dgm:cxn modelId="{8E9F9C2A-2F91-47F4-AC44-A83615B77FA5}" type="presParOf" srcId="{083DAF22-1A8D-4660-9B84-1B5E9778EE57}" destId="{94D4B2EF-F2BD-42A4-BFB0-10A72921EE3A}" srcOrd="5" destOrd="0" presId="urn:microsoft.com/office/officeart/2008/layout/LinedList"/>
    <dgm:cxn modelId="{2AC9FDDB-D054-42D0-9D6E-20050E125DD1}" type="presParOf" srcId="{94D4B2EF-F2BD-42A4-BFB0-10A72921EE3A}" destId="{2B77E9D9-676E-4E49-877D-74E022E3A34D}" srcOrd="0" destOrd="0" presId="urn:microsoft.com/office/officeart/2008/layout/LinedList"/>
    <dgm:cxn modelId="{CE89906C-24EA-48FF-8BC9-CF4DA27AFFC8}" type="presParOf" srcId="{94D4B2EF-F2BD-42A4-BFB0-10A72921EE3A}" destId="{C41C8846-D67C-4F77-88EB-0B4342ADBECA}" srcOrd="1" destOrd="0" presId="urn:microsoft.com/office/officeart/2008/layout/LinedList"/>
    <dgm:cxn modelId="{8AB39BBD-5B90-4A2E-8671-CC36B0452D0A}" type="presParOf" srcId="{083DAF22-1A8D-4660-9B84-1B5E9778EE57}" destId="{3FFCA3D5-F2AE-45FE-AA10-1A0AFBD1ED2F}" srcOrd="6" destOrd="0" presId="urn:microsoft.com/office/officeart/2008/layout/LinedList"/>
    <dgm:cxn modelId="{9263B7A4-2B99-4E2B-9165-142285FDB24E}" type="presParOf" srcId="{083DAF22-1A8D-4660-9B84-1B5E9778EE57}" destId="{1932FA79-7E0E-4302-A350-FBF943FCA97A}" srcOrd="7" destOrd="0" presId="urn:microsoft.com/office/officeart/2008/layout/LinedList"/>
    <dgm:cxn modelId="{AA9A22A0-D54F-46C0-BE50-F46660D70C6A}" type="presParOf" srcId="{1932FA79-7E0E-4302-A350-FBF943FCA97A}" destId="{C0AC4B51-283D-4CB5-A0F4-8AD0FA2F2F19}" srcOrd="0" destOrd="0" presId="urn:microsoft.com/office/officeart/2008/layout/LinedList"/>
    <dgm:cxn modelId="{503B0A72-857E-4D9E-BD47-91C52292BE03}" type="presParOf" srcId="{1932FA79-7E0E-4302-A350-FBF943FCA97A}" destId="{0E31A6F2-8475-4067-8EF7-6DEDF355CB79}" srcOrd="1" destOrd="0" presId="urn:microsoft.com/office/officeart/2008/layout/LinedList"/>
    <dgm:cxn modelId="{CD194AE0-71B6-4620-A743-FA7C3B465504}" type="presParOf" srcId="{083DAF22-1A8D-4660-9B84-1B5E9778EE57}" destId="{873937D1-2B39-4DEA-A439-7E0E5DBE84D6}" srcOrd="8" destOrd="0" presId="urn:microsoft.com/office/officeart/2008/layout/LinedList"/>
    <dgm:cxn modelId="{36713F82-7B8C-4905-B38D-2C101CC3F2F6}" type="presParOf" srcId="{083DAF22-1A8D-4660-9B84-1B5E9778EE57}" destId="{3F2C8880-EFDC-4538-A6C6-54A474805896}" srcOrd="9" destOrd="0" presId="urn:microsoft.com/office/officeart/2008/layout/LinedList"/>
    <dgm:cxn modelId="{37AB4331-3E4C-4813-8D3F-C131DEA54045}" type="presParOf" srcId="{3F2C8880-EFDC-4538-A6C6-54A474805896}" destId="{02F48384-511A-427B-886B-E7D042568FE5}" srcOrd="0" destOrd="0" presId="urn:microsoft.com/office/officeart/2008/layout/LinedList"/>
    <dgm:cxn modelId="{2954235A-B749-4ED4-A6E2-1C1CCF894DE0}" type="presParOf" srcId="{3F2C8880-EFDC-4538-A6C6-54A474805896}" destId="{E9BA3401-925F-4219-AFB4-A91A4EE93BA3}" srcOrd="1" destOrd="0" presId="urn:microsoft.com/office/officeart/2008/layout/LinedList"/>
    <dgm:cxn modelId="{6010AAB3-DBE7-466C-9A1E-43BB124B9035}" type="presParOf" srcId="{083DAF22-1A8D-4660-9B84-1B5E9778EE57}" destId="{B9D1723A-2247-4597-A8CA-22D849D0D71D}" srcOrd="10" destOrd="0" presId="urn:microsoft.com/office/officeart/2008/layout/LinedList"/>
    <dgm:cxn modelId="{C74EF98A-49C3-4646-86B9-02C5AA6B8B13}" type="presParOf" srcId="{083DAF22-1A8D-4660-9B84-1B5E9778EE57}" destId="{6A54C6D6-E213-470E-9B2D-6DBD14705743}" srcOrd="11" destOrd="0" presId="urn:microsoft.com/office/officeart/2008/layout/LinedList"/>
    <dgm:cxn modelId="{D9E45A55-F4F0-4174-A48D-DFCE23345CB7}" type="presParOf" srcId="{6A54C6D6-E213-470E-9B2D-6DBD14705743}" destId="{0BBF49C3-95CF-4BE2-B468-1691B7FEB1FE}" srcOrd="0" destOrd="0" presId="urn:microsoft.com/office/officeart/2008/layout/LinedList"/>
    <dgm:cxn modelId="{01D9D7C9-7891-4398-9E78-BF1166BDD966}" type="presParOf" srcId="{6A54C6D6-E213-470E-9B2D-6DBD14705743}" destId="{75803449-B192-4291-8073-62E02B993F0D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27034430-C41D-4AEE-AFC1-D3D50D785EA9}" type="doc">
      <dgm:prSet loTypeId="urn:microsoft.com/office/officeart/2005/8/layout/vList2" loCatId="list" qsTypeId="urn:microsoft.com/office/officeart/2005/8/quickstyle/simple2" qsCatId="simple" csTypeId="urn:microsoft.com/office/officeart/2005/8/colors/colorful1" csCatId="colorful"/>
      <dgm:spPr/>
      <dgm:t>
        <a:bodyPr/>
        <a:lstStyle/>
        <a:p>
          <a:endParaRPr lang="tr-TR"/>
        </a:p>
      </dgm:t>
    </dgm:pt>
    <dgm:pt modelId="{A0832C8C-E255-4610-A51A-33783366FE31}">
      <dgm:prSet/>
      <dgm:spPr/>
      <dgm:t>
        <a:bodyPr/>
        <a:lstStyle/>
        <a:p>
          <a:r>
            <a:rPr lang="en-US"/>
            <a:t>mining nodes</a:t>
          </a:r>
          <a:endParaRPr lang="tr-TR"/>
        </a:p>
      </dgm:t>
    </dgm:pt>
    <dgm:pt modelId="{076CF9D7-7BE8-4849-8A28-5C7A8E3BF667}" type="parTrans" cxnId="{8FB7730C-CBA6-4BF1-B8BC-C9BC0083AB47}">
      <dgm:prSet/>
      <dgm:spPr/>
      <dgm:t>
        <a:bodyPr/>
        <a:lstStyle/>
        <a:p>
          <a:endParaRPr lang="tr-TR"/>
        </a:p>
      </dgm:t>
    </dgm:pt>
    <dgm:pt modelId="{A4B6D9B6-F4AC-4453-930E-5095B43AE5BC}" type="sibTrans" cxnId="{8FB7730C-CBA6-4BF1-B8BC-C9BC0083AB47}">
      <dgm:prSet/>
      <dgm:spPr/>
      <dgm:t>
        <a:bodyPr/>
        <a:lstStyle/>
        <a:p>
          <a:endParaRPr lang="tr-TR"/>
        </a:p>
      </dgm:t>
    </dgm:pt>
    <dgm:pt modelId="{35D644D6-3D56-4DEC-AC2F-F668E309D318}">
      <dgm:prSet/>
      <dgm:spPr/>
      <dgm:t>
        <a:bodyPr/>
        <a:lstStyle/>
        <a:p>
          <a:r>
            <a:rPr lang="en-US" dirty="0"/>
            <a:t>A small percentage of the nodes </a:t>
          </a:r>
          <a:endParaRPr lang="tr-TR" dirty="0"/>
        </a:p>
      </dgm:t>
    </dgm:pt>
    <dgm:pt modelId="{3F3E6124-8240-45AA-829B-B3D2A583461E}" type="parTrans" cxnId="{2FF13B9C-DB0B-4863-A15E-6800E3F2C26D}">
      <dgm:prSet/>
      <dgm:spPr/>
      <dgm:t>
        <a:bodyPr/>
        <a:lstStyle/>
        <a:p>
          <a:endParaRPr lang="tr-TR"/>
        </a:p>
      </dgm:t>
    </dgm:pt>
    <dgm:pt modelId="{2391F619-8CFA-406E-907D-1C3D30033E4B}" type="sibTrans" cxnId="{2FF13B9C-DB0B-4863-A15E-6800E3F2C26D}">
      <dgm:prSet/>
      <dgm:spPr/>
      <dgm:t>
        <a:bodyPr/>
        <a:lstStyle/>
        <a:p>
          <a:endParaRPr lang="tr-TR"/>
        </a:p>
      </dgm:t>
    </dgm:pt>
    <dgm:pt modelId="{F687FEA9-F971-440C-AAC9-1912B71D355B}">
      <dgm:prSet/>
      <dgm:spPr/>
      <dgm:t>
        <a:bodyPr/>
        <a:lstStyle/>
        <a:p>
          <a:r>
            <a:rPr lang="en-US"/>
            <a:t>competing in the mining process </a:t>
          </a:r>
          <a:endParaRPr lang="tr-TR"/>
        </a:p>
      </dgm:t>
    </dgm:pt>
    <dgm:pt modelId="{70D188F2-A72B-4189-BE38-DC32B06EDC8A}" type="parTrans" cxnId="{8F08B42A-23B3-442D-A7A5-148C592DF9E2}">
      <dgm:prSet/>
      <dgm:spPr/>
      <dgm:t>
        <a:bodyPr/>
        <a:lstStyle/>
        <a:p>
          <a:endParaRPr lang="tr-TR"/>
        </a:p>
      </dgm:t>
    </dgm:pt>
    <dgm:pt modelId="{7FE7AA5A-A095-4AC9-AAA5-5FCF6BFD4154}" type="sibTrans" cxnId="{8F08B42A-23B3-442D-A7A5-148C592DF9E2}">
      <dgm:prSet/>
      <dgm:spPr/>
      <dgm:t>
        <a:bodyPr/>
        <a:lstStyle/>
        <a:p>
          <a:endParaRPr lang="tr-TR"/>
        </a:p>
      </dgm:t>
    </dgm:pt>
    <dgm:pt modelId="{8222F31A-4392-4418-854A-2B3EF71340DC}">
      <dgm:prSet/>
      <dgm:spPr/>
      <dgm:t>
        <a:bodyPr/>
        <a:lstStyle/>
        <a:p>
          <a:r>
            <a:rPr lang="en-US"/>
            <a:t>validating transactions</a:t>
          </a:r>
          <a:endParaRPr lang="tr-TR"/>
        </a:p>
      </dgm:t>
    </dgm:pt>
    <dgm:pt modelId="{A9F8B151-E808-4000-9FE7-69AFE25AF6E6}" type="parTrans" cxnId="{F2A3816D-5BFD-4614-B630-853196FACF5D}">
      <dgm:prSet/>
      <dgm:spPr/>
      <dgm:t>
        <a:bodyPr/>
        <a:lstStyle/>
        <a:p>
          <a:endParaRPr lang="tr-TR"/>
        </a:p>
      </dgm:t>
    </dgm:pt>
    <dgm:pt modelId="{121FA298-BA51-4280-A975-A41B23D10493}" type="sibTrans" cxnId="{F2A3816D-5BFD-4614-B630-853196FACF5D}">
      <dgm:prSet/>
      <dgm:spPr/>
      <dgm:t>
        <a:bodyPr/>
        <a:lstStyle/>
        <a:p>
          <a:endParaRPr lang="tr-TR"/>
        </a:p>
      </dgm:t>
    </dgm:pt>
    <dgm:pt modelId="{CD57AAC1-5355-4CB5-848B-D144C61940A6}">
      <dgm:prSet/>
      <dgm:spPr/>
      <dgm:t>
        <a:bodyPr/>
        <a:lstStyle/>
        <a:p>
          <a:r>
            <a:rPr lang="en-US"/>
            <a:t>and</a:t>
          </a:r>
          <a:r>
            <a:rPr lang="tr-TR"/>
            <a:t> creating new blocks</a:t>
          </a:r>
        </a:p>
      </dgm:t>
    </dgm:pt>
    <dgm:pt modelId="{B2F0B7FF-8143-4482-BF9A-90421876361B}" type="parTrans" cxnId="{EDBC02FA-CC37-484C-B280-DB887D184263}">
      <dgm:prSet/>
      <dgm:spPr/>
      <dgm:t>
        <a:bodyPr/>
        <a:lstStyle/>
        <a:p>
          <a:endParaRPr lang="tr-TR"/>
        </a:p>
      </dgm:t>
    </dgm:pt>
    <dgm:pt modelId="{993CD5F5-446E-49DB-968C-C9BCEFB80B14}" type="sibTrans" cxnId="{EDBC02FA-CC37-484C-B280-DB887D184263}">
      <dgm:prSet/>
      <dgm:spPr/>
      <dgm:t>
        <a:bodyPr/>
        <a:lstStyle/>
        <a:p>
          <a:endParaRPr lang="tr-TR"/>
        </a:p>
      </dgm:t>
    </dgm:pt>
    <dgm:pt modelId="{00AC3718-2894-48AF-A89D-09092E36F8E6}" type="pres">
      <dgm:prSet presAssocID="{27034430-C41D-4AEE-AFC1-D3D50D785EA9}" presName="linear" presStyleCnt="0">
        <dgm:presLayoutVars>
          <dgm:animLvl val="lvl"/>
          <dgm:resizeHandles val="exact"/>
        </dgm:presLayoutVars>
      </dgm:prSet>
      <dgm:spPr/>
    </dgm:pt>
    <dgm:pt modelId="{A3806F34-BFA9-45C3-ADB6-2AABB5F5AF26}" type="pres">
      <dgm:prSet presAssocID="{A0832C8C-E255-4610-A51A-33783366FE31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CB2D0E75-BB58-4880-B58C-D1BC6F98E25B}" type="pres">
      <dgm:prSet presAssocID="{A0832C8C-E255-4610-A51A-33783366FE31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8FB7730C-CBA6-4BF1-B8BC-C9BC0083AB47}" srcId="{27034430-C41D-4AEE-AFC1-D3D50D785EA9}" destId="{A0832C8C-E255-4610-A51A-33783366FE31}" srcOrd="0" destOrd="0" parTransId="{076CF9D7-7BE8-4849-8A28-5C7A8E3BF667}" sibTransId="{A4B6D9B6-F4AC-4453-930E-5095B43AE5BC}"/>
    <dgm:cxn modelId="{508E8E13-93A7-49EA-823B-F1B365DE30DC}" type="presOf" srcId="{F687FEA9-F971-440C-AAC9-1912B71D355B}" destId="{CB2D0E75-BB58-4880-B58C-D1BC6F98E25B}" srcOrd="0" destOrd="1" presId="urn:microsoft.com/office/officeart/2005/8/layout/vList2"/>
    <dgm:cxn modelId="{2F2C6D14-57BC-4376-A6D6-D0205E700499}" type="presOf" srcId="{27034430-C41D-4AEE-AFC1-D3D50D785EA9}" destId="{00AC3718-2894-48AF-A89D-09092E36F8E6}" srcOrd="0" destOrd="0" presId="urn:microsoft.com/office/officeart/2005/8/layout/vList2"/>
    <dgm:cxn modelId="{8F08B42A-23B3-442D-A7A5-148C592DF9E2}" srcId="{A0832C8C-E255-4610-A51A-33783366FE31}" destId="{F687FEA9-F971-440C-AAC9-1912B71D355B}" srcOrd="1" destOrd="0" parTransId="{70D188F2-A72B-4189-BE38-DC32B06EDC8A}" sibTransId="{7FE7AA5A-A095-4AC9-AAA5-5FCF6BFD4154}"/>
    <dgm:cxn modelId="{F2A3816D-5BFD-4614-B630-853196FACF5D}" srcId="{A0832C8C-E255-4610-A51A-33783366FE31}" destId="{8222F31A-4392-4418-854A-2B3EF71340DC}" srcOrd="2" destOrd="0" parTransId="{A9F8B151-E808-4000-9FE7-69AFE25AF6E6}" sibTransId="{121FA298-BA51-4280-A975-A41B23D10493}"/>
    <dgm:cxn modelId="{7CAC0E50-0D3F-4D38-8E42-59F3225852FE}" type="presOf" srcId="{35D644D6-3D56-4DEC-AC2F-F668E309D318}" destId="{CB2D0E75-BB58-4880-B58C-D1BC6F98E25B}" srcOrd="0" destOrd="0" presId="urn:microsoft.com/office/officeart/2005/8/layout/vList2"/>
    <dgm:cxn modelId="{2B0E2851-4C7B-46A6-9147-B31FDF3DC22A}" type="presOf" srcId="{CD57AAC1-5355-4CB5-848B-D144C61940A6}" destId="{CB2D0E75-BB58-4880-B58C-D1BC6F98E25B}" srcOrd="0" destOrd="3" presId="urn:microsoft.com/office/officeart/2005/8/layout/vList2"/>
    <dgm:cxn modelId="{2FF13B9C-DB0B-4863-A15E-6800E3F2C26D}" srcId="{A0832C8C-E255-4610-A51A-33783366FE31}" destId="{35D644D6-3D56-4DEC-AC2F-F668E309D318}" srcOrd="0" destOrd="0" parTransId="{3F3E6124-8240-45AA-829B-B3D2A583461E}" sibTransId="{2391F619-8CFA-406E-907D-1C3D30033E4B}"/>
    <dgm:cxn modelId="{3A7BA7BE-3473-411C-94D3-1EA9D7370744}" type="presOf" srcId="{A0832C8C-E255-4610-A51A-33783366FE31}" destId="{A3806F34-BFA9-45C3-ADB6-2AABB5F5AF26}" srcOrd="0" destOrd="0" presId="urn:microsoft.com/office/officeart/2005/8/layout/vList2"/>
    <dgm:cxn modelId="{1CFF18DC-26FD-45B9-B4E5-030818102C7F}" type="presOf" srcId="{8222F31A-4392-4418-854A-2B3EF71340DC}" destId="{CB2D0E75-BB58-4880-B58C-D1BC6F98E25B}" srcOrd="0" destOrd="2" presId="urn:microsoft.com/office/officeart/2005/8/layout/vList2"/>
    <dgm:cxn modelId="{EDBC02FA-CC37-484C-B280-DB887D184263}" srcId="{A0832C8C-E255-4610-A51A-33783366FE31}" destId="{CD57AAC1-5355-4CB5-848B-D144C61940A6}" srcOrd="3" destOrd="0" parTransId="{B2F0B7FF-8143-4482-BF9A-90421876361B}" sibTransId="{993CD5F5-446E-49DB-968C-C9BCEFB80B14}"/>
    <dgm:cxn modelId="{04C6379B-9484-4019-A4E0-44C059FA6B59}" type="presParOf" srcId="{00AC3718-2894-48AF-A89D-09092E36F8E6}" destId="{A3806F34-BFA9-45C3-ADB6-2AABB5F5AF26}" srcOrd="0" destOrd="0" presId="urn:microsoft.com/office/officeart/2005/8/layout/vList2"/>
    <dgm:cxn modelId="{75BA7721-28DC-4893-969A-62389EA6DAC9}" type="presParOf" srcId="{00AC3718-2894-48AF-A89D-09092E36F8E6}" destId="{CB2D0E75-BB58-4880-B58C-D1BC6F98E25B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184D75C2-011A-4EF8-ADDD-E099E603F161}" type="doc">
      <dgm:prSet loTypeId="urn:microsoft.com/office/officeart/2005/8/layout/lProcess2" loCatId="list" qsTypeId="urn:microsoft.com/office/officeart/2005/8/quickstyle/simple3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EFBD8983-4E7F-4379-BD68-FC917687207E}">
      <dgm:prSet/>
      <dgm:spPr/>
      <dgm:t>
        <a:bodyPr/>
        <a:lstStyle/>
        <a:p>
          <a:r>
            <a:rPr lang="en-US" dirty="0"/>
            <a:t>Large</a:t>
          </a:r>
          <a:r>
            <a:rPr lang="tr-TR" dirty="0"/>
            <a:t> </a:t>
          </a:r>
          <a:r>
            <a:rPr lang="en-US" dirty="0"/>
            <a:t>companies</a:t>
          </a:r>
        </a:p>
      </dgm:t>
    </dgm:pt>
    <dgm:pt modelId="{B66C1715-449E-4126-9C78-73647277A677}" type="parTrans" cxnId="{1144C12E-1C74-449D-B342-0B8AD1BFD483}">
      <dgm:prSet/>
      <dgm:spPr/>
      <dgm:t>
        <a:bodyPr/>
        <a:lstStyle/>
        <a:p>
          <a:endParaRPr lang="en-US"/>
        </a:p>
      </dgm:t>
    </dgm:pt>
    <dgm:pt modelId="{01B86754-AEC6-45D1-B634-56D7C12A7ACF}" type="sibTrans" cxnId="{1144C12E-1C74-449D-B342-0B8AD1BFD483}">
      <dgm:prSet/>
      <dgm:spPr/>
      <dgm:t>
        <a:bodyPr/>
        <a:lstStyle/>
        <a:p>
          <a:endParaRPr lang="en-US"/>
        </a:p>
      </dgm:t>
    </dgm:pt>
    <dgm:pt modelId="{43EB05B0-CC97-4D99-A85A-A6388805EE37}">
      <dgm:prSet/>
      <dgm:spPr/>
      <dgm:t>
        <a:bodyPr/>
        <a:lstStyle/>
        <a:p>
          <a:r>
            <a:rPr lang="en-US" dirty="0"/>
            <a:t>based on the Bitcoin Core client </a:t>
          </a:r>
        </a:p>
      </dgm:t>
    </dgm:pt>
    <dgm:pt modelId="{2BE693C2-A626-4562-8474-288A24129933}" type="parTrans" cxnId="{A0A35567-0789-4F0C-80F9-0860B1424CB6}">
      <dgm:prSet/>
      <dgm:spPr/>
      <dgm:t>
        <a:bodyPr/>
        <a:lstStyle/>
        <a:p>
          <a:endParaRPr lang="en-US"/>
        </a:p>
      </dgm:t>
    </dgm:pt>
    <dgm:pt modelId="{5113CF89-43A6-451F-937F-0714BB5985CB}" type="sibTrans" cxnId="{A0A35567-0789-4F0C-80F9-0860B1424CB6}">
      <dgm:prSet/>
      <dgm:spPr/>
      <dgm:t>
        <a:bodyPr/>
        <a:lstStyle/>
        <a:p>
          <a:endParaRPr lang="en-US"/>
        </a:p>
      </dgm:t>
    </dgm:pt>
    <dgm:pt modelId="{050DAF48-C9B5-4E0A-89EA-6AAD6579A790}">
      <dgm:prSet/>
      <dgm:spPr/>
      <dgm:t>
        <a:bodyPr/>
        <a:lstStyle/>
        <a:p>
          <a:r>
            <a:rPr lang="en-US" dirty="0"/>
            <a:t>full copies of the</a:t>
          </a:r>
          <a:r>
            <a:rPr lang="tr-TR" dirty="0"/>
            <a:t> </a:t>
          </a:r>
          <a:r>
            <a:rPr lang="en-US" dirty="0"/>
            <a:t>blockchain </a:t>
          </a:r>
        </a:p>
      </dgm:t>
    </dgm:pt>
    <dgm:pt modelId="{1D14EB5D-3D71-4103-B564-CCF274D8CB1F}" type="parTrans" cxnId="{823EB454-CB41-4AB0-B377-31A25DAB00A0}">
      <dgm:prSet/>
      <dgm:spPr/>
      <dgm:t>
        <a:bodyPr/>
        <a:lstStyle/>
        <a:p>
          <a:endParaRPr lang="en-US"/>
        </a:p>
      </dgm:t>
    </dgm:pt>
    <dgm:pt modelId="{D0E5EFBD-7C81-4AA6-89BB-D4D3EF5A20F5}" type="sibTrans" cxnId="{823EB454-CB41-4AB0-B377-31A25DAB00A0}">
      <dgm:prSet/>
      <dgm:spPr/>
      <dgm:t>
        <a:bodyPr/>
        <a:lstStyle/>
        <a:p>
          <a:endParaRPr lang="en-US"/>
        </a:p>
      </dgm:t>
    </dgm:pt>
    <dgm:pt modelId="{5DC8889E-AE9A-41E1-9069-513CD34FD7DB}">
      <dgm:prSet/>
      <dgm:spPr/>
      <dgm:t>
        <a:bodyPr/>
        <a:lstStyle/>
        <a:p>
          <a:r>
            <a:rPr lang="en-US" dirty="0"/>
            <a:t>network node </a:t>
          </a:r>
        </a:p>
      </dgm:t>
    </dgm:pt>
    <dgm:pt modelId="{E501C7AA-A1EC-43B8-9BBC-97A0ECC9398A}" type="parTrans" cxnId="{5BAC04B2-FE8F-404C-9699-C50A09E166B6}">
      <dgm:prSet/>
      <dgm:spPr/>
      <dgm:t>
        <a:bodyPr/>
        <a:lstStyle/>
        <a:p>
          <a:endParaRPr lang="en-US"/>
        </a:p>
      </dgm:t>
    </dgm:pt>
    <dgm:pt modelId="{A6ACF6A3-D441-4A9A-BC89-0C086449EC80}" type="sibTrans" cxnId="{5BAC04B2-FE8F-404C-9699-C50A09E166B6}">
      <dgm:prSet/>
      <dgm:spPr/>
      <dgm:t>
        <a:bodyPr/>
        <a:lstStyle/>
        <a:p>
          <a:endParaRPr lang="en-US"/>
        </a:p>
      </dgm:t>
    </dgm:pt>
    <dgm:pt modelId="{3B18A53A-F222-4AC4-80B4-545B10B51C77}">
      <dgm:prSet/>
      <dgm:spPr/>
      <dgm:t>
        <a:bodyPr/>
        <a:lstStyle/>
        <a:p>
          <a:r>
            <a:rPr lang="tr-TR" dirty="0"/>
            <a:t>No </a:t>
          </a:r>
          <a:r>
            <a:rPr lang="en-US" dirty="0"/>
            <a:t>mining</a:t>
          </a:r>
        </a:p>
      </dgm:t>
    </dgm:pt>
    <dgm:pt modelId="{350D580E-1AD1-409F-97F6-6D93C62EF683}" type="parTrans" cxnId="{6BC66138-BE55-4A2A-BE02-DBE6D67622CF}">
      <dgm:prSet/>
      <dgm:spPr/>
      <dgm:t>
        <a:bodyPr/>
        <a:lstStyle/>
        <a:p>
          <a:endParaRPr lang="en-US"/>
        </a:p>
      </dgm:t>
    </dgm:pt>
    <dgm:pt modelId="{D311A7C3-B92B-4FBA-94DD-4B25F6283F1D}" type="sibTrans" cxnId="{6BC66138-BE55-4A2A-BE02-DBE6D67622CF}">
      <dgm:prSet/>
      <dgm:spPr/>
      <dgm:t>
        <a:bodyPr/>
        <a:lstStyle/>
        <a:p>
          <a:endParaRPr lang="en-US"/>
        </a:p>
      </dgm:t>
    </dgm:pt>
    <dgm:pt modelId="{4CB9AA9D-2A71-4B08-8728-0C9ADB92B97C}">
      <dgm:prSet/>
      <dgm:spPr/>
      <dgm:t>
        <a:bodyPr/>
        <a:lstStyle/>
        <a:p>
          <a:r>
            <a:rPr lang="tr-TR" dirty="0" err="1"/>
            <a:t>Edge</a:t>
          </a:r>
          <a:r>
            <a:rPr lang="tr-TR" dirty="0"/>
            <a:t> </a:t>
          </a:r>
          <a:r>
            <a:rPr lang="tr-TR" dirty="0" err="1"/>
            <a:t>routers</a:t>
          </a:r>
          <a:endParaRPr lang="en-US" dirty="0"/>
        </a:p>
      </dgm:t>
    </dgm:pt>
    <dgm:pt modelId="{129A0A12-D4BF-4F5E-A51C-69942BC2A212}" type="parTrans" cxnId="{AD9F8D10-978D-4DC4-8018-B94531B90C87}">
      <dgm:prSet/>
      <dgm:spPr/>
      <dgm:t>
        <a:bodyPr/>
        <a:lstStyle/>
        <a:p>
          <a:endParaRPr lang="en-US"/>
        </a:p>
      </dgm:t>
    </dgm:pt>
    <dgm:pt modelId="{805413E5-0BB5-4B0D-A9A6-840C47EEA5AF}" type="sibTrans" cxnId="{AD9F8D10-978D-4DC4-8018-B94531B90C87}">
      <dgm:prSet/>
      <dgm:spPr/>
      <dgm:t>
        <a:bodyPr/>
        <a:lstStyle/>
        <a:p>
          <a:endParaRPr lang="en-US"/>
        </a:p>
      </dgm:t>
    </dgm:pt>
    <dgm:pt modelId="{C8F85800-7B85-480A-9F19-63004E53B640}">
      <dgm:prSet/>
      <dgm:spPr/>
      <dgm:t>
        <a:bodyPr/>
        <a:lstStyle/>
        <a:p>
          <a:r>
            <a:rPr lang="en-US" dirty="0"/>
            <a:t>network edge routers</a:t>
          </a:r>
        </a:p>
      </dgm:t>
    </dgm:pt>
    <dgm:pt modelId="{37A11275-B3A5-41FA-AD2C-FFB3020FC2E4}" type="parTrans" cxnId="{A2411F72-FA44-4D39-A1BE-6987BAB80E4D}">
      <dgm:prSet/>
      <dgm:spPr/>
      <dgm:t>
        <a:bodyPr/>
        <a:lstStyle/>
        <a:p>
          <a:endParaRPr lang="en-US"/>
        </a:p>
      </dgm:t>
    </dgm:pt>
    <dgm:pt modelId="{AED50FAB-DEA5-430F-845A-1945EFABC76D}" type="sibTrans" cxnId="{A2411F72-FA44-4D39-A1BE-6987BAB80E4D}">
      <dgm:prSet/>
      <dgm:spPr/>
      <dgm:t>
        <a:bodyPr/>
        <a:lstStyle/>
        <a:p>
          <a:endParaRPr lang="en-US"/>
        </a:p>
      </dgm:t>
    </dgm:pt>
    <dgm:pt modelId="{5BD91DD4-3B48-4550-96BC-F0F271EBCA5A}">
      <dgm:prSet/>
      <dgm:spPr/>
      <dgm:t>
        <a:bodyPr/>
        <a:lstStyle/>
        <a:p>
          <a:r>
            <a:rPr lang="en-US" dirty="0"/>
            <a:t>allowing various other services to be built on top</a:t>
          </a:r>
        </a:p>
      </dgm:t>
    </dgm:pt>
    <dgm:pt modelId="{9A681A16-C0C5-4823-A218-F504599EB0FA}" type="parTrans" cxnId="{D6FDBE9C-5ED4-4591-A58B-F2AA8FC473DE}">
      <dgm:prSet/>
      <dgm:spPr/>
      <dgm:t>
        <a:bodyPr/>
        <a:lstStyle/>
        <a:p>
          <a:endParaRPr lang="en-US"/>
        </a:p>
      </dgm:t>
    </dgm:pt>
    <dgm:pt modelId="{649D0C1F-0A92-455C-A976-5397BC69003B}" type="sibTrans" cxnId="{D6FDBE9C-5ED4-4591-A58B-F2AA8FC473DE}">
      <dgm:prSet/>
      <dgm:spPr/>
      <dgm:t>
        <a:bodyPr/>
        <a:lstStyle/>
        <a:p>
          <a:endParaRPr lang="en-US"/>
        </a:p>
      </dgm:t>
    </dgm:pt>
    <dgm:pt modelId="{199DEA39-8BF8-4291-B879-40D338991A4A}">
      <dgm:prSet/>
      <dgm:spPr/>
      <dgm:t>
        <a:bodyPr/>
        <a:lstStyle/>
        <a:p>
          <a:r>
            <a:rPr lang="tr-TR"/>
            <a:t>Services</a:t>
          </a:r>
          <a:endParaRPr lang="en-US"/>
        </a:p>
      </dgm:t>
    </dgm:pt>
    <dgm:pt modelId="{C3AB9FB2-552D-4044-92DF-CE5C9670C150}" type="parTrans" cxnId="{1BDC2976-159E-45B7-B4AA-5B4B9C82B39B}">
      <dgm:prSet/>
      <dgm:spPr/>
      <dgm:t>
        <a:bodyPr/>
        <a:lstStyle/>
        <a:p>
          <a:endParaRPr lang="en-US"/>
        </a:p>
      </dgm:t>
    </dgm:pt>
    <dgm:pt modelId="{5100BD3F-D393-42CF-A7B0-08A3FD1962BE}" type="sibTrans" cxnId="{1BDC2976-159E-45B7-B4AA-5B4B9C82B39B}">
      <dgm:prSet/>
      <dgm:spPr/>
      <dgm:t>
        <a:bodyPr/>
        <a:lstStyle/>
        <a:p>
          <a:endParaRPr lang="en-US"/>
        </a:p>
      </dgm:t>
    </dgm:pt>
    <dgm:pt modelId="{8E4C035D-8630-4663-9B00-A56D28678B1E}">
      <dgm:prSet/>
      <dgm:spPr/>
      <dgm:t>
        <a:bodyPr/>
        <a:lstStyle/>
        <a:p>
          <a:r>
            <a:rPr lang="en-US" dirty="0"/>
            <a:t>Exchanges</a:t>
          </a:r>
        </a:p>
      </dgm:t>
    </dgm:pt>
    <dgm:pt modelId="{5760563E-BFF2-4A27-AD90-61FE066FDE07}" type="parTrans" cxnId="{51F95D72-26BD-449F-90A8-CD74772A229C}">
      <dgm:prSet/>
      <dgm:spPr/>
      <dgm:t>
        <a:bodyPr/>
        <a:lstStyle/>
        <a:p>
          <a:endParaRPr lang="en-US"/>
        </a:p>
      </dgm:t>
    </dgm:pt>
    <dgm:pt modelId="{684158B2-A432-4651-BFCF-3C56F23825E0}" type="sibTrans" cxnId="{51F95D72-26BD-449F-90A8-CD74772A229C}">
      <dgm:prSet/>
      <dgm:spPr/>
      <dgm:t>
        <a:bodyPr/>
        <a:lstStyle/>
        <a:p>
          <a:endParaRPr lang="en-US"/>
        </a:p>
      </dgm:t>
    </dgm:pt>
    <dgm:pt modelId="{2E9DE7DF-5182-4D8A-9E2C-432359D33A7D}">
      <dgm:prSet/>
      <dgm:spPr/>
      <dgm:t>
        <a:bodyPr/>
        <a:lstStyle/>
        <a:p>
          <a:r>
            <a:rPr lang="en-US" dirty="0"/>
            <a:t>Wallets</a:t>
          </a:r>
        </a:p>
      </dgm:t>
    </dgm:pt>
    <dgm:pt modelId="{6E0A5D35-2F72-4A0A-A584-C99CA52DBADB}" type="parTrans" cxnId="{B0B864C9-007F-453F-A55C-847289A4D424}">
      <dgm:prSet/>
      <dgm:spPr/>
      <dgm:t>
        <a:bodyPr/>
        <a:lstStyle/>
        <a:p>
          <a:endParaRPr lang="en-US"/>
        </a:p>
      </dgm:t>
    </dgm:pt>
    <dgm:pt modelId="{A9E4824E-C090-48EF-81A7-B268ED3BD861}" type="sibTrans" cxnId="{B0B864C9-007F-453F-A55C-847289A4D424}">
      <dgm:prSet/>
      <dgm:spPr/>
      <dgm:t>
        <a:bodyPr/>
        <a:lstStyle/>
        <a:p>
          <a:endParaRPr lang="en-US"/>
        </a:p>
      </dgm:t>
    </dgm:pt>
    <dgm:pt modelId="{0C25449A-2846-4A19-82FB-32D9B86499F4}">
      <dgm:prSet/>
      <dgm:spPr/>
      <dgm:t>
        <a:bodyPr/>
        <a:lstStyle/>
        <a:p>
          <a:r>
            <a:rPr lang="en-US" dirty="0"/>
            <a:t>block</a:t>
          </a:r>
          <a:r>
            <a:rPr lang="tr-TR" dirty="0"/>
            <a:t> </a:t>
          </a:r>
          <a:r>
            <a:rPr lang="en-US" dirty="0"/>
            <a:t>explorers</a:t>
          </a:r>
        </a:p>
      </dgm:t>
    </dgm:pt>
    <dgm:pt modelId="{AC08DE2C-0C32-47BB-BF51-1BE031660EF3}" type="parTrans" cxnId="{1A867B43-E07D-4161-BD74-6A96CEDA309D}">
      <dgm:prSet/>
      <dgm:spPr/>
      <dgm:t>
        <a:bodyPr/>
        <a:lstStyle/>
        <a:p>
          <a:endParaRPr lang="en-US"/>
        </a:p>
      </dgm:t>
    </dgm:pt>
    <dgm:pt modelId="{31D9FF22-A75F-42DF-B977-2EBA4BC60BC5}" type="sibTrans" cxnId="{1A867B43-E07D-4161-BD74-6A96CEDA309D}">
      <dgm:prSet/>
      <dgm:spPr/>
      <dgm:t>
        <a:bodyPr/>
        <a:lstStyle/>
        <a:p>
          <a:endParaRPr lang="en-US"/>
        </a:p>
      </dgm:t>
    </dgm:pt>
    <dgm:pt modelId="{07B618DC-AEBD-416D-AC02-194760AEBFAE}">
      <dgm:prSet/>
      <dgm:spPr/>
      <dgm:t>
        <a:bodyPr/>
        <a:lstStyle/>
        <a:p>
          <a:r>
            <a:rPr lang="en-US"/>
            <a:t>merchant </a:t>
          </a:r>
          <a:r>
            <a:rPr lang="en-US" dirty="0"/>
            <a:t>payment processing</a:t>
          </a:r>
        </a:p>
      </dgm:t>
    </dgm:pt>
    <dgm:pt modelId="{36C0B6DF-C706-419B-8057-223B0916B615}" type="parTrans" cxnId="{E56AC00C-C76D-4D2A-AAD5-3DECDF45BCBA}">
      <dgm:prSet/>
      <dgm:spPr/>
      <dgm:t>
        <a:bodyPr/>
        <a:lstStyle/>
        <a:p>
          <a:endParaRPr lang="en-US"/>
        </a:p>
      </dgm:t>
    </dgm:pt>
    <dgm:pt modelId="{146B69B9-2C64-4DCD-823C-1731C733E460}" type="sibTrans" cxnId="{E56AC00C-C76D-4D2A-AAD5-3DECDF45BCBA}">
      <dgm:prSet/>
      <dgm:spPr/>
      <dgm:t>
        <a:bodyPr/>
        <a:lstStyle/>
        <a:p>
          <a:endParaRPr lang="en-US"/>
        </a:p>
      </dgm:t>
    </dgm:pt>
    <dgm:pt modelId="{05E6011B-98D2-4CA1-8AAD-68CF5D73F891}">
      <dgm:prSet/>
      <dgm:spPr/>
      <dgm:t>
        <a:bodyPr/>
        <a:lstStyle/>
        <a:p>
          <a:r>
            <a:rPr lang="en-US"/>
            <a:t>These </a:t>
          </a:r>
          <a:r>
            <a:rPr lang="en-US" dirty="0"/>
            <a:t>nodes</a:t>
          </a:r>
          <a:r>
            <a:rPr lang="tr-TR" dirty="0"/>
            <a:t> </a:t>
          </a:r>
          <a:r>
            <a:rPr lang="en-US" dirty="0"/>
            <a:t>act as </a:t>
          </a:r>
        </a:p>
      </dgm:t>
    </dgm:pt>
    <dgm:pt modelId="{F67C7394-AA09-4FD5-B20F-F7CA22F73369}" type="parTrans" cxnId="{2740D612-8C1D-4FAC-9679-40B3F53B2B27}">
      <dgm:prSet/>
      <dgm:spPr/>
      <dgm:t>
        <a:bodyPr/>
        <a:lstStyle/>
        <a:p>
          <a:endParaRPr lang="en-US"/>
        </a:p>
      </dgm:t>
    </dgm:pt>
    <dgm:pt modelId="{BFE21E1B-52C1-451C-9C49-C8313E72B3CE}" type="sibTrans" cxnId="{2740D612-8C1D-4FAC-9679-40B3F53B2B27}">
      <dgm:prSet/>
      <dgm:spPr/>
      <dgm:t>
        <a:bodyPr/>
        <a:lstStyle/>
        <a:p>
          <a:endParaRPr lang="en-US"/>
        </a:p>
      </dgm:t>
    </dgm:pt>
    <dgm:pt modelId="{B4C0BB6F-0742-4424-9882-C18694B729F4}">
      <dgm:prSet/>
      <dgm:spPr/>
      <dgm:t>
        <a:bodyPr/>
        <a:lstStyle/>
        <a:p>
          <a:r>
            <a:rPr lang="en-US"/>
            <a:t> running full-node clients </a:t>
          </a:r>
        </a:p>
      </dgm:t>
    </dgm:pt>
    <dgm:pt modelId="{A4A0D3CC-4C2D-4658-BBAA-D120E0D9647A}" type="sibTrans" cxnId="{F0D27485-34AB-431F-9579-6AA89C2612DE}">
      <dgm:prSet/>
      <dgm:spPr/>
      <dgm:t>
        <a:bodyPr/>
        <a:lstStyle/>
        <a:p>
          <a:endParaRPr lang="en-US"/>
        </a:p>
      </dgm:t>
    </dgm:pt>
    <dgm:pt modelId="{CAEC0751-D649-43A7-8979-1749DBC1BB26}" type="parTrans" cxnId="{F0D27485-34AB-431F-9579-6AA89C2612DE}">
      <dgm:prSet/>
      <dgm:spPr/>
      <dgm:t>
        <a:bodyPr/>
        <a:lstStyle/>
        <a:p>
          <a:endParaRPr lang="en-US"/>
        </a:p>
      </dgm:t>
    </dgm:pt>
    <dgm:pt modelId="{FCDFDD71-2E29-4157-86F7-504A90B2EF2C}">
      <dgm:prSet/>
      <dgm:spPr/>
      <dgm:t>
        <a:bodyPr/>
        <a:lstStyle/>
        <a:p>
          <a:r>
            <a:rPr lang="tr-TR" dirty="0"/>
            <a:t>Content</a:t>
          </a:r>
          <a:endParaRPr lang="en-US" dirty="0"/>
        </a:p>
      </dgm:t>
    </dgm:pt>
    <dgm:pt modelId="{7C2B1C59-16AF-4936-957C-05102A4E3116}" type="parTrans" cxnId="{A7CB463D-EA22-4A00-A9AA-4AB6E46C6E70}">
      <dgm:prSet/>
      <dgm:spPr/>
      <dgm:t>
        <a:bodyPr/>
        <a:lstStyle/>
        <a:p>
          <a:endParaRPr lang="en-US"/>
        </a:p>
      </dgm:t>
    </dgm:pt>
    <dgm:pt modelId="{913CEF4D-DA3E-42D8-975B-59C9C060AB71}" type="sibTrans" cxnId="{A7CB463D-EA22-4A00-A9AA-4AB6E46C6E70}">
      <dgm:prSet/>
      <dgm:spPr/>
      <dgm:t>
        <a:bodyPr/>
        <a:lstStyle/>
        <a:p>
          <a:endParaRPr lang="en-US"/>
        </a:p>
      </dgm:t>
    </dgm:pt>
    <dgm:pt modelId="{27578CB4-DF96-46A8-BA53-9939E9B374FD}">
      <dgm:prSet/>
      <dgm:spPr/>
      <dgm:t>
        <a:bodyPr/>
        <a:lstStyle/>
        <a:p>
          <a:r>
            <a:rPr lang="tr-TR" dirty="0"/>
            <a:t>No</a:t>
          </a:r>
          <a:r>
            <a:rPr lang="en-US" dirty="0"/>
            <a:t> wallet functions.</a:t>
          </a:r>
        </a:p>
      </dgm:t>
    </dgm:pt>
    <dgm:pt modelId="{5865352E-86CC-4601-84F9-4B53E945B719}" type="parTrans" cxnId="{5E6D5007-B270-4AD0-BED1-84C8233A78EA}">
      <dgm:prSet/>
      <dgm:spPr/>
      <dgm:t>
        <a:bodyPr/>
        <a:lstStyle/>
        <a:p>
          <a:endParaRPr lang="en-US"/>
        </a:p>
      </dgm:t>
    </dgm:pt>
    <dgm:pt modelId="{E8586EC8-038C-4302-8D7C-42F4DAD6849B}" type="sibTrans" cxnId="{5E6D5007-B270-4AD0-BED1-84C8233A78EA}">
      <dgm:prSet/>
      <dgm:spPr/>
      <dgm:t>
        <a:bodyPr/>
        <a:lstStyle/>
        <a:p>
          <a:endParaRPr lang="en-US"/>
        </a:p>
      </dgm:t>
    </dgm:pt>
    <dgm:pt modelId="{1831A7C7-ACD5-4BEE-8E02-98E548D05A2A}" type="pres">
      <dgm:prSet presAssocID="{184D75C2-011A-4EF8-ADDD-E099E603F161}" presName="theList" presStyleCnt="0">
        <dgm:presLayoutVars>
          <dgm:dir/>
          <dgm:animLvl val="lvl"/>
          <dgm:resizeHandles val="exact"/>
        </dgm:presLayoutVars>
      </dgm:prSet>
      <dgm:spPr/>
    </dgm:pt>
    <dgm:pt modelId="{1C69C599-0ACB-4306-8B06-3B95895ABCA6}" type="pres">
      <dgm:prSet presAssocID="{EFBD8983-4E7F-4379-BD68-FC917687207E}" presName="compNode" presStyleCnt="0"/>
      <dgm:spPr/>
    </dgm:pt>
    <dgm:pt modelId="{20ADCB62-9696-43EA-BF1F-AB708E7547A4}" type="pres">
      <dgm:prSet presAssocID="{EFBD8983-4E7F-4379-BD68-FC917687207E}" presName="aNode" presStyleLbl="bgShp" presStyleIdx="0" presStyleCnt="4"/>
      <dgm:spPr/>
    </dgm:pt>
    <dgm:pt modelId="{B80A0838-959B-4505-B886-333116CA7B27}" type="pres">
      <dgm:prSet presAssocID="{EFBD8983-4E7F-4379-BD68-FC917687207E}" presName="textNode" presStyleLbl="bgShp" presStyleIdx="0" presStyleCnt="4"/>
      <dgm:spPr/>
    </dgm:pt>
    <dgm:pt modelId="{0DBAABDE-FDD2-4B91-A667-1C95A4C59FDF}" type="pres">
      <dgm:prSet presAssocID="{EFBD8983-4E7F-4379-BD68-FC917687207E}" presName="compChildNode" presStyleCnt="0"/>
      <dgm:spPr/>
    </dgm:pt>
    <dgm:pt modelId="{429B9A17-F45D-4CE1-978B-4229E8456A7A}" type="pres">
      <dgm:prSet presAssocID="{EFBD8983-4E7F-4379-BD68-FC917687207E}" presName="theInnerList" presStyleCnt="0"/>
      <dgm:spPr/>
    </dgm:pt>
    <dgm:pt modelId="{51FB1D9F-722E-4946-8DD0-D6666FA52044}" type="pres">
      <dgm:prSet presAssocID="{B4C0BB6F-0742-4424-9882-C18694B729F4}" presName="childNode" presStyleLbl="node1" presStyleIdx="0" presStyleCnt="13">
        <dgm:presLayoutVars>
          <dgm:bulletEnabled val="1"/>
        </dgm:presLayoutVars>
      </dgm:prSet>
      <dgm:spPr/>
    </dgm:pt>
    <dgm:pt modelId="{9DB766AF-EB31-4258-8573-78C2C99C69C6}" type="pres">
      <dgm:prSet presAssocID="{B4C0BB6F-0742-4424-9882-C18694B729F4}" presName="aSpace2" presStyleCnt="0"/>
      <dgm:spPr/>
    </dgm:pt>
    <dgm:pt modelId="{B87DDAB1-F59F-4223-9C9A-2499F28FE288}" type="pres">
      <dgm:prSet presAssocID="{43EB05B0-CC97-4D99-A85A-A6388805EE37}" presName="childNode" presStyleLbl="node1" presStyleIdx="1" presStyleCnt="13">
        <dgm:presLayoutVars>
          <dgm:bulletEnabled val="1"/>
        </dgm:presLayoutVars>
      </dgm:prSet>
      <dgm:spPr/>
    </dgm:pt>
    <dgm:pt modelId="{1067AE07-9512-45DE-8C2B-8EDCEAEA7F1F}" type="pres">
      <dgm:prSet presAssocID="{EFBD8983-4E7F-4379-BD68-FC917687207E}" presName="aSpace" presStyleCnt="0"/>
      <dgm:spPr/>
    </dgm:pt>
    <dgm:pt modelId="{4B503415-F737-46A9-B150-C431842C75BA}" type="pres">
      <dgm:prSet presAssocID="{FCDFDD71-2E29-4157-86F7-504A90B2EF2C}" presName="compNode" presStyleCnt="0"/>
      <dgm:spPr/>
    </dgm:pt>
    <dgm:pt modelId="{086346F3-4559-48B0-9D47-CB35B7A184E5}" type="pres">
      <dgm:prSet presAssocID="{FCDFDD71-2E29-4157-86F7-504A90B2EF2C}" presName="aNode" presStyleLbl="bgShp" presStyleIdx="1" presStyleCnt="4"/>
      <dgm:spPr/>
    </dgm:pt>
    <dgm:pt modelId="{A6C0E976-2C7E-4E62-B44B-0931B80F7A78}" type="pres">
      <dgm:prSet presAssocID="{FCDFDD71-2E29-4157-86F7-504A90B2EF2C}" presName="textNode" presStyleLbl="bgShp" presStyleIdx="1" presStyleCnt="4"/>
      <dgm:spPr/>
    </dgm:pt>
    <dgm:pt modelId="{052068F0-9273-46B7-BA13-01B568146685}" type="pres">
      <dgm:prSet presAssocID="{FCDFDD71-2E29-4157-86F7-504A90B2EF2C}" presName="compChildNode" presStyleCnt="0"/>
      <dgm:spPr/>
    </dgm:pt>
    <dgm:pt modelId="{22BDFE93-87F7-4702-A66D-91C3060D8BC4}" type="pres">
      <dgm:prSet presAssocID="{FCDFDD71-2E29-4157-86F7-504A90B2EF2C}" presName="theInnerList" presStyleCnt="0"/>
      <dgm:spPr/>
    </dgm:pt>
    <dgm:pt modelId="{3F217D5D-D6AB-43FC-ABA4-A769A3597C8E}" type="pres">
      <dgm:prSet presAssocID="{050DAF48-C9B5-4E0A-89EA-6AAD6579A790}" presName="childNode" presStyleLbl="node1" presStyleIdx="2" presStyleCnt="13">
        <dgm:presLayoutVars>
          <dgm:bulletEnabled val="1"/>
        </dgm:presLayoutVars>
      </dgm:prSet>
      <dgm:spPr/>
    </dgm:pt>
    <dgm:pt modelId="{9ADD137B-B75D-4CF4-8EE1-6E020169FE20}" type="pres">
      <dgm:prSet presAssocID="{050DAF48-C9B5-4E0A-89EA-6AAD6579A790}" presName="aSpace2" presStyleCnt="0"/>
      <dgm:spPr/>
    </dgm:pt>
    <dgm:pt modelId="{2DADB230-9974-41A8-86AC-358DBB51915E}" type="pres">
      <dgm:prSet presAssocID="{5DC8889E-AE9A-41E1-9069-513CD34FD7DB}" presName="childNode" presStyleLbl="node1" presStyleIdx="3" presStyleCnt="13">
        <dgm:presLayoutVars>
          <dgm:bulletEnabled val="1"/>
        </dgm:presLayoutVars>
      </dgm:prSet>
      <dgm:spPr/>
    </dgm:pt>
    <dgm:pt modelId="{C478CACD-D644-4124-AC58-4167A14F7F2E}" type="pres">
      <dgm:prSet presAssocID="{5DC8889E-AE9A-41E1-9069-513CD34FD7DB}" presName="aSpace2" presStyleCnt="0"/>
      <dgm:spPr/>
    </dgm:pt>
    <dgm:pt modelId="{58DD6593-CEE6-42BC-8685-6F04E67241D4}" type="pres">
      <dgm:prSet presAssocID="{3B18A53A-F222-4AC4-80B4-545B10B51C77}" presName="childNode" presStyleLbl="node1" presStyleIdx="4" presStyleCnt="13">
        <dgm:presLayoutVars>
          <dgm:bulletEnabled val="1"/>
        </dgm:presLayoutVars>
      </dgm:prSet>
      <dgm:spPr/>
    </dgm:pt>
    <dgm:pt modelId="{E3E46900-0564-43B8-A4E8-2006325A1568}" type="pres">
      <dgm:prSet presAssocID="{3B18A53A-F222-4AC4-80B4-545B10B51C77}" presName="aSpace2" presStyleCnt="0"/>
      <dgm:spPr/>
    </dgm:pt>
    <dgm:pt modelId="{016AEA30-2A2A-4754-9BCD-C002A53871F9}" type="pres">
      <dgm:prSet presAssocID="{27578CB4-DF96-46A8-BA53-9939E9B374FD}" presName="childNode" presStyleLbl="node1" presStyleIdx="5" presStyleCnt="13">
        <dgm:presLayoutVars>
          <dgm:bulletEnabled val="1"/>
        </dgm:presLayoutVars>
      </dgm:prSet>
      <dgm:spPr/>
    </dgm:pt>
    <dgm:pt modelId="{52E213E5-B411-4093-A7F1-635AF5B2D42F}" type="pres">
      <dgm:prSet presAssocID="{FCDFDD71-2E29-4157-86F7-504A90B2EF2C}" presName="aSpace" presStyleCnt="0"/>
      <dgm:spPr/>
    </dgm:pt>
    <dgm:pt modelId="{6B71ACB8-F8A0-46C2-90E4-0CD16950C9EC}" type="pres">
      <dgm:prSet presAssocID="{4CB9AA9D-2A71-4B08-8728-0C9ADB92B97C}" presName="compNode" presStyleCnt="0"/>
      <dgm:spPr/>
    </dgm:pt>
    <dgm:pt modelId="{F3C9F07B-4BEF-4193-B3E3-A0815E9835BA}" type="pres">
      <dgm:prSet presAssocID="{4CB9AA9D-2A71-4B08-8728-0C9ADB92B97C}" presName="aNode" presStyleLbl="bgShp" presStyleIdx="2" presStyleCnt="4"/>
      <dgm:spPr/>
    </dgm:pt>
    <dgm:pt modelId="{CA783E33-BA33-4781-89D1-60F4577207F9}" type="pres">
      <dgm:prSet presAssocID="{4CB9AA9D-2A71-4B08-8728-0C9ADB92B97C}" presName="textNode" presStyleLbl="bgShp" presStyleIdx="2" presStyleCnt="4"/>
      <dgm:spPr/>
    </dgm:pt>
    <dgm:pt modelId="{827CFC4B-3600-479E-99B1-C317994DAA4D}" type="pres">
      <dgm:prSet presAssocID="{4CB9AA9D-2A71-4B08-8728-0C9ADB92B97C}" presName="compChildNode" presStyleCnt="0"/>
      <dgm:spPr/>
    </dgm:pt>
    <dgm:pt modelId="{29435D4F-D628-4F1C-9D48-C653A964965D}" type="pres">
      <dgm:prSet presAssocID="{4CB9AA9D-2A71-4B08-8728-0C9ADB92B97C}" presName="theInnerList" presStyleCnt="0"/>
      <dgm:spPr/>
    </dgm:pt>
    <dgm:pt modelId="{308383AE-70D3-43E7-AD66-1438071F46A9}" type="pres">
      <dgm:prSet presAssocID="{05E6011B-98D2-4CA1-8AAD-68CF5D73F891}" presName="childNode" presStyleLbl="node1" presStyleIdx="6" presStyleCnt="13">
        <dgm:presLayoutVars>
          <dgm:bulletEnabled val="1"/>
        </dgm:presLayoutVars>
      </dgm:prSet>
      <dgm:spPr/>
    </dgm:pt>
    <dgm:pt modelId="{025FAA71-547B-4297-B9E3-0B44F6A95F45}" type="pres">
      <dgm:prSet presAssocID="{05E6011B-98D2-4CA1-8AAD-68CF5D73F891}" presName="aSpace2" presStyleCnt="0"/>
      <dgm:spPr/>
    </dgm:pt>
    <dgm:pt modelId="{8EA69E1F-DF01-40B3-9877-A8840F5D19E5}" type="pres">
      <dgm:prSet presAssocID="{C8F85800-7B85-480A-9F19-63004E53B640}" presName="childNode" presStyleLbl="node1" presStyleIdx="7" presStyleCnt="13">
        <dgm:presLayoutVars>
          <dgm:bulletEnabled val="1"/>
        </dgm:presLayoutVars>
      </dgm:prSet>
      <dgm:spPr/>
    </dgm:pt>
    <dgm:pt modelId="{18B5FC56-FBAD-4347-A81F-2CF735BBDEDC}" type="pres">
      <dgm:prSet presAssocID="{C8F85800-7B85-480A-9F19-63004E53B640}" presName="aSpace2" presStyleCnt="0"/>
      <dgm:spPr/>
    </dgm:pt>
    <dgm:pt modelId="{E0D664F3-4BA4-4D90-9371-054DE2F0E9E9}" type="pres">
      <dgm:prSet presAssocID="{5BD91DD4-3B48-4550-96BC-F0F271EBCA5A}" presName="childNode" presStyleLbl="node1" presStyleIdx="8" presStyleCnt="13">
        <dgm:presLayoutVars>
          <dgm:bulletEnabled val="1"/>
        </dgm:presLayoutVars>
      </dgm:prSet>
      <dgm:spPr/>
    </dgm:pt>
    <dgm:pt modelId="{7598E312-3CC5-49D4-91BD-5F89FC085CC5}" type="pres">
      <dgm:prSet presAssocID="{4CB9AA9D-2A71-4B08-8728-0C9ADB92B97C}" presName="aSpace" presStyleCnt="0"/>
      <dgm:spPr/>
    </dgm:pt>
    <dgm:pt modelId="{ADDCB88A-1176-44FF-A1FE-2D9181E837FA}" type="pres">
      <dgm:prSet presAssocID="{199DEA39-8BF8-4291-B879-40D338991A4A}" presName="compNode" presStyleCnt="0"/>
      <dgm:spPr/>
    </dgm:pt>
    <dgm:pt modelId="{84CC74BD-5865-49FD-B5B0-A9A788C8B1F7}" type="pres">
      <dgm:prSet presAssocID="{199DEA39-8BF8-4291-B879-40D338991A4A}" presName="aNode" presStyleLbl="bgShp" presStyleIdx="3" presStyleCnt="4"/>
      <dgm:spPr/>
    </dgm:pt>
    <dgm:pt modelId="{B428ABED-9C08-422E-A02A-9694A584B87E}" type="pres">
      <dgm:prSet presAssocID="{199DEA39-8BF8-4291-B879-40D338991A4A}" presName="textNode" presStyleLbl="bgShp" presStyleIdx="3" presStyleCnt="4"/>
      <dgm:spPr/>
    </dgm:pt>
    <dgm:pt modelId="{5E62CB6C-8E94-4485-BB82-668FC2C37789}" type="pres">
      <dgm:prSet presAssocID="{199DEA39-8BF8-4291-B879-40D338991A4A}" presName="compChildNode" presStyleCnt="0"/>
      <dgm:spPr/>
    </dgm:pt>
    <dgm:pt modelId="{74832821-57F9-43D6-9C4E-AFF8E4EB5853}" type="pres">
      <dgm:prSet presAssocID="{199DEA39-8BF8-4291-B879-40D338991A4A}" presName="theInnerList" presStyleCnt="0"/>
      <dgm:spPr/>
    </dgm:pt>
    <dgm:pt modelId="{B0D4C1BB-D3AE-427C-BAD1-64D6389F4EE4}" type="pres">
      <dgm:prSet presAssocID="{8E4C035D-8630-4663-9B00-A56D28678B1E}" presName="childNode" presStyleLbl="node1" presStyleIdx="9" presStyleCnt="13">
        <dgm:presLayoutVars>
          <dgm:bulletEnabled val="1"/>
        </dgm:presLayoutVars>
      </dgm:prSet>
      <dgm:spPr/>
    </dgm:pt>
    <dgm:pt modelId="{16659309-0471-4466-AD7B-D32F874A04C4}" type="pres">
      <dgm:prSet presAssocID="{8E4C035D-8630-4663-9B00-A56D28678B1E}" presName="aSpace2" presStyleCnt="0"/>
      <dgm:spPr/>
    </dgm:pt>
    <dgm:pt modelId="{4D72F054-40A6-411E-8DB3-B5F83FE2D5BB}" type="pres">
      <dgm:prSet presAssocID="{2E9DE7DF-5182-4D8A-9E2C-432359D33A7D}" presName="childNode" presStyleLbl="node1" presStyleIdx="10" presStyleCnt="13">
        <dgm:presLayoutVars>
          <dgm:bulletEnabled val="1"/>
        </dgm:presLayoutVars>
      </dgm:prSet>
      <dgm:spPr/>
    </dgm:pt>
    <dgm:pt modelId="{F5A79EE9-AABB-4351-8820-E9B23587D736}" type="pres">
      <dgm:prSet presAssocID="{2E9DE7DF-5182-4D8A-9E2C-432359D33A7D}" presName="aSpace2" presStyleCnt="0"/>
      <dgm:spPr/>
    </dgm:pt>
    <dgm:pt modelId="{C93F0A35-F5ED-4C11-B680-E57E302D3CFC}" type="pres">
      <dgm:prSet presAssocID="{0C25449A-2846-4A19-82FB-32D9B86499F4}" presName="childNode" presStyleLbl="node1" presStyleIdx="11" presStyleCnt="13">
        <dgm:presLayoutVars>
          <dgm:bulletEnabled val="1"/>
        </dgm:presLayoutVars>
      </dgm:prSet>
      <dgm:spPr/>
    </dgm:pt>
    <dgm:pt modelId="{0C87F4A5-00F2-4305-99A3-6875737CB630}" type="pres">
      <dgm:prSet presAssocID="{0C25449A-2846-4A19-82FB-32D9B86499F4}" presName="aSpace2" presStyleCnt="0"/>
      <dgm:spPr/>
    </dgm:pt>
    <dgm:pt modelId="{A9C21CE9-2058-4D84-9594-B31C83540846}" type="pres">
      <dgm:prSet presAssocID="{07B618DC-AEBD-416D-AC02-194760AEBFAE}" presName="childNode" presStyleLbl="node1" presStyleIdx="12" presStyleCnt="13">
        <dgm:presLayoutVars>
          <dgm:bulletEnabled val="1"/>
        </dgm:presLayoutVars>
      </dgm:prSet>
      <dgm:spPr/>
    </dgm:pt>
  </dgm:ptLst>
  <dgm:cxnLst>
    <dgm:cxn modelId="{5E6D5007-B270-4AD0-BED1-84C8233A78EA}" srcId="{FCDFDD71-2E29-4157-86F7-504A90B2EF2C}" destId="{27578CB4-DF96-46A8-BA53-9939E9B374FD}" srcOrd="3" destOrd="0" parTransId="{5865352E-86CC-4601-84F9-4B53E945B719}" sibTransId="{E8586EC8-038C-4302-8D7C-42F4DAD6849B}"/>
    <dgm:cxn modelId="{E56AC00C-C76D-4D2A-AAD5-3DECDF45BCBA}" srcId="{199DEA39-8BF8-4291-B879-40D338991A4A}" destId="{07B618DC-AEBD-416D-AC02-194760AEBFAE}" srcOrd="3" destOrd="0" parTransId="{36C0B6DF-C706-419B-8057-223B0916B615}" sibTransId="{146B69B9-2C64-4DCD-823C-1731C733E460}"/>
    <dgm:cxn modelId="{269B110F-C1E2-49E3-B23D-E7D1FD5B813B}" type="presOf" srcId="{EFBD8983-4E7F-4379-BD68-FC917687207E}" destId="{B80A0838-959B-4505-B886-333116CA7B27}" srcOrd="1" destOrd="0" presId="urn:microsoft.com/office/officeart/2005/8/layout/lProcess2"/>
    <dgm:cxn modelId="{AD9F8D10-978D-4DC4-8018-B94531B90C87}" srcId="{184D75C2-011A-4EF8-ADDD-E099E603F161}" destId="{4CB9AA9D-2A71-4B08-8728-0C9ADB92B97C}" srcOrd="2" destOrd="0" parTransId="{129A0A12-D4BF-4F5E-A51C-69942BC2A212}" sibTransId="{805413E5-0BB5-4B0D-A9A6-840C47EEA5AF}"/>
    <dgm:cxn modelId="{40D3AB12-18FD-47EB-B3A3-DC2197A72C33}" type="presOf" srcId="{3B18A53A-F222-4AC4-80B4-545B10B51C77}" destId="{58DD6593-CEE6-42BC-8685-6F04E67241D4}" srcOrd="0" destOrd="0" presId="urn:microsoft.com/office/officeart/2005/8/layout/lProcess2"/>
    <dgm:cxn modelId="{2740D612-8C1D-4FAC-9679-40B3F53B2B27}" srcId="{4CB9AA9D-2A71-4B08-8728-0C9ADB92B97C}" destId="{05E6011B-98D2-4CA1-8AAD-68CF5D73F891}" srcOrd="0" destOrd="0" parTransId="{F67C7394-AA09-4FD5-B20F-F7CA22F73369}" sibTransId="{BFE21E1B-52C1-451C-9C49-C8313E72B3CE}"/>
    <dgm:cxn modelId="{FCF3981A-3C61-4F0A-8545-ECD891F7216A}" type="presOf" srcId="{0C25449A-2846-4A19-82FB-32D9B86499F4}" destId="{C93F0A35-F5ED-4C11-B680-E57E302D3CFC}" srcOrd="0" destOrd="0" presId="urn:microsoft.com/office/officeart/2005/8/layout/lProcess2"/>
    <dgm:cxn modelId="{1144C12E-1C74-449D-B342-0B8AD1BFD483}" srcId="{184D75C2-011A-4EF8-ADDD-E099E603F161}" destId="{EFBD8983-4E7F-4379-BD68-FC917687207E}" srcOrd="0" destOrd="0" parTransId="{B66C1715-449E-4126-9C78-73647277A677}" sibTransId="{01B86754-AEC6-45D1-B634-56D7C12A7ACF}"/>
    <dgm:cxn modelId="{6BC66138-BE55-4A2A-BE02-DBE6D67622CF}" srcId="{FCDFDD71-2E29-4157-86F7-504A90B2EF2C}" destId="{3B18A53A-F222-4AC4-80B4-545B10B51C77}" srcOrd="2" destOrd="0" parTransId="{350D580E-1AD1-409F-97F6-6D93C62EF683}" sibTransId="{D311A7C3-B92B-4FBA-94DD-4B25F6283F1D}"/>
    <dgm:cxn modelId="{A7CB463D-EA22-4A00-A9AA-4AB6E46C6E70}" srcId="{184D75C2-011A-4EF8-ADDD-E099E603F161}" destId="{FCDFDD71-2E29-4157-86F7-504A90B2EF2C}" srcOrd="1" destOrd="0" parTransId="{7C2B1C59-16AF-4936-957C-05102A4E3116}" sibTransId="{913CEF4D-DA3E-42D8-975B-59C9C060AB71}"/>
    <dgm:cxn modelId="{626B7261-68F4-4171-B423-EF11617638E4}" type="presOf" srcId="{C8F85800-7B85-480A-9F19-63004E53B640}" destId="{8EA69E1F-DF01-40B3-9877-A8840F5D19E5}" srcOrd="0" destOrd="0" presId="urn:microsoft.com/office/officeart/2005/8/layout/lProcess2"/>
    <dgm:cxn modelId="{56B3A941-9BAE-4047-BA7E-A6714B6006D5}" type="presOf" srcId="{184D75C2-011A-4EF8-ADDD-E099E603F161}" destId="{1831A7C7-ACD5-4BEE-8E02-98E548D05A2A}" srcOrd="0" destOrd="0" presId="urn:microsoft.com/office/officeart/2005/8/layout/lProcess2"/>
    <dgm:cxn modelId="{1BA69E42-6807-48A6-B334-0B0EFD7B626C}" type="presOf" srcId="{8E4C035D-8630-4663-9B00-A56D28678B1E}" destId="{B0D4C1BB-D3AE-427C-BAD1-64D6389F4EE4}" srcOrd="0" destOrd="0" presId="urn:microsoft.com/office/officeart/2005/8/layout/lProcess2"/>
    <dgm:cxn modelId="{1A867B43-E07D-4161-BD74-6A96CEDA309D}" srcId="{199DEA39-8BF8-4291-B879-40D338991A4A}" destId="{0C25449A-2846-4A19-82FB-32D9B86499F4}" srcOrd="2" destOrd="0" parTransId="{AC08DE2C-0C32-47BB-BF51-1BE031660EF3}" sibTransId="{31D9FF22-A75F-42DF-B977-2EBA4BC60BC5}"/>
    <dgm:cxn modelId="{A0A35567-0789-4F0C-80F9-0860B1424CB6}" srcId="{EFBD8983-4E7F-4379-BD68-FC917687207E}" destId="{43EB05B0-CC97-4D99-A85A-A6388805EE37}" srcOrd="1" destOrd="0" parTransId="{2BE693C2-A626-4562-8474-288A24129933}" sibTransId="{5113CF89-43A6-451F-937F-0714BB5985CB}"/>
    <dgm:cxn modelId="{C1127C69-718D-4BC8-9B6E-357DC9C8504C}" type="presOf" srcId="{199DEA39-8BF8-4291-B879-40D338991A4A}" destId="{84CC74BD-5865-49FD-B5B0-A9A788C8B1F7}" srcOrd="0" destOrd="0" presId="urn:microsoft.com/office/officeart/2005/8/layout/lProcess2"/>
    <dgm:cxn modelId="{8ABAAE4C-C6FC-4711-AA76-A125E8F8CD57}" type="presOf" srcId="{4CB9AA9D-2A71-4B08-8728-0C9ADB92B97C}" destId="{F3C9F07B-4BEF-4193-B3E3-A0815E9835BA}" srcOrd="0" destOrd="0" presId="urn:microsoft.com/office/officeart/2005/8/layout/lProcess2"/>
    <dgm:cxn modelId="{76524F50-B2E3-4D40-96DA-5545A196F8CB}" type="presOf" srcId="{FCDFDD71-2E29-4157-86F7-504A90B2EF2C}" destId="{A6C0E976-2C7E-4E62-B44B-0931B80F7A78}" srcOrd="1" destOrd="0" presId="urn:microsoft.com/office/officeart/2005/8/layout/lProcess2"/>
    <dgm:cxn modelId="{F1A1CE50-49EA-49EA-8D18-153C5781F4EA}" type="presOf" srcId="{FCDFDD71-2E29-4157-86F7-504A90B2EF2C}" destId="{086346F3-4559-48B0-9D47-CB35B7A184E5}" srcOrd="0" destOrd="0" presId="urn:microsoft.com/office/officeart/2005/8/layout/lProcess2"/>
    <dgm:cxn modelId="{A2411F72-FA44-4D39-A1BE-6987BAB80E4D}" srcId="{4CB9AA9D-2A71-4B08-8728-0C9ADB92B97C}" destId="{C8F85800-7B85-480A-9F19-63004E53B640}" srcOrd="1" destOrd="0" parTransId="{37A11275-B3A5-41FA-AD2C-FFB3020FC2E4}" sibTransId="{AED50FAB-DEA5-430F-845A-1945EFABC76D}"/>
    <dgm:cxn modelId="{51F95D72-26BD-449F-90A8-CD74772A229C}" srcId="{199DEA39-8BF8-4291-B879-40D338991A4A}" destId="{8E4C035D-8630-4663-9B00-A56D28678B1E}" srcOrd="0" destOrd="0" parTransId="{5760563E-BFF2-4A27-AD90-61FE066FDE07}" sibTransId="{684158B2-A432-4651-BFCF-3C56F23825E0}"/>
    <dgm:cxn modelId="{823EB454-CB41-4AB0-B377-31A25DAB00A0}" srcId="{FCDFDD71-2E29-4157-86F7-504A90B2EF2C}" destId="{050DAF48-C9B5-4E0A-89EA-6AAD6579A790}" srcOrd="0" destOrd="0" parTransId="{1D14EB5D-3D71-4103-B564-CCF274D8CB1F}" sibTransId="{D0E5EFBD-7C81-4AA6-89BB-D4D3EF5A20F5}"/>
    <dgm:cxn modelId="{F4767D75-4763-4E22-BC69-59693E8BA0E8}" type="presOf" srcId="{27578CB4-DF96-46A8-BA53-9939E9B374FD}" destId="{016AEA30-2A2A-4754-9BCD-C002A53871F9}" srcOrd="0" destOrd="0" presId="urn:microsoft.com/office/officeart/2005/8/layout/lProcess2"/>
    <dgm:cxn modelId="{1BDC2976-159E-45B7-B4AA-5B4B9C82B39B}" srcId="{184D75C2-011A-4EF8-ADDD-E099E603F161}" destId="{199DEA39-8BF8-4291-B879-40D338991A4A}" srcOrd="3" destOrd="0" parTransId="{C3AB9FB2-552D-4044-92DF-CE5C9670C150}" sibTransId="{5100BD3F-D393-42CF-A7B0-08A3FD1962BE}"/>
    <dgm:cxn modelId="{E4010A85-B3E6-48EC-A532-42E69594CA67}" type="presOf" srcId="{EFBD8983-4E7F-4379-BD68-FC917687207E}" destId="{20ADCB62-9696-43EA-BF1F-AB708E7547A4}" srcOrd="0" destOrd="0" presId="urn:microsoft.com/office/officeart/2005/8/layout/lProcess2"/>
    <dgm:cxn modelId="{F0D27485-34AB-431F-9579-6AA89C2612DE}" srcId="{EFBD8983-4E7F-4379-BD68-FC917687207E}" destId="{B4C0BB6F-0742-4424-9882-C18694B729F4}" srcOrd="0" destOrd="0" parTransId="{CAEC0751-D649-43A7-8979-1749DBC1BB26}" sibTransId="{A4A0D3CC-4C2D-4658-BBAA-D120E0D9647A}"/>
    <dgm:cxn modelId="{92771F90-93D4-4CD3-9CA1-2CEA57007089}" type="presOf" srcId="{050DAF48-C9B5-4E0A-89EA-6AAD6579A790}" destId="{3F217D5D-D6AB-43FC-ABA4-A769A3597C8E}" srcOrd="0" destOrd="0" presId="urn:microsoft.com/office/officeart/2005/8/layout/lProcess2"/>
    <dgm:cxn modelId="{63E17890-D788-4B8E-A848-956CFDA0A348}" type="presOf" srcId="{5DC8889E-AE9A-41E1-9069-513CD34FD7DB}" destId="{2DADB230-9974-41A8-86AC-358DBB51915E}" srcOrd="0" destOrd="0" presId="urn:microsoft.com/office/officeart/2005/8/layout/lProcess2"/>
    <dgm:cxn modelId="{D6FDBE9C-5ED4-4591-A58B-F2AA8FC473DE}" srcId="{4CB9AA9D-2A71-4B08-8728-0C9ADB92B97C}" destId="{5BD91DD4-3B48-4550-96BC-F0F271EBCA5A}" srcOrd="2" destOrd="0" parTransId="{9A681A16-C0C5-4823-A218-F504599EB0FA}" sibTransId="{649D0C1F-0A92-455C-A976-5397BC69003B}"/>
    <dgm:cxn modelId="{CED5F8A1-B59B-4A92-B374-3516A2856FB0}" type="presOf" srcId="{199DEA39-8BF8-4291-B879-40D338991A4A}" destId="{B428ABED-9C08-422E-A02A-9694A584B87E}" srcOrd="1" destOrd="0" presId="urn:microsoft.com/office/officeart/2005/8/layout/lProcess2"/>
    <dgm:cxn modelId="{E74A3AA3-CE38-4E3B-B054-B3E550CAA978}" type="presOf" srcId="{43EB05B0-CC97-4D99-A85A-A6388805EE37}" destId="{B87DDAB1-F59F-4223-9C9A-2499F28FE288}" srcOrd="0" destOrd="0" presId="urn:microsoft.com/office/officeart/2005/8/layout/lProcess2"/>
    <dgm:cxn modelId="{EE22F1B0-9AB7-4197-BA84-4F6BC579563B}" type="presOf" srcId="{07B618DC-AEBD-416D-AC02-194760AEBFAE}" destId="{A9C21CE9-2058-4D84-9594-B31C83540846}" srcOrd="0" destOrd="0" presId="urn:microsoft.com/office/officeart/2005/8/layout/lProcess2"/>
    <dgm:cxn modelId="{5BAC04B2-FE8F-404C-9699-C50A09E166B6}" srcId="{FCDFDD71-2E29-4157-86F7-504A90B2EF2C}" destId="{5DC8889E-AE9A-41E1-9069-513CD34FD7DB}" srcOrd="1" destOrd="0" parTransId="{E501C7AA-A1EC-43B8-9BBC-97A0ECC9398A}" sibTransId="{A6ACF6A3-D441-4A9A-BC89-0C086449EC80}"/>
    <dgm:cxn modelId="{5EA8E6C1-CBD7-496E-8949-28E65DE2B05E}" type="presOf" srcId="{5BD91DD4-3B48-4550-96BC-F0F271EBCA5A}" destId="{E0D664F3-4BA4-4D90-9371-054DE2F0E9E9}" srcOrd="0" destOrd="0" presId="urn:microsoft.com/office/officeart/2005/8/layout/lProcess2"/>
    <dgm:cxn modelId="{B0B864C9-007F-453F-A55C-847289A4D424}" srcId="{199DEA39-8BF8-4291-B879-40D338991A4A}" destId="{2E9DE7DF-5182-4D8A-9E2C-432359D33A7D}" srcOrd="1" destOrd="0" parTransId="{6E0A5D35-2F72-4A0A-A584-C99CA52DBADB}" sibTransId="{A9E4824E-C090-48EF-81A7-B268ED3BD861}"/>
    <dgm:cxn modelId="{D63D48D9-65AF-404E-AAA2-C0C36C8F4575}" type="presOf" srcId="{05E6011B-98D2-4CA1-8AAD-68CF5D73F891}" destId="{308383AE-70D3-43E7-AD66-1438071F46A9}" srcOrd="0" destOrd="0" presId="urn:microsoft.com/office/officeart/2005/8/layout/lProcess2"/>
    <dgm:cxn modelId="{F8A57DDC-A088-4108-B9CE-C18FEE6CB37F}" type="presOf" srcId="{B4C0BB6F-0742-4424-9882-C18694B729F4}" destId="{51FB1D9F-722E-4946-8DD0-D6666FA52044}" srcOrd="0" destOrd="0" presId="urn:microsoft.com/office/officeart/2005/8/layout/lProcess2"/>
    <dgm:cxn modelId="{3BD0EFF7-BBC0-413A-BDA8-7DAE856E5A71}" type="presOf" srcId="{4CB9AA9D-2A71-4B08-8728-0C9ADB92B97C}" destId="{CA783E33-BA33-4781-89D1-60F4577207F9}" srcOrd="1" destOrd="0" presId="urn:microsoft.com/office/officeart/2005/8/layout/lProcess2"/>
    <dgm:cxn modelId="{4BB3A9FD-9D1C-4D70-A6D9-4C7425A8B2DE}" type="presOf" srcId="{2E9DE7DF-5182-4D8A-9E2C-432359D33A7D}" destId="{4D72F054-40A6-411E-8DB3-B5F83FE2D5BB}" srcOrd="0" destOrd="0" presId="urn:microsoft.com/office/officeart/2005/8/layout/lProcess2"/>
    <dgm:cxn modelId="{5B85CC0C-427D-4EFD-BE91-45AB7A1FEAC8}" type="presParOf" srcId="{1831A7C7-ACD5-4BEE-8E02-98E548D05A2A}" destId="{1C69C599-0ACB-4306-8B06-3B95895ABCA6}" srcOrd="0" destOrd="0" presId="urn:microsoft.com/office/officeart/2005/8/layout/lProcess2"/>
    <dgm:cxn modelId="{677D8B88-9172-4599-BFF7-A73B52145537}" type="presParOf" srcId="{1C69C599-0ACB-4306-8B06-3B95895ABCA6}" destId="{20ADCB62-9696-43EA-BF1F-AB708E7547A4}" srcOrd="0" destOrd="0" presId="urn:microsoft.com/office/officeart/2005/8/layout/lProcess2"/>
    <dgm:cxn modelId="{583CD25B-7C0C-48E5-86BC-657521553545}" type="presParOf" srcId="{1C69C599-0ACB-4306-8B06-3B95895ABCA6}" destId="{B80A0838-959B-4505-B886-333116CA7B27}" srcOrd="1" destOrd="0" presId="urn:microsoft.com/office/officeart/2005/8/layout/lProcess2"/>
    <dgm:cxn modelId="{B60F77D4-B893-4123-B8E8-A88385816187}" type="presParOf" srcId="{1C69C599-0ACB-4306-8B06-3B95895ABCA6}" destId="{0DBAABDE-FDD2-4B91-A667-1C95A4C59FDF}" srcOrd="2" destOrd="0" presId="urn:microsoft.com/office/officeart/2005/8/layout/lProcess2"/>
    <dgm:cxn modelId="{E755C91A-BD83-4DBE-BD2E-1BC817FB96B9}" type="presParOf" srcId="{0DBAABDE-FDD2-4B91-A667-1C95A4C59FDF}" destId="{429B9A17-F45D-4CE1-978B-4229E8456A7A}" srcOrd="0" destOrd="0" presId="urn:microsoft.com/office/officeart/2005/8/layout/lProcess2"/>
    <dgm:cxn modelId="{EF691673-03A2-4F3D-96B5-8D5A9E50B7CD}" type="presParOf" srcId="{429B9A17-F45D-4CE1-978B-4229E8456A7A}" destId="{51FB1D9F-722E-4946-8DD0-D6666FA52044}" srcOrd="0" destOrd="0" presId="urn:microsoft.com/office/officeart/2005/8/layout/lProcess2"/>
    <dgm:cxn modelId="{4A94F899-7869-4B39-B982-0E0089770F05}" type="presParOf" srcId="{429B9A17-F45D-4CE1-978B-4229E8456A7A}" destId="{9DB766AF-EB31-4258-8573-78C2C99C69C6}" srcOrd="1" destOrd="0" presId="urn:microsoft.com/office/officeart/2005/8/layout/lProcess2"/>
    <dgm:cxn modelId="{41F2046A-FF3E-4029-B2D8-0B27150C630F}" type="presParOf" srcId="{429B9A17-F45D-4CE1-978B-4229E8456A7A}" destId="{B87DDAB1-F59F-4223-9C9A-2499F28FE288}" srcOrd="2" destOrd="0" presId="urn:microsoft.com/office/officeart/2005/8/layout/lProcess2"/>
    <dgm:cxn modelId="{C3865402-5988-4347-B97E-7DEBC2D879E9}" type="presParOf" srcId="{1831A7C7-ACD5-4BEE-8E02-98E548D05A2A}" destId="{1067AE07-9512-45DE-8C2B-8EDCEAEA7F1F}" srcOrd="1" destOrd="0" presId="urn:microsoft.com/office/officeart/2005/8/layout/lProcess2"/>
    <dgm:cxn modelId="{B7131148-C528-4D47-A2F6-A9DFA8FA140E}" type="presParOf" srcId="{1831A7C7-ACD5-4BEE-8E02-98E548D05A2A}" destId="{4B503415-F737-46A9-B150-C431842C75BA}" srcOrd="2" destOrd="0" presId="urn:microsoft.com/office/officeart/2005/8/layout/lProcess2"/>
    <dgm:cxn modelId="{E1BC70AB-DE6B-45C1-974F-49D185C76D5B}" type="presParOf" srcId="{4B503415-F737-46A9-B150-C431842C75BA}" destId="{086346F3-4559-48B0-9D47-CB35B7A184E5}" srcOrd="0" destOrd="0" presId="urn:microsoft.com/office/officeart/2005/8/layout/lProcess2"/>
    <dgm:cxn modelId="{3DF83550-043C-4815-9F37-EA90290F8824}" type="presParOf" srcId="{4B503415-F737-46A9-B150-C431842C75BA}" destId="{A6C0E976-2C7E-4E62-B44B-0931B80F7A78}" srcOrd="1" destOrd="0" presId="urn:microsoft.com/office/officeart/2005/8/layout/lProcess2"/>
    <dgm:cxn modelId="{565F840A-AAFD-4FD2-8EAA-6E16A68C7B21}" type="presParOf" srcId="{4B503415-F737-46A9-B150-C431842C75BA}" destId="{052068F0-9273-46B7-BA13-01B568146685}" srcOrd="2" destOrd="0" presId="urn:microsoft.com/office/officeart/2005/8/layout/lProcess2"/>
    <dgm:cxn modelId="{1BE5A2E3-8328-4075-B66E-B5997A957BBB}" type="presParOf" srcId="{052068F0-9273-46B7-BA13-01B568146685}" destId="{22BDFE93-87F7-4702-A66D-91C3060D8BC4}" srcOrd="0" destOrd="0" presId="urn:microsoft.com/office/officeart/2005/8/layout/lProcess2"/>
    <dgm:cxn modelId="{9CFEB9CE-D8FB-4CAB-96EC-8EE0DA727F0B}" type="presParOf" srcId="{22BDFE93-87F7-4702-A66D-91C3060D8BC4}" destId="{3F217D5D-D6AB-43FC-ABA4-A769A3597C8E}" srcOrd="0" destOrd="0" presId="urn:microsoft.com/office/officeart/2005/8/layout/lProcess2"/>
    <dgm:cxn modelId="{26AE1F5C-579C-49AC-9FFC-7BA699BB2484}" type="presParOf" srcId="{22BDFE93-87F7-4702-A66D-91C3060D8BC4}" destId="{9ADD137B-B75D-4CF4-8EE1-6E020169FE20}" srcOrd="1" destOrd="0" presId="urn:microsoft.com/office/officeart/2005/8/layout/lProcess2"/>
    <dgm:cxn modelId="{1C33F4BE-AC20-43BC-8404-1B6F4C573A2B}" type="presParOf" srcId="{22BDFE93-87F7-4702-A66D-91C3060D8BC4}" destId="{2DADB230-9974-41A8-86AC-358DBB51915E}" srcOrd="2" destOrd="0" presId="urn:microsoft.com/office/officeart/2005/8/layout/lProcess2"/>
    <dgm:cxn modelId="{3199D85F-9C00-4563-BCBB-D31AE588EDAB}" type="presParOf" srcId="{22BDFE93-87F7-4702-A66D-91C3060D8BC4}" destId="{C478CACD-D644-4124-AC58-4167A14F7F2E}" srcOrd="3" destOrd="0" presId="urn:microsoft.com/office/officeart/2005/8/layout/lProcess2"/>
    <dgm:cxn modelId="{9CABBF34-33A7-4D19-B0D3-300B710BE448}" type="presParOf" srcId="{22BDFE93-87F7-4702-A66D-91C3060D8BC4}" destId="{58DD6593-CEE6-42BC-8685-6F04E67241D4}" srcOrd="4" destOrd="0" presId="urn:microsoft.com/office/officeart/2005/8/layout/lProcess2"/>
    <dgm:cxn modelId="{14E7A3D4-6BF3-4477-82AF-848F53412A31}" type="presParOf" srcId="{22BDFE93-87F7-4702-A66D-91C3060D8BC4}" destId="{E3E46900-0564-43B8-A4E8-2006325A1568}" srcOrd="5" destOrd="0" presId="urn:microsoft.com/office/officeart/2005/8/layout/lProcess2"/>
    <dgm:cxn modelId="{7AE2F99A-AD71-44FA-BF3D-DD4B18B40361}" type="presParOf" srcId="{22BDFE93-87F7-4702-A66D-91C3060D8BC4}" destId="{016AEA30-2A2A-4754-9BCD-C002A53871F9}" srcOrd="6" destOrd="0" presId="urn:microsoft.com/office/officeart/2005/8/layout/lProcess2"/>
    <dgm:cxn modelId="{AAC03E26-D53D-46DB-AF14-2789DE4989B2}" type="presParOf" srcId="{1831A7C7-ACD5-4BEE-8E02-98E548D05A2A}" destId="{52E213E5-B411-4093-A7F1-635AF5B2D42F}" srcOrd="3" destOrd="0" presId="urn:microsoft.com/office/officeart/2005/8/layout/lProcess2"/>
    <dgm:cxn modelId="{0A2C7F74-F1BA-4CC9-B9CA-52B844BA160E}" type="presParOf" srcId="{1831A7C7-ACD5-4BEE-8E02-98E548D05A2A}" destId="{6B71ACB8-F8A0-46C2-90E4-0CD16950C9EC}" srcOrd="4" destOrd="0" presId="urn:microsoft.com/office/officeart/2005/8/layout/lProcess2"/>
    <dgm:cxn modelId="{596E8313-DE98-4B70-8AC6-3AD632607A3B}" type="presParOf" srcId="{6B71ACB8-F8A0-46C2-90E4-0CD16950C9EC}" destId="{F3C9F07B-4BEF-4193-B3E3-A0815E9835BA}" srcOrd="0" destOrd="0" presId="urn:microsoft.com/office/officeart/2005/8/layout/lProcess2"/>
    <dgm:cxn modelId="{070292F2-41F3-42E4-8D41-55F5A725691E}" type="presParOf" srcId="{6B71ACB8-F8A0-46C2-90E4-0CD16950C9EC}" destId="{CA783E33-BA33-4781-89D1-60F4577207F9}" srcOrd="1" destOrd="0" presId="urn:microsoft.com/office/officeart/2005/8/layout/lProcess2"/>
    <dgm:cxn modelId="{F76DDBAC-0FF4-48B0-A944-295CC644E6C6}" type="presParOf" srcId="{6B71ACB8-F8A0-46C2-90E4-0CD16950C9EC}" destId="{827CFC4B-3600-479E-99B1-C317994DAA4D}" srcOrd="2" destOrd="0" presId="urn:microsoft.com/office/officeart/2005/8/layout/lProcess2"/>
    <dgm:cxn modelId="{C3E64BD6-6287-46C9-9903-387AEAF0DBAC}" type="presParOf" srcId="{827CFC4B-3600-479E-99B1-C317994DAA4D}" destId="{29435D4F-D628-4F1C-9D48-C653A964965D}" srcOrd="0" destOrd="0" presId="urn:microsoft.com/office/officeart/2005/8/layout/lProcess2"/>
    <dgm:cxn modelId="{80EB3C35-0C58-4D5E-B845-07FF26E7F3C5}" type="presParOf" srcId="{29435D4F-D628-4F1C-9D48-C653A964965D}" destId="{308383AE-70D3-43E7-AD66-1438071F46A9}" srcOrd="0" destOrd="0" presId="urn:microsoft.com/office/officeart/2005/8/layout/lProcess2"/>
    <dgm:cxn modelId="{A1DF8A98-6972-4567-91B5-377B7166AC17}" type="presParOf" srcId="{29435D4F-D628-4F1C-9D48-C653A964965D}" destId="{025FAA71-547B-4297-B9E3-0B44F6A95F45}" srcOrd="1" destOrd="0" presId="urn:microsoft.com/office/officeart/2005/8/layout/lProcess2"/>
    <dgm:cxn modelId="{8975D3B3-498A-479E-B0CC-8D5CA73D36D0}" type="presParOf" srcId="{29435D4F-D628-4F1C-9D48-C653A964965D}" destId="{8EA69E1F-DF01-40B3-9877-A8840F5D19E5}" srcOrd="2" destOrd="0" presId="urn:microsoft.com/office/officeart/2005/8/layout/lProcess2"/>
    <dgm:cxn modelId="{8E0C5E0D-508F-4B47-8C46-145EEA4EF4E8}" type="presParOf" srcId="{29435D4F-D628-4F1C-9D48-C653A964965D}" destId="{18B5FC56-FBAD-4347-A81F-2CF735BBDEDC}" srcOrd="3" destOrd="0" presId="urn:microsoft.com/office/officeart/2005/8/layout/lProcess2"/>
    <dgm:cxn modelId="{98FB5D87-191F-4075-9528-25FA58580320}" type="presParOf" srcId="{29435D4F-D628-4F1C-9D48-C653A964965D}" destId="{E0D664F3-4BA4-4D90-9371-054DE2F0E9E9}" srcOrd="4" destOrd="0" presId="urn:microsoft.com/office/officeart/2005/8/layout/lProcess2"/>
    <dgm:cxn modelId="{B1C8ABCE-8652-4DB1-841E-1BFC23D11FBF}" type="presParOf" srcId="{1831A7C7-ACD5-4BEE-8E02-98E548D05A2A}" destId="{7598E312-3CC5-49D4-91BD-5F89FC085CC5}" srcOrd="5" destOrd="0" presId="urn:microsoft.com/office/officeart/2005/8/layout/lProcess2"/>
    <dgm:cxn modelId="{8FB9F370-3509-4625-8B8A-497130879120}" type="presParOf" srcId="{1831A7C7-ACD5-4BEE-8E02-98E548D05A2A}" destId="{ADDCB88A-1176-44FF-A1FE-2D9181E837FA}" srcOrd="6" destOrd="0" presId="urn:microsoft.com/office/officeart/2005/8/layout/lProcess2"/>
    <dgm:cxn modelId="{A1249B28-EA76-4CB2-A936-BCCD26B7BAB9}" type="presParOf" srcId="{ADDCB88A-1176-44FF-A1FE-2D9181E837FA}" destId="{84CC74BD-5865-49FD-B5B0-A9A788C8B1F7}" srcOrd="0" destOrd="0" presId="urn:microsoft.com/office/officeart/2005/8/layout/lProcess2"/>
    <dgm:cxn modelId="{9FD264A2-FB7A-47A0-AC13-93D39E810FD8}" type="presParOf" srcId="{ADDCB88A-1176-44FF-A1FE-2D9181E837FA}" destId="{B428ABED-9C08-422E-A02A-9694A584B87E}" srcOrd="1" destOrd="0" presId="urn:microsoft.com/office/officeart/2005/8/layout/lProcess2"/>
    <dgm:cxn modelId="{D3E2C83E-A7B5-4D9C-85B6-AF1515070C52}" type="presParOf" srcId="{ADDCB88A-1176-44FF-A1FE-2D9181E837FA}" destId="{5E62CB6C-8E94-4485-BB82-668FC2C37789}" srcOrd="2" destOrd="0" presId="urn:microsoft.com/office/officeart/2005/8/layout/lProcess2"/>
    <dgm:cxn modelId="{85A4939D-9EC9-457F-8010-EF4C5C67A940}" type="presParOf" srcId="{5E62CB6C-8E94-4485-BB82-668FC2C37789}" destId="{74832821-57F9-43D6-9C4E-AFF8E4EB5853}" srcOrd="0" destOrd="0" presId="urn:microsoft.com/office/officeart/2005/8/layout/lProcess2"/>
    <dgm:cxn modelId="{0FFD940C-D4BD-4F3F-9854-781F252A16A0}" type="presParOf" srcId="{74832821-57F9-43D6-9C4E-AFF8E4EB5853}" destId="{B0D4C1BB-D3AE-427C-BAD1-64D6389F4EE4}" srcOrd="0" destOrd="0" presId="urn:microsoft.com/office/officeart/2005/8/layout/lProcess2"/>
    <dgm:cxn modelId="{C51318AE-7EA4-4E9B-B31B-7CDEB2515248}" type="presParOf" srcId="{74832821-57F9-43D6-9C4E-AFF8E4EB5853}" destId="{16659309-0471-4466-AD7B-D32F874A04C4}" srcOrd="1" destOrd="0" presId="urn:microsoft.com/office/officeart/2005/8/layout/lProcess2"/>
    <dgm:cxn modelId="{F68F0911-3229-48C4-B0E6-C1F01BB3B31C}" type="presParOf" srcId="{74832821-57F9-43D6-9C4E-AFF8E4EB5853}" destId="{4D72F054-40A6-411E-8DB3-B5F83FE2D5BB}" srcOrd="2" destOrd="0" presId="urn:microsoft.com/office/officeart/2005/8/layout/lProcess2"/>
    <dgm:cxn modelId="{9927DEC5-EA1D-4B83-93EE-B463155564DA}" type="presParOf" srcId="{74832821-57F9-43D6-9C4E-AFF8E4EB5853}" destId="{F5A79EE9-AABB-4351-8820-E9B23587D736}" srcOrd="3" destOrd="0" presId="urn:microsoft.com/office/officeart/2005/8/layout/lProcess2"/>
    <dgm:cxn modelId="{6A859D2C-C859-4F0C-A05F-82D155FF5530}" type="presParOf" srcId="{74832821-57F9-43D6-9C4E-AFF8E4EB5853}" destId="{C93F0A35-F5ED-4C11-B680-E57E302D3CFC}" srcOrd="4" destOrd="0" presId="urn:microsoft.com/office/officeart/2005/8/layout/lProcess2"/>
    <dgm:cxn modelId="{8CA8222B-4C68-4458-88FC-F2BE99024CF9}" type="presParOf" srcId="{74832821-57F9-43D6-9C4E-AFF8E4EB5853}" destId="{0C87F4A5-00F2-4305-99A3-6875737CB630}" srcOrd="5" destOrd="0" presId="urn:microsoft.com/office/officeart/2005/8/layout/lProcess2"/>
    <dgm:cxn modelId="{61C6AFBB-955D-47C3-9821-89ADED1481BC}" type="presParOf" srcId="{74832821-57F9-43D6-9C4E-AFF8E4EB5853}" destId="{A9C21CE9-2058-4D84-9594-B31C83540846}" srcOrd="6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F1303467-8517-4D9D-B582-B539E6ECDE7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1267B468-B2C2-472D-B486-10CFBCE5751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extended bitcoin network </a:t>
          </a:r>
        </a:p>
      </dgm:t>
    </dgm:pt>
    <dgm:pt modelId="{672B905E-4A49-4E7A-B003-84D21933F711}" type="parTrans" cxnId="{EA484312-E34F-4BB8-A9F8-0836DC0143EB}">
      <dgm:prSet/>
      <dgm:spPr/>
      <dgm:t>
        <a:bodyPr/>
        <a:lstStyle/>
        <a:p>
          <a:endParaRPr lang="en-US"/>
        </a:p>
      </dgm:t>
    </dgm:pt>
    <dgm:pt modelId="{745C757B-6B7B-4166-9ED5-99DD5069322F}" type="sibTrans" cxnId="{EA484312-E34F-4BB8-A9F8-0836DC0143EB}">
      <dgm:prSet/>
      <dgm:spPr/>
      <dgm:t>
        <a:bodyPr/>
        <a:lstStyle/>
        <a:p>
          <a:endParaRPr lang="en-US"/>
        </a:p>
      </dgm:t>
    </dgm:pt>
    <dgm:pt modelId="{D8848DEA-7B80-4087-B19F-9C26B4F46E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includes the network running the </a:t>
          </a:r>
          <a:r>
            <a:rPr lang="en-US" b="1" dirty="0"/>
            <a:t>bitcoin P2P protocol</a:t>
          </a:r>
        </a:p>
      </dgm:t>
    </dgm:pt>
    <dgm:pt modelId="{E9A0247D-9C2A-460B-A39A-F84EF13F3204}" type="parTrans" cxnId="{992D8430-5DAD-4B2B-9E26-C96772A041AE}">
      <dgm:prSet/>
      <dgm:spPr/>
      <dgm:t>
        <a:bodyPr/>
        <a:lstStyle/>
        <a:p>
          <a:endParaRPr lang="en-US"/>
        </a:p>
      </dgm:t>
    </dgm:pt>
    <dgm:pt modelId="{95B50F0E-AA5E-4FCD-A335-AB3134DE4CF3}" type="sibTrans" cxnId="{992D8430-5DAD-4B2B-9E26-C96772A041AE}">
      <dgm:prSet/>
      <dgm:spPr/>
      <dgm:t>
        <a:bodyPr/>
        <a:lstStyle/>
        <a:p>
          <a:endParaRPr lang="en-US"/>
        </a:p>
      </dgm:t>
    </dgm:pt>
    <dgm:pt modelId="{824C2399-584E-4355-8756-8CD5A776E3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nodes</a:t>
          </a:r>
        </a:p>
      </dgm:t>
    </dgm:pt>
    <dgm:pt modelId="{139017C2-DEEE-4358-82AB-CC4F6CA2794A}" type="parTrans" cxnId="{6AD789C4-140A-4459-ACAA-104249C99C38}">
      <dgm:prSet/>
      <dgm:spPr/>
      <dgm:t>
        <a:bodyPr/>
        <a:lstStyle/>
        <a:p>
          <a:endParaRPr lang="en-US"/>
        </a:p>
      </dgm:t>
    </dgm:pt>
    <dgm:pt modelId="{558B107D-9B48-4134-A483-D30908C1E17B}" type="sibTrans" cxnId="{6AD789C4-140A-4459-ACAA-104249C99C38}">
      <dgm:prSet/>
      <dgm:spPr/>
      <dgm:t>
        <a:bodyPr/>
        <a:lstStyle/>
        <a:p>
          <a:endParaRPr lang="en-US"/>
        </a:p>
      </dgm:t>
    </dgm:pt>
    <dgm:pt modelId="{CA191397-DC94-4CF2-826C-05EA3CE0DD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Attached to the</a:t>
          </a:r>
          <a:r>
            <a:rPr lang="tr-TR" dirty="0"/>
            <a:t> </a:t>
          </a:r>
          <a:r>
            <a:rPr lang="en-US" dirty="0"/>
            <a:t>main bitcoin P2P network are </a:t>
          </a:r>
        </a:p>
      </dgm:t>
    </dgm:pt>
    <dgm:pt modelId="{5ECF92AA-189F-42E2-8198-F5587397F6F4}" type="parTrans" cxnId="{FF07AF3A-5C0C-42AB-A9C7-6362790F51CD}">
      <dgm:prSet/>
      <dgm:spPr/>
      <dgm:t>
        <a:bodyPr/>
        <a:lstStyle/>
        <a:p>
          <a:endParaRPr lang="en-US"/>
        </a:p>
      </dgm:t>
    </dgm:pt>
    <dgm:pt modelId="{F6C6ABC9-2D64-4ED0-8FD5-1431944B40D2}" type="sibTrans" cxnId="{FF07AF3A-5C0C-42AB-A9C7-6362790F51CD}">
      <dgm:prSet/>
      <dgm:spPr/>
      <dgm:t>
        <a:bodyPr/>
        <a:lstStyle/>
        <a:p>
          <a:endParaRPr lang="en-US"/>
        </a:p>
      </dgm:t>
    </dgm:pt>
    <dgm:pt modelId="{2C27BE2E-D5F9-4E45-8C63-BA48B56253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pool servers</a:t>
          </a:r>
        </a:p>
      </dgm:t>
    </dgm:pt>
    <dgm:pt modelId="{6E51726A-1DAB-4CA2-9083-B0A48703A546}" type="parTrans" cxnId="{11080833-434E-4232-81AD-4FCC1CC683F5}">
      <dgm:prSet/>
      <dgm:spPr/>
      <dgm:t>
        <a:bodyPr/>
        <a:lstStyle/>
        <a:p>
          <a:endParaRPr lang="en-US"/>
        </a:p>
      </dgm:t>
    </dgm:pt>
    <dgm:pt modelId="{09428F63-9483-42C0-9D1D-6B3D2BF32FAA}" type="sibTrans" cxnId="{11080833-434E-4232-81AD-4FCC1CC683F5}">
      <dgm:prSet/>
      <dgm:spPr/>
      <dgm:t>
        <a:bodyPr/>
        <a:lstStyle/>
        <a:p>
          <a:endParaRPr lang="en-US"/>
        </a:p>
      </dgm:t>
    </dgm:pt>
    <dgm:pt modelId="{A420C515-4673-4A3E-9C83-BC562D2BF2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protocol gateways</a:t>
          </a:r>
        </a:p>
      </dgm:t>
    </dgm:pt>
    <dgm:pt modelId="{B81543F0-116B-49CF-BAF2-849D00EBA0CE}" type="parTrans" cxnId="{093F0F2A-791C-4A83-9E6E-14D5CE884CDE}">
      <dgm:prSet/>
      <dgm:spPr/>
      <dgm:t>
        <a:bodyPr/>
        <a:lstStyle/>
        <a:p>
          <a:endParaRPr lang="en-US"/>
        </a:p>
      </dgm:t>
    </dgm:pt>
    <dgm:pt modelId="{60003571-95FD-4399-9848-ACA1C2E41F03}" type="sibTrans" cxnId="{093F0F2A-791C-4A83-9E6E-14D5CE884CDE}">
      <dgm:prSet/>
      <dgm:spPr/>
      <dgm:t>
        <a:bodyPr/>
        <a:lstStyle/>
        <a:p>
          <a:endParaRPr lang="en-US"/>
        </a:p>
      </dgm:t>
    </dgm:pt>
    <dgm:pt modelId="{C114A563-4D68-4D13-96EA-EC58FF4F0A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mostly pool</a:t>
          </a:r>
          <a:r>
            <a:rPr lang="tr-TR" dirty="0"/>
            <a:t> </a:t>
          </a:r>
          <a:r>
            <a:rPr lang="en-US" dirty="0"/>
            <a:t>mining nodes</a:t>
          </a:r>
        </a:p>
      </dgm:t>
    </dgm:pt>
    <dgm:pt modelId="{63B9AF57-1DF8-40B5-B5B0-5AE846240D60}" type="parTrans" cxnId="{ED13A312-9AFB-4B7B-B848-0A57DA539057}">
      <dgm:prSet/>
      <dgm:spPr/>
      <dgm:t>
        <a:bodyPr/>
        <a:lstStyle/>
        <a:p>
          <a:endParaRPr lang="en-US"/>
        </a:p>
      </dgm:t>
    </dgm:pt>
    <dgm:pt modelId="{EC9FE3B9-8499-42F4-B926-A14697B6A8FA}" type="sibTrans" cxnId="{ED13A312-9AFB-4B7B-B848-0A57DA539057}">
      <dgm:prSet/>
      <dgm:spPr/>
      <dgm:t>
        <a:bodyPr/>
        <a:lstStyle/>
        <a:p>
          <a:endParaRPr lang="en-US"/>
        </a:p>
      </dgm:t>
    </dgm:pt>
    <dgm:pt modelId="{23ED9C1E-4738-470C-8631-9E73D31FEC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running </a:t>
          </a:r>
          <a:r>
            <a:rPr lang="en-US" b="1" dirty="0"/>
            <a:t>specialized protocols</a:t>
          </a:r>
          <a:endParaRPr lang="en-US" dirty="0"/>
        </a:p>
      </dgm:t>
    </dgm:pt>
    <dgm:pt modelId="{97C2A3FE-D3A7-4ED5-9C53-2C684D4B3F4C}" type="parTrans" cxnId="{FC8996B6-2EA3-4AC8-8C89-F682F71677AE}">
      <dgm:prSet/>
      <dgm:spPr/>
    </dgm:pt>
    <dgm:pt modelId="{D76C8DB1-FC7B-4ED0-B87C-A7EDEFAD2100}" type="sibTrans" cxnId="{FC8996B6-2EA3-4AC8-8C89-F682F71677AE}">
      <dgm:prSet/>
      <dgm:spPr/>
    </dgm:pt>
    <dgm:pt modelId="{BAD754E2-03D1-41A5-ACE6-5BAB5058CB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connect </a:t>
          </a:r>
          <a:r>
            <a:rPr lang="en-US" dirty="0"/>
            <a:t>nodes </a:t>
          </a:r>
          <a:r>
            <a:rPr lang="en-US" b="1" dirty="0"/>
            <a:t>running other protocols</a:t>
          </a:r>
          <a:r>
            <a:rPr lang="en-US" dirty="0"/>
            <a:t> </a:t>
          </a:r>
        </a:p>
      </dgm:t>
    </dgm:pt>
    <dgm:pt modelId="{FD5654AA-0262-4104-A1C0-F00D899EB871}" type="parTrans" cxnId="{449D6F60-575A-47AD-95DA-5BD66EB1A7E4}">
      <dgm:prSet/>
      <dgm:spPr/>
    </dgm:pt>
    <dgm:pt modelId="{560B5BF5-666D-41A0-9682-7A9E778E2646}" type="sibTrans" cxnId="{449D6F60-575A-47AD-95DA-5BD66EB1A7E4}">
      <dgm:prSet/>
      <dgm:spPr/>
    </dgm:pt>
    <dgm:pt modelId="{C3D0C7AE-F2B8-49B4-95F8-A68382C7914B}" type="pres">
      <dgm:prSet presAssocID="{F1303467-8517-4D9D-B582-B539E6ECDE7D}" presName="root" presStyleCnt="0">
        <dgm:presLayoutVars>
          <dgm:dir/>
          <dgm:resizeHandles val="exact"/>
        </dgm:presLayoutVars>
      </dgm:prSet>
      <dgm:spPr/>
    </dgm:pt>
    <dgm:pt modelId="{A911F5F9-5185-43CE-8F04-9CA39362F06A}" type="pres">
      <dgm:prSet presAssocID="{1267B468-B2C2-472D-B486-10CFBCE5751D}" presName="compNode" presStyleCnt="0"/>
      <dgm:spPr/>
    </dgm:pt>
    <dgm:pt modelId="{C9D0B598-0DDD-4234-B1B1-9893FCC455E6}" type="pres">
      <dgm:prSet presAssocID="{1267B468-B2C2-472D-B486-10CFBCE5751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844FB794-A756-405E-962D-475383FDAABE}" type="pres">
      <dgm:prSet presAssocID="{1267B468-B2C2-472D-B486-10CFBCE5751D}" presName="iconSpace" presStyleCnt="0"/>
      <dgm:spPr/>
    </dgm:pt>
    <dgm:pt modelId="{F5CBD6D4-AE6F-40B6-88AF-D0802A3F29C3}" type="pres">
      <dgm:prSet presAssocID="{1267B468-B2C2-472D-B486-10CFBCE5751D}" presName="parTx" presStyleLbl="revTx" presStyleIdx="0" presStyleCnt="6">
        <dgm:presLayoutVars>
          <dgm:chMax val="0"/>
          <dgm:chPref val="0"/>
        </dgm:presLayoutVars>
      </dgm:prSet>
      <dgm:spPr/>
    </dgm:pt>
    <dgm:pt modelId="{BFECDA35-E337-45BE-B0EB-28025A1DB60F}" type="pres">
      <dgm:prSet presAssocID="{1267B468-B2C2-472D-B486-10CFBCE5751D}" presName="txSpace" presStyleCnt="0"/>
      <dgm:spPr/>
    </dgm:pt>
    <dgm:pt modelId="{41D5AACD-359D-4560-B394-B597A12278E7}" type="pres">
      <dgm:prSet presAssocID="{1267B468-B2C2-472D-B486-10CFBCE5751D}" presName="desTx" presStyleLbl="revTx" presStyleIdx="1" presStyleCnt="6">
        <dgm:presLayoutVars/>
      </dgm:prSet>
      <dgm:spPr/>
    </dgm:pt>
    <dgm:pt modelId="{040B6361-7660-4988-A67D-DABAB0A84433}" type="pres">
      <dgm:prSet presAssocID="{745C757B-6B7B-4166-9ED5-99DD5069322F}" presName="sibTrans" presStyleCnt="0"/>
      <dgm:spPr/>
    </dgm:pt>
    <dgm:pt modelId="{E3EA1924-9FAE-4163-AD6D-A214AB77CEAE}" type="pres">
      <dgm:prSet presAssocID="{824C2399-584E-4355-8756-8CD5A776E3E9}" presName="compNode" presStyleCnt="0"/>
      <dgm:spPr/>
    </dgm:pt>
    <dgm:pt modelId="{649EB864-DCAE-4114-AA9C-570BE02388F1}" type="pres">
      <dgm:prSet presAssocID="{824C2399-584E-4355-8756-8CD5A776E3E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08C50B81-E9DA-4653-8400-277C285ED6A1}" type="pres">
      <dgm:prSet presAssocID="{824C2399-584E-4355-8756-8CD5A776E3E9}" presName="iconSpace" presStyleCnt="0"/>
      <dgm:spPr/>
    </dgm:pt>
    <dgm:pt modelId="{8DA79624-7746-457D-9824-D4EC95C0269A}" type="pres">
      <dgm:prSet presAssocID="{824C2399-584E-4355-8756-8CD5A776E3E9}" presName="parTx" presStyleLbl="revTx" presStyleIdx="2" presStyleCnt="6">
        <dgm:presLayoutVars>
          <dgm:chMax val="0"/>
          <dgm:chPref val="0"/>
        </dgm:presLayoutVars>
      </dgm:prSet>
      <dgm:spPr/>
    </dgm:pt>
    <dgm:pt modelId="{015C46E9-EFBF-4989-A9B4-A586FB480F4A}" type="pres">
      <dgm:prSet presAssocID="{824C2399-584E-4355-8756-8CD5A776E3E9}" presName="txSpace" presStyleCnt="0"/>
      <dgm:spPr/>
    </dgm:pt>
    <dgm:pt modelId="{1A4670AB-8A0C-4C3B-B161-20BAF3DEB7C8}" type="pres">
      <dgm:prSet presAssocID="{824C2399-584E-4355-8756-8CD5A776E3E9}" presName="desTx" presStyleLbl="revTx" presStyleIdx="3" presStyleCnt="6">
        <dgm:presLayoutVars/>
      </dgm:prSet>
      <dgm:spPr/>
    </dgm:pt>
    <dgm:pt modelId="{4785D618-B2B8-455D-A6B2-6C1EE3CCA61C}" type="pres">
      <dgm:prSet presAssocID="{558B107D-9B48-4134-A483-D30908C1E17B}" presName="sibTrans" presStyleCnt="0"/>
      <dgm:spPr/>
    </dgm:pt>
    <dgm:pt modelId="{5DDFEE6C-1D8F-4008-A23B-AB9095F5DBAE}" type="pres">
      <dgm:prSet presAssocID="{2C27BE2E-D5F9-4E45-8C63-BA48B5625391}" presName="compNode" presStyleCnt="0"/>
      <dgm:spPr/>
    </dgm:pt>
    <dgm:pt modelId="{773C3721-0BA3-42C8-A50E-1DCD44A6E0EA}" type="pres">
      <dgm:prSet presAssocID="{2C27BE2E-D5F9-4E45-8C63-BA48B562539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D8D61816-39D9-4F77-85BD-11922F938B20}" type="pres">
      <dgm:prSet presAssocID="{2C27BE2E-D5F9-4E45-8C63-BA48B5625391}" presName="iconSpace" presStyleCnt="0"/>
      <dgm:spPr/>
    </dgm:pt>
    <dgm:pt modelId="{A42C0246-906F-4A22-9389-6E5F08C5C57B}" type="pres">
      <dgm:prSet presAssocID="{2C27BE2E-D5F9-4E45-8C63-BA48B5625391}" presName="parTx" presStyleLbl="revTx" presStyleIdx="4" presStyleCnt="6">
        <dgm:presLayoutVars>
          <dgm:chMax val="0"/>
          <dgm:chPref val="0"/>
        </dgm:presLayoutVars>
      </dgm:prSet>
      <dgm:spPr/>
    </dgm:pt>
    <dgm:pt modelId="{29AB34B3-89D7-4CFC-A2B8-F8E6235B5D8B}" type="pres">
      <dgm:prSet presAssocID="{2C27BE2E-D5F9-4E45-8C63-BA48B5625391}" presName="txSpace" presStyleCnt="0"/>
      <dgm:spPr/>
    </dgm:pt>
    <dgm:pt modelId="{3AB1EC73-560C-4B98-8D8D-1FDDBB925E3F}" type="pres">
      <dgm:prSet presAssocID="{2C27BE2E-D5F9-4E45-8C63-BA48B5625391}" presName="desTx" presStyleLbl="revTx" presStyleIdx="5" presStyleCnt="6">
        <dgm:presLayoutVars/>
      </dgm:prSet>
      <dgm:spPr/>
    </dgm:pt>
  </dgm:ptLst>
  <dgm:cxnLst>
    <dgm:cxn modelId="{EA484312-E34F-4BB8-A9F8-0836DC0143EB}" srcId="{F1303467-8517-4D9D-B582-B539E6ECDE7D}" destId="{1267B468-B2C2-472D-B486-10CFBCE5751D}" srcOrd="0" destOrd="0" parTransId="{672B905E-4A49-4E7A-B003-84D21933F711}" sibTransId="{745C757B-6B7B-4166-9ED5-99DD5069322F}"/>
    <dgm:cxn modelId="{ED13A312-9AFB-4B7B-B848-0A57DA539057}" srcId="{2C27BE2E-D5F9-4E45-8C63-BA48B5625391}" destId="{C114A563-4D68-4D13-96EA-EC58FF4F0A8C}" srcOrd="2" destOrd="0" parTransId="{63B9AF57-1DF8-40B5-B5B0-5AE846240D60}" sibTransId="{EC9FE3B9-8499-42F4-B926-A14697B6A8FA}"/>
    <dgm:cxn modelId="{CC6E6B25-6E89-44AF-9D69-160D166B6C69}" type="presOf" srcId="{F1303467-8517-4D9D-B582-B539E6ECDE7D}" destId="{C3D0C7AE-F2B8-49B4-95F8-A68382C7914B}" srcOrd="0" destOrd="0" presId="urn:microsoft.com/office/officeart/2018/5/layout/CenteredIconLabelDescriptionList"/>
    <dgm:cxn modelId="{093F0F2A-791C-4A83-9E6E-14D5CE884CDE}" srcId="{2C27BE2E-D5F9-4E45-8C63-BA48B5625391}" destId="{A420C515-4673-4A3E-9C83-BC562D2BF298}" srcOrd="0" destOrd="0" parTransId="{B81543F0-116B-49CF-BAF2-849D00EBA0CE}" sibTransId="{60003571-95FD-4399-9848-ACA1C2E41F03}"/>
    <dgm:cxn modelId="{992D8430-5DAD-4B2B-9E26-C96772A041AE}" srcId="{1267B468-B2C2-472D-B486-10CFBCE5751D}" destId="{D8848DEA-7B80-4087-B19F-9C26B4F46E54}" srcOrd="0" destOrd="0" parTransId="{E9A0247D-9C2A-460B-A39A-F84EF13F3204}" sibTransId="{95B50F0E-AA5E-4FCD-A335-AB3134DE4CF3}"/>
    <dgm:cxn modelId="{11080833-434E-4232-81AD-4FCC1CC683F5}" srcId="{F1303467-8517-4D9D-B582-B539E6ECDE7D}" destId="{2C27BE2E-D5F9-4E45-8C63-BA48B5625391}" srcOrd="2" destOrd="0" parTransId="{6E51726A-1DAB-4CA2-9083-B0A48703A546}" sibTransId="{09428F63-9483-42C0-9D1D-6B3D2BF32FAA}"/>
    <dgm:cxn modelId="{FF07AF3A-5C0C-42AB-A9C7-6362790F51CD}" srcId="{824C2399-584E-4355-8756-8CD5A776E3E9}" destId="{CA191397-DC94-4CF2-826C-05EA3CE0DDF6}" srcOrd="1" destOrd="0" parTransId="{5ECF92AA-189F-42E2-8198-F5587397F6F4}" sibTransId="{F6C6ABC9-2D64-4ED0-8FD5-1431944B40D2}"/>
    <dgm:cxn modelId="{449D6F60-575A-47AD-95DA-5BD66EB1A7E4}" srcId="{2C27BE2E-D5F9-4E45-8C63-BA48B5625391}" destId="{BAD754E2-03D1-41A5-ACE6-5BAB5058CB1A}" srcOrd="1" destOrd="0" parTransId="{FD5654AA-0262-4104-A1C0-F00D899EB871}" sibTransId="{560B5BF5-666D-41A0-9682-7A9E778E2646}"/>
    <dgm:cxn modelId="{D2D20C53-6555-4B5F-903A-87F90409A86C}" type="presOf" srcId="{A420C515-4673-4A3E-9C83-BC562D2BF298}" destId="{3AB1EC73-560C-4B98-8D8D-1FDDBB925E3F}" srcOrd="0" destOrd="0" presId="urn:microsoft.com/office/officeart/2018/5/layout/CenteredIconLabelDescriptionList"/>
    <dgm:cxn modelId="{483D1D5A-6B33-4EE9-A15E-9D58DEF79E81}" type="presOf" srcId="{23ED9C1E-4738-470C-8631-9E73D31FECE3}" destId="{1A4670AB-8A0C-4C3B-B161-20BAF3DEB7C8}" srcOrd="0" destOrd="0" presId="urn:microsoft.com/office/officeart/2018/5/layout/CenteredIconLabelDescriptionList"/>
    <dgm:cxn modelId="{D53AD688-1DF4-4412-90F2-0951AD5C8248}" type="presOf" srcId="{CA191397-DC94-4CF2-826C-05EA3CE0DDF6}" destId="{1A4670AB-8A0C-4C3B-B161-20BAF3DEB7C8}" srcOrd="0" destOrd="1" presId="urn:microsoft.com/office/officeart/2018/5/layout/CenteredIconLabelDescriptionList"/>
    <dgm:cxn modelId="{247DFB90-B8AF-4AB7-835C-671DB7552FFF}" type="presOf" srcId="{BAD754E2-03D1-41A5-ACE6-5BAB5058CB1A}" destId="{3AB1EC73-560C-4B98-8D8D-1FDDBB925E3F}" srcOrd="0" destOrd="1" presId="urn:microsoft.com/office/officeart/2018/5/layout/CenteredIconLabelDescriptionList"/>
    <dgm:cxn modelId="{FC8996B6-2EA3-4AC8-8C89-F682F71677AE}" srcId="{824C2399-584E-4355-8756-8CD5A776E3E9}" destId="{23ED9C1E-4738-470C-8631-9E73D31FECE3}" srcOrd="0" destOrd="0" parTransId="{97C2A3FE-D3A7-4ED5-9C53-2C684D4B3F4C}" sibTransId="{D76C8DB1-FC7B-4ED0-B87C-A7EDEFAD2100}"/>
    <dgm:cxn modelId="{6AD789C4-140A-4459-ACAA-104249C99C38}" srcId="{F1303467-8517-4D9D-B582-B539E6ECDE7D}" destId="{824C2399-584E-4355-8756-8CD5A776E3E9}" srcOrd="1" destOrd="0" parTransId="{139017C2-DEEE-4358-82AB-CC4F6CA2794A}" sibTransId="{558B107D-9B48-4134-A483-D30908C1E17B}"/>
    <dgm:cxn modelId="{5A7ABDC4-ECC5-47A1-B1F4-AE908CE036E6}" type="presOf" srcId="{C114A563-4D68-4D13-96EA-EC58FF4F0A8C}" destId="{3AB1EC73-560C-4B98-8D8D-1FDDBB925E3F}" srcOrd="0" destOrd="2" presId="urn:microsoft.com/office/officeart/2018/5/layout/CenteredIconLabelDescriptionList"/>
    <dgm:cxn modelId="{03627DE0-D132-479F-847D-D8AD9FD43940}" type="presOf" srcId="{2C27BE2E-D5F9-4E45-8C63-BA48B5625391}" destId="{A42C0246-906F-4A22-9389-6E5F08C5C57B}" srcOrd="0" destOrd="0" presId="urn:microsoft.com/office/officeart/2018/5/layout/CenteredIconLabelDescriptionList"/>
    <dgm:cxn modelId="{05C911E4-1E96-4E4B-A343-D0CC62E48473}" type="presOf" srcId="{824C2399-584E-4355-8756-8CD5A776E3E9}" destId="{8DA79624-7746-457D-9824-D4EC95C0269A}" srcOrd="0" destOrd="0" presId="urn:microsoft.com/office/officeart/2018/5/layout/CenteredIconLabelDescriptionList"/>
    <dgm:cxn modelId="{EAC984E6-3AA6-40DB-AD5A-0F0B994A3DB0}" type="presOf" srcId="{1267B468-B2C2-472D-B486-10CFBCE5751D}" destId="{F5CBD6D4-AE6F-40B6-88AF-D0802A3F29C3}" srcOrd="0" destOrd="0" presId="urn:microsoft.com/office/officeart/2018/5/layout/CenteredIconLabelDescriptionList"/>
    <dgm:cxn modelId="{7E3E63FA-1C9E-400B-80B4-96C46E341119}" type="presOf" srcId="{D8848DEA-7B80-4087-B19F-9C26B4F46E54}" destId="{41D5AACD-359D-4560-B394-B597A12278E7}" srcOrd="0" destOrd="0" presId="urn:microsoft.com/office/officeart/2018/5/layout/CenteredIconLabelDescriptionList"/>
    <dgm:cxn modelId="{AC6DBB93-12D5-45FE-BCC7-78271157252F}" type="presParOf" srcId="{C3D0C7AE-F2B8-49B4-95F8-A68382C7914B}" destId="{A911F5F9-5185-43CE-8F04-9CA39362F06A}" srcOrd="0" destOrd="0" presId="urn:microsoft.com/office/officeart/2018/5/layout/CenteredIconLabelDescriptionList"/>
    <dgm:cxn modelId="{54741EED-E7A2-4C45-9F10-D6AE6C13BEEE}" type="presParOf" srcId="{A911F5F9-5185-43CE-8F04-9CA39362F06A}" destId="{C9D0B598-0DDD-4234-B1B1-9893FCC455E6}" srcOrd="0" destOrd="0" presId="urn:microsoft.com/office/officeart/2018/5/layout/CenteredIconLabelDescriptionList"/>
    <dgm:cxn modelId="{6C240BE4-755B-4E2D-A665-06D275F09A23}" type="presParOf" srcId="{A911F5F9-5185-43CE-8F04-9CA39362F06A}" destId="{844FB794-A756-405E-962D-475383FDAABE}" srcOrd="1" destOrd="0" presId="urn:microsoft.com/office/officeart/2018/5/layout/CenteredIconLabelDescriptionList"/>
    <dgm:cxn modelId="{0195ABAA-12D2-4D7C-A340-324E88846A3A}" type="presParOf" srcId="{A911F5F9-5185-43CE-8F04-9CA39362F06A}" destId="{F5CBD6D4-AE6F-40B6-88AF-D0802A3F29C3}" srcOrd="2" destOrd="0" presId="urn:microsoft.com/office/officeart/2018/5/layout/CenteredIconLabelDescriptionList"/>
    <dgm:cxn modelId="{444304CD-299B-49F1-87F0-5D710F842C61}" type="presParOf" srcId="{A911F5F9-5185-43CE-8F04-9CA39362F06A}" destId="{BFECDA35-E337-45BE-B0EB-28025A1DB60F}" srcOrd="3" destOrd="0" presId="urn:microsoft.com/office/officeart/2018/5/layout/CenteredIconLabelDescriptionList"/>
    <dgm:cxn modelId="{4C979546-416B-4AB3-8009-2E9453A24CE9}" type="presParOf" srcId="{A911F5F9-5185-43CE-8F04-9CA39362F06A}" destId="{41D5AACD-359D-4560-B394-B597A12278E7}" srcOrd="4" destOrd="0" presId="urn:microsoft.com/office/officeart/2018/5/layout/CenteredIconLabelDescriptionList"/>
    <dgm:cxn modelId="{AB0DF0F7-6513-4D33-9997-10C309CF03C5}" type="presParOf" srcId="{C3D0C7AE-F2B8-49B4-95F8-A68382C7914B}" destId="{040B6361-7660-4988-A67D-DABAB0A84433}" srcOrd="1" destOrd="0" presId="urn:microsoft.com/office/officeart/2018/5/layout/CenteredIconLabelDescriptionList"/>
    <dgm:cxn modelId="{3A55DE74-4417-4C06-80DA-914B58E2F69C}" type="presParOf" srcId="{C3D0C7AE-F2B8-49B4-95F8-A68382C7914B}" destId="{E3EA1924-9FAE-4163-AD6D-A214AB77CEAE}" srcOrd="2" destOrd="0" presId="urn:microsoft.com/office/officeart/2018/5/layout/CenteredIconLabelDescriptionList"/>
    <dgm:cxn modelId="{D957B351-BDFF-4442-9128-41E51CE9303B}" type="presParOf" srcId="{E3EA1924-9FAE-4163-AD6D-A214AB77CEAE}" destId="{649EB864-DCAE-4114-AA9C-570BE02388F1}" srcOrd="0" destOrd="0" presId="urn:microsoft.com/office/officeart/2018/5/layout/CenteredIconLabelDescriptionList"/>
    <dgm:cxn modelId="{84D98784-FAF7-4DD6-AF80-AB9F429CB67A}" type="presParOf" srcId="{E3EA1924-9FAE-4163-AD6D-A214AB77CEAE}" destId="{08C50B81-E9DA-4653-8400-277C285ED6A1}" srcOrd="1" destOrd="0" presId="urn:microsoft.com/office/officeart/2018/5/layout/CenteredIconLabelDescriptionList"/>
    <dgm:cxn modelId="{FB96F41D-2146-4FA2-B5A8-D91F5C666264}" type="presParOf" srcId="{E3EA1924-9FAE-4163-AD6D-A214AB77CEAE}" destId="{8DA79624-7746-457D-9824-D4EC95C0269A}" srcOrd="2" destOrd="0" presId="urn:microsoft.com/office/officeart/2018/5/layout/CenteredIconLabelDescriptionList"/>
    <dgm:cxn modelId="{937CA5E4-2586-4364-ACF5-137E9EDDD7F4}" type="presParOf" srcId="{E3EA1924-9FAE-4163-AD6D-A214AB77CEAE}" destId="{015C46E9-EFBF-4989-A9B4-A586FB480F4A}" srcOrd="3" destOrd="0" presId="urn:microsoft.com/office/officeart/2018/5/layout/CenteredIconLabelDescriptionList"/>
    <dgm:cxn modelId="{E0172715-B720-4645-8EB9-503B298E2D25}" type="presParOf" srcId="{E3EA1924-9FAE-4163-AD6D-A214AB77CEAE}" destId="{1A4670AB-8A0C-4C3B-B161-20BAF3DEB7C8}" srcOrd="4" destOrd="0" presId="urn:microsoft.com/office/officeart/2018/5/layout/CenteredIconLabelDescriptionList"/>
    <dgm:cxn modelId="{533DA968-26CD-48EC-88E4-2FCB30E2FF1A}" type="presParOf" srcId="{C3D0C7AE-F2B8-49B4-95F8-A68382C7914B}" destId="{4785D618-B2B8-455D-A6B2-6C1EE3CCA61C}" srcOrd="3" destOrd="0" presId="urn:microsoft.com/office/officeart/2018/5/layout/CenteredIconLabelDescriptionList"/>
    <dgm:cxn modelId="{D7809FC7-D4E9-4A9A-8E87-F45918246E0F}" type="presParOf" srcId="{C3D0C7AE-F2B8-49B4-95F8-A68382C7914B}" destId="{5DDFEE6C-1D8F-4008-A23B-AB9095F5DBAE}" srcOrd="4" destOrd="0" presId="urn:microsoft.com/office/officeart/2018/5/layout/CenteredIconLabelDescriptionList"/>
    <dgm:cxn modelId="{421D6952-609A-4154-BFB5-448FFEE7D801}" type="presParOf" srcId="{5DDFEE6C-1D8F-4008-A23B-AB9095F5DBAE}" destId="{773C3721-0BA3-42C8-A50E-1DCD44A6E0EA}" srcOrd="0" destOrd="0" presId="urn:microsoft.com/office/officeart/2018/5/layout/CenteredIconLabelDescriptionList"/>
    <dgm:cxn modelId="{9FDD35C6-76DA-44F4-AD7C-B5A6300AC5F6}" type="presParOf" srcId="{5DDFEE6C-1D8F-4008-A23B-AB9095F5DBAE}" destId="{D8D61816-39D9-4F77-85BD-11922F938B20}" srcOrd="1" destOrd="0" presId="urn:microsoft.com/office/officeart/2018/5/layout/CenteredIconLabelDescriptionList"/>
    <dgm:cxn modelId="{9A641433-924E-4100-BFFF-3BA50F613CCC}" type="presParOf" srcId="{5DDFEE6C-1D8F-4008-A23B-AB9095F5DBAE}" destId="{A42C0246-906F-4A22-9389-6E5F08C5C57B}" srcOrd="2" destOrd="0" presId="urn:microsoft.com/office/officeart/2018/5/layout/CenteredIconLabelDescriptionList"/>
    <dgm:cxn modelId="{95002E2C-0077-4D3E-ADC1-FD0B1C94609C}" type="presParOf" srcId="{5DDFEE6C-1D8F-4008-A23B-AB9095F5DBAE}" destId="{29AB34B3-89D7-4CFC-A2B8-F8E6235B5D8B}" srcOrd="3" destOrd="0" presId="urn:microsoft.com/office/officeart/2018/5/layout/CenteredIconLabelDescriptionList"/>
    <dgm:cxn modelId="{CF9CBA4E-4CF7-4816-B63D-D152A2487830}" type="presParOf" srcId="{5DDFEE6C-1D8F-4008-A23B-AB9095F5DBAE}" destId="{3AB1EC73-560C-4B98-8D8D-1FDDBB925E3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E510CEB3-2235-4622-B97A-D080CEFDCA0A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BD5585F8-B072-4DFB-9357-52BE6F2A7870}">
      <dgm:prSet/>
      <dgm:spPr/>
      <dgm:t>
        <a:bodyPr/>
        <a:lstStyle/>
        <a:p>
          <a:r>
            <a:rPr lang="tr-TR" baseline="0"/>
            <a:t>Bitcoin Relay Networks</a:t>
          </a:r>
          <a:endParaRPr lang="en-US"/>
        </a:p>
      </dgm:t>
    </dgm:pt>
    <dgm:pt modelId="{2DB37A1B-9450-4248-9B89-289196499EE9}" type="parTrans" cxnId="{F7FB3964-F0B2-4F69-97FE-333E1E92E8BA}">
      <dgm:prSet/>
      <dgm:spPr/>
      <dgm:t>
        <a:bodyPr/>
        <a:lstStyle/>
        <a:p>
          <a:endParaRPr lang="en-US"/>
        </a:p>
      </dgm:t>
    </dgm:pt>
    <dgm:pt modelId="{3CC62A55-1EA6-4C6C-A6EF-73338CFF496C}" type="sibTrans" cxnId="{F7FB3964-F0B2-4F69-97FE-333E1E92E8BA}">
      <dgm:prSet/>
      <dgm:spPr/>
      <dgm:t>
        <a:bodyPr/>
        <a:lstStyle/>
        <a:p>
          <a:endParaRPr lang="en-US"/>
        </a:p>
      </dgm:t>
    </dgm:pt>
    <dgm:pt modelId="{6DB6B343-841F-45C1-837E-7DC90FBDC709}" type="pres">
      <dgm:prSet presAssocID="{E510CEB3-2235-4622-B97A-D080CEFDCA0A}" presName="linear" presStyleCnt="0">
        <dgm:presLayoutVars>
          <dgm:animLvl val="lvl"/>
          <dgm:resizeHandles val="exact"/>
        </dgm:presLayoutVars>
      </dgm:prSet>
      <dgm:spPr/>
    </dgm:pt>
    <dgm:pt modelId="{676A247D-F30A-458A-BB23-5414B9314977}" type="pres">
      <dgm:prSet presAssocID="{BD5585F8-B072-4DFB-9357-52BE6F2A7870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D9B32D2F-9A38-4D8B-B12B-1413CFB65C61}" type="presOf" srcId="{BD5585F8-B072-4DFB-9357-52BE6F2A7870}" destId="{676A247D-F30A-458A-BB23-5414B9314977}" srcOrd="0" destOrd="0" presId="urn:microsoft.com/office/officeart/2005/8/layout/vList2"/>
    <dgm:cxn modelId="{F7FB3964-F0B2-4F69-97FE-333E1E92E8BA}" srcId="{E510CEB3-2235-4622-B97A-D080CEFDCA0A}" destId="{BD5585F8-B072-4DFB-9357-52BE6F2A7870}" srcOrd="0" destOrd="0" parTransId="{2DB37A1B-9450-4248-9B89-289196499EE9}" sibTransId="{3CC62A55-1EA6-4C6C-A6EF-73338CFF496C}"/>
    <dgm:cxn modelId="{4AD937DA-44FA-4B10-B5E5-776057EF5EB6}" type="presOf" srcId="{E510CEB3-2235-4622-B97A-D080CEFDCA0A}" destId="{6DB6B343-841F-45C1-837E-7DC90FBDC709}" srcOrd="0" destOrd="0" presId="urn:microsoft.com/office/officeart/2005/8/layout/vList2"/>
    <dgm:cxn modelId="{BA5AE2B9-28D7-49A6-A41A-B6EF7C4E0E4D}" type="presParOf" srcId="{6DB6B343-841F-45C1-837E-7DC90FBDC709}" destId="{676A247D-F30A-458A-BB23-5414B9314977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C2C36053-7166-4BB5-967E-A0C59BB4BAD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A37DDEC-2812-4E5F-A2A7-FE09DB6CDA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High Latency </a:t>
          </a:r>
          <a:endParaRPr lang="en-US" dirty="0"/>
        </a:p>
      </dgm:t>
    </dgm:pt>
    <dgm:pt modelId="{C06501F3-05EE-4E0A-89B0-11CCB73F08E0}" type="parTrans" cxnId="{04BE14F6-4F52-4EF9-90FC-B4FCF64EAFD7}">
      <dgm:prSet/>
      <dgm:spPr/>
      <dgm:t>
        <a:bodyPr/>
        <a:lstStyle/>
        <a:p>
          <a:endParaRPr lang="en-US"/>
        </a:p>
      </dgm:t>
    </dgm:pt>
    <dgm:pt modelId="{5F48736C-8819-4B0E-A62F-13A7CD0B3035}" type="sibTrans" cxnId="{04BE14F6-4F52-4EF9-90FC-B4FCF64EAFD7}">
      <dgm:prSet/>
      <dgm:spPr/>
      <dgm:t>
        <a:bodyPr/>
        <a:lstStyle/>
        <a:p>
          <a:endParaRPr lang="en-US"/>
        </a:p>
      </dgm:t>
    </dgm:pt>
    <dgm:pt modelId="{3A96BC51-DC9B-4FBA-870A-94DA0D76E2C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bitcoin P2P network</a:t>
          </a:r>
          <a:endParaRPr lang="en-US" dirty="0"/>
        </a:p>
      </dgm:t>
    </dgm:pt>
    <dgm:pt modelId="{4F0FA2FF-377A-4B45-96BF-AFC01669CA25}" type="parTrans" cxnId="{D937A9C5-DDFA-4B97-966A-4D18B63AC1E1}">
      <dgm:prSet/>
      <dgm:spPr/>
      <dgm:t>
        <a:bodyPr/>
        <a:lstStyle/>
        <a:p>
          <a:endParaRPr lang="en-US"/>
        </a:p>
      </dgm:t>
    </dgm:pt>
    <dgm:pt modelId="{F3B413B8-29A6-4D57-A0E7-351839135307}" type="sibTrans" cxnId="{D937A9C5-DDFA-4B97-966A-4D18B63AC1E1}">
      <dgm:prSet/>
      <dgm:spPr/>
      <dgm:t>
        <a:bodyPr/>
        <a:lstStyle/>
        <a:p>
          <a:endParaRPr lang="en-US"/>
        </a:p>
      </dgm:t>
    </dgm:pt>
    <dgm:pt modelId="{DA22E869-9A4F-4E61-AF0C-24A05E3A1B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specialized needs</a:t>
          </a:r>
        </a:p>
      </dgm:t>
    </dgm:pt>
    <dgm:pt modelId="{96C8336E-6099-4070-A4B3-7E72F4F48B8A}" type="parTrans" cxnId="{6603F307-9B94-47A7-9CA5-6C347C32439A}">
      <dgm:prSet/>
      <dgm:spPr/>
      <dgm:t>
        <a:bodyPr/>
        <a:lstStyle/>
        <a:p>
          <a:endParaRPr lang="en-US"/>
        </a:p>
      </dgm:t>
    </dgm:pt>
    <dgm:pt modelId="{202524CB-1B7C-4613-831C-F5ECCD1C566C}" type="sibTrans" cxnId="{6603F307-9B94-47A7-9CA5-6C347C32439A}">
      <dgm:prSet/>
      <dgm:spPr/>
      <dgm:t>
        <a:bodyPr/>
        <a:lstStyle/>
        <a:p>
          <a:endParaRPr lang="en-US"/>
        </a:p>
      </dgm:t>
    </dgm:pt>
    <dgm:pt modelId="{A043FECE-7C25-4BEA-ACD3-8BC174916D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Time-Sensitive Competition</a:t>
          </a:r>
          <a:endParaRPr lang="en-US" dirty="0"/>
        </a:p>
      </dgm:t>
    </dgm:pt>
    <dgm:pt modelId="{4259D11B-C8D9-4C7F-B423-03230AF92114}" type="parTrans" cxnId="{D9E4F590-6D15-4FBE-87F2-5539200A3120}">
      <dgm:prSet/>
      <dgm:spPr/>
      <dgm:t>
        <a:bodyPr/>
        <a:lstStyle/>
        <a:p>
          <a:endParaRPr lang="en-US"/>
        </a:p>
      </dgm:t>
    </dgm:pt>
    <dgm:pt modelId="{C8908ADC-5AE7-4151-9F5D-A9AC823578D1}" type="sibTrans" cxnId="{D9E4F590-6D15-4FBE-87F2-5539200A3120}">
      <dgm:prSet/>
      <dgm:spPr/>
      <dgm:t>
        <a:bodyPr/>
        <a:lstStyle/>
        <a:p>
          <a:endParaRPr lang="en-US"/>
        </a:p>
      </dgm:t>
    </dgm:pt>
    <dgm:pt modelId="{CD8BB6CA-A2D6-4913-9F0F-40C0EECF9F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 miners are engaged</a:t>
          </a:r>
        </a:p>
      </dgm:t>
    </dgm:pt>
    <dgm:pt modelId="{DD1FE135-73F2-43CB-BB4D-AE839C4E8A5D}" type="parTrans" cxnId="{3D1D6E68-579E-457D-A6D3-92CDB207E5AF}">
      <dgm:prSet/>
      <dgm:spPr/>
      <dgm:t>
        <a:bodyPr/>
        <a:lstStyle/>
        <a:p>
          <a:endParaRPr lang="en-US"/>
        </a:p>
      </dgm:t>
    </dgm:pt>
    <dgm:pt modelId="{234E9534-BC2F-4B5D-ABF7-CB22B39711D9}" type="sibTrans" cxnId="{3D1D6E68-579E-457D-A6D3-92CDB207E5AF}">
      <dgm:prSet/>
      <dgm:spPr/>
      <dgm:t>
        <a:bodyPr/>
        <a:lstStyle/>
        <a:p>
          <a:endParaRPr lang="en-US"/>
        </a:p>
      </dgm:t>
    </dgm:pt>
    <dgm:pt modelId="{449DA4C7-08CB-4BED-B4BC-E5FDADFBD1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</a:t>
          </a:r>
          <a:r>
            <a:rPr lang="en-US" dirty="0" err="1"/>
            <a:t>xhibits</a:t>
          </a:r>
          <a:r>
            <a:rPr lang="en-US" dirty="0"/>
            <a:t> too high network latency </a:t>
          </a:r>
        </a:p>
      </dgm:t>
    </dgm:pt>
    <dgm:pt modelId="{BF6D1425-6892-4D27-844D-9C3F1D0D9C63}" type="parTrans" cxnId="{4FE0B6EE-41C9-4213-9401-56B6679F6C6A}">
      <dgm:prSet/>
      <dgm:spPr/>
    </dgm:pt>
    <dgm:pt modelId="{CAAC79F2-1C79-4399-83DD-1818299D9429}" type="sibTrans" cxnId="{4FE0B6EE-41C9-4213-9401-56B6679F6C6A}">
      <dgm:prSet/>
      <dgm:spPr/>
    </dgm:pt>
    <dgm:pt modelId="{4FCC3804-C66B-4476-948F-CF53BE6A1B4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Bitcoin P2P for Mining</a:t>
          </a:r>
          <a:endParaRPr lang="en-US" dirty="0"/>
        </a:p>
      </dgm:t>
    </dgm:pt>
    <dgm:pt modelId="{7890AD5A-420E-45C5-A404-DAFC8E25F3F2}" type="parTrans" cxnId="{02A46FD8-71AC-4AA6-B7EF-85B3ADF9EB1C}">
      <dgm:prSet/>
      <dgm:spPr/>
    </dgm:pt>
    <dgm:pt modelId="{35484FDE-5ED3-405A-B691-C90D646213DB}" type="sibTrans" cxnId="{02A46FD8-71AC-4AA6-B7EF-85B3ADF9EB1C}">
      <dgm:prSet/>
      <dgm:spPr/>
    </dgm:pt>
    <dgm:pt modelId="{71218046-DA26-4E9F-B1E4-40BC57C9C2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bitcoin mining</a:t>
          </a:r>
          <a:r>
            <a:rPr lang="tr-TR" dirty="0"/>
            <a:t> </a:t>
          </a:r>
          <a:r>
            <a:rPr lang="tr-TR" dirty="0" err="1"/>
            <a:t>nodes</a:t>
          </a:r>
          <a:endParaRPr lang="en-US" dirty="0"/>
        </a:p>
      </dgm:t>
    </dgm:pt>
    <dgm:pt modelId="{BFE654FF-1515-4317-854E-FC43825E702B}" type="parTrans" cxnId="{39DC5FE4-6DF4-4752-90B3-245CC2DB01B1}">
      <dgm:prSet/>
      <dgm:spPr/>
    </dgm:pt>
    <dgm:pt modelId="{3C3F63E3-1A6A-4B26-B3E7-68F53D85D801}" type="sibTrans" cxnId="{39DC5FE4-6DF4-4752-90B3-245CC2DB01B1}">
      <dgm:prSet/>
      <dgm:spPr/>
    </dgm:pt>
    <dgm:pt modelId="{EBA34D4F-230B-4E13-9F3A-7DD6502C47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a time-sensitive competition </a:t>
          </a:r>
        </a:p>
      </dgm:t>
    </dgm:pt>
    <dgm:pt modelId="{6227130C-5FBB-4B84-9213-97EA025ECB35}" type="parTrans" cxnId="{D975D06D-B27E-4AA2-83C9-C6A2CE6CB1F5}">
      <dgm:prSet/>
      <dgm:spPr/>
    </dgm:pt>
    <dgm:pt modelId="{C8CBBDBA-A8E5-443E-AACB-9B8B83E564FC}" type="sibTrans" cxnId="{D975D06D-B27E-4AA2-83C9-C6A2CE6CB1F5}">
      <dgm:prSet/>
      <dgm:spPr/>
    </dgm:pt>
    <dgm:pt modelId="{63CCC9AA-222E-42EE-B820-A280310A6E30}" type="pres">
      <dgm:prSet presAssocID="{C2C36053-7166-4BB5-967E-A0C59BB4BAD1}" presName="root" presStyleCnt="0">
        <dgm:presLayoutVars>
          <dgm:dir/>
          <dgm:resizeHandles val="exact"/>
        </dgm:presLayoutVars>
      </dgm:prSet>
      <dgm:spPr/>
    </dgm:pt>
    <dgm:pt modelId="{19B74317-60D3-4DBE-A0C6-E0BDFDDEBEDA}" type="pres">
      <dgm:prSet presAssocID="{BA37DDEC-2812-4E5F-A2A7-FE09DB6CDA8F}" presName="compNode" presStyleCnt="0"/>
      <dgm:spPr/>
    </dgm:pt>
    <dgm:pt modelId="{7CC62523-50E8-4EB4-B846-4DC72E85AE32}" type="pres">
      <dgm:prSet presAssocID="{BA37DDEC-2812-4E5F-A2A7-FE09DB6CDA8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6F25C318-C0D7-48E2-A9F1-EA9C2E428FD2}" type="pres">
      <dgm:prSet presAssocID="{BA37DDEC-2812-4E5F-A2A7-FE09DB6CDA8F}" presName="iconSpace" presStyleCnt="0"/>
      <dgm:spPr/>
    </dgm:pt>
    <dgm:pt modelId="{2A979AC1-3F2B-40F3-B683-F741CCED37E9}" type="pres">
      <dgm:prSet presAssocID="{BA37DDEC-2812-4E5F-A2A7-FE09DB6CDA8F}" presName="parTx" presStyleLbl="revTx" presStyleIdx="0" presStyleCnt="6">
        <dgm:presLayoutVars>
          <dgm:chMax val="0"/>
          <dgm:chPref val="0"/>
        </dgm:presLayoutVars>
      </dgm:prSet>
      <dgm:spPr/>
    </dgm:pt>
    <dgm:pt modelId="{A05386C2-734C-427C-8638-B4616EE3E937}" type="pres">
      <dgm:prSet presAssocID="{BA37DDEC-2812-4E5F-A2A7-FE09DB6CDA8F}" presName="txSpace" presStyleCnt="0"/>
      <dgm:spPr/>
    </dgm:pt>
    <dgm:pt modelId="{3064BEA0-D4B8-409F-8815-E6C861784EFA}" type="pres">
      <dgm:prSet presAssocID="{BA37DDEC-2812-4E5F-A2A7-FE09DB6CDA8F}" presName="desTx" presStyleLbl="revTx" presStyleIdx="1" presStyleCnt="6">
        <dgm:presLayoutVars/>
      </dgm:prSet>
      <dgm:spPr/>
    </dgm:pt>
    <dgm:pt modelId="{2091B7AE-13DA-4569-B5A9-7A6EFE596E64}" type="pres">
      <dgm:prSet presAssocID="{5F48736C-8819-4B0E-A62F-13A7CD0B3035}" presName="sibTrans" presStyleCnt="0"/>
      <dgm:spPr/>
    </dgm:pt>
    <dgm:pt modelId="{CBFEA2CE-83C7-4E12-8E2D-D0E6C7784A34}" type="pres">
      <dgm:prSet presAssocID="{4FCC3804-C66B-4476-948F-CF53BE6A1B4A}" presName="compNode" presStyleCnt="0"/>
      <dgm:spPr/>
    </dgm:pt>
    <dgm:pt modelId="{EA5055D4-468B-4E1A-A7AE-77CBB494D0D9}" type="pres">
      <dgm:prSet presAssocID="{4FCC3804-C66B-4476-948F-CF53BE6A1B4A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</dgm:spPr>
    </dgm:pt>
    <dgm:pt modelId="{20AB1DD9-D367-48AA-807D-E8541C308CC9}" type="pres">
      <dgm:prSet presAssocID="{4FCC3804-C66B-4476-948F-CF53BE6A1B4A}" presName="iconSpace" presStyleCnt="0"/>
      <dgm:spPr/>
    </dgm:pt>
    <dgm:pt modelId="{A44C01AF-23A7-4F5C-93CB-9C10A63D04C2}" type="pres">
      <dgm:prSet presAssocID="{4FCC3804-C66B-4476-948F-CF53BE6A1B4A}" presName="parTx" presStyleLbl="revTx" presStyleIdx="2" presStyleCnt="6">
        <dgm:presLayoutVars>
          <dgm:chMax val="0"/>
          <dgm:chPref val="0"/>
        </dgm:presLayoutVars>
      </dgm:prSet>
      <dgm:spPr/>
    </dgm:pt>
    <dgm:pt modelId="{C35ACEAE-28C6-4A45-90C9-B324CB118617}" type="pres">
      <dgm:prSet presAssocID="{4FCC3804-C66B-4476-948F-CF53BE6A1B4A}" presName="txSpace" presStyleCnt="0"/>
      <dgm:spPr/>
    </dgm:pt>
    <dgm:pt modelId="{A48DAE93-AD48-44E8-BFB8-FB7549A4172E}" type="pres">
      <dgm:prSet presAssocID="{4FCC3804-C66B-4476-948F-CF53BE6A1B4A}" presName="desTx" presStyleLbl="revTx" presStyleIdx="3" presStyleCnt="6">
        <dgm:presLayoutVars/>
      </dgm:prSet>
      <dgm:spPr/>
    </dgm:pt>
    <dgm:pt modelId="{85ED15BF-1859-43E4-94EE-FB95E3D3D8D7}" type="pres">
      <dgm:prSet presAssocID="{35484FDE-5ED3-405A-B691-C90D646213DB}" presName="sibTrans" presStyleCnt="0"/>
      <dgm:spPr/>
    </dgm:pt>
    <dgm:pt modelId="{C98012EA-11FE-4E96-A16A-7240E7E73C45}" type="pres">
      <dgm:prSet presAssocID="{A043FECE-7C25-4BEA-ACD3-8BC174916D54}" presName="compNode" presStyleCnt="0"/>
      <dgm:spPr/>
    </dgm:pt>
    <dgm:pt modelId="{8D3B28DF-FC6E-492A-B861-CF02EABF1D3D}" type="pres">
      <dgm:prSet presAssocID="{A043FECE-7C25-4BEA-ACD3-8BC174916D54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A2794F45-6E55-4C5B-8AA5-E38EA8598147}" type="pres">
      <dgm:prSet presAssocID="{A043FECE-7C25-4BEA-ACD3-8BC174916D54}" presName="iconSpace" presStyleCnt="0"/>
      <dgm:spPr/>
    </dgm:pt>
    <dgm:pt modelId="{49CBD671-B8C1-40F6-8271-2028FD92CD7A}" type="pres">
      <dgm:prSet presAssocID="{A043FECE-7C25-4BEA-ACD3-8BC174916D54}" presName="parTx" presStyleLbl="revTx" presStyleIdx="4" presStyleCnt="6">
        <dgm:presLayoutVars>
          <dgm:chMax val="0"/>
          <dgm:chPref val="0"/>
        </dgm:presLayoutVars>
      </dgm:prSet>
      <dgm:spPr/>
    </dgm:pt>
    <dgm:pt modelId="{5FF8EFB2-46C7-4D87-AE47-8285DC2F7A55}" type="pres">
      <dgm:prSet presAssocID="{A043FECE-7C25-4BEA-ACD3-8BC174916D54}" presName="txSpace" presStyleCnt="0"/>
      <dgm:spPr/>
    </dgm:pt>
    <dgm:pt modelId="{96B605AC-D19F-4DEC-8494-AF51F0ED58F7}" type="pres">
      <dgm:prSet presAssocID="{A043FECE-7C25-4BEA-ACD3-8BC174916D54}" presName="desTx" presStyleLbl="revTx" presStyleIdx="5" presStyleCnt="6">
        <dgm:presLayoutVars/>
      </dgm:prSet>
      <dgm:spPr/>
    </dgm:pt>
  </dgm:ptLst>
  <dgm:cxnLst>
    <dgm:cxn modelId="{6603F307-9B94-47A7-9CA5-6C347C32439A}" srcId="{4FCC3804-C66B-4476-948F-CF53BE6A1B4A}" destId="{DA22E869-9A4F-4E61-AF0C-24A05E3A1BAE}" srcOrd="0" destOrd="0" parTransId="{96C8336E-6099-4070-A4B3-7E72F4F48B8A}" sibTransId="{202524CB-1B7C-4613-831C-F5ECCD1C566C}"/>
    <dgm:cxn modelId="{E0D83B21-3E4A-4B13-815B-DD95B58F66FC}" type="presOf" srcId="{DA22E869-9A4F-4E61-AF0C-24A05E3A1BAE}" destId="{A48DAE93-AD48-44E8-BFB8-FB7549A4172E}" srcOrd="0" destOrd="0" presId="urn:microsoft.com/office/officeart/2018/5/layout/CenteredIconLabelDescriptionList"/>
    <dgm:cxn modelId="{98394D23-0EEA-4F6B-93BB-137754252BA7}" type="presOf" srcId="{EBA34D4F-230B-4E13-9F3A-7DD6502C47D9}" destId="{96B605AC-D19F-4DEC-8494-AF51F0ED58F7}" srcOrd="0" destOrd="1" presId="urn:microsoft.com/office/officeart/2018/5/layout/CenteredIconLabelDescriptionList"/>
    <dgm:cxn modelId="{05EF0941-7ED6-4724-A088-1A5B8EB2F3B9}" type="presOf" srcId="{71218046-DA26-4E9F-B1E4-40BC57C9C2DC}" destId="{A48DAE93-AD48-44E8-BFB8-FB7549A4172E}" srcOrd="0" destOrd="1" presId="urn:microsoft.com/office/officeart/2018/5/layout/CenteredIconLabelDescriptionList"/>
    <dgm:cxn modelId="{3D1D6E68-579E-457D-A6D3-92CDB207E5AF}" srcId="{A043FECE-7C25-4BEA-ACD3-8BC174916D54}" destId="{CD8BB6CA-A2D6-4913-9F0F-40C0EECF9F9B}" srcOrd="0" destOrd="0" parTransId="{DD1FE135-73F2-43CB-BB4D-AE839C4E8A5D}" sibTransId="{234E9534-BC2F-4B5D-ABF7-CB22B39711D9}"/>
    <dgm:cxn modelId="{D975D06D-B27E-4AA2-83C9-C6A2CE6CB1F5}" srcId="{A043FECE-7C25-4BEA-ACD3-8BC174916D54}" destId="{EBA34D4F-230B-4E13-9F3A-7DD6502C47D9}" srcOrd="1" destOrd="0" parTransId="{6227130C-5FBB-4B84-9213-97EA025ECB35}" sibTransId="{C8CBBDBA-A8E5-443E-AACB-9B8B83E564FC}"/>
    <dgm:cxn modelId="{B3470873-A721-4490-A167-8FF980C308F0}" type="presOf" srcId="{A043FECE-7C25-4BEA-ACD3-8BC174916D54}" destId="{49CBD671-B8C1-40F6-8271-2028FD92CD7A}" srcOrd="0" destOrd="0" presId="urn:microsoft.com/office/officeart/2018/5/layout/CenteredIconLabelDescriptionList"/>
    <dgm:cxn modelId="{7254B684-515E-4033-AC07-A70D90C80F70}" type="presOf" srcId="{449DA4C7-08CB-4BED-B4BC-E5FDADFBD14A}" destId="{3064BEA0-D4B8-409F-8815-E6C861784EFA}" srcOrd="0" destOrd="1" presId="urn:microsoft.com/office/officeart/2018/5/layout/CenteredIconLabelDescriptionList"/>
    <dgm:cxn modelId="{FFE9AF8B-2DB0-40D5-BF60-2F10C762AD96}" type="presOf" srcId="{CD8BB6CA-A2D6-4913-9F0F-40C0EECF9F9B}" destId="{96B605AC-D19F-4DEC-8494-AF51F0ED58F7}" srcOrd="0" destOrd="0" presId="urn:microsoft.com/office/officeart/2018/5/layout/CenteredIconLabelDescriptionList"/>
    <dgm:cxn modelId="{D9E4F590-6D15-4FBE-87F2-5539200A3120}" srcId="{C2C36053-7166-4BB5-967E-A0C59BB4BAD1}" destId="{A043FECE-7C25-4BEA-ACD3-8BC174916D54}" srcOrd="2" destOrd="0" parTransId="{4259D11B-C8D9-4C7F-B423-03230AF92114}" sibTransId="{C8908ADC-5AE7-4151-9F5D-A9AC823578D1}"/>
    <dgm:cxn modelId="{0E9CF0A6-4046-4380-8632-406A38789851}" type="presOf" srcId="{4FCC3804-C66B-4476-948F-CF53BE6A1B4A}" destId="{A44C01AF-23A7-4F5C-93CB-9C10A63D04C2}" srcOrd="0" destOrd="0" presId="urn:microsoft.com/office/officeart/2018/5/layout/CenteredIconLabelDescriptionList"/>
    <dgm:cxn modelId="{D937A9C5-DDFA-4B97-966A-4D18B63AC1E1}" srcId="{BA37DDEC-2812-4E5F-A2A7-FE09DB6CDA8F}" destId="{3A96BC51-DC9B-4FBA-870A-94DA0D76E2C2}" srcOrd="0" destOrd="0" parTransId="{4F0FA2FF-377A-4B45-96BF-AFC01669CA25}" sibTransId="{F3B413B8-29A6-4D57-A0E7-351839135307}"/>
    <dgm:cxn modelId="{02A46FD8-71AC-4AA6-B7EF-85B3ADF9EB1C}" srcId="{C2C36053-7166-4BB5-967E-A0C59BB4BAD1}" destId="{4FCC3804-C66B-4476-948F-CF53BE6A1B4A}" srcOrd="1" destOrd="0" parTransId="{7890AD5A-420E-45C5-A404-DAFC8E25F3F2}" sibTransId="{35484FDE-5ED3-405A-B691-C90D646213DB}"/>
    <dgm:cxn modelId="{39DC5FE4-6DF4-4752-90B3-245CC2DB01B1}" srcId="{4FCC3804-C66B-4476-948F-CF53BE6A1B4A}" destId="{71218046-DA26-4E9F-B1E4-40BC57C9C2DC}" srcOrd="1" destOrd="0" parTransId="{BFE654FF-1515-4317-854E-FC43825E702B}" sibTransId="{3C3F63E3-1A6A-4B26-B3E7-68F53D85D801}"/>
    <dgm:cxn modelId="{1B2A19E6-2A15-4EB4-9B5E-D9FC1A482B82}" type="presOf" srcId="{BA37DDEC-2812-4E5F-A2A7-FE09DB6CDA8F}" destId="{2A979AC1-3F2B-40F3-B683-F741CCED37E9}" srcOrd="0" destOrd="0" presId="urn:microsoft.com/office/officeart/2018/5/layout/CenteredIconLabelDescriptionList"/>
    <dgm:cxn modelId="{949119EE-C96E-4262-A6F1-FA77A29C3844}" type="presOf" srcId="{3A96BC51-DC9B-4FBA-870A-94DA0D76E2C2}" destId="{3064BEA0-D4B8-409F-8815-E6C861784EFA}" srcOrd="0" destOrd="0" presId="urn:microsoft.com/office/officeart/2018/5/layout/CenteredIconLabelDescriptionList"/>
    <dgm:cxn modelId="{4FE0B6EE-41C9-4213-9401-56B6679F6C6A}" srcId="{BA37DDEC-2812-4E5F-A2A7-FE09DB6CDA8F}" destId="{449DA4C7-08CB-4BED-B4BC-E5FDADFBD14A}" srcOrd="1" destOrd="0" parTransId="{BF6D1425-6892-4D27-844D-9C3F1D0D9C63}" sibTransId="{CAAC79F2-1C79-4399-83DD-1818299D9429}"/>
    <dgm:cxn modelId="{04BE14F6-4F52-4EF9-90FC-B4FCF64EAFD7}" srcId="{C2C36053-7166-4BB5-967E-A0C59BB4BAD1}" destId="{BA37DDEC-2812-4E5F-A2A7-FE09DB6CDA8F}" srcOrd="0" destOrd="0" parTransId="{C06501F3-05EE-4E0A-89B0-11CCB73F08E0}" sibTransId="{5F48736C-8819-4B0E-A62F-13A7CD0B3035}"/>
    <dgm:cxn modelId="{A0D7C9F8-5B9F-4765-BFBB-5C4F3AC17BB2}" type="presOf" srcId="{C2C36053-7166-4BB5-967E-A0C59BB4BAD1}" destId="{63CCC9AA-222E-42EE-B820-A280310A6E30}" srcOrd="0" destOrd="0" presId="urn:microsoft.com/office/officeart/2018/5/layout/CenteredIconLabelDescriptionList"/>
    <dgm:cxn modelId="{7D1961F2-1258-4117-B778-D74CF2721C4B}" type="presParOf" srcId="{63CCC9AA-222E-42EE-B820-A280310A6E30}" destId="{19B74317-60D3-4DBE-A0C6-E0BDFDDEBEDA}" srcOrd="0" destOrd="0" presId="urn:microsoft.com/office/officeart/2018/5/layout/CenteredIconLabelDescriptionList"/>
    <dgm:cxn modelId="{7CA3DB4D-0435-4F03-8ECA-AF08D12A317C}" type="presParOf" srcId="{19B74317-60D3-4DBE-A0C6-E0BDFDDEBEDA}" destId="{7CC62523-50E8-4EB4-B846-4DC72E85AE32}" srcOrd="0" destOrd="0" presId="urn:microsoft.com/office/officeart/2018/5/layout/CenteredIconLabelDescriptionList"/>
    <dgm:cxn modelId="{2F716BF2-FCDD-45C6-8376-112E7A738852}" type="presParOf" srcId="{19B74317-60D3-4DBE-A0C6-E0BDFDDEBEDA}" destId="{6F25C318-C0D7-48E2-A9F1-EA9C2E428FD2}" srcOrd="1" destOrd="0" presId="urn:microsoft.com/office/officeart/2018/5/layout/CenteredIconLabelDescriptionList"/>
    <dgm:cxn modelId="{938060AF-F796-4513-BEE0-7EF5F8EE518D}" type="presParOf" srcId="{19B74317-60D3-4DBE-A0C6-E0BDFDDEBEDA}" destId="{2A979AC1-3F2B-40F3-B683-F741CCED37E9}" srcOrd="2" destOrd="0" presId="urn:microsoft.com/office/officeart/2018/5/layout/CenteredIconLabelDescriptionList"/>
    <dgm:cxn modelId="{C2398295-DF8B-46B5-A844-7DC58C9D658C}" type="presParOf" srcId="{19B74317-60D3-4DBE-A0C6-E0BDFDDEBEDA}" destId="{A05386C2-734C-427C-8638-B4616EE3E937}" srcOrd="3" destOrd="0" presId="urn:microsoft.com/office/officeart/2018/5/layout/CenteredIconLabelDescriptionList"/>
    <dgm:cxn modelId="{0D369A33-3136-4916-BE2D-61EB6FF884F7}" type="presParOf" srcId="{19B74317-60D3-4DBE-A0C6-E0BDFDDEBEDA}" destId="{3064BEA0-D4B8-409F-8815-E6C861784EFA}" srcOrd="4" destOrd="0" presId="urn:microsoft.com/office/officeart/2018/5/layout/CenteredIconLabelDescriptionList"/>
    <dgm:cxn modelId="{62B48308-280F-4F5F-879B-C3867542F74D}" type="presParOf" srcId="{63CCC9AA-222E-42EE-B820-A280310A6E30}" destId="{2091B7AE-13DA-4569-B5A9-7A6EFE596E64}" srcOrd="1" destOrd="0" presId="urn:microsoft.com/office/officeart/2018/5/layout/CenteredIconLabelDescriptionList"/>
    <dgm:cxn modelId="{E6F93BE9-4C5C-4227-B6AB-9F207FB62625}" type="presParOf" srcId="{63CCC9AA-222E-42EE-B820-A280310A6E30}" destId="{CBFEA2CE-83C7-4E12-8E2D-D0E6C7784A34}" srcOrd="2" destOrd="0" presId="urn:microsoft.com/office/officeart/2018/5/layout/CenteredIconLabelDescriptionList"/>
    <dgm:cxn modelId="{F5933C7A-8FD2-4E98-8DEE-520257F0794A}" type="presParOf" srcId="{CBFEA2CE-83C7-4E12-8E2D-D0E6C7784A34}" destId="{EA5055D4-468B-4E1A-A7AE-77CBB494D0D9}" srcOrd="0" destOrd="0" presId="urn:microsoft.com/office/officeart/2018/5/layout/CenteredIconLabelDescriptionList"/>
    <dgm:cxn modelId="{3500B1B4-FE7D-41C5-A6B6-C730C16FACE2}" type="presParOf" srcId="{CBFEA2CE-83C7-4E12-8E2D-D0E6C7784A34}" destId="{20AB1DD9-D367-48AA-807D-E8541C308CC9}" srcOrd="1" destOrd="0" presId="urn:microsoft.com/office/officeart/2018/5/layout/CenteredIconLabelDescriptionList"/>
    <dgm:cxn modelId="{A074F8C0-F32F-4B0C-A4CE-6FECF3C58C0F}" type="presParOf" srcId="{CBFEA2CE-83C7-4E12-8E2D-D0E6C7784A34}" destId="{A44C01AF-23A7-4F5C-93CB-9C10A63D04C2}" srcOrd="2" destOrd="0" presId="urn:microsoft.com/office/officeart/2018/5/layout/CenteredIconLabelDescriptionList"/>
    <dgm:cxn modelId="{ED140165-CB76-46AB-B023-50A1770274BB}" type="presParOf" srcId="{CBFEA2CE-83C7-4E12-8E2D-D0E6C7784A34}" destId="{C35ACEAE-28C6-4A45-90C9-B324CB118617}" srcOrd="3" destOrd="0" presId="urn:microsoft.com/office/officeart/2018/5/layout/CenteredIconLabelDescriptionList"/>
    <dgm:cxn modelId="{CC078A29-2E80-44D2-88D9-B7F20D4F723D}" type="presParOf" srcId="{CBFEA2CE-83C7-4E12-8E2D-D0E6C7784A34}" destId="{A48DAE93-AD48-44E8-BFB8-FB7549A4172E}" srcOrd="4" destOrd="0" presId="urn:microsoft.com/office/officeart/2018/5/layout/CenteredIconLabelDescriptionList"/>
    <dgm:cxn modelId="{9590510B-B4E8-42DF-A20B-7E8918D4BEDA}" type="presParOf" srcId="{63CCC9AA-222E-42EE-B820-A280310A6E30}" destId="{85ED15BF-1859-43E4-94EE-FB95E3D3D8D7}" srcOrd="3" destOrd="0" presId="urn:microsoft.com/office/officeart/2018/5/layout/CenteredIconLabelDescriptionList"/>
    <dgm:cxn modelId="{0D03F7F4-8563-46A0-85A9-61D74A664AAA}" type="presParOf" srcId="{63CCC9AA-222E-42EE-B820-A280310A6E30}" destId="{C98012EA-11FE-4E96-A16A-7240E7E73C45}" srcOrd="4" destOrd="0" presId="urn:microsoft.com/office/officeart/2018/5/layout/CenteredIconLabelDescriptionList"/>
    <dgm:cxn modelId="{BB046B22-1026-42D1-A0A1-B56A10E7D9AD}" type="presParOf" srcId="{C98012EA-11FE-4E96-A16A-7240E7E73C45}" destId="{8D3B28DF-FC6E-492A-B861-CF02EABF1D3D}" srcOrd="0" destOrd="0" presId="urn:microsoft.com/office/officeart/2018/5/layout/CenteredIconLabelDescriptionList"/>
    <dgm:cxn modelId="{9BA88827-52AC-4603-B390-56C3BA288C38}" type="presParOf" srcId="{C98012EA-11FE-4E96-A16A-7240E7E73C45}" destId="{A2794F45-6E55-4C5B-8AA5-E38EA8598147}" srcOrd="1" destOrd="0" presId="urn:microsoft.com/office/officeart/2018/5/layout/CenteredIconLabelDescriptionList"/>
    <dgm:cxn modelId="{707F6394-655C-416E-B8A2-476EAE550F6C}" type="presParOf" srcId="{C98012EA-11FE-4E96-A16A-7240E7E73C45}" destId="{49CBD671-B8C1-40F6-8271-2028FD92CD7A}" srcOrd="2" destOrd="0" presId="urn:microsoft.com/office/officeart/2018/5/layout/CenteredIconLabelDescriptionList"/>
    <dgm:cxn modelId="{8B921727-7834-4CA5-AB84-372C6693F49E}" type="presParOf" srcId="{C98012EA-11FE-4E96-A16A-7240E7E73C45}" destId="{5FF8EFB2-46C7-4D87-AE47-8285DC2F7A55}" srcOrd="3" destOrd="0" presId="urn:microsoft.com/office/officeart/2018/5/layout/CenteredIconLabelDescriptionList"/>
    <dgm:cxn modelId="{9BBB0E97-605D-4D22-82F7-408B1DD9CD31}" type="presParOf" srcId="{C98012EA-11FE-4E96-A16A-7240E7E73C45}" destId="{96B605AC-D19F-4DEC-8494-AF51F0ED58F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C2C36053-7166-4BB5-967E-A0C59BB4BAD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17FD91E-97DE-4E27-A91B-CB08747BE3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Minimize the Time</a:t>
          </a:r>
          <a:endParaRPr lang="en-US"/>
        </a:p>
      </dgm:t>
    </dgm:pt>
    <dgm:pt modelId="{F0BD62C0-4A66-4B21-A231-99A879CCED22}" type="parTrans" cxnId="{EEAE910F-1643-476E-9358-04C23591F366}">
      <dgm:prSet/>
      <dgm:spPr/>
      <dgm:t>
        <a:bodyPr/>
        <a:lstStyle/>
        <a:p>
          <a:endParaRPr lang="en-US"/>
        </a:p>
      </dgm:t>
    </dgm:pt>
    <dgm:pt modelId="{3735716F-44B2-437D-9F20-5D8628451DE8}" type="sibTrans" cxnId="{EEAE910F-1643-476E-9358-04C23591F366}">
      <dgm:prSet/>
      <dgm:spPr/>
      <dgm:t>
        <a:bodyPr/>
        <a:lstStyle/>
        <a:p>
          <a:endParaRPr lang="en-US"/>
        </a:p>
      </dgm:t>
    </dgm:pt>
    <dgm:pt modelId="{8AC64F43-048E-4E67-A840-A50CB8797A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miners must</a:t>
          </a:r>
        </a:p>
      </dgm:t>
    </dgm:pt>
    <dgm:pt modelId="{4B82FC30-EC12-4013-80D4-8AEA0E90EE29}" type="parTrans" cxnId="{207B8F5F-BCCD-4E14-B973-3753B2AAD8DF}">
      <dgm:prSet/>
      <dgm:spPr/>
      <dgm:t>
        <a:bodyPr/>
        <a:lstStyle/>
        <a:p>
          <a:endParaRPr lang="en-US"/>
        </a:p>
      </dgm:t>
    </dgm:pt>
    <dgm:pt modelId="{4B9138B7-396C-491D-BF78-D5349A959F8E}" type="sibTrans" cxnId="{207B8F5F-BCCD-4E14-B973-3753B2AAD8DF}">
      <dgm:prSet/>
      <dgm:spPr/>
      <dgm:t>
        <a:bodyPr/>
        <a:lstStyle/>
        <a:p>
          <a:endParaRPr lang="en-US"/>
        </a:p>
      </dgm:t>
    </dgm:pt>
    <dgm:pt modelId="{81C5CC19-24B9-4A6F-B743-CE4E176742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propagation of</a:t>
          </a:r>
          <a:r>
            <a:rPr lang="tr-TR"/>
            <a:t> </a:t>
          </a:r>
          <a:r>
            <a:rPr lang="en-US"/>
            <a:t>a winning block </a:t>
          </a:r>
        </a:p>
      </dgm:t>
    </dgm:pt>
    <dgm:pt modelId="{106ABF68-7CC1-4A93-91F0-FBC6B70C4B81}" type="parTrans" cxnId="{558A245A-1661-48E5-9D80-5736E11520FF}">
      <dgm:prSet/>
      <dgm:spPr/>
      <dgm:t>
        <a:bodyPr/>
        <a:lstStyle/>
        <a:p>
          <a:endParaRPr lang="en-US"/>
        </a:p>
      </dgm:t>
    </dgm:pt>
    <dgm:pt modelId="{B28417A4-BBF2-4F2C-9437-CB8628828F3A}" type="sibTrans" cxnId="{558A245A-1661-48E5-9D80-5736E11520FF}">
      <dgm:prSet/>
      <dgm:spPr/>
      <dgm:t>
        <a:bodyPr/>
        <a:lstStyle/>
        <a:p>
          <a:endParaRPr lang="en-US"/>
        </a:p>
      </dgm:t>
    </dgm:pt>
    <dgm:pt modelId="{1D184490-05F2-4DA5-A222-30D4E1E7A1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beginning of the next round of competition </a:t>
          </a:r>
        </a:p>
      </dgm:t>
    </dgm:pt>
    <dgm:pt modelId="{1139EA52-86A9-42BD-8E3B-90C364B342E2}" type="parTrans" cxnId="{99050176-322B-49F3-BD62-D4F7BEBD5C5D}">
      <dgm:prSet/>
      <dgm:spPr/>
      <dgm:t>
        <a:bodyPr/>
        <a:lstStyle/>
        <a:p>
          <a:endParaRPr lang="en-US"/>
        </a:p>
      </dgm:t>
    </dgm:pt>
    <dgm:pt modelId="{37A41A4F-8F65-465D-B965-C542C04377FB}" type="sibTrans" cxnId="{99050176-322B-49F3-BD62-D4F7BEBD5C5D}">
      <dgm:prSet/>
      <dgm:spPr/>
      <dgm:t>
        <a:bodyPr/>
        <a:lstStyle/>
        <a:p>
          <a:endParaRPr lang="en-US"/>
        </a:p>
      </dgm:t>
    </dgm:pt>
    <dgm:pt modelId="{659B40BB-20E7-4126-AD9E-E69AED63F1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Latency vs Profit Margins</a:t>
          </a:r>
          <a:endParaRPr lang="en-US"/>
        </a:p>
      </dgm:t>
    </dgm:pt>
    <dgm:pt modelId="{733A8E59-D4B0-42C6-AFD7-5F37B9B1B202}" type="parTrans" cxnId="{B57E2F6F-32AC-407E-B67D-A0462AEC4E90}">
      <dgm:prSet/>
      <dgm:spPr/>
      <dgm:t>
        <a:bodyPr/>
        <a:lstStyle/>
        <a:p>
          <a:endParaRPr lang="en-US"/>
        </a:p>
      </dgm:t>
    </dgm:pt>
    <dgm:pt modelId="{FA0A26AD-22E1-4090-AC88-E94A624EE7E3}" type="sibTrans" cxnId="{B57E2F6F-32AC-407E-B67D-A0462AEC4E90}">
      <dgm:prSet/>
      <dgm:spPr/>
      <dgm:t>
        <a:bodyPr/>
        <a:lstStyle/>
        <a:p>
          <a:endParaRPr lang="en-US"/>
        </a:p>
      </dgm:t>
    </dgm:pt>
    <dgm:pt modelId="{2A156C4D-1FF6-4F9D-BD5D-5AEF3BCC67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latency is directly related</a:t>
          </a:r>
        </a:p>
      </dgm:t>
    </dgm:pt>
    <dgm:pt modelId="{8754DC6A-2912-4DBD-9E67-31EB4E8057B3}" type="parTrans" cxnId="{9E59AFC1-A832-44CB-9281-FAD3335F4411}">
      <dgm:prSet/>
      <dgm:spPr/>
      <dgm:t>
        <a:bodyPr/>
        <a:lstStyle/>
        <a:p>
          <a:endParaRPr lang="tr-TR"/>
        </a:p>
      </dgm:t>
    </dgm:pt>
    <dgm:pt modelId="{A5E7EC8E-443C-414D-A8B1-1F2C28AE8785}" type="sibTrans" cxnId="{9E59AFC1-A832-44CB-9281-FAD3335F4411}">
      <dgm:prSet/>
      <dgm:spPr/>
      <dgm:t>
        <a:bodyPr/>
        <a:lstStyle/>
        <a:p>
          <a:endParaRPr lang="tr-TR"/>
        </a:p>
      </dgm:t>
    </dgm:pt>
    <dgm:pt modelId="{ABBC056E-B4B8-4F13-AF60-19EB9336DA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Time frame</a:t>
          </a:r>
          <a:endParaRPr lang="en-US"/>
        </a:p>
      </dgm:t>
    </dgm:pt>
    <dgm:pt modelId="{42C1A6A7-87A2-4052-8F33-96C6525FDF80}" type="parTrans" cxnId="{F5D2AE8C-30AC-41DA-B070-4067D225E70A}">
      <dgm:prSet/>
      <dgm:spPr/>
      <dgm:t>
        <a:bodyPr/>
        <a:lstStyle/>
        <a:p>
          <a:endParaRPr lang="tr-TR"/>
        </a:p>
      </dgm:t>
    </dgm:pt>
    <dgm:pt modelId="{C984578D-D257-446F-827A-D7D4C03F0CDB}" type="sibTrans" cxnId="{F5D2AE8C-30AC-41DA-B070-4067D225E70A}">
      <dgm:prSet/>
      <dgm:spPr/>
      <dgm:t>
        <a:bodyPr/>
        <a:lstStyle/>
        <a:p>
          <a:endParaRPr lang="tr-TR"/>
        </a:p>
      </dgm:t>
    </dgm:pt>
    <dgm:pt modelId="{460E9744-7ADA-4D84-8134-02C8041BE8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minimize</a:t>
          </a:r>
          <a:r>
            <a:rPr lang="tr-TR"/>
            <a:t> the time</a:t>
          </a:r>
          <a:r>
            <a:rPr lang="en-US"/>
            <a:t> </a:t>
          </a:r>
        </a:p>
      </dgm:t>
    </dgm:pt>
    <dgm:pt modelId="{0641CAE4-AD45-43D2-B00D-6A323AD99CA9}" type="parTrans" cxnId="{45A8750D-6836-40B1-8E94-237CD6D682CA}">
      <dgm:prSet/>
      <dgm:spPr/>
      <dgm:t>
        <a:bodyPr/>
        <a:lstStyle/>
        <a:p>
          <a:endParaRPr lang="tr-TR"/>
        </a:p>
      </dgm:t>
    </dgm:pt>
    <dgm:pt modelId="{B4D9CD60-A912-4890-A20A-68D5AECCAB34}" type="sibTrans" cxnId="{45A8750D-6836-40B1-8E94-237CD6D682CA}">
      <dgm:prSet/>
      <dgm:spPr/>
      <dgm:t>
        <a:bodyPr/>
        <a:lstStyle/>
        <a:p>
          <a:endParaRPr lang="tr-TR"/>
        </a:p>
      </dgm:t>
    </dgm:pt>
    <dgm:pt modelId="{828DA43C-01BD-4DB3-9B21-248010F87A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profit margins.</a:t>
          </a:r>
        </a:p>
      </dgm:t>
    </dgm:pt>
    <dgm:pt modelId="{0879273C-07B6-48D7-A5E2-9BDE7745F4DD}" type="parTrans" cxnId="{4DD37DB8-E0EF-4EED-BDB2-D444403958E2}">
      <dgm:prSet/>
      <dgm:spPr/>
      <dgm:t>
        <a:bodyPr/>
        <a:lstStyle/>
        <a:p>
          <a:endParaRPr lang="tr-TR"/>
        </a:p>
      </dgm:t>
    </dgm:pt>
    <dgm:pt modelId="{198A7011-E6E8-4185-AA2A-3FB438BF7EDE}" type="sibTrans" cxnId="{4DD37DB8-E0EF-4EED-BDB2-D444403958E2}">
      <dgm:prSet/>
      <dgm:spPr/>
      <dgm:t>
        <a:bodyPr/>
        <a:lstStyle/>
        <a:p>
          <a:endParaRPr lang="tr-TR"/>
        </a:p>
      </dgm:t>
    </dgm:pt>
    <dgm:pt modelId="{E4D36818-D3C5-4E65-BAE7-CE005F2D9330}" type="pres">
      <dgm:prSet presAssocID="{C2C36053-7166-4BB5-967E-A0C59BB4BAD1}" presName="root" presStyleCnt="0">
        <dgm:presLayoutVars>
          <dgm:dir/>
          <dgm:resizeHandles val="exact"/>
        </dgm:presLayoutVars>
      </dgm:prSet>
      <dgm:spPr/>
    </dgm:pt>
    <dgm:pt modelId="{AB9C9462-D7D1-4373-9023-0B9441287A1D}" type="pres">
      <dgm:prSet presAssocID="{A17FD91E-97DE-4E27-A91B-CB08747BE39F}" presName="compNode" presStyleCnt="0"/>
      <dgm:spPr/>
    </dgm:pt>
    <dgm:pt modelId="{88BFD014-E8CD-415F-A3E5-3E342D1A5548}" type="pres">
      <dgm:prSet presAssocID="{A17FD91E-97DE-4E27-A91B-CB08747BE39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watch"/>
        </a:ext>
      </dgm:extLst>
    </dgm:pt>
    <dgm:pt modelId="{F4228608-0FA2-41A7-80A3-7AA7D0A33BE2}" type="pres">
      <dgm:prSet presAssocID="{A17FD91E-97DE-4E27-A91B-CB08747BE39F}" presName="iconSpace" presStyleCnt="0"/>
      <dgm:spPr/>
    </dgm:pt>
    <dgm:pt modelId="{3BB788D4-9921-47EB-947E-F607D23D296D}" type="pres">
      <dgm:prSet presAssocID="{A17FD91E-97DE-4E27-A91B-CB08747BE39F}" presName="parTx" presStyleLbl="revTx" presStyleIdx="0" presStyleCnt="6">
        <dgm:presLayoutVars>
          <dgm:chMax val="0"/>
          <dgm:chPref val="0"/>
        </dgm:presLayoutVars>
      </dgm:prSet>
      <dgm:spPr/>
    </dgm:pt>
    <dgm:pt modelId="{23396AF8-26E8-4D2B-8B1C-6FCC50640E6C}" type="pres">
      <dgm:prSet presAssocID="{A17FD91E-97DE-4E27-A91B-CB08747BE39F}" presName="txSpace" presStyleCnt="0"/>
      <dgm:spPr/>
    </dgm:pt>
    <dgm:pt modelId="{AE5D20A8-A140-4C35-95E4-D63730318321}" type="pres">
      <dgm:prSet presAssocID="{A17FD91E-97DE-4E27-A91B-CB08747BE39F}" presName="desTx" presStyleLbl="revTx" presStyleIdx="1" presStyleCnt="6">
        <dgm:presLayoutVars/>
      </dgm:prSet>
      <dgm:spPr/>
    </dgm:pt>
    <dgm:pt modelId="{592DDA6C-FED9-423B-AED2-E74F228D010B}" type="pres">
      <dgm:prSet presAssocID="{3735716F-44B2-437D-9F20-5D8628451DE8}" presName="sibTrans" presStyleCnt="0"/>
      <dgm:spPr/>
    </dgm:pt>
    <dgm:pt modelId="{0E3A5E0B-C961-4185-BCC3-6022AEB965AC}" type="pres">
      <dgm:prSet presAssocID="{ABBC056E-B4B8-4F13-AF60-19EB9336DAAA}" presName="compNode" presStyleCnt="0"/>
      <dgm:spPr/>
    </dgm:pt>
    <dgm:pt modelId="{B8ED683B-DD38-4D1D-8B2D-3D68329666C4}" type="pres">
      <dgm:prSet presAssocID="{ABBC056E-B4B8-4F13-AF60-19EB9336DAA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ourglass"/>
        </a:ext>
      </dgm:extLst>
    </dgm:pt>
    <dgm:pt modelId="{21BA0874-9510-46AF-83B4-53383CCCE24B}" type="pres">
      <dgm:prSet presAssocID="{ABBC056E-B4B8-4F13-AF60-19EB9336DAAA}" presName="iconSpace" presStyleCnt="0"/>
      <dgm:spPr/>
    </dgm:pt>
    <dgm:pt modelId="{70B9EBC4-3411-4206-A886-D7B50A4E4CB2}" type="pres">
      <dgm:prSet presAssocID="{ABBC056E-B4B8-4F13-AF60-19EB9336DAAA}" presName="parTx" presStyleLbl="revTx" presStyleIdx="2" presStyleCnt="6">
        <dgm:presLayoutVars>
          <dgm:chMax val="0"/>
          <dgm:chPref val="0"/>
        </dgm:presLayoutVars>
      </dgm:prSet>
      <dgm:spPr/>
    </dgm:pt>
    <dgm:pt modelId="{8A9F8150-ACF3-4648-9ED6-6A165CDF2023}" type="pres">
      <dgm:prSet presAssocID="{ABBC056E-B4B8-4F13-AF60-19EB9336DAAA}" presName="txSpace" presStyleCnt="0"/>
      <dgm:spPr/>
    </dgm:pt>
    <dgm:pt modelId="{928D36EC-E5EA-4F05-9FF6-065E5D3E1638}" type="pres">
      <dgm:prSet presAssocID="{ABBC056E-B4B8-4F13-AF60-19EB9336DAAA}" presName="desTx" presStyleLbl="revTx" presStyleIdx="3" presStyleCnt="6">
        <dgm:presLayoutVars/>
      </dgm:prSet>
      <dgm:spPr/>
    </dgm:pt>
    <dgm:pt modelId="{A4C63350-5923-403F-A6E0-322A2CA6D9E1}" type="pres">
      <dgm:prSet presAssocID="{C984578D-D257-446F-827A-D7D4C03F0CDB}" presName="sibTrans" presStyleCnt="0"/>
      <dgm:spPr/>
    </dgm:pt>
    <dgm:pt modelId="{95445EDE-FF31-4D8B-8584-A314CE50F63C}" type="pres">
      <dgm:prSet presAssocID="{659B40BB-20E7-4126-AD9E-E69AED63F121}" presName="compNode" presStyleCnt="0"/>
      <dgm:spPr/>
    </dgm:pt>
    <dgm:pt modelId="{9927D863-5A36-46E6-88E1-6CB8FD180DC7}" type="pres">
      <dgm:prSet presAssocID="{659B40BB-20E7-4126-AD9E-E69AED63F12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A9DC80A-DFB1-4E04-B013-0C1B5ED8F729}" type="pres">
      <dgm:prSet presAssocID="{659B40BB-20E7-4126-AD9E-E69AED63F121}" presName="iconSpace" presStyleCnt="0"/>
      <dgm:spPr/>
    </dgm:pt>
    <dgm:pt modelId="{DAF03462-289D-4D9E-A9DA-EADCADB4B960}" type="pres">
      <dgm:prSet presAssocID="{659B40BB-20E7-4126-AD9E-E69AED63F121}" presName="parTx" presStyleLbl="revTx" presStyleIdx="4" presStyleCnt="6">
        <dgm:presLayoutVars>
          <dgm:chMax val="0"/>
          <dgm:chPref val="0"/>
        </dgm:presLayoutVars>
      </dgm:prSet>
      <dgm:spPr/>
    </dgm:pt>
    <dgm:pt modelId="{16AEC200-C838-4A78-9E07-FF5DA7EF1A29}" type="pres">
      <dgm:prSet presAssocID="{659B40BB-20E7-4126-AD9E-E69AED63F121}" presName="txSpace" presStyleCnt="0"/>
      <dgm:spPr/>
    </dgm:pt>
    <dgm:pt modelId="{D67EE0CB-E0E4-486A-95B9-A1C3A2A588AA}" type="pres">
      <dgm:prSet presAssocID="{659B40BB-20E7-4126-AD9E-E69AED63F121}" presName="desTx" presStyleLbl="revTx" presStyleIdx="5" presStyleCnt="6">
        <dgm:presLayoutVars/>
      </dgm:prSet>
      <dgm:spPr/>
    </dgm:pt>
  </dgm:ptLst>
  <dgm:cxnLst>
    <dgm:cxn modelId="{45A8750D-6836-40B1-8E94-237CD6D682CA}" srcId="{A17FD91E-97DE-4E27-A91B-CB08747BE39F}" destId="{460E9744-7ADA-4D84-8134-02C8041BE890}" srcOrd="1" destOrd="0" parTransId="{0641CAE4-AD45-43D2-B00D-6A323AD99CA9}" sibTransId="{B4D9CD60-A912-4890-A20A-68D5AECCAB34}"/>
    <dgm:cxn modelId="{EEAE910F-1643-476E-9358-04C23591F366}" srcId="{C2C36053-7166-4BB5-967E-A0C59BB4BAD1}" destId="{A17FD91E-97DE-4E27-A91B-CB08747BE39F}" srcOrd="0" destOrd="0" parTransId="{F0BD62C0-4A66-4B21-A231-99A879CCED22}" sibTransId="{3735716F-44B2-437D-9F20-5D8628451DE8}"/>
    <dgm:cxn modelId="{BCFFCA37-CA48-4D64-B9A5-9B61AED56C5A}" type="presOf" srcId="{1D184490-05F2-4DA5-A222-30D4E1E7A178}" destId="{928D36EC-E5EA-4F05-9FF6-065E5D3E1638}" srcOrd="0" destOrd="1" presId="urn:microsoft.com/office/officeart/2018/5/layout/CenteredIconLabelDescriptionList"/>
    <dgm:cxn modelId="{CC07EC3A-DF61-4038-9463-7C619C80325F}" type="presOf" srcId="{2A156C4D-1FF6-4F9D-BD5D-5AEF3BCC67E1}" destId="{D67EE0CB-E0E4-486A-95B9-A1C3A2A588AA}" srcOrd="0" destOrd="0" presId="urn:microsoft.com/office/officeart/2018/5/layout/CenteredIconLabelDescriptionList"/>
    <dgm:cxn modelId="{207B8F5F-BCCD-4E14-B973-3753B2AAD8DF}" srcId="{A17FD91E-97DE-4E27-A91B-CB08747BE39F}" destId="{8AC64F43-048E-4E67-A840-A50CB8797A02}" srcOrd="0" destOrd="0" parTransId="{4B82FC30-EC12-4013-80D4-8AEA0E90EE29}" sibTransId="{4B9138B7-396C-491D-BF78-D5349A959F8E}"/>
    <dgm:cxn modelId="{45CB2D4E-3F0F-4099-807F-6C64BE96F312}" type="presOf" srcId="{8AC64F43-048E-4E67-A840-A50CB8797A02}" destId="{AE5D20A8-A140-4C35-95E4-D63730318321}" srcOrd="0" destOrd="0" presId="urn:microsoft.com/office/officeart/2018/5/layout/CenteredIconLabelDescriptionList"/>
    <dgm:cxn modelId="{B57E2F6F-32AC-407E-B67D-A0462AEC4E90}" srcId="{C2C36053-7166-4BB5-967E-A0C59BB4BAD1}" destId="{659B40BB-20E7-4126-AD9E-E69AED63F121}" srcOrd="2" destOrd="0" parTransId="{733A8E59-D4B0-42C6-AFD7-5F37B9B1B202}" sibTransId="{FA0A26AD-22E1-4090-AC88-E94A624EE7E3}"/>
    <dgm:cxn modelId="{99050176-322B-49F3-BD62-D4F7BEBD5C5D}" srcId="{ABBC056E-B4B8-4F13-AF60-19EB9336DAAA}" destId="{1D184490-05F2-4DA5-A222-30D4E1E7A178}" srcOrd="1" destOrd="0" parTransId="{1139EA52-86A9-42BD-8E3B-90C364B342E2}" sibTransId="{37A41A4F-8F65-465D-B965-C542C04377FB}"/>
    <dgm:cxn modelId="{558A245A-1661-48E5-9D80-5736E11520FF}" srcId="{ABBC056E-B4B8-4F13-AF60-19EB9336DAAA}" destId="{81C5CC19-24B9-4A6F-B743-CE4E176742D0}" srcOrd="0" destOrd="0" parTransId="{106ABF68-7CC1-4A93-91F0-FBC6B70C4B81}" sibTransId="{B28417A4-BBF2-4F2C-9437-CB8628828F3A}"/>
    <dgm:cxn modelId="{F5D2AE8C-30AC-41DA-B070-4067D225E70A}" srcId="{C2C36053-7166-4BB5-967E-A0C59BB4BAD1}" destId="{ABBC056E-B4B8-4F13-AF60-19EB9336DAAA}" srcOrd="1" destOrd="0" parTransId="{42C1A6A7-87A2-4052-8F33-96C6525FDF80}" sibTransId="{C984578D-D257-446F-827A-D7D4C03F0CDB}"/>
    <dgm:cxn modelId="{1A5AB297-A7FD-4A80-ADCD-8B3342E2E9F7}" type="presOf" srcId="{828DA43C-01BD-4DB3-9B21-248010F87AD6}" destId="{D67EE0CB-E0E4-486A-95B9-A1C3A2A588AA}" srcOrd="0" destOrd="1" presId="urn:microsoft.com/office/officeart/2018/5/layout/CenteredIconLabelDescriptionList"/>
    <dgm:cxn modelId="{85EF4F98-4776-491A-9960-F1C5261EC1D3}" type="presOf" srcId="{659B40BB-20E7-4126-AD9E-E69AED63F121}" destId="{DAF03462-289D-4D9E-A9DA-EADCADB4B960}" srcOrd="0" destOrd="0" presId="urn:microsoft.com/office/officeart/2018/5/layout/CenteredIconLabelDescriptionList"/>
    <dgm:cxn modelId="{846F2DAF-2D59-4EC6-92C1-84C2BBCC7099}" type="presOf" srcId="{81C5CC19-24B9-4A6F-B743-CE4E176742D0}" destId="{928D36EC-E5EA-4F05-9FF6-065E5D3E1638}" srcOrd="0" destOrd="0" presId="urn:microsoft.com/office/officeart/2018/5/layout/CenteredIconLabelDescriptionList"/>
    <dgm:cxn modelId="{8B4104B8-9856-42F7-9400-4905590767CF}" type="presOf" srcId="{460E9744-7ADA-4D84-8134-02C8041BE890}" destId="{AE5D20A8-A140-4C35-95E4-D63730318321}" srcOrd="0" destOrd="1" presId="urn:microsoft.com/office/officeart/2018/5/layout/CenteredIconLabelDescriptionList"/>
    <dgm:cxn modelId="{4DD37DB8-E0EF-4EED-BDB2-D444403958E2}" srcId="{659B40BB-20E7-4126-AD9E-E69AED63F121}" destId="{828DA43C-01BD-4DB3-9B21-248010F87AD6}" srcOrd="1" destOrd="0" parTransId="{0879273C-07B6-48D7-A5E2-9BDE7745F4DD}" sibTransId="{198A7011-E6E8-4185-AA2A-3FB438BF7EDE}"/>
    <dgm:cxn modelId="{8FF14CBB-B434-4F76-BA92-81EEAE7FE9E8}" type="presOf" srcId="{A17FD91E-97DE-4E27-A91B-CB08747BE39F}" destId="{3BB788D4-9921-47EB-947E-F607D23D296D}" srcOrd="0" destOrd="0" presId="urn:microsoft.com/office/officeart/2018/5/layout/CenteredIconLabelDescriptionList"/>
    <dgm:cxn modelId="{BCE77ABC-D47D-4457-97F4-7D22ACADA0B3}" type="presOf" srcId="{ABBC056E-B4B8-4F13-AF60-19EB9336DAAA}" destId="{70B9EBC4-3411-4206-A886-D7B50A4E4CB2}" srcOrd="0" destOrd="0" presId="urn:microsoft.com/office/officeart/2018/5/layout/CenteredIconLabelDescriptionList"/>
    <dgm:cxn modelId="{9E59AFC1-A832-44CB-9281-FAD3335F4411}" srcId="{659B40BB-20E7-4126-AD9E-E69AED63F121}" destId="{2A156C4D-1FF6-4F9D-BD5D-5AEF3BCC67E1}" srcOrd="0" destOrd="0" parTransId="{8754DC6A-2912-4DBD-9E67-31EB4E8057B3}" sibTransId="{A5E7EC8E-443C-414D-A8B1-1F2C28AE8785}"/>
    <dgm:cxn modelId="{A7BFCECC-C941-4B1D-A22A-723CD2B3A148}" type="presOf" srcId="{C2C36053-7166-4BB5-967E-A0C59BB4BAD1}" destId="{E4D36818-D3C5-4E65-BAE7-CE005F2D9330}" srcOrd="0" destOrd="0" presId="urn:microsoft.com/office/officeart/2018/5/layout/CenteredIconLabelDescriptionList"/>
    <dgm:cxn modelId="{D477DDE8-2D7F-45C1-A30C-B950F7BD9502}" type="presParOf" srcId="{E4D36818-D3C5-4E65-BAE7-CE005F2D9330}" destId="{AB9C9462-D7D1-4373-9023-0B9441287A1D}" srcOrd="0" destOrd="0" presId="urn:microsoft.com/office/officeart/2018/5/layout/CenteredIconLabelDescriptionList"/>
    <dgm:cxn modelId="{7675268C-70B4-4121-BA02-684FD58D6EF6}" type="presParOf" srcId="{AB9C9462-D7D1-4373-9023-0B9441287A1D}" destId="{88BFD014-E8CD-415F-A3E5-3E342D1A5548}" srcOrd="0" destOrd="0" presId="urn:microsoft.com/office/officeart/2018/5/layout/CenteredIconLabelDescriptionList"/>
    <dgm:cxn modelId="{C223A482-0BB4-4A31-8596-AD3386DCA5CC}" type="presParOf" srcId="{AB9C9462-D7D1-4373-9023-0B9441287A1D}" destId="{F4228608-0FA2-41A7-80A3-7AA7D0A33BE2}" srcOrd="1" destOrd="0" presId="urn:microsoft.com/office/officeart/2018/5/layout/CenteredIconLabelDescriptionList"/>
    <dgm:cxn modelId="{C252BE0D-1B7A-46F2-B635-A208A78A6F85}" type="presParOf" srcId="{AB9C9462-D7D1-4373-9023-0B9441287A1D}" destId="{3BB788D4-9921-47EB-947E-F607D23D296D}" srcOrd="2" destOrd="0" presId="urn:microsoft.com/office/officeart/2018/5/layout/CenteredIconLabelDescriptionList"/>
    <dgm:cxn modelId="{8408688E-8B1A-4848-9CB8-66DA431BEDE8}" type="presParOf" srcId="{AB9C9462-D7D1-4373-9023-0B9441287A1D}" destId="{23396AF8-26E8-4D2B-8B1C-6FCC50640E6C}" srcOrd="3" destOrd="0" presId="urn:microsoft.com/office/officeart/2018/5/layout/CenteredIconLabelDescriptionList"/>
    <dgm:cxn modelId="{E2DBE04B-610F-4027-81DA-2D53D2AC5784}" type="presParOf" srcId="{AB9C9462-D7D1-4373-9023-0B9441287A1D}" destId="{AE5D20A8-A140-4C35-95E4-D63730318321}" srcOrd="4" destOrd="0" presId="urn:microsoft.com/office/officeart/2018/5/layout/CenteredIconLabelDescriptionList"/>
    <dgm:cxn modelId="{D0A6965F-C1E1-49BE-AD7C-CBA37F1A6F44}" type="presParOf" srcId="{E4D36818-D3C5-4E65-BAE7-CE005F2D9330}" destId="{592DDA6C-FED9-423B-AED2-E74F228D010B}" srcOrd="1" destOrd="0" presId="urn:microsoft.com/office/officeart/2018/5/layout/CenteredIconLabelDescriptionList"/>
    <dgm:cxn modelId="{63738C7B-D607-47B6-AEC0-582B8778AC5A}" type="presParOf" srcId="{E4D36818-D3C5-4E65-BAE7-CE005F2D9330}" destId="{0E3A5E0B-C961-4185-BCC3-6022AEB965AC}" srcOrd="2" destOrd="0" presId="urn:microsoft.com/office/officeart/2018/5/layout/CenteredIconLabelDescriptionList"/>
    <dgm:cxn modelId="{7C7D9D02-35D5-4365-BA24-777653A11EFB}" type="presParOf" srcId="{0E3A5E0B-C961-4185-BCC3-6022AEB965AC}" destId="{B8ED683B-DD38-4D1D-8B2D-3D68329666C4}" srcOrd="0" destOrd="0" presId="urn:microsoft.com/office/officeart/2018/5/layout/CenteredIconLabelDescriptionList"/>
    <dgm:cxn modelId="{9D640F24-3808-4C28-ACDE-34497F24D55F}" type="presParOf" srcId="{0E3A5E0B-C961-4185-BCC3-6022AEB965AC}" destId="{21BA0874-9510-46AF-83B4-53383CCCE24B}" srcOrd="1" destOrd="0" presId="urn:microsoft.com/office/officeart/2018/5/layout/CenteredIconLabelDescriptionList"/>
    <dgm:cxn modelId="{BDF8093C-E848-456D-B104-DB05A9CA2C23}" type="presParOf" srcId="{0E3A5E0B-C961-4185-BCC3-6022AEB965AC}" destId="{70B9EBC4-3411-4206-A886-D7B50A4E4CB2}" srcOrd="2" destOrd="0" presId="urn:microsoft.com/office/officeart/2018/5/layout/CenteredIconLabelDescriptionList"/>
    <dgm:cxn modelId="{27BBD4AA-3F07-49B1-BAD3-936D014E71FD}" type="presParOf" srcId="{0E3A5E0B-C961-4185-BCC3-6022AEB965AC}" destId="{8A9F8150-ACF3-4648-9ED6-6A165CDF2023}" srcOrd="3" destOrd="0" presId="urn:microsoft.com/office/officeart/2018/5/layout/CenteredIconLabelDescriptionList"/>
    <dgm:cxn modelId="{2A2397BB-179E-4BBB-8C20-F1BEB88AF48A}" type="presParOf" srcId="{0E3A5E0B-C961-4185-BCC3-6022AEB965AC}" destId="{928D36EC-E5EA-4F05-9FF6-065E5D3E1638}" srcOrd="4" destOrd="0" presId="urn:microsoft.com/office/officeart/2018/5/layout/CenteredIconLabelDescriptionList"/>
    <dgm:cxn modelId="{47B7D524-CB59-4638-A9A7-0BB555EAB7AF}" type="presParOf" srcId="{E4D36818-D3C5-4E65-BAE7-CE005F2D9330}" destId="{A4C63350-5923-403F-A6E0-322A2CA6D9E1}" srcOrd="3" destOrd="0" presId="urn:microsoft.com/office/officeart/2018/5/layout/CenteredIconLabelDescriptionList"/>
    <dgm:cxn modelId="{B90A29E0-C043-4BB3-8463-EC9C2CB15194}" type="presParOf" srcId="{E4D36818-D3C5-4E65-BAE7-CE005F2D9330}" destId="{95445EDE-FF31-4D8B-8584-A314CE50F63C}" srcOrd="4" destOrd="0" presId="urn:microsoft.com/office/officeart/2018/5/layout/CenteredIconLabelDescriptionList"/>
    <dgm:cxn modelId="{EE82EA90-4993-490C-8062-7655F33C157A}" type="presParOf" srcId="{95445EDE-FF31-4D8B-8584-A314CE50F63C}" destId="{9927D863-5A36-46E6-88E1-6CB8FD180DC7}" srcOrd="0" destOrd="0" presId="urn:microsoft.com/office/officeart/2018/5/layout/CenteredIconLabelDescriptionList"/>
    <dgm:cxn modelId="{16CAAEBB-516C-4BF2-9F2B-E4FA18047316}" type="presParOf" srcId="{95445EDE-FF31-4D8B-8584-A314CE50F63C}" destId="{EA9DC80A-DFB1-4E04-B013-0C1B5ED8F729}" srcOrd="1" destOrd="0" presId="urn:microsoft.com/office/officeart/2018/5/layout/CenteredIconLabelDescriptionList"/>
    <dgm:cxn modelId="{1F49A687-3F0E-4C48-8358-42BAD373A40A}" type="presParOf" srcId="{95445EDE-FF31-4D8B-8584-A314CE50F63C}" destId="{DAF03462-289D-4D9E-A9DA-EADCADB4B960}" srcOrd="2" destOrd="0" presId="urn:microsoft.com/office/officeart/2018/5/layout/CenteredIconLabelDescriptionList"/>
    <dgm:cxn modelId="{FF1A2C86-C02B-4D3F-9D89-C94E1B1BC866}" type="presParOf" srcId="{95445EDE-FF31-4D8B-8584-A314CE50F63C}" destId="{16AEC200-C838-4A78-9E07-FF5DA7EF1A29}" srcOrd="3" destOrd="0" presId="urn:microsoft.com/office/officeart/2018/5/layout/CenteredIconLabelDescriptionList"/>
    <dgm:cxn modelId="{8B9B80F5-0F91-4CC7-8696-904BA69C049F}" type="presParOf" srcId="{95445EDE-FF31-4D8B-8584-A314CE50F63C}" destId="{D67EE0CB-E0E4-486A-95B9-A1C3A2A588A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25F5BB1B-2EFE-4AD3-8E8D-A9B4435526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EB7007A8-2556-4F45-9EBB-F9D93084A4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Mission: Minimize the Latency</a:t>
          </a:r>
          <a:endParaRPr lang="en-US" dirty="0"/>
        </a:p>
      </dgm:t>
    </dgm:pt>
    <dgm:pt modelId="{CC96336D-1F87-47C3-827C-BCC5AB2D95AB}" type="parTrans" cxnId="{A06F01E1-830F-4655-96E5-7C1C14E67C0A}">
      <dgm:prSet/>
      <dgm:spPr/>
      <dgm:t>
        <a:bodyPr/>
        <a:lstStyle/>
        <a:p>
          <a:endParaRPr lang="en-US"/>
        </a:p>
      </dgm:t>
    </dgm:pt>
    <dgm:pt modelId="{14D6B59E-71DB-43AA-967D-A185A6BA536F}" type="sibTrans" cxnId="{A06F01E1-830F-4655-96E5-7C1C14E67C0A}">
      <dgm:prSet/>
      <dgm:spPr/>
      <dgm:t>
        <a:bodyPr/>
        <a:lstStyle/>
        <a:p>
          <a:endParaRPr lang="en-US"/>
        </a:p>
      </dgm:t>
    </dgm:pt>
    <dgm:pt modelId="{3151D5AA-1422-43A3-97DA-8477EE384F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</a:t>
          </a:r>
          <a:r>
            <a:rPr lang="en-US" i="1" dirty="0"/>
            <a:t>Bitcoin Relay Network</a:t>
          </a:r>
          <a:endParaRPr lang="en-US" dirty="0"/>
        </a:p>
      </dgm:t>
    </dgm:pt>
    <dgm:pt modelId="{23B29236-8BB3-43EC-9278-058A0521AB2C}" type="parTrans" cxnId="{11434D44-5268-49BB-85C7-CC63B5A1229E}">
      <dgm:prSet/>
      <dgm:spPr/>
      <dgm:t>
        <a:bodyPr/>
        <a:lstStyle/>
        <a:p>
          <a:endParaRPr lang="en-US"/>
        </a:p>
      </dgm:t>
    </dgm:pt>
    <dgm:pt modelId="{AF01B52D-677D-4824-98DF-1D235D20F84B}" type="sibTrans" cxnId="{11434D44-5268-49BB-85C7-CC63B5A1229E}">
      <dgm:prSet/>
      <dgm:spPr/>
      <dgm:t>
        <a:bodyPr/>
        <a:lstStyle/>
        <a:p>
          <a:endParaRPr lang="en-US"/>
        </a:p>
      </dgm:t>
    </dgm:pt>
    <dgm:pt modelId="{38314354-5181-49C6-9070-25D43AA0C6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2015</a:t>
          </a:r>
          <a:endParaRPr lang="en-US" dirty="0"/>
        </a:p>
      </dgm:t>
    </dgm:pt>
    <dgm:pt modelId="{AD135936-E048-4A02-8E86-9CBDE26D47D6}" type="parTrans" cxnId="{A67F94E0-36C5-447F-9962-69B17EEDD928}">
      <dgm:prSet/>
      <dgm:spPr/>
      <dgm:t>
        <a:bodyPr/>
        <a:lstStyle/>
        <a:p>
          <a:endParaRPr lang="en-US"/>
        </a:p>
      </dgm:t>
    </dgm:pt>
    <dgm:pt modelId="{10716258-E1CD-43C2-8E6F-F53E1A08C898}" type="sibTrans" cxnId="{A67F94E0-36C5-447F-9962-69B17EEDD928}">
      <dgm:prSet/>
      <dgm:spPr/>
      <dgm:t>
        <a:bodyPr/>
        <a:lstStyle/>
        <a:p>
          <a:endParaRPr lang="en-US"/>
        </a:p>
      </dgm:t>
    </dgm:pt>
    <dgm:pt modelId="{05EB688B-AD28-4E17-AE92-664E78EECF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was created</a:t>
          </a:r>
        </a:p>
      </dgm:t>
    </dgm:pt>
    <dgm:pt modelId="{8114EB14-25A1-49A3-8725-C847CAE4904B}" type="parTrans" cxnId="{581B9000-F1DC-4A45-8034-A80E1169EE59}">
      <dgm:prSet/>
      <dgm:spPr/>
      <dgm:t>
        <a:bodyPr/>
        <a:lstStyle/>
        <a:p>
          <a:endParaRPr lang="en-US"/>
        </a:p>
      </dgm:t>
    </dgm:pt>
    <dgm:pt modelId="{C0B92A25-332B-4BFC-B18B-50F524FA0764}" type="sibTrans" cxnId="{581B9000-F1DC-4A45-8034-A80E1169EE59}">
      <dgm:prSet/>
      <dgm:spPr/>
      <dgm:t>
        <a:bodyPr/>
        <a:lstStyle/>
        <a:p>
          <a:endParaRPr lang="en-US"/>
        </a:p>
      </dgm:t>
    </dgm:pt>
    <dgm:pt modelId="{2FBC304E-5278-4B9B-AB4F-EBE5E8E8E85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the</a:t>
          </a:r>
          <a:r>
            <a:rPr lang="tr-TR" dirty="0"/>
            <a:t> </a:t>
          </a:r>
          <a:r>
            <a:rPr lang="en-US" dirty="0"/>
            <a:t>transmission of blocks between miners. </a:t>
          </a:r>
        </a:p>
      </dgm:t>
    </dgm:pt>
    <dgm:pt modelId="{81A4072D-01D0-45C0-B085-CC17961F79B5}" type="parTrans" cxnId="{F59A55AF-392A-47CE-A680-8469750773D6}">
      <dgm:prSet/>
      <dgm:spPr/>
      <dgm:t>
        <a:bodyPr/>
        <a:lstStyle/>
        <a:p>
          <a:endParaRPr lang="tr-TR"/>
        </a:p>
      </dgm:t>
    </dgm:pt>
    <dgm:pt modelId="{0982169E-EF63-4D37-9588-F85CFBF93A5E}" type="sibTrans" cxnId="{F59A55AF-392A-47CE-A680-8469750773D6}">
      <dgm:prSet/>
      <dgm:spPr/>
      <dgm:t>
        <a:bodyPr/>
        <a:lstStyle/>
        <a:p>
          <a:endParaRPr lang="tr-TR"/>
        </a:p>
      </dgm:t>
    </dgm:pt>
    <dgm:pt modelId="{15A75615-9BD6-4D25-8C78-9E59027AD5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attempts to minimize the latency</a:t>
          </a:r>
        </a:p>
      </dgm:t>
    </dgm:pt>
    <dgm:pt modelId="{80E8FB68-B4F8-45A7-AC69-595DA7F09EA5}" type="parTrans" cxnId="{09F2DBD2-C791-45CC-9066-277D9BCD246A}">
      <dgm:prSet/>
      <dgm:spPr/>
      <dgm:t>
        <a:bodyPr/>
        <a:lstStyle/>
        <a:p>
          <a:endParaRPr lang="tr-TR"/>
        </a:p>
      </dgm:t>
    </dgm:pt>
    <dgm:pt modelId="{B4E76DD1-F144-4553-9DD1-405371759B7F}" type="sibTrans" cxnId="{09F2DBD2-C791-45CC-9066-277D9BCD246A}">
      <dgm:prSet/>
      <dgm:spPr/>
      <dgm:t>
        <a:bodyPr/>
        <a:lstStyle/>
        <a:p>
          <a:endParaRPr lang="tr-TR"/>
        </a:p>
      </dgm:t>
    </dgm:pt>
    <dgm:pt modelId="{52070F7B-EDFA-4F84-8C95-F3CBEF2F03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Matt </a:t>
          </a:r>
          <a:r>
            <a:rPr lang="en-US" dirty="0" err="1"/>
            <a:t>Corallo</a:t>
          </a:r>
          <a:r>
            <a:rPr lang="tr-TR" dirty="0"/>
            <a:t> 2015</a:t>
          </a:r>
          <a:endParaRPr lang="en-US" dirty="0"/>
        </a:p>
      </dgm:t>
    </dgm:pt>
    <dgm:pt modelId="{C0A7A353-2BAF-452F-9B6D-DC64F81D1B58}" type="parTrans" cxnId="{9ACD0747-50C6-4686-9BC8-F1AE7569C16C}">
      <dgm:prSet/>
      <dgm:spPr/>
      <dgm:t>
        <a:bodyPr/>
        <a:lstStyle/>
        <a:p>
          <a:endParaRPr lang="tr-TR"/>
        </a:p>
      </dgm:t>
    </dgm:pt>
    <dgm:pt modelId="{82ED0955-DBD9-471C-88BC-7BDA0BD5FCA1}" type="sibTrans" cxnId="{9ACD0747-50C6-4686-9BC8-F1AE7569C16C}">
      <dgm:prSet/>
      <dgm:spPr/>
      <dgm:t>
        <a:bodyPr/>
        <a:lstStyle/>
        <a:p>
          <a:endParaRPr lang="tr-TR"/>
        </a:p>
      </dgm:t>
    </dgm:pt>
    <dgm:pt modelId="{C07825CD-36E7-4E82-8DC8-4051B2BA236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 2015</a:t>
          </a:r>
          <a:endParaRPr lang="en-US" dirty="0"/>
        </a:p>
      </dgm:t>
    </dgm:pt>
    <dgm:pt modelId="{B5D59B86-13E0-4CDE-9606-AFEBCD19B92E}" type="parTrans" cxnId="{142EDE41-553F-48BB-B57D-42A8349EB85E}">
      <dgm:prSet/>
      <dgm:spPr/>
      <dgm:t>
        <a:bodyPr/>
        <a:lstStyle/>
        <a:p>
          <a:endParaRPr lang="tr-TR"/>
        </a:p>
      </dgm:t>
    </dgm:pt>
    <dgm:pt modelId="{B4171AD9-D611-45FC-BE80-43DB4E533CD5}" type="sibTrans" cxnId="{142EDE41-553F-48BB-B57D-42A8349EB85E}">
      <dgm:prSet/>
      <dgm:spPr/>
      <dgm:t>
        <a:bodyPr/>
        <a:lstStyle/>
        <a:p>
          <a:endParaRPr lang="tr-TR"/>
        </a:p>
      </dgm:t>
    </dgm:pt>
    <dgm:pt modelId="{BB6A32F9-95D3-417D-A90D-E108981AC9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core developer</a:t>
          </a:r>
        </a:p>
      </dgm:t>
    </dgm:pt>
    <dgm:pt modelId="{18BA4F09-AF7A-4235-8DFA-67A4372E8095}" type="parTrans" cxnId="{0AD32E79-88F0-415A-966F-C3C6B9E278AA}">
      <dgm:prSet/>
      <dgm:spPr/>
      <dgm:t>
        <a:bodyPr/>
        <a:lstStyle/>
        <a:p>
          <a:endParaRPr lang="tr-TR"/>
        </a:p>
      </dgm:t>
    </dgm:pt>
    <dgm:pt modelId="{7B394B96-0A23-4627-8892-7F6AC5236359}" type="sibTrans" cxnId="{0AD32E79-88F0-415A-966F-C3C6B9E278AA}">
      <dgm:prSet/>
      <dgm:spPr/>
      <dgm:t>
        <a:bodyPr/>
        <a:lstStyle/>
        <a:p>
          <a:endParaRPr lang="tr-TR"/>
        </a:p>
      </dgm:t>
    </dgm:pt>
    <dgm:pt modelId="{1F00E261-C4C4-4947-9297-DD154052CAD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developer of original Bitcoin Relay Network</a:t>
          </a:r>
          <a:endParaRPr lang="en-US" dirty="0"/>
        </a:p>
      </dgm:t>
    </dgm:pt>
    <dgm:pt modelId="{A895A939-72D0-47BB-95CF-E56D4C01F979}" type="parTrans" cxnId="{4E34A955-FA4E-40E2-82CA-EFD3F16C9613}">
      <dgm:prSet/>
      <dgm:spPr/>
      <dgm:t>
        <a:bodyPr/>
        <a:lstStyle/>
        <a:p>
          <a:endParaRPr lang="tr-TR"/>
        </a:p>
      </dgm:t>
    </dgm:pt>
    <dgm:pt modelId="{F76186EF-B134-4F4B-A0C7-D967445793F7}" type="sibTrans" cxnId="{4E34A955-FA4E-40E2-82CA-EFD3F16C9613}">
      <dgm:prSet/>
      <dgm:spPr/>
      <dgm:t>
        <a:bodyPr/>
        <a:lstStyle/>
        <a:p>
          <a:endParaRPr lang="tr-TR"/>
        </a:p>
      </dgm:t>
    </dgm:pt>
    <dgm:pt modelId="{09E08289-6810-47AF-B399-29922F8909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original Bitcoin Relay Network </a:t>
          </a:r>
        </a:p>
      </dgm:t>
    </dgm:pt>
    <dgm:pt modelId="{0F9DC2EF-3A0D-442C-8F5F-A831BF071D7A}" type="parTrans" cxnId="{4CB83D67-5F46-4131-9396-4C32398DD8F3}">
      <dgm:prSet/>
      <dgm:spPr/>
      <dgm:t>
        <a:bodyPr/>
        <a:lstStyle/>
        <a:p>
          <a:endParaRPr lang="tr-TR"/>
        </a:p>
      </dgm:t>
    </dgm:pt>
    <dgm:pt modelId="{C4348B8C-F278-4EE1-8B19-0488D46A27CF}" type="sibTrans" cxnId="{4CB83D67-5F46-4131-9396-4C32398DD8F3}">
      <dgm:prSet/>
      <dgm:spPr/>
      <dgm:t>
        <a:bodyPr/>
        <a:lstStyle/>
        <a:p>
          <a:endParaRPr lang="tr-TR"/>
        </a:p>
      </dgm:t>
    </dgm:pt>
    <dgm:pt modelId="{D1F67AA6-F4F5-412F-8478-883AAA54CFAE}" type="pres">
      <dgm:prSet presAssocID="{25F5BB1B-2EFE-4AD3-8E8D-A9B4435526BF}" presName="root" presStyleCnt="0">
        <dgm:presLayoutVars>
          <dgm:dir/>
          <dgm:resizeHandles val="exact"/>
        </dgm:presLayoutVars>
      </dgm:prSet>
      <dgm:spPr/>
    </dgm:pt>
    <dgm:pt modelId="{CB410DC3-C996-4CE3-A292-926B40A9C1DA}" type="pres">
      <dgm:prSet presAssocID="{EB7007A8-2556-4F45-9EBB-F9D93084A4C1}" presName="compNode" presStyleCnt="0"/>
      <dgm:spPr/>
    </dgm:pt>
    <dgm:pt modelId="{E8706013-F0EE-44C2-8F35-BDD67E787717}" type="pres">
      <dgm:prSet presAssocID="{EB7007A8-2556-4F45-9EBB-F9D93084A4C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4E2C9D84-186C-4489-87F1-5CB8D5A61F5F}" type="pres">
      <dgm:prSet presAssocID="{EB7007A8-2556-4F45-9EBB-F9D93084A4C1}" presName="iconSpace" presStyleCnt="0"/>
      <dgm:spPr/>
    </dgm:pt>
    <dgm:pt modelId="{8D6B085C-DA47-4B17-839D-8EB2C37593BB}" type="pres">
      <dgm:prSet presAssocID="{EB7007A8-2556-4F45-9EBB-F9D93084A4C1}" presName="parTx" presStyleLbl="revTx" presStyleIdx="0" presStyleCnt="6">
        <dgm:presLayoutVars>
          <dgm:chMax val="0"/>
          <dgm:chPref val="0"/>
        </dgm:presLayoutVars>
      </dgm:prSet>
      <dgm:spPr/>
    </dgm:pt>
    <dgm:pt modelId="{5ACCED6E-2908-4118-A5E3-688E95FDE4D6}" type="pres">
      <dgm:prSet presAssocID="{EB7007A8-2556-4F45-9EBB-F9D93084A4C1}" presName="txSpace" presStyleCnt="0"/>
      <dgm:spPr/>
    </dgm:pt>
    <dgm:pt modelId="{B39CB48B-0064-42D5-9E0E-7F39318F09C3}" type="pres">
      <dgm:prSet presAssocID="{EB7007A8-2556-4F45-9EBB-F9D93084A4C1}" presName="desTx" presStyleLbl="revTx" presStyleIdx="1" presStyleCnt="6">
        <dgm:presLayoutVars/>
      </dgm:prSet>
      <dgm:spPr/>
    </dgm:pt>
    <dgm:pt modelId="{A1592939-3EAF-41E1-A10D-3CA7C0058032}" type="pres">
      <dgm:prSet presAssocID="{14D6B59E-71DB-43AA-967D-A185A6BA536F}" presName="sibTrans" presStyleCnt="0"/>
      <dgm:spPr/>
    </dgm:pt>
    <dgm:pt modelId="{0C2402D9-4AC7-45B0-971A-0D58E32BB400}" type="pres">
      <dgm:prSet presAssocID="{38314354-5181-49C6-9070-25D43AA0C6FD}" presName="compNode" presStyleCnt="0"/>
      <dgm:spPr/>
    </dgm:pt>
    <dgm:pt modelId="{0064795A-9DFF-415E-938E-237695BC4BA0}" type="pres">
      <dgm:prSet presAssocID="{38314354-5181-49C6-9070-25D43AA0C6FD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6000" r="-26000"/>
          </a:stretch>
        </a:blipFill>
      </dgm:spPr>
    </dgm:pt>
    <dgm:pt modelId="{A4F01BC2-00D2-43F8-9C78-8426BC5D179C}" type="pres">
      <dgm:prSet presAssocID="{38314354-5181-49C6-9070-25D43AA0C6FD}" presName="iconSpace" presStyleCnt="0"/>
      <dgm:spPr/>
    </dgm:pt>
    <dgm:pt modelId="{5A719490-18C8-49B8-9BEC-7E7602E91886}" type="pres">
      <dgm:prSet presAssocID="{38314354-5181-49C6-9070-25D43AA0C6FD}" presName="parTx" presStyleLbl="revTx" presStyleIdx="2" presStyleCnt="6">
        <dgm:presLayoutVars>
          <dgm:chMax val="0"/>
          <dgm:chPref val="0"/>
        </dgm:presLayoutVars>
      </dgm:prSet>
      <dgm:spPr/>
    </dgm:pt>
    <dgm:pt modelId="{FE6A7E82-1378-4C71-9906-DC7BA7C12E3C}" type="pres">
      <dgm:prSet presAssocID="{38314354-5181-49C6-9070-25D43AA0C6FD}" presName="txSpace" presStyleCnt="0"/>
      <dgm:spPr/>
    </dgm:pt>
    <dgm:pt modelId="{3EFF4CA6-73B7-404B-AF86-9D6DB41F84EF}" type="pres">
      <dgm:prSet presAssocID="{38314354-5181-49C6-9070-25D43AA0C6FD}" presName="desTx" presStyleLbl="revTx" presStyleIdx="3" presStyleCnt="6">
        <dgm:presLayoutVars/>
      </dgm:prSet>
      <dgm:spPr/>
    </dgm:pt>
    <dgm:pt modelId="{10A76F2F-A5F8-4AAC-96F5-42AB6FA2A749}" type="pres">
      <dgm:prSet presAssocID="{10716258-E1CD-43C2-8E6F-F53E1A08C898}" presName="sibTrans" presStyleCnt="0"/>
      <dgm:spPr/>
    </dgm:pt>
    <dgm:pt modelId="{15C79EAD-F2C8-44C0-821C-B3A8DCBE796B}" type="pres">
      <dgm:prSet presAssocID="{52070F7B-EDFA-4F84-8C95-F3CBEF2F037C}" presName="compNode" presStyleCnt="0"/>
      <dgm:spPr/>
    </dgm:pt>
    <dgm:pt modelId="{86F7CB5A-B5DC-4461-9F3A-1579AF28A412}" type="pres">
      <dgm:prSet presAssocID="{52070F7B-EDFA-4F84-8C95-F3CBEF2F037C}" presName="iconRect" presStyleLbl="node1" presStyleIdx="2" presStyleCnt="3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70559B46-42F1-441D-AD90-AD911FD517F2}" type="pres">
      <dgm:prSet presAssocID="{52070F7B-EDFA-4F84-8C95-F3CBEF2F037C}" presName="iconSpace" presStyleCnt="0"/>
      <dgm:spPr/>
    </dgm:pt>
    <dgm:pt modelId="{C2D3309A-CF0B-4F33-BAE6-0B2F8C9651E5}" type="pres">
      <dgm:prSet presAssocID="{52070F7B-EDFA-4F84-8C95-F3CBEF2F037C}" presName="parTx" presStyleLbl="revTx" presStyleIdx="4" presStyleCnt="6">
        <dgm:presLayoutVars>
          <dgm:chMax val="0"/>
          <dgm:chPref val="0"/>
        </dgm:presLayoutVars>
      </dgm:prSet>
      <dgm:spPr/>
    </dgm:pt>
    <dgm:pt modelId="{9EA4806E-B50F-4143-848F-5C4F6DFE2B53}" type="pres">
      <dgm:prSet presAssocID="{52070F7B-EDFA-4F84-8C95-F3CBEF2F037C}" presName="txSpace" presStyleCnt="0"/>
      <dgm:spPr/>
    </dgm:pt>
    <dgm:pt modelId="{EDAAE89A-08E4-46E6-8EA2-4F2FB6EEC79D}" type="pres">
      <dgm:prSet presAssocID="{52070F7B-EDFA-4F84-8C95-F3CBEF2F037C}" presName="desTx" presStyleLbl="revTx" presStyleIdx="5" presStyleCnt="6">
        <dgm:presLayoutVars/>
      </dgm:prSet>
      <dgm:spPr/>
    </dgm:pt>
  </dgm:ptLst>
  <dgm:cxnLst>
    <dgm:cxn modelId="{581B9000-F1DC-4A45-8034-A80E1169EE59}" srcId="{38314354-5181-49C6-9070-25D43AA0C6FD}" destId="{05EB688B-AD28-4E17-AE92-664E78EECF0C}" srcOrd="1" destOrd="0" parTransId="{8114EB14-25A1-49A3-8725-C847CAE4904B}" sibTransId="{C0B92A25-332B-4BFC-B18B-50F524FA0764}"/>
    <dgm:cxn modelId="{C4C4CA0D-D66B-4EC4-9C8F-29194F3CAEE3}" type="presOf" srcId="{52070F7B-EDFA-4F84-8C95-F3CBEF2F037C}" destId="{C2D3309A-CF0B-4F33-BAE6-0B2F8C9651E5}" srcOrd="0" destOrd="0" presId="urn:microsoft.com/office/officeart/2018/5/layout/CenteredIconLabelDescriptionList"/>
    <dgm:cxn modelId="{86F4EA3D-A063-48EF-9B7A-3DB4EB997AD0}" type="presOf" srcId="{38314354-5181-49C6-9070-25D43AA0C6FD}" destId="{5A719490-18C8-49B8-9BEC-7E7602E91886}" srcOrd="0" destOrd="0" presId="urn:microsoft.com/office/officeart/2018/5/layout/CenteredIconLabelDescriptionList"/>
    <dgm:cxn modelId="{514F685D-1095-4F59-A34A-78A02358C263}" type="presOf" srcId="{15A75615-9BD6-4D25-8C78-9E59027AD530}" destId="{B39CB48B-0064-42D5-9E0E-7F39318F09C3}" srcOrd="0" destOrd="1" presId="urn:microsoft.com/office/officeart/2018/5/layout/CenteredIconLabelDescriptionList"/>
    <dgm:cxn modelId="{B8F8AF5D-3A2B-4EB6-83BF-0FB72374427C}" type="presOf" srcId="{C07825CD-36E7-4E82-8DC8-4051B2BA2363}" destId="{3EFF4CA6-73B7-404B-AF86-9D6DB41F84EF}" srcOrd="0" destOrd="2" presId="urn:microsoft.com/office/officeart/2018/5/layout/CenteredIconLabelDescriptionList"/>
    <dgm:cxn modelId="{142EDE41-553F-48BB-B57D-42A8349EB85E}" srcId="{38314354-5181-49C6-9070-25D43AA0C6FD}" destId="{C07825CD-36E7-4E82-8DC8-4051B2BA2363}" srcOrd="2" destOrd="0" parTransId="{B5D59B86-13E0-4CDE-9606-AFEBCD19B92E}" sibTransId="{B4171AD9-D611-45FC-BE80-43DB4E533CD5}"/>
    <dgm:cxn modelId="{11434D44-5268-49BB-85C7-CC63B5A1229E}" srcId="{EB7007A8-2556-4F45-9EBB-F9D93084A4C1}" destId="{3151D5AA-1422-43A3-97DA-8477EE384F40}" srcOrd="0" destOrd="0" parTransId="{23B29236-8BB3-43EC-9278-058A0521AB2C}" sibTransId="{AF01B52D-677D-4824-98DF-1D235D20F84B}"/>
    <dgm:cxn modelId="{B805B044-CA65-4A20-A795-491C9C4190B1}" type="presOf" srcId="{2FBC304E-5278-4B9B-AB4F-EBE5E8E8E85C}" destId="{B39CB48B-0064-42D5-9E0E-7F39318F09C3}" srcOrd="0" destOrd="2" presId="urn:microsoft.com/office/officeart/2018/5/layout/CenteredIconLabelDescriptionList"/>
    <dgm:cxn modelId="{9ACD0747-50C6-4686-9BC8-F1AE7569C16C}" srcId="{25F5BB1B-2EFE-4AD3-8E8D-A9B4435526BF}" destId="{52070F7B-EDFA-4F84-8C95-F3CBEF2F037C}" srcOrd="2" destOrd="0" parTransId="{C0A7A353-2BAF-452F-9B6D-DC64F81D1B58}" sibTransId="{82ED0955-DBD9-471C-88BC-7BDA0BD5FCA1}"/>
    <dgm:cxn modelId="{4CB83D67-5F46-4131-9396-4C32398DD8F3}" srcId="{38314354-5181-49C6-9070-25D43AA0C6FD}" destId="{09E08289-6810-47AF-B399-29922F890970}" srcOrd="0" destOrd="0" parTransId="{0F9DC2EF-3A0D-442C-8F5F-A831BF071D7A}" sibTransId="{C4348B8C-F278-4EE1-8B19-0488D46A27CF}"/>
    <dgm:cxn modelId="{DD0C594C-CA91-4F17-A82F-07989CCD82B5}" type="presOf" srcId="{BB6A32F9-95D3-417D-A90D-E108981AC980}" destId="{EDAAE89A-08E4-46E6-8EA2-4F2FB6EEC79D}" srcOrd="0" destOrd="0" presId="urn:microsoft.com/office/officeart/2018/5/layout/CenteredIconLabelDescriptionList"/>
    <dgm:cxn modelId="{4E34A955-FA4E-40E2-82CA-EFD3F16C9613}" srcId="{52070F7B-EDFA-4F84-8C95-F3CBEF2F037C}" destId="{1F00E261-C4C4-4947-9297-DD154052CADA}" srcOrd="1" destOrd="0" parTransId="{A895A939-72D0-47BB-95CF-E56D4C01F979}" sibTransId="{F76186EF-B134-4F4B-A0C7-D967445793F7}"/>
    <dgm:cxn modelId="{0AD32E79-88F0-415A-966F-C3C6B9E278AA}" srcId="{52070F7B-EDFA-4F84-8C95-F3CBEF2F037C}" destId="{BB6A32F9-95D3-417D-A90D-E108981AC980}" srcOrd="0" destOrd="0" parTransId="{18BA4F09-AF7A-4235-8DFA-67A4372E8095}" sibTransId="{7B394B96-0A23-4627-8892-7F6AC5236359}"/>
    <dgm:cxn modelId="{1B39D77A-B41C-4CA3-89FC-0543B03E4D89}" type="presOf" srcId="{1F00E261-C4C4-4947-9297-DD154052CADA}" destId="{EDAAE89A-08E4-46E6-8EA2-4F2FB6EEC79D}" srcOrd="0" destOrd="1" presId="urn:microsoft.com/office/officeart/2018/5/layout/CenteredIconLabelDescriptionList"/>
    <dgm:cxn modelId="{FB0C767F-B923-49FA-AB54-4286A6754898}" type="presOf" srcId="{25F5BB1B-2EFE-4AD3-8E8D-A9B4435526BF}" destId="{D1F67AA6-F4F5-412F-8478-883AAA54CFAE}" srcOrd="0" destOrd="0" presId="urn:microsoft.com/office/officeart/2018/5/layout/CenteredIconLabelDescriptionList"/>
    <dgm:cxn modelId="{F4327C95-21A9-4179-B080-4061E9F1F158}" type="presOf" srcId="{EB7007A8-2556-4F45-9EBB-F9D93084A4C1}" destId="{8D6B085C-DA47-4B17-839D-8EB2C37593BB}" srcOrd="0" destOrd="0" presId="urn:microsoft.com/office/officeart/2018/5/layout/CenteredIconLabelDescriptionList"/>
    <dgm:cxn modelId="{EDDE0BA8-470B-4BBB-9210-96FFB58C160F}" type="presOf" srcId="{05EB688B-AD28-4E17-AE92-664E78EECF0C}" destId="{3EFF4CA6-73B7-404B-AF86-9D6DB41F84EF}" srcOrd="0" destOrd="1" presId="urn:microsoft.com/office/officeart/2018/5/layout/CenteredIconLabelDescriptionList"/>
    <dgm:cxn modelId="{F59A55AF-392A-47CE-A680-8469750773D6}" srcId="{EB7007A8-2556-4F45-9EBB-F9D93084A4C1}" destId="{2FBC304E-5278-4B9B-AB4F-EBE5E8E8E85C}" srcOrd="2" destOrd="0" parTransId="{81A4072D-01D0-45C0-B085-CC17961F79B5}" sibTransId="{0982169E-EF63-4D37-9588-F85CFBF93A5E}"/>
    <dgm:cxn modelId="{09F2DBD2-C791-45CC-9066-277D9BCD246A}" srcId="{EB7007A8-2556-4F45-9EBB-F9D93084A4C1}" destId="{15A75615-9BD6-4D25-8C78-9E59027AD530}" srcOrd="1" destOrd="0" parTransId="{80E8FB68-B4F8-45A7-AC69-595DA7F09EA5}" sibTransId="{B4E76DD1-F144-4553-9DD1-405371759B7F}"/>
    <dgm:cxn modelId="{A67F94E0-36C5-447F-9962-69B17EEDD928}" srcId="{25F5BB1B-2EFE-4AD3-8E8D-A9B4435526BF}" destId="{38314354-5181-49C6-9070-25D43AA0C6FD}" srcOrd="1" destOrd="0" parTransId="{AD135936-E048-4A02-8E86-9CBDE26D47D6}" sibTransId="{10716258-E1CD-43C2-8E6F-F53E1A08C898}"/>
    <dgm:cxn modelId="{A06F01E1-830F-4655-96E5-7C1C14E67C0A}" srcId="{25F5BB1B-2EFE-4AD3-8E8D-A9B4435526BF}" destId="{EB7007A8-2556-4F45-9EBB-F9D93084A4C1}" srcOrd="0" destOrd="0" parTransId="{CC96336D-1F87-47C3-827C-BCC5AB2D95AB}" sibTransId="{14D6B59E-71DB-43AA-967D-A185A6BA536F}"/>
    <dgm:cxn modelId="{052505EE-E53B-42C7-899B-2AC596444507}" type="presOf" srcId="{3151D5AA-1422-43A3-97DA-8477EE384F40}" destId="{B39CB48B-0064-42D5-9E0E-7F39318F09C3}" srcOrd="0" destOrd="0" presId="urn:microsoft.com/office/officeart/2018/5/layout/CenteredIconLabelDescriptionList"/>
    <dgm:cxn modelId="{9F693DEF-7FBB-4D21-A2BD-939E122EC03A}" type="presOf" srcId="{09E08289-6810-47AF-B399-29922F890970}" destId="{3EFF4CA6-73B7-404B-AF86-9D6DB41F84EF}" srcOrd="0" destOrd="0" presId="urn:microsoft.com/office/officeart/2018/5/layout/CenteredIconLabelDescriptionList"/>
    <dgm:cxn modelId="{1F49BA20-555C-4C8A-8822-AB8B275AAC71}" type="presParOf" srcId="{D1F67AA6-F4F5-412F-8478-883AAA54CFAE}" destId="{CB410DC3-C996-4CE3-A292-926B40A9C1DA}" srcOrd="0" destOrd="0" presId="urn:microsoft.com/office/officeart/2018/5/layout/CenteredIconLabelDescriptionList"/>
    <dgm:cxn modelId="{A9B42D1C-A246-4BD5-9BFD-94492877A874}" type="presParOf" srcId="{CB410DC3-C996-4CE3-A292-926B40A9C1DA}" destId="{E8706013-F0EE-44C2-8F35-BDD67E787717}" srcOrd="0" destOrd="0" presId="urn:microsoft.com/office/officeart/2018/5/layout/CenteredIconLabelDescriptionList"/>
    <dgm:cxn modelId="{D0D052FE-3463-41EE-A533-0FF5F9286935}" type="presParOf" srcId="{CB410DC3-C996-4CE3-A292-926B40A9C1DA}" destId="{4E2C9D84-186C-4489-87F1-5CB8D5A61F5F}" srcOrd="1" destOrd="0" presId="urn:microsoft.com/office/officeart/2018/5/layout/CenteredIconLabelDescriptionList"/>
    <dgm:cxn modelId="{5C4D3F64-BBF8-43BF-8DAD-299FAB53F98C}" type="presParOf" srcId="{CB410DC3-C996-4CE3-A292-926B40A9C1DA}" destId="{8D6B085C-DA47-4B17-839D-8EB2C37593BB}" srcOrd="2" destOrd="0" presId="urn:microsoft.com/office/officeart/2018/5/layout/CenteredIconLabelDescriptionList"/>
    <dgm:cxn modelId="{BAC83E4F-5660-4BA3-A251-6A6048057A75}" type="presParOf" srcId="{CB410DC3-C996-4CE3-A292-926B40A9C1DA}" destId="{5ACCED6E-2908-4118-A5E3-688E95FDE4D6}" srcOrd="3" destOrd="0" presId="urn:microsoft.com/office/officeart/2018/5/layout/CenteredIconLabelDescriptionList"/>
    <dgm:cxn modelId="{5753D73F-77AA-44A4-800E-F24F48997ECE}" type="presParOf" srcId="{CB410DC3-C996-4CE3-A292-926B40A9C1DA}" destId="{B39CB48B-0064-42D5-9E0E-7F39318F09C3}" srcOrd="4" destOrd="0" presId="urn:microsoft.com/office/officeart/2018/5/layout/CenteredIconLabelDescriptionList"/>
    <dgm:cxn modelId="{2F258625-6E3A-4D23-A77A-4CC6695CE8E8}" type="presParOf" srcId="{D1F67AA6-F4F5-412F-8478-883AAA54CFAE}" destId="{A1592939-3EAF-41E1-A10D-3CA7C0058032}" srcOrd="1" destOrd="0" presId="urn:microsoft.com/office/officeart/2018/5/layout/CenteredIconLabelDescriptionList"/>
    <dgm:cxn modelId="{0721E135-BF35-4077-A9B4-381676586CD8}" type="presParOf" srcId="{D1F67AA6-F4F5-412F-8478-883AAA54CFAE}" destId="{0C2402D9-4AC7-45B0-971A-0D58E32BB400}" srcOrd="2" destOrd="0" presId="urn:microsoft.com/office/officeart/2018/5/layout/CenteredIconLabelDescriptionList"/>
    <dgm:cxn modelId="{AFF3B7A3-9EC4-46D0-8A8B-287039C2704D}" type="presParOf" srcId="{0C2402D9-4AC7-45B0-971A-0D58E32BB400}" destId="{0064795A-9DFF-415E-938E-237695BC4BA0}" srcOrd="0" destOrd="0" presId="urn:microsoft.com/office/officeart/2018/5/layout/CenteredIconLabelDescriptionList"/>
    <dgm:cxn modelId="{BCB90872-8361-49E2-A396-F12BB677AC44}" type="presParOf" srcId="{0C2402D9-4AC7-45B0-971A-0D58E32BB400}" destId="{A4F01BC2-00D2-43F8-9C78-8426BC5D179C}" srcOrd="1" destOrd="0" presId="urn:microsoft.com/office/officeart/2018/5/layout/CenteredIconLabelDescriptionList"/>
    <dgm:cxn modelId="{356CC72A-4778-4C7B-8D70-A15E1963890E}" type="presParOf" srcId="{0C2402D9-4AC7-45B0-971A-0D58E32BB400}" destId="{5A719490-18C8-49B8-9BEC-7E7602E91886}" srcOrd="2" destOrd="0" presId="urn:microsoft.com/office/officeart/2018/5/layout/CenteredIconLabelDescriptionList"/>
    <dgm:cxn modelId="{68B3D853-07E8-4501-AB3D-F508201A184C}" type="presParOf" srcId="{0C2402D9-4AC7-45B0-971A-0D58E32BB400}" destId="{FE6A7E82-1378-4C71-9906-DC7BA7C12E3C}" srcOrd="3" destOrd="0" presId="urn:microsoft.com/office/officeart/2018/5/layout/CenteredIconLabelDescriptionList"/>
    <dgm:cxn modelId="{E4D50078-0F53-48EF-9E8F-BCC2B78DA36C}" type="presParOf" srcId="{0C2402D9-4AC7-45B0-971A-0D58E32BB400}" destId="{3EFF4CA6-73B7-404B-AF86-9D6DB41F84EF}" srcOrd="4" destOrd="0" presId="urn:microsoft.com/office/officeart/2018/5/layout/CenteredIconLabelDescriptionList"/>
    <dgm:cxn modelId="{F2CD7B88-9233-4C08-A004-7AC29D635DBA}" type="presParOf" srcId="{D1F67AA6-F4F5-412F-8478-883AAA54CFAE}" destId="{10A76F2F-A5F8-4AAC-96F5-42AB6FA2A749}" srcOrd="3" destOrd="0" presId="urn:microsoft.com/office/officeart/2018/5/layout/CenteredIconLabelDescriptionList"/>
    <dgm:cxn modelId="{39F7879F-F78F-4106-95F2-EDACAD5F18CA}" type="presParOf" srcId="{D1F67AA6-F4F5-412F-8478-883AAA54CFAE}" destId="{15C79EAD-F2C8-44C0-821C-B3A8DCBE796B}" srcOrd="4" destOrd="0" presId="urn:microsoft.com/office/officeart/2018/5/layout/CenteredIconLabelDescriptionList"/>
    <dgm:cxn modelId="{C1B658B7-CF08-45BC-A83F-53156027D301}" type="presParOf" srcId="{15C79EAD-F2C8-44C0-821C-B3A8DCBE796B}" destId="{86F7CB5A-B5DC-4461-9F3A-1579AF28A412}" srcOrd="0" destOrd="0" presId="urn:microsoft.com/office/officeart/2018/5/layout/CenteredIconLabelDescriptionList"/>
    <dgm:cxn modelId="{69AE27CA-F613-4785-AB82-B85BDCF21A94}" type="presParOf" srcId="{15C79EAD-F2C8-44C0-821C-B3A8DCBE796B}" destId="{70559B46-42F1-441D-AD90-AD911FD517F2}" srcOrd="1" destOrd="0" presId="urn:microsoft.com/office/officeart/2018/5/layout/CenteredIconLabelDescriptionList"/>
    <dgm:cxn modelId="{D4B811E2-CA09-4FB5-957D-9077301BB2DD}" type="presParOf" srcId="{15C79EAD-F2C8-44C0-821C-B3A8DCBE796B}" destId="{C2D3309A-CF0B-4F33-BAE6-0B2F8C9651E5}" srcOrd="2" destOrd="0" presId="urn:microsoft.com/office/officeart/2018/5/layout/CenteredIconLabelDescriptionList"/>
    <dgm:cxn modelId="{D18E1597-F86D-4135-8952-C9DDEA6E0AE4}" type="presParOf" srcId="{15C79EAD-F2C8-44C0-821C-B3A8DCBE796B}" destId="{9EA4806E-B50F-4143-848F-5C4F6DFE2B53}" srcOrd="3" destOrd="0" presId="urn:microsoft.com/office/officeart/2018/5/layout/CenteredIconLabelDescriptionList"/>
    <dgm:cxn modelId="{94D3913A-574D-4C4F-8718-F70668602492}" type="presParOf" srcId="{15C79EAD-F2C8-44C0-821C-B3A8DCBE796B}" destId="{EDAAE89A-08E4-46E6-8EA2-4F2FB6EEC79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25F5BB1B-2EFE-4AD3-8E8D-A9B4435526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5A9D73A-F9CC-41BA-9A02-C1448B33446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Fast Synchronization</a:t>
          </a:r>
          <a:endParaRPr lang="en-US" dirty="0"/>
        </a:p>
      </dgm:t>
    </dgm:pt>
    <dgm:pt modelId="{AB691C99-61A3-4C79-B805-6D626FAD94B4}" type="parTrans" cxnId="{39A05BA6-26D0-4E8F-9FA1-5C1D05AF1867}">
      <dgm:prSet/>
      <dgm:spPr/>
      <dgm:t>
        <a:bodyPr/>
        <a:lstStyle/>
        <a:p>
          <a:endParaRPr lang="en-US"/>
        </a:p>
      </dgm:t>
    </dgm:pt>
    <dgm:pt modelId="{18040F36-15C3-4D8F-9D1E-CEB975178E21}" type="sibTrans" cxnId="{39A05BA6-26D0-4E8F-9FA1-5C1D05AF1867}">
      <dgm:prSet/>
      <dgm:spPr/>
      <dgm:t>
        <a:bodyPr/>
        <a:lstStyle/>
        <a:p>
          <a:endParaRPr lang="en-US"/>
        </a:p>
      </dgm:t>
    </dgm:pt>
    <dgm:pt modelId="{37250774-3E97-4EC5-AD4F-25D4E0B835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enable fast synchronization</a:t>
          </a:r>
        </a:p>
      </dgm:t>
    </dgm:pt>
    <dgm:pt modelId="{FB47CA9A-DF7C-4D7D-8D19-CB2844D75511}" type="parTrans" cxnId="{1A7DA82F-C832-42B8-8E24-B1234FCC4595}">
      <dgm:prSet/>
      <dgm:spPr/>
      <dgm:t>
        <a:bodyPr/>
        <a:lstStyle/>
        <a:p>
          <a:endParaRPr lang="en-US"/>
        </a:p>
      </dgm:t>
    </dgm:pt>
    <dgm:pt modelId="{89566A4D-2FC8-46B1-B945-8F152AC92D20}" type="sibTrans" cxnId="{1A7DA82F-C832-42B8-8E24-B1234FCC4595}">
      <dgm:prSet/>
      <dgm:spPr/>
      <dgm:t>
        <a:bodyPr/>
        <a:lstStyle/>
        <a:p>
          <a:endParaRPr lang="en-US"/>
        </a:p>
      </dgm:t>
    </dgm:pt>
    <dgm:pt modelId="{5C2B5D31-529F-4B9D-9750-1E4E338FCC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low latency</a:t>
          </a:r>
          <a:endParaRPr lang="en-US" dirty="0"/>
        </a:p>
      </dgm:t>
    </dgm:pt>
    <dgm:pt modelId="{3378A991-10E8-4FC0-B989-81018ADADE53}" type="parTrans" cxnId="{85CD28F8-9E65-4855-94CE-B50F7C32A0CC}">
      <dgm:prSet/>
      <dgm:spPr/>
      <dgm:t>
        <a:bodyPr/>
        <a:lstStyle/>
        <a:p>
          <a:endParaRPr lang="en-US"/>
        </a:p>
      </dgm:t>
    </dgm:pt>
    <dgm:pt modelId="{31F06713-FCDB-4836-A5C7-AB97E6436D69}" type="sibTrans" cxnId="{85CD28F8-9E65-4855-94CE-B50F7C32A0CC}">
      <dgm:prSet/>
      <dgm:spPr/>
      <dgm:t>
        <a:bodyPr/>
        <a:lstStyle/>
        <a:p>
          <a:endParaRPr lang="en-US"/>
        </a:p>
      </dgm:t>
    </dgm:pt>
    <dgm:pt modelId="{C7602232-15FA-462B-9664-391A2FF149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blocks</a:t>
          </a:r>
          <a:r>
            <a:rPr lang="tr-TR" dirty="0"/>
            <a:t> </a:t>
          </a:r>
          <a:endParaRPr lang="en-US" dirty="0"/>
        </a:p>
      </dgm:t>
    </dgm:pt>
    <dgm:pt modelId="{98D48CDC-2373-4084-8289-BCFCB3FAE63F}" type="parTrans" cxnId="{A8DD7161-792E-495A-B724-1F482386E2E5}">
      <dgm:prSet/>
      <dgm:spPr/>
      <dgm:t>
        <a:bodyPr/>
        <a:lstStyle/>
        <a:p>
          <a:endParaRPr lang="tr-TR"/>
        </a:p>
      </dgm:t>
    </dgm:pt>
    <dgm:pt modelId="{A3346998-39DB-4DC8-B201-C85B5FBD8890}" type="sibTrans" cxnId="{A8DD7161-792E-495A-B724-1F482386E2E5}">
      <dgm:prSet/>
      <dgm:spPr/>
      <dgm:t>
        <a:bodyPr/>
        <a:lstStyle/>
        <a:p>
          <a:endParaRPr lang="tr-TR"/>
        </a:p>
      </dgm:t>
    </dgm:pt>
    <dgm:pt modelId="{237DE933-B141-45A5-BCC8-D7376FA30B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</a:t>
          </a:r>
          <a:r>
            <a:rPr lang="en-US" dirty="0"/>
            <a:t>very low latency. </a:t>
          </a:r>
        </a:p>
      </dgm:t>
    </dgm:pt>
    <dgm:pt modelId="{D7F064D0-6E40-4F51-A3D2-54864B4BC11F}" type="parTrans" cxnId="{9FDC8CB3-98BC-408A-A1F1-B402C53B2F40}">
      <dgm:prSet/>
      <dgm:spPr/>
      <dgm:t>
        <a:bodyPr/>
        <a:lstStyle/>
        <a:p>
          <a:endParaRPr lang="tr-TR"/>
        </a:p>
      </dgm:t>
    </dgm:pt>
    <dgm:pt modelId="{F4485826-BA5B-4999-81F8-B5C48E5CADF0}" type="sibTrans" cxnId="{9FDC8CB3-98BC-408A-A1F1-B402C53B2F40}">
      <dgm:prSet/>
      <dgm:spPr/>
      <dgm:t>
        <a:bodyPr/>
        <a:lstStyle/>
        <a:p>
          <a:endParaRPr lang="tr-TR"/>
        </a:p>
      </dgm:t>
    </dgm:pt>
    <dgm:pt modelId="{CB61BF47-072A-4EE3-8D37-3855301B8E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</a:t>
          </a:r>
          <a:r>
            <a:rPr lang="tr-TR" dirty="0"/>
            <a:t> </a:t>
          </a:r>
          <a:r>
            <a:rPr lang="en-US" dirty="0"/>
            <a:t>miners</a:t>
          </a:r>
        </a:p>
      </dgm:t>
    </dgm:pt>
    <dgm:pt modelId="{FAC4344A-0950-43CC-BFFB-F2CFDEF40207}" type="parTrans" cxnId="{F7DF55DE-7347-45FC-AF6B-D596CEB380BB}">
      <dgm:prSet/>
      <dgm:spPr/>
    </dgm:pt>
    <dgm:pt modelId="{EBA93E62-759B-4E93-8534-B20DD393ED46}" type="sibTrans" cxnId="{F7DF55DE-7347-45FC-AF6B-D596CEB380BB}">
      <dgm:prSet/>
      <dgm:spPr/>
    </dgm:pt>
    <dgm:pt modelId="{D1F67AA6-F4F5-412F-8478-883AAA54CFAE}" type="pres">
      <dgm:prSet presAssocID="{25F5BB1B-2EFE-4AD3-8E8D-A9B4435526BF}" presName="root" presStyleCnt="0">
        <dgm:presLayoutVars>
          <dgm:dir/>
          <dgm:resizeHandles val="exact"/>
        </dgm:presLayoutVars>
      </dgm:prSet>
      <dgm:spPr/>
    </dgm:pt>
    <dgm:pt modelId="{EA4CB86C-4217-47A3-82DA-BE6F3E57701F}" type="pres">
      <dgm:prSet presAssocID="{D5A9D73A-F9CC-41BA-9A02-C1448B33446D}" presName="compNode" presStyleCnt="0"/>
      <dgm:spPr/>
    </dgm:pt>
    <dgm:pt modelId="{2D9E8CFB-4CEA-46C1-8DB3-A5C42DA4FCAA}" type="pres">
      <dgm:prSet presAssocID="{D5A9D73A-F9CC-41BA-9A02-C1448B33446D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ync"/>
        </a:ext>
      </dgm:extLst>
    </dgm:pt>
    <dgm:pt modelId="{A0A2816E-53A5-4374-8AF9-F118A619FB6E}" type="pres">
      <dgm:prSet presAssocID="{D5A9D73A-F9CC-41BA-9A02-C1448B33446D}" presName="iconSpace" presStyleCnt="0"/>
      <dgm:spPr/>
    </dgm:pt>
    <dgm:pt modelId="{81BF256E-A8CD-4A3C-97F4-9A607D00D58E}" type="pres">
      <dgm:prSet presAssocID="{D5A9D73A-F9CC-41BA-9A02-C1448B33446D}" presName="parTx" presStyleLbl="revTx" presStyleIdx="0" presStyleCnt="4">
        <dgm:presLayoutVars>
          <dgm:chMax val="0"/>
          <dgm:chPref val="0"/>
        </dgm:presLayoutVars>
      </dgm:prSet>
      <dgm:spPr/>
    </dgm:pt>
    <dgm:pt modelId="{C63594FB-A5F1-43E7-B545-C68E38794299}" type="pres">
      <dgm:prSet presAssocID="{D5A9D73A-F9CC-41BA-9A02-C1448B33446D}" presName="txSpace" presStyleCnt="0"/>
      <dgm:spPr/>
    </dgm:pt>
    <dgm:pt modelId="{64CD515D-331F-4909-9A73-9EC4B205BC28}" type="pres">
      <dgm:prSet presAssocID="{D5A9D73A-F9CC-41BA-9A02-C1448B33446D}" presName="desTx" presStyleLbl="revTx" presStyleIdx="1" presStyleCnt="4">
        <dgm:presLayoutVars/>
      </dgm:prSet>
      <dgm:spPr/>
    </dgm:pt>
    <dgm:pt modelId="{B4168E19-A40F-4557-982E-E72C0BD5D983}" type="pres">
      <dgm:prSet presAssocID="{18040F36-15C3-4D8F-9D1E-CEB975178E21}" presName="sibTrans" presStyleCnt="0"/>
      <dgm:spPr/>
    </dgm:pt>
    <dgm:pt modelId="{DA56D350-6CB5-406D-9FD0-6766A59DA792}" type="pres">
      <dgm:prSet presAssocID="{5C2B5D31-529F-4B9D-9750-1E4E338FCC41}" presName="compNode" presStyleCnt="0"/>
      <dgm:spPr/>
    </dgm:pt>
    <dgm:pt modelId="{815E90B2-31BC-4297-85C1-B51ABAA78851}" type="pres">
      <dgm:prSet presAssocID="{5C2B5D31-529F-4B9D-9750-1E4E338FCC41}" presName="iconRect" presStyleLbl="node1" presStyleIdx="1" presStyleCnt="2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</dgm:spPr>
    </dgm:pt>
    <dgm:pt modelId="{F37FF2E2-6CCB-43F5-A011-CE9C29B7A95D}" type="pres">
      <dgm:prSet presAssocID="{5C2B5D31-529F-4B9D-9750-1E4E338FCC41}" presName="iconSpace" presStyleCnt="0"/>
      <dgm:spPr/>
    </dgm:pt>
    <dgm:pt modelId="{6A9A9A94-A022-42EE-BB0D-0E4E7E8349CE}" type="pres">
      <dgm:prSet presAssocID="{5C2B5D31-529F-4B9D-9750-1E4E338FCC41}" presName="parTx" presStyleLbl="revTx" presStyleIdx="2" presStyleCnt="4">
        <dgm:presLayoutVars>
          <dgm:chMax val="0"/>
          <dgm:chPref val="0"/>
        </dgm:presLayoutVars>
      </dgm:prSet>
      <dgm:spPr/>
    </dgm:pt>
    <dgm:pt modelId="{6DCFC728-E86D-4C8E-A3E1-542F7A32DBAD}" type="pres">
      <dgm:prSet presAssocID="{5C2B5D31-529F-4B9D-9750-1E4E338FCC41}" presName="txSpace" presStyleCnt="0"/>
      <dgm:spPr/>
    </dgm:pt>
    <dgm:pt modelId="{220E6D0D-0356-40CE-AD5F-C7DCA5669258}" type="pres">
      <dgm:prSet presAssocID="{5C2B5D31-529F-4B9D-9750-1E4E338FCC41}" presName="desTx" presStyleLbl="revTx" presStyleIdx="3" presStyleCnt="4">
        <dgm:presLayoutVars/>
      </dgm:prSet>
      <dgm:spPr/>
    </dgm:pt>
  </dgm:ptLst>
  <dgm:cxnLst>
    <dgm:cxn modelId="{A7EBF90B-6916-4F3B-8499-8835C6245252}" type="presOf" srcId="{37250774-3E97-4EC5-AD4F-25D4E0B83531}" destId="{64CD515D-331F-4909-9A73-9EC4B205BC28}" srcOrd="0" destOrd="0" presId="urn:microsoft.com/office/officeart/2018/5/layout/CenteredIconLabelDescriptionList"/>
    <dgm:cxn modelId="{E8752C27-D2FC-46F6-B4F3-E88D0F3C32D6}" type="presOf" srcId="{237DE933-B141-45A5-BCC8-D7376FA30B40}" destId="{220E6D0D-0356-40CE-AD5F-C7DCA5669258}" srcOrd="0" destOrd="1" presId="urn:microsoft.com/office/officeart/2018/5/layout/CenteredIconLabelDescriptionList"/>
    <dgm:cxn modelId="{1A7DA82F-C832-42B8-8E24-B1234FCC4595}" srcId="{D5A9D73A-F9CC-41BA-9A02-C1448B33446D}" destId="{37250774-3E97-4EC5-AD4F-25D4E0B83531}" srcOrd="0" destOrd="0" parTransId="{FB47CA9A-DF7C-4D7D-8D19-CB2844D75511}" sibTransId="{89566A4D-2FC8-46B1-B945-8F152AC92D20}"/>
    <dgm:cxn modelId="{A8DD7161-792E-495A-B724-1F482386E2E5}" srcId="{D5A9D73A-F9CC-41BA-9A02-C1448B33446D}" destId="{C7602232-15FA-462B-9664-391A2FF149C9}" srcOrd="1" destOrd="0" parTransId="{98D48CDC-2373-4084-8289-BCFCB3FAE63F}" sibTransId="{A3346998-39DB-4DC8-B201-C85B5FBD8890}"/>
    <dgm:cxn modelId="{50BB2C79-4A57-4BF2-AF2B-25E12A3E5A22}" type="presOf" srcId="{5C2B5D31-529F-4B9D-9750-1E4E338FCC41}" destId="{6A9A9A94-A022-42EE-BB0D-0E4E7E8349CE}" srcOrd="0" destOrd="0" presId="urn:microsoft.com/office/officeart/2018/5/layout/CenteredIconLabelDescriptionList"/>
    <dgm:cxn modelId="{FB0C767F-B923-49FA-AB54-4286A6754898}" type="presOf" srcId="{25F5BB1B-2EFE-4AD3-8E8D-A9B4435526BF}" destId="{D1F67AA6-F4F5-412F-8478-883AAA54CFAE}" srcOrd="0" destOrd="0" presId="urn:microsoft.com/office/officeart/2018/5/layout/CenteredIconLabelDescriptionList"/>
    <dgm:cxn modelId="{7C82E6A4-F927-45FE-8C43-FF7EED3AE90A}" type="presOf" srcId="{CB61BF47-072A-4EE3-8D37-3855301B8E9A}" destId="{220E6D0D-0356-40CE-AD5F-C7DCA5669258}" srcOrd="0" destOrd="0" presId="urn:microsoft.com/office/officeart/2018/5/layout/CenteredIconLabelDescriptionList"/>
    <dgm:cxn modelId="{39A05BA6-26D0-4E8F-9FA1-5C1D05AF1867}" srcId="{25F5BB1B-2EFE-4AD3-8E8D-A9B4435526BF}" destId="{D5A9D73A-F9CC-41BA-9A02-C1448B33446D}" srcOrd="0" destOrd="0" parTransId="{AB691C99-61A3-4C79-B805-6D626FAD94B4}" sibTransId="{18040F36-15C3-4D8F-9D1E-CEB975178E21}"/>
    <dgm:cxn modelId="{9FDC8CB3-98BC-408A-A1F1-B402C53B2F40}" srcId="{5C2B5D31-529F-4B9D-9750-1E4E338FCC41}" destId="{237DE933-B141-45A5-BCC8-D7376FA30B40}" srcOrd="1" destOrd="0" parTransId="{D7F064D0-6E40-4F51-A3D2-54864B4BC11F}" sibTransId="{F4485826-BA5B-4999-81F8-B5C48E5CADF0}"/>
    <dgm:cxn modelId="{BA9DACCE-02EC-4453-B711-174C2DDFD934}" type="presOf" srcId="{C7602232-15FA-462B-9664-391A2FF149C9}" destId="{64CD515D-331F-4909-9A73-9EC4B205BC28}" srcOrd="0" destOrd="1" presId="urn:microsoft.com/office/officeart/2018/5/layout/CenteredIconLabelDescriptionList"/>
    <dgm:cxn modelId="{F7DF55DE-7347-45FC-AF6B-D596CEB380BB}" srcId="{5C2B5D31-529F-4B9D-9750-1E4E338FCC41}" destId="{CB61BF47-072A-4EE3-8D37-3855301B8E9A}" srcOrd="0" destOrd="0" parTransId="{FAC4344A-0950-43CC-BFFB-F2CFDEF40207}" sibTransId="{EBA93E62-759B-4E93-8534-B20DD393ED46}"/>
    <dgm:cxn modelId="{FD2E36DF-CDC4-4A09-8B36-74337E434C65}" type="presOf" srcId="{D5A9D73A-F9CC-41BA-9A02-C1448B33446D}" destId="{81BF256E-A8CD-4A3C-97F4-9A607D00D58E}" srcOrd="0" destOrd="0" presId="urn:microsoft.com/office/officeart/2018/5/layout/CenteredIconLabelDescriptionList"/>
    <dgm:cxn modelId="{85CD28F8-9E65-4855-94CE-B50F7C32A0CC}" srcId="{25F5BB1B-2EFE-4AD3-8E8D-A9B4435526BF}" destId="{5C2B5D31-529F-4B9D-9750-1E4E338FCC41}" srcOrd="1" destOrd="0" parTransId="{3378A991-10E8-4FC0-B989-81018ADADE53}" sibTransId="{31F06713-FCDB-4836-A5C7-AB97E6436D69}"/>
    <dgm:cxn modelId="{E7ABF824-46B9-4A2D-B6B2-299C732D64C4}" type="presParOf" srcId="{D1F67AA6-F4F5-412F-8478-883AAA54CFAE}" destId="{EA4CB86C-4217-47A3-82DA-BE6F3E57701F}" srcOrd="0" destOrd="0" presId="urn:microsoft.com/office/officeart/2018/5/layout/CenteredIconLabelDescriptionList"/>
    <dgm:cxn modelId="{D57D1B0B-6BFA-49E7-8636-3C99E4AC1002}" type="presParOf" srcId="{EA4CB86C-4217-47A3-82DA-BE6F3E57701F}" destId="{2D9E8CFB-4CEA-46C1-8DB3-A5C42DA4FCAA}" srcOrd="0" destOrd="0" presId="urn:microsoft.com/office/officeart/2018/5/layout/CenteredIconLabelDescriptionList"/>
    <dgm:cxn modelId="{D2D90AD2-D2F0-42D1-B7B0-220640643CC9}" type="presParOf" srcId="{EA4CB86C-4217-47A3-82DA-BE6F3E57701F}" destId="{A0A2816E-53A5-4374-8AF9-F118A619FB6E}" srcOrd="1" destOrd="0" presId="urn:microsoft.com/office/officeart/2018/5/layout/CenteredIconLabelDescriptionList"/>
    <dgm:cxn modelId="{D52E050B-7F62-4D59-BED8-C72D67EFBEC6}" type="presParOf" srcId="{EA4CB86C-4217-47A3-82DA-BE6F3E57701F}" destId="{81BF256E-A8CD-4A3C-97F4-9A607D00D58E}" srcOrd="2" destOrd="0" presId="urn:microsoft.com/office/officeart/2018/5/layout/CenteredIconLabelDescriptionList"/>
    <dgm:cxn modelId="{EA2EFD1C-8955-4BF5-87F5-318C0D103FED}" type="presParOf" srcId="{EA4CB86C-4217-47A3-82DA-BE6F3E57701F}" destId="{C63594FB-A5F1-43E7-B545-C68E38794299}" srcOrd="3" destOrd="0" presId="urn:microsoft.com/office/officeart/2018/5/layout/CenteredIconLabelDescriptionList"/>
    <dgm:cxn modelId="{1BC13C5F-83FA-4065-A3BE-8E0949D0C19F}" type="presParOf" srcId="{EA4CB86C-4217-47A3-82DA-BE6F3E57701F}" destId="{64CD515D-331F-4909-9A73-9EC4B205BC28}" srcOrd="4" destOrd="0" presId="urn:microsoft.com/office/officeart/2018/5/layout/CenteredIconLabelDescriptionList"/>
    <dgm:cxn modelId="{F75A4471-8E97-4418-B69F-04DF29DC0654}" type="presParOf" srcId="{D1F67AA6-F4F5-412F-8478-883AAA54CFAE}" destId="{B4168E19-A40F-4557-982E-E72C0BD5D983}" srcOrd="1" destOrd="0" presId="urn:microsoft.com/office/officeart/2018/5/layout/CenteredIconLabelDescriptionList"/>
    <dgm:cxn modelId="{4AF1F2EF-44CB-4F56-8C17-001357313A56}" type="presParOf" srcId="{D1F67AA6-F4F5-412F-8478-883AAA54CFAE}" destId="{DA56D350-6CB5-406D-9FD0-6766A59DA792}" srcOrd="2" destOrd="0" presId="urn:microsoft.com/office/officeart/2018/5/layout/CenteredIconLabelDescriptionList"/>
    <dgm:cxn modelId="{1842F2EC-4EE7-43F2-B44B-F26A1C4CB75D}" type="presParOf" srcId="{DA56D350-6CB5-406D-9FD0-6766A59DA792}" destId="{815E90B2-31BC-4297-85C1-B51ABAA78851}" srcOrd="0" destOrd="0" presId="urn:microsoft.com/office/officeart/2018/5/layout/CenteredIconLabelDescriptionList"/>
    <dgm:cxn modelId="{6293C813-C6DA-4CAE-B18C-33464BFB569D}" type="presParOf" srcId="{DA56D350-6CB5-406D-9FD0-6766A59DA792}" destId="{F37FF2E2-6CCB-43F5-A011-CE9C29B7A95D}" srcOrd="1" destOrd="0" presId="urn:microsoft.com/office/officeart/2018/5/layout/CenteredIconLabelDescriptionList"/>
    <dgm:cxn modelId="{90271D6A-081E-43D0-882C-5FBF6BCBE0E5}" type="presParOf" srcId="{DA56D350-6CB5-406D-9FD0-6766A59DA792}" destId="{6A9A9A94-A022-42EE-BB0D-0E4E7E8349CE}" srcOrd="2" destOrd="0" presId="urn:microsoft.com/office/officeart/2018/5/layout/CenteredIconLabelDescriptionList"/>
    <dgm:cxn modelId="{D9544063-71DA-490C-9574-1C46732EEB78}" type="presParOf" srcId="{DA56D350-6CB5-406D-9FD0-6766A59DA792}" destId="{6DCFC728-E86D-4C8E-A3E1-542F7A32DBAD}" srcOrd="3" destOrd="0" presId="urn:microsoft.com/office/officeart/2018/5/layout/CenteredIconLabelDescriptionList"/>
    <dgm:cxn modelId="{815A8459-613F-4351-82F9-D5B29DCEA721}" type="presParOf" srcId="{DA56D350-6CB5-406D-9FD0-6766A59DA792}" destId="{220E6D0D-0356-40CE-AD5F-C7DCA56692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4257D544-0A4A-449F-A511-B3B7B47860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777E199-D5E1-4005-9994-9A9A481A75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Host</a:t>
          </a:r>
          <a:endParaRPr lang="en-US"/>
        </a:p>
      </dgm:t>
    </dgm:pt>
    <dgm:pt modelId="{802F6460-EB75-4021-A559-AAE6ACD4B472}" type="parTrans" cxnId="{65BEF368-B0CC-4056-9EA4-E3A76FF345DC}">
      <dgm:prSet/>
      <dgm:spPr/>
      <dgm:t>
        <a:bodyPr/>
        <a:lstStyle/>
        <a:p>
          <a:endParaRPr lang="en-US"/>
        </a:p>
      </dgm:t>
    </dgm:pt>
    <dgm:pt modelId="{B52E9E1C-7435-476E-9CAE-AAD7B75D120D}" type="sibTrans" cxnId="{65BEF368-B0CC-4056-9EA4-E3A76FF345DC}">
      <dgm:prSet/>
      <dgm:spPr/>
      <dgm:t>
        <a:bodyPr/>
        <a:lstStyle/>
        <a:p>
          <a:endParaRPr lang="en-US"/>
        </a:p>
      </dgm:t>
    </dgm:pt>
    <dgm:pt modelId="{CEBF4832-454C-4A5B-A4E9-3A850D62C1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Connected</a:t>
          </a:r>
          <a:endParaRPr lang="en-US" dirty="0"/>
        </a:p>
      </dgm:t>
    </dgm:pt>
    <dgm:pt modelId="{B1980B31-6322-4E53-A214-A0B394502958}" type="parTrans" cxnId="{D73E36F5-89C6-4CB8-A082-7A46B22D6A5F}">
      <dgm:prSet/>
      <dgm:spPr/>
      <dgm:t>
        <a:bodyPr/>
        <a:lstStyle/>
        <a:p>
          <a:endParaRPr lang="en-US"/>
        </a:p>
      </dgm:t>
    </dgm:pt>
    <dgm:pt modelId="{FBF0AB91-10BC-423A-A839-60C13B8AF374}" type="sibTrans" cxnId="{D73E36F5-89C6-4CB8-A082-7A46B22D6A5F}">
      <dgm:prSet/>
      <dgm:spPr/>
      <dgm:t>
        <a:bodyPr/>
        <a:lstStyle/>
        <a:p>
          <a:endParaRPr lang="en-US"/>
        </a:p>
      </dgm:t>
    </dgm:pt>
    <dgm:pt modelId="{10E7E9D9-AD49-4B98-99A3-AC46ED448C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and </a:t>
          </a:r>
          <a:r>
            <a:rPr lang="en-US"/>
            <a:t>mining pools</a:t>
          </a:r>
        </a:p>
      </dgm:t>
    </dgm:pt>
    <dgm:pt modelId="{D77E3876-9105-4507-B605-4A4084D05F6B}" type="parTrans" cxnId="{1B82695F-8FDD-4175-9320-87CC655A6109}">
      <dgm:prSet/>
      <dgm:spPr/>
      <dgm:t>
        <a:bodyPr/>
        <a:lstStyle/>
        <a:p>
          <a:endParaRPr lang="en-US"/>
        </a:p>
      </dgm:t>
    </dgm:pt>
    <dgm:pt modelId="{E1DBEE44-91A7-4924-821A-9BC2ACB92E2D}" type="sibTrans" cxnId="{1B82695F-8FDD-4175-9320-87CC655A6109}">
      <dgm:prSet/>
      <dgm:spPr/>
      <dgm:t>
        <a:bodyPr/>
        <a:lstStyle/>
        <a:p>
          <a:endParaRPr lang="en-US"/>
        </a:p>
      </dgm:t>
    </dgm:pt>
    <dgm:pt modelId="{A1AE811B-6722-4589-8789-C1917051A60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Composition</a:t>
          </a:r>
          <a:endParaRPr lang="en-US"/>
        </a:p>
      </dgm:t>
    </dgm:pt>
    <dgm:pt modelId="{153EC7BC-CB96-4A6F-B625-49B8D0D8BDC1}" type="parTrans" cxnId="{0F32DE7E-E467-49DB-B875-8F6503A0AD7A}">
      <dgm:prSet/>
      <dgm:spPr/>
      <dgm:t>
        <a:bodyPr/>
        <a:lstStyle/>
        <a:p>
          <a:endParaRPr lang="tr-TR"/>
        </a:p>
      </dgm:t>
    </dgm:pt>
    <dgm:pt modelId="{419B275E-6A73-4192-ACA4-E0ED98BE2592}" type="sibTrans" cxnId="{0F32DE7E-E467-49DB-B875-8F6503A0AD7A}">
      <dgm:prSet/>
      <dgm:spPr/>
      <dgm:t>
        <a:bodyPr/>
        <a:lstStyle/>
        <a:p>
          <a:endParaRPr lang="tr-TR"/>
        </a:p>
      </dgm:t>
    </dgm:pt>
    <dgm:pt modelId="{00A076D5-D947-4FC6-A8B1-6D85F2AF40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Amazon Web Services infrastructure</a:t>
          </a:r>
        </a:p>
      </dgm:t>
    </dgm:pt>
    <dgm:pt modelId="{DD71E7BE-311B-4CDA-92FE-A992BA5BE7B2}" type="parTrans" cxnId="{4C6EDEA4-65C2-4543-BD0E-E1003B35C637}">
      <dgm:prSet/>
      <dgm:spPr/>
      <dgm:t>
        <a:bodyPr/>
        <a:lstStyle/>
        <a:p>
          <a:endParaRPr lang="tr-TR"/>
        </a:p>
      </dgm:t>
    </dgm:pt>
    <dgm:pt modelId="{25470808-98A5-4824-B8A5-1438E07E4733}" type="sibTrans" cxnId="{4C6EDEA4-65C2-4543-BD0E-E1003B35C637}">
      <dgm:prSet/>
      <dgm:spPr/>
      <dgm:t>
        <a:bodyPr/>
        <a:lstStyle/>
        <a:p>
          <a:endParaRPr lang="tr-TR"/>
        </a:p>
      </dgm:t>
    </dgm:pt>
    <dgm:pt modelId="{9A90C6E4-BC8D-492E-BD17-D050A82413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around the world</a:t>
          </a:r>
        </a:p>
      </dgm:t>
    </dgm:pt>
    <dgm:pt modelId="{411EF8F1-AA1A-4804-BD32-8AD0CFCDF151}" type="parTrans" cxnId="{9BFD8F58-E907-4484-B7BD-A1D136DD9EE5}">
      <dgm:prSet/>
      <dgm:spPr/>
      <dgm:t>
        <a:bodyPr/>
        <a:lstStyle/>
        <a:p>
          <a:endParaRPr lang="tr-TR"/>
        </a:p>
      </dgm:t>
    </dgm:pt>
    <dgm:pt modelId="{616A4C15-8E6D-4292-A917-A76DA030AA87}" type="sibTrans" cxnId="{9BFD8F58-E907-4484-B7BD-A1D136DD9EE5}">
      <dgm:prSet/>
      <dgm:spPr/>
      <dgm:t>
        <a:bodyPr/>
        <a:lstStyle/>
        <a:p>
          <a:endParaRPr lang="tr-TR"/>
        </a:p>
      </dgm:t>
    </dgm:pt>
    <dgm:pt modelId="{0CF0457F-3A69-45ED-8170-469601ABE8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network consisted of</a:t>
          </a:r>
        </a:p>
      </dgm:t>
    </dgm:pt>
    <dgm:pt modelId="{849D010C-EB8B-4FEA-BF3B-B1EC5FC690DA}" type="parTrans" cxnId="{F75F2C98-98E8-4A67-8D13-F6D21E62C800}">
      <dgm:prSet/>
      <dgm:spPr/>
      <dgm:t>
        <a:bodyPr/>
        <a:lstStyle/>
        <a:p>
          <a:endParaRPr lang="tr-TR"/>
        </a:p>
      </dgm:t>
    </dgm:pt>
    <dgm:pt modelId="{96E5342F-102A-4661-99EB-DF3783567531}" type="sibTrans" cxnId="{F75F2C98-98E8-4A67-8D13-F6D21E62C800}">
      <dgm:prSet/>
      <dgm:spPr/>
      <dgm:t>
        <a:bodyPr/>
        <a:lstStyle/>
        <a:p>
          <a:endParaRPr lang="tr-TR"/>
        </a:p>
      </dgm:t>
    </dgm:pt>
    <dgm:pt modelId="{CD7EC509-5FFF-4E53-BF74-B7D3998E085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several specialized</a:t>
          </a:r>
          <a:r>
            <a:rPr lang="tr-TR"/>
            <a:t> </a:t>
          </a:r>
          <a:r>
            <a:rPr lang="en-US"/>
            <a:t>nodes </a:t>
          </a:r>
        </a:p>
      </dgm:t>
    </dgm:pt>
    <dgm:pt modelId="{14FF3746-7F05-4235-8C59-935AE7328569}" type="parTrans" cxnId="{E1B37B27-596E-4CC9-9435-97AE439C89F7}">
      <dgm:prSet/>
      <dgm:spPr/>
      <dgm:t>
        <a:bodyPr/>
        <a:lstStyle/>
        <a:p>
          <a:endParaRPr lang="tr-TR"/>
        </a:p>
      </dgm:t>
    </dgm:pt>
    <dgm:pt modelId="{05797A7A-CC5D-4485-9B91-988A27CCFF67}" type="sibTrans" cxnId="{E1B37B27-596E-4CC9-9435-97AE439C89F7}">
      <dgm:prSet/>
      <dgm:spPr/>
      <dgm:t>
        <a:bodyPr/>
        <a:lstStyle/>
        <a:p>
          <a:endParaRPr lang="tr-TR"/>
        </a:p>
      </dgm:t>
    </dgm:pt>
    <dgm:pt modelId="{88DF74B2-B774-412A-B5D1-A4879242B48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Majority of </a:t>
          </a:r>
          <a:r>
            <a:rPr lang="en-US"/>
            <a:t>miners</a:t>
          </a:r>
        </a:p>
      </dgm:t>
    </dgm:pt>
    <dgm:pt modelId="{B0309A48-2E2A-4103-BC9B-F46B6C0EBB8F}" type="parTrans" cxnId="{15A19CA7-14F9-496D-B549-15AA4945CB47}">
      <dgm:prSet/>
      <dgm:spPr/>
      <dgm:t>
        <a:bodyPr/>
        <a:lstStyle/>
        <a:p>
          <a:endParaRPr lang="tr-TR"/>
        </a:p>
      </dgm:t>
    </dgm:pt>
    <dgm:pt modelId="{0BF12E56-6B26-4DE8-B6DD-D69127ECA279}" type="sibTrans" cxnId="{15A19CA7-14F9-496D-B549-15AA4945CB47}">
      <dgm:prSet/>
      <dgm:spPr/>
      <dgm:t>
        <a:bodyPr/>
        <a:lstStyle/>
        <a:p>
          <a:endParaRPr lang="tr-TR"/>
        </a:p>
      </dgm:t>
    </dgm:pt>
    <dgm:pt modelId="{93B1CB8A-B39B-4C8F-B549-133F05B701C1}" type="pres">
      <dgm:prSet presAssocID="{4257D544-0A4A-449F-A511-B3B7B478606D}" presName="root" presStyleCnt="0">
        <dgm:presLayoutVars>
          <dgm:dir/>
          <dgm:resizeHandles val="exact"/>
        </dgm:presLayoutVars>
      </dgm:prSet>
      <dgm:spPr/>
    </dgm:pt>
    <dgm:pt modelId="{E3DE35BB-59C1-4A2C-96A7-414238AC803B}" type="pres">
      <dgm:prSet presAssocID="{B777E199-D5E1-4005-9994-9A9A481A7530}" presName="compNode" presStyleCnt="0"/>
      <dgm:spPr/>
    </dgm:pt>
    <dgm:pt modelId="{B29113E9-0549-414D-9C26-BFBA04F4E1C8}" type="pres">
      <dgm:prSet presAssocID="{B777E199-D5E1-4005-9994-9A9A481A75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arth Globe Europe-Africa"/>
        </a:ext>
      </dgm:extLst>
    </dgm:pt>
    <dgm:pt modelId="{CE9711AA-44D6-452A-BB11-68A057C2FEAE}" type="pres">
      <dgm:prSet presAssocID="{B777E199-D5E1-4005-9994-9A9A481A7530}" presName="iconSpace" presStyleCnt="0"/>
      <dgm:spPr/>
    </dgm:pt>
    <dgm:pt modelId="{3D89CB8B-CB22-44F1-BDAF-6D80BF3E589D}" type="pres">
      <dgm:prSet presAssocID="{B777E199-D5E1-4005-9994-9A9A481A7530}" presName="parTx" presStyleLbl="revTx" presStyleIdx="0" presStyleCnt="6">
        <dgm:presLayoutVars>
          <dgm:chMax val="0"/>
          <dgm:chPref val="0"/>
        </dgm:presLayoutVars>
      </dgm:prSet>
      <dgm:spPr/>
    </dgm:pt>
    <dgm:pt modelId="{C528D04B-50C0-4675-A170-081F81E9982A}" type="pres">
      <dgm:prSet presAssocID="{B777E199-D5E1-4005-9994-9A9A481A7530}" presName="txSpace" presStyleCnt="0"/>
      <dgm:spPr/>
    </dgm:pt>
    <dgm:pt modelId="{AFF8FB44-7A96-4ECB-85D8-96D6D04EA844}" type="pres">
      <dgm:prSet presAssocID="{B777E199-D5E1-4005-9994-9A9A481A7530}" presName="desTx" presStyleLbl="revTx" presStyleIdx="1" presStyleCnt="6">
        <dgm:presLayoutVars/>
      </dgm:prSet>
      <dgm:spPr/>
    </dgm:pt>
    <dgm:pt modelId="{EF719335-324B-453C-A163-ADB460927950}" type="pres">
      <dgm:prSet presAssocID="{B52E9E1C-7435-476E-9CAE-AAD7B75D120D}" presName="sibTrans" presStyleCnt="0"/>
      <dgm:spPr/>
    </dgm:pt>
    <dgm:pt modelId="{4E662412-D01B-4639-B46C-CFD65464E4C8}" type="pres">
      <dgm:prSet presAssocID="{A1AE811B-6722-4589-8789-C1917051A602}" presName="compNode" presStyleCnt="0"/>
      <dgm:spPr/>
    </dgm:pt>
    <dgm:pt modelId="{14F6E9B5-C990-4717-9138-9531D1DD7355}" type="pres">
      <dgm:prSet presAssocID="{A1AE811B-6722-4589-8789-C1917051A602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4CCC6B46-9E3D-403A-8FBF-2359330A3F70}" type="pres">
      <dgm:prSet presAssocID="{A1AE811B-6722-4589-8789-C1917051A602}" presName="iconSpace" presStyleCnt="0"/>
      <dgm:spPr/>
    </dgm:pt>
    <dgm:pt modelId="{89AB6E6A-CF67-453D-AEBD-AFADDCFC13D9}" type="pres">
      <dgm:prSet presAssocID="{A1AE811B-6722-4589-8789-C1917051A602}" presName="parTx" presStyleLbl="revTx" presStyleIdx="2" presStyleCnt="6">
        <dgm:presLayoutVars>
          <dgm:chMax val="0"/>
          <dgm:chPref val="0"/>
        </dgm:presLayoutVars>
      </dgm:prSet>
      <dgm:spPr/>
    </dgm:pt>
    <dgm:pt modelId="{E4759F32-8038-493B-AF5B-7CEE0153339D}" type="pres">
      <dgm:prSet presAssocID="{A1AE811B-6722-4589-8789-C1917051A602}" presName="txSpace" presStyleCnt="0"/>
      <dgm:spPr/>
    </dgm:pt>
    <dgm:pt modelId="{D8837ECF-43FE-47BA-8524-0C959B54FE46}" type="pres">
      <dgm:prSet presAssocID="{A1AE811B-6722-4589-8789-C1917051A602}" presName="desTx" presStyleLbl="revTx" presStyleIdx="3" presStyleCnt="6">
        <dgm:presLayoutVars/>
      </dgm:prSet>
      <dgm:spPr/>
    </dgm:pt>
    <dgm:pt modelId="{34A7544F-1D10-4E1B-9F06-FEB83F0B1AB6}" type="pres">
      <dgm:prSet presAssocID="{419B275E-6A73-4192-ACA4-E0ED98BE2592}" presName="sibTrans" presStyleCnt="0"/>
      <dgm:spPr/>
    </dgm:pt>
    <dgm:pt modelId="{98643BF6-07A7-4F27-8F6E-A2F3C735EBB5}" type="pres">
      <dgm:prSet presAssocID="{CEBF4832-454C-4A5B-A4E9-3A850D62C11A}" presName="compNode" presStyleCnt="0"/>
      <dgm:spPr/>
    </dgm:pt>
    <dgm:pt modelId="{F8B108EC-362C-45B9-8B4D-FF1F20E1CDB4}" type="pres">
      <dgm:prSet presAssocID="{CEBF4832-454C-4A5B-A4E9-3A850D62C11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BC3A7B5B-66A1-4CA2-B092-FD1880A6A8AD}" type="pres">
      <dgm:prSet presAssocID="{CEBF4832-454C-4A5B-A4E9-3A850D62C11A}" presName="iconSpace" presStyleCnt="0"/>
      <dgm:spPr/>
    </dgm:pt>
    <dgm:pt modelId="{BE419446-5CF1-4277-8CB0-05A49CE21C68}" type="pres">
      <dgm:prSet presAssocID="{CEBF4832-454C-4A5B-A4E9-3A850D62C11A}" presName="parTx" presStyleLbl="revTx" presStyleIdx="4" presStyleCnt="6">
        <dgm:presLayoutVars>
          <dgm:chMax val="0"/>
          <dgm:chPref val="0"/>
        </dgm:presLayoutVars>
      </dgm:prSet>
      <dgm:spPr/>
    </dgm:pt>
    <dgm:pt modelId="{B6350468-2256-4D1F-BC4E-3DBE563FE2C6}" type="pres">
      <dgm:prSet presAssocID="{CEBF4832-454C-4A5B-A4E9-3A850D62C11A}" presName="txSpace" presStyleCnt="0"/>
      <dgm:spPr/>
    </dgm:pt>
    <dgm:pt modelId="{A7829C40-7A92-407E-9ECD-C6C049ED4D42}" type="pres">
      <dgm:prSet presAssocID="{CEBF4832-454C-4A5B-A4E9-3A850D62C11A}" presName="desTx" presStyleLbl="revTx" presStyleIdx="5" presStyleCnt="6">
        <dgm:presLayoutVars/>
      </dgm:prSet>
      <dgm:spPr/>
    </dgm:pt>
  </dgm:ptLst>
  <dgm:cxnLst>
    <dgm:cxn modelId="{EA335E25-87A1-4B88-978C-E15460CB49F6}" type="presOf" srcId="{A1AE811B-6722-4589-8789-C1917051A602}" destId="{89AB6E6A-CF67-453D-AEBD-AFADDCFC13D9}" srcOrd="0" destOrd="0" presId="urn:microsoft.com/office/officeart/2018/2/layout/IconLabelDescriptionList"/>
    <dgm:cxn modelId="{E1B37B27-596E-4CC9-9435-97AE439C89F7}" srcId="{A1AE811B-6722-4589-8789-C1917051A602}" destId="{CD7EC509-5FFF-4E53-BF74-B7D3998E085C}" srcOrd="1" destOrd="0" parTransId="{14FF3746-7F05-4235-8C59-935AE7328569}" sibTransId="{05797A7A-CC5D-4485-9B91-988A27CCFF67}"/>
    <dgm:cxn modelId="{5856A638-C98B-4562-A925-62FB8214F0F8}" type="presOf" srcId="{CEBF4832-454C-4A5B-A4E9-3A850D62C11A}" destId="{BE419446-5CF1-4277-8CB0-05A49CE21C68}" srcOrd="0" destOrd="0" presId="urn:microsoft.com/office/officeart/2018/2/layout/IconLabelDescriptionList"/>
    <dgm:cxn modelId="{109ADA5E-F4B6-4878-918F-C4244AFEA1F4}" type="presOf" srcId="{CD7EC509-5FFF-4E53-BF74-B7D3998E085C}" destId="{D8837ECF-43FE-47BA-8524-0C959B54FE46}" srcOrd="0" destOrd="1" presId="urn:microsoft.com/office/officeart/2018/2/layout/IconLabelDescriptionList"/>
    <dgm:cxn modelId="{1B82695F-8FDD-4175-9320-87CC655A6109}" srcId="{CEBF4832-454C-4A5B-A4E9-3A850D62C11A}" destId="{10E7E9D9-AD49-4B98-99A3-AC46ED448C4A}" srcOrd="1" destOrd="0" parTransId="{D77E3876-9105-4507-B605-4A4084D05F6B}" sibTransId="{E1DBEE44-91A7-4924-821A-9BC2ACB92E2D}"/>
    <dgm:cxn modelId="{9C437742-CC0F-47C5-B99B-78F1118DB97E}" type="presOf" srcId="{88DF74B2-B774-412A-B5D1-A4879242B48C}" destId="{A7829C40-7A92-407E-9ECD-C6C049ED4D42}" srcOrd="0" destOrd="0" presId="urn:microsoft.com/office/officeart/2018/2/layout/IconLabelDescriptionList"/>
    <dgm:cxn modelId="{06021045-ECBE-442E-BB65-D60A5C3C227A}" type="presOf" srcId="{9A90C6E4-BC8D-492E-BD17-D050A82413EB}" destId="{AFF8FB44-7A96-4ECB-85D8-96D6D04EA844}" srcOrd="0" destOrd="1" presId="urn:microsoft.com/office/officeart/2018/2/layout/IconLabelDescriptionList"/>
    <dgm:cxn modelId="{65BEF368-B0CC-4056-9EA4-E3A76FF345DC}" srcId="{4257D544-0A4A-449F-A511-B3B7B478606D}" destId="{B777E199-D5E1-4005-9994-9A9A481A7530}" srcOrd="0" destOrd="0" parTransId="{802F6460-EB75-4021-A559-AAE6ACD4B472}" sibTransId="{B52E9E1C-7435-476E-9CAE-AAD7B75D120D}"/>
    <dgm:cxn modelId="{14C5946A-3E50-4BF1-81A3-7432EB7BBC63}" type="presOf" srcId="{4257D544-0A4A-449F-A511-B3B7B478606D}" destId="{93B1CB8A-B39B-4C8F-B549-133F05B701C1}" srcOrd="0" destOrd="0" presId="urn:microsoft.com/office/officeart/2018/2/layout/IconLabelDescriptionList"/>
    <dgm:cxn modelId="{428F734C-1124-4E85-A2CB-DFAF8D3BC0D9}" type="presOf" srcId="{10E7E9D9-AD49-4B98-99A3-AC46ED448C4A}" destId="{A7829C40-7A92-407E-9ECD-C6C049ED4D42}" srcOrd="0" destOrd="1" presId="urn:microsoft.com/office/officeart/2018/2/layout/IconLabelDescriptionList"/>
    <dgm:cxn modelId="{7E441677-F171-4E9B-B8F3-75EC9BEEBBF2}" type="presOf" srcId="{0CF0457F-3A69-45ED-8170-469601ABE8EF}" destId="{D8837ECF-43FE-47BA-8524-0C959B54FE46}" srcOrd="0" destOrd="0" presId="urn:microsoft.com/office/officeart/2018/2/layout/IconLabelDescriptionList"/>
    <dgm:cxn modelId="{9BFD8F58-E907-4484-B7BD-A1D136DD9EE5}" srcId="{B777E199-D5E1-4005-9994-9A9A481A7530}" destId="{9A90C6E4-BC8D-492E-BD17-D050A82413EB}" srcOrd="1" destOrd="0" parTransId="{411EF8F1-AA1A-4804-BD32-8AD0CFCDF151}" sibTransId="{616A4C15-8E6D-4292-A917-A76DA030AA87}"/>
    <dgm:cxn modelId="{0F32DE7E-E467-49DB-B875-8F6503A0AD7A}" srcId="{4257D544-0A4A-449F-A511-B3B7B478606D}" destId="{A1AE811B-6722-4589-8789-C1917051A602}" srcOrd="1" destOrd="0" parTransId="{153EC7BC-CB96-4A6F-B625-49B8D0D8BDC1}" sibTransId="{419B275E-6A73-4192-ACA4-E0ED98BE2592}"/>
    <dgm:cxn modelId="{F75F2C98-98E8-4A67-8D13-F6D21E62C800}" srcId="{A1AE811B-6722-4589-8789-C1917051A602}" destId="{0CF0457F-3A69-45ED-8170-469601ABE8EF}" srcOrd="0" destOrd="0" parTransId="{849D010C-EB8B-4FEA-BF3B-B1EC5FC690DA}" sibTransId="{96E5342F-102A-4661-99EB-DF3783567531}"/>
    <dgm:cxn modelId="{4C6EDEA4-65C2-4543-BD0E-E1003B35C637}" srcId="{B777E199-D5E1-4005-9994-9A9A481A7530}" destId="{00A076D5-D947-4FC6-A8B1-6D85F2AF404F}" srcOrd="0" destOrd="0" parTransId="{DD71E7BE-311B-4CDA-92FE-A992BA5BE7B2}" sibTransId="{25470808-98A5-4824-B8A5-1438E07E4733}"/>
    <dgm:cxn modelId="{15A19CA7-14F9-496D-B549-15AA4945CB47}" srcId="{CEBF4832-454C-4A5B-A4E9-3A850D62C11A}" destId="{88DF74B2-B774-412A-B5D1-A4879242B48C}" srcOrd="0" destOrd="0" parTransId="{B0309A48-2E2A-4103-BC9B-F46B6C0EBB8F}" sibTransId="{0BF12E56-6B26-4DE8-B6DD-D69127ECA279}"/>
    <dgm:cxn modelId="{F59017BC-881E-43DC-A842-59A6EB9A48D6}" type="presOf" srcId="{00A076D5-D947-4FC6-A8B1-6D85F2AF404F}" destId="{AFF8FB44-7A96-4ECB-85D8-96D6D04EA844}" srcOrd="0" destOrd="0" presId="urn:microsoft.com/office/officeart/2018/2/layout/IconLabelDescriptionList"/>
    <dgm:cxn modelId="{9743A3D3-2664-48DE-BBC8-829484C93B5D}" type="presOf" srcId="{B777E199-D5E1-4005-9994-9A9A481A7530}" destId="{3D89CB8B-CB22-44F1-BDAF-6D80BF3E589D}" srcOrd="0" destOrd="0" presId="urn:microsoft.com/office/officeart/2018/2/layout/IconLabelDescriptionList"/>
    <dgm:cxn modelId="{D73E36F5-89C6-4CB8-A082-7A46B22D6A5F}" srcId="{4257D544-0A4A-449F-A511-B3B7B478606D}" destId="{CEBF4832-454C-4A5B-A4E9-3A850D62C11A}" srcOrd="2" destOrd="0" parTransId="{B1980B31-6322-4E53-A214-A0B394502958}" sibTransId="{FBF0AB91-10BC-423A-A839-60C13B8AF374}"/>
    <dgm:cxn modelId="{E77E9659-6628-43F9-BA73-344A594F4158}" type="presParOf" srcId="{93B1CB8A-B39B-4C8F-B549-133F05B701C1}" destId="{E3DE35BB-59C1-4A2C-96A7-414238AC803B}" srcOrd="0" destOrd="0" presId="urn:microsoft.com/office/officeart/2018/2/layout/IconLabelDescriptionList"/>
    <dgm:cxn modelId="{0D7F70C1-87D2-4B9A-8C8C-25EBEA53350B}" type="presParOf" srcId="{E3DE35BB-59C1-4A2C-96A7-414238AC803B}" destId="{B29113E9-0549-414D-9C26-BFBA04F4E1C8}" srcOrd="0" destOrd="0" presId="urn:microsoft.com/office/officeart/2018/2/layout/IconLabelDescriptionList"/>
    <dgm:cxn modelId="{FFFB004A-21CA-476C-9DBA-A8DFD5488AA2}" type="presParOf" srcId="{E3DE35BB-59C1-4A2C-96A7-414238AC803B}" destId="{CE9711AA-44D6-452A-BB11-68A057C2FEAE}" srcOrd="1" destOrd="0" presId="urn:microsoft.com/office/officeart/2018/2/layout/IconLabelDescriptionList"/>
    <dgm:cxn modelId="{F662B1F4-489C-4CA9-8968-9BED8461C25F}" type="presParOf" srcId="{E3DE35BB-59C1-4A2C-96A7-414238AC803B}" destId="{3D89CB8B-CB22-44F1-BDAF-6D80BF3E589D}" srcOrd="2" destOrd="0" presId="urn:microsoft.com/office/officeart/2018/2/layout/IconLabelDescriptionList"/>
    <dgm:cxn modelId="{9A460D46-388B-4D2E-A22F-9583B90EF3B4}" type="presParOf" srcId="{E3DE35BB-59C1-4A2C-96A7-414238AC803B}" destId="{C528D04B-50C0-4675-A170-081F81E9982A}" srcOrd="3" destOrd="0" presId="urn:microsoft.com/office/officeart/2018/2/layout/IconLabelDescriptionList"/>
    <dgm:cxn modelId="{744AB57A-ED5E-4D9A-B04D-4AB43C1B164C}" type="presParOf" srcId="{E3DE35BB-59C1-4A2C-96A7-414238AC803B}" destId="{AFF8FB44-7A96-4ECB-85D8-96D6D04EA844}" srcOrd="4" destOrd="0" presId="urn:microsoft.com/office/officeart/2018/2/layout/IconLabelDescriptionList"/>
    <dgm:cxn modelId="{862F1B90-A892-4F69-BF41-479117BC6233}" type="presParOf" srcId="{93B1CB8A-B39B-4C8F-B549-133F05B701C1}" destId="{EF719335-324B-453C-A163-ADB460927950}" srcOrd="1" destOrd="0" presId="urn:microsoft.com/office/officeart/2018/2/layout/IconLabelDescriptionList"/>
    <dgm:cxn modelId="{BB10D7B2-1883-4429-94BA-F47A75B13518}" type="presParOf" srcId="{93B1CB8A-B39B-4C8F-B549-133F05B701C1}" destId="{4E662412-D01B-4639-B46C-CFD65464E4C8}" srcOrd="2" destOrd="0" presId="urn:microsoft.com/office/officeart/2018/2/layout/IconLabelDescriptionList"/>
    <dgm:cxn modelId="{CAEE97BE-9A7E-4132-BE8E-C7089A6826EF}" type="presParOf" srcId="{4E662412-D01B-4639-B46C-CFD65464E4C8}" destId="{14F6E9B5-C990-4717-9138-9531D1DD7355}" srcOrd="0" destOrd="0" presId="urn:microsoft.com/office/officeart/2018/2/layout/IconLabelDescriptionList"/>
    <dgm:cxn modelId="{7594130B-FCAA-4104-9870-6004528F75D0}" type="presParOf" srcId="{4E662412-D01B-4639-B46C-CFD65464E4C8}" destId="{4CCC6B46-9E3D-403A-8FBF-2359330A3F70}" srcOrd="1" destOrd="0" presId="urn:microsoft.com/office/officeart/2018/2/layout/IconLabelDescriptionList"/>
    <dgm:cxn modelId="{DE01289B-4847-4701-87FF-6FFCCAA416CF}" type="presParOf" srcId="{4E662412-D01B-4639-B46C-CFD65464E4C8}" destId="{89AB6E6A-CF67-453D-AEBD-AFADDCFC13D9}" srcOrd="2" destOrd="0" presId="urn:microsoft.com/office/officeart/2018/2/layout/IconLabelDescriptionList"/>
    <dgm:cxn modelId="{FE2E0507-99C0-42C2-9D66-0DB42839866F}" type="presParOf" srcId="{4E662412-D01B-4639-B46C-CFD65464E4C8}" destId="{E4759F32-8038-493B-AF5B-7CEE0153339D}" srcOrd="3" destOrd="0" presId="urn:microsoft.com/office/officeart/2018/2/layout/IconLabelDescriptionList"/>
    <dgm:cxn modelId="{9D7791B2-A81C-49E5-9A7C-8CCDFEA036B6}" type="presParOf" srcId="{4E662412-D01B-4639-B46C-CFD65464E4C8}" destId="{D8837ECF-43FE-47BA-8524-0C959B54FE46}" srcOrd="4" destOrd="0" presId="urn:microsoft.com/office/officeart/2018/2/layout/IconLabelDescriptionList"/>
    <dgm:cxn modelId="{D30F1B93-5A36-477A-9238-1179DCA94FCC}" type="presParOf" srcId="{93B1CB8A-B39B-4C8F-B549-133F05B701C1}" destId="{34A7544F-1D10-4E1B-9F06-FEB83F0B1AB6}" srcOrd="3" destOrd="0" presId="urn:microsoft.com/office/officeart/2018/2/layout/IconLabelDescriptionList"/>
    <dgm:cxn modelId="{4B1059CF-EA21-4A45-9080-3FB46247C549}" type="presParOf" srcId="{93B1CB8A-B39B-4C8F-B549-133F05B701C1}" destId="{98643BF6-07A7-4F27-8F6E-A2F3C735EBB5}" srcOrd="4" destOrd="0" presId="urn:microsoft.com/office/officeart/2018/2/layout/IconLabelDescriptionList"/>
    <dgm:cxn modelId="{4B00BDE5-2898-4BA9-B4AB-64E8F3EFB2DF}" type="presParOf" srcId="{98643BF6-07A7-4F27-8F6E-A2F3C735EBB5}" destId="{F8B108EC-362C-45B9-8B4D-FF1F20E1CDB4}" srcOrd="0" destOrd="0" presId="urn:microsoft.com/office/officeart/2018/2/layout/IconLabelDescriptionList"/>
    <dgm:cxn modelId="{A4A277A3-24F0-4C7F-B297-8723886FB095}" type="presParOf" srcId="{98643BF6-07A7-4F27-8F6E-A2F3C735EBB5}" destId="{BC3A7B5B-66A1-4CA2-B092-FD1880A6A8AD}" srcOrd="1" destOrd="0" presId="urn:microsoft.com/office/officeart/2018/2/layout/IconLabelDescriptionList"/>
    <dgm:cxn modelId="{4C4F1AE1-42A8-424E-97F4-F1B67B1335AA}" type="presParOf" srcId="{98643BF6-07A7-4F27-8F6E-A2F3C735EBB5}" destId="{BE419446-5CF1-4277-8CB0-05A49CE21C68}" srcOrd="2" destOrd="0" presId="urn:microsoft.com/office/officeart/2018/2/layout/IconLabelDescriptionList"/>
    <dgm:cxn modelId="{07BED7BF-AA05-4131-A87A-2F2708BA06AF}" type="presParOf" srcId="{98643BF6-07A7-4F27-8F6E-A2F3C735EBB5}" destId="{B6350468-2256-4D1F-BC4E-3DBE563FE2C6}" srcOrd="3" destOrd="0" presId="urn:microsoft.com/office/officeart/2018/2/layout/IconLabelDescriptionList"/>
    <dgm:cxn modelId="{B081AE2C-56AF-4935-AA47-79E9DB242CB4}" type="presParOf" srcId="{98643BF6-07A7-4F27-8F6E-A2F3C735EBB5}" destId="{A7829C40-7A92-407E-9ECD-C6C049ED4D4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6C95537C-6D8A-4CBE-B744-AE360D2A264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55DC0397-CFEB-43BF-8A00-8739ACDEAF4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Matt </a:t>
          </a:r>
          <a:r>
            <a:rPr lang="en-US" dirty="0" err="1"/>
            <a:t>Corallo</a:t>
          </a:r>
          <a:r>
            <a:rPr lang="tr-TR" dirty="0"/>
            <a:t>, 2016</a:t>
          </a:r>
          <a:endParaRPr lang="en-US" dirty="0"/>
        </a:p>
      </dgm:t>
    </dgm:pt>
    <dgm:pt modelId="{ECFDF58D-A2DB-4123-AB14-CDCA3FEB8465}" type="parTrans" cxnId="{069B3A7B-4F30-4BD0-8716-AE6C2E1BB753}">
      <dgm:prSet/>
      <dgm:spPr/>
      <dgm:t>
        <a:bodyPr/>
        <a:lstStyle/>
        <a:p>
          <a:endParaRPr lang="en-US"/>
        </a:p>
      </dgm:t>
    </dgm:pt>
    <dgm:pt modelId="{120C613D-3930-4752-8900-E63A20CFEAEE}" type="sibTrans" cxnId="{069B3A7B-4F30-4BD0-8716-AE6C2E1BB753}">
      <dgm:prSet/>
      <dgm:spPr/>
      <dgm:t>
        <a:bodyPr/>
        <a:lstStyle/>
        <a:p>
          <a:endParaRPr lang="en-US"/>
        </a:p>
      </dgm:t>
    </dgm:pt>
    <dgm:pt modelId="{DBFEB255-A5C9-4956-9ABC-9215972A019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original Bitcoin Relay Network</a:t>
          </a:r>
        </a:p>
      </dgm:t>
    </dgm:pt>
    <dgm:pt modelId="{B75DA194-FCA0-4ADC-A277-AED9AC8F3E09}" type="parTrans" cxnId="{91041063-A725-4970-9D8D-94B348934010}">
      <dgm:prSet/>
      <dgm:spPr/>
      <dgm:t>
        <a:bodyPr/>
        <a:lstStyle/>
        <a:p>
          <a:endParaRPr lang="en-US"/>
        </a:p>
      </dgm:t>
    </dgm:pt>
    <dgm:pt modelId="{FBE92175-6353-435A-8CC8-9729C8646D82}" type="sibTrans" cxnId="{91041063-A725-4970-9D8D-94B348934010}">
      <dgm:prSet/>
      <dgm:spPr/>
      <dgm:t>
        <a:bodyPr/>
        <a:lstStyle/>
        <a:p>
          <a:endParaRPr lang="en-US"/>
        </a:p>
      </dgm:t>
    </dgm:pt>
    <dgm:pt modelId="{392E606B-B60C-47CC-9FAF-3032A020B2A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Fast Internet Bitcoin Relay Engine</a:t>
          </a:r>
          <a:endParaRPr lang="en-US" dirty="0"/>
        </a:p>
      </dgm:t>
    </dgm:pt>
    <dgm:pt modelId="{EE7792F9-06DA-46B3-A943-38F1B766DCA6}" type="parTrans" cxnId="{C93D648B-7075-4F10-99B6-2CAE2F4F3F46}">
      <dgm:prSet/>
      <dgm:spPr/>
      <dgm:t>
        <a:bodyPr/>
        <a:lstStyle/>
        <a:p>
          <a:endParaRPr lang="en-US"/>
        </a:p>
      </dgm:t>
    </dgm:pt>
    <dgm:pt modelId="{E84D8606-E0BF-40BD-A00E-8323B7BBEBC2}" type="sibTrans" cxnId="{C93D648B-7075-4F10-99B6-2CAE2F4F3F46}">
      <dgm:prSet/>
      <dgm:spPr/>
      <dgm:t>
        <a:bodyPr/>
        <a:lstStyle/>
        <a:p>
          <a:endParaRPr lang="en-US"/>
        </a:p>
      </dgm:t>
    </dgm:pt>
    <dgm:pt modelId="{56A182BE-C391-4BA5-AC20-894DD512F1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core developer</a:t>
          </a:r>
        </a:p>
      </dgm:t>
    </dgm:pt>
    <dgm:pt modelId="{7DD755E0-48AD-457E-A77D-F693868DA18D}" type="parTrans" cxnId="{A304CCFD-FAB5-4F87-9DD7-A437B39D581C}">
      <dgm:prSet/>
      <dgm:spPr/>
      <dgm:t>
        <a:bodyPr/>
        <a:lstStyle/>
        <a:p>
          <a:endParaRPr lang="en-US"/>
        </a:p>
      </dgm:t>
    </dgm:pt>
    <dgm:pt modelId="{A18F6F6C-5F09-442E-BE33-6981B2AD011B}" type="sibTrans" cxnId="{A304CCFD-FAB5-4F87-9DD7-A437B39D581C}">
      <dgm:prSet/>
      <dgm:spPr/>
      <dgm:t>
        <a:bodyPr/>
        <a:lstStyle/>
        <a:p>
          <a:endParaRPr lang="en-US"/>
        </a:p>
      </dgm:t>
    </dgm:pt>
    <dgm:pt modelId="{EFD5B88C-A07F-475B-9B8D-52080D6F9D5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Replace</a:t>
          </a:r>
          <a:endParaRPr lang="en-US" dirty="0"/>
        </a:p>
      </dgm:t>
    </dgm:pt>
    <dgm:pt modelId="{85E5DB5C-D35C-43C9-AFE1-DCA23470DA71}" type="parTrans" cxnId="{B58C7927-C6A9-45BD-B2FE-F7897891A2F2}">
      <dgm:prSet/>
      <dgm:spPr/>
      <dgm:t>
        <a:bodyPr/>
        <a:lstStyle/>
        <a:p>
          <a:endParaRPr lang="en-US"/>
        </a:p>
      </dgm:t>
    </dgm:pt>
    <dgm:pt modelId="{069F7439-C3A1-4B53-8C82-6F71F15BFDF8}" type="sibTrans" cxnId="{B58C7927-C6A9-45BD-B2FE-F7897891A2F2}">
      <dgm:prSet/>
      <dgm:spPr/>
      <dgm:t>
        <a:bodyPr/>
        <a:lstStyle/>
        <a:p>
          <a:endParaRPr lang="en-US"/>
        </a:p>
      </dgm:t>
    </dgm:pt>
    <dgm:pt modelId="{E45CA8E0-EE45-41DC-B4DF-EEFD7A0085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 dirty="0"/>
            <a:t>FIBRE</a:t>
          </a:r>
          <a:endParaRPr lang="en-US" dirty="0"/>
        </a:p>
      </dgm:t>
    </dgm:pt>
    <dgm:pt modelId="{6E54C917-552E-4AA5-8ED5-50B6DD0B5138}" type="parTrans" cxnId="{5DB9281A-C8A4-4315-82B4-922E309BCC42}">
      <dgm:prSet/>
      <dgm:spPr/>
    </dgm:pt>
    <dgm:pt modelId="{9F432094-9B59-4F50-BAC9-B46FA3E3B5A8}" type="sibTrans" cxnId="{5DB9281A-C8A4-4315-82B4-922E309BCC42}">
      <dgm:prSet/>
      <dgm:spPr/>
    </dgm:pt>
    <dgm:pt modelId="{68784C2E-48D6-4336-91DF-D5B60E1551B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Creator of FIBRE</a:t>
          </a:r>
          <a:endParaRPr lang="en-US" dirty="0"/>
        </a:p>
      </dgm:t>
    </dgm:pt>
    <dgm:pt modelId="{B7F8ED0A-6845-4283-A703-AC81341E821D}" type="parTrans" cxnId="{D416BA43-31D0-4EF3-AC59-92C52751C97E}">
      <dgm:prSet/>
      <dgm:spPr/>
    </dgm:pt>
    <dgm:pt modelId="{24333FFB-9C2F-4449-ACAA-09AA6F498700}" type="sibTrans" cxnId="{D416BA43-31D0-4EF3-AC59-92C52751C97E}">
      <dgm:prSet/>
      <dgm:spPr/>
    </dgm:pt>
    <dgm:pt modelId="{FE702A86-8440-496B-8519-35119CB4F2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2016 </a:t>
          </a:r>
        </a:p>
      </dgm:t>
    </dgm:pt>
    <dgm:pt modelId="{13B8BB8B-596F-40EB-978C-6501480C3197}" type="parTrans" cxnId="{BA40955C-274D-4A01-9D51-B879061C9B11}">
      <dgm:prSet/>
      <dgm:spPr/>
    </dgm:pt>
    <dgm:pt modelId="{51A93DDF-7FD1-4A03-8C9B-A87D5EA68673}" type="sibTrans" cxnId="{BA40955C-274D-4A01-9D51-B879061C9B11}">
      <dgm:prSet/>
      <dgm:spPr/>
    </dgm:pt>
    <dgm:pt modelId="{BFDBC488-3E3E-4707-8A9B-4C6CD5F81D35}" type="pres">
      <dgm:prSet presAssocID="{6C95537C-6D8A-4CBE-B744-AE360D2A2640}" presName="root" presStyleCnt="0">
        <dgm:presLayoutVars>
          <dgm:dir/>
          <dgm:resizeHandles val="exact"/>
        </dgm:presLayoutVars>
      </dgm:prSet>
      <dgm:spPr/>
    </dgm:pt>
    <dgm:pt modelId="{86831E78-BD4A-45CE-915D-0727D709AA20}" type="pres">
      <dgm:prSet presAssocID="{55DC0397-CFEB-43BF-8A00-8739ACDEAF43}" presName="compNode" presStyleCnt="0"/>
      <dgm:spPr/>
    </dgm:pt>
    <dgm:pt modelId="{8F5F8D1C-77FC-4B9B-AA96-9F6685922BCE}" type="pres">
      <dgm:prSet presAssocID="{55DC0397-CFEB-43BF-8A00-8739ACDEAF43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A6903AC6-0F96-4A81-82D9-A24ED43745C9}" type="pres">
      <dgm:prSet presAssocID="{55DC0397-CFEB-43BF-8A00-8739ACDEAF43}" presName="iconSpace" presStyleCnt="0"/>
      <dgm:spPr/>
    </dgm:pt>
    <dgm:pt modelId="{B9A6A878-D38D-4244-854B-58A3C1DE4E63}" type="pres">
      <dgm:prSet presAssocID="{55DC0397-CFEB-43BF-8A00-8739ACDEAF43}" presName="parTx" presStyleLbl="revTx" presStyleIdx="0" presStyleCnt="6">
        <dgm:presLayoutVars>
          <dgm:chMax val="0"/>
          <dgm:chPref val="0"/>
        </dgm:presLayoutVars>
      </dgm:prSet>
      <dgm:spPr/>
    </dgm:pt>
    <dgm:pt modelId="{538FF531-F47C-40D3-89DB-896CB3C2B10D}" type="pres">
      <dgm:prSet presAssocID="{55DC0397-CFEB-43BF-8A00-8739ACDEAF43}" presName="txSpace" presStyleCnt="0"/>
      <dgm:spPr/>
    </dgm:pt>
    <dgm:pt modelId="{EC5B3E1A-5F7C-45DA-BEA8-B5E8EBAAC75D}" type="pres">
      <dgm:prSet presAssocID="{55DC0397-CFEB-43BF-8A00-8739ACDEAF43}" presName="desTx" presStyleLbl="revTx" presStyleIdx="1" presStyleCnt="6">
        <dgm:presLayoutVars/>
      </dgm:prSet>
      <dgm:spPr/>
    </dgm:pt>
    <dgm:pt modelId="{CDA4B461-1669-490C-8C0E-B1AF12F9328E}" type="pres">
      <dgm:prSet presAssocID="{120C613D-3930-4752-8900-E63A20CFEAEE}" presName="sibTrans" presStyleCnt="0"/>
      <dgm:spPr/>
    </dgm:pt>
    <dgm:pt modelId="{19E5B8FD-F205-4B0E-AE0A-1F8B0BA3415C}" type="pres">
      <dgm:prSet presAssocID="{EFD5B88C-A07F-475B-9B8D-52080D6F9D57}" presName="compNode" presStyleCnt="0"/>
      <dgm:spPr/>
    </dgm:pt>
    <dgm:pt modelId="{8F0A74A6-46E6-4330-8922-7D4A5CF42382}" type="pres">
      <dgm:prSet presAssocID="{EFD5B88C-A07F-475B-9B8D-52080D6F9D57}" presName="iconRect" presStyleLbl="node1" presStyleIdx="1" presStyleCnt="3"/>
      <dgm:spPr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EC84C825-FA93-4487-BC86-CC691EFD616C}" type="pres">
      <dgm:prSet presAssocID="{EFD5B88C-A07F-475B-9B8D-52080D6F9D57}" presName="iconSpace" presStyleCnt="0"/>
      <dgm:spPr/>
    </dgm:pt>
    <dgm:pt modelId="{E969BBAC-2D59-4D1F-87C8-77ACE2C173DA}" type="pres">
      <dgm:prSet presAssocID="{EFD5B88C-A07F-475B-9B8D-52080D6F9D57}" presName="parTx" presStyleLbl="revTx" presStyleIdx="2" presStyleCnt="6">
        <dgm:presLayoutVars>
          <dgm:chMax val="0"/>
          <dgm:chPref val="0"/>
        </dgm:presLayoutVars>
      </dgm:prSet>
      <dgm:spPr/>
    </dgm:pt>
    <dgm:pt modelId="{FC692FBE-35A6-4FD9-8D77-AE36E63EBFBF}" type="pres">
      <dgm:prSet presAssocID="{EFD5B88C-A07F-475B-9B8D-52080D6F9D57}" presName="txSpace" presStyleCnt="0"/>
      <dgm:spPr/>
    </dgm:pt>
    <dgm:pt modelId="{A172D515-E190-436D-A14B-49DD25D712EE}" type="pres">
      <dgm:prSet presAssocID="{EFD5B88C-A07F-475B-9B8D-52080D6F9D57}" presName="desTx" presStyleLbl="revTx" presStyleIdx="3" presStyleCnt="6">
        <dgm:presLayoutVars/>
      </dgm:prSet>
      <dgm:spPr/>
    </dgm:pt>
    <dgm:pt modelId="{A52C64AA-2479-4387-8F5A-16BD1C454076}" type="pres">
      <dgm:prSet presAssocID="{069F7439-C3A1-4B53-8C82-6F71F15BFDF8}" presName="sibTrans" presStyleCnt="0"/>
      <dgm:spPr/>
    </dgm:pt>
    <dgm:pt modelId="{4FEB875E-FBFF-47D5-AF11-8946181300A0}" type="pres">
      <dgm:prSet presAssocID="{E45CA8E0-EE45-41DC-B4DF-EEFD7A008564}" presName="compNode" presStyleCnt="0"/>
      <dgm:spPr/>
    </dgm:pt>
    <dgm:pt modelId="{B43F792C-0F48-40B2-A9FD-B3E36B14ED05}" type="pres">
      <dgm:prSet presAssocID="{E45CA8E0-EE45-41DC-B4DF-EEFD7A008564}" presName="iconRect" presStyleLbl="node1" presStyleIdx="2" presStyleCnt="3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</dgm:spPr>
    </dgm:pt>
    <dgm:pt modelId="{EAEAEFF1-819C-4643-BF85-FD7DC436CCDF}" type="pres">
      <dgm:prSet presAssocID="{E45CA8E0-EE45-41DC-B4DF-EEFD7A008564}" presName="iconSpace" presStyleCnt="0"/>
      <dgm:spPr/>
    </dgm:pt>
    <dgm:pt modelId="{BEAAA720-DDA1-4739-83D8-7AC328A5D8A6}" type="pres">
      <dgm:prSet presAssocID="{E45CA8E0-EE45-41DC-B4DF-EEFD7A008564}" presName="parTx" presStyleLbl="revTx" presStyleIdx="4" presStyleCnt="6">
        <dgm:presLayoutVars>
          <dgm:chMax val="0"/>
          <dgm:chPref val="0"/>
        </dgm:presLayoutVars>
      </dgm:prSet>
      <dgm:spPr/>
    </dgm:pt>
    <dgm:pt modelId="{65A61E95-F87F-4D5D-BD8A-1DF5DD86C5A2}" type="pres">
      <dgm:prSet presAssocID="{E45CA8E0-EE45-41DC-B4DF-EEFD7A008564}" presName="txSpace" presStyleCnt="0"/>
      <dgm:spPr/>
    </dgm:pt>
    <dgm:pt modelId="{6B71030B-488D-4906-94AD-5CE15E4D382E}" type="pres">
      <dgm:prSet presAssocID="{E45CA8E0-EE45-41DC-B4DF-EEFD7A008564}" presName="desTx" presStyleLbl="revTx" presStyleIdx="5" presStyleCnt="6">
        <dgm:presLayoutVars/>
      </dgm:prSet>
      <dgm:spPr/>
    </dgm:pt>
  </dgm:ptLst>
  <dgm:cxnLst>
    <dgm:cxn modelId="{5DB9281A-C8A4-4315-82B4-922E309BCC42}" srcId="{6C95537C-6D8A-4CBE-B744-AE360D2A2640}" destId="{E45CA8E0-EE45-41DC-B4DF-EEFD7A008564}" srcOrd="2" destOrd="0" parTransId="{6E54C917-552E-4AA5-8ED5-50B6DD0B5138}" sibTransId="{9F432094-9B59-4F50-BAC9-B46FA3E3B5A8}"/>
    <dgm:cxn modelId="{B58C7927-C6A9-45BD-B2FE-F7897891A2F2}" srcId="{6C95537C-6D8A-4CBE-B744-AE360D2A2640}" destId="{EFD5B88C-A07F-475B-9B8D-52080D6F9D57}" srcOrd="1" destOrd="0" parTransId="{85E5DB5C-D35C-43C9-AFE1-DCA23470DA71}" sibTransId="{069F7439-C3A1-4B53-8C82-6F71F15BFDF8}"/>
    <dgm:cxn modelId="{B60AE429-1A71-4183-8BF2-4852424B3C00}" type="presOf" srcId="{68784C2E-48D6-4336-91DF-D5B60E1551B1}" destId="{EC5B3E1A-5F7C-45DA-BEA8-B5E8EBAAC75D}" srcOrd="0" destOrd="0" presId="urn:microsoft.com/office/officeart/2018/5/layout/CenteredIconLabelDescriptionList"/>
    <dgm:cxn modelId="{BA40955C-274D-4A01-9D51-B879061C9B11}" srcId="{EFD5B88C-A07F-475B-9B8D-52080D6F9D57}" destId="{FE702A86-8440-496B-8519-35119CB4F208}" srcOrd="1" destOrd="0" parTransId="{13B8BB8B-596F-40EB-978C-6501480C3197}" sibTransId="{51A93DDF-7FD1-4A03-8C9B-A87D5EA68673}"/>
    <dgm:cxn modelId="{91041063-A725-4970-9D8D-94B348934010}" srcId="{EFD5B88C-A07F-475B-9B8D-52080D6F9D57}" destId="{DBFEB255-A5C9-4956-9ABC-9215972A0191}" srcOrd="0" destOrd="0" parTransId="{B75DA194-FCA0-4ADC-A277-AED9AC8F3E09}" sibTransId="{FBE92175-6353-435A-8CC8-9729C8646D82}"/>
    <dgm:cxn modelId="{D416BA43-31D0-4EF3-AC59-92C52751C97E}" srcId="{55DC0397-CFEB-43BF-8A00-8739ACDEAF43}" destId="{68784C2E-48D6-4336-91DF-D5B60E1551B1}" srcOrd="0" destOrd="0" parTransId="{B7F8ED0A-6845-4283-A703-AC81341E821D}" sibTransId="{24333FFB-9C2F-4449-ACAA-09AA6F498700}"/>
    <dgm:cxn modelId="{4A585866-ECD6-41BF-B5FF-B467402E6A01}" type="presOf" srcId="{FE702A86-8440-496B-8519-35119CB4F208}" destId="{A172D515-E190-436D-A14B-49DD25D712EE}" srcOrd="0" destOrd="1" presId="urn:microsoft.com/office/officeart/2018/5/layout/CenteredIconLabelDescriptionList"/>
    <dgm:cxn modelId="{2E485655-44C9-4317-A64A-2D72D50F2722}" type="presOf" srcId="{55DC0397-CFEB-43BF-8A00-8739ACDEAF43}" destId="{B9A6A878-D38D-4244-854B-58A3C1DE4E63}" srcOrd="0" destOrd="0" presId="urn:microsoft.com/office/officeart/2018/5/layout/CenteredIconLabelDescriptionList"/>
    <dgm:cxn modelId="{6F54D475-86C2-4C1A-933C-D2CCBAA046AC}" type="presOf" srcId="{E45CA8E0-EE45-41DC-B4DF-EEFD7A008564}" destId="{BEAAA720-DDA1-4739-83D8-7AC328A5D8A6}" srcOrd="0" destOrd="0" presId="urn:microsoft.com/office/officeart/2018/5/layout/CenteredIconLabelDescriptionList"/>
    <dgm:cxn modelId="{069B3A7B-4F30-4BD0-8716-AE6C2E1BB753}" srcId="{6C95537C-6D8A-4CBE-B744-AE360D2A2640}" destId="{55DC0397-CFEB-43BF-8A00-8739ACDEAF43}" srcOrd="0" destOrd="0" parTransId="{ECFDF58D-A2DB-4123-AB14-CDCA3FEB8465}" sibTransId="{120C613D-3930-4752-8900-E63A20CFEAEE}"/>
    <dgm:cxn modelId="{9C9C1583-3FE5-4D0C-8138-82804FFEB8BC}" type="presOf" srcId="{56A182BE-C391-4BA5-AC20-894DD512F145}" destId="{EC5B3E1A-5F7C-45DA-BEA8-B5E8EBAAC75D}" srcOrd="0" destOrd="1" presId="urn:microsoft.com/office/officeart/2018/5/layout/CenteredIconLabelDescriptionList"/>
    <dgm:cxn modelId="{BC2B2583-D64A-44BE-AAD6-5FE5F1124B5E}" type="presOf" srcId="{DBFEB255-A5C9-4956-9ABC-9215972A0191}" destId="{A172D515-E190-436D-A14B-49DD25D712EE}" srcOrd="0" destOrd="0" presId="urn:microsoft.com/office/officeart/2018/5/layout/CenteredIconLabelDescriptionList"/>
    <dgm:cxn modelId="{C93D648B-7075-4F10-99B6-2CAE2F4F3F46}" srcId="{E45CA8E0-EE45-41DC-B4DF-EEFD7A008564}" destId="{392E606B-B60C-47CC-9FAF-3032A020B2A1}" srcOrd="0" destOrd="0" parTransId="{EE7792F9-06DA-46B3-A943-38F1B766DCA6}" sibTransId="{E84D8606-E0BF-40BD-A00E-8323B7BBEBC2}"/>
    <dgm:cxn modelId="{F5B96D8C-88A8-40B7-9010-A5CB83795EDE}" type="presOf" srcId="{EFD5B88C-A07F-475B-9B8D-52080D6F9D57}" destId="{E969BBAC-2D59-4D1F-87C8-77ACE2C173DA}" srcOrd="0" destOrd="0" presId="urn:microsoft.com/office/officeart/2018/5/layout/CenteredIconLabelDescriptionList"/>
    <dgm:cxn modelId="{6F2F47BF-A986-43C9-ADF5-B0B2B35AC446}" type="presOf" srcId="{6C95537C-6D8A-4CBE-B744-AE360D2A2640}" destId="{BFDBC488-3E3E-4707-8A9B-4C6CD5F81D35}" srcOrd="0" destOrd="0" presId="urn:microsoft.com/office/officeart/2018/5/layout/CenteredIconLabelDescriptionList"/>
    <dgm:cxn modelId="{135F1EC9-354E-4201-A70F-4F7F310055B3}" type="presOf" srcId="{392E606B-B60C-47CC-9FAF-3032A020B2A1}" destId="{6B71030B-488D-4906-94AD-5CE15E4D382E}" srcOrd="0" destOrd="0" presId="urn:microsoft.com/office/officeart/2018/5/layout/CenteredIconLabelDescriptionList"/>
    <dgm:cxn modelId="{A304CCFD-FAB5-4F87-9DD7-A437B39D581C}" srcId="{55DC0397-CFEB-43BF-8A00-8739ACDEAF43}" destId="{56A182BE-C391-4BA5-AC20-894DD512F145}" srcOrd="1" destOrd="0" parTransId="{7DD755E0-48AD-457E-A77D-F693868DA18D}" sibTransId="{A18F6F6C-5F09-442E-BE33-6981B2AD011B}"/>
    <dgm:cxn modelId="{5301110F-187A-41BF-910B-51D436B93392}" type="presParOf" srcId="{BFDBC488-3E3E-4707-8A9B-4C6CD5F81D35}" destId="{86831E78-BD4A-45CE-915D-0727D709AA20}" srcOrd="0" destOrd="0" presId="urn:microsoft.com/office/officeart/2018/5/layout/CenteredIconLabelDescriptionList"/>
    <dgm:cxn modelId="{372A0D8F-446F-42DE-B7CF-2B85E0C06893}" type="presParOf" srcId="{86831E78-BD4A-45CE-915D-0727D709AA20}" destId="{8F5F8D1C-77FC-4B9B-AA96-9F6685922BCE}" srcOrd="0" destOrd="0" presId="urn:microsoft.com/office/officeart/2018/5/layout/CenteredIconLabelDescriptionList"/>
    <dgm:cxn modelId="{A742DC1F-66D5-456A-A293-1704C90DB298}" type="presParOf" srcId="{86831E78-BD4A-45CE-915D-0727D709AA20}" destId="{A6903AC6-0F96-4A81-82D9-A24ED43745C9}" srcOrd="1" destOrd="0" presId="urn:microsoft.com/office/officeart/2018/5/layout/CenteredIconLabelDescriptionList"/>
    <dgm:cxn modelId="{B0803253-0251-427A-A917-953B661805D7}" type="presParOf" srcId="{86831E78-BD4A-45CE-915D-0727D709AA20}" destId="{B9A6A878-D38D-4244-854B-58A3C1DE4E63}" srcOrd="2" destOrd="0" presId="urn:microsoft.com/office/officeart/2018/5/layout/CenteredIconLabelDescriptionList"/>
    <dgm:cxn modelId="{6413AF74-A820-404B-86C1-7704314BB4FD}" type="presParOf" srcId="{86831E78-BD4A-45CE-915D-0727D709AA20}" destId="{538FF531-F47C-40D3-89DB-896CB3C2B10D}" srcOrd="3" destOrd="0" presId="urn:microsoft.com/office/officeart/2018/5/layout/CenteredIconLabelDescriptionList"/>
    <dgm:cxn modelId="{BBD7F9D5-DA93-4A78-8D5E-3788564B15A9}" type="presParOf" srcId="{86831E78-BD4A-45CE-915D-0727D709AA20}" destId="{EC5B3E1A-5F7C-45DA-BEA8-B5E8EBAAC75D}" srcOrd="4" destOrd="0" presId="urn:microsoft.com/office/officeart/2018/5/layout/CenteredIconLabelDescriptionList"/>
    <dgm:cxn modelId="{B89C4FED-E023-42A1-BDB1-92ED7795201C}" type="presParOf" srcId="{BFDBC488-3E3E-4707-8A9B-4C6CD5F81D35}" destId="{CDA4B461-1669-490C-8C0E-B1AF12F9328E}" srcOrd="1" destOrd="0" presId="urn:microsoft.com/office/officeart/2018/5/layout/CenteredIconLabelDescriptionList"/>
    <dgm:cxn modelId="{07372423-A295-4B9F-9B81-0A86B3E17A75}" type="presParOf" srcId="{BFDBC488-3E3E-4707-8A9B-4C6CD5F81D35}" destId="{19E5B8FD-F205-4B0E-AE0A-1F8B0BA3415C}" srcOrd="2" destOrd="0" presId="urn:microsoft.com/office/officeart/2018/5/layout/CenteredIconLabelDescriptionList"/>
    <dgm:cxn modelId="{A3702FC5-E7CF-49B3-97D9-C832730D193F}" type="presParOf" srcId="{19E5B8FD-F205-4B0E-AE0A-1F8B0BA3415C}" destId="{8F0A74A6-46E6-4330-8922-7D4A5CF42382}" srcOrd="0" destOrd="0" presId="urn:microsoft.com/office/officeart/2018/5/layout/CenteredIconLabelDescriptionList"/>
    <dgm:cxn modelId="{E449A02E-179C-4B05-A8EF-9666CF5815EE}" type="presParOf" srcId="{19E5B8FD-F205-4B0E-AE0A-1F8B0BA3415C}" destId="{EC84C825-FA93-4487-BC86-CC691EFD616C}" srcOrd="1" destOrd="0" presId="urn:microsoft.com/office/officeart/2018/5/layout/CenteredIconLabelDescriptionList"/>
    <dgm:cxn modelId="{4531605A-B846-46E3-B71E-D7918F8DAF57}" type="presParOf" srcId="{19E5B8FD-F205-4B0E-AE0A-1F8B0BA3415C}" destId="{E969BBAC-2D59-4D1F-87C8-77ACE2C173DA}" srcOrd="2" destOrd="0" presId="urn:microsoft.com/office/officeart/2018/5/layout/CenteredIconLabelDescriptionList"/>
    <dgm:cxn modelId="{F12DCAB0-FBCE-4138-8962-E2E20BF1D5D7}" type="presParOf" srcId="{19E5B8FD-F205-4B0E-AE0A-1F8B0BA3415C}" destId="{FC692FBE-35A6-4FD9-8D77-AE36E63EBFBF}" srcOrd="3" destOrd="0" presId="urn:microsoft.com/office/officeart/2018/5/layout/CenteredIconLabelDescriptionList"/>
    <dgm:cxn modelId="{38ACAB6E-BE60-4F6A-97AD-D2AEBFA1CBE7}" type="presParOf" srcId="{19E5B8FD-F205-4B0E-AE0A-1F8B0BA3415C}" destId="{A172D515-E190-436D-A14B-49DD25D712EE}" srcOrd="4" destOrd="0" presId="urn:microsoft.com/office/officeart/2018/5/layout/CenteredIconLabelDescriptionList"/>
    <dgm:cxn modelId="{47719819-2655-4461-BA6B-5B032AA74EDA}" type="presParOf" srcId="{BFDBC488-3E3E-4707-8A9B-4C6CD5F81D35}" destId="{A52C64AA-2479-4387-8F5A-16BD1C454076}" srcOrd="3" destOrd="0" presId="urn:microsoft.com/office/officeart/2018/5/layout/CenteredIconLabelDescriptionList"/>
    <dgm:cxn modelId="{2E94A5DE-049F-4B44-B27E-92B5F49CC6E0}" type="presParOf" srcId="{BFDBC488-3E3E-4707-8A9B-4C6CD5F81D35}" destId="{4FEB875E-FBFF-47D5-AF11-8946181300A0}" srcOrd="4" destOrd="0" presId="urn:microsoft.com/office/officeart/2018/5/layout/CenteredIconLabelDescriptionList"/>
    <dgm:cxn modelId="{94541A56-B125-4D05-96F6-6D4483906B86}" type="presParOf" srcId="{4FEB875E-FBFF-47D5-AF11-8946181300A0}" destId="{B43F792C-0F48-40B2-A9FD-B3E36B14ED05}" srcOrd="0" destOrd="0" presId="urn:microsoft.com/office/officeart/2018/5/layout/CenteredIconLabelDescriptionList"/>
    <dgm:cxn modelId="{03F43FF4-68B7-4083-AAEC-0545417AD046}" type="presParOf" srcId="{4FEB875E-FBFF-47D5-AF11-8946181300A0}" destId="{EAEAEFF1-819C-4643-BF85-FD7DC436CCDF}" srcOrd="1" destOrd="0" presId="urn:microsoft.com/office/officeart/2018/5/layout/CenteredIconLabelDescriptionList"/>
    <dgm:cxn modelId="{88823BAE-D279-487C-B7EF-DFF25B5BCDA7}" type="presParOf" srcId="{4FEB875E-FBFF-47D5-AF11-8946181300A0}" destId="{BEAAA720-DDA1-4739-83D8-7AC328A5D8A6}" srcOrd="2" destOrd="0" presId="urn:microsoft.com/office/officeart/2018/5/layout/CenteredIconLabelDescriptionList"/>
    <dgm:cxn modelId="{8A6D32A5-FF63-41C7-8B84-0454B4B9FEBF}" type="presParOf" srcId="{4FEB875E-FBFF-47D5-AF11-8946181300A0}" destId="{65A61E95-F87F-4D5D-BD8A-1DF5DD86C5A2}" srcOrd="3" destOrd="0" presId="urn:microsoft.com/office/officeart/2018/5/layout/CenteredIconLabelDescriptionList"/>
    <dgm:cxn modelId="{A1FE0B1F-4778-4133-A2FC-2EE64CB17A9F}" type="presParOf" srcId="{4FEB875E-FBFF-47D5-AF11-8946181300A0}" destId="{6B71030B-488D-4906-94AD-5CE15E4D382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6C95537C-6D8A-4CBE-B744-AE360D2A264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BD23FFD-6D2A-4526-A8D2-A6CDD54D77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relays blocks</a:t>
          </a:r>
        </a:p>
      </dgm:t>
    </dgm:pt>
    <dgm:pt modelId="{6EF67BFF-63D0-470C-8C8A-CBD0DC1633BA}" type="parTrans" cxnId="{69169554-E74E-4DC8-BA88-255FEF9B881F}">
      <dgm:prSet/>
      <dgm:spPr/>
      <dgm:t>
        <a:bodyPr/>
        <a:lstStyle/>
        <a:p>
          <a:endParaRPr lang="en-US"/>
        </a:p>
      </dgm:t>
    </dgm:pt>
    <dgm:pt modelId="{FE2D9BEF-9843-4716-95E1-6F4E39B1DAC8}" type="sibTrans" cxnId="{69169554-E74E-4DC8-BA88-255FEF9B881F}">
      <dgm:prSet/>
      <dgm:spPr/>
      <dgm:t>
        <a:bodyPr/>
        <a:lstStyle/>
        <a:p>
          <a:endParaRPr lang="en-US"/>
        </a:p>
      </dgm:t>
    </dgm:pt>
    <dgm:pt modelId="{370B4AA5-F273-4489-8221-F9AF69187F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Optimization</a:t>
          </a:r>
          <a:endParaRPr lang="en-US"/>
        </a:p>
      </dgm:t>
    </dgm:pt>
    <dgm:pt modelId="{4EE698D5-3E30-4C69-90AB-B746CF3E4E9F}" type="parTrans" cxnId="{8A243B38-3FA1-4B26-AD7C-721DEA3E0A17}">
      <dgm:prSet/>
      <dgm:spPr/>
      <dgm:t>
        <a:bodyPr/>
        <a:lstStyle/>
        <a:p>
          <a:endParaRPr lang="en-US"/>
        </a:p>
      </dgm:t>
    </dgm:pt>
    <dgm:pt modelId="{9C20DCBB-18AB-4C84-8A9D-96084339246D}" type="sibTrans" cxnId="{8A243B38-3FA1-4B26-AD7C-721DEA3E0A17}">
      <dgm:prSet/>
      <dgm:spPr/>
      <dgm:t>
        <a:bodyPr/>
        <a:lstStyle/>
        <a:p>
          <a:endParaRPr lang="en-US"/>
        </a:p>
      </dgm:t>
    </dgm:pt>
    <dgm:pt modelId="{EEA02826-A417-456F-AC1F-D49DDF6B55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implements </a:t>
          </a:r>
          <a:r>
            <a:rPr lang="en-US" i="1"/>
            <a:t>compact block </a:t>
          </a:r>
          <a:r>
            <a:rPr lang="en-US"/>
            <a:t>optimization </a:t>
          </a:r>
        </a:p>
      </dgm:t>
    </dgm:pt>
    <dgm:pt modelId="{4A404494-A604-4166-8C85-0BA7A7046B59}" type="parTrans" cxnId="{FCFA3695-D765-4E9D-A015-57FD464ACB7E}">
      <dgm:prSet/>
      <dgm:spPr/>
      <dgm:t>
        <a:bodyPr/>
        <a:lstStyle/>
        <a:p>
          <a:endParaRPr lang="en-US"/>
        </a:p>
      </dgm:t>
    </dgm:pt>
    <dgm:pt modelId="{7D03245A-AE07-41B5-B105-FDC010C39344}" type="sibTrans" cxnId="{FCFA3695-D765-4E9D-A015-57FD464ACB7E}">
      <dgm:prSet/>
      <dgm:spPr/>
      <dgm:t>
        <a:bodyPr/>
        <a:lstStyle/>
        <a:p>
          <a:endParaRPr lang="en-US"/>
        </a:p>
      </dgm:t>
    </dgm:pt>
    <dgm:pt modelId="{4E63434F-EBB3-4907-AF77-827168D1675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reduce</a:t>
          </a:r>
        </a:p>
      </dgm:t>
    </dgm:pt>
    <dgm:pt modelId="{7B8C342D-CCA5-4F62-A7B5-C239AE54C154}" type="parTrans" cxnId="{1D098087-65FD-44F9-8238-07DD3C5386CD}">
      <dgm:prSet/>
      <dgm:spPr/>
      <dgm:t>
        <a:bodyPr/>
        <a:lstStyle/>
        <a:p>
          <a:endParaRPr lang="en-US"/>
        </a:p>
      </dgm:t>
    </dgm:pt>
    <dgm:pt modelId="{487169B8-328C-49F4-9121-0226E72912DA}" type="sibTrans" cxnId="{1D098087-65FD-44F9-8238-07DD3C5386CD}">
      <dgm:prSet/>
      <dgm:spPr/>
      <dgm:t>
        <a:bodyPr/>
        <a:lstStyle/>
        <a:p>
          <a:endParaRPr lang="en-US"/>
        </a:p>
      </dgm:t>
    </dgm:pt>
    <dgm:pt modelId="{4A6B6792-EA1F-4A1B-BD9E-4C55B8E66EE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reducing </a:t>
          </a:r>
          <a:r>
            <a:rPr lang="en-US"/>
            <a:t>the network latency</a:t>
          </a:r>
        </a:p>
      </dgm:t>
    </dgm:pt>
    <dgm:pt modelId="{187B4E66-477C-4D47-ADF3-DCC303A4A2EC}" type="parTrans" cxnId="{EA3BF6EF-EAD3-437F-A296-C849A8AC0780}">
      <dgm:prSet/>
      <dgm:spPr/>
      <dgm:t>
        <a:bodyPr/>
        <a:lstStyle/>
        <a:p>
          <a:endParaRPr lang="tr-TR"/>
        </a:p>
      </dgm:t>
    </dgm:pt>
    <dgm:pt modelId="{E3AEEE2F-5EFB-4B74-93B1-AAC2D8D09D87}" type="sibTrans" cxnId="{EA3BF6EF-EAD3-437F-A296-C849A8AC0780}">
      <dgm:prSet/>
      <dgm:spPr/>
      <dgm:t>
        <a:bodyPr/>
        <a:lstStyle/>
        <a:p>
          <a:endParaRPr lang="tr-TR"/>
        </a:p>
      </dgm:t>
    </dgm:pt>
    <dgm:pt modelId="{098384B4-3F2B-49A8-A755-519F8CDCE4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data transmitted</a:t>
          </a:r>
        </a:p>
      </dgm:t>
    </dgm:pt>
    <dgm:pt modelId="{27E84E21-6291-4D9A-A9C6-D7F56D6CC1F0}" type="parTrans" cxnId="{726DA3A7-7649-48B5-9F9C-24CC1262274C}">
      <dgm:prSet/>
      <dgm:spPr/>
      <dgm:t>
        <a:bodyPr/>
        <a:lstStyle/>
        <a:p>
          <a:endParaRPr lang="tr-TR"/>
        </a:p>
      </dgm:t>
    </dgm:pt>
    <dgm:pt modelId="{93833770-1C5E-4A52-A6CC-B287331F2456}" type="sibTrans" cxnId="{726DA3A7-7649-48B5-9F9C-24CC1262274C}">
      <dgm:prSet/>
      <dgm:spPr/>
      <dgm:t>
        <a:bodyPr/>
        <a:lstStyle/>
        <a:p>
          <a:endParaRPr lang="tr-TR"/>
        </a:p>
      </dgm:t>
    </dgm:pt>
    <dgm:pt modelId="{6F61FB7A-0207-44C9-BFC4-CAB4BE2324B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UDP-based</a:t>
          </a:r>
        </a:p>
      </dgm:t>
    </dgm:pt>
    <dgm:pt modelId="{9B80A379-D99D-40A8-A4C3-AF2310BDAF73}" type="parTrans" cxnId="{85A326C9-A96A-4F1B-8CEF-E0C4ADA93BCB}">
      <dgm:prSet/>
      <dgm:spPr/>
      <dgm:t>
        <a:bodyPr/>
        <a:lstStyle/>
        <a:p>
          <a:endParaRPr lang="tr-TR"/>
        </a:p>
      </dgm:t>
    </dgm:pt>
    <dgm:pt modelId="{D001B91B-8309-433D-A937-86D836DF3E80}" type="sibTrans" cxnId="{85A326C9-A96A-4F1B-8CEF-E0C4ADA93BCB}">
      <dgm:prSet/>
      <dgm:spPr/>
      <dgm:t>
        <a:bodyPr/>
        <a:lstStyle/>
        <a:p>
          <a:endParaRPr lang="tr-TR"/>
        </a:p>
      </dgm:t>
    </dgm:pt>
    <dgm:pt modelId="{FC2D4E53-7938-4538-B7E5-1114594B14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within a network of</a:t>
          </a:r>
          <a:r>
            <a:rPr lang="tr-TR"/>
            <a:t> </a:t>
          </a:r>
          <a:r>
            <a:rPr lang="en-US"/>
            <a:t>nodes</a:t>
          </a:r>
        </a:p>
      </dgm:t>
    </dgm:pt>
    <dgm:pt modelId="{4CBF3B57-0495-4305-8B87-37D81B3E81F9}" type="parTrans" cxnId="{4A7B609A-2451-4A3A-8E6D-D27E5EB2620C}">
      <dgm:prSet/>
      <dgm:spPr/>
      <dgm:t>
        <a:bodyPr/>
        <a:lstStyle/>
        <a:p>
          <a:endParaRPr lang="tr-TR"/>
        </a:p>
      </dgm:t>
    </dgm:pt>
    <dgm:pt modelId="{618759FE-1F6D-4B03-A833-38EC903E4771}" type="sibTrans" cxnId="{4A7B609A-2451-4A3A-8E6D-D27E5EB2620C}">
      <dgm:prSet/>
      <dgm:spPr/>
      <dgm:t>
        <a:bodyPr/>
        <a:lstStyle/>
        <a:p>
          <a:endParaRPr lang="tr-TR"/>
        </a:p>
      </dgm:t>
    </dgm:pt>
    <dgm:pt modelId="{BFDBC488-3E3E-4707-8A9B-4C6CD5F81D35}" type="pres">
      <dgm:prSet presAssocID="{6C95537C-6D8A-4CBE-B744-AE360D2A2640}" presName="root" presStyleCnt="0">
        <dgm:presLayoutVars>
          <dgm:dir/>
          <dgm:resizeHandles val="exact"/>
        </dgm:presLayoutVars>
      </dgm:prSet>
      <dgm:spPr/>
    </dgm:pt>
    <dgm:pt modelId="{19B23CC5-C99A-499F-A66A-73D0516C2FCD}" type="pres">
      <dgm:prSet presAssocID="{6F61FB7A-0207-44C9-BFC4-CAB4BE2324B0}" presName="compNode" presStyleCnt="0"/>
      <dgm:spPr/>
    </dgm:pt>
    <dgm:pt modelId="{C1106955-4E40-402E-9BDC-E4CF4DA0F42D}" type="pres">
      <dgm:prSet presAssocID="{6F61FB7A-0207-44C9-BFC4-CAB4BE2324B0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4BC17BFA-50FE-4D8E-B201-996195C89B9E}" type="pres">
      <dgm:prSet presAssocID="{6F61FB7A-0207-44C9-BFC4-CAB4BE2324B0}" presName="iconSpace" presStyleCnt="0"/>
      <dgm:spPr/>
    </dgm:pt>
    <dgm:pt modelId="{47E3D52A-563B-4447-8992-50B32948CCE2}" type="pres">
      <dgm:prSet presAssocID="{6F61FB7A-0207-44C9-BFC4-CAB4BE2324B0}" presName="parTx" presStyleLbl="revTx" presStyleIdx="0" presStyleCnt="6">
        <dgm:presLayoutVars>
          <dgm:chMax val="0"/>
          <dgm:chPref val="0"/>
        </dgm:presLayoutVars>
      </dgm:prSet>
      <dgm:spPr/>
    </dgm:pt>
    <dgm:pt modelId="{21EF9FC0-F69E-472E-98A3-AB1A5EC4B1DF}" type="pres">
      <dgm:prSet presAssocID="{6F61FB7A-0207-44C9-BFC4-CAB4BE2324B0}" presName="txSpace" presStyleCnt="0"/>
      <dgm:spPr/>
    </dgm:pt>
    <dgm:pt modelId="{17080212-4322-4EFD-BFEB-6A21D3746B02}" type="pres">
      <dgm:prSet presAssocID="{6F61FB7A-0207-44C9-BFC4-CAB4BE2324B0}" presName="desTx" presStyleLbl="revTx" presStyleIdx="1" presStyleCnt="6">
        <dgm:presLayoutVars/>
      </dgm:prSet>
      <dgm:spPr/>
    </dgm:pt>
    <dgm:pt modelId="{90E58B0B-1382-4CE6-9C3D-EA751CC15DA8}" type="pres">
      <dgm:prSet presAssocID="{D001B91B-8309-433D-A937-86D836DF3E80}" presName="sibTrans" presStyleCnt="0"/>
      <dgm:spPr/>
    </dgm:pt>
    <dgm:pt modelId="{2D077343-F32A-4433-A0D1-7F9DC612A9DF}" type="pres">
      <dgm:prSet presAssocID="{370B4AA5-F273-4489-8221-F9AF69187F38}" presName="compNode" presStyleCnt="0"/>
      <dgm:spPr/>
    </dgm:pt>
    <dgm:pt modelId="{8E0B2127-03FE-4006-AC11-72B6CFD84B75}" type="pres">
      <dgm:prSet presAssocID="{370B4AA5-F273-4489-8221-F9AF69187F38}" presName="iconRect" presStyleLbl="node1" presStyleIdx="1" presStyleCnt="3"/>
      <dgm:spPr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7BD9D3E7-45A2-4CA2-B337-E5B2DEB899BC}" type="pres">
      <dgm:prSet presAssocID="{370B4AA5-F273-4489-8221-F9AF69187F38}" presName="iconSpace" presStyleCnt="0"/>
      <dgm:spPr/>
    </dgm:pt>
    <dgm:pt modelId="{209BDED9-D6F7-40C4-8878-404682EB353D}" type="pres">
      <dgm:prSet presAssocID="{370B4AA5-F273-4489-8221-F9AF69187F38}" presName="parTx" presStyleLbl="revTx" presStyleIdx="2" presStyleCnt="6">
        <dgm:presLayoutVars>
          <dgm:chMax val="0"/>
          <dgm:chPref val="0"/>
        </dgm:presLayoutVars>
      </dgm:prSet>
      <dgm:spPr/>
    </dgm:pt>
    <dgm:pt modelId="{57FB1F1E-0803-421C-BBFE-553AA43A791A}" type="pres">
      <dgm:prSet presAssocID="{370B4AA5-F273-4489-8221-F9AF69187F38}" presName="txSpace" presStyleCnt="0"/>
      <dgm:spPr/>
    </dgm:pt>
    <dgm:pt modelId="{BCF04956-0075-49ED-9EDA-2C31071B0AE4}" type="pres">
      <dgm:prSet presAssocID="{370B4AA5-F273-4489-8221-F9AF69187F38}" presName="desTx" presStyleLbl="revTx" presStyleIdx="3" presStyleCnt="6">
        <dgm:presLayoutVars/>
      </dgm:prSet>
      <dgm:spPr/>
    </dgm:pt>
    <dgm:pt modelId="{5110EE2C-F1EF-413E-85EC-028BF1EADF8D}" type="pres">
      <dgm:prSet presAssocID="{9C20DCBB-18AB-4C84-8A9D-96084339246D}" presName="sibTrans" presStyleCnt="0"/>
      <dgm:spPr/>
    </dgm:pt>
    <dgm:pt modelId="{8B51DB3D-9156-46B0-8E23-CC7508B3AF26}" type="pres">
      <dgm:prSet presAssocID="{4E63434F-EBB3-4907-AF77-827168D16750}" presName="compNode" presStyleCnt="0"/>
      <dgm:spPr/>
    </dgm:pt>
    <dgm:pt modelId="{0E82ACF5-6602-475E-BF77-232314BAFCB9}" type="pres">
      <dgm:prSet presAssocID="{4E63434F-EBB3-4907-AF77-827168D16750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F3FD8FF6-E6C0-4A54-9ECE-C0E1DC03D249}" type="pres">
      <dgm:prSet presAssocID="{4E63434F-EBB3-4907-AF77-827168D16750}" presName="iconSpace" presStyleCnt="0"/>
      <dgm:spPr/>
    </dgm:pt>
    <dgm:pt modelId="{C20D7E20-D7CB-4A43-BCD1-42071534E28C}" type="pres">
      <dgm:prSet presAssocID="{4E63434F-EBB3-4907-AF77-827168D16750}" presName="parTx" presStyleLbl="revTx" presStyleIdx="4" presStyleCnt="6">
        <dgm:presLayoutVars>
          <dgm:chMax val="0"/>
          <dgm:chPref val="0"/>
        </dgm:presLayoutVars>
      </dgm:prSet>
      <dgm:spPr/>
    </dgm:pt>
    <dgm:pt modelId="{117B5555-4618-4318-987C-1BC86C40D53C}" type="pres">
      <dgm:prSet presAssocID="{4E63434F-EBB3-4907-AF77-827168D16750}" presName="txSpace" presStyleCnt="0"/>
      <dgm:spPr/>
    </dgm:pt>
    <dgm:pt modelId="{F668E736-E073-49D8-A39E-F544C523104E}" type="pres">
      <dgm:prSet presAssocID="{4E63434F-EBB3-4907-AF77-827168D16750}" presName="desTx" presStyleLbl="revTx" presStyleIdx="5" presStyleCnt="6">
        <dgm:presLayoutVars/>
      </dgm:prSet>
      <dgm:spPr/>
    </dgm:pt>
  </dgm:ptLst>
  <dgm:cxnLst>
    <dgm:cxn modelId="{BA8F311E-D0D5-4353-86F9-501D40EF7DC9}" type="presOf" srcId="{8BD23FFD-6D2A-4526-A8D2-A6CDD54D77C7}" destId="{17080212-4322-4EFD-BFEB-6A21D3746B02}" srcOrd="0" destOrd="0" presId="urn:microsoft.com/office/officeart/2018/5/layout/CenteredIconLabelDescriptionList"/>
    <dgm:cxn modelId="{EBB4DB33-37A4-4536-8D7B-2234132949BD}" type="presOf" srcId="{4A6B6792-EA1F-4A1B-BD9E-4C55B8E66EEA}" destId="{F668E736-E073-49D8-A39E-F544C523104E}" srcOrd="0" destOrd="1" presId="urn:microsoft.com/office/officeart/2018/5/layout/CenteredIconLabelDescriptionList"/>
    <dgm:cxn modelId="{8A243B38-3FA1-4B26-AD7C-721DEA3E0A17}" srcId="{6C95537C-6D8A-4CBE-B744-AE360D2A2640}" destId="{370B4AA5-F273-4489-8221-F9AF69187F38}" srcOrd="1" destOrd="0" parTransId="{4EE698D5-3E30-4C69-90AB-B746CF3E4E9F}" sibTransId="{9C20DCBB-18AB-4C84-8A9D-96084339246D}"/>
    <dgm:cxn modelId="{B0E8833C-D5C2-428A-ABB3-432EF01AD101}" type="presOf" srcId="{370B4AA5-F273-4489-8221-F9AF69187F38}" destId="{209BDED9-D6F7-40C4-8878-404682EB353D}" srcOrd="0" destOrd="0" presId="urn:microsoft.com/office/officeart/2018/5/layout/CenteredIconLabelDescriptionList"/>
    <dgm:cxn modelId="{95DC6B46-EC05-4112-A09D-B28A24EE06E7}" type="presOf" srcId="{6F61FB7A-0207-44C9-BFC4-CAB4BE2324B0}" destId="{47E3D52A-563B-4447-8992-50B32948CCE2}" srcOrd="0" destOrd="0" presId="urn:microsoft.com/office/officeart/2018/5/layout/CenteredIconLabelDescriptionList"/>
    <dgm:cxn modelId="{69169554-E74E-4DC8-BA88-255FEF9B881F}" srcId="{6F61FB7A-0207-44C9-BFC4-CAB4BE2324B0}" destId="{8BD23FFD-6D2A-4526-A8D2-A6CDD54D77C7}" srcOrd="0" destOrd="0" parTransId="{6EF67BFF-63D0-470C-8C8A-CBD0DC1633BA}" sibTransId="{FE2D9BEF-9843-4716-95E1-6F4E39B1DAC8}"/>
    <dgm:cxn modelId="{73100D79-0868-4364-8A6B-C59AFDC17BC7}" type="presOf" srcId="{FC2D4E53-7938-4538-B7E5-1114594B1402}" destId="{17080212-4322-4EFD-BFEB-6A21D3746B02}" srcOrd="0" destOrd="1" presId="urn:microsoft.com/office/officeart/2018/5/layout/CenteredIconLabelDescriptionList"/>
    <dgm:cxn modelId="{1D098087-65FD-44F9-8238-07DD3C5386CD}" srcId="{6C95537C-6D8A-4CBE-B744-AE360D2A2640}" destId="{4E63434F-EBB3-4907-AF77-827168D16750}" srcOrd="2" destOrd="0" parTransId="{7B8C342D-CCA5-4F62-A7B5-C239AE54C154}" sibTransId="{487169B8-328C-49F4-9121-0226E72912DA}"/>
    <dgm:cxn modelId="{FCFA3695-D765-4E9D-A015-57FD464ACB7E}" srcId="{370B4AA5-F273-4489-8221-F9AF69187F38}" destId="{EEA02826-A417-456F-AC1F-D49DDF6B559C}" srcOrd="0" destOrd="0" parTransId="{4A404494-A604-4166-8C85-0BA7A7046B59}" sibTransId="{7D03245A-AE07-41B5-B105-FDC010C39344}"/>
    <dgm:cxn modelId="{4A7B609A-2451-4A3A-8E6D-D27E5EB2620C}" srcId="{6F61FB7A-0207-44C9-BFC4-CAB4BE2324B0}" destId="{FC2D4E53-7938-4538-B7E5-1114594B1402}" srcOrd="1" destOrd="0" parTransId="{4CBF3B57-0495-4305-8B87-37D81B3E81F9}" sibTransId="{618759FE-1F6D-4B03-A833-38EC903E4771}"/>
    <dgm:cxn modelId="{726DA3A7-7649-48B5-9F9C-24CC1262274C}" srcId="{4E63434F-EBB3-4907-AF77-827168D16750}" destId="{098384B4-3F2B-49A8-A755-519F8CDCE43B}" srcOrd="0" destOrd="0" parTransId="{27E84E21-6291-4D9A-A9C6-D7F56D6CC1F0}" sibTransId="{93833770-1C5E-4A52-A6CC-B287331F2456}"/>
    <dgm:cxn modelId="{1C52FCA8-D196-485D-AF1E-6D90A6FCA824}" type="presOf" srcId="{EEA02826-A417-456F-AC1F-D49DDF6B559C}" destId="{BCF04956-0075-49ED-9EDA-2C31071B0AE4}" srcOrd="0" destOrd="0" presId="urn:microsoft.com/office/officeart/2018/5/layout/CenteredIconLabelDescriptionList"/>
    <dgm:cxn modelId="{6F2F47BF-A986-43C9-ADF5-B0B2B35AC446}" type="presOf" srcId="{6C95537C-6D8A-4CBE-B744-AE360D2A2640}" destId="{BFDBC488-3E3E-4707-8A9B-4C6CD5F81D35}" srcOrd="0" destOrd="0" presId="urn:microsoft.com/office/officeart/2018/5/layout/CenteredIconLabelDescriptionList"/>
    <dgm:cxn modelId="{982D2DC3-5F2F-47A9-96C7-693397B64F61}" type="presOf" srcId="{4E63434F-EBB3-4907-AF77-827168D16750}" destId="{C20D7E20-D7CB-4A43-BCD1-42071534E28C}" srcOrd="0" destOrd="0" presId="urn:microsoft.com/office/officeart/2018/5/layout/CenteredIconLabelDescriptionList"/>
    <dgm:cxn modelId="{85A326C9-A96A-4F1B-8CEF-E0C4ADA93BCB}" srcId="{6C95537C-6D8A-4CBE-B744-AE360D2A2640}" destId="{6F61FB7A-0207-44C9-BFC4-CAB4BE2324B0}" srcOrd="0" destOrd="0" parTransId="{9B80A379-D99D-40A8-A4C3-AF2310BDAF73}" sibTransId="{D001B91B-8309-433D-A937-86D836DF3E80}"/>
    <dgm:cxn modelId="{8111C1D8-AEDE-461F-9B79-2D0A64A1D3BB}" type="presOf" srcId="{098384B4-3F2B-49A8-A755-519F8CDCE43B}" destId="{F668E736-E073-49D8-A39E-F544C523104E}" srcOrd="0" destOrd="0" presId="urn:microsoft.com/office/officeart/2018/5/layout/CenteredIconLabelDescriptionList"/>
    <dgm:cxn modelId="{EA3BF6EF-EAD3-437F-A296-C849A8AC0780}" srcId="{4E63434F-EBB3-4907-AF77-827168D16750}" destId="{4A6B6792-EA1F-4A1B-BD9E-4C55B8E66EEA}" srcOrd="1" destOrd="0" parTransId="{187B4E66-477C-4D47-ADF3-DCC303A4A2EC}" sibTransId="{E3AEEE2F-5EFB-4B74-93B1-AAC2D8D09D87}"/>
    <dgm:cxn modelId="{70E54DFE-A492-45E6-BC4A-7AE61C7DBBDA}" type="presParOf" srcId="{BFDBC488-3E3E-4707-8A9B-4C6CD5F81D35}" destId="{19B23CC5-C99A-499F-A66A-73D0516C2FCD}" srcOrd="0" destOrd="0" presId="urn:microsoft.com/office/officeart/2018/5/layout/CenteredIconLabelDescriptionList"/>
    <dgm:cxn modelId="{88D3C000-ECD6-4DE6-8E58-5F7513E789CC}" type="presParOf" srcId="{19B23CC5-C99A-499F-A66A-73D0516C2FCD}" destId="{C1106955-4E40-402E-9BDC-E4CF4DA0F42D}" srcOrd="0" destOrd="0" presId="urn:microsoft.com/office/officeart/2018/5/layout/CenteredIconLabelDescriptionList"/>
    <dgm:cxn modelId="{ED32CD74-D98E-481B-8BD4-CA54D38B01A9}" type="presParOf" srcId="{19B23CC5-C99A-499F-A66A-73D0516C2FCD}" destId="{4BC17BFA-50FE-4D8E-B201-996195C89B9E}" srcOrd="1" destOrd="0" presId="urn:microsoft.com/office/officeart/2018/5/layout/CenteredIconLabelDescriptionList"/>
    <dgm:cxn modelId="{6E3CBB38-E7AC-48F3-9336-2F1F4F612A68}" type="presParOf" srcId="{19B23CC5-C99A-499F-A66A-73D0516C2FCD}" destId="{47E3D52A-563B-4447-8992-50B32948CCE2}" srcOrd="2" destOrd="0" presId="urn:microsoft.com/office/officeart/2018/5/layout/CenteredIconLabelDescriptionList"/>
    <dgm:cxn modelId="{3BAF9E0A-FF9C-49DE-A2DE-FFD58B811A02}" type="presParOf" srcId="{19B23CC5-C99A-499F-A66A-73D0516C2FCD}" destId="{21EF9FC0-F69E-472E-98A3-AB1A5EC4B1DF}" srcOrd="3" destOrd="0" presId="urn:microsoft.com/office/officeart/2018/5/layout/CenteredIconLabelDescriptionList"/>
    <dgm:cxn modelId="{5EFFFFDB-1B23-4732-A362-EA5280C68E44}" type="presParOf" srcId="{19B23CC5-C99A-499F-A66A-73D0516C2FCD}" destId="{17080212-4322-4EFD-BFEB-6A21D3746B02}" srcOrd="4" destOrd="0" presId="urn:microsoft.com/office/officeart/2018/5/layout/CenteredIconLabelDescriptionList"/>
    <dgm:cxn modelId="{31AD579A-ACE2-4B95-9B84-470A130C272F}" type="presParOf" srcId="{BFDBC488-3E3E-4707-8A9B-4C6CD5F81D35}" destId="{90E58B0B-1382-4CE6-9C3D-EA751CC15DA8}" srcOrd="1" destOrd="0" presId="urn:microsoft.com/office/officeart/2018/5/layout/CenteredIconLabelDescriptionList"/>
    <dgm:cxn modelId="{51991C5B-52B2-4070-805A-724F14CBF363}" type="presParOf" srcId="{BFDBC488-3E3E-4707-8A9B-4C6CD5F81D35}" destId="{2D077343-F32A-4433-A0D1-7F9DC612A9DF}" srcOrd="2" destOrd="0" presId="urn:microsoft.com/office/officeart/2018/5/layout/CenteredIconLabelDescriptionList"/>
    <dgm:cxn modelId="{18CF65BF-9E5D-469F-A8AA-3F2E8E29C20D}" type="presParOf" srcId="{2D077343-F32A-4433-A0D1-7F9DC612A9DF}" destId="{8E0B2127-03FE-4006-AC11-72B6CFD84B75}" srcOrd="0" destOrd="0" presId="urn:microsoft.com/office/officeart/2018/5/layout/CenteredIconLabelDescriptionList"/>
    <dgm:cxn modelId="{565CDE7D-A288-4CB1-B0AC-18A09C54CBFD}" type="presParOf" srcId="{2D077343-F32A-4433-A0D1-7F9DC612A9DF}" destId="{7BD9D3E7-45A2-4CA2-B337-E5B2DEB899BC}" srcOrd="1" destOrd="0" presId="urn:microsoft.com/office/officeart/2018/5/layout/CenteredIconLabelDescriptionList"/>
    <dgm:cxn modelId="{6E6A93BD-6327-4F0C-AF41-BB5565092AC4}" type="presParOf" srcId="{2D077343-F32A-4433-A0D1-7F9DC612A9DF}" destId="{209BDED9-D6F7-40C4-8878-404682EB353D}" srcOrd="2" destOrd="0" presId="urn:microsoft.com/office/officeart/2018/5/layout/CenteredIconLabelDescriptionList"/>
    <dgm:cxn modelId="{37D40FFE-BA02-43DC-9700-CDF29F1FD45A}" type="presParOf" srcId="{2D077343-F32A-4433-A0D1-7F9DC612A9DF}" destId="{57FB1F1E-0803-421C-BBFE-553AA43A791A}" srcOrd="3" destOrd="0" presId="urn:microsoft.com/office/officeart/2018/5/layout/CenteredIconLabelDescriptionList"/>
    <dgm:cxn modelId="{0E509A51-47CC-44C9-8FB3-1B9AE978ABC8}" type="presParOf" srcId="{2D077343-F32A-4433-A0D1-7F9DC612A9DF}" destId="{BCF04956-0075-49ED-9EDA-2C31071B0AE4}" srcOrd="4" destOrd="0" presId="urn:microsoft.com/office/officeart/2018/5/layout/CenteredIconLabelDescriptionList"/>
    <dgm:cxn modelId="{6FF31469-60E3-4A4E-8D08-E7C83439F84A}" type="presParOf" srcId="{BFDBC488-3E3E-4707-8A9B-4C6CD5F81D35}" destId="{5110EE2C-F1EF-413E-85EC-028BF1EADF8D}" srcOrd="3" destOrd="0" presId="urn:microsoft.com/office/officeart/2018/5/layout/CenteredIconLabelDescriptionList"/>
    <dgm:cxn modelId="{D9E7C859-6E53-43D5-A30B-9F37D0312A12}" type="presParOf" srcId="{BFDBC488-3E3E-4707-8A9B-4C6CD5F81D35}" destId="{8B51DB3D-9156-46B0-8E23-CC7508B3AF26}" srcOrd="4" destOrd="0" presId="urn:microsoft.com/office/officeart/2018/5/layout/CenteredIconLabelDescriptionList"/>
    <dgm:cxn modelId="{4A0A6797-B0D6-41A6-AA83-F2683F9A05BD}" type="presParOf" srcId="{8B51DB3D-9156-46B0-8E23-CC7508B3AF26}" destId="{0E82ACF5-6602-475E-BF77-232314BAFCB9}" srcOrd="0" destOrd="0" presId="urn:microsoft.com/office/officeart/2018/5/layout/CenteredIconLabelDescriptionList"/>
    <dgm:cxn modelId="{72044A73-812A-4679-8679-9C399407D7D6}" type="presParOf" srcId="{8B51DB3D-9156-46B0-8E23-CC7508B3AF26}" destId="{F3FD8FF6-E6C0-4A54-9ECE-C0E1DC03D249}" srcOrd="1" destOrd="0" presId="urn:microsoft.com/office/officeart/2018/5/layout/CenteredIconLabelDescriptionList"/>
    <dgm:cxn modelId="{1BC2DAA2-7710-4DB6-B9E4-C94C7D4FA311}" type="presParOf" srcId="{8B51DB3D-9156-46B0-8E23-CC7508B3AF26}" destId="{C20D7E20-D7CB-4A43-BCD1-42071534E28C}" srcOrd="2" destOrd="0" presId="urn:microsoft.com/office/officeart/2018/5/layout/CenteredIconLabelDescriptionList"/>
    <dgm:cxn modelId="{D01AA138-6ACC-4A21-91F9-D6BC35974161}" type="presParOf" srcId="{8B51DB3D-9156-46B0-8E23-CC7508B3AF26}" destId="{117B5555-4618-4318-987C-1BC86C40D53C}" srcOrd="3" destOrd="0" presId="urn:microsoft.com/office/officeart/2018/5/layout/CenteredIconLabelDescriptionList"/>
    <dgm:cxn modelId="{B364BC40-4426-4E23-B017-CE3F8998BE66}" type="presParOf" srcId="{8B51DB3D-9156-46B0-8E23-CC7508B3AF26}" destId="{F668E736-E073-49D8-A39E-F544C523104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CBB0424B-0155-45DC-92F0-15A908C11AE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AD8806FA-8188-4A6F-A095-CF80F975C01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Falcon</a:t>
          </a:r>
          <a:endParaRPr lang="en-US"/>
        </a:p>
      </dgm:t>
    </dgm:pt>
    <dgm:pt modelId="{F520A43F-CBC3-41A2-A534-8BBCDD04BA2D}" type="parTrans" cxnId="{0F8DD274-3E08-48C9-977D-62590BBBFBCE}">
      <dgm:prSet/>
      <dgm:spPr/>
      <dgm:t>
        <a:bodyPr/>
        <a:lstStyle/>
        <a:p>
          <a:endParaRPr lang="en-US"/>
        </a:p>
      </dgm:t>
    </dgm:pt>
    <dgm:pt modelId="{E78269E8-66A2-4EA3-9404-B62158367ACC}" type="sibTrans" cxnId="{0F8DD274-3E08-48C9-977D-62590BBBFBCE}">
      <dgm:prSet/>
      <dgm:spPr/>
      <dgm:t>
        <a:bodyPr/>
        <a:lstStyle/>
        <a:p>
          <a:endParaRPr lang="en-US"/>
        </a:p>
      </dgm:t>
    </dgm:pt>
    <dgm:pt modelId="{21F5D3D9-3885-4869-BA83-1170166A592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based on research at</a:t>
          </a:r>
          <a:r>
            <a:rPr lang="tr-TR" dirty="0"/>
            <a:t> </a:t>
          </a:r>
          <a:r>
            <a:rPr lang="en-US" dirty="0"/>
            <a:t>Cornell University</a:t>
          </a:r>
        </a:p>
      </dgm:t>
    </dgm:pt>
    <dgm:pt modelId="{A74544CF-0AB9-42D0-BAC5-1BAB385B832B}" type="parTrans" cxnId="{08703BCB-0B20-45D7-B1EB-E1006E8881BC}">
      <dgm:prSet/>
      <dgm:spPr/>
      <dgm:t>
        <a:bodyPr/>
        <a:lstStyle/>
        <a:p>
          <a:endParaRPr lang="en-US"/>
        </a:p>
      </dgm:t>
    </dgm:pt>
    <dgm:pt modelId="{8217B912-E922-4AB2-974C-FF0BCCB5E905}" type="sibTrans" cxnId="{08703BCB-0B20-45D7-B1EB-E1006E8881BC}">
      <dgm:prSet/>
      <dgm:spPr/>
      <dgm:t>
        <a:bodyPr/>
        <a:lstStyle/>
        <a:p>
          <a:endParaRPr lang="en-US"/>
        </a:p>
      </dgm:t>
    </dgm:pt>
    <dgm:pt modelId="{A1DC1629-C10B-4F4D-B831-3E08AA6A46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cut-through-routing </a:t>
          </a:r>
        </a:p>
      </dgm:t>
    </dgm:pt>
    <dgm:pt modelId="{D5D72D2E-B8CE-47F1-AA05-D305E0F9A6BD}" type="parTrans" cxnId="{C7E3A20E-26E6-46C4-BC05-0CBF6996CE3D}">
      <dgm:prSet/>
      <dgm:spPr/>
      <dgm:t>
        <a:bodyPr/>
        <a:lstStyle/>
        <a:p>
          <a:endParaRPr lang="en-US"/>
        </a:p>
      </dgm:t>
    </dgm:pt>
    <dgm:pt modelId="{31338400-AF04-4E34-A6BE-5FF487078C7F}" type="sibTrans" cxnId="{C7E3A20E-26E6-46C4-BC05-0CBF6996CE3D}">
      <dgm:prSet/>
      <dgm:spPr/>
      <dgm:t>
        <a:bodyPr/>
        <a:lstStyle/>
        <a:p>
          <a:endParaRPr lang="en-US"/>
        </a:p>
      </dgm:t>
    </dgm:pt>
    <dgm:pt modelId="{3B634F60-BA63-45F6-A637-E1C9D549CD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Falcon uses “cut-through-routing”</a:t>
          </a:r>
        </a:p>
      </dgm:t>
    </dgm:pt>
    <dgm:pt modelId="{A353C600-F7C8-4D0A-AD08-AFC115F957A2}" type="parTrans" cxnId="{4B7F281F-9546-4185-9C77-BF8EB91E8AF2}">
      <dgm:prSet/>
      <dgm:spPr/>
      <dgm:t>
        <a:bodyPr/>
        <a:lstStyle/>
        <a:p>
          <a:endParaRPr lang="en-US"/>
        </a:p>
      </dgm:t>
    </dgm:pt>
    <dgm:pt modelId="{1A763082-C61B-491F-BDA4-2B44F9F22E36}" type="sibTrans" cxnId="{4B7F281F-9546-4185-9C77-BF8EB91E8AF2}">
      <dgm:prSet/>
      <dgm:spPr/>
      <dgm:t>
        <a:bodyPr/>
        <a:lstStyle/>
        <a:p>
          <a:endParaRPr lang="en-US"/>
        </a:p>
      </dgm:t>
    </dgm:pt>
    <dgm:pt modelId="{7F59616E-1FE0-41DB-B601-91166D5822D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Propagate as Received</a:t>
          </a:r>
          <a:endParaRPr lang="en-US"/>
        </a:p>
      </dgm:t>
    </dgm:pt>
    <dgm:pt modelId="{05671471-2451-43C3-931C-BBDD3962F191}" type="parTrans" cxnId="{64977E1C-7E24-44C6-B6D8-2D55E7D36DBE}">
      <dgm:prSet/>
      <dgm:spPr/>
      <dgm:t>
        <a:bodyPr/>
        <a:lstStyle/>
        <a:p>
          <a:endParaRPr lang="en-US"/>
        </a:p>
      </dgm:t>
    </dgm:pt>
    <dgm:pt modelId="{31504E5E-3382-4729-A40C-98CD4A53CEEB}" type="sibTrans" cxnId="{64977E1C-7E24-44C6-B6D8-2D55E7D36DBE}">
      <dgm:prSet/>
      <dgm:spPr/>
      <dgm:t>
        <a:bodyPr/>
        <a:lstStyle/>
        <a:p>
          <a:endParaRPr lang="en-US"/>
        </a:p>
      </dgm:t>
    </dgm:pt>
    <dgm:pt modelId="{410AA4C3-54D4-4D2D-AEC9-1028E71807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parts of blocks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tr-TR" dirty="0" err="1"/>
            <a:t>propagated</a:t>
          </a:r>
          <a:r>
            <a:rPr lang="tr-TR" dirty="0"/>
            <a:t> </a:t>
          </a:r>
          <a:r>
            <a:rPr lang="en-US" dirty="0"/>
            <a:t>as they are received </a:t>
          </a:r>
        </a:p>
      </dgm:t>
    </dgm:pt>
    <dgm:pt modelId="{39B2255E-5D08-49A1-9066-739914ACA9CA}" type="parTrans" cxnId="{846E1014-AC0B-4943-A308-81D067DDD391}">
      <dgm:prSet/>
      <dgm:spPr/>
      <dgm:t>
        <a:bodyPr/>
        <a:lstStyle/>
        <a:p>
          <a:endParaRPr lang="en-US"/>
        </a:p>
      </dgm:t>
    </dgm:pt>
    <dgm:pt modelId="{6CF1B9D8-052E-4B48-951A-FB6F1215DFEE}" type="sibTrans" cxnId="{846E1014-AC0B-4943-A308-81D067DDD391}">
      <dgm:prSet/>
      <dgm:spPr/>
      <dgm:t>
        <a:bodyPr/>
        <a:lstStyle/>
        <a:p>
          <a:endParaRPr lang="en-US"/>
        </a:p>
      </dgm:t>
    </dgm:pt>
    <dgm:pt modelId="{C10F159A-115B-4014-892B-1B114040ED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rather than waiting</a:t>
          </a:r>
          <a:r>
            <a:rPr lang="tr-TR"/>
            <a:t> </a:t>
          </a:r>
          <a:r>
            <a:rPr lang="en-US"/>
            <a:t>until a complete block is received.</a:t>
          </a:r>
        </a:p>
      </dgm:t>
    </dgm:pt>
    <dgm:pt modelId="{44E58221-83A0-43F3-BA2E-890B92A7B078}" type="parTrans" cxnId="{26D7C2F0-727A-4DA3-9140-8EBA04AFD04B}">
      <dgm:prSet/>
      <dgm:spPr/>
      <dgm:t>
        <a:bodyPr/>
        <a:lstStyle/>
        <a:p>
          <a:endParaRPr lang="en-US"/>
        </a:p>
      </dgm:t>
    </dgm:pt>
    <dgm:pt modelId="{4DEAD77B-5F77-47AD-8370-F794578EAA40}" type="sibTrans" cxnId="{26D7C2F0-727A-4DA3-9140-8EBA04AFD04B}">
      <dgm:prSet/>
      <dgm:spPr/>
      <dgm:t>
        <a:bodyPr/>
        <a:lstStyle/>
        <a:p>
          <a:endParaRPr lang="en-US"/>
        </a:p>
      </dgm:t>
    </dgm:pt>
    <dgm:pt modelId="{F717A820-8707-4577-BD1F-DB2DD32B31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Another relay network</a:t>
          </a:r>
        </a:p>
      </dgm:t>
    </dgm:pt>
    <dgm:pt modelId="{503FAD09-B4E9-4ABE-9D60-59C6118CC0E7}" type="parTrans" cxnId="{C59F8E87-3230-47AB-AEEB-DAD07D077F20}">
      <dgm:prSet/>
      <dgm:spPr/>
    </dgm:pt>
    <dgm:pt modelId="{FF783C3D-5825-49A7-9662-8A5B3B330EE0}" type="sibTrans" cxnId="{C59F8E87-3230-47AB-AEEB-DAD07D077F20}">
      <dgm:prSet/>
      <dgm:spPr/>
    </dgm:pt>
    <dgm:pt modelId="{D85A9462-B136-4F27-9155-744E1155E9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still in the proposal phase</a:t>
          </a:r>
        </a:p>
      </dgm:t>
    </dgm:pt>
    <dgm:pt modelId="{3229CA67-E7DA-40E9-AF17-A754E65D95B9}" type="parTrans" cxnId="{114E43B4-1DEC-4762-A04E-6A520227E715}">
      <dgm:prSet/>
      <dgm:spPr/>
    </dgm:pt>
    <dgm:pt modelId="{588CD2F7-4163-4ACA-88A7-966672DA1293}" type="sibTrans" cxnId="{114E43B4-1DEC-4762-A04E-6A520227E715}">
      <dgm:prSet/>
      <dgm:spPr/>
    </dgm:pt>
    <dgm:pt modelId="{8EDAD2CF-EF0D-428B-B7DB-647341E385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instead of “store-and-forward”</a:t>
          </a:r>
        </a:p>
      </dgm:t>
    </dgm:pt>
    <dgm:pt modelId="{62BF5B8A-867D-4E3D-87CA-43651138BA9B}" type="parTrans" cxnId="{1604AA4A-CED4-401B-9831-E05BEE0133CA}">
      <dgm:prSet/>
      <dgm:spPr/>
    </dgm:pt>
    <dgm:pt modelId="{84CC8065-48EC-4F82-A9A2-3DEDC722D21F}" type="sibTrans" cxnId="{1604AA4A-CED4-401B-9831-E05BEE0133CA}">
      <dgm:prSet/>
      <dgm:spPr/>
    </dgm:pt>
    <dgm:pt modelId="{47EEF372-B4BC-4416-9E74-3F83E61FEEFE}" type="pres">
      <dgm:prSet presAssocID="{CBB0424B-0155-45DC-92F0-15A908C11AE8}" presName="root" presStyleCnt="0">
        <dgm:presLayoutVars>
          <dgm:dir/>
          <dgm:resizeHandles val="exact"/>
        </dgm:presLayoutVars>
      </dgm:prSet>
      <dgm:spPr/>
    </dgm:pt>
    <dgm:pt modelId="{B6F7E7FC-B6CD-47BF-8DF4-E21EEA62194C}" type="pres">
      <dgm:prSet presAssocID="{AD8806FA-8188-4A6F-A095-CF80F975C011}" presName="compNode" presStyleCnt="0"/>
      <dgm:spPr/>
    </dgm:pt>
    <dgm:pt modelId="{653C5CF2-4C2B-4E0A-BB48-AE49B425EAC7}" type="pres">
      <dgm:prSet presAssocID="{AD8806FA-8188-4A6F-A095-CF80F975C01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FEEF2401-7D15-4648-8506-9F1D0D6D6D9C}" type="pres">
      <dgm:prSet presAssocID="{AD8806FA-8188-4A6F-A095-CF80F975C011}" presName="iconSpace" presStyleCnt="0"/>
      <dgm:spPr/>
    </dgm:pt>
    <dgm:pt modelId="{F01971C8-FBB2-406E-A6D9-0260C1251645}" type="pres">
      <dgm:prSet presAssocID="{AD8806FA-8188-4A6F-A095-CF80F975C011}" presName="parTx" presStyleLbl="revTx" presStyleIdx="0" presStyleCnt="6">
        <dgm:presLayoutVars>
          <dgm:chMax val="0"/>
          <dgm:chPref val="0"/>
        </dgm:presLayoutVars>
      </dgm:prSet>
      <dgm:spPr/>
    </dgm:pt>
    <dgm:pt modelId="{E22268F7-9629-40FE-A905-270DF3553451}" type="pres">
      <dgm:prSet presAssocID="{AD8806FA-8188-4A6F-A095-CF80F975C011}" presName="txSpace" presStyleCnt="0"/>
      <dgm:spPr/>
    </dgm:pt>
    <dgm:pt modelId="{AD9A565F-B383-462B-BAFD-865AFCD421E0}" type="pres">
      <dgm:prSet presAssocID="{AD8806FA-8188-4A6F-A095-CF80F975C011}" presName="desTx" presStyleLbl="revTx" presStyleIdx="1" presStyleCnt="6">
        <dgm:presLayoutVars/>
      </dgm:prSet>
      <dgm:spPr/>
    </dgm:pt>
    <dgm:pt modelId="{B914963C-C9CC-4285-8A11-76CA67A84072}" type="pres">
      <dgm:prSet presAssocID="{E78269E8-66A2-4EA3-9404-B62158367ACC}" presName="sibTrans" presStyleCnt="0"/>
      <dgm:spPr/>
    </dgm:pt>
    <dgm:pt modelId="{0D7B61FE-9BFE-4B74-9405-4834BF39B5EE}" type="pres">
      <dgm:prSet presAssocID="{A1DC1629-C10B-4F4D-B831-3E08AA6A4646}" presName="compNode" presStyleCnt="0"/>
      <dgm:spPr/>
    </dgm:pt>
    <dgm:pt modelId="{4255049C-B4B8-482A-A1CF-3AC86F03BF35}" type="pres">
      <dgm:prSet presAssocID="{A1DC1629-C10B-4F4D-B831-3E08AA6A464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FA9D398C-687F-4CE7-B472-203BF6943E06}" type="pres">
      <dgm:prSet presAssocID="{A1DC1629-C10B-4F4D-B831-3E08AA6A4646}" presName="iconSpace" presStyleCnt="0"/>
      <dgm:spPr/>
    </dgm:pt>
    <dgm:pt modelId="{74979D1A-951A-4334-8BC5-87BBF39C13F8}" type="pres">
      <dgm:prSet presAssocID="{A1DC1629-C10B-4F4D-B831-3E08AA6A4646}" presName="parTx" presStyleLbl="revTx" presStyleIdx="2" presStyleCnt="6">
        <dgm:presLayoutVars>
          <dgm:chMax val="0"/>
          <dgm:chPref val="0"/>
        </dgm:presLayoutVars>
      </dgm:prSet>
      <dgm:spPr/>
    </dgm:pt>
    <dgm:pt modelId="{1EA0D453-722D-4DF7-9BDD-0780D334BB04}" type="pres">
      <dgm:prSet presAssocID="{A1DC1629-C10B-4F4D-B831-3E08AA6A4646}" presName="txSpace" presStyleCnt="0"/>
      <dgm:spPr/>
    </dgm:pt>
    <dgm:pt modelId="{EBF58DC8-CA8F-4FB8-98E1-BBA5B590AB30}" type="pres">
      <dgm:prSet presAssocID="{A1DC1629-C10B-4F4D-B831-3E08AA6A4646}" presName="desTx" presStyleLbl="revTx" presStyleIdx="3" presStyleCnt="6">
        <dgm:presLayoutVars/>
      </dgm:prSet>
      <dgm:spPr/>
    </dgm:pt>
    <dgm:pt modelId="{EECE4A8A-E6D0-486E-8585-7C8DD72494A9}" type="pres">
      <dgm:prSet presAssocID="{31338400-AF04-4E34-A6BE-5FF487078C7F}" presName="sibTrans" presStyleCnt="0"/>
      <dgm:spPr/>
    </dgm:pt>
    <dgm:pt modelId="{52F3BBF8-6B88-41C6-BAC1-BC75559E47C2}" type="pres">
      <dgm:prSet presAssocID="{7F59616E-1FE0-41DB-B601-91166D5822DA}" presName="compNode" presStyleCnt="0"/>
      <dgm:spPr/>
    </dgm:pt>
    <dgm:pt modelId="{EF36B0E7-22DF-466B-A986-E1FC3EDF25F4}" type="pres">
      <dgm:prSet presAssocID="{7F59616E-1FE0-41DB-B601-91166D5822D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peed Bump"/>
        </a:ext>
      </dgm:extLst>
    </dgm:pt>
    <dgm:pt modelId="{740EEA62-ADF9-4970-B814-09FEC69618E2}" type="pres">
      <dgm:prSet presAssocID="{7F59616E-1FE0-41DB-B601-91166D5822DA}" presName="iconSpace" presStyleCnt="0"/>
      <dgm:spPr/>
    </dgm:pt>
    <dgm:pt modelId="{AE87E8D4-1564-4E4C-B100-2CD147A5D310}" type="pres">
      <dgm:prSet presAssocID="{7F59616E-1FE0-41DB-B601-91166D5822DA}" presName="parTx" presStyleLbl="revTx" presStyleIdx="4" presStyleCnt="6">
        <dgm:presLayoutVars>
          <dgm:chMax val="0"/>
          <dgm:chPref val="0"/>
        </dgm:presLayoutVars>
      </dgm:prSet>
      <dgm:spPr/>
    </dgm:pt>
    <dgm:pt modelId="{720A8F93-E48B-405D-82AA-C75C0C213031}" type="pres">
      <dgm:prSet presAssocID="{7F59616E-1FE0-41DB-B601-91166D5822DA}" presName="txSpace" presStyleCnt="0"/>
      <dgm:spPr/>
    </dgm:pt>
    <dgm:pt modelId="{EA235C12-DD61-4F07-8838-C79FD3D13F35}" type="pres">
      <dgm:prSet presAssocID="{7F59616E-1FE0-41DB-B601-91166D5822DA}" presName="desTx" presStyleLbl="revTx" presStyleIdx="5" presStyleCnt="6">
        <dgm:presLayoutVars/>
      </dgm:prSet>
      <dgm:spPr/>
    </dgm:pt>
  </dgm:ptLst>
  <dgm:cxnLst>
    <dgm:cxn modelId="{C7E3A20E-26E6-46C4-BC05-0CBF6996CE3D}" srcId="{CBB0424B-0155-45DC-92F0-15A908C11AE8}" destId="{A1DC1629-C10B-4F4D-B831-3E08AA6A4646}" srcOrd="1" destOrd="0" parTransId="{D5D72D2E-B8CE-47F1-AA05-D305E0F9A6BD}" sibTransId="{31338400-AF04-4E34-A6BE-5FF487078C7F}"/>
    <dgm:cxn modelId="{846E1014-AC0B-4943-A308-81D067DDD391}" srcId="{7F59616E-1FE0-41DB-B601-91166D5822DA}" destId="{410AA4C3-54D4-4D2D-AEC9-1028E7180700}" srcOrd="0" destOrd="0" parTransId="{39B2255E-5D08-49A1-9066-739914ACA9CA}" sibTransId="{6CF1B9D8-052E-4B48-951A-FB6F1215DFEE}"/>
    <dgm:cxn modelId="{8D2A3618-2DD7-47AF-8604-0ED127C4162A}" type="presOf" srcId="{410AA4C3-54D4-4D2D-AEC9-1028E7180700}" destId="{EA235C12-DD61-4F07-8838-C79FD3D13F35}" srcOrd="0" destOrd="0" presId="urn:microsoft.com/office/officeart/2018/5/layout/CenteredIconLabelDescriptionList"/>
    <dgm:cxn modelId="{64977E1C-7E24-44C6-B6D8-2D55E7D36DBE}" srcId="{CBB0424B-0155-45DC-92F0-15A908C11AE8}" destId="{7F59616E-1FE0-41DB-B601-91166D5822DA}" srcOrd="2" destOrd="0" parTransId="{05671471-2451-43C3-931C-BBDD3962F191}" sibTransId="{31504E5E-3382-4729-A40C-98CD4A53CEEB}"/>
    <dgm:cxn modelId="{4B7F281F-9546-4185-9C77-BF8EB91E8AF2}" srcId="{A1DC1629-C10B-4F4D-B831-3E08AA6A4646}" destId="{3B634F60-BA63-45F6-A637-E1C9D549CD32}" srcOrd="0" destOrd="0" parTransId="{A353C600-F7C8-4D0A-AD08-AFC115F957A2}" sibTransId="{1A763082-C61B-491F-BDA4-2B44F9F22E36}"/>
    <dgm:cxn modelId="{81714B23-DC4D-41D3-88C7-56BF3E6373F6}" type="presOf" srcId="{3B634F60-BA63-45F6-A637-E1C9D549CD32}" destId="{EBF58DC8-CA8F-4FB8-98E1-BBA5B590AB30}" srcOrd="0" destOrd="0" presId="urn:microsoft.com/office/officeart/2018/5/layout/CenteredIconLabelDescriptionList"/>
    <dgm:cxn modelId="{A3A4D630-3D81-4EF7-B059-522C24CE6F50}" type="presOf" srcId="{CBB0424B-0155-45DC-92F0-15A908C11AE8}" destId="{47EEF372-B4BC-4416-9E74-3F83E61FEEFE}" srcOrd="0" destOrd="0" presId="urn:microsoft.com/office/officeart/2018/5/layout/CenteredIconLabelDescriptionList"/>
    <dgm:cxn modelId="{A3666F31-518D-4FA5-9136-AEEBBFC3C9FB}" type="presOf" srcId="{7F59616E-1FE0-41DB-B601-91166D5822DA}" destId="{AE87E8D4-1564-4E4C-B100-2CD147A5D310}" srcOrd="0" destOrd="0" presId="urn:microsoft.com/office/officeart/2018/5/layout/CenteredIconLabelDescriptionList"/>
    <dgm:cxn modelId="{1604AA4A-CED4-401B-9831-E05BEE0133CA}" srcId="{A1DC1629-C10B-4F4D-B831-3E08AA6A4646}" destId="{8EDAD2CF-EF0D-428B-B7DB-647341E3851A}" srcOrd="1" destOrd="0" parTransId="{62BF5B8A-867D-4E3D-87CA-43651138BA9B}" sibTransId="{84CC8065-48EC-4F82-A9A2-3DEDC722D21F}"/>
    <dgm:cxn modelId="{0F8DD274-3E08-48C9-977D-62590BBBFBCE}" srcId="{CBB0424B-0155-45DC-92F0-15A908C11AE8}" destId="{AD8806FA-8188-4A6F-A095-CF80F975C011}" srcOrd="0" destOrd="0" parTransId="{F520A43F-CBC3-41A2-A534-8BBCDD04BA2D}" sibTransId="{E78269E8-66A2-4EA3-9404-B62158367ACC}"/>
    <dgm:cxn modelId="{9CD8C976-F19F-45AB-9D0D-D4B3167AEF77}" type="presOf" srcId="{8EDAD2CF-EF0D-428B-B7DB-647341E3851A}" destId="{EBF58DC8-CA8F-4FB8-98E1-BBA5B590AB30}" srcOrd="0" destOrd="1" presId="urn:microsoft.com/office/officeart/2018/5/layout/CenteredIconLabelDescriptionList"/>
    <dgm:cxn modelId="{6459627B-C17E-41B3-92D8-6726ABE02FE7}" type="presOf" srcId="{21F5D3D9-3885-4869-BA83-1170166A592B}" destId="{AD9A565F-B383-462B-BAFD-865AFCD421E0}" srcOrd="0" destOrd="0" presId="urn:microsoft.com/office/officeart/2018/5/layout/CenteredIconLabelDescriptionList"/>
    <dgm:cxn modelId="{4BB32A87-B993-405B-9DC3-02A5089C8A20}" type="presOf" srcId="{F717A820-8707-4577-BD1F-DB2DD32B31E0}" destId="{AD9A565F-B383-462B-BAFD-865AFCD421E0}" srcOrd="0" destOrd="1" presId="urn:microsoft.com/office/officeart/2018/5/layout/CenteredIconLabelDescriptionList"/>
    <dgm:cxn modelId="{C59F8E87-3230-47AB-AEEB-DAD07D077F20}" srcId="{AD8806FA-8188-4A6F-A095-CF80F975C011}" destId="{F717A820-8707-4577-BD1F-DB2DD32B31E0}" srcOrd="1" destOrd="0" parTransId="{503FAD09-B4E9-4ABE-9D60-59C6118CC0E7}" sibTransId="{FF783C3D-5825-49A7-9662-8A5B3B330EE0}"/>
    <dgm:cxn modelId="{114E43B4-1DEC-4762-A04E-6A520227E715}" srcId="{AD8806FA-8188-4A6F-A095-CF80F975C011}" destId="{D85A9462-B136-4F27-9155-744E1155E9A7}" srcOrd="2" destOrd="0" parTransId="{3229CA67-E7DA-40E9-AF17-A754E65D95B9}" sibTransId="{588CD2F7-4163-4ACA-88A7-966672DA1293}"/>
    <dgm:cxn modelId="{27F517B8-0FA9-498F-B6A7-9469FDD0D7EF}" type="presOf" srcId="{D85A9462-B136-4F27-9155-744E1155E9A7}" destId="{AD9A565F-B383-462B-BAFD-865AFCD421E0}" srcOrd="0" destOrd="2" presId="urn:microsoft.com/office/officeart/2018/5/layout/CenteredIconLabelDescriptionList"/>
    <dgm:cxn modelId="{08703BCB-0B20-45D7-B1EB-E1006E8881BC}" srcId="{AD8806FA-8188-4A6F-A095-CF80F975C011}" destId="{21F5D3D9-3885-4869-BA83-1170166A592B}" srcOrd="0" destOrd="0" parTransId="{A74544CF-0AB9-42D0-BAC5-1BAB385B832B}" sibTransId="{8217B912-E922-4AB2-974C-FF0BCCB5E905}"/>
    <dgm:cxn modelId="{4049EAD5-DD90-4A18-BEA9-B11CFC90ED3B}" type="presOf" srcId="{C10F159A-115B-4014-892B-1B114040ED59}" destId="{EA235C12-DD61-4F07-8838-C79FD3D13F35}" srcOrd="0" destOrd="1" presId="urn:microsoft.com/office/officeart/2018/5/layout/CenteredIconLabelDescriptionList"/>
    <dgm:cxn modelId="{A9BBEDDB-8C09-4FD4-983F-92CC0E768D65}" type="presOf" srcId="{A1DC1629-C10B-4F4D-B831-3E08AA6A4646}" destId="{74979D1A-951A-4334-8BC5-87BBF39C13F8}" srcOrd="0" destOrd="0" presId="urn:microsoft.com/office/officeart/2018/5/layout/CenteredIconLabelDescriptionList"/>
    <dgm:cxn modelId="{26D7C2F0-727A-4DA3-9140-8EBA04AFD04B}" srcId="{7F59616E-1FE0-41DB-B601-91166D5822DA}" destId="{C10F159A-115B-4014-892B-1B114040ED59}" srcOrd="1" destOrd="0" parTransId="{44E58221-83A0-43F3-BA2E-890B92A7B078}" sibTransId="{4DEAD77B-5F77-47AD-8370-F794578EAA40}"/>
    <dgm:cxn modelId="{7BACB7FD-281E-406A-B17A-8F07F29BA558}" type="presOf" srcId="{AD8806FA-8188-4A6F-A095-CF80F975C011}" destId="{F01971C8-FBB2-406E-A6D9-0260C1251645}" srcOrd="0" destOrd="0" presId="urn:microsoft.com/office/officeart/2018/5/layout/CenteredIconLabelDescriptionList"/>
    <dgm:cxn modelId="{5F69CB68-3C20-437A-BB92-1B41135AA5D9}" type="presParOf" srcId="{47EEF372-B4BC-4416-9E74-3F83E61FEEFE}" destId="{B6F7E7FC-B6CD-47BF-8DF4-E21EEA62194C}" srcOrd="0" destOrd="0" presId="urn:microsoft.com/office/officeart/2018/5/layout/CenteredIconLabelDescriptionList"/>
    <dgm:cxn modelId="{A76011D1-B388-485E-8C8B-2923F25BCD31}" type="presParOf" srcId="{B6F7E7FC-B6CD-47BF-8DF4-E21EEA62194C}" destId="{653C5CF2-4C2B-4E0A-BB48-AE49B425EAC7}" srcOrd="0" destOrd="0" presId="urn:microsoft.com/office/officeart/2018/5/layout/CenteredIconLabelDescriptionList"/>
    <dgm:cxn modelId="{4660B7FF-4D4F-4758-978E-CF2CC8E71E9D}" type="presParOf" srcId="{B6F7E7FC-B6CD-47BF-8DF4-E21EEA62194C}" destId="{FEEF2401-7D15-4648-8506-9F1D0D6D6D9C}" srcOrd="1" destOrd="0" presId="urn:microsoft.com/office/officeart/2018/5/layout/CenteredIconLabelDescriptionList"/>
    <dgm:cxn modelId="{3EC481C5-DD61-412A-8626-FF15940172A0}" type="presParOf" srcId="{B6F7E7FC-B6CD-47BF-8DF4-E21EEA62194C}" destId="{F01971C8-FBB2-406E-A6D9-0260C1251645}" srcOrd="2" destOrd="0" presId="urn:microsoft.com/office/officeart/2018/5/layout/CenteredIconLabelDescriptionList"/>
    <dgm:cxn modelId="{C4F31377-283C-4EB4-A4A3-9CC7B591E350}" type="presParOf" srcId="{B6F7E7FC-B6CD-47BF-8DF4-E21EEA62194C}" destId="{E22268F7-9629-40FE-A905-270DF3553451}" srcOrd="3" destOrd="0" presId="urn:microsoft.com/office/officeart/2018/5/layout/CenteredIconLabelDescriptionList"/>
    <dgm:cxn modelId="{7EB44910-4C71-4999-9F49-8811AC1755F6}" type="presParOf" srcId="{B6F7E7FC-B6CD-47BF-8DF4-E21EEA62194C}" destId="{AD9A565F-B383-462B-BAFD-865AFCD421E0}" srcOrd="4" destOrd="0" presId="urn:microsoft.com/office/officeart/2018/5/layout/CenteredIconLabelDescriptionList"/>
    <dgm:cxn modelId="{DCCA33D6-4A29-451E-BC79-DF064C26F934}" type="presParOf" srcId="{47EEF372-B4BC-4416-9E74-3F83E61FEEFE}" destId="{B914963C-C9CC-4285-8A11-76CA67A84072}" srcOrd="1" destOrd="0" presId="urn:microsoft.com/office/officeart/2018/5/layout/CenteredIconLabelDescriptionList"/>
    <dgm:cxn modelId="{F227D39A-4142-4444-865B-A32C4C228854}" type="presParOf" srcId="{47EEF372-B4BC-4416-9E74-3F83E61FEEFE}" destId="{0D7B61FE-9BFE-4B74-9405-4834BF39B5EE}" srcOrd="2" destOrd="0" presId="urn:microsoft.com/office/officeart/2018/5/layout/CenteredIconLabelDescriptionList"/>
    <dgm:cxn modelId="{6920A9FF-7F98-4B01-B60A-D149C9D5B6BF}" type="presParOf" srcId="{0D7B61FE-9BFE-4B74-9405-4834BF39B5EE}" destId="{4255049C-B4B8-482A-A1CF-3AC86F03BF35}" srcOrd="0" destOrd="0" presId="urn:microsoft.com/office/officeart/2018/5/layout/CenteredIconLabelDescriptionList"/>
    <dgm:cxn modelId="{429F0481-902D-4541-A1A6-E48BCC1D2E13}" type="presParOf" srcId="{0D7B61FE-9BFE-4B74-9405-4834BF39B5EE}" destId="{FA9D398C-687F-4CE7-B472-203BF6943E06}" srcOrd="1" destOrd="0" presId="urn:microsoft.com/office/officeart/2018/5/layout/CenteredIconLabelDescriptionList"/>
    <dgm:cxn modelId="{64A141A0-21E1-4CA3-9522-6FC61D180962}" type="presParOf" srcId="{0D7B61FE-9BFE-4B74-9405-4834BF39B5EE}" destId="{74979D1A-951A-4334-8BC5-87BBF39C13F8}" srcOrd="2" destOrd="0" presId="urn:microsoft.com/office/officeart/2018/5/layout/CenteredIconLabelDescriptionList"/>
    <dgm:cxn modelId="{AF3A3F37-EF11-4388-A82A-7BE191AA28E1}" type="presParOf" srcId="{0D7B61FE-9BFE-4B74-9405-4834BF39B5EE}" destId="{1EA0D453-722D-4DF7-9BDD-0780D334BB04}" srcOrd="3" destOrd="0" presId="urn:microsoft.com/office/officeart/2018/5/layout/CenteredIconLabelDescriptionList"/>
    <dgm:cxn modelId="{77B93B4E-C466-4B6B-ACEF-2A11920881A1}" type="presParOf" srcId="{0D7B61FE-9BFE-4B74-9405-4834BF39B5EE}" destId="{EBF58DC8-CA8F-4FB8-98E1-BBA5B590AB30}" srcOrd="4" destOrd="0" presId="urn:microsoft.com/office/officeart/2018/5/layout/CenteredIconLabelDescriptionList"/>
    <dgm:cxn modelId="{42B8F9B3-C3DE-4492-BA2A-58D3D92C816C}" type="presParOf" srcId="{47EEF372-B4BC-4416-9E74-3F83E61FEEFE}" destId="{EECE4A8A-E6D0-486E-8585-7C8DD72494A9}" srcOrd="3" destOrd="0" presId="urn:microsoft.com/office/officeart/2018/5/layout/CenteredIconLabelDescriptionList"/>
    <dgm:cxn modelId="{51708B7B-2AEA-42A9-990D-77B7D5BB836E}" type="presParOf" srcId="{47EEF372-B4BC-4416-9E74-3F83E61FEEFE}" destId="{52F3BBF8-6B88-41C6-BAC1-BC75559E47C2}" srcOrd="4" destOrd="0" presId="urn:microsoft.com/office/officeart/2018/5/layout/CenteredIconLabelDescriptionList"/>
    <dgm:cxn modelId="{033322CE-E7C8-42B4-89ED-47BAF6FB405F}" type="presParOf" srcId="{52F3BBF8-6B88-41C6-BAC1-BC75559E47C2}" destId="{EF36B0E7-22DF-466B-A986-E1FC3EDF25F4}" srcOrd="0" destOrd="0" presId="urn:microsoft.com/office/officeart/2018/5/layout/CenteredIconLabelDescriptionList"/>
    <dgm:cxn modelId="{3FCB7911-C1AE-47FF-BA4A-869BAB894738}" type="presParOf" srcId="{52F3BBF8-6B88-41C6-BAC1-BC75559E47C2}" destId="{740EEA62-ADF9-4970-B814-09FEC69618E2}" srcOrd="1" destOrd="0" presId="urn:microsoft.com/office/officeart/2018/5/layout/CenteredIconLabelDescriptionList"/>
    <dgm:cxn modelId="{0DF4FCE8-FF76-4324-AD6D-C4252103333E}" type="presParOf" srcId="{52F3BBF8-6B88-41C6-BAC1-BC75559E47C2}" destId="{AE87E8D4-1564-4E4C-B100-2CD147A5D310}" srcOrd="2" destOrd="0" presId="urn:microsoft.com/office/officeart/2018/5/layout/CenteredIconLabelDescriptionList"/>
    <dgm:cxn modelId="{A0E7526C-E75E-4A24-9535-F62D82871730}" type="presParOf" srcId="{52F3BBF8-6B88-41C6-BAC1-BC75559E47C2}" destId="{720A8F93-E48B-405D-82AA-C75C0C213031}" srcOrd="3" destOrd="0" presId="urn:microsoft.com/office/officeart/2018/5/layout/CenteredIconLabelDescriptionList"/>
    <dgm:cxn modelId="{32AE857E-DD3D-4343-ADB1-35AD94E1B78E}" type="presParOf" srcId="{52F3BBF8-6B88-41C6-BAC1-BC75559E47C2}" destId="{EA235C12-DD61-4F07-8838-C79FD3D13F3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30103BC2-A6E4-48BB-8E6A-18C32C818B2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CB03EA5-4B4F-4819-BD50-95C53321E91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Replacements</a:t>
          </a:r>
          <a:endParaRPr lang="en-US"/>
        </a:p>
      </dgm:t>
    </dgm:pt>
    <dgm:pt modelId="{A4A9899C-150A-4451-BE4E-A334DB484B7C}" type="parTrans" cxnId="{5D9DA757-9087-4536-ACF1-4180171E3AF1}">
      <dgm:prSet/>
      <dgm:spPr/>
      <dgm:t>
        <a:bodyPr/>
        <a:lstStyle/>
        <a:p>
          <a:endParaRPr lang="en-US"/>
        </a:p>
      </dgm:t>
    </dgm:pt>
    <dgm:pt modelId="{BB340927-3F63-484D-97EE-D82A10234380}" type="sibTrans" cxnId="{5D9DA757-9087-4536-ACF1-4180171E3AF1}">
      <dgm:prSet/>
      <dgm:spPr/>
      <dgm:t>
        <a:bodyPr/>
        <a:lstStyle/>
        <a:p>
          <a:endParaRPr lang="en-US"/>
        </a:p>
      </dgm:t>
    </dgm:pt>
    <dgm:pt modelId="{473243E7-0049-4DA3-B3E0-739D927FE1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Relay networks are not replacements</a:t>
          </a:r>
        </a:p>
      </dgm:t>
    </dgm:pt>
    <dgm:pt modelId="{466A58B3-3778-47FB-A075-7244239E5AC3}" type="parTrans" cxnId="{156882C3-59CF-49D4-B001-4F4B9421D1CA}">
      <dgm:prSet/>
      <dgm:spPr/>
      <dgm:t>
        <a:bodyPr/>
        <a:lstStyle/>
        <a:p>
          <a:endParaRPr lang="en-US"/>
        </a:p>
      </dgm:t>
    </dgm:pt>
    <dgm:pt modelId="{AE0246C8-CE1E-49B3-8767-C78EB5FFD42B}" type="sibTrans" cxnId="{156882C3-59CF-49D4-B001-4F4B9421D1CA}">
      <dgm:prSet/>
      <dgm:spPr/>
      <dgm:t>
        <a:bodyPr/>
        <a:lstStyle/>
        <a:p>
          <a:endParaRPr lang="en-US"/>
        </a:p>
      </dgm:t>
    </dgm:pt>
    <dgm:pt modelId="{3F99A6CB-7254-434E-817D-E59F5F44F4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bitcoin’s P2P network. </a:t>
          </a:r>
        </a:p>
      </dgm:t>
    </dgm:pt>
    <dgm:pt modelId="{FA99063E-7FE0-4533-9BA7-3377E85E9F15}" type="parTrans" cxnId="{A800BF12-507A-47BB-971F-183CF63EBDD1}">
      <dgm:prSet/>
      <dgm:spPr/>
      <dgm:t>
        <a:bodyPr/>
        <a:lstStyle/>
        <a:p>
          <a:endParaRPr lang="en-US"/>
        </a:p>
      </dgm:t>
    </dgm:pt>
    <dgm:pt modelId="{CD2E0B48-CBB7-4D8D-B486-66F3F784CF3F}" type="sibTrans" cxnId="{A800BF12-507A-47BB-971F-183CF63EBDD1}">
      <dgm:prSet/>
      <dgm:spPr/>
      <dgm:t>
        <a:bodyPr/>
        <a:lstStyle/>
        <a:p>
          <a:endParaRPr lang="en-US"/>
        </a:p>
      </dgm:t>
    </dgm:pt>
    <dgm:pt modelId="{240065E1-CDC9-44FF-A585-C0ED028FB7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Additional connectivity</a:t>
          </a:r>
          <a:endParaRPr lang="en-US"/>
        </a:p>
      </dgm:t>
    </dgm:pt>
    <dgm:pt modelId="{4DF43E66-E258-4270-9057-19CB67D22955}" type="parTrans" cxnId="{9BE57C42-B9C8-4E4B-833C-DEDFFAD0E716}">
      <dgm:prSet/>
      <dgm:spPr/>
      <dgm:t>
        <a:bodyPr/>
        <a:lstStyle/>
        <a:p>
          <a:endParaRPr lang="en-US"/>
        </a:p>
      </dgm:t>
    </dgm:pt>
    <dgm:pt modelId="{50E73EB6-8BFA-4A75-9354-78367A52D34B}" type="sibTrans" cxnId="{9BE57C42-B9C8-4E4B-833C-DEDFFAD0E716}">
      <dgm:prSet/>
      <dgm:spPr/>
      <dgm:t>
        <a:bodyPr/>
        <a:lstStyle/>
        <a:p>
          <a:endParaRPr lang="en-US"/>
        </a:p>
      </dgm:t>
    </dgm:pt>
    <dgm:pt modelId="{194686E8-3379-45E8-8238-177A066EA1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Instead they are overlay</a:t>
          </a:r>
          <a:r>
            <a:rPr lang="tr-TR"/>
            <a:t> </a:t>
          </a:r>
          <a:r>
            <a:rPr lang="en-US"/>
            <a:t>networks </a:t>
          </a:r>
        </a:p>
      </dgm:t>
    </dgm:pt>
    <dgm:pt modelId="{043020FD-EF50-4EF4-8E90-8F76C568CCF9}" type="parTrans" cxnId="{83779A93-18AE-43C1-9488-E61023EF7413}">
      <dgm:prSet/>
      <dgm:spPr/>
      <dgm:t>
        <a:bodyPr/>
        <a:lstStyle/>
        <a:p>
          <a:endParaRPr lang="en-US"/>
        </a:p>
      </dgm:t>
    </dgm:pt>
    <dgm:pt modelId="{01563B59-00C9-4058-BA6D-FF8112B3911B}" type="sibTrans" cxnId="{83779A93-18AE-43C1-9488-E61023EF7413}">
      <dgm:prSet/>
      <dgm:spPr/>
      <dgm:t>
        <a:bodyPr/>
        <a:lstStyle/>
        <a:p>
          <a:endParaRPr lang="en-US"/>
        </a:p>
      </dgm:t>
    </dgm:pt>
    <dgm:pt modelId="{1083A990-B3DA-4E17-BDD3-8DFD26A757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provide additional connectivity </a:t>
          </a:r>
        </a:p>
      </dgm:t>
    </dgm:pt>
    <dgm:pt modelId="{CB6EFF9D-2830-4FE1-99DA-44C67E5ECF4B}" type="parTrans" cxnId="{706214DE-AAC5-48B3-B4E0-DC4F3532B2A1}">
      <dgm:prSet/>
      <dgm:spPr/>
      <dgm:t>
        <a:bodyPr/>
        <a:lstStyle/>
        <a:p>
          <a:endParaRPr lang="en-US"/>
        </a:p>
      </dgm:t>
    </dgm:pt>
    <dgm:pt modelId="{EF8FCD12-E859-4707-A68B-B44B4D9380FD}" type="sibTrans" cxnId="{706214DE-AAC5-48B3-B4E0-DC4F3532B2A1}">
      <dgm:prSet/>
      <dgm:spPr/>
      <dgm:t>
        <a:bodyPr/>
        <a:lstStyle/>
        <a:p>
          <a:endParaRPr lang="en-US"/>
        </a:p>
      </dgm:t>
    </dgm:pt>
    <dgm:pt modelId="{D468B6B8-2C8E-4409-A442-DD31E62C13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between nodes with specialized</a:t>
          </a:r>
          <a:r>
            <a:rPr lang="tr-TR"/>
            <a:t> </a:t>
          </a:r>
          <a:r>
            <a:rPr lang="en-US"/>
            <a:t>needs</a:t>
          </a:r>
        </a:p>
      </dgm:t>
    </dgm:pt>
    <dgm:pt modelId="{48AB694E-2183-435B-9447-E4B589A3F488}" type="parTrans" cxnId="{DFC49B64-CC83-418B-AFDF-BA5B37AF6B2E}">
      <dgm:prSet/>
      <dgm:spPr/>
      <dgm:t>
        <a:bodyPr/>
        <a:lstStyle/>
        <a:p>
          <a:endParaRPr lang="en-US"/>
        </a:p>
      </dgm:t>
    </dgm:pt>
    <dgm:pt modelId="{47F4DD6C-373C-4258-8C18-D2BBC4455610}" type="sibTrans" cxnId="{DFC49B64-CC83-418B-AFDF-BA5B37AF6B2E}">
      <dgm:prSet/>
      <dgm:spPr/>
      <dgm:t>
        <a:bodyPr/>
        <a:lstStyle/>
        <a:p>
          <a:endParaRPr lang="en-US"/>
        </a:p>
      </dgm:t>
    </dgm:pt>
    <dgm:pt modelId="{86095CE7-A1AB-448F-AE66-02121A2B78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Like freeways </a:t>
          </a:r>
        </a:p>
      </dgm:t>
    </dgm:pt>
    <dgm:pt modelId="{6968CE22-B74D-474B-B4B0-9D86B1ACACA0}" type="parTrans" cxnId="{C62C35DC-B8D2-4B23-A6E4-7EAE796DCD5F}">
      <dgm:prSet/>
      <dgm:spPr/>
      <dgm:t>
        <a:bodyPr/>
        <a:lstStyle/>
        <a:p>
          <a:endParaRPr lang="en-US"/>
        </a:p>
      </dgm:t>
    </dgm:pt>
    <dgm:pt modelId="{042535DF-A577-422B-AB6B-13953DC8791C}" type="sibTrans" cxnId="{C62C35DC-B8D2-4B23-A6E4-7EAE796DCD5F}">
      <dgm:prSet/>
      <dgm:spPr/>
      <dgm:t>
        <a:bodyPr/>
        <a:lstStyle/>
        <a:p>
          <a:endParaRPr lang="en-US"/>
        </a:p>
      </dgm:t>
    </dgm:pt>
    <dgm:pt modelId="{B46269D9-25FA-4D6E-A150-65732F9A023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that</a:t>
          </a:r>
          <a:r>
            <a:rPr lang="tr-TR" dirty="0"/>
            <a:t> </a:t>
          </a:r>
          <a:r>
            <a:rPr lang="en-US" dirty="0"/>
            <a:t>are not replacements for </a:t>
          </a:r>
          <a:r>
            <a:rPr lang="en-US" b="1" dirty="0"/>
            <a:t>rural roads </a:t>
          </a:r>
        </a:p>
      </dgm:t>
    </dgm:pt>
    <dgm:pt modelId="{432CF076-114A-403D-9888-CDE9B13CEAC9}" type="parTrans" cxnId="{284D12B8-8D6E-436D-8450-4D82755CB15C}">
      <dgm:prSet/>
      <dgm:spPr/>
      <dgm:t>
        <a:bodyPr/>
        <a:lstStyle/>
        <a:p>
          <a:endParaRPr lang="en-US"/>
        </a:p>
      </dgm:t>
    </dgm:pt>
    <dgm:pt modelId="{525B8FCD-5AA6-477C-A2CD-BFC936E6A819}" type="sibTrans" cxnId="{284D12B8-8D6E-436D-8450-4D82755CB15C}">
      <dgm:prSet/>
      <dgm:spPr/>
      <dgm:t>
        <a:bodyPr/>
        <a:lstStyle/>
        <a:p>
          <a:endParaRPr lang="en-US"/>
        </a:p>
      </dgm:t>
    </dgm:pt>
    <dgm:pt modelId="{E61161AA-8E21-4F29-800D-2390000948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but rather shortcuts</a:t>
          </a:r>
          <a:r>
            <a:rPr lang="tr-TR" dirty="0"/>
            <a:t> </a:t>
          </a:r>
          <a:r>
            <a:rPr lang="en-US" dirty="0"/>
            <a:t>between two points with heavy traffic </a:t>
          </a:r>
        </a:p>
      </dgm:t>
    </dgm:pt>
    <dgm:pt modelId="{83B1CD68-4ECB-4980-931E-53B7808BB972}" type="parTrans" cxnId="{B92380AC-F506-42E6-865B-062E8B2614EC}">
      <dgm:prSet/>
      <dgm:spPr/>
      <dgm:t>
        <a:bodyPr/>
        <a:lstStyle/>
        <a:p>
          <a:endParaRPr lang="en-US"/>
        </a:p>
      </dgm:t>
    </dgm:pt>
    <dgm:pt modelId="{10E52657-369D-4DBC-9C16-3FFF027F3E14}" type="sibTrans" cxnId="{B92380AC-F506-42E6-865B-062E8B2614EC}">
      <dgm:prSet/>
      <dgm:spPr/>
      <dgm:t>
        <a:bodyPr/>
        <a:lstStyle/>
        <a:p>
          <a:endParaRPr lang="en-US"/>
        </a:p>
      </dgm:t>
    </dgm:pt>
    <dgm:pt modelId="{CDAFAD8F-0CD7-4117-9416-121C46CBBE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still need small roads to connect to the</a:t>
          </a:r>
          <a:r>
            <a:rPr lang="tr-TR"/>
            <a:t> freeways.</a:t>
          </a:r>
          <a:endParaRPr lang="en-US"/>
        </a:p>
      </dgm:t>
    </dgm:pt>
    <dgm:pt modelId="{7F3F1751-CDAA-4D23-AFA0-63A142A1C2BA}" type="parTrans" cxnId="{DAC5E14B-3A55-4152-A4F4-02FB7C2E2E5F}">
      <dgm:prSet/>
      <dgm:spPr/>
      <dgm:t>
        <a:bodyPr/>
        <a:lstStyle/>
        <a:p>
          <a:endParaRPr lang="en-US"/>
        </a:p>
      </dgm:t>
    </dgm:pt>
    <dgm:pt modelId="{9B6E175A-8AE8-4948-9EFE-4869CEC97BBB}" type="sibTrans" cxnId="{DAC5E14B-3A55-4152-A4F4-02FB7C2E2E5F}">
      <dgm:prSet/>
      <dgm:spPr/>
      <dgm:t>
        <a:bodyPr/>
        <a:lstStyle/>
        <a:p>
          <a:endParaRPr lang="en-US"/>
        </a:p>
      </dgm:t>
    </dgm:pt>
    <dgm:pt modelId="{19C97605-AFAA-47A8-BDE3-4507E1CDA552}" type="pres">
      <dgm:prSet presAssocID="{30103BC2-A6E4-48BB-8E6A-18C32C818B27}" presName="root" presStyleCnt="0">
        <dgm:presLayoutVars>
          <dgm:dir/>
          <dgm:resizeHandles val="exact"/>
        </dgm:presLayoutVars>
      </dgm:prSet>
      <dgm:spPr/>
    </dgm:pt>
    <dgm:pt modelId="{42B48CFA-B967-42B3-AD7E-DB6637C8ACBA}" type="pres">
      <dgm:prSet presAssocID="{8CB03EA5-4B4F-4819-BD50-95C53321E917}" presName="compNode" presStyleCnt="0"/>
      <dgm:spPr/>
    </dgm:pt>
    <dgm:pt modelId="{92044C62-171B-40FD-A190-5A9A2A61BC44}" type="pres">
      <dgm:prSet presAssocID="{8CB03EA5-4B4F-4819-BD50-95C53321E91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7A0E6697-BEB6-4172-B9BC-8B99D887FCD9}" type="pres">
      <dgm:prSet presAssocID="{8CB03EA5-4B4F-4819-BD50-95C53321E917}" presName="iconSpace" presStyleCnt="0"/>
      <dgm:spPr/>
    </dgm:pt>
    <dgm:pt modelId="{35E9C028-7856-408A-A7F9-3BD124A9F049}" type="pres">
      <dgm:prSet presAssocID="{8CB03EA5-4B4F-4819-BD50-95C53321E917}" presName="parTx" presStyleLbl="revTx" presStyleIdx="0" presStyleCnt="6">
        <dgm:presLayoutVars>
          <dgm:chMax val="0"/>
          <dgm:chPref val="0"/>
        </dgm:presLayoutVars>
      </dgm:prSet>
      <dgm:spPr/>
    </dgm:pt>
    <dgm:pt modelId="{AC06F87F-CC46-40C0-9291-729AAC2F9D2D}" type="pres">
      <dgm:prSet presAssocID="{8CB03EA5-4B4F-4819-BD50-95C53321E917}" presName="txSpace" presStyleCnt="0"/>
      <dgm:spPr/>
    </dgm:pt>
    <dgm:pt modelId="{AFB47B03-F93B-4305-AB9C-414E9F8358AC}" type="pres">
      <dgm:prSet presAssocID="{8CB03EA5-4B4F-4819-BD50-95C53321E917}" presName="desTx" presStyleLbl="revTx" presStyleIdx="1" presStyleCnt="6">
        <dgm:presLayoutVars/>
      </dgm:prSet>
      <dgm:spPr/>
    </dgm:pt>
    <dgm:pt modelId="{00AAEA82-1105-40FC-86A0-E4DCFA821109}" type="pres">
      <dgm:prSet presAssocID="{BB340927-3F63-484D-97EE-D82A10234380}" presName="sibTrans" presStyleCnt="0"/>
      <dgm:spPr/>
    </dgm:pt>
    <dgm:pt modelId="{0E5B1F1A-5AE8-4838-8E5C-032678814562}" type="pres">
      <dgm:prSet presAssocID="{240065E1-CDC9-44FF-A585-C0ED028FB7AA}" presName="compNode" presStyleCnt="0"/>
      <dgm:spPr/>
    </dgm:pt>
    <dgm:pt modelId="{15D356E4-C234-49C3-94FE-3E1702A65455}" type="pres">
      <dgm:prSet presAssocID="{240065E1-CDC9-44FF-A585-C0ED028FB7A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36619FAD-2CB8-4A78-98DD-B2DF59141198}" type="pres">
      <dgm:prSet presAssocID="{240065E1-CDC9-44FF-A585-C0ED028FB7AA}" presName="iconSpace" presStyleCnt="0"/>
      <dgm:spPr/>
    </dgm:pt>
    <dgm:pt modelId="{4B128B9A-A7F5-4A4B-BAFB-CD63018EDFC2}" type="pres">
      <dgm:prSet presAssocID="{240065E1-CDC9-44FF-A585-C0ED028FB7AA}" presName="parTx" presStyleLbl="revTx" presStyleIdx="2" presStyleCnt="6">
        <dgm:presLayoutVars>
          <dgm:chMax val="0"/>
          <dgm:chPref val="0"/>
        </dgm:presLayoutVars>
      </dgm:prSet>
      <dgm:spPr/>
    </dgm:pt>
    <dgm:pt modelId="{D89F9469-F095-4070-97A7-23B09F0F0323}" type="pres">
      <dgm:prSet presAssocID="{240065E1-CDC9-44FF-A585-C0ED028FB7AA}" presName="txSpace" presStyleCnt="0"/>
      <dgm:spPr/>
    </dgm:pt>
    <dgm:pt modelId="{E2E00911-3735-408E-AC8E-B2665979CCFD}" type="pres">
      <dgm:prSet presAssocID="{240065E1-CDC9-44FF-A585-C0ED028FB7AA}" presName="desTx" presStyleLbl="revTx" presStyleIdx="3" presStyleCnt="6">
        <dgm:presLayoutVars/>
      </dgm:prSet>
      <dgm:spPr/>
    </dgm:pt>
    <dgm:pt modelId="{E27FD1C0-8B1B-4B32-9789-827E2D4EB4EC}" type="pres">
      <dgm:prSet presAssocID="{50E73EB6-8BFA-4A75-9354-78367A52D34B}" presName="sibTrans" presStyleCnt="0"/>
      <dgm:spPr/>
    </dgm:pt>
    <dgm:pt modelId="{3E9FEAC7-D1B6-409D-95F1-374E12B04D27}" type="pres">
      <dgm:prSet presAssocID="{86095CE7-A1AB-448F-AE66-02121A2B78FC}" presName="compNode" presStyleCnt="0"/>
      <dgm:spPr/>
    </dgm:pt>
    <dgm:pt modelId="{8722B3F7-8DC8-4AA4-84F7-F070C92D904E}" type="pres">
      <dgm:prSet presAssocID="{86095CE7-A1AB-448F-AE66-02121A2B78F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idge scene"/>
        </a:ext>
      </dgm:extLst>
    </dgm:pt>
    <dgm:pt modelId="{C95C52C3-1849-44F3-829B-95F1BF473012}" type="pres">
      <dgm:prSet presAssocID="{86095CE7-A1AB-448F-AE66-02121A2B78FC}" presName="iconSpace" presStyleCnt="0"/>
      <dgm:spPr/>
    </dgm:pt>
    <dgm:pt modelId="{EA7F02DD-2FB6-420F-A836-88892088CC77}" type="pres">
      <dgm:prSet presAssocID="{86095CE7-A1AB-448F-AE66-02121A2B78FC}" presName="parTx" presStyleLbl="revTx" presStyleIdx="4" presStyleCnt="6">
        <dgm:presLayoutVars>
          <dgm:chMax val="0"/>
          <dgm:chPref val="0"/>
        </dgm:presLayoutVars>
      </dgm:prSet>
      <dgm:spPr/>
    </dgm:pt>
    <dgm:pt modelId="{9BDF725C-4E29-4708-B98D-4A85037A1EE2}" type="pres">
      <dgm:prSet presAssocID="{86095CE7-A1AB-448F-AE66-02121A2B78FC}" presName="txSpace" presStyleCnt="0"/>
      <dgm:spPr/>
    </dgm:pt>
    <dgm:pt modelId="{BFA9CEBC-CAE7-4CA9-A364-E6220E2ACAB6}" type="pres">
      <dgm:prSet presAssocID="{86095CE7-A1AB-448F-AE66-02121A2B78FC}" presName="desTx" presStyleLbl="revTx" presStyleIdx="5" presStyleCnt="6">
        <dgm:presLayoutVars/>
      </dgm:prSet>
      <dgm:spPr/>
    </dgm:pt>
  </dgm:ptLst>
  <dgm:cxnLst>
    <dgm:cxn modelId="{204F5C00-45E9-4F0E-87DB-BEA2BF39C3C9}" type="presOf" srcId="{30103BC2-A6E4-48BB-8E6A-18C32C818B27}" destId="{19C97605-AFAA-47A8-BDE3-4507E1CDA552}" srcOrd="0" destOrd="0" presId="urn:microsoft.com/office/officeart/2018/5/layout/CenteredIconLabelDescriptionList"/>
    <dgm:cxn modelId="{A800BF12-507A-47BB-971F-183CF63EBDD1}" srcId="{8CB03EA5-4B4F-4819-BD50-95C53321E917}" destId="{3F99A6CB-7254-434E-817D-E59F5F44F47E}" srcOrd="1" destOrd="0" parTransId="{FA99063E-7FE0-4533-9BA7-3377E85E9F15}" sibTransId="{CD2E0B48-CBB7-4D8D-B486-66F3F784CF3F}"/>
    <dgm:cxn modelId="{5380021D-C628-4DDD-931B-209274A2D723}" type="presOf" srcId="{473243E7-0049-4DA3-B3E0-739D927FE1BA}" destId="{AFB47B03-F93B-4305-AB9C-414E9F8358AC}" srcOrd="0" destOrd="0" presId="urn:microsoft.com/office/officeart/2018/5/layout/CenteredIconLabelDescriptionList"/>
    <dgm:cxn modelId="{67D8D01E-8FC0-4A65-9A23-648AA91E1630}" type="presOf" srcId="{3F99A6CB-7254-434E-817D-E59F5F44F47E}" destId="{AFB47B03-F93B-4305-AB9C-414E9F8358AC}" srcOrd="0" destOrd="1" presId="urn:microsoft.com/office/officeart/2018/5/layout/CenteredIconLabelDescriptionList"/>
    <dgm:cxn modelId="{70DB3F21-97D5-4731-8EB9-32FD3FEF2EE8}" type="presOf" srcId="{B46269D9-25FA-4D6E-A150-65732F9A0234}" destId="{BFA9CEBC-CAE7-4CA9-A364-E6220E2ACAB6}" srcOrd="0" destOrd="0" presId="urn:microsoft.com/office/officeart/2018/5/layout/CenteredIconLabelDescriptionList"/>
    <dgm:cxn modelId="{FDF99E2B-022E-427C-A412-0DC2CD492A97}" type="presOf" srcId="{D468B6B8-2C8E-4409-A442-DD31E62C1366}" destId="{E2E00911-3735-408E-AC8E-B2665979CCFD}" srcOrd="0" destOrd="2" presId="urn:microsoft.com/office/officeart/2018/5/layout/CenteredIconLabelDescriptionList"/>
    <dgm:cxn modelId="{9BE57C42-B9C8-4E4B-833C-DEDFFAD0E716}" srcId="{30103BC2-A6E4-48BB-8E6A-18C32C818B27}" destId="{240065E1-CDC9-44FF-A585-C0ED028FB7AA}" srcOrd="1" destOrd="0" parTransId="{4DF43E66-E258-4270-9057-19CB67D22955}" sibTransId="{50E73EB6-8BFA-4A75-9354-78367A52D34B}"/>
    <dgm:cxn modelId="{DFC49B64-CC83-418B-AFDF-BA5B37AF6B2E}" srcId="{240065E1-CDC9-44FF-A585-C0ED028FB7AA}" destId="{D468B6B8-2C8E-4409-A442-DD31E62C1366}" srcOrd="2" destOrd="0" parTransId="{48AB694E-2183-435B-9447-E4B589A3F488}" sibTransId="{47F4DD6C-373C-4258-8C18-D2BBC4455610}"/>
    <dgm:cxn modelId="{DAC5E14B-3A55-4152-A4F4-02FB7C2E2E5F}" srcId="{86095CE7-A1AB-448F-AE66-02121A2B78FC}" destId="{CDAFAD8F-0CD7-4117-9416-121C46CBBEFB}" srcOrd="2" destOrd="0" parTransId="{7F3F1751-CDAA-4D23-AFA0-63A142A1C2BA}" sibTransId="{9B6E175A-8AE8-4948-9EFE-4869CEC97BBB}"/>
    <dgm:cxn modelId="{5D9DA757-9087-4536-ACF1-4180171E3AF1}" srcId="{30103BC2-A6E4-48BB-8E6A-18C32C818B27}" destId="{8CB03EA5-4B4F-4819-BD50-95C53321E917}" srcOrd="0" destOrd="0" parTransId="{A4A9899C-150A-4451-BE4E-A334DB484B7C}" sibTransId="{BB340927-3F63-484D-97EE-D82A10234380}"/>
    <dgm:cxn modelId="{83779A93-18AE-43C1-9488-E61023EF7413}" srcId="{240065E1-CDC9-44FF-A585-C0ED028FB7AA}" destId="{194686E8-3379-45E8-8238-177A066EA101}" srcOrd="0" destOrd="0" parTransId="{043020FD-EF50-4EF4-8E90-8F76C568CCF9}" sibTransId="{01563B59-00C9-4058-BA6D-FF8112B3911B}"/>
    <dgm:cxn modelId="{C27E3F9F-7BCA-4EEB-8AD6-392724A460F7}" type="presOf" srcId="{194686E8-3379-45E8-8238-177A066EA101}" destId="{E2E00911-3735-408E-AC8E-B2665979CCFD}" srcOrd="0" destOrd="0" presId="urn:microsoft.com/office/officeart/2018/5/layout/CenteredIconLabelDescriptionList"/>
    <dgm:cxn modelId="{B92380AC-F506-42E6-865B-062E8B2614EC}" srcId="{86095CE7-A1AB-448F-AE66-02121A2B78FC}" destId="{E61161AA-8E21-4F29-800D-23900009480C}" srcOrd="1" destOrd="0" parTransId="{83B1CD68-4ECB-4980-931E-53B7808BB972}" sibTransId="{10E52657-369D-4DBC-9C16-3FFF027F3E14}"/>
    <dgm:cxn modelId="{284D12B8-8D6E-436D-8450-4D82755CB15C}" srcId="{86095CE7-A1AB-448F-AE66-02121A2B78FC}" destId="{B46269D9-25FA-4D6E-A150-65732F9A0234}" srcOrd="0" destOrd="0" parTransId="{432CF076-114A-403D-9888-CDE9B13CEAC9}" sibTransId="{525B8FCD-5AA6-477C-A2CD-BFC936E6A819}"/>
    <dgm:cxn modelId="{156882C3-59CF-49D4-B001-4F4B9421D1CA}" srcId="{8CB03EA5-4B4F-4819-BD50-95C53321E917}" destId="{473243E7-0049-4DA3-B3E0-739D927FE1BA}" srcOrd="0" destOrd="0" parTransId="{466A58B3-3778-47FB-A075-7244239E5AC3}" sibTransId="{AE0246C8-CE1E-49B3-8767-C78EB5FFD42B}"/>
    <dgm:cxn modelId="{4A5A89CC-22F4-453E-8DCB-FE7DA1C446A7}" type="presOf" srcId="{8CB03EA5-4B4F-4819-BD50-95C53321E917}" destId="{35E9C028-7856-408A-A7F9-3BD124A9F049}" srcOrd="0" destOrd="0" presId="urn:microsoft.com/office/officeart/2018/5/layout/CenteredIconLabelDescriptionList"/>
    <dgm:cxn modelId="{1D22D2D4-345A-4ED7-B708-4F7F4B423675}" type="presOf" srcId="{CDAFAD8F-0CD7-4117-9416-121C46CBBEFB}" destId="{BFA9CEBC-CAE7-4CA9-A364-E6220E2ACAB6}" srcOrd="0" destOrd="2" presId="urn:microsoft.com/office/officeart/2018/5/layout/CenteredIconLabelDescriptionList"/>
    <dgm:cxn modelId="{D0E0A8DB-D026-48A2-9B51-44FC1AEC154E}" type="presOf" srcId="{240065E1-CDC9-44FF-A585-C0ED028FB7AA}" destId="{4B128B9A-A7F5-4A4B-BAFB-CD63018EDFC2}" srcOrd="0" destOrd="0" presId="urn:microsoft.com/office/officeart/2018/5/layout/CenteredIconLabelDescriptionList"/>
    <dgm:cxn modelId="{C62C35DC-B8D2-4B23-A6E4-7EAE796DCD5F}" srcId="{30103BC2-A6E4-48BB-8E6A-18C32C818B27}" destId="{86095CE7-A1AB-448F-AE66-02121A2B78FC}" srcOrd="2" destOrd="0" parTransId="{6968CE22-B74D-474B-B4B0-9D86B1ACACA0}" sibTransId="{042535DF-A577-422B-AB6B-13953DC8791C}"/>
    <dgm:cxn modelId="{706214DE-AAC5-48B3-B4E0-DC4F3532B2A1}" srcId="{240065E1-CDC9-44FF-A585-C0ED028FB7AA}" destId="{1083A990-B3DA-4E17-BDD3-8DFD26A75752}" srcOrd="1" destOrd="0" parTransId="{CB6EFF9D-2830-4FE1-99DA-44C67E5ECF4B}" sibTransId="{EF8FCD12-E859-4707-A68B-B44B4D9380FD}"/>
    <dgm:cxn modelId="{80D17DEA-3B91-41FE-9EEB-9AD51CDA1B19}" type="presOf" srcId="{86095CE7-A1AB-448F-AE66-02121A2B78FC}" destId="{EA7F02DD-2FB6-420F-A836-88892088CC77}" srcOrd="0" destOrd="0" presId="urn:microsoft.com/office/officeart/2018/5/layout/CenteredIconLabelDescriptionList"/>
    <dgm:cxn modelId="{DAE036EF-16D5-46C8-A8CE-EF26F09E47E1}" type="presOf" srcId="{E61161AA-8E21-4F29-800D-23900009480C}" destId="{BFA9CEBC-CAE7-4CA9-A364-E6220E2ACAB6}" srcOrd="0" destOrd="1" presId="urn:microsoft.com/office/officeart/2018/5/layout/CenteredIconLabelDescriptionList"/>
    <dgm:cxn modelId="{89E03FFF-641A-4CEB-9EE2-D26615C7D62C}" type="presOf" srcId="{1083A990-B3DA-4E17-BDD3-8DFD26A75752}" destId="{E2E00911-3735-408E-AC8E-B2665979CCFD}" srcOrd="0" destOrd="1" presId="urn:microsoft.com/office/officeart/2018/5/layout/CenteredIconLabelDescriptionList"/>
    <dgm:cxn modelId="{5FB7FCF2-DF0A-41F9-ADC8-E6064DE8946B}" type="presParOf" srcId="{19C97605-AFAA-47A8-BDE3-4507E1CDA552}" destId="{42B48CFA-B967-42B3-AD7E-DB6637C8ACBA}" srcOrd="0" destOrd="0" presId="urn:microsoft.com/office/officeart/2018/5/layout/CenteredIconLabelDescriptionList"/>
    <dgm:cxn modelId="{8BE07765-61FD-4BE2-8989-3AA68A5385EC}" type="presParOf" srcId="{42B48CFA-B967-42B3-AD7E-DB6637C8ACBA}" destId="{92044C62-171B-40FD-A190-5A9A2A61BC44}" srcOrd="0" destOrd="0" presId="urn:microsoft.com/office/officeart/2018/5/layout/CenteredIconLabelDescriptionList"/>
    <dgm:cxn modelId="{692C9812-AD8C-4B31-ACD1-1A1667ECA346}" type="presParOf" srcId="{42B48CFA-B967-42B3-AD7E-DB6637C8ACBA}" destId="{7A0E6697-BEB6-4172-B9BC-8B99D887FCD9}" srcOrd="1" destOrd="0" presId="urn:microsoft.com/office/officeart/2018/5/layout/CenteredIconLabelDescriptionList"/>
    <dgm:cxn modelId="{A43EB9A1-5AC6-4642-869B-2268BF2B6F51}" type="presParOf" srcId="{42B48CFA-B967-42B3-AD7E-DB6637C8ACBA}" destId="{35E9C028-7856-408A-A7F9-3BD124A9F049}" srcOrd="2" destOrd="0" presId="urn:microsoft.com/office/officeart/2018/5/layout/CenteredIconLabelDescriptionList"/>
    <dgm:cxn modelId="{F021DCCB-FE0D-43E6-B3FE-2A0B7FC3A7D4}" type="presParOf" srcId="{42B48CFA-B967-42B3-AD7E-DB6637C8ACBA}" destId="{AC06F87F-CC46-40C0-9291-729AAC2F9D2D}" srcOrd="3" destOrd="0" presId="urn:microsoft.com/office/officeart/2018/5/layout/CenteredIconLabelDescriptionList"/>
    <dgm:cxn modelId="{A14251B6-791F-44CD-A3F3-AF1E506D5348}" type="presParOf" srcId="{42B48CFA-B967-42B3-AD7E-DB6637C8ACBA}" destId="{AFB47B03-F93B-4305-AB9C-414E9F8358AC}" srcOrd="4" destOrd="0" presId="urn:microsoft.com/office/officeart/2018/5/layout/CenteredIconLabelDescriptionList"/>
    <dgm:cxn modelId="{6A5284CD-E7B1-4C2F-96CA-6E0058A083B2}" type="presParOf" srcId="{19C97605-AFAA-47A8-BDE3-4507E1CDA552}" destId="{00AAEA82-1105-40FC-86A0-E4DCFA821109}" srcOrd="1" destOrd="0" presId="urn:microsoft.com/office/officeart/2018/5/layout/CenteredIconLabelDescriptionList"/>
    <dgm:cxn modelId="{10BBA362-68E9-4073-8EF0-8CB905D7EB3D}" type="presParOf" srcId="{19C97605-AFAA-47A8-BDE3-4507E1CDA552}" destId="{0E5B1F1A-5AE8-4838-8E5C-032678814562}" srcOrd="2" destOrd="0" presId="urn:microsoft.com/office/officeart/2018/5/layout/CenteredIconLabelDescriptionList"/>
    <dgm:cxn modelId="{6334DBA1-2B44-4F32-8033-EC3261675854}" type="presParOf" srcId="{0E5B1F1A-5AE8-4838-8E5C-032678814562}" destId="{15D356E4-C234-49C3-94FE-3E1702A65455}" srcOrd="0" destOrd="0" presId="urn:microsoft.com/office/officeart/2018/5/layout/CenteredIconLabelDescriptionList"/>
    <dgm:cxn modelId="{26CD0CAF-51E1-47AB-A331-E8DBB8ED6114}" type="presParOf" srcId="{0E5B1F1A-5AE8-4838-8E5C-032678814562}" destId="{36619FAD-2CB8-4A78-98DD-B2DF59141198}" srcOrd="1" destOrd="0" presId="urn:microsoft.com/office/officeart/2018/5/layout/CenteredIconLabelDescriptionList"/>
    <dgm:cxn modelId="{9BC94630-671E-4A67-BE8F-FA0BAA24FB4F}" type="presParOf" srcId="{0E5B1F1A-5AE8-4838-8E5C-032678814562}" destId="{4B128B9A-A7F5-4A4B-BAFB-CD63018EDFC2}" srcOrd="2" destOrd="0" presId="urn:microsoft.com/office/officeart/2018/5/layout/CenteredIconLabelDescriptionList"/>
    <dgm:cxn modelId="{F546690D-487C-42D0-B7D7-FB2D4D48C746}" type="presParOf" srcId="{0E5B1F1A-5AE8-4838-8E5C-032678814562}" destId="{D89F9469-F095-4070-97A7-23B09F0F0323}" srcOrd="3" destOrd="0" presId="urn:microsoft.com/office/officeart/2018/5/layout/CenteredIconLabelDescriptionList"/>
    <dgm:cxn modelId="{8A8230D1-1FB5-443C-9449-3DF607358FF8}" type="presParOf" srcId="{0E5B1F1A-5AE8-4838-8E5C-032678814562}" destId="{E2E00911-3735-408E-AC8E-B2665979CCFD}" srcOrd="4" destOrd="0" presId="urn:microsoft.com/office/officeart/2018/5/layout/CenteredIconLabelDescriptionList"/>
    <dgm:cxn modelId="{EEB2DC23-DCDF-42BC-846F-41347395DC5A}" type="presParOf" srcId="{19C97605-AFAA-47A8-BDE3-4507E1CDA552}" destId="{E27FD1C0-8B1B-4B32-9789-827E2D4EB4EC}" srcOrd="3" destOrd="0" presId="urn:microsoft.com/office/officeart/2018/5/layout/CenteredIconLabelDescriptionList"/>
    <dgm:cxn modelId="{A68DE4EC-7D2E-41A0-AE06-4D900DD4EF9E}" type="presParOf" srcId="{19C97605-AFAA-47A8-BDE3-4507E1CDA552}" destId="{3E9FEAC7-D1B6-409D-95F1-374E12B04D27}" srcOrd="4" destOrd="0" presId="urn:microsoft.com/office/officeart/2018/5/layout/CenteredIconLabelDescriptionList"/>
    <dgm:cxn modelId="{BC59D9FB-5F99-4B21-A1FA-AA86FC7DEA4D}" type="presParOf" srcId="{3E9FEAC7-D1B6-409D-95F1-374E12B04D27}" destId="{8722B3F7-8DC8-4AA4-84F7-F070C92D904E}" srcOrd="0" destOrd="0" presId="urn:microsoft.com/office/officeart/2018/5/layout/CenteredIconLabelDescriptionList"/>
    <dgm:cxn modelId="{63E6FF3A-273B-465C-A3E8-918E7BD07A03}" type="presParOf" srcId="{3E9FEAC7-D1B6-409D-95F1-374E12B04D27}" destId="{C95C52C3-1849-44F3-829B-95F1BF473012}" srcOrd="1" destOrd="0" presId="urn:microsoft.com/office/officeart/2018/5/layout/CenteredIconLabelDescriptionList"/>
    <dgm:cxn modelId="{B58B4C55-82B3-4DFB-8E63-7BEECF32A8A0}" type="presParOf" srcId="{3E9FEAC7-D1B6-409D-95F1-374E12B04D27}" destId="{EA7F02DD-2FB6-420F-A836-88892088CC77}" srcOrd="2" destOrd="0" presId="urn:microsoft.com/office/officeart/2018/5/layout/CenteredIconLabelDescriptionList"/>
    <dgm:cxn modelId="{AF9CD9B0-DA43-4359-AF9C-3E847BA2D979}" type="presParOf" srcId="{3E9FEAC7-D1B6-409D-95F1-374E12B04D27}" destId="{9BDF725C-4E29-4708-B98D-4A85037A1EE2}" srcOrd="3" destOrd="0" presId="urn:microsoft.com/office/officeart/2018/5/layout/CenteredIconLabelDescriptionList"/>
    <dgm:cxn modelId="{9742D54E-8B3F-4281-BAB8-05406D27D58F}" type="presParOf" srcId="{3E9FEAC7-D1B6-409D-95F1-374E12B04D27}" destId="{BFA9CEBC-CAE7-4CA9-A364-E6220E2ACAB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EC22B1C9-027B-4F62-AA47-BD7824AF0AAD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5F54879-CD4E-4592-917D-1E6B2FD38CF0}">
      <dgm:prSet/>
      <dgm:spPr/>
      <dgm:t>
        <a:bodyPr/>
        <a:lstStyle/>
        <a:p>
          <a:r>
            <a:rPr lang="tr-TR" baseline="0"/>
            <a:t>Network Discovery</a:t>
          </a:r>
          <a:endParaRPr lang="en-US"/>
        </a:p>
      </dgm:t>
    </dgm:pt>
    <dgm:pt modelId="{F7F601CE-0ABB-4CF8-A964-F89685FC6488}" type="parTrans" cxnId="{B779431A-B980-46C0-A705-41DB968B9111}">
      <dgm:prSet/>
      <dgm:spPr/>
      <dgm:t>
        <a:bodyPr/>
        <a:lstStyle/>
        <a:p>
          <a:endParaRPr lang="en-US"/>
        </a:p>
      </dgm:t>
    </dgm:pt>
    <dgm:pt modelId="{BFEFBB5F-25EB-4EE5-93B3-A4C1014358AC}" type="sibTrans" cxnId="{B779431A-B980-46C0-A705-41DB968B9111}">
      <dgm:prSet/>
      <dgm:spPr/>
      <dgm:t>
        <a:bodyPr/>
        <a:lstStyle/>
        <a:p>
          <a:endParaRPr lang="en-US"/>
        </a:p>
      </dgm:t>
    </dgm:pt>
    <dgm:pt modelId="{C161CE6B-1A51-4A13-AD14-D46C1BB9248A}" type="pres">
      <dgm:prSet presAssocID="{EC22B1C9-027B-4F62-AA47-BD7824AF0AAD}" presName="linear" presStyleCnt="0">
        <dgm:presLayoutVars>
          <dgm:animLvl val="lvl"/>
          <dgm:resizeHandles val="exact"/>
        </dgm:presLayoutVars>
      </dgm:prSet>
      <dgm:spPr/>
    </dgm:pt>
    <dgm:pt modelId="{58C55233-A99A-489A-BFFB-262D79C7909B}" type="pres">
      <dgm:prSet presAssocID="{85F54879-CD4E-4592-917D-1E6B2FD38CF0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779431A-B980-46C0-A705-41DB968B9111}" srcId="{EC22B1C9-027B-4F62-AA47-BD7824AF0AAD}" destId="{85F54879-CD4E-4592-917D-1E6B2FD38CF0}" srcOrd="0" destOrd="0" parTransId="{F7F601CE-0ABB-4CF8-A964-F89685FC6488}" sibTransId="{BFEFBB5F-25EB-4EE5-93B3-A4C1014358AC}"/>
    <dgm:cxn modelId="{FCDD1F1D-1061-4C20-9A17-9A3D19607560}" type="presOf" srcId="{EC22B1C9-027B-4F62-AA47-BD7824AF0AAD}" destId="{C161CE6B-1A51-4A13-AD14-D46C1BB9248A}" srcOrd="0" destOrd="0" presId="urn:microsoft.com/office/officeart/2005/8/layout/vList2"/>
    <dgm:cxn modelId="{C3E0D3A5-26C4-466F-8C40-69122A91BFB5}" type="presOf" srcId="{85F54879-CD4E-4592-917D-1E6B2FD38CF0}" destId="{58C55233-A99A-489A-BFFB-262D79C7909B}" srcOrd="0" destOrd="0" presId="urn:microsoft.com/office/officeart/2005/8/layout/vList2"/>
    <dgm:cxn modelId="{3EE70D79-F8E8-4855-8FEA-9C98020D1502}" type="presParOf" srcId="{C161CE6B-1A51-4A13-AD14-D46C1BB9248A}" destId="{58C55233-A99A-489A-BFFB-262D79C7909B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4F848511-4DE1-4968-9B24-7DF5E792AB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94F584F6-3874-4A35-851B-67616F13E1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Discover other Active Nodes</a:t>
          </a:r>
          <a:endParaRPr lang="en-US"/>
        </a:p>
      </dgm:t>
    </dgm:pt>
    <dgm:pt modelId="{55068374-DBC9-415A-8BBF-7AE31866F7EE}" type="parTrans" cxnId="{5AEF8938-27A4-475B-94C5-C46C23F55CC5}">
      <dgm:prSet/>
      <dgm:spPr/>
      <dgm:t>
        <a:bodyPr/>
        <a:lstStyle/>
        <a:p>
          <a:endParaRPr lang="en-US"/>
        </a:p>
      </dgm:t>
    </dgm:pt>
    <dgm:pt modelId="{B0412200-56BB-409B-8614-2EDEAF2DF4B0}" type="sibTrans" cxnId="{5AEF8938-27A4-475B-94C5-C46C23F55CC5}">
      <dgm:prSet/>
      <dgm:spPr/>
      <dgm:t>
        <a:bodyPr/>
        <a:lstStyle/>
        <a:p>
          <a:endParaRPr lang="en-US"/>
        </a:p>
      </dgm:t>
    </dgm:pt>
    <dgm:pt modelId="{969016C6-2CB6-43E0-A486-C57F857211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</a:t>
          </a:r>
          <a:r>
            <a:rPr lang="tr-TR" dirty="0"/>
            <a:t> </a:t>
          </a:r>
          <a:r>
            <a:rPr lang="en-US" dirty="0"/>
            <a:t>order to participate</a:t>
          </a:r>
          <a:r>
            <a:rPr lang="tr-TR" dirty="0"/>
            <a:t> </a:t>
          </a:r>
          <a:r>
            <a:rPr lang="en-US" dirty="0"/>
            <a:t>a new node</a:t>
          </a:r>
        </a:p>
      </dgm:t>
    </dgm:pt>
    <dgm:pt modelId="{CCE4B6A3-6943-4AA9-B49B-BF53328A70C6}" type="parTrans" cxnId="{091FE1A3-0B83-4CBA-8FC5-6AF75AC9C078}">
      <dgm:prSet/>
      <dgm:spPr/>
      <dgm:t>
        <a:bodyPr/>
        <a:lstStyle/>
        <a:p>
          <a:endParaRPr lang="en-US"/>
        </a:p>
      </dgm:t>
    </dgm:pt>
    <dgm:pt modelId="{F501261F-9E33-4437-BB0F-1DB3B17608FA}" type="sibTrans" cxnId="{091FE1A3-0B83-4CBA-8FC5-6AF75AC9C078}">
      <dgm:prSet/>
      <dgm:spPr/>
      <dgm:t>
        <a:bodyPr/>
        <a:lstStyle/>
        <a:p>
          <a:endParaRPr lang="en-US"/>
        </a:p>
      </dgm:t>
    </dgm:pt>
    <dgm:pt modelId="{718233A3-A503-4678-A4C3-16246B7563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discover other bitcoin nodes on the network </a:t>
          </a:r>
        </a:p>
      </dgm:t>
    </dgm:pt>
    <dgm:pt modelId="{CA9826A1-4A4F-46A4-9DF8-7D592199921E}" type="parTrans" cxnId="{1B002BB7-FD72-4DB1-BEA2-5A5F89CD1DE3}">
      <dgm:prSet/>
      <dgm:spPr/>
      <dgm:t>
        <a:bodyPr/>
        <a:lstStyle/>
        <a:p>
          <a:endParaRPr lang="en-US"/>
        </a:p>
      </dgm:t>
    </dgm:pt>
    <dgm:pt modelId="{2A4ECD39-4893-478D-AE57-F4CE31151548}" type="sibTrans" cxnId="{1B002BB7-FD72-4DB1-BEA2-5A5F89CD1DE3}">
      <dgm:prSet/>
      <dgm:spPr/>
      <dgm:t>
        <a:bodyPr/>
        <a:lstStyle/>
        <a:p>
          <a:endParaRPr lang="en-US"/>
        </a:p>
      </dgm:t>
    </dgm:pt>
    <dgm:pt modelId="{91F166E7-0454-4D81-95AB-289D99239C1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new node must</a:t>
          </a:r>
        </a:p>
      </dgm:t>
    </dgm:pt>
    <dgm:pt modelId="{F4CADBA6-C254-4E0B-BCBA-51B995027E6D}" type="parTrans" cxnId="{D14A3C1E-7F1C-476F-B070-0576DE064404}">
      <dgm:prSet/>
      <dgm:spPr/>
      <dgm:t>
        <a:bodyPr/>
        <a:lstStyle/>
        <a:p>
          <a:endParaRPr lang="en-US"/>
        </a:p>
      </dgm:t>
    </dgm:pt>
    <dgm:pt modelId="{21F5111F-28A6-4D34-A580-53C1EA64284B}" type="sibTrans" cxnId="{D14A3C1E-7F1C-476F-B070-0576DE064404}">
      <dgm:prSet/>
      <dgm:spPr/>
      <dgm:t>
        <a:bodyPr/>
        <a:lstStyle/>
        <a:p>
          <a:endParaRPr lang="en-US"/>
        </a:p>
      </dgm:t>
    </dgm:pt>
    <dgm:pt modelId="{3E5BED94-A210-4B3B-80C0-1B02453C8795}">
      <dgm:prSet/>
      <dgm:spPr/>
      <dgm:t>
        <a:bodyPr/>
        <a:lstStyle/>
        <a:p>
          <a:r>
            <a:rPr lang="en-US" dirty="0"/>
            <a:t>connect</a:t>
          </a:r>
        </a:p>
      </dgm:t>
    </dgm:pt>
    <dgm:pt modelId="{5F2B8495-8B65-4EE8-A743-D34D38362630}" type="parTrans" cxnId="{3DE6421F-7A2E-4A5A-924F-BF38C1351BE0}">
      <dgm:prSet/>
      <dgm:spPr/>
      <dgm:t>
        <a:bodyPr/>
        <a:lstStyle/>
        <a:p>
          <a:endParaRPr lang="en-US"/>
        </a:p>
      </dgm:t>
    </dgm:pt>
    <dgm:pt modelId="{135D59AA-F1DD-47B1-AFBE-41587F9E6CCF}" type="sibTrans" cxnId="{3DE6421F-7A2E-4A5A-924F-BF38C1351BE0}">
      <dgm:prSet/>
      <dgm:spPr/>
      <dgm:t>
        <a:bodyPr/>
        <a:lstStyle/>
        <a:p>
          <a:endParaRPr lang="en-US"/>
        </a:p>
      </dgm:t>
    </dgm:pt>
    <dgm:pt modelId="{2E49D13A-4670-4940-B9EE-04A58B1BDBB2}">
      <dgm:prSet/>
      <dgm:spPr/>
      <dgm:t>
        <a:bodyPr/>
        <a:lstStyle/>
        <a:p>
          <a:r>
            <a:rPr lang="en-US" dirty="0"/>
            <a:t>discover</a:t>
          </a:r>
        </a:p>
      </dgm:t>
    </dgm:pt>
    <dgm:pt modelId="{3F56A090-3059-48F1-9E46-2A4F6BE77FF3}" type="parTrans" cxnId="{4B26E614-51A4-4002-8677-3EB905E1796B}">
      <dgm:prSet/>
      <dgm:spPr/>
    </dgm:pt>
    <dgm:pt modelId="{53320632-87E6-4FB8-B88E-CE1732EF8010}" type="sibTrans" cxnId="{4B26E614-51A4-4002-8677-3EB905E1796B}">
      <dgm:prSet/>
      <dgm:spPr/>
    </dgm:pt>
    <dgm:pt modelId="{525F4009-BB35-4CDC-A754-AD8848FAFE0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Boot up</a:t>
          </a:r>
          <a:endParaRPr lang="en-US"/>
        </a:p>
      </dgm:t>
    </dgm:pt>
    <dgm:pt modelId="{CB756610-3F7D-4920-8889-077EC233CB25}" type="parTrans" cxnId="{2D4129D6-5F5E-4C31-A780-0FA4FA180527}">
      <dgm:prSet/>
      <dgm:spPr/>
    </dgm:pt>
    <dgm:pt modelId="{7EF6A999-C451-43E8-863F-919E4C4F54AD}" type="sibTrans" cxnId="{2D4129D6-5F5E-4C31-A780-0FA4FA180527}">
      <dgm:prSet/>
      <dgm:spPr/>
    </dgm:pt>
    <dgm:pt modelId="{F219F331-6FA4-496D-91B6-76BED90F6B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</a:t>
          </a:r>
          <a:r>
            <a:rPr lang="tr-TR" dirty="0"/>
            <a:t>at </a:t>
          </a:r>
          <a:r>
            <a:rPr lang="tr-TR" dirty="0" err="1"/>
            <a:t>least</a:t>
          </a:r>
          <a:r>
            <a:rPr lang="tr-TR" dirty="0"/>
            <a:t> </a:t>
          </a:r>
          <a:r>
            <a:rPr lang="tr-TR" dirty="0" err="1"/>
            <a:t>one</a:t>
          </a:r>
          <a:r>
            <a:rPr lang="tr-TR" dirty="0"/>
            <a:t> </a:t>
          </a:r>
          <a:r>
            <a:rPr lang="tr-TR" dirty="0" err="1"/>
            <a:t>active</a:t>
          </a:r>
          <a:r>
            <a:rPr lang="tr-TR" dirty="0"/>
            <a:t> </a:t>
          </a:r>
          <a:r>
            <a:rPr lang="tr-TR" dirty="0" err="1"/>
            <a:t>node</a:t>
          </a:r>
          <a:endParaRPr lang="en-US" dirty="0"/>
        </a:p>
      </dgm:t>
    </dgm:pt>
    <dgm:pt modelId="{DE477DEF-90EB-450D-B1FE-CC3238C30592}" type="parTrans" cxnId="{CD2A1C37-862D-496A-A62B-7BA36D7D944B}">
      <dgm:prSet/>
      <dgm:spPr/>
    </dgm:pt>
    <dgm:pt modelId="{A3D5E4A7-F762-47A1-A65B-866D618B9A5C}" type="sibTrans" cxnId="{CD2A1C37-862D-496A-A62B-7BA36D7D944B}">
      <dgm:prSet/>
      <dgm:spPr/>
    </dgm:pt>
    <dgm:pt modelId="{C36E3336-92FD-4DEC-B0F5-5FCAC561206B}" type="pres">
      <dgm:prSet presAssocID="{4F848511-4DE1-4968-9B24-7DF5E792ABFC}" presName="root" presStyleCnt="0">
        <dgm:presLayoutVars>
          <dgm:dir/>
          <dgm:resizeHandles val="exact"/>
        </dgm:presLayoutVars>
      </dgm:prSet>
      <dgm:spPr/>
    </dgm:pt>
    <dgm:pt modelId="{7D61D80F-E07E-4969-8D47-ADD88A74097B}" type="pres">
      <dgm:prSet presAssocID="{94F584F6-3874-4A35-851B-67616F13E18F}" presName="compNode" presStyleCnt="0"/>
      <dgm:spPr/>
    </dgm:pt>
    <dgm:pt modelId="{95E88A25-8B8C-4EAD-94F0-BBE02169B26A}" type="pres">
      <dgm:prSet presAssocID="{94F584F6-3874-4A35-851B-67616F13E18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D7E01C54-63E9-42F7-8162-80B8734DD514}" type="pres">
      <dgm:prSet presAssocID="{94F584F6-3874-4A35-851B-67616F13E18F}" presName="iconSpace" presStyleCnt="0"/>
      <dgm:spPr/>
    </dgm:pt>
    <dgm:pt modelId="{4975BFA8-14AF-42EE-A98C-307216F1B364}" type="pres">
      <dgm:prSet presAssocID="{94F584F6-3874-4A35-851B-67616F13E18F}" presName="parTx" presStyleLbl="revTx" presStyleIdx="0" presStyleCnt="4">
        <dgm:presLayoutVars>
          <dgm:chMax val="0"/>
          <dgm:chPref val="0"/>
        </dgm:presLayoutVars>
      </dgm:prSet>
      <dgm:spPr/>
    </dgm:pt>
    <dgm:pt modelId="{D4AE14D0-367A-4E9E-8B8B-6C5C90735AC2}" type="pres">
      <dgm:prSet presAssocID="{94F584F6-3874-4A35-851B-67616F13E18F}" presName="txSpace" presStyleCnt="0"/>
      <dgm:spPr/>
    </dgm:pt>
    <dgm:pt modelId="{68F49B32-3EBF-4941-8B04-501C17E6A46C}" type="pres">
      <dgm:prSet presAssocID="{94F584F6-3874-4A35-851B-67616F13E18F}" presName="desTx" presStyleLbl="revTx" presStyleIdx="1" presStyleCnt="4">
        <dgm:presLayoutVars/>
      </dgm:prSet>
      <dgm:spPr/>
    </dgm:pt>
    <dgm:pt modelId="{ACD9663C-7D92-4CD4-9F3B-03F355D1DDBB}" type="pres">
      <dgm:prSet presAssocID="{B0412200-56BB-409B-8614-2EDEAF2DF4B0}" presName="sibTrans" presStyleCnt="0"/>
      <dgm:spPr/>
    </dgm:pt>
    <dgm:pt modelId="{409EB5F6-C5CD-4493-905C-718C1C28DA4D}" type="pres">
      <dgm:prSet presAssocID="{525F4009-BB35-4CDC-A754-AD8848FAFE05}" presName="compNode" presStyleCnt="0"/>
      <dgm:spPr/>
    </dgm:pt>
    <dgm:pt modelId="{26C8B65A-BE65-47E4-A4AE-691C5A245B9C}" type="pres">
      <dgm:prSet presAssocID="{525F4009-BB35-4CDC-A754-AD8848FAFE05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1A76F914-9BE6-48F5-ABFD-8C43705C96F1}" type="pres">
      <dgm:prSet presAssocID="{525F4009-BB35-4CDC-A754-AD8848FAFE05}" presName="iconSpace" presStyleCnt="0"/>
      <dgm:spPr/>
    </dgm:pt>
    <dgm:pt modelId="{B967A516-759B-4E02-841D-21457830BC2A}" type="pres">
      <dgm:prSet presAssocID="{525F4009-BB35-4CDC-A754-AD8848FAFE05}" presName="parTx" presStyleLbl="revTx" presStyleIdx="2" presStyleCnt="4">
        <dgm:presLayoutVars>
          <dgm:chMax val="0"/>
          <dgm:chPref val="0"/>
        </dgm:presLayoutVars>
      </dgm:prSet>
      <dgm:spPr/>
    </dgm:pt>
    <dgm:pt modelId="{8BC114B8-1475-4BED-AA86-76D36AF2EF74}" type="pres">
      <dgm:prSet presAssocID="{525F4009-BB35-4CDC-A754-AD8848FAFE05}" presName="txSpace" presStyleCnt="0"/>
      <dgm:spPr/>
    </dgm:pt>
    <dgm:pt modelId="{2604A4E1-45D2-429E-863A-7F34ED82E9E7}" type="pres">
      <dgm:prSet presAssocID="{525F4009-BB35-4CDC-A754-AD8848FAFE05}" presName="desTx" presStyleLbl="revTx" presStyleIdx="3" presStyleCnt="4">
        <dgm:presLayoutVars/>
      </dgm:prSet>
      <dgm:spPr/>
    </dgm:pt>
  </dgm:ptLst>
  <dgm:cxnLst>
    <dgm:cxn modelId="{4B26E614-51A4-4002-8677-3EB905E1796B}" srcId="{91F166E7-0454-4D81-95AB-289D99239C18}" destId="{2E49D13A-4670-4940-B9EE-04A58B1BDBB2}" srcOrd="0" destOrd="0" parTransId="{3F56A090-3059-48F1-9E46-2A4F6BE77FF3}" sibTransId="{53320632-87E6-4FB8-B88E-CE1732EF8010}"/>
    <dgm:cxn modelId="{A3CF6F16-8F94-49F2-8BEA-E8AAD2D42412}" type="presOf" srcId="{718233A3-A503-4678-A4C3-16246B7563E0}" destId="{68F49B32-3EBF-4941-8B04-501C17E6A46C}" srcOrd="0" destOrd="1" presId="urn:microsoft.com/office/officeart/2018/5/layout/CenteredIconLabelDescriptionList"/>
    <dgm:cxn modelId="{D14A3C1E-7F1C-476F-B070-0576DE064404}" srcId="{525F4009-BB35-4CDC-A754-AD8848FAFE05}" destId="{91F166E7-0454-4D81-95AB-289D99239C18}" srcOrd="0" destOrd="0" parTransId="{F4CADBA6-C254-4E0B-BCBA-51B995027E6D}" sibTransId="{21F5111F-28A6-4D34-A580-53C1EA64284B}"/>
    <dgm:cxn modelId="{3DE6421F-7A2E-4A5A-924F-BF38C1351BE0}" srcId="{91F166E7-0454-4D81-95AB-289D99239C18}" destId="{3E5BED94-A210-4B3B-80C0-1B02453C8795}" srcOrd="1" destOrd="0" parTransId="{5F2B8495-8B65-4EE8-A743-D34D38362630}" sibTransId="{135D59AA-F1DD-47B1-AFBE-41587F9E6CCF}"/>
    <dgm:cxn modelId="{CD2A1C37-862D-496A-A62B-7BA36D7D944B}" srcId="{525F4009-BB35-4CDC-A754-AD8848FAFE05}" destId="{F219F331-6FA4-496D-91B6-76BED90F6BDC}" srcOrd="1" destOrd="0" parTransId="{DE477DEF-90EB-450D-B1FE-CC3238C30592}" sibTransId="{A3D5E4A7-F762-47A1-A65B-866D618B9A5C}"/>
    <dgm:cxn modelId="{5AEF8938-27A4-475B-94C5-C46C23F55CC5}" srcId="{4F848511-4DE1-4968-9B24-7DF5E792ABFC}" destId="{94F584F6-3874-4A35-851B-67616F13E18F}" srcOrd="0" destOrd="0" parTransId="{55068374-DBC9-415A-8BBF-7AE31866F7EE}" sibTransId="{B0412200-56BB-409B-8614-2EDEAF2DF4B0}"/>
    <dgm:cxn modelId="{62781C5B-BE52-469D-91A7-211726F55E7E}" type="presOf" srcId="{4F848511-4DE1-4968-9B24-7DF5E792ABFC}" destId="{C36E3336-92FD-4DEC-B0F5-5FCAC561206B}" srcOrd="0" destOrd="0" presId="urn:microsoft.com/office/officeart/2018/5/layout/CenteredIconLabelDescriptionList"/>
    <dgm:cxn modelId="{1B0C3F64-493C-459F-97C2-2F5089DF035D}" type="presOf" srcId="{525F4009-BB35-4CDC-A754-AD8848FAFE05}" destId="{B967A516-759B-4E02-841D-21457830BC2A}" srcOrd="0" destOrd="0" presId="urn:microsoft.com/office/officeart/2018/5/layout/CenteredIconLabelDescriptionList"/>
    <dgm:cxn modelId="{EBA09368-E4D8-4086-9049-0E1A58D7BEA6}" type="presOf" srcId="{91F166E7-0454-4D81-95AB-289D99239C18}" destId="{2604A4E1-45D2-429E-863A-7F34ED82E9E7}" srcOrd="0" destOrd="0" presId="urn:microsoft.com/office/officeart/2018/5/layout/CenteredIconLabelDescriptionList"/>
    <dgm:cxn modelId="{3748BC73-98DC-431F-BF22-2A7268F52D7D}" type="presOf" srcId="{F219F331-6FA4-496D-91B6-76BED90F6BDC}" destId="{2604A4E1-45D2-429E-863A-7F34ED82E9E7}" srcOrd="0" destOrd="3" presId="urn:microsoft.com/office/officeart/2018/5/layout/CenteredIconLabelDescriptionList"/>
    <dgm:cxn modelId="{1D25A678-3E8E-4CE6-AC91-28F52E789F16}" type="presOf" srcId="{94F584F6-3874-4A35-851B-67616F13E18F}" destId="{4975BFA8-14AF-42EE-A98C-307216F1B364}" srcOrd="0" destOrd="0" presId="urn:microsoft.com/office/officeart/2018/5/layout/CenteredIconLabelDescriptionList"/>
    <dgm:cxn modelId="{0C7BAF8B-086F-4C6F-817C-C5FC98256126}" type="presOf" srcId="{3E5BED94-A210-4B3B-80C0-1B02453C8795}" destId="{2604A4E1-45D2-429E-863A-7F34ED82E9E7}" srcOrd="0" destOrd="2" presId="urn:microsoft.com/office/officeart/2018/5/layout/CenteredIconLabelDescriptionList"/>
    <dgm:cxn modelId="{091FE1A3-0B83-4CBA-8FC5-6AF75AC9C078}" srcId="{94F584F6-3874-4A35-851B-67616F13E18F}" destId="{969016C6-2CB6-43E0-A486-C57F85721150}" srcOrd="0" destOrd="0" parTransId="{CCE4B6A3-6943-4AA9-B49B-BF53328A70C6}" sibTransId="{F501261F-9E33-4437-BB0F-1DB3B17608FA}"/>
    <dgm:cxn modelId="{1B002BB7-FD72-4DB1-BEA2-5A5F89CD1DE3}" srcId="{94F584F6-3874-4A35-851B-67616F13E18F}" destId="{718233A3-A503-4678-A4C3-16246B7563E0}" srcOrd="1" destOrd="0" parTransId="{CA9826A1-4A4F-46A4-9DF8-7D592199921E}" sibTransId="{2A4ECD39-4893-478D-AE57-F4CE31151548}"/>
    <dgm:cxn modelId="{2D4129D6-5F5E-4C31-A780-0FA4FA180527}" srcId="{4F848511-4DE1-4968-9B24-7DF5E792ABFC}" destId="{525F4009-BB35-4CDC-A754-AD8848FAFE05}" srcOrd="1" destOrd="0" parTransId="{CB756610-3F7D-4920-8889-077EC233CB25}" sibTransId="{7EF6A999-C451-43E8-863F-919E4C4F54AD}"/>
    <dgm:cxn modelId="{C0F428F2-4D1D-4923-85FB-F130D628D654}" type="presOf" srcId="{2E49D13A-4670-4940-B9EE-04A58B1BDBB2}" destId="{2604A4E1-45D2-429E-863A-7F34ED82E9E7}" srcOrd="0" destOrd="1" presId="urn:microsoft.com/office/officeart/2018/5/layout/CenteredIconLabelDescriptionList"/>
    <dgm:cxn modelId="{DC839AF7-4300-43D4-A5A7-C32E8EE6B5D5}" type="presOf" srcId="{969016C6-2CB6-43E0-A486-C57F85721150}" destId="{68F49B32-3EBF-4941-8B04-501C17E6A46C}" srcOrd="0" destOrd="0" presId="urn:microsoft.com/office/officeart/2018/5/layout/CenteredIconLabelDescriptionList"/>
    <dgm:cxn modelId="{CE27010D-F29F-49E2-837F-10BB4A100504}" type="presParOf" srcId="{C36E3336-92FD-4DEC-B0F5-5FCAC561206B}" destId="{7D61D80F-E07E-4969-8D47-ADD88A74097B}" srcOrd="0" destOrd="0" presId="urn:microsoft.com/office/officeart/2018/5/layout/CenteredIconLabelDescriptionList"/>
    <dgm:cxn modelId="{0D8BF75C-7DEC-4710-96C5-5E55176147BB}" type="presParOf" srcId="{7D61D80F-E07E-4969-8D47-ADD88A74097B}" destId="{95E88A25-8B8C-4EAD-94F0-BBE02169B26A}" srcOrd="0" destOrd="0" presId="urn:microsoft.com/office/officeart/2018/5/layout/CenteredIconLabelDescriptionList"/>
    <dgm:cxn modelId="{356610D1-639C-4D2A-9958-5CF46D4E8704}" type="presParOf" srcId="{7D61D80F-E07E-4969-8D47-ADD88A74097B}" destId="{D7E01C54-63E9-42F7-8162-80B8734DD514}" srcOrd="1" destOrd="0" presId="urn:microsoft.com/office/officeart/2018/5/layout/CenteredIconLabelDescriptionList"/>
    <dgm:cxn modelId="{8B1E4861-FB1A-4D10-869B-67F29027921E}" type="presParOf" srcId="{7D61D80F-E07E-4969-8D47-ADD88A74097B}" destId="{4975BFA8-14AF-42EE-A98C-307216F1B364}" srcOrd="2" destOrd="0" presId="urn:microsoft.com/office/officeart/2018/5/layout/CenteredIconLabelDescriptionList"/>
    <dgm:cxn modelId="{119421DD-59AB-40E5-867D-7317EF693C03}" type="presParOf" srcId="{7D61D80F-E07E-4969-8D47-ADD88A74097B}" destId="{D4AE14D0-367A-4E9E-8B8B-6C5C90735AC2}" srcOrd="3" destOrd="0" presId="urn:microsoft.com/office/officeart/2018/5/layout/CenteredIconLabelDescriptionList"/>
    <dgm:cxn modelId="{B54C72F6-6B4A-48C4-BB5A-DC27F61ABD83}" type="presParOf" srcId="{7D61D80F-E07E-4969-8D47-ADD88A74097B}" destId="{68F49B32-3EBF-4941-8B04-501C17E6A46C}" srcOrd="4" destOrd="0" presId="urn:microsoft.com/office/officeart/2018/5/layout/CenteredIconLabelDescriptionList"/>
    <dgm:cxn modelId="{E1817FC0-B5A8-49C5-84D0-C9F238EC53EB}" type="presParOf" srcId="{C36E3336-92FD-4DEC-B0F5-5FCAC561206B}" destId="{ACD9663C-7D92-4CD4-9F3B-03F355D1DDBB}" srcOrd="1" destOrd="0" presId="urn:microsoft.com/office/officeart/2018/5/layout/CenteredIconLabelDescriptionList"/>
    <dgm:cxn modelId="{17307F93-0828-4DC7-9096-5F366B55CB97}" type="presParOf" srcId="{C36E3336-92FD-4DEC-B0F5-5FCAC561206B}" destId="{409EB5F6-C5CD-4493-905C-718C1C28DA4D}" srcOrd="2" destOrd="0" presId="urn:microsoft.com/office/officeart/2018/5/layout/CenteredIconLabelDescriptionList"/>
    <dgm:cxn modelId="{5DD004E9-EC44-412C-9A92-CF15831AD084}" type="presParOf" srcId="{409EB5F6-C5CD-4493-905C-718C1C28DA4D}" destId="{26C8B65A-BE65-47E4-A4AE-691C5A245B9C}" srcOrd="0" destOrd="0" presId="urn:microsoft.com/office/officeart/2018/5/layout/CenteredIconLabelDescriptionList"/>
    <dgm:cxn modelId="{BE20209A-3DD0-4182-BA7A-80847E2FF813}" type="presParOf" srcId="{409EB5F6-C5CD-4493-905C-718C1C28DA4D}" destId="{1A76F914-9BE6-48F5-ABFD-8C43705C96F1}" srcOrd="1" destOrd="0" presId="urn:microsoft.com/office/officeart/2018/5/layout/CenteredIconLabelDescriptionList"/>
    <dgm:cxn modelId="{D6EE95D5-80F6-4ECD-99B7-691B0B6458C9}" type="presParOf" srcId="{409EB5F6-C5CD-4493-905C-718C1C28DA4D}" destId="{B967A516-759B-4E02-841D-21457830BC2A}" srcOrd="2" destOrd="0" presId="urn:microsoft.com/office/officeart/2018/5/layout/CenteredIconLabelDescriptionList"/>
    <dgm:cxn modelId="{21AC8F4F-1080-48B3-8226-06EC4292720C}" type="presParOf" srcId="{409EB5F6-C5CD-4493-905C-718C1C28DA4D}" destId="{8BC114B8-1475-4BED-AA86-76D36AF2EF74}" srcOrd="3" destOrd="0" presId="urn:microsoft.com/office/officeart/2018/5/layout/CenteredIconLabelDescriptionList"/>
    <dgm:cxn modelId="{21FFACBD-7325-47BF-85CE-AE561DC87FFE}" type="presParOf" srcId="{409EB5F6-C5CD-4493-905C-718C1C28DA4D}" destId="{2604A4E1-45D2-429E-863A-7F34ED82E9E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4F848511-4DE1-4968-9B24-7DF5E792AB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8B6E6FE-09A6-4AD9-8A0E-C0ADAA0738F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Geographic Topology</a:t>
          </a:r>
          <a:endParaRPr lang="en-US"/>
        </a:p>
      </dgm:t>
    </dgm:pt>
    <dgm:pt modelId="{EEC3772C-6F54-46FA-9D0C-5A08D7428F70}" type="parTrans" cxnId="{EB49F7DF-8A02-44EC-BEFE-FD19D40204BC}">
      <dgm:prSet/>
      <dgm:spPr/>
      <dgm:t>
        <a:bodyPr/>
        <a:lstStyle/>
        <a:p>
          <a:endParaRPr lang="en-US"/>
        </a:p>
      </dgm:t>
    </dgm:pt>
    <dgm:pt modelId="{76ECF833-94D1-41E1-BB2B-20F065883B5D}" type="sibTrans" cxnId="{EB49F7DF-8A02-44EC-BEFE-FD19D40204BC}">
      <dgm:prSet/>
      <dgm:spPr/>
      <dgm:t>
        <a:bodyPr/>
        <a:lstStyle/>
        <a:p>
          <a:endParaRPr lang="en-US"/>
        </a:p>
      </dgm:t>
    </dgm:pt>
    <dgm:pt modelId="{60200131-2BD7-4F84-9819-2531C3FCF0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bitcoin network topology</a:t>
          </a:r>
        </a:p>
      </dgm:t>
    </dgm:pt>
    <dgm:pt modelId="{936E5D7D-601D-4325-A294-4DC828FE4D1E}" type="parTrans" cxnId="{835C7E69-98D7-495F-9557-AB941656DD88}">
      <dgm:prSet/>
      <dgm:spPr/>
      <dgm:t>
        <a:bodyPr/>
        <a:lstStyle/>
        <a:p>
          <a:endParaRPr lang="en-US"/>
        </a:p>
      </dgm:t>
    </dgm:pt>
    <dgm:pt modelId="{4EF18360-C1E9-4FC3-8F8B-7301F59A8D4A}" type="sibTrans" cxnId="{835C7E69-98D7-495F-9557-AB941656DD88}">
      <dgm:prSet/>
      <dgm:spPr/>
      <dgm:t>
        <a:bodyPr/>
        <a:lstStyle/>
        <a:p>
          <a:endParaRPr lang="en-US"/>
        </a:p>
      </dgm:t>
    </dgm:pt>
    <dgm:pt modelId="{09884DA9-B7A5-487E-AE2F-E17F9AD4063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Random</a:t>
          </a:r>
          <a:endParaRPr lang="en-US"/>
        </a:p>
      </dgm:t>
    </dgm:pt>
    <dgm:pt modelId="{1A94F772-8E32-4317-BDC9-E14F82E056D8}" type="parTrans" cxnId="{13F8BDAE-73B5-4A3E-914D-247F5E686F4C}">
      <dgm:prSet/>
      <dgm:spPr/>
      <dgm:t>
        <a:bodyPr/>
        <a:lstStyle/>
        <a:p>
          <a:endParaRPr lang="en-US"/>
        </a:p>
      </dgm:t>
    </dgm:pt>
    <dgm:pt modelId="{4179BAF5-BDE8-4980-9377-537F46115B0A}" type="sibTrans" cxnId="{13F8BDAE-73B5-4A3E-914D-247F5E686F4C}">
      <dgm:prSet/>
      <dgm:spPr/>
      <dgm:t>
        <a:bodyPr/>
        <a:lstStyle/>
        <a:p>
          <a:endParaRPr lang="en-US"/>
        </a:p>
      </dgm:t>
    </dgm:pt>
    <dgm:pt modelId="{EC4EB644-1ED2-468B-8763-E3AC227354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any</a:t>
          </a:r>
          <a:r>
            <a:rPr lang="tr-TR" dirty="0"/>
            <a:t> </a:t>
          </a:r>
          <a:r>
            <a:rPr lang="en-US" dirty="0"/>
            <a:t>existing bitcoin nodes</a:t>
          </a:r>
        </a:p>
      </dgm:t>
    </dgm:pt>
    <dgm:pt modelId="{41BBD59C-6D67-454D-A4B5-6AF15A2B81D7}" type="parTrans" cxnId="{8097B8DC-8398-4BD6-B0B3-933C76279742}">
      <dgm:prSet/>
      <dgm:spPr/>
      <dgm:t>
        <a:bodyPr/>
        <a:lstStyle/>
        <a:p>
          <a:endParaRPr lang="en-US"/>
        </a:p>
      </dgm:t>
    </dgm:pt>
    <dgm:pt modelId="{A1E0595B-FBA8-4E1F-8B86-BE163236B8D9}" type="sibTrans" cxnId="{8097B8DC-8398-4BD6-B0B3-933C76279742}">
      <dgm:prSet/>
      <dgm:spPr/>
      <dgm:t>
        <a:bodyPr/>
        <a:lstStyle/>
        <a:p>
          <a:endParaRPr lang="en-US"/>
        </a:p>
      </dgm:t>
    </dgm:pt>
    <dgm:pt modelId="{02F62075-C7E9-40D7-AFE8-A852FF4EDE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</a:t>
          </a:r>
          <a:r>
            <a:rPr lang="en-US" b="1" dirty="0"/>
            <a:t>not</a:t>
          </a:r>
          <a:r>
            <a:rPr lang="en-US" dirty="0"/>
            <a:t> geographically defined. </a:t>
          </a:r>
        </a:p>
      </dgm:t>
    </dgm:pt>
    <dgm:pt modelId="{D053EA73-BCB1-41C8-9ED0-897F75AAD8F2}" type="parTrans" cxnId="{24427674-F911-40A5-975D-3E34A2E49996}">
      <dgm:prSet/>
      <dgm:spPr/>
    </dgm:pt>
    <dgm:pt modelId="{2C75626D-D8EA-41DD-8CC0-20DEE135DD25}" type="sibTrans" cxnId="{24427674-F911-40A5-975D-3E34A2E49996}">
      <dgm:prSet/>
      <dgm:spPr/>
    </dgm:pt>
    <dgm:pt modelId="{07EA6F06-6151-4CC5-9330-9934D82427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 be selected at random.</a:t>
          </a:r>
        </a:p>
      </dgm:t>
    </dgm:pt>
    <dgm:pt modelId="{EC718093-E6F7-464D-93FA-445D18FCE457}" type="parTrans" cxnId="{52801150-22AD-4204-88D7-32C8610AEC4D}">
      <dgm:prSet/>
      <dgm:spPr/>
    </dgm:pt>
    <dgm:pt modelId="{FEE27D4F-A811-4468-99FB-DFA944055B80}" type="sibTrans" cxnId="{52801150-22AD-4204-88D7-32C8610AEC4D}">
      <dgm:prSet/>
      <dgm:spPr/>
    </dgm:pt>
    <dgm:pt modelId="{4193BF54-F174-4BA8-A6D6-390FF05E2AB2}" type="pres">
      <dgm:prSet presAssocID="{4F848511-4DE1-4968-9B24-7DF5E792ABFC}" presName="root" presStyleCnt="0">
        <dgm:presLayoutVars>
          <dgm:dir/>
          <dgm:resizeHandles val="exact"/>
        </dgm:presLayoutVars>
      </dgm:prSet>
      <dgm:spPr/>
    </dgm:pt>
    <dgm:pt modelId="{2BE96CF2-851B-42C4-8DA5-BA346ED7D13C}" type="pres">
      <dgm:prSet presAssocID="{68B6E6FE-09A6-4AD9-8A0E-C0ADAA0738FF}" presName="compNode" presStyleCnt="0"/>
      <dgm:spPr/>
    </dgm:pt>
    <dgm:pt modelId="{BF8E5925-9C2D-464F-9714-817141DC27C4}" type="pres">
      <dgm:prSet presAssocID="{68B6E6FE-09A6-4AD9-8A0E-C0ADAA0738F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8732FCB4-49C8-4C7E-9C37-7FB78316A9E0}" type="pres">
      <dgm:prSet presAssocID="{68B6E6FE-09A6-4AD9-8A0E-C0ADAA0738FF}" presName="iconSpace" presStyleCnt="0"/>
      <dgm:spPr/>
    </dgm:pt>
    <dgm:pt modelId="{65623327-D360-4C84-8BB9-0CE43B45D06E}" type="pres">
      <dgm:prSet presAssocID="{68B6E6FE-09A6-4AD9-8A0E-C0ADAA0738FF}" presName="parTx" presStyleLbl="revTx" presStyleIdx="0" presStyleCnt="4">
        <dgm:presLayoutVars>
          <dgm:chMax val="0"/>
          <dgm:chPref val="0"/>
        </dgm:presLayoutVars>
      </dgm:prSet>
      <dgm:spPr/>
    </dgm:pt>
    <dgm:pt modelId="{12911E7E-F4CC-4EAD-B288-C7374B518F74}" type="pres">
      <dgm:prSet presAssocID="{68B6E6FE-09A6-4AD9-8A0E-C0ADAA0738FF}" presName="txSpace" presStyleCnt="0"/>
      <dgm:spPr/>
    </dgm:pt>
    <dgm:pt modelId="{B6AC10FA-1BCA-4103-8CF3-FB7812ADDBD8}" type="pres">
      <dgm:prSet presAssocID="{68B6E6FE-09A6-4AD9-8A0E-C0ADAA0738FF}" presName="desTx" presStyleLbl="revTx" presStyleIdx="1" presStyleCnt="4">
        <dgm:presLayoutVars/>
      </dgm:prSet>
      <dgm:spPr/>
    </dgm:pt>
    <dgm:pt modelId="{400CDCA5-7912-4D90-A1F7-A510B38BEFF5}" type="pres">
      <dgm:prSet presAssocID="{76ECF833-94D1-41E1-BB2B-20F065883B5D}" presName="sibTrans" presStyleCnt="0"/>
      <dgm:spPr/>
    </dgm:pt>
    <dgm:pt modelId="{2E77FE58-7DB2-42E4-AFB2-D208C3291E29}" type="pres">
      <dgm:prSet presAssocID="{09884DA9-B7A5-487E-AE2F-E17F9AD4063D}" presName="compNode" presStyleCnt="0"/>
      <dgm:spPr/>
    </dgm:pt>
    <dgm:pt modelId="{A75207B3-6AAA-493E-B5FD-BE37E74986BD}" type="pres">
      <dgm:prSet presAssocID="{09884DA9-B7A5-487E-AE2F-E17F9AD4063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85195F6C-5DFF-4FEE-AF9D-979FAE49D6DA}" type="pres">
      <dgm:prSet presAssocID="{09884DA9-B7A5-487E-AE2F-E17F9AD4063D}" presName="iconSpace" presStyleCnt="0"/>
      <dgm:spPr/>
    </dgm:pt>
    <dgm:pt modelId="{33043A64-6B6A-49E2-B486-025AE743E743}" type="pres">
      <dgm:prSet presAssocID="{09884DA9-B7A5-487E-AE2F-E17F9AD4063D}" presName="parTx" presStyleLbl="revTx" presStyleIdx="2" presStyleCnt="4">
        <dgm:presLayoutVars>
          <dgm:chMax val="0"/>
          <dgm:chPref val="0"/>
        </dgm:presLayoutVars>
      </dgm:prSet>
      <dgm:spPr/>
    </dgm:pt>
    <dgm:pt modelId="{1C757690-1923-41B3-B6EE-AEBB4BF8AFA4}" type="pres">
      <dgm:prSet presAssocID="{09884DA9-B7A5-487E-AE2F-E17F9AD4063D}" presName="txSpace" presStyleCnt="0"/>
      <dgm:spPr/>
    </dgm:pt>
    <dgm:pt modelId="{1895923A-A102-4A3B-809D-0A66730CF587}" type="pres">
      <dgm:prSet presAssocID="{09884DA9-B7A5-487E-AE2F-E17F9AD4063D}" presName="desTx" presStyleLbl="revTx" presStyleIdx="3" presStyleCnt="4">
        <dgm:presLayoutVars/>
      </dgm:prSet>
      <dgm:spPr/>
    </dgm:pt>
  </dgm:ptLst>
  <dgm:cxnLst>
    <dgm:cxn modelId="{B0CF8406-805D-4CE5-A52E-CB3ACC33D1B9}" type="presOf" srcId="{4F848511-4DE1-4968-9B24-7DF5E792ABFC}" destId="{4193BF54-F174-4BA8-A6D6-390FF05E2AB2}" srcOrd="0" destOrd="0" presId="urn:microsoft.com/office/officeart/2018/5/layout/CenteredIconLabelDescriptionList"/>
    <dgm:cxn modelId="{E471DD31-84BE-46F1-AD4F-B93E34C8702E}" type="presOf" srcId="{02F62075-C7E9-40D7-AFE8-A852FF4EDE83}" destId="{B6AC10FA-1BCA-4103-8CF3-FB7812ADDBD8}" srcOrd="0" destOrd="1" presId="urn:microsoft.com/office/officeart/2018/5/layout/CenteredIconLabelDescriptionList"/>
    <dgm:cxn modelId="{88720A3F-FECD-4D3E-8967-E791D4B020D7}" type="presOf" srcId="{09884DA9-B7A5-487E-AE2F-E17F9AD4063D}" destId="{33043A64-6B6A-49E2-B486-025AE743E743}" srcOrd="0" destOrd="0" presId="urn:microsoft.com/office/officeart/2018/5/layout/CenteredIconLabelDescriptionList"/>
    <dgm:cxn modelId="{835C7E69-98D7-495F-9557-AB941656DD88}" srcId="{68B6E6FE-09A6-4AD9-8A0E-C0ADAA0738FF}" destId="{60200131-2BD7-4F84-9819-2531C3FCF01A}" srcOrd="0" destOrd="0" parTransId="{936E5D7D-601D-4325-A294-4DC828FE4D1E}" sibTransId="{4EF18360-C1E9-4FC3-8F8B-7301F59A8D4A}"/>
    <dgm:cxn modelId="{52801150-22AD-4204-88D7-32C8610AEC4D}" srcId="{09884DA9-B7A5-487E-AE2F-E17F9AD4063D}" destId="{07EA6F06-6151-4CC5-9330-9934D82427FF}" srcOrd="1" destOrd="0" parTransId="{EC718093-E6F7-464D-93FA-445D18FCE457}" sibTransId="{FEE27D4F-A811-4468-99FB-DFA944055B80}"/>
    <dgm:cxn modelId="{24427674-F911-40A5-975D-3E34A2E49996}" srcId="{68B6E6FE-09A6-4AD9-8A0E-C0ADAA0738FF}" destId="{02F62075-C7E9-40D7-AFE8-A852FF4EDE83}" srcOrd="1" destOrd="0" parTransId="{D053EA73-BCB1-41C8-9ED0-897F75AAD8F2}" sibTransId="{2C75626D-D8EA-41DD-8CC0-20DEE135DD25}"/>
    <dgm:cxn modelId="{13F8BDAE-73B5-4A3E-914D-247F5E686F4C}" srcId="{4F848511-4DE1-4968-9B24-7DF5E792ABFC}" destId="{09884DA9-B7A5-487E-AE2F-E17F9AD4063D}" srcOrd="1" destOrd="0" parTransId="{1A94F772-8E32-4317-BDC9-E14F82E056D8}" sibTransId="{4179BAF5-BDE8-4980-9377-537F46115B0A}"/>
    <dgm:cxn modelId="{C4359FD7-BABE-4107-88F5-1F0962D456EF}" type="presOf" srcId="{07EA6F06-6151-4CC5-9330-9934D82427FF}" destId="{1895923A-A102-4A3B-809D-0A66730CF587}" srcOrd="0" destOrd="1" presId="urn:microsoft.com/office/officeart/2018/5/layout/CenteredIconLabelDescriptionList"/>
    <dgm:cxn modelId="{8097B8DC-8398-4BD6-B0B3-933C76279742}" srcId="{09884DA9-B7A5-487E-AE2F-E17F9AD4063D}" destId="{EC4EB644-1ED2-468B-8763-E3AC227354A3}" srcOrd="0" destOrd="0" parTransId="{41BBD59C-6D67-454D-A4B5-6AF15A2B81D7}" sibTransId="{A1E0595B-FBA8-4E1F-8B86-BE163236B8D9}"/>
    <dgm:cxn modelId="{EB49F7DF-8A02-44EC-BEFE-FD19D40204BC}" srcId="{4F848511-4DE1-4968-9B24-7DF5E792ABFC}" destId="{68B6E6FE-09A6-4AD9-8A0E-C0ADAA0738FF}" srcOrd="0" destOrd="0" parTransId="{EEC3772C-6F54-46FA-9D0C-5A08D7428F70}" sibTransId="{76ECF833-94D1-41E1-BB2B-20F065883B5D}"/>
    <dgm:cxn modelId="{1FCA21E2-3BF1-44BD-81DA-679F4B23A14D}" type="presOf" srcId="{60200131-2BD7-4F84-9819-2531C3FCF01A}" destId="{B6AC10FA-1BCA-4103-8CF3-FB7812ADDBD8}" srcOrd="0" destOrd="0" presId="urn:microsoft.com/office/officeart/2018/5/layout/CenteredIconLabelDescriptionList"/>
    <dgm:cxn modelId="{F435FEE2-2005-48A2-931B-44F4DF7FF8AE}" type="presOf" srcId="{68B6E6FE-09A6-4AD9-8A0E-C0ADAA0738FF}" destId="{65623327-D360-4C84-8BB9-0CE43B45D06E}" srcOrd="0" destOrd="0" presId="urn:microsoft.com/office/officeart/2018/5/layout/CenteredIconLabelDescriptionList"/>
    <dgm:cxn modelId="{8DFA61FD-14D2-4908-BACA-458F64B0FFBC}" type="presOf" srcId="{EC4EB644-1ED2-468B-8763-E3AC227354A3}" destId="{1895923A-A102-4A3B-809D-0A66730CF587}" srcOrd="0" destOrd="0" presId="urn:microsoft.com/office/officeart/2018/5/layout/CenteredIconLabelDescriptionList"/>
    <dgm:cxn modelId="{7D1B6052-AB31-46EF-BBF6-F300E7C3E9B8}" type="presParOf" srcId="{4193BF54-F174-4BA8-A6D6-390FF05E2AB2}" destId="{2BE96CF2-851B-42C4-8DA5-BA346ED7D13C}" srcOrd="0" destOrd="0" presId="urn:microsoft.com/office/officeart/2018/5/layout/CenteredIconLabelDescriptionList"/>
    <dgm:cxn modelId="{33EDD5D9-14C2-48DD-8149-0FE9440EC54D}" type="presParOf" srcId="{2BE96CF2-851B-42C4-8DA5-BA346ED7D13C}" destId="{BF8E5925-9C2D-464F-9714-817141DC27C4}" srcOrd="0" destOrd="0" presId="urn:microsoft.com/office/officeart/2018/5/layout/CenteredIconLabelDescriptionList"/>
    <dgm:cxn modelId="{946CA553-EC6B-4CFC-8C68-39B627E67B07}" type="presParOf" srcId="{2BE96CF2-851B-42C4-8DA5-BA346ED7D13C}" destId="{8732FCB4-49C8-4C7E-9C37-7FB78316A9E0}" srcOrd="1" destOrd="0" presId="urn:microsoft.com/office/officeart/2018/5/layout/CenteredIconLabelDescriptionList"/>
    <dgm:cxn modelId="{52135858-D83B-45AF-8523-6F95B4A2323A}" type="presParOf" srcId="{2BE96CF2-851B-42C4-8DA5-BA346ED7D13C}" destId="{65623327-D360-4C84-8BB9-0CE43B45D06E}" srcOrd="2" destOrd="0" presId="urn:microsoft.com/office/officeart/2018/5/layout/CenteredIconLabelDescriptionList"/>
    <dgm:cxn modelId="{D0B69CBE-89EC-4DC1-AB10-9F3A7E4CAD05}" type="presParOf" srcId="{2BE96CF2-851B-42C4-8DA5-BA346ED7D13C}" destId="{12911E7E-F4CC-4EAD-B288-C7374B518F74}" srcOrd="3" destOrd="0" presId="urn:microsoft.com/office/officeart/2018/5/layout/CenteredIconLabelDescriptionList"/>
    <dgm:cxn modelId="{5B64230A-6CF1-4879-ADD7-113F9D4A905C}" type="presParOf" srcId="{2BE96CF2-851B-42C4-8DA5-BA346ED7D13C}" destId="{B6AC10FA-1BCA-4103-8CF3-FB7812ADDBD8}" srcOrd="4" destOrd="0" presId="urn:microsoft.com/office/officeart/2018/5/layout/CenteredIconLabelDescriptionList"/>
    <dgm:cxn modelId="{B03EACB2-5213-4661-8533-6661ECDECFB4}" type="presParOf" srcId="{4193BF54-F174-4BA8-A6D6-390FF05E2AB2}" destId="{400CDCA5-7912-4D90-A1F7-A510B38BEFF5}" srcOrd="1" destOrd="0" presId="urn:microsoft.com/office/officeart/2018/5/layout/CenteredIconLabelDescriptionList"/>
    <dgm:cxn modelId="{FFE7AAD4-D82E-4EDD-A5E6-AC6DA42CA48A}" type="presParOf" srcId="{4193BF54-F174-4BA8-A6D6-390FF05E2AB2}" destId="{2E77FE58-7DB2-42E4-AFB2-D208C3291E29}" srcOrd="2" destOrd="0" presId="urn:microsoft.com/office/officeart/2018/5/layout/CenteredIconLabelDescriptionList"/>
    <dgm:cxn modelId="{866D380A-C6D8-4E8B-9793-D0EB6558C817}" type="presParOf" srcId="{2E77FE58-7DB2-42E4-AFB2-D208C3291E29}" destId="{A75207B3-6AAA-493E-B5FD-BE37E74986BD}" srcOrd="0" destOrd="0" presId="urn:microsoft.com/office/officeart/2018/5/layout/CenteredIconLabelDescriptionList"/>
    <dgm:cxn modelId="{6EC57A6F-CBD5-4B87-B0E0-A90A50DAA8AB}" type="presParOf" srcId="{2E77FE58-7DB2-42E4-AFB2-D208C3291E29}" destId="{85195F6C-5DFF-4FEE-AF9D-979FAE49D6DA}" srcOrd="1" destOrd="0" presId="urn:microsoft.com/office/officeart/2018/5/layout/CenteredIconLabelDescriptionList"/>
    <dgm:cxn modelId="{A6ECF328-E8C9-4F87-9B37-77665DF0086E}" type="presParOf" srcId="{2E77FE58-7DB2-42E4-AFB2-D208C3291E29}" destId="{33043A64-6B6A-49E2-B486-025AE743E743}" srcOrd="2" destOrd="0" presId="urn:microsoft.com/office/officeart/2018/5/layout/CenteredIconLabelDescriptionList"/>
    <dgm:cxn modelId="{1D98BBAC-67DB-4DD2-A117-59D974E15F27}" type="presParOf" srcId="{2E77FE58-7DB2-42E4-AFB2-D208C3291E29}" destId="{1C757690-1923-41B3-B6EE-AEBB4BF8AFA4}" srcOrd="3" destOrd="0" presId="urn:microsoft.com/office/officeart/2018/5/layout/CenteredIconLabelDescriptionList"/>
    <dgm:cxn modelId="{F6E73556-6168-4966-B7C2-2DB9D2CAD96B}" type="presParOf" srcId="{2E77FE58-7DB2-42E4-AFB2-D208C3291E29}" destId="{1895923A-A102-4A3B-809D-0A66730CF58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CE427598-137D-4D25-9DA2-7CFE4754368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96FEF270-7B6C-436A-AF43-4BCEF19A870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Port</a:t>
          </a:r>
          <a:endParaRPr lang="en-US"/>
        </a:p>
      </dgm:t>
    </dgm:pt>
    <dgm:pt modelId="{90F01334-3733-481A-AD45-7573895498C6}" type="parTrans" cxnId="{EF21DF44-C94E-4BB6-B766-D2D8A08551B9}">
      <dgm:prSet/>
      <dgm:spPr/>
      <dgm:t>
        <a:bodyPr/>
        <a:lstStyle/>
        <a:p>
          <a:endParaRPr lang="en-US"/>
        </a:p>
      </dgm:t>
    </dgm:pt>
    <dgm:pt modelId="{E0771512-5F4E-4A49-8541-47A283A61FDC}" type="sibTrans" cxnId="{EF21DF44-C94E-4BB6-B766-D2D8A08551B9}">
      <dgm:prSet/>
      <dgm:spPr/>
      <dgm:t>
        <a:bodyPr/>
        <a:lstStyle/>
        <a:p>
          <a:endParaRPr lang="en-US"/>
        </a:p>
      </dgm:t>
    </dgm:pt>
    <dgm:pt modelId="{9DF64A30-F6D4-452E-939D-0662DF72B3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connect to a known peer</a:t>
          </a:r>
        </a:p>
      </dgm:t>
    </dgm:pt>
    <dgm:pt modelId="{9BBE6338-7A47-43DC-8540-9857126EBD04}" type="parTrans" cxnId="{D4D2A065-464A-4A5B-967A-68E29D10D87B}">
      <dgm:prSet/>
      <dgm:spPr/>
      <dgm:t>
        <a:bodyPr/>
        <a:lstStyle/>
        <a:p>
          <a:endParaRPr lang="en-US"/>
        </a:p>
      </dgm:t>
    </dgm:pt>
    <dgm:pt modelId="{27D9FFFE-E0A7-40B9-899F-CC67D6CF29F7}" type="sibTrans" cxnId="{D4D2A065-464A-4A5B-967A-68E29D10D87B}">
      <dgm:prSet/>
      <dgm:spPr/>
      <dgm:t>
        <a:bodyPr/>
        <a:lstStyle/>
        <a:p>
          <a:endParaRPr lang="en-US"/>
        </a:p>
      </dgm:t>
    </dgm:pt>
    <dgm:pt modelId="{89ADA471-DE5D-4D6D-9B0F-46E9A8FE70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usually to </a:t>
          </a:r>
          <a:r>
            <a:rPr lang="en-US" b="1" dirty="0"/>
            <a:t>port 8333</a:t>
          </a:r>
          <a:r>
            <a:rPr lang="tr-TR" b="1" dirty="0"/>
            <a:t> </a:t>
          </a:r>
          <a:endParaRPr lang="en-US" b="1" dirty="0"/>
        </a:p>
      </dgm:t>
    </dgm:pt>
    <dgm:pt modelId="{3B3D9827-F78C-4C73-B1D8-4609A6ABFC91}" type="parTrans" cxnId="{8A142F63-BB71-4004-9FC6-C2C4F1E122D8}">
      <dgm:prSet/>
      <dgm:spPr/>
      <dgm:t>
        <a:bodyPr/>
        <a:lstStyle/>
        <a:p>
          <a:endParaRPr lang="en-US"/>
        </a:p>
      </dgm:t>
    </dgm:pt>
    <dgm:pt modelId="{8CB9B5AC-2665-4AA8-882E-C43DE5A8BC44}" type="sibTrans" cxnId="{8A142F63-BB71-4004-9FC6-C2C4F1E122D8}">
      <dgm:prSet/>
      <dgm:spPr/>
      <dgm:t>
        <a:bodyPr/>
        <a:lstStyle/>
        <a:p>
          <a:endParaRPr lang="en-US"/>
        </a:p>
      </dgm:t>
    </dgm:pt>
    <dgm:pt modelId="{510E3075-CE56-42BC-8D91-A8391373B3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an alternative port if one is</a:t>
          </a:r>
          <a:r>
            <a:rPr lang="tr-TR" dirty="0"/>
            <a:t> </a:t>
          </a:r>
          <a:r>
            <a:rPr lang="en-US" dirty="0"/>
            <a:t>provided</a:t>
          </a:r>
        </a:p>
      </dgm:t>
    </dgm:pt>
    <dgm:pt modelId="{F4BB6977-DCEF-4A72-997E-53EE8D4BA5F5}" type="parTrans" cxnId="{27128DC4-787C-4786-8D06-D43A9E2734E0}">
      <dgm:prSet/>
      <dgm:spPr/>
      <dgm:t>
        <a:bodyPr/>
        <a:lstStyle/>
        <a:p>
          <a:endParaRPr lang="en-US"/>
        </a:p>
      </dgm:t>
    </dgm:pt>
    <dgm:pt modelId="{CFD6E211-2CEB-4B45-A6AB-2F56204E86E6}" type="sibTrans" cxnId="{27128DC4-787C-4786-8D06-D43A9E2734E0}">
      <dgm:prSet/>
      <dgm:spPr/>
      <dgm:t>
        <a:bodyPr/>
        <a:lstStyle/>
        <a:p>
          <a:endParaRPr lang="en-US"/>
        </a:p>
      </dgm:t>
    </dgm:pt>
    <dgm:pt modelId="{0F123D11-D549-4890-8692-DC1EB980F9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Handshake</a:t>
          </a:r>
          <a:endParaRPr lang="en-US"/>
        </a:p>
      </dgm:t>
    </dgm:pt>
    <dgm:pt modelId="{B854D49C-24E6-41A2-A603-F1A900BD67AD}" type="parTrans" cxnId="{D4D6422E-38FC-4936-88E4-B847E444185E}">
      <dgm:prSet/>
      <dgm:spPr/>
      <dgm:t>
        <a:bodyPr/>
        <a:lstStyle/>
        <a:p>
          <a:endParaRPr lang="en-US"/>
        </a:p>
      </dgm:t>
    </dgm:pt>
    <dgm:pt modelId="{B1D09E90-0B1D-4653-B8CB-DB64C951F5AD}" type="sibTrans" cxnId="{D4D6422E-38FC-4936-88E4-B847E444185E}">
      <dgm:prSet/>
      <dgm:spPr/>
      <dgm:t>
        <a:bodyPr/>
        <a:lstStyle/>
        <a:p>
          <a:endParaRPr lang="en-US"/>
        </a:p>
      </dgm:t>
    </dgm:pt>
    <dgm:pt modelId="{F99F6B25-5058-4DAE-8EC2-8FCBDAF748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Upon establishing a connection</a:t>
          </a:r>
        </a:p>
      </dgm:t>
    </dgm:pt>
    <dgm:pt modelId="{372A1DDB-A437-4724-B962-4761B906D0A0}" type="parTrans" cxnId="{8CB1D1A5-E4F7-412C-957F-8A92E8E98146}">
      <dgm:prSet/>
      <dgm:spPr/>
      <dgm:t>
        <a:bodyPr/>
        <a:lstStyle/>
        <a:p>
          <a:endParaRPr lang="en-US"/>
        </a:p>
      </dgm:t>
    </dgm:pt>
    <dgm:pt modelId="{140D3FF0-2CE7-424D-9022-807F9F0FD209}" type="sibTrans" cxnId="{8CB1D1A5-E4F7-412C-957F-8A92E8E98146}">
      <dgm:prSet/>
      <dgm:spPr/>
      <dgm:t>
        <a:bodyPr/>
        <a:lstStyle/>
        <a:p>
          <a:endParaRPr lang="en-US"/>
        </a:p>
      </dgm:t>
    </dgm:pt>
    <dgm:pt modelId="{2AEBEB10-1A43-42C5-956E-6756D4AD08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node will start a handshake </a:t>
          </a:r>
        </a:p>
      </dgm:t>
    </dgm:pt>
    <dgm:pt modelId="{5ECFE525-E025-4D96-8063-65B9CD816591}" type="parTrans" cxnId="{4437C1B3-A551-4A5A-ADC7-F80225195E33}">
      <dgm:prSet/>
      <dgm:spPr/>
      <dgm:t>
        <a:bodyPr/>
        <a:lstStyle/>
        <a:p>
          <a:endParaRPr lang="en-US"/>
        </a:p>
      </dgm:t>
    </dgm:pt>
    <dgm:pt modelId="{3088218D-7671-477F-BD99-4C5DCB77B06C}" type="sibTrans" cxnId="{4437C1B3-A551-4A5A-ADC7-F80225195E33}">
      <dgm:prSet/>
      <dgm:spPr/>
      <dgm:t>
        <a:bodyPr/>
        <a:lstStyle/>
        <a:p>
          <a:endParaRPr lang="en-US"/>
        </a:p>
      </dgm:t>
    </dgm:pt>
    <dgm:pt modelId="{C2A1DD83-E796-4546-87C8-3D11BA1AAD8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transmitting a version message</a:t>
          </a:r>
        </a:p>
      </dgm:t>
    </dgm:pt>
    <dgm:pt modelId="{9085E645-5FAD-4563-9E0A-40837A515924}" type="parTrans" cxnId="{7F6880E5-C463-47DD-AD7E-BC4D7030A2AC}">
      <dgm:prSet/>
      <dgm:spPr/>
      <dgm:t>
        <a:bodyPr/>
        <a:lstStyle/>
        <a:p>
          <a:endParaRPr lang="en-US"/>
        </a:p>
      </dgm:t>
    </dgm:pt>
    <dgm:pt modelId="{D5629828-3300-480C-AC34-A225EAB845F1}" type="sibTrans" cxnId="{7F6880E5-C463-47DD-AD7E-BC4D7030A2AC}">
      <dgm:prSet/>
      <dgm:spPr/>
      <dgm:t>
        <a:bodyPr/>
        <a:lstStyle/>
        <a:p>
          <a:endParaRPr lang="en-US"/>
        </a:p>
      </dgm:t>
    </dgm:pt>
    <dgm:pt modelId="{BA075DBA-5461-4155-BAC6-1B672FDEAB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nodes establish a TCP connection</a:t>
          </a:r>
        </a:p>
      </dgm:t>
    </dgm:pt>
    <dgm:pt modelId="{2D37AA2C-1646-4109-B7A1-8DAF71BD0E83}" type="parTrans" cxnId="{4CC174E7-CB0E-436B-BD8A-404B07BCF194}">
      <dgm:prSet/>
      <dgm:spPr/>
    </dgm:pt>
    <dgm:pt modelId="{8CEDB291-29B1-448A-8CD4-8CF7E556078E}" type="sibTrans" cxnId="{4CC174E7-CB0E-436B-BD8A-404B07BCF194}">
      <dgm:prSet/>
      <dgm:spPr/>
    </dgm:pt>
    <dgm:pt modelId="{EA668F2E-1125-4C23-A3F0-142AA2031EFE}" type="pres">
      <dgm:prSet presAssocID="{CE427598-137D-4D25-9DA2-7CFE4754368A}" presName="root" presStyleCnt="0">
        <dgm:presLayoutVars>
          <dgm:dir/>
          <dgm:resizeHandles val="exact"/>
        </dgm:presLayoutVars>
      </dgm:prSet>
      <dgm:spPr/>
    </dgm:pt>
    <dgm:pt modelId="{FC4B69D4-49AF-43DD-B6A9-83A22D990CD1}" type="pres">
      <dgm:prSet presAssocID="{96FEF270-7B6C-436A-AF43-4BCEF19A8704}" presName="compNode" presStyleCnt="0"/>
      <dgm:spPr/>
    </dgm:pt>
    <dgm:pt modelId="{21436E0D-B4F2-4698-8E25-82389B673704}" type="pres">
      <dgm:prSet presAssocID="{96FEF270-7B6C-436A-AF43-4BCEF19A870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idge scene"/>
        </a:ext>
      </dgm:extLst>
    </dgm:pt>
    <dgm:pt modelId="{6CCE020B-99D2-4C83-BA33-BD9161A3F4A4}" type="pres">
      <dgm:prSet presAssocID="{96FEF270-7B6C-436A-AF43-4BCEF19A8704}" presName="iconSpace" presStyleCnt="0"/>
      <dgm:spPr/>
    </dgm:pt>
    <dgm:pt modelId="{BA0B467E-B20C-4C51-AC12-569D44B945CF}" type="pres">
      <dgm:prSet presAssocID="{96FEF270-7B6C-436A-AF43-4BCEF19A8704}" presName="parTx" presStyleLbl="revTx" presStyleIdx="0" presStyleCnt="4">
        <dgm:presLayoutVars>
          <dgm:chMax val="0"/>
          <dgm:chPref val="0"/>
        </dgm:presLayoutVars>
      </dgm:prSet>
      <dgm:spPr/>
    </dgm:pt>
    <dgm:pt modelId="{A75CD21B-268C-42C2-8743-E933E015BCF3}" type="pres">
      <dgm:prSet presAssocID="{96FEF270-7B6C-436A-AF43-4BCEF19A8704}" presName="txSpace" presStyleCnt="0"/>
      <dgm:spPr/>
    </dgm:pt>
    <dgm:pt modelId="{3EE33178-B2CD-496E-B92B-21FB51FE7B38}" type="pres">
      <dgm:prSet presAssocID="{96FEF270-7B6C-436A-AF43-4BCEF19A8704}" presName="desTx" presStyleLbl="revTx" presStyleIdx="1" presStyleCnt="4">
        <dgm:presLayoutVars/>
      </dgm:prSet>
      <dgm:spPr/>
    </dgm:pt>
    <dgm:pt modelId="{C927409F-094E-4B9C-8A07-921187C826E6}" type="pres">
      <dgm:prSet presAssocID="{E0771512-5F4E-4A49-8541-47A283A61FDC}" presName="sibTrans" presStyleCnt="0"/>
      <dgm:spPr/>
    </dgm:pt>
    <dgm:pt modelId="{7F47E86F-F6E2-464B-B79E-DAF30D4CCB74}" type="pres">
      <dgm:prSet presAssocID="{0F123D11-D549-4890-8692-DC1EB980F95C}" presName="compNode" presStyleCnt="0"/>
      <dgm:spPr/>
    </dgm:pt>
    <dgm:pt modelId="{FAE19A0E-3AB7-4242-9F7F-31DA1A5306E3}" type="pres">
      <dgm:prSet presAssocID="{0F123D11-D549-4890-8692-DC1EB980F95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B433ECC5-71C6-4B22-9FEB-E7DEAD41CEA3}" type="pres">
      <dgm:prSet presAssocID="{0F123D11-D549-4890-8692-DC1EB980F95C}" presName="iconSpace" presStyleCnt="0"/>
      <dgm:spPr/>
    </dgm:pt>
    <dgm:pt modelId="{C5AD396F-7FC2-4793-9F24-816C3DABBF56}" type="pres">
      <dgm:prSet presAssocID="{0F123D11-D549-4890-8692-DC1EB980F95C}" presName="parTx" presStyleLbl="revTx" presStyleIdx="2" presStyleCnt="4">
        <dgm:presLayoutVars>
          <dgm:chMax val="0"/>
          <dgm:chPref val="0"/>
        </dgm:presLayoutVars>
      </dgm:prSet>
      <dgm:spPr/>
    </dgm:pt>
    <dgm:pt modelId="{D3A2BA8D-080A-497B-9673-930BD792F11C}" type="pres">
      <dgm:prSet presAssocID="{0F123D11-D549-4890-8692-DC1EB980F95C}" presName="txSpace" presStyleCnt="0"/>
      <dgm:spPr/>
    </dgm:pt>
    <dgm:pt modelId="{CD6E0AFF-A4A2-4939-9909-90890C698F33}" type="pres">
      <dgm:prSet presAssocID="{0F123D11-D549-4890-8692-DC1EB980F95C}" presName="desTx" presStyleLbl="revTx" presStyleIdx="3" presStyleCnt="4">
        <dgm:presLayoutVars/>
      </dgm:prSet>
      <dgm:spPr/>
    </dgm:pt>
  </dgm:ptLst>
  <dgm:cxnLst>
    <dgm:cxn modelId="{6B995911-E83A-4E50-9801-E117B3881A48}" type="presOf" srcId="{2AEBEB10-1A43-42C5-956E-6756D4AD0857}" destId="{CD6E0AFF-A4A2-4939-9909-90890C698F33}" srcOrd="0" destOrd="1" presId="urn:microsoft.com/office/officeart/2018/5/layout/CenteredIconLabelDescriptionList"/>
    <dgm:cxn modelId="{6AD48513-3DAF-4807-B3F8-AD08D440F501}" type="presOf" srcId="{89ADA471-DE5D-4D6D-9B0F-46E9A8FE7094}" destId="{3EE33178-B2CD-496E-B92B-21FB51FE7B38}" srcOrd="0" destOrd="2" presId="urn:microsoft.com/office/officeart/2018/5/layout/CenteredIconLabelDescriptionList"/>
    <dgm:cxn modelId="{EE8C7921-F353-4B1B-8533-72B880BAE76D}" type="presOf" srcId="{9DF64A30-F6D4-452E-939D-0662DF72B30B}" destId="{3EE33178-B2CD-496E-B92B-21FB51FE7B38}" srcOrd="0" destOrd="0" presId="urn:microsoft.com/office/officeart/2018/5/layout/CenteredIconLabelDescriptionList"/>
    <dgm:cxn modelId="{D4D6422E-38FC-4936-88E4-B847E444185E}" srcId="{CE427598-137D-4D25-9DA2-7CFE4754368A}" destId="{0F123D11-D549-4890-8692-DC1EB980F95C}" srcOrd="1" destOrd="0" parTransId="{B854D49C-24E6-41A2-A603-F1A900BD67AD}" sibTransId="{B1D09E90-0B1D-4653-B8CB-DB64C951F5AD}"/>
    <dgm:cxn modelId="{95EF432E-78D0-4B57-92FE-EACAC40F5798}" type="presOf" srcId="{C2A1DD83-E796-4546-87C8-3D11BA1AAD8E}" destId="{CD6E0AFF-A4A2-4939-9909-90890C698F33}" srcOrd="0" destOrd="2" presId="urn:microsoft.com/office/officeart/2018/5/layout/CenteredIconLabelDescriptionList"/>
    <dgm:cxn modelId="{363ABC40-016D-4988-A90B-A926C5EA02BD}" type="presOf" srcId="{BA075DBA-5461-4155-BAC6-1B672FDEAB42}" destId="{3EE33178-B2CD-496E-B92B-21FB51FE7B38}" srcOrd="0" destOrd="1" presId="urn:microsoft.com/office/officeart/2018/5/layout/CenteredIconLabelDescriptionList"/>
    <dgm:cxn modelId="{8A142F63-BB71-4004-9FC6-C2C4F1E122D8}" srcId="{96FEF270-7B6C-436A-AF43-4BCEF19A8704}" destId="{89ADA471-DE5D-4D6D-9B0F-46E9A8FE7094}" srcOrd="2" destOrd="0" parTransId="{3B3D9827-F78C-4C73-B1D8-4609A6ABFC91}" sibTransId="{8CB9B5AC-2665-4AA8-882E-C43DE5A8BC44}"/>
    <dgm:cxn modelId="{EF21DF44-C94E-4BB6-B766-D2D8A08551B9}" srcId="{CE427598-137D-4D25-9DA2-7CFE4754368A}" destId="{96FEF270-7B6C-436A-AF43-4BCEF19A8704}" srcOrd="0" destOrd="0" parTransId="{90F01334-3733-481A-AD45-7573895498C6}" sibTransId="{E0771512-5F4E-4A49-8541-47A283A61FDC}"/>
    <dgm:cxn modelId="{D4D2A065-464A-4A5B-967A-68E29D10D87B}" srcId="{96FEF270-7B6C-436A-AF43-4BCEF19A8704}" destId="{9DF64A30-F6D4-452E-939D-0662DF72B30B}" srcOrd="0" destOrd="0" parTransId="{9BBE6338-7A47-43DC-8540-9857126EBD04}" sibTransId="{27D9FFFE-E0A7-40B9-899F-CC67D6CF29F7}"/>
    <dgm:cxn modelId="{C1968A48-A489-45D6-8C93-6F190DD39AE1}" type="presOf" srcId="{F99F6B25-5058-4DAE-8EC2-8FCBDAF7481B}" destId="{CD6E0AFF-A4A2-4939-9909-90890C698F33}" srcOrd="0" destOrd="0" presId="urn:microsoft.com/office/officeart/2018/5/layout/CenteredIconLabelDescriptionList"/>
    <dgm:cxn modelId="{EBD8D452-624C-4746-84AE-1D6FC72C31BE}" type="presOf" srcId="{0F123D11-D549-4890-8692-DC1EB980F95C}" destId="{C5AD396F-7FC2-4793-9F24-816C3DABBF56}" srcOrd="0" destOrd="0" presId="urn:microsoft.com/office/officeart/2018/5/layout/CenteredIconLabelDescriptionList"/>
    <dgm:cxn modelId="{8CB1D1A5-E4F7-412C-957F-8A92E8E98146}" srcId="{0F123D11-D549-4890-8692-DC1EB980F95C}" destId="{F99F6B25-5058-4DAE-8EC2-8FCBDAF7481B}" srcOrd="0" destOrd="0" parTransId="{372A1DDB-A437-4724-B962-4761B906D0A0}" sibTransId="{140D3FF0-2CE7-424D-9022-807F9F0FD209}"/>
    <dgm:cxn modelId="{AEEC26AA-8416-482B-980E-F3F56A9EF503}" type="presOf" srcId="{96FEF270-7B6C-436A-AF43-4BCEF19A8704}" destId="{BA0B467E-B20C-4C51-AC12-569D44B945CF}" srcOrd="0" destOrd="0" presId="urn:microsoft.com/office/officeart/2018/5/layout/CenteredIconLabelDescriptionList"/>
    <dgm:cxn modelId="{4437C1B3-A551-4A5A-ADC7-F80225195E33}" srcId="{0F123D11-D549-4890-8692-DC1EB980F95C}" destId="{2AEBEB10-1A43-42C5-956E-6756D4AD0857}" srcOrd="1" destOrd="0" parTransId="{5ECFE525-E025-4D96-8063-65B9CD816591}" sibTransId="{3088218D-7671-477F-BD99-4C5DCB77B06C}"/>
    <dgm:cxn modelId="{27128DC4-787C-4786-8D06-D43A9E2734E0}" srcId="{96FEF270-7B6C-436A-AF43-4BCEF19A8704}" destId="{510E3075-CE56-42BC-8D91-A8391373B36D}" srcOrd="3" destOrd="0" parTransId="{F4BB6977-DCEF-4A72-997E-53EE8D4BA5F5}" sibTransId="{CFD6E211-2CEB-4B45-A6AB-2F56204E86E6}"/>
    <dgm:cxn modelId="{00E9C0C8-6B4C-4C49-B420-335632960F0A}" type="presOf" srcId="{CE427598-137D-4D25-9DA2-7CFE4754368A}" destId="{EA668F2E-1125-4C23-A3F0-142AA2031EFE}" srcOrd="0" destOrd="0" presId="urn:microsoft.com/office/officeart/2018/5/layout/CenteredIconLabelDescriptionList"/>
    <dgm:cxn modelId="{9BCB16D2-983B-4C98-B27B-EEB142B6677F}" type="presOf" srcId="{510E3075-CE56-42BC-8D91-A8391373B36D}" destId="{3EE33178-B2CD-496E-B92B-21FB51FE7B38}" srcOrd="0" destOrd="3" presId="urn:microsoft.com/office/officeart/2018/5/layout/CenteredIconLabelDescriptionList"/>
    <dgm:cxn modelId="{7F6880E5-C463-47DD-AD7E-BC4D7030A2AC}" srcId="{0F123D11-D549-4890-8692-DC1EB980F95C}" destId="{C2A1DD83-E796-4546-87C8-3D11BA1AAD8E}" srcOrd="2" destOrd="0" parTransId="{9085E645-5FAD-4563-9E0A-40837A515924}" sibTransId="{D5629828-3300-480C-AC34-A225EAB845F1}"/>
    <dgm:cxn modelId="{4CC174E7-CB0E-436B-BD8A-404B07BCF194}" srcId="{96FEF270-7B6C-436A-AF43-4BCEF19A8704}" destId="{BA075DBA-5461-4155-BAC6-1B672FDEAB42}" srcOrd="1" destOrd="0" parTransId="{2D37AA2C-1646-4109-B7A1-8DAF71BD0E83}" sibTransId="{8CEDB291-29B1-448A-8CD4-8CF7E556078E}"/>
    <dgm:cxn modelId="{579B3D99-5EFF-4E24-A009-063603B97669}" type="presParOf" srcId="{EA668F2E-1125-4C23-A3F0-142AA2031EFE}" destId="{FC4B69D4-49AF-43DD-B6A9-83A22D990CD1}" srcOrd="0" destOrd="0" presId="urn:microsoft.com/office/officeart/2018/5/layout/CenteredIconLabelDescriptionList"/>
    <dgm:cxn modelId="{663092F7-2CF0-458A-86E1-F033B9872E0C}" type="presParOf" srcId="{FC4B69D4-49AF-43DD-B6A9-83A22D990CD1}" destId="{21436E0D-B4F2-4698-8E25-82389B673704}" srcOrd="0" destOrd="0" presId="urn:microsoft.com/office/officeart/2018/5/layout/CenteredIconLabelDescriptionList"/>
    <dgm:cxn modelId="{651AF949-6E9B-465B-AF53-F52BE9A052EE}" type="presParOf" srcId="{FC4B69D4-49AF-43DD-B6A9-83A22D990CD1}" destId="{6CCE020B-99D2-4C83-BA33-BD9161A3F4A4}" srcOrd="1" destOrd="0" presId="urn:microsoft.com/office/officeart/2018/5/layout/CenteredIconLabelDescriptionList"/>
    <dgm:cxn modelId="{C0103147-0B1C-4128-A1C9-78CAD2155897}" type="presParOf" srcId="{FC4B69D4-49AF-43DD-B6A9-83A22D990CD1}" destId="{BA0B467E-B20C-4C51-AC12-569D44B945CF}" srcOrd="2" destOrd="0" presId="urn:microsoft.com/office/officeart/2018/5/layout/CenteredIconLabelDescriptionList"/>
    <dgm:cxn modelId="{69CCF283-3350-45BA-8B43-8CC60B8764A5}" type="presParOf" srcId="{FC4B69D4-49AF-43DD-B6A9-83A22D990CD1}" destId="{A75CD21B-268C-42C2-8743-E933E015BCF3}" srcOrd="3" destOrd="0" presId="urn:microsoft.com/office/officeart/2018/5/layout/CenteredIconLabelDescriptionList"/>
    <dgm:cxn modelId="{ECCC1A1E-F544-4D8E-9656-4FE31CBF5E2B}" type="presParOf" srcId="{FC4B69D4-49AF-43DD-B6A9-83A22D990CD1}" destId="{3EE33178-B2CD-496E-B92B-21FB51FE7B38}" srcOrd="4" destOrd="0" presId="urn:microsoft.com/office/officeart/2018/5/layout/CenteredIconLabelDescriptionList"/>
    <dgm:cxn modelId="{0BB7AB3E-2287-452E-9D62-CDA6E64A0918}" type="presParOf" srcId="{EA668F2E-1125-4C23-A3F0-142AA2031EFE}" destId="{C927409F-094E-4B9C-8A07-921187C826E6}" srcOrd="1" destOrd="0" presId="urn:microsoft.com/office/officeart/2018/5/layout/CenteredIconLabelDescriptionList"/>
    <dgm:cxn modelId="{DB782913-7FB8-4FFC-B349-856EE395034A}" type="presParOf" srcId="{EA668F2E-1125-4C23-A3F0-142AA2031EFE}" destId="{7F47E86F-F6E2-464B-B79E-DAF30D4CCB74}" srcOrd="2" destOrd="0" presId="urn:microsoft.com/office/officeart/2018/5/layout/CenteredIconLabelDescriptionList"/>
    <dgm:cxn modelId="{9D3AD232-3E03-414A-A4E6-4B6F3243BB09}" type="presParOf" srcId="{7F47E86F-F6E2-464B-B79E-DAF30D4CCB74}" destId="{FAE19A0E-3AB7-4242-9F7F-31DA1A5306E3}" srcOrd="0" destOrd="0" presId="urn:microsoft.com/office/officeart/2018/5/layout/CenteredIconLabelDescriptionList"/>
    <dgm:cxn modelId="{BBBE2C93-F73F-4B0C-9D59-694B69D4044D}" type="presParOf" srcId="{7F47E86F-F6E2-464B-B79E-DAF30D4CCB74}" destId="{B433ECC5-71C6-4B22-9FEB-E7DEAD41CEA3}" srcOrd="1" destOrd="0" presId="urn:microsoft.com/office/officeart/2018/5/layout/CenteredIconLabelDescriptionList"/>
    <dgm:cxn modelId="{BDB8D471-6695-4C9F-A1B2-E0A5570FBF01}" type="presParOf" srcId="{7F47E86F-F6E2-464B-B79E-DAF30D4CCB74}" destId="{C5AD396F-7FC2-4793-9F24-816C3DABBF56}" srcOrd="2" destOrd="0" presId="urn:microsoft.com/office/officeart/2018/5/layout/CenteredIconLabelDescriptionList"/>
    <dgm:cxn modelId="{2DBE794F-8132-4C09-B37A-1E0CAF5A7BC6}" type="presParOf" srcId="{7F47E86F-F6E2-464B-B79E-DAF30D4CCB74}" destId="{D3A2BA8D-080A-497B-9673-930BD792F11C}" srcOrd="3" destOrd="0" presId="urn:microsoft.com/office/officeart/2018/5/layout/CenteredIconLabelDescriptionList"/>
    <dgm:cxn modelId="{BC8DC917-C0E1-41F6-B443-9893F0921F12}" type="presParOf" srcId="{7F47E86F-F6E2-464B-B79E-DAF30D4CCB74}" destId="{CD6E0AFF-A4A2-4939-9909-90890C698F3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1C2D8B47-A3D6-4711-A072-0BB946702A3D}" type="doc">
      <dgm:prSet loTypeId="urn:microsoft.com/office/officeart/2005/8/layout/vList5" loCatId="list" qsTypeId="urn:microsoft.com/office/officeart/2005/8/quickstyle/simple1" qsCatId="simple" csTypeId="urn:microsoft.com/office/officeart/2005/8/colors/accent2_2" csCatId="accent2" phldr="1"/>
      <dgm:spPr/>
      <dgm:t>
        <a:bodyPr/>
        <a:lstStyle/>
        <a:p>
          <a:endParaRPr lang="en-US"/>
        </a:p>
      </dgm:t>
    </dgm:pt>
    <dgm:pt modelId="{6CEDA1EB-3DF4-4148-8705-5E9FE4788E37}">
      <dgm:prSet/>
      <dgm:spPr/>
      <dgm:t>
        <a:bodyPr/>
        <a:lstStyle/>
        <a:p>
          <a:r>
            <a:rPr lang="en-US"/>
            <a:t>nVersion</a:t>
          </a:r>
        </a:p>
      </dgm:t>
    </dgm:pt>
    <dgm:pt modelId="{272A780C-FBEB-4DAD-8E6E-AB40EF83BE99}" type="parTrans" cxnId="{79F053AE-CD0E-4A82-AA15-023A32C14F9D}">
      <dgm:prSet/>
      <dgm:spPr/>
      <dgm:t>
        <a:bodyPr/>
        <a:lstStyle/>
        <a:p>
          <a:endParaRPr lang="en-US"/>
        </a:p>
      </dgm:t>
    </dgm:pt>
    <dgm:pt modelId="{5B8F88A1-9B74-492A-BC0F-88933E70C3BC}" type="sibTrans" cxnId="{79F053AE-CD0E-4A82-AA15-023A32C14F9D}">
      <dgm:prSet/>
      <dgm:spPr/>
      <dgm:t>
        <a:bodyPr/>
        <a:lstStyle/>
        <a:p>
          <a:endParaRPr lang="en-US"/>
        </a:p>
      </dgm:t>
    </dgm:pt>
    <dgm:pt modelId="{01C50DB6-8F8E-43A4-8F2D-45EF286E27C6}">
      <dgm:prSet/>
      <dgm:spPr/>
      <dgm:t>
        <a:bodyPr/>
        <a:lstStyle/>
        <a:p>
          <a:r>
            <a:rPr lang="en-US" dirty="0"/>
            <a:t>The bitcoin P2P protocol version the client “speaks” </a:t>
          </a:r>
        </a:p>
      </dgm:t>
    </dgm:pt>
    <dgm:pt modelId="{6939797B-0912-43F3-97AB-B765253FB0E1}" type="parTrans" cxnId="{AE303DE0-1F09-469C-A006-1F659F938C43}">
      <dgm:prSet/>
      <dgm:spPr/>
      <dgm:t>
        <a:bodyPr/>
        <a:lstStyle/>
        <a:p>
          <a:endParaRPr lang="tr-TR"/>
        </a:p>
      </dgm:t>
    </dgm:pt>
    <dgm:pt modelId="{5B0C6703-2DC3-4A9A-93A4-5B1BF86C6F26}" type="sibTrans" cxnId="{AE303DE0-1F09-469C-A006-1F659F938C43}">
      <dgm:prSet/>
      <dgm:spPr/>
      <dgm:t>
        <a:bodyPr/>
        <a:lstStyle/>
        <a:p>
          <a:endParaRPr lang="tr-TR"/>
        </a:p>
      </dgm:t>
    </dgm:pt>
    <dgm:pt modelId="{A8E26F2C-1080-450B-BA5A-54E4CD859E28}">
      <dgm:prSet/>
      <dgm:spPr/>
      <dgm:t>
        <a:bodyPr/>
        <a:lstStyle/>
        <a:p>
          <a:r>
            <a:rPr lang="en-US"/>
            <a:t>e.g., 70002</a:t>
          </a:r>
        </a:p>
      </dgm:t>
    </dgm:pt>
    <dgm:pt modelId="{2024021E-A054-45F8-AAC1-065CE5C66909}" type="parTrans" cxnId="{D4032112-477B-4B51-A56C-A3B4163A4DAC}">
      <dgm:prSet/>
      <dgm:spPr/>
      <dgm:t>
        <a:bodyPr/>
        <a:lstStyle/>
        <a:p>
          <a:endParaRPr lang="tr-TR"/>
        </a:p>
      </dgm:t>
    </dgm:pt>
    <dgm:pt modelId="{E7951A5B-ED6C-4C56-BE57-19F14E751BCF}" type="sibTrans" cxnId="{D4032112-477B-4B51-A56C-A3B4163A4DAC}">
      <dgm:prSet/>
      <dgm:spPr/>
      <dgm:t>
        <a:bodyPr/>
        <a:lstStyle/>
        <a:p>
          <a:endParaRPr lang="tr-TR"/>
        </a:p>
      </dgm:t>
    </dgm:pt>
    <dgm:pt modelId="{57C84974-9D7A-4AF8-B429-974FE43C3512}">
      <dgm:prSet/>
      <dgm:spPr/>
      <dgm:t>
        <a:bodyPr/>
        <a:lstStyle/>
        <a:p>
          <a:r>
            <a:rPr lang="en-US" dirty="0" err="1"/>
            <a:t>nLocalServices</a:t>
          </a:r>
          <a:endParaRPr lang="en-US" dirty="0"/>
        </a:p>
      </dgm:t>
    </dgm:pt>
    <dgm:pt modelId="{344BA146-ED8C-4A0F-B87B-3DA4001B4797}" type="parTrans" cxnId="{DA43BA99-80E6-4A7D-AF6B-C07D63C66E4A}">
      <dgm:prSet/>
      <dgm:spPr/>
      <dgm:t>
        <a:bodyPr/>
        <a:lstStyle/>
        <a:p>
          <a:endParaRPr lang="tr-TR"/>
        </a:p>
      </dgm:t>
    </dgm:pt>
    <dgm:pt modelId="{844B73D5-A539-40F3-B7F4-2CF32C4740FB}" type="sibTrans" cxnId="{DA43BA99-80E6-4A7D-AF6B-C07D63C66E4A}">
      <dgm:prSet/>
      <dgm:spPr/>
      <dgm:t>
        <a:bodyPr/>
        <a:lstStyle/>
        <a:p>
          <a:endParaRPr lang="tr-TR"/>
        </a:p>
      </dgm:t>
    </dgm:pt>
    <dgm:pt modelId="{122176E3-F028-4585-8A01-C52386801458}">
      <dgm:prSet/>
      <dgm:spPr/>
      <dgm:t>
        <a:bodyPr/>
        <a:lstStyle/>
        <a:p>
          <a:r>
            <a:rPr lang="en-US" dirty="0"/>
            <a:t>A list of local services supported by the node</a:t>
          </a:r>
        </a:p>
      </dgm:t>
    </dgm:pt>
    <dgm:pt modelId="{FBEF724A-3CDA-4632-A4BA-DB149B1C538E}" type="parTrans" cxnId="{A87E624A-0E56-48AC-8C3B-8E9315D6438E}">
      <dgm:prSet/>
      <dgm:spPr/>
      <dgm:t>
        <a:bodyPr/>
        <a:lstStyle/>
        <a:p>
          <a:endParaRPr lang="tr-TR"/>
        </a:p>
      </dgm:t>
    </dgm:pt>
    <dgm:pt modelId="{97565F47-6B49-4F6D-9ABE-F50FF71A0C94}" type="sibTrans" cxnId="{A87E624A-0E56-48AC-8C3B-8E9315D6438E}">
      <dgm:prSet/>
      <dgm:spPr/>
      <dgm:t>
        <a:bodyPr/>
        <a:lstStyle/>
        <a:p>
          <a:endParaRPr lang="tr-TR"/>
        </a:p>
      </dgm:t>
    </dgm:pt>
    <dgm:pt modelId="{B528C6F8-FB9E-4F7F-92EC-550222631CB2}">
      <dgm:prSet/>
      <dgm:spPr/>
      <dgm:t>
        <a:bodyPr/>
        <a:lstStyle/>
        <a:p>
          <a:r>
            <a:rPr lang="en-US" dirty="0"/>
            <a:t>currently just NODE_NETWORK</a:t>
          </a:r>
        </a:p>
      </dgm:t>
    </dgm:pt>
    <dgm:pt modelId="{89762873-F111-4BF5-9DBA-DABA8B2E6102}" type="parTrans" cxnId="{91577A4F-F9EC-40FA-9903-C23B7F9F05C6}">
      <dgm:prSet/>
      <dgm:spPr/>
      <dgm:t>
        <a:bodyPr/>
        <a:lstStyle/>
        <a:p>
          <a:endParaRPr lang="tr-TR"/>
        </a:p>
      </dgm:t>
    </dgm:pt>
    <dgm:pt modelId="{6D02ECFD-F313-4A7D-977E-9EA7DE3A306A}" type="sibTrans" cxnId="{91577A4F-F9EC-40FA-9903-C23B7F9F05C6}">
      <dgm:prSet/>
      <dgm:spPr/>
      <dgm:t>
        <a:bodyPr/>
        <a:lstStyle/>
        <a:p>
          <a:endParaRPr lang="tr-TR"/>
        </a:p>
      </dgm:t>
    </dgm:pt>
    <dgm:pt modelId="{D04411FB-1B55-4D45-8F5B-68270EA73D13}">
      <dgm:prSet/>
      <dgm:spPr/>
      <dgm:t>
        <a:bodyPr/>
        <a:lstStyle/>
        <a:p>
          <a:r>
            <a:rPr lang="en-US"/>
            <a:t>nTime</a:t>
          </a:r>
        </a:p>
      </dgm:t>
    </dgm:pt>
    <dgm:pt modelId="{BD817A6B-A7CD-4812-BA4B-E03AD8BB4872}" type="parTrans" cxnId="{C42A9E24-22EB-4467-A329-DFC1384E1660}">
      <dgm:prSet/>
      <dgm:spPr/>
      <dgm:t>
        <a:bodyPr/>
        <a:lstStyle/>
        <a:p>
          <a:endParaRPr lang="tr-TR"/>
        </a:p>
      </dgm:t>
    </dgm:pt>
    <dgm:pt modelId="{DB8EE971-31D7-40AE-AF6F-38CFF0DE2C5E}" type="sibTrans" cxnId="{C42A9E24-22EB-4467-A329-DFC1384E1660}">
      <dgm:prSet/>
      <dgm:spPr/>
      <dgm:t>
        <a:bodyPr/>
        <a:lstStyle/>
        <a:p>
          <a:endParaRPr lang="tr-TR"/>
        </a:p>
      </dgm:t>
    </dgm:pt>
    <dgm:pt modelId="{EA2C69D2-D0D7-455C-9120-2FAD54F6AFA0}">
      <dgm:prSet/>
      <dgm:spPr/>
      <dgm:t>
        <a:bodyPr/>
        <a:lstStyle/>
        <a:p>
          <a:r>
            <a:rPr lang="en-US" dirty="0"/>
            <a:t>The current time</a:t>
          </a:r>
          <a:endParaRPr lang="tr-TR" dirty="0"/>
        </a:p>
      </dgm:t>
    </dgm:pt>
    <dgm:pt modelId="{9269FED8-7454-4CA1-BFF2-DC84C957C98A}" type="parTrans" cxnId="{1E847238-185B-4F70-BD0D-1BF9414933AA}">
      <dgm:prSet/>
      <dgm:spPr/>
      <dgm:t>
        <a:bodyPr/>
        <a:lstStyle/>
        <a:p>
          <a:endParaRPr lang="tr-TR"/>
        </a:p>
      </dgm:t>
    </dgm:pt>
    <dgm:pt modelId="{F9C1867B-4475-471A-BFBB-3E7D5478C415}" type="sibTrans" cxnId="{1E847238-185B-4F70-BD0D-1BF9414933AA}">
      <dgm:prSet/>
      <dgm:spPr/>
      <dgm:t>
        <a:bodyPr/>
        <a:lstStyle/>
        <a:p>
          <a:endParaRPr lang="tr-TR"/>
        </a:p>
      </dgm:t>
    </dgm:pt>
    <dgm:pt modelId="{DA84E68F-58A2-4759-BAC0-4A5C22E8661A}">
      <dgm:prSet/>
      <dgm:spPr/>
      <dgm:t>
        <a:bodyPr/>
        <a:lstStyle/>
        <a:p>
          <a:r>
            <a:rPr lang="en-US"/>
            <a:t>addrYou</a:t>
          </a:r>
          <a:endParaRPr lang="tr-TR" dirty="0"/>
        </a:p>
      </dgm:t>
    </dgm:pt>
    <dgm:pt modelId="{EDBB7858-D5B6-4643-BA63-CD6C69DE401D}" type="parTrans" cxnId="{118C1419-70AB-44BC-8717-013524DB7056}">
      <dgm:prSet/>
      <dgm:spPr/>
      <dgm:t>
        <a:bodyPr/>
        <a:lstStyle/>
        <a:p>
          <a:endParaRPr lang="en-US"/>
        </a:p>
      </dgm:t>
    </dgm:pt>
    <dgm:pt modelId="{7865EF35-7A36-4D17-BBDE-CDBC0607190E}" type="sibTrans" cxnId="{118C1419-70AB-44BC-8717-013524DB7056}">
      <dgm:prSet/>
      <dgm:spPr/>
      <dgm:t>
        <a:bodyPr/>
        <a:lstStyle/>
        <a:p>
          <a:endParaRPr lang="en-US"/>
        </a:p>
      </dgm:t>
    </dgm:pt>
    <dgm:pt modelId="{7EBE5CB6-D7A7-4410-97E3-64D04FC34F9D}">
      <dgm:prSet/>
      <dgm:spPr/>
      <dgm:t>
        <a:bodyPr/>
        <a:lstStyle/>
        <a:p>
          <a:r>
            <a:rPr lang="en-US" dirty="0"/>
            <a:t>The IP address of the remote node as seen from this node</a:t>
          </a:r>
        </a:p>
      </dgm:t>
    </dgm:pt>
    <dgm:pt modelId="{9285BC0C-71FD-42D3-9677-7991694DCFEE}" type="parTrans" cxnId="{2D89FF3C-28B6-43DD-9240-FA4A47955FF3}">
      <dgm:prSet/>
      <dgm:spPr/>
      <dgm:t>
        <a:bodyPr/>
        <a:lstStyle/>
        <a:p>
          <a:endParaRPr lang="en-US"/>
        </a:p>
      </dgm:t>
    </dgm:pt>
    <dgm:pt modelId="{4FD3D6C3-508A-4A89-9DDC-03E8D6312F52}" type="sibTrans" cxnId="{2D89FF3C-28B6-43DD-9240-FA4A47955FF3}">
      <dgm:prSet/>
      <dgm:spPr/>
      <dgm:t>
        <a:bodyPr/>
        <a:lstStyle/>
        <a:p>
          <a:endParaRPr lang="en-US"/>
        </a:p>
      </dgm:t>
    </dgm:pt>
    <dgm:pt modelId="{BA95150A-8806-497E-8605-A4768B15E807}">
      <dgm:prSet/>
      <dgm:spPr/>
      <dgm:t>
        <a:bodyPr/>
        <a:lstStyle/>
        <a:p>
          <a:r>
            <a:rPr lang="en-US" dirty="0" err="1"/>
            <a:t>addrMe</a:t>
          </a:r>
          <a:endParaRPr lang="en-US" dirty="0"/>
        </a:p>
      </dgm:t>
    </dgm:pt>
    <dgm:pt modelId="{8AA78E30-EBE8-4FC6-9572-414E8B85DFB4}" type="parTrans" cxnId="{81813F8D-9CFD-4D26-8889-7E3B56D4966D}">
      <dgm:prSet/>
      <dgm:spPr/>
      <dgm:t>
        <a:bodyPr/>
        <a:lstStyle/>
        <a:p>
          <a:endParaRPr lang="en-US"/>
        </a:p>
      </dgm:t>
    </dgm:pt>
    <dgm:pt modelId="{ADFC173E-0CC7-4D91-8A65-C1D47D6CF5B2}" type="sibTrans" cxnId="{81813F8D-9CFD-4D26-8889-7E3B56D4966D}">
      <dgm:prSet/>
      <dgm:spPr/>
      <dgm:t>
        <a:bodyPr/>
        <a:lstStyle/>
        <a:p>
          <a:endParaRPr lang="en-US"/>
        </a:p>
      </dgm:t>
    </dgm:pt>
    <dgm:pt modelId="{55299E21-FADB-45FF-B76F-3FAA5F6F1988}">
      <dgm:prSet/>
      <dgm:spPr/>
      <dgm:t>
        <a:bodyPr/>
        <a:lstStyle/>
        <a:p>
          <a:r>
            <a:rPr lang="en-US" dirty="0"/>
            <a:t>The IP address of the local node, as discovered by the local node</a:t>
          </a:r>
        </a:p>
      </dgm:t>
    </dgm:pt>
    <dgm:pt modelId="{D2AA7358-9616-4EE9-89EC-3440015FA44B}" type="parTrans" cxnId="{4A4F9631-39A9-48DC-B1F5-3864215C1D6B}">
      <dgm:prSet/>
      <dgm:spPr/>
      <dgm:t>
        <a:bodyPr/>
        <a:lstStyle/>
        <a:p>
          <a:endParaRPr lang="en-US"/>
        </a:p>
      </dgm:t>
    </dgm:pt>
    <dgm:pt modelId="{4E99EFC9-23AC-40C8-905A-72F8C4B6A47A}" type="sibTrans" cxnId="{4A4F9631-39A9-48DC-B1F5-3864215C1D6B}">
      <dgm:prSet/>
      <dgm:spPr/>
      <dgm:t>
        <a:bodyPr/>
        <a:lstStyle/>
        <a:p>
          <a:endParaRPr lang="en-US"/>
        </a:p>
      </dgm:t>
    </dgm:pt>
    <dgm:pt modelId="{AD7B3539-5026-4A5C-A590-3EF25A9C5A4D}">
      <dgm:prSet/>
      <dgm:spPr/>
      <dgm:t>
        <a:bodyPr/>
        <a:lstStyle/>
        <a:p>
          <a:r>
            <a:rPr lang="en-US" dirty="0" err="1"/>
            <a:t>subver</a:t>
          </a:r>
          <a:endParaRPr lang="en-US" dirty="0"/>
        </a:p>
      </dgm:t>
    </dgm:pt>
    <dgm:pt modelId="{7DA5940B-1B93-4865-AEF9-991CC9FD68D9}" type="parTrans" cxnId="{8EFE3D3F-FA05-473E-B246-E82CF37DF662}">
      <dgm:prSet/>
      <dgm:spPr/>
      <dgm:t>
        <a:bodyPr/>
        <a:lstStyle/>
        <a:p>
          <a:endParaRPr lang="en-US"/>
        </a:p>
      </dgm:t>
    </dgm:pt>
    <dgm:pt modelId="{281950C7-8410-4FF3-8252-2EB654B48BE4}" type="sibTrans" cxnId="{8EFE3D3F-FA05-473E-B246-E82CF37DF662}">
      <dgm:prSet/>
      <dgm:spPr/>
      <dgm:t>
        <a:bodyPr/>
        <a:lstStyle/>
        <a:p>
          <a:endParaRPr lang="en-US"/>
        </a:p>
      </dgm:t>
    </dgm:pt>
    <dgm:pt modelId="{87A50FEE-390B-4351-AAAD-001CDDB4334B}">
      <dgm:prSet/>
      <dgm:spPr/>
      <dgm:t>
        <a:bodyPr/>
        <a:lstStyle/>
        <a:p>
          <a:r>
            <a:rPr lang="en-US" dirty="0"/>
            <a:t>A sub-version showing the type of software running on this node</a:t>
          </a:r>
        </a:p>
      </dgm:t>
    </dgm:pt>
    <dgm:pt modelId="{74ACEF79-0D22-4A82-B801-5EB07B6E9B9E}" type="parTrans" cxnId="{A5FBB067-16DD-481F-AA63-B27086CAE48C}">
      <dgm:prSet/>
      <dgm:spPr/>
      <dgm:t>
        <a:bodyPr/>
        <a:lstStyle/>
        <a:p>
          <a:endParaRPr lang="en-US"/>
        </a:p>
      </dgm:t>
    </dgm:pt>
    <dgm:pt modelId="{015B9019-FE58-4C50-A53D-4DA7203BA98A}" type="sibTrans" cxnId="{A5FBB067-16DD-481F-AA63-B27086CAE48C}">
      <dgm:prSet/>
      <dgm:spPr/>
      <dgm:t>
        <a:bodyPr/>
        <a:lstStyle/>
        <a:p>
          <a:endParaRPr lang="en-US"/>
        </a:p>
      </dgm:t>
    </dgm:pt>
    <dgm:pt modelId="{F9EC4473-E3BA-4C30-A054-6B2A0A927899}">
      <dgm:prSet/>
      <dgm:spPr/>
      <dgm:t>
        <a:bodyPr/>
        <a:lstStyle/>
        <a:p>
          <a:r>
            <a:rPr lang="en-US" dirty="0"/>
            <a:t>e.g., /Satoshi:0.9.2.1/</a:t>
          </a:r>
        </a:p>
      </dgm:t>
    </dgm:pt>
    <dgm:pt modelId="{CA7DBEE2-5CA2-44D5-BB53-800E60B92393}" type="parTrans" cxnId="{175AD06F-4FEB-4427-8903-4646AE3C019C}">
      <dgm:prSet/>
      <dgm:spPr/>
      <dgm:t>
        <a:bodyPr/>
        <a:lstStyle/>
        <a:p>
          <a:endParaRPr lang="en-US"/>
        </a:p>
      </dgm:t>
    </dgm:pt>
    <dgm:pt modelId="{4F8F35A3-6416-4501-8E2D-CB2EB9F810DF}" type="sibTrans" cxnId="{175AD06F-4FEB-4427-8903-4646AE3C019C}">
      <dgm:prSet/>
      <dgm:spPr/>
      <dgm:t>
        <a:bodyPr/>
        <a:lstStyle/>
        <a:p>
          <a:endParaRPr lang="en-US"/>
        </a:p>
      </dgm:t>
    </dgm:pt>
    <dgm:pt modelId="{E0872FA1-9DDB-4A39-B067-E98928BDF8D1}">
      <dgm:prSet/>
      <dgm:spPr/>
      <dgm:t>
        <a:bodyPr/>
        <a:lstStyle/>
        <a:p>
          <a:r>
            <a:rPr lang="en-US" dirty="0" err="1"/>
            <a:t>BestHeight</a:t>
          </a:r>
          <a:endParaRPr lang="en-US" dirty="0"/>
        </a:p>
      </dgm:t>
    </dgm:pt>
    <dgm:pt modelId="{B24246D4-D369-4CC8-B443-FAAE304D86A0}" type="parTrans" cxnId="{FF5FA8C0-C2E2-44D9-855F-66BD3EDC914B}">
      <dgm:prSet/>
      <dgm:spPr/>
      <dgm:t>
        <a:bodyPr/>
        <a:lstStyle/>
        <a:p>
          <a:endParaRPr lang="en-US"/>
        </a:p>
      </dgm:t>
    </dgm:pt>
    <dgm:pt modelId="{097786E0-4E43-4803-9FC8-0167206A2DFE}" type="sibTrans" cxnId="{FF5FA8C0-C2E2-44D9-855F-66BD3EDC914B}">
      <dgm:prSet/>
      <dgm:spPr/>
      <dgm:t>
        <a:bodyPr/>
        <a:lstStyle/>
        <a:p>
          <a:endParaRPr lang="en-US"/>
        </a:p>
      </dgm:t>
    </dgm:pt>
    <dgm:pt modelId="{247C4421-577E-470A-A274-2D8FA47F08FA}">
      <dgm:prSet/>
      <dgm:spPr/>
      <dgm:t>
        <a:bodyPr/>
        <a:lstStyle/>
        <a:p>
          <a:r>
            <a:rPr lang="en-US" dirty="0"/>
            <a:t>The block height of this node’s blockchain</a:t>
          </a:r>
        </a:p>
      </dgm:t>
    </dgm:pt>
    <dgm:pt modelId="{BECAF366-8DA4-4D31-9CC2-E7D215834FF1}" type="parTrans" cxnId="{DD8237C8-B4FC-4EA0-B904-2639F5AD9756}">
      <dgm:prSet/>
      <dgm:spPr/>
      <dgm:t>
        <a:bodyPr/>
        <a:lstStyle/>
        <a:p>
          <a:endParaRPr lang="en-US"/>
        </a:p>
      </dgm:t>
    </dgm:pt>
    <dgm:pt modelId="{41B45B79-F2FA-4FA9-85CA-1C4EA9C11146}" type="sibTrans" cxnId="{DD8237C8-B4FC-4EA0-B904-2639F5AD9756}">
      <dgm:prSet/>
      <dgm:spPr/>
      <dgm:t>
        <a:bodyPr/>
        <a:lstStyle/>
        <a:p>
          <a:endParaRPr lang="en-US"/>
        </a:p>
      </dgm:t>
    </dgm:pt>
    <dgm:pt modelId="{D0C68A82-5792-4628-9D01-AEA1295311E0}" type="pres">
      <dgm:prSet presAssocID="{1C2D8B47-A3D6-4711-A072-0BB946702A3D}" presName="Name0" presStyleCnt="0">
        <dgm:presLayoutVars>
          <dgm:dir/>
          <dgm:animLvl val="lvl"/>
          <dgm:resizeHandles val="exact"/>
        </dgm:presLayoutVars>
      </dgm:prSet>
      <dgm:spPr/>
    </dgm:pt>
    <dgm:pt modelId="{48703B3E-AA56-4B9D-93CB-C1B4E084DCF6}" type="pres">
      <dgm:prSet presAssocID="{6CEDA1EB-3DF4-4148-8705-5E9FE4788E37}" presName="linNode" presStyleCnt="0"/>
      <dgm:spPr/>
    </dgm:pt>
    <dgm:pt modelId="{76ADEB4E-0A45-4B21-8937-8D9DFD7289F8}" type="pres">
      <dgm:prSet presAssocID="{6CEDA1EB-3DF4-4148-8705-5E9FE4788E37}" presName="parentText" presStyleLbl="node1" presStyleIdx="0" presStyleCnt="7">
        <dgm:presLayoutVars>
          <dgm:chMax val="1"/>
          <dgm:bulletEnabled val="1"/>
        </dgm:presLayoutVars>
      </dgm:prSet>
      <dgm:spPr/>
    </dgm:pt>
    <dgm:pt modelId="{BA901746-DBCB-410E-8234-9FF542DAE570}" type="pres">
      <dgm:prSet presAssocID="{6CEDA1EB-3DF4-4148-8705-5E9FE4788E37}" presName="descendantText" presStyleLbl="alignAccFollowNode1" presStyleIdx="0" presStyleCnt="7">
        <dgm:presLayoutVars>
          <dgm:bulletEnabled val="1"/>
        </dgm:presLayoutVars>
      </dgm:prSet>
      <dgm:spPr/>
    </dgm:pt>
    <dgm:pt modelId="{4504824C-0006-4E94-991E-2B39649C5DA1}" type="pres">
      <dgm:prSet presAssocID="{5B8F88A1-9B74-492A-BC0F-88933E70C3BC}" presName="sp" presStyleCnt="0"/>
      <dgm:spPr/>
    </dgm:pt>
    <dgm:pt modelId="{BEDE9A88-68E8-4E6B-8291-35591D747965}" type="pres">
      <dgm:prSet presAssocID="{57C84974-9D7A-4AF8-B429-974FE43C3512}" presName="linNode" presStyleCnt="0"/>
      <dgm:spPr/>
    </dgm:pt>
    <dgm:pt modelId="{B7C17942-3CE5-448C-AC07-A62F7ADFBE2D}" type="pres">
      <dgm:prSet presAssocID="{57C84974-9D7A-4AF8-B429-974FE43C3512}" presName="parentText" presStyleLbl="node1" presStyleIdx="1" presStyleCnt="7">
        <dgm:presLayoutVars>
          <dgm:chMax val="1"/>
          <dgm:bulletEnabled val="1"/>
        </dgm:presLayoutVars>
      </dgm:prSet>
      <dgm:spPr/>
    </dgm:pt>
    <dgm:pt modelId="{EB3F7C96-080A-4E3B-873B-FC85D3062304}" type="pres">
      <dgm:prSet presAssocID="{57C84974-9D7A-4AF8-B429-974FE43C3512}" presName="descendantText" presStyleLbl="alignAccFollowNode1" presStyleIdx="1" presStyleCnt="7">
        <dgm:presLayoutVars>
          <dgm:bulletEnabled val="1"/>
        </dgm:presLayoutVars>
      </dgm:prSet>
      <dgm:spPr/>
    </dgm:pt>
    <dgm:pt modelId="{CB7ECE90-39D3-46DC-888F-2C8D8CA61756}" type="pres">
      <dgm:prSet presAssocID="{844B73D5-A539-40F3-B7F4-2CF32C4740FB}" presName="sp" presStyleCnt="0"/>
      <dgm:spPr/>
    </dgm:pt>
    <dgm:pt modelId="{44CF04E9-D4BD-4A30-95AC-AA4AD6F2F7A9}" type="pres">
      <dgm:prSet presAssocID="{D04411FB-1B55-4D45-8F5B-68270EA73D13}" presName="linNode" presStyleCnt="0"/>
      <dgm:spPr/>
    </dgm:pt>
    <dgm:pt modelId="{7ED8DDAF-25B2-41AC-A03F-D474463EB70F}" type="pres">
      <dgm:prSet presAssocID="{D04411FB-1B55-4D45-8F5B-68270EA73D13}" presName="parentText" presStyleLbl="node1" presStyleIdx="2" presStyleCnt="7">
        <dgm:presLayoutVars>
          <dgm:chMax val="1"/>
          <dgm:bulletEnabled val="1"/>
        </dgm:presLayoutVars>
      </dgm:prSet>
      <dgm:spPr/>
    </dgm:pt>
    <dgm:pt modelId="{5FF722E3-F2D7-4CAF-9D4C-19B31CA92A1B}" type="pres">
      <dgm:prSet presAssocID="{D04411FB-1B55-4D45-8F5B-68270EA73D13}" presName="descendantText" presStyleLbl="alignAccFollowNode1" presStyleIdx="2" presStyleCnt="7">
        <dgm:presLayoutVars>
          <dgm:bulletEnabled val="1"/>
        </dgm:presLayoutVars>
      </dgm:prSet>
      <dgm:spPr/>
    </dgm:pt>
    <dgm:pt modelId="{FF38E91C-5712-4C1C-ABB4-FEDE865192C6}" type="pres">
      <dgm:prSet presAssocID="{DB8EE971-31D7-40AE-AF6F-38CFF0DE2C5E}" presName="sp" presStyleCnt="0"/>
      <dgm:spPr/>
    </dgm:pt>
    <dgm:pt modelId="{A68A430A-4167-4F49-80D1-431DAFBD4EAD}" type="pres">
      <dgm:prSet presAssocID="{DA84E68F-58A2-4759-BAC0-4A5C22E8661A}" presName="linNode" presStyleCnt="0"/>
      <dgm:spPr/>
    </dgm:pt>
    <dgm:pt modelId="{A8DE5E3B-93E0-4A7C-952C-BA2A06A4CF0C}" type="pres">
      <dgm:prSet presAssocID="{DA84E68F-58A2-4759-BAC0-4A5C22E8661A}" presName="parentText" presStyleLbl="node1" presStyleIdx="3" presStyleCnt="7">
        <dgm:presLayoutVars>
          <dgm:chMax val="1"/>
          <dgm:bulletEnabled val="1"/>
        </dgm:presLayoutVars>
      </dgm:prSet>
      <dgm:spPr/>
    </dgm:pt>
    <dgm:pt modelId="{3D016894-4E64-462B-94CA-0ADEDD9689EC}" type="pres">
      <dgm:prSet presAssocID="{DA84E68F-58A2-4759-BAC0-4A5C22E8661A}" presName="descendantText" presStyleLbl="alignAccFollowNode1" presStyleIdx="3" presStyleCnt="7">
        <dgm:presLayoutVars>
          <dgm:bulletEnabled val="1"/>
        </dgm:presLayoutVars>
      </dgm:prSet>
      <dgm:spPr/>
    </dgm:pt>
    <dgm:pt modelId="{75F1C9A0-3CFD-482D-8A0B-2089B3615876}" type="pres">
      <dgm:prSet presAssocID="{7865EF35-7A36-4D17-BBDE-CDBC0607190E}" presName="sp" presStyleCnt="0"/>
      <dgm:spPr/>
    </dgm:pt>
    <dgm:pt modelId="{3BE23D51-8A7F-458F-BDF8-95ED731DA74F}" type="pres">
      <dgm:prSet presAssocID="{BA95150A-8806-497E-8605-A4768B15E807}" presName="linNode" presStyleCnt="0"/>
      <dgm:spPr/>
    </dgm:pt>
    <dgm:pt modelId="{DA498B74-A1CC-43E5-B5D9-320905B27FC8}" type="pres">
      <dgm:prSet presAssocID="{BA95150A-8806-497E-8605-A4768B15E807}" presName="parentText" presStyleLbl="node1" presStyleIdx="4" presStyleCnt="7">
        <dgm:presLayoutVars>
          <dgm:chMax val="1"/>
          <dgm:bulletEnabled val="1"/>
        </dgm:presLayoutVars>
      </dgm:prSet>
      <dgm:spPr/>
    </dgm:pt>
    <dgm:pt modelId="{823EB07A-C100-4C0C-BF39-9DD412E20F03}" type="pres">
      <dgm:prSet presAssocID="{BA95150A-8806-497E-8605-A4768B15E807}" presName="descendantText" presStyleLbl="alignAccFollowNode1" presStyleIdx="4" presStyleCnt="7">
        <dgm:presLayoutVars>
          <dgm:bulletEnabled val="1"/>
        </dgm:presLayoutVars>
      </dgm:prSet>
      <dgm:spPr/>
    </dgm:pt>
    <dgm:pt modelId="{94E11BD5-A5CE-4B39-8817-A9BFC92A02FC}" type="pres">
      <dgm:prSet presAssocID="{ADFC173E-0CC7-4D91-8A65-C1D47D6CF5B2}" presName="sp" presStyleCnt="0"/>
      <dgm:spPr/>
    </dgm:pt>
    <dgm:pt modelId="{192AFCAC-3916-4D0D-A3DF-8AA11CE0C3F0}" type="pres">
      <dgm:prSet presAssocID="{AD7B3539-5026-4A5C-A590-3EF25A9C5A4D}" presName="linNode" presStyleCnt="0"/>
      <dgm:spPr/>
    </dgm:pt>
    <dgm:pt modelId="{EA2BB045-1782-4865-BA14-B82AAC3E543B}" type="pres">
      <dgm:prSet presAssocID="{AD7B3539-5026-4A5C-A590-3EF25A9C5A4D}" presName="parentText" presStyleLbl="node1" presStyleIdx="5" presStyleCnt="7">
        <dgm:presLayoutVars>
          <dgm:chMax val="1"/>
          <dgm:bulletEnabled val="1"/>
        </dgm:presLayoutVars>
      </dgm:prSet>
      <dgm:spPr/>
    </dgm:pt>
    <dgm:pt modelId="{4CEF6232-A2F2-4444-8D06-03BD8C3F4ABB}" type="pres">
      <dgm:prSet presAssocID="{AD7B3539-5026-4A5C-A590-3EF25A9C5A4D}" presName="descendantText" presStyleLbl="alignAccFollowNode1" presStyleIdx="5" presStyleCnt="7">
        <dgm:presLayoutVars>
          <dgm:bulletEnabled val="1"/>
        </dgm:presLayoutVars>
      </dgm:prSet>
      <dgm:spPr/>
    </dgm:pt>
    <dgm:pt modelId="{9D43C3B2-D644-419B-8B71-8EABCFCBC5DB}" type="pres">
      <dgm:prSet presAssocID="{281950C7-8410-4FF3-8252-2EB654B48BE4}" presName="sp" presStyleCnt="0"/>
      <dgm:spPr/>
    </dgm:pt>
    <dgm:pt modelId="{E8AC105A-34BE-43F1-9616-083F683D8BA6}" type="pres">
      <dgm:prSet presAssocID="{E0872FA1-9DDB-4A39-B067-E98928BDF8D1}" presName="linNode" presStyleCnt="0"/>
      <dgm:spPr/>
    </dgm:pt>
    <dgm:pt modelId="{19754137-FDCD-4BC0-9741-6594E76331BC}" type="pres">
      <dgm:prSet presAssocID="{E0872FA1-9DDB-4A39-B067-E98928BDF8D1}" presName="parentText" presStyleLbl="node1" presStyleIdx="6" presStyleCnt="7">
        <dgm:presLayoutVars>
          <dgm:chMax val="1"/>
          <dgm:bulletEnabled val="1"/>
        </dgm:presLayoutVars>
      </dgm:prSet>
      <dgm:spPr/>
    </dgm:pt>
    <dgm:pt modelId="{AE860CB9-53EF-4B2F-AF56-502ADA286722}" type="pres">
      <dgm:prSet presAssocID="{E0872FA1-9DDB-4A39-B067-E98928BDF8D1}" presName="descendantText" presStyleLbl="alignAccFollowNode1" presStyleIdx="6" presStyleCnt="7">
        <dgm:presLayoutVars>
          <dgm:bulletEnabled val="1"/>
        </dgm:presLayoutVars>
      </dgm:prSet>
      <dgm:spPr/>
    </dgm:pt>
  </dgm:ptLst>
  <dgm:cxnLst>
    <dgm:cxn modelId="{0AE5F00C-03DB-4B0D-AFF8-74E2916EBC34}" type="presOf" srcId="{247C4421-577E-470A-A274-2D8FA47F08FA}" destId="{AE860CB9-53EF-4B2F-AF56-502ADA286722}" srcOrd="0" destOrd="0" presId="urn:microsoft.com/office/officeart/2005/8/layout/vList5"/>
    <dgm:cxn modelId="{8383FA11-709E-4325-A1E0-E92B8537EC59}" type="presOf" srcId="{EA2C69D2-D0D7-455C-9120-2FAD54F6AFA0}" destId="{5FF722E3-F2D7-4CAF-9D4C-19B31CA92A1B}" srcOrd="0" destOrd="0" presId="urn:microsoft.com/office/officeart/2005/8/layout/vList5"/>
    <dgm:cxn modelId="{D4032112-477B-4B51-A56C-A3B4163A4DAC}" srcId="{6CEDA1EB-3DF4-4148-8705-5E9FE4788E37}" destId="{A8E26F2C-1080-450B-BA5A-54E4CD859E28}" srcOrd="1" destOrd="0" parTransId="{2024021E-A054-45F8-AAC1-065CE5C66909}" sibTransId="{E7951A5B-ED6C-4C56-BE57-19F14E751BCF}"/>
    <dgm:cxn modelId="{118C1419-70AB-44BC-8717-013524DB7056}" srcId="{1C2D8B47-A3D6-4711-A072-0BB946702A3D}" destId="{DA84E68F-58A2-4759-BAC0-4A5C22E8661A}" srcOrd="3" destOrd="0" parTransId="{EDBB7858-D5B6-4643-BA63-CD6C69DE401D}" sibTransId="{7865EF35-7A36-4D17-BBDE-CDBC0607190E}"/>
    <dgm:cxn modelId="{C42A9E24-22EB-4467-A329-DFC1384E1660}" srcId="{1C2D8B47-A3D6-4711-A072-0BB946702A3D}" destId="{D04411FB-1B55-4D45-8F5B-68270EA73D13}" srcOrd="2" destOrd="0" parTransId="{BD817A6B-A7CD-4812-BA4B-E03AD8BB4872}" sibTransId="{DB8EE971-31D7-40AE-AF6F-38CFF0DE2C5E}"/>
    <dgm:cxn modelId="{4A4F9631-39A9-48DC-B1F5-3864215C1D6B}" srcId="{BA95150A-8806-497E-8605-A4768B15E807}" destId="{55299E21-FADB-45FF-B76F-3FAA5F6F1988}" srcOrd="0" destOrd="0" parTransId="{D2AA7358-9616-4EE9-89EC-3440015FA44B}" sibTransId="{4E99EFC9-23AC-40C8-905A-72F8C4B6A47A}"/>
    <dgm:cxn modelId="{14CFCC32-2249-452C-B622-A05F24DB1FED}" type="presOf" srcId="{B528C6F8-FB9E-4F7F-92EC-550222631CB2}" destId="{EB3F7C96-080A-4E3B-873B-FC85D3062304}" srcOrd="0" destOrd="1" presId="urn:microsoft.com/office/officeart/2005/8/layout/vList5"/>
    <dgm:cxn modelId="{1E847238-185B-4F70-BD0D-1BF9414933AA}" srcId="{D04411FB-1B55-4D45-8F5B-68270EA73D13}" destId="{EA2C69D2-D0D7-455C-9120-2FAD54F6AFA0}" srcOrd="0" destOrd="0" parTransId="{9269FED8-7454-4CA1-BFF2-DC84C957C98A}" sibTransId="{F9C1867B-4475-471A-BFBB-3E7D5478C415}"/>
    <dgm:cxn modelId="{3C4CA53C-55FA-434F-866D-6FE5D8153153}" type="presOf" srcId="{1C2D8B47-A3D6-4711-A072-0BB946702A3D}" destId="{D0C68A82-5792-4628-9D01-AEA1295311E0}" srcOrd="0" destOrd="0" presId="urn:microsoft.com/office/officeart/2005/8/layout/vList5"/>
    <dgm:cxn modelId="{2D89FF3C-28B6-43DD-9240-FA4A47955FF3}" srcId="{DA84E68F-58A2-4759-BAC0-4A5C22E8661A}" destId="{7EBE5CB6-D7A7-4410-97E3-64D04FC34F9D}" srcOrd="0" destOrd="0" parTransId="{9285BC0C-71FD-42D3-9677-7991694DCFEE}" sibTransId="{4FD3D6C3-508A-4A89-9DDC-03E8D6312F52}"/>
    <dgm:cxn modelId="{8EFE3D3F-FA05-473E-B246-E82CF37DF662}" srcId="{1C2D8B47-A3D6-4711-A072-0BB946702A3D}" destId="{AD7B3539-5026-4A5C-A590-3EF25A9C5A4D}" srcOrd="5" destOrd="0" parTransId="{7DA5940B-1B93-4865-AEF9-991CC9FD68D9}" sibTransId="{281950C7-8410-4FF3-8252-2EB654B48BE4}"/>
    <dgm:cxn modelId="{7FCAE83F-FAF7-4CBB-AB4F-9CB2158B8B40}" type="presOf" srcId="{DA84E68F-58A2-4759-BAC0-4A5C22E8661A}" destId="{A8DE5E3B-93E0-4A7C-952C-BA2A06A4CF0C}" srcOrd="0" destOrd="0" presId="urn:microsoft.com/office/officeart/2005/8/layout/vList5"/>
    <dgm:cxn modelId="{E4F9B35E-483C-472F-80D3-1298D3D53B21}" type="presOf" srcId="{F9EC4473-E3BA-4C30-A054-6B2A0A927899}" destId="{4CEF6232-A2F2-4444-8D06-03BD8C3F4ABB}" srcOrd="0" destOrd="1" presId="urn:microsoft.com/office/officeart/2005/8/layout/vList5"/>
    <dgm:cxn modelId="{CDCC8943-448C-4533-927D-2134FAAEB964}" type="presOf" srcId="{6CEDA1EB-3DF4-4148-8705-5E9FE4788E37}" destId="{76ADEB4E-0A45-4B21-8937-8D9DFD7289F8}" srcOrd="0" destOrd="0" presId="urn:microsoft.com/office/officeart/2005/8/layout/vList5"/>
    <dgm:cxn modelId="{673AE565-D3AA-41D1-9B1F-C8DD2FDD35D6}" type="presOf" srcId="{01C50DB6-8F8E-43A4-8F2D-45EF286E27C6}" destId="{BA901746-DBCB-410E-8234-9FF542DAE570}" srcOrd="0" destOrd="0" presId="urn:microsoft.com/office/officeart/2005/8/layout/vList5"/>
    <dgm:cxn modelId="{A5FBB067-16DD-481F-AA63-B27086CAE48C}" srcId="{AD7B3539-5026-4A5C-A590-3EF25A9C5A4D}" destId="{87A50FEE-390B-4351-AAAD-001CDDB4334B}" srcOrd="0" destOrd="0" parTransId="{74ACEF79-0D22-4A82-B801-5EB07B6E9B9E}" sibTransId="{015B9019-FE58-4C50-A53D-4DA7203BA98A}"/>
    <dgm:cxn modelId="{E0F3CE48-06EF-42EB-A159-9ED9AF2AE59D}" type="presOf" srcId="{BA95150A-8806-497E-8605-A4768B15E807}" destId="{DA498B74-A1CC-43E5-B5D9-320905B27FC8}" srcOrd="0" destOrd="0" presId="urn:microsoft.com/office/officeart/2005/8/layout/vList5"/>
    <dgm:cxn modelId="{A87E624A-0E56-48AC-8C3B-8E9315D6438E}" srcId="{57C84974-9D7A-4AF8-B429-974FE43C3512}" destId="{122176E3-F028-4585-8A01-C52386801458}" srcOrd="0" destOrd="0" parTransId="{FBEF724A-3CDA-4632-A4BA-DB149B1C538E}" sibTransId="{97565F47-6B49-4F6D-9ABE-F50FF71A0C94}"/>
    <dgm:cxn modelId="{3AFB096E-F747-458D-90C2-E91A6EBD67C0}" type="presOf" srcId="{D04411FB-1B55-4D45-8F5B-68270EA73D13}" destId="{7ED8DDAF-25B2-41AC-A03F-D474463EB70F}" srcOrd="0" destOrd="0" presId="urn:microsoft.com/office/officeart/2005/8/layout/vList5"/>
    <dgm:cxn modelId="{91577A4F-F9EC-40FA-9903-C23B7F9F05C6}" srcId="{57C84974-9D7A-4AF8-B429-974FE43C3512}" destId="{B528C6F8-FB9E-4F7F-92EC-550222631CB2}" srcOrd="1" destOrd="0" parTransId="{89762873-F111-4BF5-9DBA-DABA8B2E6102}" sibTransId="{6D02ECFD-F313-4A7D-977E-9EA7DE3A306A}"/>
    <dgm:cxn modelId="{175AD06F-4FEB-4427-8903-4646AE3C019C}" srcId="{AD7B3539-5026-4A5C-A590-3EF25A9C5A4D}" destId="{F9EC4473-E3BA-4C30-A054-6B2A0A927899}" srcOrd="1" destOrd="0" parTransId="{CA7DBEE2-5CA2-44D5-BB53-800E60B92393}" sibTransId="{4F8F35A3-6416-4501-8E2D-CB2EB9F810DF}"/>
    <dgm:cxn modelId="{98AB0A51-4402-41F0-90EF-378D01F9D579}" type="presOf" srcId="{87A50FEE-390B-4351-AAAD-001CDDB4334B}" destId="{4CEF6232-A2F2-4444-8D06-03BD8C3F4ABB}" srcOrd="0" destOrd="0" presId="urn:microsoft.com/office/officeart/2005/8/layout/vList5"/>
    <dgm:cxn modelId="{BE8ED67B-03EB-4250-8144-F0AFF8D3526B}" type="presOf" srcId="{7EBE5CB6-D7A7-4410-97E3-64D04FC34F9D}" destId="{3D016894-4E64-462B-94CA-0ADEDD9689EC}" srcOrd="0" destOrd="0" presId="urn:microsoft.com/office/officeart/2005/8/layout/vList5"/>
    <dgm:cxn modelId="{8F57A47D-7E8F-4F71-8444-6630772D5C26}" type="presOf" srcId="{122176E3-F028-4585-8A01-C52386801458}" destId="{EB3F7C96-080A-4E3B-873B-FC85D3062304}" srcOrd="0" destOrd="0" presId="urn:microsoft.com/office/officeart/2005/8/layout/vList5"/>
    <dgm:cxn modelId="{7D417A8C-A5A4-4665-9CDB-985EC8B1305C}" type="presOf" srcId="{AD7B3539-5026-4A5C-A590-3EF25A9C5A4D}" destId="{EA2BB045-1782-4865-BA14-B82AAC3E543B}" srcOrd="0" destOrd="0" presId="urn:microsoft.com/office/officeart/2005/8/layout/vList5"/>
    <dgm:cxn modelId="{81813F8D-9CFD-4D26-8889-7E3B56D4966D}" srcId="{1C2D8B47-A3D6-4711-A072-0BB946702A3D}" destId="{BA95150A-8806-497E-8605-A4768B15E807}" srcOrd="4" destOrd="0" parTransId="{8AA78E30-EBE8-4FC6-9572-414E8B85DFB4}" sibTransId="{ADFC173E-0CC7-4D91-8A65-C1D47D6CF5B2}"/>
    <dgm:cxn modelId="{DA43BA99-80E6-4A7D-AF6B-C07D63C66E4A}" srcId="{1C2D8B47-A3D6-4711-A072-0BB946702A3D}" destId="{57C84974-9D7A-4AF8-B429-974FE43C3512}" srcOrd="1" destOrd="0" parTransId="{344BA146-ED8C-4A0F-B87B-3DA4001B4797}" sibTransId="{844B73D5-A539-40F3-B7F4-2CF32C4740FB}"/>
    <dgm:cxn modelId="{79F053AE-CD0E-4A82-AA15-023A32C14F9D}" srcId="{1C2D8B47-A3D6-4711-A072-0BB946702A3D}" destId="{6CEDA1EB-3DF4-4148-8705-5E9FE4788E37}" srcOrd="0" destOrd="0" parTransId="{272A780C-FBEB-4DAD-8E6E-AB40EF83BE99}" sibTransId="{5B8F88A1-9B74-492A-BC0F-88933E70C3BC}"/>
    <dgm:cxn modelId="{626CD6B6-4321-484A-8966-E949859B4F2D}" type="presOf" srcId="{57C84974-9D7A-4AF8-B429-974FE43C3512}" destId="{B7C17942-3CE5-448C-AC07-A62F7ADFBE2D}" srcOrd="0" destOrd="0" presId="urn:microsoft.com/office/officeart/2005/8/layout/vList5"/>
    <dgm:cxn modelId="{FF5FA8C0-C2E2-44D9-855F-66BD3EDC914B}" srcId="{1C2D8B47-A3D6-4711-A072-0BB946702A3D}" destId="{E0872FA1-9DDB-4A39-B067-E98928BDF8D1}" srcOrd="6" destOrd="0" parTransId="{B24246D4-D369-4CC8-B443-FAAE304D86A0}" sibTransId="{097786E0-4E43-4803-9FC8-0167206A2DFE}"/>
    <dgm:cxn modelId="{4561AFC1-05A3-4BBE-A0BD-79B99D0C3A4E}" type="presOf" srcId="{A8E26F2C-1080-450B-BA5A-54E4CD859E28}" destId="{BA901746-DBCB-410E-8234-9FF542DAE570}" srcOrd="0" destOrd="1" presId="urn:microsoft.com/office/officeart/2005/8/layout/vList5"/>
    <dgm:cxn modelId="{437552C3-7FEE-4737-8668-BDB4B4F1CEC0}" type="presOf" srcId="{55299E21-FADB-45FF-B76F-3FAA5F6F1988}" destId="{823EB07A-C100-4C0C-BF39-9DD412E20F03}" srcOrd="0" destOrd="0" presId="urn:microsoft.com/office/officeart/2005/8/layout/vList5"/>
    <dgm:cxn modelId="{E96FE2C6-E71E-4ED4-961B-BA1A5C7EDAAC}" type="presOf" srcId="{E0872FA1-9DDB-4A39-B067-E98928BDF8D1}" destId="{19754137-FDCD-4BC0-9741-6594E76331BC}" srcOrd="0" destOrd="0" presId="urn:microsoft.com/office/officeart/2005/8/layout/vList5"/>
    <dgm:cxn modelId="{DD8237C8-B4FC-4EA0-B904-2639F5AD9756}" srcId="{E0872FA1-9DDB-4A39-B067-E98928BDF8D1}" destId="{247C4421-577E-470A-A274-2D8FA47F08FA}" srcOrd="0" destOrd="0" parTransId="{BECAF366-8DA4-4D31-9CC2-E7D215834FF1}" sibTransId="{41B45B79-F2FA-4FA9-85CA-1C4EA9C11146}"/>
    <dgm:cxn modelId="{AE303DE0-1F09-469C-A006-1F659F938C43}" srcId="{6CEDA1EB-3DF4-4148-8705-5E9FE4788E37}" destId="{01C50DB6-8F8E-43A4-8F2D-45EF286E27C6}" srcOrd="0" destOrd="0" parTransId="{6939797B-0912-43F3-97AB-B765253FB0E1}" sibTransId="{5B0C6703-2DC3-4A9A-93A4-5B1BF86C6F26}"/>
    <dgm:cxn modelId="{8B6CD8C0-9F14-48F5-B891-17A9FD42CC3F}" type="presParOf" srcId="{D0C68A82-5792-4628-9D01-AEA1295311E0}" destId="{48703B3E-AA56-4B9D-93CB-C1B4E084DCF6}" srcOrd="0" destOrd="0" presId="urn:microsoft.com/office/officeart/2005/8/layout/vList5"/>
    <dgm:cxn modelId="{4026585C-03BC-4610-BA30-762BDB0FFE29}" type="presParOf" srcId="{48703B3E-AA56-4B9D-93CB-C1B4E084DCF6}" destId="{76ADEB4E-0A45-4B21-8937-8D9DFD7289F8}" srcOrd="0" destOrd="0" presId="urn:microsoft.com/office/officeart/2005/8/layout/vList5"/>
    <dgm:cxn modelId="{5249A140-461B-4B7C-8E80-E2A745036BCE}" type="presParOf" srcId="{48703B3E-AA56-4B9D-93CB-C1B4E084DCF6}" destId="{BA901746-DBCB-410E-8234-9FF542DAE570}" srcOrd="1" destOrd="0" presId="urn:microsoft.com/office/officeart/2005/8/layout/vList5"/>
    <dgm:cxn modelId="{1E345CF4-E7AC-41A6-9CBC-CCAAF43D5D17}" type="presParOf" srcId="{D0C68A82-5792-4628-9D01-AEA1295311E0}" destId="{4504824C-0006-4E94-991E-2B39649C5DA1}" srcOrd="1" destOrd="0" presId="urn:microsoft.com/office/officeart/2005/8/layout/vList5"/>
    <dgm:cxn modelId="{FD0FC3A1-AA49-40DF-B979-F8329BCD7885}" type="presParOf" srcId="{D0C68A82-5792-4628-9D01-AEA1295311E0}" destId="{BEDE9A88-68E8-4E6B-8291-35591D747965}" srcOrd="2" destOrd="0" presId="urn:microsoft.com/office/officeart/2005/8/layout/vList5"/>
    <dgm:cxn modelId="{13DDDB5D-962B-486E-B592-D43F56AB2AD0}" type="presParOf" srcId="{BEDE9A88-68E8-4E6B-8291-35591D747965}" destId="{B7C17942-3CE5-448C-AC07-A62F7ADFBE2D}" srcOrd="0" destOrd="0" presId="urn:microsoft.com/office/officeart/2005/8/layout/vList5"/>
    <dgm:cxn modelId="{2ECBE505-86BE-4CF3-BE0A-0C14EA8E80FA}" type="presParOf" srcId="{BEDE9A88-68E8-4E6B-8291-35591D747965}" destId="{EB3F7C96-080A-4E3B-873B-FC85D3062304}" srcOrd="1" destOrd="0" presId="urn:microsoft.com/office/officeart/2005/8/layout/vList5"/>
    <dgm:cxn modelId="{3869B4CE-59D3-4D78-9A98-A6A7CEC217A0}" type="presParOf" srcId="{D0C68A82-5792-4628-9D01-AEA1295311E0}" destId="{CB7ECE90-39D3-46DC-888F-2C8D8CA61756}" srcOrd="3" destOrd="0" presId="urn:microsoft.com/office/officeart/2005/8/layout/vList5"/>
    <dgm:cxn modelId="{03B3DDB6-F473-4EA5-BD8D-01F6BB5B1E38}" type="presParOf" srcId="{D0C68A82-5792-4628-9D01-AEA1295311E0}" destId="{44CF04E9-D4BD-4A30-95AC-AA4AD6F2F7A9}" srcOrd="4" destOrd="0" presId="urn:microsoft.com/office/officeart/2005/8/layout/vList5"/>
    <dgm:cxn modelId="{B501D0F8-5E2F-411B-8A71-99B2BFD12F90}" type="presParOf" srcId="{44CF04E9-D4BD-4A30-95AC-AA4AD6F2F7A9}" destId="{7ED8DDAF-25B2-41AC-A03F-D474463EB70F}" srcOrd="0" destOrd="0" presId="urn:microsoft.com/office/officeart/2005/8/layout/vList5"/>
    <dgm:cxn modelId="{F908F2B7-1324-4709-9877-4142BFDBD2A1}" type="presParOf" srcId="{44CF04E9-D4BD-4A30-95AC-AA4AD6F2F7A9}" destId="{5FF722E3-F2D7-4CAF-9D4C-19B31CA92A1B}" srcOrd="1" destOrd="0" presId="urn:microsoft.com/office/officeart/2005/8/layout/vList5"/>
    <dgm:cxn modelId="{25B4AFE1-4A65-4E2E-9AD4-1FA507AB69EC}" type="presParOf" srcId="{D0C68A82-5792-4628-9D01-AEA1295311E0}" destId="{FF38E91C-5712-4C1C-ABB4-FEDE865192C6}" srcOrd="5" destOrd="0" presId="urn:microsoft.com/office/officeart/2005/8/layout/vList5"/>
    <dgm:cxn modelId="{78916710-D430-4178-B14F-BE8E5A18BCAD}" type="presParOf" srcId="{D0C68A82-5792-4628-9D01-AEA1295311E0}" destId="{A68A430A-4167-4F49-80D1-431DAFBD4EAD}" srcOrd="6" destOrd="0" presId="urn:microsoft.com/office/officeart/2005/8/layout/vList5"/>
    <dgm:cxn modelId="{AAE43DBD-416A-41C6-B604-CE0C6B726C01}" type="presParOf" srcId="{A68A430A-4167-4F49-80D1-431DAFBD4EAD}" destId="{A8DE5E3B-93E0-4A7C-952C-BA2A06A4CF0C}" srcOrd="0" destOrd="0" presId="urn:microsoft.com/office/officeart/2005/8/layout/vList5"/>
    <dgm:cxn modelId="{059969F6-6EA1-4720-AF72-423CC950BCB0}" type="presParOf" srcId="{A68A430A-4167-4F49-80D1-431DAFBD4EAD}" destId="{3D016894-4E64-462B-94CA-0ADEDD9689EC}" srcOrd="1" destOrd="0" presId="urn:microsoft.com/office/officeart/2005/8/layout/vList5"/>
    <dgm:cxn modelId="{A7618B63-DDD6-46DD-B36B-77ABC5EF5167}" type="presParOf" srcId="{D0C68A82-5792-4628-9D01-AEA1295311E0}" destId="{75F1C9A0-3CFD-482D-8A0B-2089B3615876}" srcOrd="7" destOrd="0" presId="urn:microsoft.com/office/officeart/2005/8/layout/vList5"/>
    <dgm:cxn modelId="{67E37B6E-64CD-4546-9934-83A11BDF0540}" type="presParOf" srcId="{D0C68A82-5792-4628-9D01-AEA1295311E0}" destId="{3BE23D51-8A7F-458F-BDF8-95ED731DA74F}" srcOrd="8" destOrd="0" presId="urn:microsoft.com/office/officeart/2005/8/layout/vList5"/>
    <dgm:cxn modelId="{D72D5B04-F861-48D6-8DD5-63FD47F04279}" type="presParOf" srcId="{3BE23D51-8A7F-458F-BDF8-95ED731DA74F}" destId="{DA498B74-A1CC-43E5-B5D9-320905B27FC8}" srcOrd="0" destOrd="0" presId="urn:microsoft.com/office/officeart/2005/8/layout/vList5"/>
    <dgm:cxn modelId="{528F0FB1-F6BB-4488-AC7B-37FFFA8F3442}" type="presParOf" srcId="{3BE23D51-8A7F-458F-BDF8-95ED731DA74F}" destId="{823EB07A-C100-4C0C-BF39-9DD412E20F03}" srcOrd="1" destOrd="0" presId="urn:microsoft.com/office/officeart/2005/8/layout/vList5"/>
    <dgm:cxn modelId="{B27769F0-A975-4B75-BDED-39C5DD3E49FE}" type="presParOf" srcId="{D0C68A82-5792-4628-9D01-AEA1295311E0}" destId="{94E11BD5-A5CE-4B39-8817-A9BFC92A02FC}" srcOrd="9" destOrd="0" presId="urn:microsoft.com/office/officeart/2005/8/layout/vList5"/>
    <dgm:cxn modelId="{210B98C7-80AC-4021-9D65-0F18D54963B6}" type="presParOf" srcId="{D0C68A82-5792-4628-9D01-AEA1295311E0}" destId="{192AFCAC-3916-4D0D-A3DF-8AA11CE0C3F0}" srcOrd="10" destOrd="0" presId="urn:microsoft.com/office/officeart/2005/8/layout/vList5"/>
    <dgm:cxn modelId="{D58CDAE8-2589-4C88-B8F4-012639993C03}" type="presParOf" srcId="{192AFCAC-3916-4D0D-A3DF-8AA11CE0C3F0}" destId="{EA2BB045-1782-4865-BA14-B82AAC3E543B}" srcOrd="0" destOrd="0" presId="urn:microsoft.com/office/officeart/2005/8/layout/vList5"/>
    <dgm:cxn modelId="{F48E2024-1AEE-4246-A150-0CFBBDC5064A}" type="presParOf" srcId="{192AFCAC-3916-4D0D-A3DF-8AA11CE0C3F0}" destId="{4CEF6232-A2F2-4444-8D06-03BD8C3F4ABB}" srcOrd="1" destOrd="0" presId="urn:microsoft.com/office/officeart/2005/8/layout/vList5"/>
    <dgm:cxn modelId="{039348EC-D072-4655-B270-1FDD68AA5234}" type="presParOf" srcId="{D0C68A82-5792-4628-9D01-AEA1295311E0}" destId="{9D43C3B2-D644-419B-8B71-8EABCFCBC5DB}" srcOrd="11" destOrd="0" presId="urn:microsoft.com/office/officeart/2005/8/layout/vList5"/>
    <dgm:cxn modelId="{D976948A-8026-416A-9C0C-BFF5A87ED1B0}" type="presParOf" srcId="{D0C68A82-5792-4628-9D01-AEA1295311E0}" destId="{E8AC105A-34BE-43F1-9616-083F683D8BA6}" srcOrd="12" destOrd="0" presId="urn:microsoft.com/office/officeart/2005/8/layout/vList5"/>
    <dgm:cxn modelId="{2029089D-95D0-4EC6-BC45-1571948BBF0F}" type="presParOf" srcId="{E8AC105A-34BE-43F1-9616-083F683D8BA6}" destId="{19754137-FDCD-4BC0-9741-6594E76331BC}" srcOrd="0" destOrd="0" presId="urn:microsoft.com/office/officeart/2005/8/layout/vList5"/>
    <dgm:cxn modelId="{E6CDFD2B-8D9F-4836-B878-FAA95AC71AC8}" type="presParOf" srcId="{E8AC105A-34BE-43F1-9616-083F683D8BA6}" destId="{AE860CB9-53EF-4B2F-AF56-502ADA286722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2A78C48D-3F2B-41E7-B53F-E1231D8CF1E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9606EB7-9484-439E-8500-6A6ACFE56AB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First Message</a:t>
          </a:r>
          <a:endParaRPr lang="en-US"/>
        </a:p>
      </dgm:t>
    </dgm:pt>
    <dgm:pt modelId="{621DBE78-D60B-466E-8CC1-5F568D75B66A}" type="parTrans" cxnId="{189BD5CD-63E7-496F-926C-3E5BD826F6DF}">
      <dgm:prSet/>
      <dgm:spPr/>
      <dgm:t>
        <a:bodyPr/>
        <a:lstStyle/>
        <a:p>
          <a:endParaRPr lang="en-US"/>
        </a:p>
      </dgm:t>
    </dgm:pt>
    <dgm:pt modelId="{6A94F587-2D4F-4024-AE07-EB1B0BE22A02}" type="sibTrans" cxnId="{189BD5CD-63E7-496F-926C-3E5BD826F6DF}">
      <dgm:prSet/>
      <dgm:spPr/>
      <dgm:t>
        <a:bodyPr/>
        <a:lstStyle/>
        <a:p>
          <a:endParaRPr lang="en-US"/>
        </a:p>
      </dgm:t>
    </dgm:pt>
    <dgm:pt modelId="{C559A471-0078-4958-B1F3-DC55CEA8BA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version message is always the first message </a:t>
          </a:r>
        </a:p>
      </dgm:t>
    </dgm:pt>
    <dgm:pt modelId="{1B4741EC-4112-4880-BBE1-C52B7C86FD43}" type="parTrans" cxnId="{ADE6EAB8-9590-4066-922C-A5CD0F8FB297}">
      <dgm:prSet/>
      <dgm:spPr/>
      <dgm:t>
        <a:bodyPr/>
        <a:lstStyle/>
        <a:p>
          <a:endParaRPr lang="en-US"/>
        </a:p>
      </dgm:t>
    </dgm:pt>
    <dgm:pt modelId="{A50843C6-7A2B-4F13-9252-373068704EF1}" type="sibTrans" cxnId="{ADE6EAB8-9590-4066-922C-A5CD0F8FB297}">
      <dgm:prSet/>
      <dgm:spPr/>
      <dgm:t>
        <a:bodyPr/>
        <a:lstStyle/>
        <a:p>
          <a:endParaRPr lang="en-US"/>
        </a:p>
      </dgm:t>
    </dgm:pt>
    <dgm:pt modelId="{F2057DB0-8C19-4480-8940-EFADF0584F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sent by any peer to another peer. </a:t>
          </a:r>
        </a:p>
      </dgm:t>
    </dgm:pt>
    <dgm:pt modelId="{5002A706-9B28-4FEF-A6BC-BF0531B53155}" type="parTrans" cxnId="{ECFE590E-F56D-47D0-9B24-222579212685}">
      <dgm:prSet/>
      <dgm:spPr/>
      <dgm:t>
        <a:bodyPr/>
        <a:lstStyle/>
        <a:p>
          <a:endParaRPr lang="en-US"/>
        </a:p>
      </dgm:t>
    </dgm:pt>
    <dgm:pt modelId="{BAB410DA-97F4-4FC1-9FD9-84AE7149EF7E}" type="sibTrans" cxnId="{ECFE590E-F56D-47D0-9B24-222579212685}">
      <dgm:prSet/>
      <dgm:spPr/>
      <dgm:t>
        <a:bodyPr/>
        <a:lstStyle/>
        <a:p>
          <a:endParaRPr lang="en-US"/>
        </a:p>
      </dgm:t>
    </dgm:pt>
    <dgm:pt modelId="{44DBFE17-434D-46D0-ABE9-D869F4EE37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Check</a:t>
          </a:r>
          <a:r>
            <a:rPr lang="tr-TR" dirty="0"/>
            <a:t> Compatibility</a:t>
          </a:r>
          <a:endParaRPr lang="en-US" dirty="0"/>
        </a:p>
      </dgm:t>
    </dgm:pt>
    <dgm:pt modelId="{EB8C9D80-036A-45EA-92C1-7ABBCB4EBC67}" type="parTrans" cxnId="{FD1A92F7-C8E9-490E-8C1A-8ECA300B3CF1}">
      <dgm:prSet/>
      <dgm:spPr/>
      <dgm:t>
        <a:bodyPr/>
        <a:lstStyle/>
        <a:p>
          <a:endParaRPr lang="en-US"/>
        </a:p>
      </dgm:t>
    </dgm:pt>
    <dgm:pt modelId="{E978C222-AA89-48F6-8F4B-AF5827C587B3}" type="sibTrans" cxnId="{FD1A92F7-C8E9-490E-8C1A-8ECA300B3CF1}">
      <dgm:prSet/>
      <dgm:spPr/>
      <dgm:t>
        <a:bodyPr/>
        <a:lstStyle/>
        <a:p>
          <a:endParaRPr lang="en-US"/>
        </a:p>
      </dgm:t>
    </dgm:pt>
    <dgm:pt modelId="{1F01C3CB-A4F9-4D9C-A068-CCBE6BC982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local peer will examine</a:t>
          </a:r>
          <a:r>
            <a:rPr lang="tr-TR" dirty="0"/>
            <a:t> </a:t>
          </a:r>
          <a:r>
            <a:rPr lang="en-US" dirty="0"/>
            <a:t>the remote peer’s reported </a:t>
          </a:r>
          <a:r>
            <a:rPr lang="en-US" dirty="0" err="1"/>
            <a:t>nVersion</a:t>
          </a:r>
          <a:r>
            <a:rPr lang="en-US" dirty="0"/>
            <a:t> </a:t>
          </a:r>
        </a:p>
      </dgm:t>
    </dgm:pt>
    <dgm:pt modelId="{B61E13A6-5E5D-4697-A80B-CB2921A8195B}" type="parTrans" cxnId="{6FDA378E-9233-4056-87F2-F2E4A3B54500}">
      <dgm:prSet/>
      <dgm:spPr/>
      <dgm:t>
        <a:bodyPr/>
        <a:lstStyle/>
        <a:p>
          <a:endParaRPr lang="en-US"/>
        </a:p>
      </dgm:t>
    </dgm:pt>
    <dgm:pt modelId="{1EBB1162-B458-4B49-BD6E-8C46E2C934C0}" type="sibTrans" cxnId="{6FDA378E-9233-4056-87F2-F2E4A3B54500}">
      <dgm:prSet/>
      <dgm:spPr/>
      <dgm:t>
        <a:bodyPr/>
        <a:lstStyle/>
        <a:p>
          <a:endParaRPr lang="en-US"/>
        </a:p>
      </dgm:t>
    </dgm:pt>
    <dgm:pt modelId="{3451B67D-4E51-494C-BFD6-C38707901B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decide if the remote peer is compatible.</a:t>
          </a:r>
        </a:p>
      </dgm:t>
    </dgm:pt>
    <dgm:pt modelId="{24FB1FE6-3545-48D0-911D-5CBEF6DF366B}" type="parTrans" cxnId="{739D284C-8617-4981-B024-608F99C45653}">
      <dgm:prSet/>
      <dgm:spPr/>
      <dgm:t>
        <a:bodyPr/>
        <a:lstStyle/>
        <a:p>
          <a:endParaRPr lang="en-US"/>
        </a:p>
      </dgm:t>
    </dgm:pt>
    <dgm:pt modelId="{7E11A744-EFCB-4D03-A5A0-3647A15F0450}" type="sibTrans" cxnId="{739D284C-8617-4981-B024-608F99C45653}">
      <dgm:prSet/>
      <dgm:spPr/>
      <dgm:t>
        <a:bodyPr/>
        <a:lstStyle/>
        <a:p>
          <a:endParaRPr lang="en-US"/>
        </a:p>
      </dgm:t>
    </dgm:pt>
    <dgm:pt modelId="{7AB238C3-76AF-495D-A4FA-7B71F3CE6F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Acknowledgement</a:t>
          </a:r>
          <a:endParaRPr lang="en-US"/>
        </a:p>
      </dgm:t>
    </dgm:pt>
    <dgm:pt modelId="{18916AC5-585A-49AB-B963-0330089D0C9B}" type="parTrans" cxnId="{65449460-566D-4810-9F37-B481E539BBA7}">
      <dgm:prSet/>
      <dgm:spPr/>
      <dgm:t>
        <a:bodyPr/>
        <a:lstStyle/>
        <a:p>
          <a:endParaRPr lang="en-US"/>
        </a:p>
      </dgm:t>
    </dgm:pt>
    <dgm:pt modelId="{1D25ED9B-6229-4CDA-AB90-5CA498A89E73}" type="sibTrans" cxnId="{65449460-566D-4810-9F37-B481E539BBA7}">
      <dgm:prSet/>
      <dgm:spPr/>
      <dgm:t>
        <a:bodyPr/>
        <a:lstStyle/>
        <a:p>
          <a:endParaRPr lang="en-US"/>
        </a:p>
      </dgm:t>
    </dgm:pt>
    <dgm:pt modelId="{E9A9A074-28C8-47F5-801C-06FA68187F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 remote peer is compatible,</a:t>
          </a:r>
        </a:p>
      </dgm:t>
    </dgm:pt>
    <dgm:pt modelId="{3A65FE17-7EF2-42FC-8855-B4C4B73A0C38}" type="parTrans" cxnId="{FA99CF11-63B7-4DE4-A171-DC0644DEBEEB}">
      <dgm:prSet/>
      <dgm:spPr/>
      <dgm:t>
        <a:bodyPr/>
        <a:lstStyle/>
        <a:p>
          <a:endParaRPr lang="en-US"/>
        </a:p>
      </dgm:t>
    </dgm:pt>
    <dgm:pt modelId="{5BF15F16-B783-4EC3-B307-3193E2EFA47E}" type="sibTrans" cxnId="{FA99CF11-63B7-4DE4-A171-DC0644DEBEEB}">
      <dgm:prSet/>
      <dgm:spPr/>
      <dgm:t>
        <a:bodyPr/>
        <a:lstStyle/>
        <a:p>
          <a:endParaRPr lang="en-US"/>
        </a:p>
      </dgm:t>
    </dgm:pt>
    <dgm:pt modelId="{E29AD25E-3579-4F17-9571-52364402CC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local peer will acknowledge the version message </a:t>
          </a:r>
        </a:p>
      </dgm:t>
    </dgm:pt>
    <dgm:pt modelId="{66D19078-3BBB-4BBF-BC68-F375711332D6}" type="parTrans" cxnId="{681975CA-091B-4170-8063-63FD60B0B244}">
      <dgm:prSet/>
      <dgm:spPr/>
      <dgm:t>
        <a:bodyPr/>
        <a:lstStyle/>
        <a:p>
          <a:endParaRPr lang="en-US"/>
        </a:p>
      </dgm:t>
    </dgm:pt>
    <dgm:pt modelId="{9220E062-39B7-410F-9077-9F831FD0ED30}" type="sibTrans" cxnId="{681975CA-091B-4170-8063-63FD60B0B244}">
      <dgm:prSet/>
      <dgm:spPr/>
      <dgm:t>
        <a:bodyPr/>
        <a:lstStyle/>
        <a:p>
          <a:endParaRPr lang="en-US"/>
        </a:p>
      </dgm:t>
    </dgm:pt>
    <dgm:pt modelId="{99A7F40E-A34F-4CAD-BABE-EA2635FECEC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Establish</a:t>
          </a:r>
          <a:r>
            <a:rPr lang="tr-TR"/>
            <a:t> </a:t>
          </a:r>
          <a:r>
            <a:rPr lang="en-US"/>
            <a:t>a connection </a:t>
          </a:r>
        </a:p>
      </dgm:t>
    </dgm:pt>
    <dgm:pt modelId="{DB9E8273-8475-4949-B15E-75DADB604D09}" type="parTrans" cxnId="{3289DA17-E84A-48A6-BCE2-25B8FDCB2C65}">
      <dgm:prSet/>
      <dgm:spPr/>
      <dgm:t>
        <a:bodyPr/>
        <a:lstStyle/>
        <a:p>
          <a:endParaRPr lang="en-US"/>
        </a:p>
      </dgm:t>
    </dgm:pt>
    <dgm:pt modelId="{8998E1A5-115B-4DEB-ACDD-16B196B9524E}" type="sibTrans" cxnId="{3289DA17-E84A-48A6-BCE2-25B8FDCB2C65}">
      <dgm:prSet/>
      <dgm:spPr/>
      <dgm:t>
        <a:bodyPr/>
        <a:lstStyle/>
        <a:p>
          <a:endParaRPr lang="en-US"/>
        </a:p>
      </dgm:t>
    </dgm:pt>
    <dgm:pt modelId="{E0A838A5-5EC2-4B2B-B73D-7852EABBD1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sending</a:t>
          </a:r>
          <a:r>
            <a:rPr lang="tr-TR"/>
            <a:t> a verack</a:t>
          </a:r>
          <a:endParaRPr lang="en-US"/>
        </a:p>
      </dgm:t>
    </dgm:pt>
    <dgm:pt modelId="{F40E21AD-33FA-4793-B5F8-E7C350E5F92F}" type="parTrans" cxnId="{276D108E-5839-43A0-B7AD-006D81B89584}">
      <dgm:prSet/>
      <dgm:spPr/>
      <dgm:t>
        <a:bodyPr/>
        <a:lstStyle/>
        <a:p>
          <a:endParaRPr lang="en-US"/>
        </a:p>
      </dgm:t>
    </dgm:pt>
    <dgm:pt modelId="{EC186EE6-B18D-4766-ACDD-2510C901E976}" type="sibTrans" cxnId="{276D108E-5839-43A0-B7AD-006D81B89584}">
      <dgm:prSet/>
      <dgm:spPr/>
      <dgm:t>
        <a:bodyPr/>
        <a:lstStyle/>
        <a:p>
          <a:endParaRPr lang="en-US"/>
        </a:p>
      </dgm:t>
    </dgm:pt>
    <dgm:pt modelId="{6CE99550-2ED4-4E6D-9E0D-02C41EA1A85B}" type="pres">
      <dgm:prSet presAssocID="{2A78C48D-3F2B-41E7-B53F-E1231D8CF1EF}" presName="root" presStyleCnt="0">
        <dgm:presLayoutVars>
          <dgm:dir/>
          <dgm:resizeHandles val="exact"/>
        </dgm:presLayoutVars>
      </dgm:prSet>
      <dgm:spPr/>
    </dgm:pt>
    <dgm:pt modelId="{9E5BBBB5-AB8D-48B8-A031-AF9E3E23CDF6}" type="pres">
      <dgm:prSet presAssocID="{89606EB7-9484-439E-8500-6A6ACFE56AB4}" presName="compNode" presStyleCnt="0"/>
      <dgm:spPr/>
    </dgm:pt>
    <dgm:pt modelId="{ED88F631-30B2-4F12-A6A2-04BFA56E836C}" type="pres">
      <dgm:prSet presAssocID="{89606EB7-9484-439E-8500-6A6ACFE56AB4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at"/>
        </a:ext>
      </dgm:extLst>
    </dgm:pt>
    <dgm:pt modelId="{213918B2-ECE9-44A4-9AFE-E8E16A23C2FC}" type="pres">
      <dgm:prSet presAssocID="{89606EB7-9484-439E-8500-6A6ACFE56AB4}" presName="iconSpace" presStyleCnt="0"/>
      <dgm:spPr/>
    </dgm:pt>
    <dgm:pt modelId="{E1F71CE9-B45D-41C1-B43A-1FB732A6746C}" type="pres">
      <dgm:prSet presAssocID="{89606EB7-9484-439E-8500-6A6ACFE56AB4}" presName="parTx" presStyleLbl="revTx" presStyleIdx="0" presStyleCnt="8">
        <dgm:presLayoutVars>
          <dgm:chMax val="0"/>
          <dgm:chPref val="0"/>
        </dgm:presLayoutVars>
      </dgm:prSet>
      <dgm:spPr/>
    </dgm:pt>
    <dgm:pt modelId="{6CD0E0AD-27F1-409B-8D25-DF287AAA65F6}" type="pres">
      <dgm:prSet presAssocID="{89606EB7-9484-439E-8500-6A6ACFE56AB4}" presName="txSpace" presStyleCnt="0"/>
      <dgm:spPr/>
    </dgm:pt>
    <dgm:pt modelId="{D5690696-BFF5-4094-B120-B388DD26D227}" type="pres">
      <dgm:prSet presAssocID="{89606EB7-9484-439E-8500-6A6ACFE56AB4}" presName="desTx" presStyleLbl="revTx" presStyleIdx="1" presStyleCnt="8">
        <dgm:presLayoutVars/>
      </dgm:prSet>
      <dgm:spPr/>
    </dgm:pt>
    <dgm:pt modelId="{88E82385-C77D-4166-969C-E2BAB85F38C8}" type="pres">
      <dgm:prSet presAssocID="{6A94F587-2D4F-4024-AE07-EB1B0BE22A02}" presName="sibTrans" presStyleCnt="0"/>
      <dgm:spPr/>
    </dgm:pt>
    <dgm:pt modelId="{EF49C957-DB10-40E4-8381-2369F6A7DAAE}" type="pres">
      <dgm:prSet presAssocID="{44DBFE17-434D-46D0-ABE9-D869F4EE3733}" presName="compNode" presStyleCnt="0"/>
      <dgm:spPr/>
    </dgm:pt>
    <dgm:pt modelId="{656168E2-B4AF-47C8-83B4-11E82C6722E5}" type="pres">
      <dgm:prSet presAssocID="{44DBFE17-434D-46D0-ABE9-D869F4EE373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ternet Sharing"/>
        </a:ext>
      </dgm:extLst>
    </dgm:pt>
    <dgm:pt modelId="{73F67FF7-E836-4C9E-BF3C-4F348A6F122E}" type="pres">
      <dgm:prSet presAssocID="{44DBFE17-434D-46D0-ABE9-D869F4EE3733}" presName="iconSpace" presStyleCnt="0"/>
      <dgm:spPr/>
    </dgm:pt>
    <dgm:pt modelId="{673437C1-EC76-4484-A7F3-13C62A8981FE}" type="pres">
      <dgm:prSet presAssocID="{44DBFE17-434D-46D0-ABE9-D869F4EE3733}" presName="parTx" presStyleLbl="revTx" presStyleIdx="2" presStyleCnt="8">
        <dgm:presLayoutVars>
          <dgm:chMax val="0"/>
          <dgm:chPref val="0"/>
        </dgm:presLayoutVars>
      </dgm:prSet>
      <dgm:spPr/>
    </dgm:pt>
    <dgm:pt modelId="{E6FE93BA-0649-4A8B-A083-3B8C70F22E4B}" type="pres">
      <dgm:prSet presAssocID="{44DBFE17-434D-46D0-ABE9-D869F4EE3733}" presName="txSpace" presStyleCnt="0"/>
      <dgm:spPr/>
    </dgm:pt>
    <dgm:pt modelId="{C225473C-6361-4AB9-8B9A-F564F8AB5B41}" type="pres">
      <dgm:prSet presAssocID="{44DBFE17-434D-46D0-ABE9-D869F4EE3733}" presName="desTx" presStyleLbl="revTx" presStyleIdx="3" presStyleCnt="8">
        <dgm:presLayoutVars/>
      </dgm:prSet>
      <dgm:spPr/>
    </dgm:pt>
    <dgm:pt modelId="{8554846B-41D1-422D-8899-439499918125}" type="pres">
      <dgm:prSet presAssocID="{E978C222-AA89-48F6-8F4B-AF5827C587B3}" presName="sibTrans" presStyleCnt="0"/>
      <dgm:spPr/>
    </dgm:pt>
    <dgm:pt modelId="{D0489D9F-69AD-44D6-8C26-6E1651A1B2EF}" type="pres">
      <dgm:prSet presAssocID="{7AB238C3-76AF-495D-A4FA-7B71F3CE6FF0}" presName="compNode" presStyleCnt="0"/>
      <dgm:spPr/>
    </dgm:pt>
    <dgm:pt modelId="{A26B791A-E8FC-44FC-B38C-D3F9F80E012F}" type="pres">
      <dgm:prSet presAssocID="{7AB238C3-76AF-495D-A4FA-7B71F3CE6FF0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il Reply"/>
        </a:ext>
      </dgm:extLst>
    </dgm:pt>
    <dgm:pt modelId="{23DA5AA5-C49A-4FC6-A259-31D3D9F3378D}" type="pres">
      <dgm:prSet presAssocID="{7AB238C3-76AF-495D-A4FA-7B71F3CE6FF0}" presName="iconSpace" presStyleCnt="0"/>
      <dgm:spPr/>
    </dgm:pt>
    <dgm:pt modelId="{899888AE-26CF-4D71-9407-2352AEB68322}" type="pres">
      <dgm:prSet presAssocID="{7AB238C3-76AF-495D-A4FA-7B71F3CE6FF0}" presName="parTx" presStyleLbl="revTx" presStyleIdx="4" presStyleCnt="8">
        <dgm:presLayoutVars>
          <dgm:chMax val="0"/>
          <dgm:chPref val="0"/>
        </dgm:presLayoutVars>
      </dgm:prSet>
      <dgm:spPr/>
    </dgm:pt>
    <dgm:pt modelId="{C3DBCB08-000F-4E8A-913E-10A4B837742F}" type="pres">
      <dgm:prSet presAssocID="{7AB238C3-76AF-495D-A4FA-7B71F3CE6FF0}" presName="txSpace" presStyleCnt="0"/>
      <dgm:spPr/>
    </dgm:pt>
    <dgm:pt modelId="{35AECA11-B70B-4656-BF84-DA3CA104805B}" type="pres">
      <dgm:prSet presAssocID="{7AB238C3-76AF-495D-A4FA-7B71F3CE6FF0}" presName="desTx" presStyleLbl="revTx" presStyleIdx="5" presStyleCnt="8">
        <dgm:presLayoutVars/>
      </dgm:prSet>
      <dgm:spPr/>
    </dgm:pt>
    <dgm:pt modelId="{8A7B904D-A495-41C9-8D40-F6F805EA62A1}" type="pres">
      <dgm:prSet presAssocID="{1D25ED9B-6229-4CDA-AB90-5CA498A89E73}" presName="sibTrans" presStyleCnt="0"/>
      <dgm:spPr/>
    </dgm:pt>
    <dgm:pt modelId="{FEDE6E08-AFF6-445C-8B71-484D099E1F41}" type="pres">
      <dgm:prSet presAssocID="{99A7F40E-A34F-4CAD-BABE-EA2635FECEC2}" presName="compNode" presStyleCnt="0"/>
      <dgm:spPr/>
    </dgm:pt>
    <dgm:pt modelId="{E84FC5BF-AE0D-410A-A12F-4E6DAFD3138F}" type="pres">
      <dgm:prSet presAssocID="{99A7F40E-A34F-4CAD-BABE-EA2635FECEC2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log"/>
        </a:ext>
      </dgm:extLst>
    </dgm:pt>
    <dgm:pt modelId="{5F91BD83-CCF8-4663-8149-46E739F85D69}" type="pres">
      <dgm:prSet presAssocID="{99A7F40E-A34F-4CAD-BABE-EA2635FECEC2}" presName="iconSpace" presStyleCnt="0"/>
      <dgm:spPr/>
    </dgm:pt>
    <dgm:pt modelId="{3CD25234-0A31-43A2-A3C4-7BE2D53131F3}" type="pres">
      <dgm:prSet presAssocID="{99A7F40E-A34F-4CAD-BABE-EA2635FECEC2}" presName="parTx" presStyleLbl="revTx" presStyleIdx="6" presStyleCnt="8">
        <dgm:presLayoutVars>
          <dgm:chMax val="0"/>
          <dgm:chPref val="0"/>
        </dgm:presLayoutVars>
      </dgm:prSet>
      <dgm:spPr/>
    </dgm:pt>
    <dgm:pt modelId="{75A14367-9BF1-452F-B950-F0397EF630D6}" type="pres">
      <dgm:prSet presAssocID="{99A7F40E-A34F-4CAD-BABE-EA2635FECEC2}" presName="txSpace" presStyleCnt="0"/>
      <dgm:spPr/>
    </dgm:pt>
    <dgm:pt modelId="{B31366E1-87A2-47A4-A9F4-E4A848DDAF63}" type="pres">
      <dgm:prSet presAssocID="{99A7F40E-A34F-4CAD-BABE-EA2635FECEC2}" presName="desTx" presStyleLbl="revTx" presStyleIdx="7" presStyleCnt="8">
        <dgm:presLayoutVars/>
      </dgm:prSet>
      <dgm:spPr/>
    </dgm:pt>
  </dgm:ptLst>
  <dgm:cxnLst>
    <dgm:cxn modelId="{ECFE590E-F56D-47D0-9B24-222579212685}" srcId="{89606EB7-9484-439E-8500-6A6ACFE56AB4}" destId="{F2057DB0-8C19-4480-8940-EFADF0584FA2}" srcOrd="1" destOrd="0" parTransId="{5002A706-9B28-4FEF-A6BC-BF0531B53155}" sibTransId="{BAB410DA-97F4-4FC1-9FD9-84AE7149EF7E}"/>
    <dgm:cxn modelId="{C70BC511-22C1-4268-895C-8C596C2CC589}" type="presOf" srcId="{E9A9A074-28C8-47F5-801C-06FA68187FE5}" destId="{35AECA11-B70B-4656-BF84-DA3CA104805B}" srcOrd="0" destOrd="0" presId="urn:microsoft.com/office/officeart/2018/5/layout/CenteredIconLabelDescriptionList"/>
    <dgm:cxn modelId="{FA99CF11-63B7-4DE4-A171-DC0644DEBEEB}" srcId="{7AB238C3-76AF-495D-A4FA-7B71F3CE6FF0}" destId="{E9A9A074-28C8-47F5-801C-06FA68187FE5}" srcOrd="0" destOrd="0" parTransId="{3A65FE17-7EF2-42FC-8855-B4C4B73A0C38}" sibTransId="{5BF15F16-B783-4EC3-B307-3193E2EFA47E}"/>
    <dgm:cxn modelId="{5456E916-7577-4AFB-B09E-235C64CA9EC3}" type="presOf" srcId="{7AB238C3-76AF-495D-A4FA-7B71F3CE6FF0}" destId="{899888AE-26CF-4D71-9407-2352AEB68322}" srcOrd="0" destOrd="0" presId="urn:microsoft.com/office/officeart/2018/5/layout/CenteredIconLabelDescriptionList"/>
    <dgm:cxn modelId="{3289DA17-E84A-48A6-BCE2-25B8FDCB2C65}" srcId="{2A78C48D-3F2B-41E7-B53F-E1231D8CF1EF}" destId="{99A7F40E-A34F-4CAD-BABE-EA2635FECEC2}" srcOrd="3" destOrd="0" parTransId="{DB9E8273-8475-4949-B15E-75DADB604D09}" sibTransId="{8998E1A5-115B-4DEB-ACDD-16B196B9524E}"/>
    <dgm:cxn modelId="{0C9FA622-6067-4BAF-81DB-AC5746D3B940}" type="presOf" srcId="{E0A838A5-5EC2-4B2B-B73D-7852EABBD1CA}" destId="{B31366E1-87A2-47A4-A9F4-E4A848DDAF63}" srcOrd="0" destOrd="0" presId="urn:microsoft.com/office/officeart/2018/5/layout/CenteredIconLabelDescriptionList"/>
    <dgm:cxn modelId="{360BFC33-3E9E-47B6-B0ED-680A84A0A3AE}" type="presOf" srcId="{E29AD25E-3579-4F17-9571-52364402CCFF}" destId="{35AECA11-B70B-4656-BF84-DA3CA104805B}" srcOrd="0" destOrd="1" presId="urn:microsoft.com/office/officeart/2018/5/layout/CenteredIconLabelDescriptionList"/>
    <dgm:cxn modelId="{54A00537-30DE-4D67-AEDD-8F998A934E57}" type="presOf" srcId="{44DBFE17-434D-46D0-ABE9-D869F4EE3733}" destId="{673437C1-EC76-4484-A7F3-13C62A8981FE}" srcOrd="0" destOrd="0" presId="urn:microsoft.com/office/officeart/2018/5/layout/CenteredIconLabelDescriptionList"/>
    <dgm:cxn modelId="{65449460-566D-4810-9F37-B481E539BBA7}" srcId="{2A78C48D-3F2B-41E7-B53F-E1231D8CF1EF}" destId="{7AB238C3-76AF-495D-A4FA-7B71F3CE6FF0}" srcOrd="2" destOrd="0" parTransId="{18916AC5-585A-49AB-B963-0330089D0C9B}" sibTransId="{1D25ED9B-6229-4CDA-AB90-5CA498A89E73}"/>
    <dgm:cxn modelId="{739D284C-8617-4981-B024-608F99C45653}" srcId="{44DBFE17-434D-46D0-ABE9-D869F4EE3733}" destId="{3451B67D-4E51-494C-BFD6-C38707901B47}" srcOrd="1" destOrd="0" parTransId="{24FB1FE6-3545-48D0-911D-5CBEF6DF366B}" sibTransId="{7E11A744-EFCB-4D03-A5A0-3647A15F0450}"/>
    <dgm:cxn modelId="{B7E63C71-1E26-44D4-8D62-410427E562D2}" type="presOf" srcId="{89606EB7-9484-439E-8500-6A6ACFE56AB4}" destId="{E1F71CE9-B45D-41C1-B43A-1FB732A6746C}" srcOrd="0" destOrd="0" presId="urn:microsoft.com/office/officeart/2018/5/layout/CenteredIconLabelDescriptionList"/>
    <dgm:cxn modelId="{A09AD87C-456E-4214-970D-07B3B17B1132}" type="presOf" srcId="{3451B67D-4E51-494C-BFD6-C38707901B47}" destId="{C225473C-6361-4AB9-8B9A-F564F8AB5B41}" srcOrd="0" destOrd="1" presId="urn:microsoft.com/office/officeart/2018/5/layout/CenteredIconLabelDescriptionList"/>
    <dgm:cxn modelId="{0A54C183-39FD-4E48-A705-56DC8FA214E0}" type="presOf" srcId="{C559A471-0078-4958-B1F3-DC55CEA8BA4D}" destId="{D5690696-BFF5-4094-B120-B388DD26D227}" srcOrd="0" destOrd="0" presId="urn:microsoft.com/office/officeart/2018/5/layout/CenteredIconLabelDescriptionList"/>
    <dgm:cxn modelId="{33FAA287-9F3F-4DD4-BE76-3491D90230FB}" type="presOf" srcId="{2A78C48D-3F2B-41E7-B53F-E1231D8CF1EF}" destId="{6CE99550-2ED4-4E6D-9E0D-02C41EA1A85B}" srcOrd="0" destOrd="0" presId="urn:microsoft.com/office/officeart/2018/5/layout/CenteredIconLabelDescriptionList"/>
    <dgm:cxn modelId="{276D108E-5839-43A0-B7AD-006D81B89584}" srcId="{99A7F40E-A34F-4CAD-BABE-EA2635FECEC2}" destId="{E0A838A5-5EC2-4B2B-B73D-7852EABBD1CA}" srcOrd="0" destOrd="0" parTransId="{F40E21AD-33FA-4793-B5F8-E7C350E5F92F}" sibTransId="{EC186EE6-B18D-4766-ACDD-2510C901E976}"/>
    <dgm:cxn modelId="{6FDA378E-9233-4056-87F2-F2E4A3B54500}" srcId="{44DBFE17-434D-46D0-ABE9-D869F4EE3733}" destId="{1F01C3CB-A4F9-4D9C-A068-CCBE6BC98270}" srcOrd="0" destOrd="0" parTransId="{B61E13A6-5E5D-4697-A80B-CB2921A8195B}" sibTransId="{1EBB1162-B458-4B49-BD6E-8C46E2C934C0}"/>
    <dgm:cxn modelId="{ADE6EAB8-9590-4066-922C-A5CD0F8FB297}" srcId="{89606EB7-9484-439E-8500-6A6ACFE56AB4}" destId="{C559A471-0078-4958-B1F3-DC55CEA8BA4D}" srcOrd="0" destOrd="0" parTransId="{1B4741EC-4112-4880-BBE1-C52B7C86FD43}" sibTransId="{A50843C6-7A2B-4F13-9252-373068704EF1}"/>
    <dgm:cxn modelId="{B96CFBC1-5A45-48D2-AEA1-36D817B5F4CD}" type="presOf" srcId="{1F01C3CB-A4F9-4D9C-A068-CCBE6BC98270}" destId="{C225473C-6361-4AB9-8B9A-F564F8AB5B41}" srcOrd="0" destOrd="0" presId="urn:microsoft.com/office/officeart/2018/5/layout/CenteredIconLabelDescriptionList"/>
    <dgm:cxn modelId="{5CBD53C6-7BC6-45F7-89B2-C6EED2E291D6}" type="presOf" srcId="{99A7F40E-A34F-4CAD-BABE-EA2635FECEC2}" destId="{3CD25234-0A31-43A2-A3C4-7BE2D53131F3}" srcOrd="0" destOrd="0" presId="urn:microsoft.com/office/officeart/2018/5/layout/CenteredIconLabelDescriptionList"/>
    <dgm:cxn modelId="{681975CA-091B-4170-8063-63FD60B0B244}" srcId="{7AB238C3-76AF-495D-A4FA-7B71F3CE6FF0}" destId="{E29AD25E-3579-4F17-9571-52364402CCFF}" srcOrd="1" destOrd="0" parTransId="{66D19078-3BBB-4BBF-BC68-F375711332D6}" sibTransId="{9220E062-39B7-410F-9077-9F831FD0ED30}"/>
    <dgm:cxn modelId="{189BD5CD-63E7-496F-926C-3E5BD826F6DF}" srcId="{2A78C48D-3F2B-41E7-B53F-E1231D8CF1EF}" destId="{89606EB7-9484-439E-8500-6A6ACFE56AB4}" srcOrd="0" destOrd="0" parTransId="{621DBE78-D60B-466E-8CC1-5F568D75B66A}" sibTransId="{6A94F587-2D4F-4024-AE07-EB1B0BE22A02}"/>
    <dgm:cxn modelId="{FD1A92F7-C8E9-490E-8C1A-8ECA300B3CF1}" srcId="{2A78C48D-3F2B-41E7-B53F-E1231D8CF1EF}" destId="{44DBFE17-434D-46D0-ABE9-D869F4EE3733}" srcOrd="1" destOrd="0" parTransId="{EB8C9D80-036A-45EA-92C1-7ABBCB4EBC67}" sibTransId="{E978C222-AA89-48F6-8F4B-AF5827C587B3}"/>
    <dgm:cxn modelId="{A56377FE-38C5-425C-B176-78C9928AF045}" type="presOf" srcId="{F2057DB0-8C19-4480-8940-EFADF0584FA2}" destId="{D5690696-BFF5-4094-B120-B388DD26D227}" srcOrd="0" destOrd="1" presId="urn:microsoft.com/office/officeart/2018/5/layout/CenteredIconLabelDescriptionList"/>
    <dgm:cxn modelId="{3690C7A0-D251-42E8-B6B0-BF77B5424CA6}" type="presParOf" srcId="{6CE99550-2ED4-4E6D-9E0D-02C41EA1A85B}" destId="{9E5BBBB5-AB8D-48B8-A031-AF9E3E23CDF6}" srcOrd="0" destOrd="0" presId="urn:microsoft.com/office/officeart/2018/5/layout/CenteredIconLabelDescriptionList"/>
    <dgm:cxn modelId="{A86834DD-6E0C-4622-AAC8-34D594B0483B}" type="presParOf" srcId="{9E5BBBB5-AB8D-48B8-A031-AF9E3E23CDF6}" destId="{ED88F631-30B2-4F12-A6A2-04BFA56E836C}" srcOrd="0" destOrd="0" presId="urn:microsoft.com/office/officeart/2018/5/layout/CenteredIconLabelDescriptionList"/>
    <dgm:cxn modelId="{CA0812F4-BFC8-4CD8-9B51-AA4DBF12D6E6}" type="presParOf" srcId="{9E5BBBB5-AB8D-48B8-A031-AF9E3E23CDF6}" destId="{213918B2-ECE9-44A4-9AFE-E8E16A23C2FC}" srcOrd="1" destOrd="0" presId="urn:microsoft.com/office/officeart/2018/5/layout/CenteredIconLabelDescriptionList"/>
    <dgm:cxn modelId="{D9E566CC-61AF-493A-B58C-E4E8699065A1}" type="presParOf" srcId="{9E5BBBB5-AB8D-48B8-A031-AF9E3E23CDF6}" destId="{E1F71CE9-B45D-41C1-B43A-1FB732A6746C}" srcOrd="2" destOrd="0" presId="urn:microsoft.com/office/officeart/2018/5/layout/CenteredIconLabelDescriptionList"/>
    <dgm:cxn modelId="{E13155F0-2B2E-4136-80E6-9EB64FB0DB0D}" type="presParOf" srcId="{9E5BBBB5-AB8D-48B8-A031-AF9E3E23CDF6}" destId="{6CD0E0AD-27F1-409B-8D25-DF287AAA65F6}" srcOrd="3" destOrd="0" presId="urn:microsoft.com/office/officeart/2018/5/layout/CenteredIconLabelDescriptionList"/>
    <dgm:cxn modelId="{89546503-A761-4573-A816-56F60A31EBF4}" type="presParOf" srcId="{9E5BBBB5-AB8D-48B8-A031-AF9E3E23CDF6}" destId="{D5690696-BFF5-4094-B120-B388DD26D227}" srcOrd="4" destOrd="0" presId="urn:microsoft.com/office/officeart/2018/5/layout/CenteredIconLabelDescriptionList"/>
    <dgm:cxn modelId="{67F5FCC5-761A-4155-9B62-21A2A986F46E}" type="presParOf" srcId="{6CE99550-2ED4-4E6D-9E0D-02C41EA1A85B}" destId="{88E82385-C77D-4166-969C-E2BAB85F38C8}" srcOrd="1" destOrd="0" presId="urn:microsoft.com/office/officeart/2018/5/layout/CenteredIconLabelDescriptionList"/>
    <dgm:cxn modelId="{FC1AAA20-A086-408B-88EB-7FE704EBFA61}" type="presParOf" srcId="{6CE99550-2ED4-4E6D-9E0D-02C41EA1A85B}" destId="{EF49C957-DB10-40E4-8381-2369F6A7DAAE}" srcOrd="2" destOrd="0" presId="urn:microsoft.com/office/officeart/2018/5/layout/CenteredIconLabelDescriptionList"/>
    <dgm:cxn modelId="{D86E5C1C-1644-4CD1-B879-882279E21B5B}" type="presParOf" srcId="{EF49C957-DB10-40E4-8381-2369F6A7DAAE}" destId="{656168E2-B4AF-47C8-83B4-11E82C6722E5}" srcOrd="0" destOrd="0" presId="urn:microsoft.com/office/officeart/2018/5/layout/CenteredIconLabelDescriptionList"/>
    <dgm:cxn modelId="{19B61431-941E-41D1-941E-474B78F4972D}" type="presParOf" srcId="{EF49C957-DB10-40E4-8381-2369F6A7DAAE}" destId="{73F67FF7-E836-4C9E-BF3C-4F348A6F122E}" srcOrd="1" destOrd="0" presId="urn:microsoft.com/office/officeart/2018/5/layout/CenteredIconLabelDescriptionList"/>
    <dgm:cxn modelId="{F5AF30EF-23F9-4F2F-859A-B918FB01B00E}" type="presParOf" srcId="{EF49C957-DB10-40E4-8381-2369F6A7DAAE}" destId="{673437C1-EC76-4484-A7F3-13C62A8981FE}" srcOrd="2" destOrd="0" presId="urn:microsoft.com/office/officeart/2018/5/layout/CenteredIconLabelDescriptionList"/>
    <dgm:cxn modelId="{A94EC156-7D5C-4A93-9ACB-03AC611CAAD2}" type="presParOf" srcId="{EF49C957-DB10-40E4-8381-2369F6A7DAAE}" destId="{E6FE93BA-0649-4A8B-A083-3B8C70F22E4B}" srcOrd="3" destOrd="0" presId="urn:microsoft.com/office/officeart/2018/5/layout/CenteredIconLabelDescriptionList"/>
    <dgm:cxn modelId="{8E8233C5-DF03-4E8C-8A96-DD787BF59F38}" type="presParOf" srcId="{EF49C957-DB10-40E4-8381-2369F6A7DAAE}" destId="{C225473C-6361-4AB9-8B9A-F564F8AB5B41}" srcOrd="4" destOrd="0" presId="urn:microsoft.com/office/officeart/2018/5/layout/CenteredIconLabelDescriptionList"/>
    <dgm:cxn modelId="{E6266C45-440F-4C84-93E7-E269C0CFFF6C}" type="presParOf" srcId="{6CE99550-2ED4-4E6D-9E0D-02C41EA1A85B}" destId="{8554846B-41D1-422D-8899-439499918125}" srcOrd="3" destOrd="0" presId="urn:microsoft.com/office/officeart/2018/5/layout/CenteredIconLabelDescriptionList"/>
    <dgm:cxn modelId="{036F92C5-FEC8-494A-9C26-52E25C3CB314}" type="presParOf" srcId="{6CE99550-2ED4-4E6D-9E0D-02C41EA1A85B}" destId="{D0489D9F-69AD-44D6-8C26-6E1651A1B2EF}" srcOrd="4" destOrd="0" presId="urn:microsoft.com/office/officeart/2018/5/layout/CenteredIconLabelDescriptionList"/>
    <dgm:cxn modelId="{646E98E9-14FC-451E-9616-F292E67DDD7B}" type="presParOf" srcId="{D0489D9F-69AD-44D6-8C26-6E1651A1B2EF}" destId="{A26B791A-E8FC-44FC-B38C-D3F9F80E012F}" srcOrd="0" destOrd="0" presId="urn:microsoft.com/office/officeart/2018/5/layout/CenteredIconLabelDescriptionList"/>
    <dgm:cxn modelId="{9590945C-ADBF-4DAC-B4CF-CF29D79B4AAC}" type="presParOf" srcId="{D0489D9F-69AD-44D6-8C26-6E1651A1B2EF}" destId="{23DA5AA5-C49A-4FC6-A259-31D3D9F3378D}" srcOrd="1" destOrd="0" presId="urn:microsoft.com/office/officeart/2018/5/layout/CenteredIconLabelDescriptionList"/>
    <dgm:cxn modelId="{08B8891D-0BC0-4544-8633-E6C1EA4636B3}" type="presParOf" srcId="{D0489D9F-69AD-44D6-8C26-6E1651A1B2EF}" destId="{899888AE-26CF-4D71-9407-2352AEB68322}" srcOrd="2" destOrd="0" presId="urn:microsoft.com/office/officeart/2018/5/layout/CenteredIconLabelDescriptionList"/>
    <dgm:cxn modelId="{34174AC8-700A-41A3-B411-95ACFFED4FEA}" type="presParOf" srcId="{D0489D9F-69AD-44D6-8C26-6E1651A1B2EF}" destId="{C3DBCB08-000F-4E8A-913E-10A4B837742F}" srcOrd="3" destOrd="0" presId="urn:microsoft.com/office/officeart/2018/5/layout/CenteredIconLabelDescriptionList"/>
    <dgm:cxn modelId="{A2CAAE29-3AB3-4C9F-BD29-BB199FDF4422}" type="presParOf" srcId="{D0489D9F-69AD-44D6-8C26-6E1651A1B2EF}" destId="{35AECA11-B70B-4656-BF84-DA3CA104805B}" srcOrd="4" destOrd="0" presId="urn:microsoft.com/office/officeart/2018/5/layout/CenteredIconLabelDescriptionList"/>
    <dgm:cxn modelId="{E84EA5D5-633B-4C94-942D-06102C39302F}" type="presParOf" srcId="{6CE99550-2ED4-4E6D-9E0D-02C41EA1A85B}" destId="{8A7B904D-A495-41C9-8D40-F6F805EA62A1}" srcOrd="5" destOrd="0" presId="urn:microsoft.com/office/officeart/2018/5/layout/CenteredIconLabelDescriptionList"/>
    <dgm:cxn modelId="{D5B8AB01-5C7E-4008-AADA-834B07B7C6E4}" type="presParOf" srcId="{6CE99550-2ED4-4E6D-9E0D-02C41EA1A85B}" destId="{FEDE6E08-AFF6-445C-8B71-484D099E1F41}" srcOrd="6" destOrd="0" presId="urn:microsoft.com/office/officeart/2018/5/layout/CenteredIconLabelDescriptionList"/>
    <dgm:cxn modelId="{F6E16C6B-9B68-45DC-A52E-BF5F3DDD114A}" type="presParOf" srcId="{FEDE6E08-AFF6-445C-8B71-484D099E1F41}" destId="{E84FC5BF-AE0D-410A-A12F-4E6DAFD3138F}" srcOrd="0" destOrd="0" presId="urn:microsoft.com/office/officeart/2018/5/layout/CenteredIconLabelDescriptionList"/>
    <dgm:cxn modelId="{8AC6C74E-8777-4ABB-855C-A8D40E67F208}" type="presParOf" srcId="{FEDE6E08-AFF6-445C-8B71-484D099E1F41}" destId="{5F91BD83-CCF8-4663-8149-46E739F85D69}" srcOrd="1" destOrd="0" presId="urn:microsoft.com/office/officeart/2018/5/layout/CenteredIconLabelDescriptionList"/>
    <dgm:cxn modelId="{5DA6C41D-5E75-48E0-9BF2-1D32DAEB3733}" type="presParOf" srcId="{FEDE6E08-AFF6-445C-8B71-484D099E1F41}" destId="{3CD25234-0A31-43A2-A3C4-7BE2D53131F3}" srcOrd="2" destOrd="0" presId="urn:microsoft.com/office/officeart/2018/5/layout/CenteredIconLabelDescriptionList"/>
    <dgm:cxn modelId="{A0701BAB-92D5-43A9-B8B6-B9EF293AA631}" type="presParOf" srcId="{FEDE6E08-AFF6-445C-8B71-484D099E1F41}" destId="{75A14367-9BF1-452F-B950-F0397EF630D6}" srcOrd="3" destOrd="0" presId="urn:microsoft.com/office/officeart/2018/5/layout/CenteredIconLabelDescriptionList"/>
    <dgm:cxn modelId="{34571547-ADFA-4AFB-A3BE-5B9DCABE95E9}" type="presParOf" srcId="{FEDE6E08-AFF6-445C-8B71-484D099E1F41}" destId="{B31366E1-87A2-47A4-A9F4-E4A848DDAF6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6C20F55B-8A77-447A-A6B5-8F97CF56F16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9778496-BDB5-4880-8D31-F1E7D94C83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query DNS </a:t>
          </a:r>
        </a:p>
      </dgm:t>
    </dgm:pt>
    <dgm:pt modelId="{302EC2B4-E523-4F32-B08F-C1399D2F81A4}" type="parTrans" cxnId="{0663EC70-03B4-49E9-A251-4147AB7A292D}">
      <dgm:prSet/>
      <dgm:spPr/>
      <dgm:t>
        <a:bodyPr/>
        <a:lstStyle/>
        <a:p>
          <a:endParaRPr lang="en-US" sz="2400"/>
        </a:p>
      </dgm:t>
    </dgm:pt>
    <dgm:pt modelId="{15DEE898-F974-48CD-A66F-97EEE07A0892}" type="sibTrans" cxnId="{0663EC70-03B4-49E9-A251-4147AB7A292D}">
      <dgm:prSet/>
      <dgm:spPr/>
      <dgm:t>
        <a:bodyPr/>
        <a:lstStyle/>
        <a:p>
          <a:endParaRPr lang="en-US"/>
        </a:p>
      </dgm:t>
    </dgm:pt>
    <dgm:pt modelId="{F2C7EAA7-C923-41BC-B162-4B9D859C3C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first method is to query DNS </a:t>
          </a:r>
        </a:p>
      </dgm:t>
    </dgm:pt>
    <dgm:pt modelId="{735E971C-6649-481C-85CE-69DC6D7DCCDB}" type="parTrans" cxnId="{A5C98779-2A73-4E63-A2FA-CB6EE412CBD0}">
      <dgm:prSet/>
      <dgm:spPr/>
      <dgm:t>
        <a:bodyPr/>
        <a:lstStyle/>
        <a:p>
          <a:endParaRPr lang="en-US" sz="2400"/>
        </a:p>
      </dgm:t>
    </dgm:pt>
    <dgm:pt modelId="{D5E23D44-94B4-4272-963F-8F4089FCC173}" type="sibTrans" cxnId="{A5C98779-2A73-4E63-A2FA-CB6EE412CBD0}">
      <dgm:prSet/>
      <dgm:spPr/>
      <dgm:t>
        <a:bodyPr/>
        <a:lstStyle/>
        <a:p>
          <a:endParaRPr lang="en-US"/>
        </a:p>
      </dgm:t>
    </dgm:pt>
    <dgm:pt modelId="{FB814BB4-1627-4BEA-822D-8F343BA28A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a number</a:t>
          </a:r>
          <a:r>
            <a:rPr lang="tr-TR"/>
            <a:t> </a:t>
          </a:r>
          <a:r>
            <a:rPr lang="en-US"/>
            <a:t>of “DNS seeds,” </a:t>
          </a:r>
        </a:p>
      </dgm:t>
    </dgm:pt>
    <dgm:pt modelId="{9DD289C9-659D-4091-A85E-BA00A2E9B78D}" type="parTrans" cxnId="{E36DA572-FC1E-4A2D-BA78-C215085F4265}">
      <dgm:prSet/>
      <dgm:spPr/>
      <dgm:t>
        <a:bodyPr/>
        <a:lstStyle/>
        <a:p>
          <a:endParaRPr lang="en-US" sz="2400"/>
        </a:p>
      </dgm:t>
    </dgm:pt>
    <dgm:pt modelId="{40C98B46-B454-49F3-BB68-2010078694E9}" type="sibTrans" cxnId="{E36DA572-FC1E-4A2D-BA78-C215085F4265}">
      <dgm:prSet/>
      <dgm:spPr/>
      <dgm:t>
        <a:bodyPr/>
        <a:lstStyle/>
        <a:p>
          <a:endParaRPr lang="en-US"/>
        </a:p>
      </dgm:t>
    </dgm:pt>
    <dgm:pt modelId="{69E04A03-B072-4918-A535-17C058B5F8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DNS seeds</a:t>
          </a:r>
        </a:p>
      </dgm:t>
    </dgm:pt>
    <dgm:pt modelId="{E868FF56-DB9F-4959-9F2E-7B3FBA02A35E}" type="parTrans" cxnId="{244956C6-E781-4086-88C3-42D9D7D9A7B7}">
      <dgm:prSet/>
      <dgm:spPr/>
      <dgm:t>
        <a:bodyPr/>
        <a:lstStyle/>
        <a:p>
          <a:endParaRPr lang="en-US" sz="2400"/>
        </a:p>
      </dgm:t>
    </dgm:pt>
    <dgm:pt modelId="{9F65AACC-6F44-4350-A831-8A017F1E9714}" type="sibTrans" cxnId="{244956C6-E781-4086-88C3-42D9D7D9A7B7}">
      <dgm:prSet/>
      <dgm:spPr/>
      <dgm:t>
        <a:bodyPr/>
        <a:lstStyle/>
        <a:p>
          <a:endParaRPr lang="en-US"/>
        </a:p>
      </dgm:t>
    </dgm:pt>
    <dgm:pt modelId="{C9505375-8CC5-49CB-BA36-DCFC74DEAF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Provide</a:t>
          </a:r>
          <a:r>
            <a:rPr lang="tr-TR"/>
            <a:t> </a:t>
          </a:r>
          <a:r>
            <a:rPr lang="en-US"/>
            <a:t>a list of IP addresses of bitcoin</a:t>
          </a:r>
          <a:r>
            <a:rPr lang="tr-TR"/>
            <a:t> </a:t>
          </a:r>
          <a:r>
            <a:rPr lang="en-US"/>
            <a:t>nodes. </a:t>
          </a:r>
        </a:p>
      </dgm:t>
    </dgm:pt>
    <dgm:pt modelId="{762022B0-7041-4A87-BF0A-ACF76A593E25}" type="parTrans" cxnId="{0814D95C-C2D8-4081-B658-1D432525C75C}">
      <dgm:prSet/>
      <dgm:spPr/>
      <dgm:t>
        <a:bodyPr/>
        <a:lstStyle/>
        <a:p>
          <a:endParaRPr lang="en-US" sz="2400"/>
        </a:p>
      </dgm:t>
    </dgm:pt>
    <dgm:pt modelId="{B89002FE-7FF0-4B65-BD08-780DA53E4DEC}" type="sibTrans" cxnId="{0814D95C-C2D8-4081-B658-1D432525C75C}">
      <dgm:prSet/>
      <dgm:spPr/>
      <dgm:t>
        <a:bodyPr/>
        <a:lstStyle/>
        <a:p>
          <a:endParaRPr lang="en-US"/>
        </a:p>
      </dgm:t>
    </dgm:pt>
    <dgm:pt modelId="{034E9529-68CA-4F56-BD76-ABE3979785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Stable listening Nodes</a:t>
          </a:r>
          <a:endParaRPr lang="en-US" dirty="0"/>
        </a:p>
      </dgm:t>
    </dgm:pt>
    <dgm:pt modelId="{4165C326-15E6-42BA-8581-F9F49EE19CDD}" type="parTrans" cxnId="{6A0C4507-9646-48D1-86A1-EA4DCD8CFDDF}">
      <dgm:prSet/>
      <dgm:spPr/>
      <dgm:t>
        <a:bodyPr/>
        <a:lstStyle/>
        <a:p>
          <a:endParaRPr lang="en-US" sz="2400"/>
        </a:p>
      </dgm:t>
    </dgm:pt>
    <dgm:pt modelId="{5A3B7C84-9858-4C26-92E5-4515FB9C451F}" type="sibTrans" cxnId="{6A0C4507-9646-48D1-86A1-EA4DCD8CFDDF}">
      <dgm:prSet/>
      <dgm:spPr/>
      <dgm:t>
        <a:bodyPr/>
        <a:lstStyle/>
        <a:p>
          <a:endParaRPr lang="en-US"/>
        </a:p>
      </dgm:t>
    </dgm:pt>
    <dgm:pt modelId="{81B2BD90-A375-48D6-BF39-2D3694C8A0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of those DNS seeds provide a static list of IP addresses </a:t>
          </a:r>
        </a:p>
      </dgm:t>
    </dgm:pt>
    <dgm:pt modelId="{82E5E8DC-660B-4993-B548-BF86794951A0}" type="parTrans" cxnId="{243F03A1-5836-44AE-A4EE-3C2BAD084412}">
      <dgm:prSet/>
      <dgm:spPr/>
      <dgm:t>
        <a:bodyPr/>
        <a:lstStyle/>
        <a:p>
          <a:endParaRPr lang="en-US" sz="2400"/>
        </a:p>
      </dgm:t>
    </dgm:pt>
    <dgm:pt modelId="{5A0FD12F-9ACB-4ED0-9FCB-7048B5A6F6D4}" type="sibTrans" cxnId="{243F03A1-5836-44AE-A4EE-3C2BAD084412}">
      <dgm:prSet/>
      <dgm:spPr/>
      <dgm:t>
        <a:bodyPr/>
        <a:lstStyle/>
        <a:p>
          <a:endParaRPr lang="en-US"/>
        </a:p>
      </dgm:t>
    </dgm:pt>
    <dgm:pt modelId="{E9F65B41-1697-41B8-879A-6D2113E884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stable bitcoin</a:t>
          </a:r>
          <a:r>
            <a:rPr lang="tr-TR"/>
            <a:t> </a:t>
          </a:r>
          <a:r>
            <a:rPr lang="en-US"/>
            <a:t>listening nodes.</a:t>
          </a:r>
        </a:p>
      </dgm:t>
    </dgm:pt>
    <dgm:pt modelId="{DB15D8E1-0B7F-4833-8743-34C7C9AA932B}" type="parTrans" cxnId="{8807742A-7B37-4177-BCF7-1A8B2AC3FFFB}">
      <dgm:prSet/>
      <dgm:spPr/>
      <dgm:t>
        <a:bodyPr/>
        <a:lstStyle/>
        <a:p>
          <a:endParaRPr lang="en-US" sz="2400"/>
        </a:p>
      </dgm:t>
    </dgm:pt>
    <dgm:pt modelId="{960A4A44-4B77-4503-BB87-4EDFD8776D55}" type="sibTrans" cxnId="{8807742A-7B37-4177-BCF7-1A8B2AC3FFFB}">
      <dgm:prSet/>
      <dgm:spPr/>
      <dgm:t>
        <a:bodyPr/>
        <a:lstStyle/>
        <a:p>
          <a:endParaRPr lang="en-US"/>
        </a:p>
      </dgm:t>
    </dgm:pt>
    <dgm:pt modelId="{06ADA66C-2600-4542-AA25-5B3F5A7D6D94}" type="pres">
      <dgm:prSet presAssocID="{6C20F55B-8A77-447A-A6B5-8F97CF56F165}" presName="root" presStyleCnt="0">
        <dgm:presLayoutVars>
          <dgm:dir/>
          <dgm:resizeHandles val="exact"/>
        </dgm:presLayoutVars>
      </dgm:prSet>
      <dgm:spPr/>
    </dgm:pt>
    <dgm:pt modelId="{05EB5074-1A3D-4A38-AAB0-13CE68ACB608}" type="pres">
      <dgm:prSet presAssocID="{59778496-BDB5-4880-8D31-F1E7D94C83A1}" presName="compNode" presStyleCnt="0"/>
      <dgm:spPr/>
    </dgm:pt>
    <dgm:pt modelId="{46D228B0-18FE-4226-978C-AEC73FE34D85}" type="pres">
      <dgm:prSet presAssocID="{59778496-BDB5-4880-8D31-F1E7D94C83A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30895693-D08E-420E-8F63-E6A8A262FEA6}" type="pres">
      <dgm:prSet presAssocID="{59778496-BDB5-4880-8D31-F1E7D94C83A1}" presName="iconSpace" presStyleCnt="0"/>
      <dgm:spPr/>
    </dgm:pt>
    <dgm:pt modelId="{BFA9D64A-8C46-44AF-8A37-4ADC322FABC6}" type="pres">
      <dgm:prSet presAssocID="{59778496-BDB5-4880-8D31-F1E7D94C83A1}" presName="parTx" presStyleLbl="revTx" presStyleIdx="0" presStyleCnt="6">
        <dgm:presLayoutVars>
          <dgm:chMax val="0"/>
          <dgm:chPref val="0"/>
        </dgm:presLayoutVars>
      </dgm:prSet>
      <dgm:spPr/>
    </dgm:pt>
    <dgm:pt modelId="{F691A7E2-B6AE-4777-955F-4DCB9C11C7ED}" type="pres">
      <dgm:prSet presAssocID="{59778496-BDB5-4880-8D31-F1E7D94C83A1}" presName="txSpace" presStyleCnt="0"/>
      <dgm:spPr/>
    </dgm:pt>
    <dgm:pt modelId="{26A7F0A5-FEC6-45E9-955E-E0DB29567CBF}" type="pres">
      <dgm:prSet presAssocID="{59778496-BDB5-4880-8D31-F1E7D94C83A1}" presName="desTx" presStyleLbl="revTx" presStyleIdx="1" presStyleCnt="6">
        <dgm:presLayoutVars/>
      </dgm:prSet>
      <dgm:spPr/>
    </dgm:pt>
    <dgm:pt modelId="{6CDE0636-D5B2-4888-8340-B6281F1E6E9A}" type="pres">
      <dgm:prSet presAssocID="{15DEE898-F974-48CD-A66F-97EEE07A0892}" presName="sibTrans" presStyleCnt="0"/>
      <dgm:spPr/>
    </dgm:pt>
    <dgm:pt modelId="{B1F4F648-7DF1-471D-9A6B-F5FD875C7B74}" type="pres">
      <dgm:prSet presAssocID="{69E04A03-B072-4918-A535-17C058B5F8B1}" presName="compNode" presStyleCnt="0"/>
      <dgm:spPr/>
    </dgm:pt>
    <dgm:pt modelId="{618177B4-7A4F-46A3-A7C5-072602D15F23}" type="pres">
      <dgm:prSet presAssocID="{69E04A03-B072-4918-A535-17C058B5F8B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ternet Sharing"/>
        </a:ext>
      </dgm:extLst>
    </dgm:pt>
    <dgm:pt modelId="{684B2AF9-30D9-4B39-BBF5-F3343F2FA12D}" type="pres">
      <dgm:prSet presAssocID="{69E04A03-B072-4918-A535-17C058B5F8B1}" presName="iconSpace" presStyleCnt="0"/>
      <dgm:spPr/>
    </dgm:pt>
    <dgm:pt modelId="{DB2EE78B-40EB-4C5E-A11F-F75DDC88BEBA}" type="pres">
      <dgm:prSet presAssocID="{69E04A03-B072-4918-A535-17C058B5F8B1}" presName="parTx" presStyleLbl="revTx" presStyleIdx="2" presStyleCnt="6">
        <dgm:presLayoutVars>
          <dgm:chMax val="0"/>
          <dgm:chPref val="0"/>
        </dgm:presLayoutVars>
      </dgm:prSet>
      <dgm:spPr/>
    </dgm:pt>
    <dgm:pt modelId="{C1246E38-C981-4F62-B28D-C99DF8375A3E}" type="pres">
      <dgm:prSet presAssocID="{69E04A03-B072-4918-A535-17C058B5F8B1}" presName="txSpace" presStyleCnt="0"/>
      <dgm:spPr/>
    </dgm:pt>
    <dgm:pt modelId="{11034CE5-1DE5-47F4-B927-0D63FCB5EACA}" type="pres">
      <dgm:prSet presAssocID="{69E04A03-B072-4918-A535-17C058B5F8B1}" presName="desTx" presStyleLbl="revTx" presStyleIdx="3" presStyleCnt="6">
        <dgm:presLayoutVars/>
      </dgm:prSet>
      <dgm:spPr/>
    </dgm:pt>
    <dgm:pt modelId="{7B5E8DD7-FC51-485B-981A-AC7F45FD2669}" type="pres">
      <dgm:prSet presAssocID="{9F65AACC-6F44-4350-A831-8A017F1E9714}" presName="sibTrans" presStyleCnt="0"/>
      <dgm:spPr/>
    </dgm:pt>
    <dgm:pt modelId="{2A82D941-225E-40B9-A990-C592F8EAA88C}" type="pres">
      <dgm:prSet presAssocID="{034E9529-68CA-4F56-BD76-ABE39797852A}" presName="compNode" presStyleCnt="0"/>
      <dgm:spPr/>
    </dgm:pt>
    <dgm:pt modelId="{02F05E57-1187-4DC5-9420-39B366ABBC5D}" type="pres">
      <dgm:prSet presAssocID="{034E9529-68CA-4F56-BD76-ABE39797852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flows"/>
        </a:ext>
      </dgm:extLst>
    </dgm:pt>
    <dgm:pt modelId="{19C18DBD-E4D0-4FE9-B7BB-9FEF237AD182}" type="pres">
      <dgm:prSet presAssocID="{034E9529-68CA-4F56-BD76-ABE39797852A}" presName="iconSpace" presStyleCnt="0"/>
      <dgm:spPr/>
    </dgm:pt>
    <dgm:pt modelId="{1974D1F7-8534-48FC-BE8D-8E940EF3257E}" type="pres">
      <dgm:prSet presAssocID="{034E9529-68CA-4F56-BD76-ABE39797852A}" presName="parTx" presStyleLbl="revTx" presStyleIdx="4" presStyleCnt="6">
        <dgm:presLayoutVars>
          <dgm:chMax val="0"/>
          <dgm:chPref val="0"/>
        </dgm:presLayoutVars>
      </dgm:prSet>
      <dgm:spPr/>
    </dgm:pt>
    <dgm:pt modelId="{631920E9-93A4-4C7E-A86B-7344649B5418}" type="pres">
      <dgm:prSet presAssocID="{034E9529-68CA-4F56-BD76-ABE39797852A}" presName="txSpace" presStyleCnt="0"/>
      <dgm:spPr/>
    </dgm:pt>
    <dgm:pt modelId="{B6CB97B2-E7D7-48C3-AD7B-BED2751FA128}" type="pres">
      <dgm:prSet presAssocID="{034E9529-68CA-4F56-BD76-ABE39797852A}" presName="desTx" presStyleLbl="revTx" presStyleIdx="5" presStyleCnt="6">
        <dgm:presLayoutVars/>
      </dgm:prSet>
      <dgm:spPr/>
    </dgm:pt>
  </dgm:ptLst>
  <dgm:cxnLst>
    <dgm:cxn modelId="{6A0C4507-9646-48D1-86A1-EA4DCD8CFDDF}" srcId="{6C20F55B-8A77-447A-A6B5-8F97CF56F165}" destId="{034E9529-68CA-4F56-BD76-ABE39797852A}" srcOrd="2" destOrd="0" parTransId="{4165C326-15E6-42BA-8581-F9F49EE19CDD}" sibTransId="{5A3B7C84-9858-4C26-92E5-4515FB9C451F}"/>
    <dgm:cxn modelId="{12880214-FE71-442A-B3C1-05DA1DB833D0}" type="presOf" srcId="{59778496-BDB5-4880-8D31-F1E7D94C83A1}" destId="{BFA9D64A-8C46-44AF-8A37-4ADC322FABC6}" srcOrd="0" destOrd="0" presId="urn:microsoft.com/office/officeart/2018/5/layout/CenteredIconLabelDescriptionList"/>
    <dgm:cxn modelId="{8BACB725-AD1E-409E-BD77-802E27E3FD9B}" type="presOf" srcId="{6C20F55B-8A77-447A-A6B5-8F97CF56F165}" destId="{06ADA66C-2600-4542-AA25-5B3F5A7D6D94}" srcOrd="0" destOrd="0" presId="urn:microsoft.com/office/officeart/2018/5/layout/CenteredIconLabelDescriptionList"/>
    <dgm:cxn modelId="{8807742A-7B37-4177-BCF7-1A8B2AC3FFFB}" srcId="{034E9529-68CA-4F56-BD76-ABE39797852A}" destId="{E9F65B41-1697-41B8-879A-6D2113E88415}" srcOrd="1" destOrd="0" parTransId="{DB15D8E1-0B7F-4833-8743-34C7C9AA932B}" sibTransId="{960A4A44-4B77-4503-BB87-4EDFD8776D55}"/>
    <dgm:cxn modelId="{6C3AD52A-9F5A-414F-93A2-7FAA63A4808E}" type="presOf" srcId="{81B2BD90-A375-48D6-BF39-2D3694C8A0CD}" destId="{B6CB97B2-E7D7-48C3-AD7B-BED2751FA128}" srcOrd="0" destOrd="0" presId="urn:microsoft.com/office/officeart/2018/5/layout/CenteredIconLabelDescriptionList"/>
    <dgm:cxn modelId="{525E9537-E6DE-463E-BA5C-87DD060D09E2}" type="presOf" srcId="{FB814BB4-1627-4BEA-822D-8F343BA28A6B}" destId="{26A7F0A5-FEC6-45E9-955E-E0DB29567CBF}" srcOrd="0" destOrd="1" presId="urn:microsoft.com/office/officeart/2018/5/layout/CenteredIconLabelDescriptionList"/>
    <dgm:cxn modelId="{FAF7D839-9AE0-4C70-9118-DEA6222EF2FF}" type="presOf" srcId="{C9505375-8CC5-49CB-BA36-DCFC74DEAFF6}" destId="{11034CE5-1DE5-47F4-B927-0D63FCB5EACA}" srcOrd="0" destOrd="0" presId="urn:microsoft.com/office/officeart/2018/5/layout/CenteredIconLabelDescriptionList"/>
    <dgm:cxn modelId="{0814D95C-C2D8-4081-B658-1D432525C75C}" srcId="{69E04A03-B072-4918-A535-17C058B5F8B1}" destId="{C9505375-8CC5-49CB-BA36-DCFC74DEAFF6}" srcOrd="0" destOrd="0" parTransId="{762022B0-7041-4A87-BF0A-ACF76A593E25}" sibTransId="{B89002FE-7FF0-4B65-BD08-780DA53E4DEC}"/>
    <dgm:cxn modelId="{FBE78346-9DC6-4356-9205-74A674712E05}" type="presOf" srcId="{E9F65B41-1697-41B8-879A-6D2113E88415}" destId="{B6CB97B2-E7D7-48C3-AD7B-BED2751FA128}" srcOrd="0" destOrd="1" presId="urn:microsoft.com/office/officeart/2018/5/layout/CenteredIconLabelDescriptionList"/>
    <dgm:cxn modelId="{95019C4B-98CE-4312-B87B-43EF189435A6}" type="presOf" srcId="{034E9529-68CA-4F56-BD76-ABE39797852A}" destId="{1974D1F7-8534-48FC-BE8D-8E940EF3257E}" srcOrd="0" destOrd="0" presId="urn:microsoft.com/office/officeart/2018/5/layout/CenteredIconLabelDescriptionList"/>
    <dgm:cxn modelId="{0663EC70-03B4-49E9-A251-4147AB7A292D}" srcId="{6C20F55B-8A77-447A-A6B5-8F97CF56F165}" destId="{59778496-BDB5-4880-8D31-F1E7D94C83A1}" srcOrd="0" destOrd="0" parTransId="{302EC2B4-E523-4F32-B08F-C1399D2F81A4}" sibTransId="{15DEE898-F974-48CD-A66F-97EEE07A0892}"/>
    <dgm:cxn modelId="{E36DA572-FC1E-4A2D-BA78-C215085F4265}" srcId="{59778496-BDB5-4880-8D31-F1E7D94C83A1}" destId="{FB814BB4-1627-4BEA-822D-8F343BA28A6B}" srcOrd="1" destOrd="0" parTransId="{9DD289C9-659D-4091-A85E-BA00A2E9B78D}" sibTransId="{40C98B46-B454-49F3-BB68-2010078694E9}"/>
    <dgm:cxn modelId="{A5C98779-2A73-4E63-A2FA-CB6EE412CBD0}" srcId="{59778496-BDB5-4880-8D31-F1E7D94C83A1}" destId="{F2C7EAA7-C923-41BC-B162-4B9D859C3CC9}" srcOrd="0" destOrd="0" parTransId="{735E971C-6649-481C-85CE-69DC6D7DCCDB}" sibTransId="{D5E23D44-94B4-4272-963F-8F4089FCC173}"/>
    <dgm:cxn modelId="{087E71A0-6888-4F28-816F-C5D050A5CD69}" type="presOf" srcId="{69E04A03-B072-4918-A535-17C058B5F8B1}" destId="{DB2EE78B-40EB-4C5E-A11F-F75DDC88BEBA}" srcOrd="0" destOrd="0" presId="urn:microsoft.com/office/officeart/2018/5/layout/CenteredIconLabelDescriptionList"/>
    <dgm:cxn modelId="{243F03A1-5836-44AE-A4EE-3C2BAD084412}" srcId="{034E9529-68CA-4F56-BD76-ABE39797852A}" destId="{81B2BD90-A375-48D6-BF39-2D3694C8A0CD}" srcOrd="0" destOrd="0" parTransId="{82E5E8DC-660B-4993-B548-BF86794951A0}" sibTransId="{5A0FD12F-9ACB-4ED0-9FCB-7048B5A6F6D4}"/>
    <dgm:cxn modelId="{E554BBA9-E9DF-4063-916C-08B946D05A58}" type="presOf" srcId="{F2C7EAA7-C923-41BC-B162-4B9D859C3CC9}" destId="{26A7F0A5-FEC6-45E9-955E-E0DB29567CBF}" srcOrd="0" destOrd="0" presId="urn:microsoft.com/office/officeart/2018/5/layout/CenteredIconLabelDescriptionList"/>
    <dgm:cxn modelId="{244956C6-E781-4086-88C3-42D9D7D9A7B7}" srcId="{6C20F55B-8A77-447A-A6B5-8F97CF56F165}" destId="{69E04A03-B072-4918-A535-17C058B5F8B1}" srcOrd="1" destOrd="0" parTransId="{E868FF56-DB9F-4959-9F2E-7B3FBA02A35E}" sibTransId="{9F65AACC-6F44-4350-A831-8A017F1E9714}"/>
    <dgm:cxn modelId="{921CF88F-77A7-4241-9029-2C1299045C1F}" type="presParOf" srcId="{06ADA66C-2600-4542-AA25-5B3F5A7D6D94}" destId="{05EB5074-1A3D-4A38-AAB0-13CE68ACB608}" srcOrd="0" destOrd="0" presId="urn:microsoft.com/office/officeart/2018/5/layout/CenteredIconLabelDescriptionList"/>
    <dgm:cxn modelId="{453E4C5C-5C06-425F-8244-583FBD91662E}" type="presParOf" srcId="{05EB5074-1A3D-4A38-AAB0-13CE68ACB608}" destId="{46D228B0-18FE-4226-978C-AEC73FE34D85}" srcOrd="0" destOrd="0" presId="urn:microsoft.com/office/officeart/2018/5/layout/CenteredIconLabelDescriptionList"/>
    <dgm:cxn modelId="{B4EAAB4E-06BE-43CC-8B04-6A5BA2031055}" type="presParOf" srcId="{05EB5074-1A3D-4A38-AAB0-13CE68ACB608}" destId="{30895693-D08E-420E-8F63-E6A8A262FEA6}" srcOrd="1" destOrd="0" presId="urn:microsoft.com/office/officeart/2018/5/layout/CenteredIconLabelDescriptionList"/>
    <dgm:cxn modelId="{551E2D8D-AB80-4DD8-8F5D-EC4A62C6C95D}" type="presParOf" srcId="{05EB5074-1A3D-4A38-AAB0-13CE68ACB608}" destId="{BFA9D64A-8C46-44AF-8A37-4ADC322FABC6}" srcOrd="2" destOrd="0" presId="urn:microsoft.com/office/officeart/2018/5/layout/CenteredIconLabelDescriptionList"/>
    <dgm:cxn modelId="{2492A912-4DF4-4B01-9992-BE6B86F464A6}" type="presParOf" srcId="{05EB5074-1A3D-4A38-AAB0-13CE68ACB608}" destId="{F691A7E2-B6AE-4777-955F-4DCB9C11C7ED}" srcOrd="3" destOrd="0" presId="urn:microsoft.com/office/officeart/2018/5/layout/CenteredIconLabelDescriptionList"/>
    <dgm:cxn modelId="{6E976101-FD72-48CF-85D4-0A2C78E1A3BB}" type="presParOf" srcId="{05EB5074-1A3D-4A38-AAB0-13CE68ACB608}" destId="{26A7F0A5-FEC6-45E9-955E-E0DB29567CBF}" srcOrd="4" destOrd="0" presId="urn:microsoft.com/office/officeart/2018/5/layout/CenteredIconLabelDescriptionList"/>
    <dgm:cxn modelId="{201B76E1-151C-49EA-959B-BAAD2CCFF935}" type="presParOf" srcId="{06ADA66C-2600-4542-AA25-5B3F5A7D6D94}" destId="{6CDE0636-D5B2-4888-8340-B6281F1E6E9A}" srcOrd="1" destOrd="0" presId="urn:microsoft.com/office/officeart/2018/5/layout/CenteredIconLabelDescriptionList"/>
    <dgm:cxn modelId="{8C39A398-629E-4E34-A6FB-2AA65DA65D6A}" type="presParOf" srcId="{06ADA66C-2600-4542-AA25-5B3F5A7D6D94}" destId="{B1F4F648-7DF1-471D-9A6B-F5FD875C7B74}" srcOrd="2" destOrd="0" presId="urn:microsoft.com/office/officeart/2018/5/layout/CenteredIconLabelDescriptionList"/>
    <dgm:cxn modelId="{7AA32FCA-8C61-4472-98F6-A8540DE602BD}" type="presParOf" srcId="{B1F4F648-7DF1-471D-9A6B-F5FD875C7B74}" destId="{618177B4-7A4F-46A3-A7C5-072602D15F23}" srcOrd="0" destOrd="0" presId="urn:microsoft.com/office/officeart/2018/5/layout/CenteredIconLabelDescriptionList"/>
    <dgm:cxn modelId="{9E6E3685-64F2-4B82-B0FC-BD3E720B1105}" type="presParOf" srcId="{B1F4F648-7DF1-471D-9A6B-F5FD875C7B74}" destId="{684B2AF9-30D9-4B39-BBF5-F3343F2FA12D}" srcOrd="1" destOrd="0" presId="urn:microsoft.com/office/officeart/2018/5/layout/CenteredIconLabelDescriptionList"/>
    <dgm:cxn modelId="{85D5E33F-F339-4BD7-9BBB-13E3BA3B452A}" type="presParOf" srcId="{B1F4F648-7DF1-471D-9A6B-F5FD875C7B74}" destId="{DB2EE78B-40EB-4C5E-A11F-F75DDC88BEBA}" srcOrd="2" destOrd="0" presId="urn:microsoft.com/office/officeart/2018/5/layout/CenteredIconLabelDescriptionList"/>
    <dgm:cxn modelId="{8E9D1DFD-51D9-46B6-9011-C869583D101A}" type="presParOf" srcId="{B1F4F648-7DF1-471D-9A6B-F5FD875C7B74}" destId="{C1246E38-C981-4F62-B28D-C99DF8375A3E}" srcOrd="3" destOrd="0" presId="urn:microsoft.com/office/officeart/2018/5/layout/CenteredIconLabelDescriptionList"/>
    <dgm:cxn modelId="{B00A5315-0749-4672-BE2A-B039E33AE1F3}" type="presParOf" srcId="{B1F4F648-7DF1-471D-9A6B-F5FD875C7B74}" destId="{11034CE5-1DE5-47F4-B927-0D63FCB5EACA}" srcOrd="4" destOrd="0" presId="urn:microsoft.com/office/officeart/2018/5/layout/CenteredIconLabelDescriptionList"/>
    <dgm:cxn modelId="{2E68F9E3-AA79-4059-872E-0DD4E87C0B16}" type="presParOf" srcId="{06ADA66C-2600-4542-AA25-5B3F5A7D6D94}" destId="{7B5E8DD7-FC51-485B-981A-AC7F45FD2669}" srcOrd="3" destOrd="0" presId="urn:microsoft.com/office/officeart/2018/5/layout/CenteredIconLabelDescriptionList"/>
    <dgm:cxn modelId="{BC7DAF22-1DF5-4C58-8CF2-CA7E2988B576}" type="presParOf" srcId="{06ADA66C-2600-4542-AA25-5B3F5A7D6D94}" destId="{2A82D941-225E-40B9-A990-C592F8EAA88C}" srcOrd="4" destOrd="0" presId="urn:microsoft.com/office/officeart/2018/5/layout/CenteredIconLabelDescriptionList"/>
    <dgm:cxn modelId="{0F5FD0B5-AA97-49A2-BCAB-790F9A44AAA0}" type="presParOf" srcId="{2A82D941-225E-40B9-A990-C592F8EAA88C}" destId="{02F05E57-1187-4DC5-9420-39B366ABBC5D}" srcOrd="0" destOrd="0" presId="urn:microsoft.com/office/officeart/2018/5/layout/CenteredIconLabelDescriptionList"/>
    <dgm:cxn modelId="{0EDFC3E0-B1A6-4729-AB63-8D78A3150453}" type="presParOf" srcId="{2A82D941-225E-40B9-A990-C592F8EAA88C}" destId="{19C18DBD-E4D0-4FE9-B7BB-9FEF237AD182}" srcOrd="1" destOrd="0" presId="urn:microsoft.com/office/officeart/2018/5/layout/CenteredIconLabelDescriptionList"/>
    <dgm:cxn modelId="{AD17F3BA-8F89-4A5C-B81B-D1E0BEA10E97}" type="presParOf" srcId="{2A82D941-225E-40B9-A990-C592F8EAA88C}" destId="{1974D1F7-8534-48FC-BE8D-8E940EF3257E}" srcOrd="2" destOrd="0" presId="urn:microsoft.com/office/officeart/2018/5/layout/CenteredIconLabelDescriptionList"/>
    <dgm:cxn modelId="{E3C64913-D6D5-494B-AC6C-9D7823753779}" type="presParOf" srcId="{2A82D941-225E-40B9-A990-C592F8EAA88C}" destId="{631920E9-93A4-4C7E-A86B-7344649B5418}" srcOrd="3" destOrd="0" presId="urn:microsoft.com/office/officeart/2018/5/layout/CenteredIconLabelDescriptionList"/>
    <dgm:cxn modelId="{3787D2E0-22D0-429E-867C-D80BA09FB24B}" type="presParOf" srcId="{2A82D941-225E-40B9-A990-C592F8EAA88C}" destId="{B6CB97B2-E7D7-48C3-AD7B-BED2751FA12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6C20F55B-8A77-447A-A6B5-8F97CF56F16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EDC1C34-4DB6-493A-A715-10B8C3D1A9D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BIND Nodes</a:t>
          </a:r>
          <a:endParaRPr lang="en-US"/>
        </a:p>
      </dgm:t>
    </dgm:pt>
    <dgm:pt modelId="{D66B9C1D-88F8-4613-A712-1A44809AE318}" type="parTrans" cxnId="{88BF510D-3A20-4072-8161-5FD3D131FAD5}">
      <dgm:prSet/>
      <dgm:spPr/>
      <dgm:t>
        <a:bodyPr/>
        <a:lstStyle/>
        <a:p>
          <a:endParaRPr lang="en-US" sz="2400"/>
        </a:p>
      </dgm:t>
    </dgm:pt>
    <dgm:pt modelId="{AF62C9D6-274F-4EBB-81E4-7B3CCBBA5080}" type="sibTrans" cxnId="{88BF510D-3A20-4072-8161-5FD3D131FAD5}">
      <dgm:prSet/>
      <dgm:spPr/>
      <dgm:t>
        <a:bodyPr/>
        <a:lstStyle/>
        <a:p>
          <a:endParaRPr lang="en-US"/>
        </a:p>
      </dgm:t>
    </dgm:pt>
    <dgm:pt modelId="{9C3D8945-8DC7-4D49-BF25-FA459726A4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of the DNS seeds are custom implementations of BIND</a:t>
          </a:r>
        </a:p>
      </dgm:t>
    </dgm:pt>
    <dgm:pt modelId="{24A761AC-8027-42D0-AE56-26E6003CFDCF}" type="parTrans" cxnId="{E0A14EAA-19B1-4F82-8106-40951F78E860}">
      <dgm:prSet/>
      <dgm:spPr/>
      <dgm:t>
        <a:bodyPr/>
        <a:lstStyle/>
        <a:p>
          <a:endParaRPr lang="en-US" sz="2400"/>
        </a:p>
      </dgm:t>
    </dgm:pt>
    <dgm:pt modelId="{6B86775B-42A0-4880-869A-53C00D3ADACE}" type="sibTrans" cxnId="{E0A14EAA-19B1-4F82-8106-40951F78E860}">
      <dgm:prSet/>
      <dgm:spPr/>
      <dgm:t>
        <a:bodyPr/>
        <a:lstStyle/>
        <a:p>
          <a:endParaRPr lang="en-US"/>
        </a:p>
      </dgm:t>
    </dgm:pt>
    <dgm:pt modelId="{FF441F72-FC90-4029-BF8B-E659D189D5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BIND</a:t>
          </a:r>
        </a:p>
      </dgm:t>
    </dgm:pt>
    <dgm:pt modelId="{95A42704-34CD-43EF-928E-26FCCA2B978F}" type="parTrans" cxnId="{77557887-DEC2-4BC1-BFBB-4A956D74B1BB}">
      <dgm:prSet/>
      <dgm:spPr/>
      <dgm:t>
        <a:bodyPr/>
        <a:lstStyle/>
        <a:p>
          <a:endParaRPr lang="en-US" sz="2400"/>
        </a:p>
      </dgm:t>
    </dgm:pt>
    <dgm:pt modelId="{990E967F-71AC-48CC-A9C2-6FAAC113D0A3}" type="sibTrans" cxnId="{77557887-DEC2-4BC1-BFBB-4A956D74B1BB}">
      <dgm:prSet/>
      <dgm:spPr/>
      <dgm:t>
        <a:bodyPr/>
        <a:lstStyle/>
        <a:p>
          <a:endParaRPr lang="en-US"/>
        </a:p>
      </dgm:t>
    </dgm:pt>
    <dgm:pt modelId="{9CF4BB37-2355-4758-AEB9-03F23115498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collected by a crawler or a long-running bitcoin node.</a:t>
          </a:r>
        </a:p>
      </dgm:t>
    </dgm:pt>
    <dgm:pt modelId="{2E1067CB-3EB6-4946-BD8F-B87C88E50507}" type="parTrans" cxnId="{6226BF60-3ECD-4D20-9923-8886FCDA28A4}">
      <dgm:prSet/>
      <dgm:spPr/>
      <dgm:t>
        <a:bodyPr/>
        <a:lstStyle/>
        <a:p>
          <a:endParaRPr lang="en-US" sz="2400"/>
        </a:p>
      </dgm:t>
    </dgm:pt>
    <dgm:pt modelId="{0E4B0143-A859-48C9-A74E-5D5275D6F1DA}" type="sibTrans" cxnId="{6226BF60-3ECD-4D20-9923-8886FCDA28A4}">
      <dgm:prSet/>
      <dgm:spPr/>
      <dgm:t>
        <a:bodyPr/>
        <a:lstStyle/>
        <a:p>
          <a:endParaRPr lang="en-US"/>
        </a:p>
      </dgm:t>
    </dgm:pt>
    <dgm:pt modelId="{4633A37B-AA6A-48FA-8303-729EDB44C5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return a random subset from a list of bitcoin</a:t>
          </a:r>
          <a:r>
            <a:rPr lang="tr-TR"/>
            <a:t> </a:t>
          </a:r>
          <a:r>
            <a:rPr lang="en-US"/>
            <a:t>node addresses </a:t>
          </a:r>
        </a:p>
      </dgm:t>
    </dgm:pt>
    <dgm:pt modelId="{43F5625C-007F-4FDF-842E-2E83DDDDCE3A}" type="parTrans" cxnId="{2FB65E31-9EDA-45A7-B45F-D23E1C53BF0F}">
      <dgm:prSet/>
      <dgm:spPr/>
      <dgm:t>
        <a:bodyPr/>
        <a:lstStyle/>
        <a:p>
          <a:endParaRPr lang="en-US"/>
        </a:p>
      </dgm:t>
    </dgm:pt>
    <dgm:pt modelId="{658B40DA-0ED8-4578-B603-8254DF44ED90}" type="sibTrans" cxnId="{2FB65E31-9EDA-45A7-B45F-D23E1C53BF0F}">
      <dgm:prSet/>
      <dgm:spPr/>
      <dgm:t>
        <a:bodyPr/>
        <a:lstStyle/>
        <a:p>
          <a:endParaRPr lang="en-US"/>
        </a:p>
      </dgm:t>
    </dgm:pt>
    <dgm:pt modelId="{45A7C468-637E-481D-8AEC-F487108DCA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Berkeley Internet Name Daemon</a:t>
          </a:r>
        </a:p>
      </dgm:t>
    </dgm:pt>
    <dgm:pt modelId="{FAB88A2E-BC6D-4A34-9188-A162351B28A7}" type="parTrans" cxnId="{CB952E63-AC55-4A47-B1D5-56A1870B2D2E}">
      <dgm:prSet/>
      <dgm:spPr/>
      <dgm:t>
        <a:bodyPr/>
        <a:lstStyle/>
        <a:p>
          <a:endParaRPr lang="en-US"/>
        </a:p>
      </dgm:t>
    </dgm:pt>
    <dgm:pt modelId="{0DAF2BC7-3595-424D-8454-159B02897E6D}" type="sibTrans" cxnId="{CB952E63-AC55-4A47-B1D5-56A1870B2D2E}">
      <dgm:prSet/>
      <dgm:spPr/>
      <dgm:t>
        <a:bodyPr/>
        <a:lstStyle/>
        <a:p>
          <a:endParaRPr lang="en-US"/>
        </a:p>
      </dgm:t>
    </dgm:pt>
    <dgm:pt modelId="{06ADA66C-2600-4542-AA25-5B3F5A7D6D94}" type="pres">
      <dgm:prSet presAssocID="{6C20F55B-8A77-447A-A6B5-8F97CF56F165}" presName="root" presStyleCnt="0">
        <dgm:presLayoutVars>
          <dgm:dir/>
          <dgm:resizeHandles val="exact"/>
        </dgm:presLayoutVars>
      </dgm:prSet>
      <dgm:spPr/>
    </dgm:pt>
    <dgm:pt modelId="{19399319-0302-4F34-BD40-BCD929D123A7}" type="pres">
      <dgm:prSet presAssocID="{7EDC1C34-4DB6-493A-A715-10B8C3D1A9D2}" presName="compNode" presStyleCnt="0"/>
      <dgm:spPr/>
    </dgm:pt>
    <dgm:pt modelId="{C892651C-96F1-4F5D-BDB0-11EF54AE38DD}" type="pres">
      <dgm:prSet presAssocID="{7EDC1C34-4DB6-493A-A715-10B8C3D1A9D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ternal XAML"/>
        </a:ext>
      </dgm:extLst>
    </dgm:pt>
    <dgm:pt modelId="{76F02022-1DB5-40D7-855A-610EA12A748C}" type="pres">
      <dgm:prSet presAssocID="{7EDC1C34-4DB6-493A-A715-10B8C3D1A9D2}" presName="iconSpace" presStyleCnt="0"/>
      <dgm:spPr/>
    </dgm:pt>
    <dgm:pt modelId="{41AA56E5-EDA4-4422-ACC2-BD04D171D428}" type="pres">
      <dgm:prSet presAssocID="{7EDC1C34-4DB6-493A-A715-10B8C3D1A9D2}" presName="parTx" presStyleLbl="revTx" presStyleIdx="0" presStyleCnt="4">
        <dgm:presLayoutVars>
          <dgm:chMax val="0"/>
          <dgm:chPref val="0"/>
        </dgm:presLayoutVars>
      </dgm:prSet>
      <dgm:spPr/>
    </dgm:pt>
    <dgm:pt modelId="{B47B1595-3860-4D65-AFA8-E28915369B69}" type="pres">
      <dgm:prSet presAssocID="{7EDC1C34-4DB6-493A-A715-10B8C3D1A9D2}" presName="txSpace" presStyleCnt="0"/>
      <dgm:spPr/>
    </dgm:pt>
    <dgm:pt modelId="{8B911603-4025-4D1E-866D-1552932569F8}" type="pres">
      <dgm:prSet presAssocID="{7EDC1C34-4DB6-493A-A715-10B8C3D1A9D2}" presName="desTx" presStyleLbl="revTx" presStyleIdx="1" presStyleCnt="4">
        <dgm:presLayoutVars/>
      </dgm:prSet>
      <dgm:spPr/>
    </dgm:pt>
    <dgm:pt modelId="{1A1D36A9-0C86-4CEE-B5B8-A57435A8F3BA}" type="pres">
      <dgm:prSet presAssocID="{AF62C9D6-274F-4EBB-81E4-7B3CCBBA5080}" presName="sibTrans" presStyleCnt="0"/>
      <dgm:spPr/>
    </dgm:pt>
    <dgm:pt modelId="{414CC9E4-5288-4971-AA06-4404BDF9F4B8}" type="pres">
      <dgm:prSet presAssocID="{FF441F72-FC90-4029-BF8B-E659D189D5FC}" presName="compNode" presStyleCnt="0"/>
      <dgm:spPr/>
    </dgm:pt>
    <dgm:pt modelId="{9A7178D2-89F1-49CB-9E2E-FE9993921E74}" type="pres">
      <dgm:prSet presAssocID="{FF441F72-FC90-4029-BF8B-E659D189D5F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900D71A1-B509-444E-ADE3-CC4C8994C771}" type="pres">
      <dgm:prSet presAssocID="{FF441F72-FC90-4029-BF8B-E659D189D5FC}" presName="iconSpace" presStyleCnt="0"/>
      <dgm:spPr/>
    </dgm:pt>
    <dgm:pt modelId="{AEBF16EE-83EA-44DB-8EE3-94F59A965E17}" type="pres">
      <dgm:prSet presAssocID="{FF441F72-FC90-4029-BF8B-E659D189D5FC}" presName="parTx" presStyleLbl="revTx" presStyleIdx="2" presStyleCnt="4">
        <dgm:presLayoutVars>
          <dgm:chMax val="0"/>
          <dgm:chPref val="0"/>
        </dgm:presLayoutVars>
      </dgm:prSet>
      <dgm:spPr/>
    </dgm:pt>
    <dgm:pt modelId="{D7A939EA-FA74-48F9-8418-BC93AD2EFBD7}" type="pres">
      <dgm:prSet presAssocID="{FF441F72-FC90-4029-BF8B-E659D189D5FC}" presName="txSpace" presStyleCnt="0"/>
      <dgm:spPr/>
    </dgm:pt>
    <dgm:pt modelId="{1E398BA2-5AA0-48FA-A7B2-708F6EBC4336}" type="pres">
      <dgm:prSet presAssocID="{FF441F72-FC90-4029-BF8B-E659D189D5FC}" presName="desTx" presStyleLbl="revTx" presStyleIdx="3" presStyleCnt="4">
        <dgm:presLayoutVars/>
      </dgm:prSet>
      <dgm:spPr/>
    </dgm:pt>
  </dgm:ptLst>
  <dgm:cxnLst>
    <dgm:cxn modelId="{E858E607-8780-481A-BD4D-7245902BCE42}" type="presOf" srcId="{FF441F72-FC90-4029-BF8B-E659D189D5FC}" destId="{AEBF16EE-83EA-44DB-8EE3-94F59A965E17}" srcOrd="0" destOrd="0" presId="urn:microsoft.com/office/officeart/2018/5/layout/CenteredIconLabelDescriptionList"/>
    <dgm:cxn modelId="{88BF510D-3A20-4072-8161-5FD3D131FAD5}" srcId="{6C20F55B-8A77-447A-A6B5-8F97CF56F165}" destId="{7EDC1C34-4DB6-493A-A715-10B8C3D1A9D2}" srcOrd="0" destOrd="0" parTransId="{D66B9C1D-88F8-4613-A712-1A44809AE318}" sibTransId="{AF62C9D6-274F-4EBB-81E4-7B3CCBBA5080}"/>
    <dgm:cxn modelId="{8BACB725-AD1E-409E-BD77-802E27E3FD9B}" type="presOf" srcId="{6C20F55B-8A77-447A-A6B5-8F97CF56F165}" destId="{06ADA66C-2600-4542-AA25-5B3F5A7D6D94}" srcOrd="0" destOrd="0" presId="urn:microsoft.com/office/officeart/2018/5/layout/CenteredIconLabelDescriptionList"/>
    <dgm:cxn modelId="{2FB65E31-9EDA-45A7-B45F-D23E1C53BF0F}" srcId="{FF441F72-FC90-4029-BF8B-E659D189D5FC}" destId="{4633A37B-AA6A-48FA-8303-729EDB44C51E}" srcOrd="1" destOrd="0" parTransId="{43F5625C-007F-4FDF-842E-2E83DDDDCE3A}" sibTransId="{658B40DA-0ED8-4578-B603-8254DF44ED90}"/>
    <dgm:cxn modelId="{7EBC0037-518D-451E-AD2C-D912F234BD3A}" type="presOf" srcId="{9C3D8945-8DC7-4D49-BF25-FA459726A415}" destId="{8B911603-4025-4D1E-866D-1552932569F8}" srcOrd="0" destOrd="0" presId="urn:microsoft.com/office/officeart/2018/5/layout/CenteredIconLabelDescriptionList"/>
    <dgm:cxn modelId="{6226BF60-3ECD-4D20-9923-8886FCDA28A4}" srcId="{FF441F72-FC90-4029-BF8B-E659D189D5FC}" destId="{9CF4BB37-2355-4758-AEB9-03F23115498E}" srcOrd="2" destOrd="0" parTransId="{2E1067CB-3EB6-4946-BD8F-B87C88E50507}" sibTransId="{0E4B0143-A859-48C9-A74E-5D5275D6F1DA}"/>
    <dgm:cxn modelId="{CB952E63-AC55-4A47-B1D5-56A1870B2D2E}" srcId="{FF441F72-FC90-4029-BF8B-E659D189D5FC}" destId="{45A7C468-637E-481D-8AEC-F487108DCAD1}" srcOrd="0" destOrd="0" parTransId="{FAB88A2E-BC6D-4A34-9188-A162351B28A7}" sibTransId="{0DAF2BC7-3595-424D-8454-159B02897E6D}"/>
    <dgm:cxn modelId="{020C8571-F356-4EE4-93D9-529F43BA2E04}" type="presOf" srcId="{4633A37B-AA6A-48FA-8303-729EDB44C51E}" destId="{1E398BA2-5AA0-48FA-A7B2-708F6EBC4336}" srcOrd="0" destOrd="1" presId="urn:microsoft.com/office/officeart/2018/5/layout/CenteredIconLabelDescriptionList"/>
    <dgm:cxn modelId="{77557887-DEC2-4BC1-BFBB-4A956D74B1BB}" srcId="{6C20F55B-8A77-447A-A6B5-8F97CF56F165}" destId="{FF441F72-FC90-4029-BF8B-E659D189D5FC}" srcOrd="1" destOrd="0" parTransId="{95A42704-34CD-43EF-928E-26FCCA2B978F}" sibTransId="{990E967F-71AC-48CC-A9C2-6FAAC113D0A3}"/>
    <dgm:cxn modelId="{7C664298-BE51-4C36-920D-DD30B1F3BB5C}" type="presOf" srcId="{7EDC1C34-4DB6-493A-A715-10B8C3D1A9D2}" destId="{41AA56E5-EDA4-4422-ACC2-BD04D171D428}" srcOrd="0" destOrd="0" presId="urn:microsoft.com/office/officeart/2018/5/layout/CenteredIconLabelDescriptionList"/>
    <dgm:cxn modelId="{E0A14EAA-19B1-4F82-8106-40951F78E860}" srcId="{7EDC1C34-4DB6-493A-A715-10B8C3D1A9D2}" destId="{9C3D8945-8DC7-4D49-BF25-FA459726A415}" srcOrd="0" destOrd="0" parTransId="{24A761AC-8027-42D0-AE56-26E6003CFDCF}" sibTransId="{6B86775B-42A0-4880-869A-53C00D3ADACE}"/>
    <dgm:cxn modelId="{065C46CC-7FB6-428E-868A-37BB861941BC}" type="presOf" srcId="{9CF4BB37-2355-4758-AEB9-03F23115498E}" destId="{1E398BA2-5AA0-48FA-A7B2-708F6EBC4336}" srcOrd="0" destOrd="2" presId="urn:microsoft.com/office/officeart/2018/5/layout/CenteredIconLabelDescriptionList"/>
    <dgm:cxn modelId="{703680EF-AF36-4EE8-945C-E98B5230A7C3}" type="presOf" srcId="{45A7C468-637E-481D-8AEC-F487108DCAD1}" destId="{1E398BA2-5AA0-48FA-A7B2-708F6EBC4336}" srcOrd="0" destOrd="0" presId="urn:microsoft.com/office/officeart/2018/5/layout/CenteredIconLabelDescriptionList"/>
    <dgm:cxn modelId="{C87C46AA-BBC2-486A-8AFD-1C457A50A150}" type="presParOf" srcId="{06ADA66C-2600-4542-AA25-5B3F5A7D6D94}" destId="{19399319-0302-4F34-BD40-BCD929D123A7}" srcOrd="0" destOrd="0" presId="urn:microsoft.com/office/officeart/2018/5/layout/CenteredIconLabelDescriptionList"/>
    <dgm:cxn modelId="{3FCB3C17-95AF-447A-91AB-4D5ACFD4A458}" type="presParOf" srcId="{19399319-0302-4F34-BD40-BCD929D123A7}" destId="{C892651C-96F1-4F5D-BDB0-11EF54AE38DD}" srcOrd="0" destOrd="0" presId="urn:microsoft.com/office/officeart/2018/5/layout/CenteredIconLabelDescriptionList"/>
    <dgm:cxn modelId="{A6262428-A2DC-462C-A066-61669519D342}" type="presParOf" srcId="{19399319-0302-4F34-BD40-BCD929D123A7}" destId="{76F02022-1DB5-40D7-855A-610EA12A748C}" srcOrd="1" destOrd="0" presId="urn:microsoft.com/office/officeart/2018/5/layout/CenteredIconLabelDescriptionList"/>
    <dgm:cxn modelId="{4F2DC452-C166-489A-96D4-3EA6371F8A13}" type="presParOf" srcId="{19399319-0302-4F34-BD40-BCD929D123A7}" destId="{41AA56E5-EDA4-4422-ACC2-BD04D171D428}" srcOrd="2" destOrd="0" presId="urn:microsoft.com/office/officeart/2018/5/layout/CenteredIconLabelDescriptionList"/>
    <dgm:cxn modelId="{E99D675A-6933-46A9-A999-8FBE581B8F73}" type="presParOf" srcId="{19399319-0302-4F34-BD40-BCD929D123A7}" destId="{B47B1595-3860-4D65-AFA8-E28915369B69}" srcOrd="3" destOrd="0" presId="urn:microsoft.com/office/officeart/2018/5/layout/CenteredIconLabelDescriptionList"/>
    <dgm:cxn modelId="{EE6496D5-047E-450A-9CEB-53D0E6B2AABC}" type="presParOf" srcId="{19399319-0302-4F34-BD40-BCD929D123A7}" destId="{8B911603-4025-4D1E-866D-1552932569F8}" srcOrd="4" destOrd="0" presId="urn:microsoft.com/office/officeart/2018/5/layout/CenteredIconLabelDescriptionList"/>
    <dgm:cxn modelId="{A5DE0911-6906-49BD-8A78-CFDB0F582FFC}" type="presParOf" srcId="{06ADA66C-2600-4542-AA25-5B3F5A7D6D94}" destId="{1A1D36A9-0C86-4CEE-B5B8-A57435A8F3BA}" srcOrd="1" destOrd="0" presId="urn:microsoft.com/office/officeart/2018/5/layout/CenteredIconLabelDescriptionList"/>
    <dgm:cxn modelId="{2C75887E-2EED-46DE-9162-3E96474CCD98}" type="presParOf" srcId="{06ADA66C-2600-4542-AA25-5B3F5A7D6D94}" destId="{414CC9E4-5288-4971-AA06-4404BDF9F4B8}" srcOrd="2" destOrd="0" presId="urn:microsoft.com/office/officeart/2018/5/layout/CenteredIconLabelDescriptionList"/>
    <dgm:cxn modelId="{E91C2E8F-0F2B-4847-8215-B65F799C4E8C}" type="presParOf" srcId="{414CC9E4-5288-4971-AA06-4404BDF9F4B8}" destId="{9A7178D2-89F1-49CB-9E2E-FE9993921E74}" srcOrd="0" destOrd="0" presId="urn:microsoft.com/office/officeart/2018/5/layout/CenteredIconLabelDescriptionList"/>
    <dgm:cxn modelId="{77A62715-23F0-4362-9636-8C174AF5E881}" type="presParOf" srcId="{414CC9E4-5288-4971-AA06-4404BDF9F4B8}" destId="{900D71A1-B509-444E-ADE3-CC4C8994C771}" srcOrd="1" destOrd="0" presId="urn:microsoft.com/office/officeart/2018/5/layout/CenteredIconLabelDescriptionList"/>
    <dgm:cxn modelId="{91E122F2-C214-496D-BDCC-833F91D807F3}" type="presParOf" srcId="{414CC9E4-5288-4971-AA06-4404BDF9F4B8}" destId="{AEBF16EE-83EA-44DB-8EE3-94F59A965E17}" srcOrd="2" destOrd="0" presId="urn:microsoft.com/office/officeart/2018/5/layout/CenteredIconLabelDescriptionList"/>
    <dgm:cxn modelId="{92797408-1819-439A-B45C-FF38C3844479}" type="presParOf" srcId="{414CC9E4-5288-4971-AA06-4404BDF9F4B8}" destId="{D7A939EA-FA74-48F9-8418-BC93AD2EFBD7}" srcOrd="3" destOrd="0" presId="urn:microsoft.com/office/officeart/2018/5/layout/CenteredIconLabelDescriptionList"/>
    <dgm:cxn modelId="{9AF41922-D032-4BF8-A563-456A748BEEB2}" type="presParOf" srcId="{414CC9E4-5288-4971-AA06-4404BDF9F4B8}" destId="{1E398BA2-5AA0-48FA-A7B2-708F6EBC433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05B0521A-07A2-4291-AB23-A5D5520CE1A2}" type="doc">
      <dgm:prSet loTypeId="urn:microsoft.com/office/officeart/2005/8/layout/lProcess2" loCatId="list" qsTypeId="urn:microsoft.com/office/officeart/2005/8/quickstyle/simple1" qsCatId="simple" csTypeId="urn:microsoft.com/office/officeart/2005/8/colors/colorful4" csCatId="colorful" phldr="1"/>
      <dgm:spPr/>
      <dgm:t>
        <a:bodyPr/>
        <a:lstStyle/>
        <a:p>
          <a:endParaRPr lang="en-US"/>
        </a:p>
      </dgm:t>
    </dgm:pt>
    <dgm:pt modelId="{63C5C42D-4D29-4018-BD78-C8E8A46CD212}">
      <dgm:prSet/>
      <dgm:spPr/>
      <dgm:t>
        <a:bodyPr/>
        <a:lstStyle/>
        <a:p>
          <a:r>
            <a:rPr lang="tr-TR" dirty="0" err="1"/>
            <a:t>Bitcoin</a:t>
          </a:r>
          <a:r>
            <a:rPr lang="tr-TR" dirty="0"/>
            <a:t> </a:t>
          </a:r>
          <a:r>
            <a:rPr lang="tr-TR" dirty="0" err="1"/>
            <a:t>Core</a:t>
          </a:r>
          <a:endParaRPr lang="en-US" dirty="0"/>
        </a:p>
      </dgm:t>
    </dgm:pt>
    <dgm:pt modelId="{83E4B78A-7F06-4FA7-B8BB-D98BE62AF698}" type="parTrans" cxnId="{1F8CE5C7-FD71-4CF1-B84A-2A6A2C5DE208}">
      <dgm:prSet/>
      <dgm:spPr/>
      <dgm:t>
        <a:bodyPr/>
        <a:lstStyle/>
        <a:p>
          <a:endParaRPr lang="en-US"/>
        </a:p>
      </dgm:t>
    </dgm:pt>
    <dgm:pt modelId="{2D5DB412-3148-4764-AFA4-ADB19EB21A88}" type="sibTrans" cxnId="{1F8CE5C7-FD71-4CF1-B84A-2A6A2C5DE208}">
      <dgm:prSet/>
      <dgm:spPr/>
      <dgm:t>
        <a:bodyPr/>
        <a:lstStyle/>
        <a:p>
          <a:endParaRPr lang="en-US"/>
        </a:p>
      </dgm:t>
    </dgm:pt>
    <dgm:pt modelId="{44CFBE88-61F2-46C6-A7B8-25000E05574A}">
      <dgm:prSet/>
      <dgm:spPr/>
      <dgm:t>
        <a:bodyPr/>
        <a:lstStyle/>
        <a:p>
          <a:r>
            <a:rPr lang="tr-TR" dirty="0"/>
            <a:t>The Bitcoin </a:t>
          </a:r>
          <a:r>
            <a:rPr lang="en-US" dirty="0"/>
            <a:t>Core client contains</a:t>
          </a:r>
        </a:p>
      </dgm:t>
    </dgm:pt>
    <dgm:pt modelId="{489BAECA-92A8-44C0-966B-5B9AAFF1B731}" type="parTrans" cxnId="{D4A0D34F-B46C-4331-9C49-F881CDB2667E}">
      <dgm:prSet/>
      <dgm:spPr/>
      <dgm:t>
        <a:bodyPr/>
        <a:lstStyle/>
        <a:p>
          <a:endParaRPr lang="en-US"/>
        </a:p>
      </dgm:t>
    </dgm:pt>
    <dgm:pt modelId="{C3F6A4D7-C733-4807-8765-F559A8EFFD74}" type="sibTrans" cxnId="{D4A0D34F-B46C-4331-9C49-F881CDB2667E}">
      <dgm:prSet/>
      <dgm:spPr/>
      <dgm:t>
        <a:bodyPr/>
        <a:lstStyle/>
        <a:p>
          <a:endParaRPr lang="en-US"/>
        </a:p>
      </dgm:t>
    </dgm:pt>
    <dgm:pt modelId="{D3BB26B8-8989-4E1C-AD64-8F9C041DE453}">
      <dgm:prSet/>
      <dgm:spPr/>
      <dgm:t>
        <a:bodyPr/>
        <a:lstStyle/>
        <a:p>
          <a:r>
            <a:rPr lang="tr-TR"/>
            <a:t>Reliability</a:t>
          </a:r>
          <a:endParaRPr lang="en-US"/>
        </a:p>
      </dgm:t>
    </dgm:pt>
    <dgm:pt modelId="{5BB4FF59-5560-42E4-BF77-A9EACA5EFA1F}" type="parTrans" cxnId="{DCC16F6C-1C48-4D15-9A06-83F1714FBCA2}">
      <dgm:prSet/>
      <dgm:spPr/>
      <dgm:t>
        <a:bodyPr/>
        <a:lstStyle/>
        <a:p>
          <a:endParaRPr lang="en-US"/>
        </a:p>
      </dgm:t>
    </dgm:pt>
    <dgm:pt modelId="{D8A2EB1E-2E3F-4169-B3E8-B05087986091}" type="sibTrans" cxnId="{DCC16F6C-1C48-4D15-9A06-83F1714FBCA2}">
      <dgm:prSet/>
      <dgm:spPr/>
      <dgm:t>
        <a:bodyPr/>
        <a:lstStyle/>
        <a:p>
          <a:endParaRPr lang="en-US"/>
        </a:p>
      </dgm:t>
    </dgm:pt>
    <dgm:pt modelId="{FD3F28F5-48A1-4265-8978-EF3E2057038A}">
      <dgm:prSet/>
      <dgm:spPr/>
      <dgm:t>
        <a:bodyPr/>
        <a:lstStyle/>
        <a:p>
          <a:r>
            <a:rPr lang="tr-TR" dirty="0" err="1"/>
            <a:t>the</a:t>
          </a:r>
          <a:r>
            <a:rPr lang="en-US" dirty="0"/>
            <a:t> diversity of ownership</a:t>
          </a:r>
        </a:p>
      </dgm:t>
    </dgm:pt>
    <dgm:pt modelId="{810D3BC9-6BE5-4F0E-9D3A-859AEAB20C07}" type="parTrans" cxnId="{B3F83EF9-52D6-4891-97B0-B22EFD05FBDE}">
      <dgm:prSet/>
      <dgm:spPr/>
      <dgm:t>
        <a:bodyPr/>
        <a:lstStyle/>
        <a:p>
          <a:endParaRPr lang="en-US"/>
        </a:p>
      </dgm:t>
    </dgm:pt>
    <dgm:pt modelId="{85DF1050-74E9-4C99-9CF0-CFB731310A84}" type="sibTrans" cxnId="{B3F83EF9-52D6-4891-97B0-B22EFD05FBDE}">
      <dgm:prSet/>
      <dgm:spPr/>
      <dgm:t>
        <a:bodyPr/>
        <a:lstStyle/>
        <a:p>
          <a:endParaRPr lang="en-US"/>
        </a:p>
      </dgm:t>
    </dgm:pt>
    <dgm:pt modelId="{C46209DB-65D5-4E88-BB08-C4D8AC847047}">
      <dgm:prSet/>
      <dgm:spPr/>
      <dgm:t>
        <a:bodyPr/>
        <a:lstStyle/>
        <a:p>
          <a:r>
            <a:rPr lang="en-US"/>
            <a:t>-dnsseed </a:t>
          </a:r>
        </a:p>
      </dgm:t>
    </dgm:pt>
    <dgm:pt modelId="{C78D2F10-A21F-4DB2-8614-44225FABD7AD}" type="parTrans" cxnId="{A7409E8E-E421-459F-B2FA-347F4697749F}">
      <dgm:prSet/>
      <dgm:spPr/>
      <dgm:t>
        <a:bodyPr/>
        <a:lstStyle/>
        <a:p>
          <a:endParaRPr lang="en-US"/>
        </a:p>
      </dgm:t>
    </dgm:pt>
    <dgm:pt modelId="{E3DF264F-FBA8-4AC7-9D66-1D8B5B6A08E8}" type="sibTrans" cxnId="{A7409E8E-E421-459F-B2FA-347F4697749F}">
      <dgm:prSet/>
      <dgm:spPr/>
      <dgm:t>
        <a:bodyPr/>
        <a:lstStyle/>
        <a:p>
          <a:endParaRPr lang="en-US"/>
        </a:p>
      </dgm:t>
    </dgm:pt>
    <dgm:pt modelId="{9EA94FFC-DCFE-4ED8-94B4-160C41B966BA}">
      <dgm:prSet/>
      <dgm:spPr/>
      <dgm:t>
        <a:bodyPr/>
        <a:lstStyle/>
        <a:p>
          <a:r>
            <a:rPr lang="en-US" dirty="0"/>
            <a:t>the option</a:t>
          </a:r>
          <a:r>
            <a:rPr lang="tr-TR" dirty="0"/>
            <a:t> </a:t>
          </a:r>
          <a:r>
            <a:rPr lang="en-US" dirty="0"/>
            <a:t>to use the DNS seeds </a:t>
          </a:r>
        </a:p>
      </dgm:t>
    </dgm:pt>
    <dgm:pt modelId="{75606BDD-B6DD-46A9-8CCF-FCC44D63E9A0}" type="parTrans" cxnId="{4777265F-0DB3-431F-A149-3FF0963AFC4D}">
      <dgm:prSet/>
      <dgm:spPr/>
      <dgm:t>
        <a:bodyPr/>
        <a:lstStyle/>
        <a:p>
          <a:endParaRPr lang="en-US"/>
        </a:p>
      </dgm:t>
    </dgm:pt>
    <dgm:pt modelId="{A5F65E66-86C3-4BAE-841F-49CC9CCF17D4}" type="sibTrans" cxnId="{4777265F-0DB3-431F-A149-3FF0963AFC4D}">
      <dgm:prSet/>
      <dgm:spPr/>
      <dgm:t>
        <a:bodyPr/>
        <a:lstStyle/>
        <a:p>
          <a:endParaRPr lang="en-US"/>
        </a:p>
      </dgm:t>
    </dgm:pt>
    <dgm:pt modelId="{9A6EEF3B-C2FE-4FAC-ADA3-3AE79C21D7FE}">
      <dgm:prSet/>
      <dgm:spPr/>
      <dgm:t>
        <a:bodyPr/>
        <a:lstStyle/>
        <a:p>
          <a:r>
            <a:rPr lang="en-US" dirty="0"/>
            <a:t>set to 1 by default,</a:t>
          </a:r>
          <a:r>
            <a:rPr lang="tr-TR" dirty="0"/>
            <a:t> </a:t>
          </a:r>
          <a:r>
            <a:rPr lang="en-US" dirty="0"/>
            <a:t>to use the DNS seed</a:t>
          </a:r>
        </a:p>
      </dgm:t>
    </dgm:pt>
    <dgm:pt modelId="{CC74FF41-59BA-49CB-8333-7DFE163118E7}" type="parTrans" cxnId="{E9D9BD48-4C91-44CE-A28F-B7AF7773D308}">
      <dgm:prSet/>
      <dgm:spPr/>
      <dgm:t>
        <a:bodyPr/>
        <a:lstStyle/>
        <a:p>
          <a:endParaRPr lang="en-US"/>
        </a:p>
      </dgm:t>
    </dgm:pt>
    <dgm:pt modelId="{63E49BCC-D303-4431-B540-CD1176A48BE9}" type="sibTrans" cxnId="{E9D9BD48-4C91-44CE-A28F-B7AF7773D308}">
      <dgm:prSet/>
      <dgm:spPr/>
      <dgm:t>
        <a:bodyPr/>
        <a:lstStyle/>
        <a:p>
          <a:endParaRPr lang="en-US"/>
        </a:p>
      </dgm:t>
    </dgm:pt>
    <dgm:pt modelId="{69AFF5C8-96B3-42D1-B675-AA4820E10007}">
      <dgm:prSet/>
      <dgm:spPr/>
      <dgm:t>
        <a:bodyPr/>
        <a:lstStyle/>
        <a:p>
          <a:r>
            <a:rPr lang="en-US" dirty="0"/>
            <a:t>the names of </a:t>
          </a:r>
          <a:r>
            <a:rPr lang="tr-TR" dirty="0"/>
            <a:t>5</a:t>
          </a:r>
          <a:r>
            <a:rPr lang="en-US" dirty="0"/>
            <a:t> different DNS seeds</a:t>
          </a:r>
        </a:p>
      </dgm:t>
    </dgm:pt>
    <dgm:pt modelId="{11E0ED74-7531-45CD-A817-6CF3FAAD8EFB}" type="parTrans" cxnId="{07FF4B4A-6BD2-43E4-BA74-A5787F8D5F14}">
      <dgm:prSet/>
      <dgm:spPr/>
    </dgm:pt>
    <dgm:pt modelId="{6B88B5AD-E228-46AB-8063-FF3628157FF2}" type="sibTrans" cxnId="{07FF4B4A-6BD2-43E4-BA74-A5787F8D5F14}">
      <dgm:prSet/>
      <dgm:spPr/>
    </dgm:pt>
    <dgm:pt modelId="{2A1C59D8-1838-4844-85D4-7EDE83428D4D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</a:t>
          </a:r>
          <a:r>
            <a:rPr lang="en-US" dirty="0"/>
            <a:t>diversity of implementation of the different DNS seeds </a:t>
          </a:r>
        </a:p>
      </dgm:t>
    </dgm:pt>
    <dgm:pt modelId="{AE41B6A1-05AD-47C4-8535-74B0A81ED295}" type="parTrans" cxnId="{A474FD66-A8A9-418A-90E7-4F22BDF47A20}">
      <dgm:prSet/>
      <dgm:spPr/>
    </dgm:pt>
    <dgm:pt modelId="{DB424125-7BD1-405B-9E4F-31496411A1E3}" type="sibTrans" cxnId="{A474FD66-A8A9-418A-90E7-4F22BDF47A20}">
      <dgm:prSet/>
      <dgm:spPr/>
    </dgm:pt>
    <dgm:pt modelId="{8F40C594-84D2-491A-BB00-40303B1AD353}">
      <dgm:prSet/>
      <dgm:spPr/>
      <dgm:t>
        <a:bodyPr/>
        <a:lstStyle/>
        <a:p>
          <a:r>
            <a:rPr lang="en-US" dirty="0"/>
            <a:t>the initial bootstrapping process</a:t>
          </a:r>
          <a:r>
            <a:rPr lang="tr-TR" dirty="0"/>
            <a:t> </a:t>
          </a:r>
          <a:r>
            <a:rPr lang="tr-TR" dirty="0" err="1"/>
            <a:t>depends</a:t>
          </a:r>
          <a:r>
            <a:rPr lang="tr-TR" dirty="0"/>
            <a:t> on</a:t>
          </a:r>
          <a:endParaRPr lang="en-US" dirty="0"/>
        </a:p>
      </dgm:t>
    </dgm:pt>
    <dgm:pt modelId="{0BAA8077-AB99-4984-8C3E-34A184295108}" type="parTrans" cxnId="{470F6ACF-0BE5-446E-A774-5DD627C6B56D}">
      <dgm:prSet/>
      <dgm:spPr/>
    </dgm:pt>
    <dgm:pt modelId="{F5957EAC-8469-4F43-AD85-B3D11A6A8C42}" type="sibTrans" cxnId="{470F6ACF-0BE5-446E-A774-5DD627C6B56D}">
      <dgm:prSet/>
      <dgm:spPr/>
    </dgm:pt>
    <dgm:pt modelId="{7844D152-D6F4-4BA7-A4EA-EE4DE299767D}" type="pres">
      <dgm:prSet presAssocID="{05B0521A-07A2-4291-AB23-A5D5520CE1A2}" presName="theList" presStyleCnt="0">
        <dgm:presLayoutVars>
          <dgm:dir/>
          <dgm:animLvl val="lvl"/>
          <dgm:resizeHandles val="exact"/>
        </dgm:presLayoutVars>
      </dgm:prSet>
      <dgm:spPr/>
    </dgm:pt>
    <dgm:pt modelId="{D5964746-63A9-4B77-91E6-A1DBC5997721}" type="pres">
      <dgm:prSet presAssocID="{63C5C42D-4D29-4018-BD78-C8E8A46CD212}" presName="compNode" presStyleCnt="0"/>
      <dgm:spPr/>
    </dgm:pt>
    <dgm:pt modelId="{97F83263-8A2E-4DC5-B5A8-5D0AFF8AEC82}" type="pres">
      <dgm:prSet presAssocID="{63C5C42D-4D29-4018-BD78-C8E8A46CD212}" presName="aNode" presStyleLbl="bgShp" presStyleIdx="0" presStyleCnt="3"/>
      <dgm:spPr/>
    </dgm:pt>
    <dgm:pt modelId="{BEE02FAF-51D3-40EA-BAB3-259F8E75CF1E}" type="pres">
      <dgm:prSet presAssocID="{63C5C42D-4D29-4018-BD78-C8E8A46CD212}" presName="textNode" presStyleLbl="bgShp" presStyleIdx="0" presStyleCnt="3"/>
      <dgm:spPr/>
    </dgm:pt>
    <dgm:pt modelId="{4BE78EE5-B668-4CCA-8D81-85A9AA076C3A}" type="pres">
      <dgm:prSet presAssocID="{63C5C42D-4D29-4018-BD78-C8E8A46CD212}" presName="compChildNode" presStyleCnt="0"/>
      <dgm:spPr/>
    </dgm:pt>
    <dgm:pt modelId="{B6659F6A-306A-4F9F-910F-A2A8D44A31FE}" type="pres">
      <dgm:prSet presAssocID="{63C5C42D-4D29-4018-BD78-C8E8A46CD212}" presName="theInnerList" presStyleCnt="0"/>
      <dgm:spPr/>
    </dgm:pt>
    <dgm:pt modelId="{8C94D77F-145A-4209-82B3-885D3C758B75}" type="pres">
      <dgm:prSet presAssocID="{44CFBE88-61F2-46C6-A7B8-25000E05574A}" presName="childNode" presStyleLbl="node1" presStyleIdx="0" presStyleCnt="7">
        <dgm:presLayoutVars>
          <dgm:bulletEnabled val="1"/>
        </dgm:presLayoutVars>
      </dgm:prSet>
      <dgm:spPr/>
    </dgm:pt>
    <dgm:pt modelId="{98817A60-A04D-465B-9025-994E41BEAC1A}" type="pres">
      <dgm:prSet presAssocID="{44CFBE88-61F2-46C6-A7B8-25000E05574A}" presName="aSpace2" presStyleCnt="0"/>
      <dgm:spPr/>
    </dgm:pt>
    <dgm:pt modelId="{78AE7B07-5D7D-4918-A9EC-2A8426ECAD78}" type="pres">
      <dgm:prSet presAssocID="{69AFF5C8-96B3-42D1-B675-AA4820E10007}" presName="childNode" presStyleLbl="node1" presStyleIdx="1" presStyleCnt="7">
        <dgm:presLayoutVars>
          <dgm:bulletEnabled val="1"/>
        </dgm:presLayoutVars>
      </dgm:prSet>
      <dgm:spPr/>
    </dgm:pt>
    <dgm:pt modelId="{E7735119-A0E7-45ED-8147-2BAA20C29C41}" type="pres">
      <dgm:prSet presAssocID="{63C5C42D-4D29-4018-BD78-C8E8A46CD212}" presName="aSpace" presStyleCnt="0"/>
      <dgm:spPr/>
    </dgm:pt>
    <dgm:pt modelId="{8C9648D5-47AB-4258-8F65-C061B959C7BC}" type="pres">
      <dgm:prSet presAssocID="{D3BB26B8-8989-4E1C-AD64-8F9C041DE453}" presName="compNode" presStyleCnt="0"/>
      <dgm:spPr/>
    </dgm:pt>
    <dgm:pt modelId="{79DDB068-B4B2-42E4-93EA-1C9D7498B061}" type="pres">
      <dgm:prSet presAssocID="{D3BB26B8-8989-4E1C-AD64-8F9C041DE453}" presName="aNode" presStyleLbl="bgShp" presStyleIdx="1" presStyleCnt="3"/>
      <dgm:spPr/>
    </dgm:pt>
    <dgm:pt modelId="{BF6F648B-7F90-466B-91E6-A77C66BBE667}" type="pres">
      <dgm:prSet presAssocID="{D3BB26B8-8989-4E1C-AD64-8F9C041DE453}" presName="textNode" presStyleLbl="bgShp" presStyleIdx="1" presStyleCnt="3"/>
      <dgm:spPr/>
    </dgm:pt>
    <dgm:pt modelId="{5E15C936-DFC7-4140-8454-CA3694B54533}" type="pres">
      <dgm:prSet presAssocID="{D3BB26B8-8989-4E1C-AD64-8F9C041DE453}" presName="compChildNode" presStyleCnt="0"/>
      <dgm:spPr/>
    </dgm:pt>
    <dgm:pt modelId="{D0E5C7BB-D9CC-4DD8-8763-F41256E05719}" type="pres">
      <dgm:prSet presAssocID="{D3BB26B8-8989-4E1C-AD64-8F9C041DE453}" presName="theInnerList" presStyleCnt="0"/>
      <dgm:spPr/>
    </dgm:pt>
    <dgm:pt modelId="{7ECFE517-5A99-4378-9352-3E175FF3CBC6}" type="pres">
      <dgm:prSet presAssocID="{8F40C594-84D2-491A-BB00-40303B1AD353}" presName="childNode" presStyleLbl="node1" presStyleIdx="2" presStyleCnt="7">
        <dgm:presLayoutVars>
          <dgm:bulletEnabled val="1"/>
        </dgm:presLayoutVars>
      </dgm:prSet>
      <dgm:spPr/>
    </dgm:pt>
    <dgm:pt modelId="{50C9CBFD-0EB1-4370-94A8-CDAADE0274C0}" type="pres">
      <dgm:prSet presAssocID="{8F40C594-84D2-491A-BB00-40303B1AD353}" presName="aSpace2" presStyleCnt="0"/>
      <dgm:spPr/>
    </dgm:pt>
    <dgm:pt modelId="{BACF012B-BD12-49C7-8F6C-8E3F973034D0}" type="pres">
      <dgm:prSet presAssocID="{FD3F28F5-48A1-4265-8978-EF3E2057038A}" presName="childNode" presStyleLbl="node1" presStyleIdx="3" presStyleCnt="7">
        <dgm:presLayoutVars>
          <dgm:bulletEnabled val="1"/>
        </dgm:presLayoutVars>
      </dgm:prSet>
      <dgm:spPr/>
    </dgm:pt>
    <dgm:pt modelId="{523BFE97-0FAF-476E-A9F4-DA49822FEB2A}" type="pres">
      <dgm:prSet presAssocID="{FD3F28F5-48A1-4265-8978-EF3E2057038A}" presName="aSpace2" presStyleCnt="0"/>
      <dgm:spPr/>
    </dgm:pt>
    <dgm:pt modelId="{860BC1C8-EEC4-4359-8C31-69A1EC6CCEE2}" type="pres">
      <dgm:prSet presAssocID="{2A1C59D8-1838-4844-85D4-7EDE83428D4D}" presName="childNode" presStyleLbl="node1" presStyleIdx="4" presStyleCnt="7">
        <dgm:presLayoutVars>
          <dgm:bulletEnabled val="1"/>
        </dgm:presLayoutVars>
      </dgm:prSet>
      <dgm:spPr/>
    </dgm:pt>
    <dgm:pt modelId="{1B4D9CB3-30AF-4F92-9B52-E8C317ABB148}" type="pres">
      <dgm:prSet presAssocID="{D3BB26B8-8989-4E1C-AD64-8F9C041DE453}" presName="aSpace" presStyleCnt="0"/>
      <dgm:spPr/>
    </dgm:pt>
    <dgm:pt modelId="{CA6043FF-250F-4845-8BCE-9865681B9860}" type="pres">
      <dgm:prSet presAssocID="{C46209DB-65D5-4E88-BB08-C4D8AC847047}" presName="compNode" presStyleCnt="0"/>
      <dgm:spPr/>
    </dgm:pt>
    <dgm:pt modelId="{1304DAB5-1E34-417D-AAFB-7D7E5683057F}" type="pres">
      <dgm:prSet presAssocID="{C46209DB-65D5-4E88-BB08-C4D8AC847047}" presName="aNode" presStyleLbl="bgShp" presStyleIdx="2" presStyleCnt="3"/>
      <dgm:spPr/>
    </dgm:pt>
    <dgm:pt modelId="{4D10C15A-549E-44F4-938D-7E2571297413}" type="pres">
      <dgm:prSet presAssocID="{C46209DB-65D5-4E88-BB08-C4D8AC847047}" presName="textNode" presStyleLbl="bgShp" presStyleIdx="2" presStyleCnt="3"/>
      <dgm:spPr/>
    </dgm:pt>
    <dgm:pt modelId="{0ADA0C9C-59CD-4061-AD3B-6C52E6EE7665}" type="pres">
      <dgm:prSet presAssocID="{C46209DB-65D5-4E88-BB08-C4D8AC847047}" presName="compChildNode" presStyleCnt="0"/>
      <dgm:spPr/>
    </dgm:pt>
    <dgm:pt modelId="{09253CFF-77BB-4DED-A9CC-1AF9CF27C9CD}" type="pres">
      <dgm:prSet presAssocID="{C46209DB-65D5-4E88-BB08-C4D8AC847047}" presName="theInnerList" presStyleCnt="0"/>
      <dgm:spPr/>
    </dgm:pt>
    <dgm:pt modelId="{EDFFF016-DE2C-4982-90FB-B62D080D44F3}" type="pres">
      <dgm:prSet presAssocID="{9EA94FFC-DCFE-4ED8-94B4-160C41B966BA}" presName="childNode" presStyleLbl="node1" presStyleIdx="5" presStyleCnt="7">
        <dgm:presLayoutVars>
          <dgm:bulletEnabled val="1"/>
        </dgm:presLayoutVars>
      </dgm:prSet>
      <dgm:spPr/>
    </dgm:pt>
    <dgm:pt modelId="{53F2376F-72D9-4244-B54E-943A3163FF29}" type="pres">
      <dgm:prSet presAssocID="{9EA94FFC-DCFE-4ED8-94B4-160C41B966BA}" presName="aSpace2" presStyleCnt="0"/>
      <dgm:spPr/>
    </dgm:pt>
    <dgm:pt modelId="{CBE258C4-1FC8-4973-A809-D315489CC5F6}" type="pres">
      <dgm:prSet presAssocID="{9A6EEF3B-C2FE-4FAC-ADA3-3AE79C21D7FE}" presName="childNode" presStyleLbl="node1" presStyleIdx="6" presStyleCnt="7">
        <dgm:presLayoutVars>
          <dgm:bulletEnabled val="1"/>
        </dgm:presLayoutVars>
      </dgm:prSet>
      <dgm:spPr/>
    </dgm:pt>
  </dgm:ptLst>
  <dgm:cxnLst>
    <dgm:cxn modelId="{9F1BB104-CA75-4217-AEB6-E6769537FFDD}" type="presOf" srcId="{FD3F28F5-48A1-4265-8978-EF3E2057038A}" destId="{BACF012B-BD12-49C7-8F6C-8E3F973034D0}" srcOrd="0" destOrd="0" presId="urn:microsoft.com/office/officeart/2005/8/layout/lProcess2"/>
    <dgm:cxn modelId="{60908D0C-D6C3-4640-8865-BE7BDBD69E10}" type="presOf" srcId="{63C5C42D-4D29-4018-BD78-C8E8A46CD212}" destId="{BEE02FAF-51D3-40EA-BAB3-259F8E75CF1E}" srcOrd="1" destOrd="0" presId="urn:microsoft.com/office/officeart/2005/8/layout/lProcess2"/>
    <dgm:cxn modelId="{746CF425-5DF0-4F30-944E-2D99FD85790B}" type="presOf" srcId="{9A6EEF3B-C2FE-4FAC-ADA3-3AE79C21D7FE}" destId="{CBE258C4-1FC8-4973-A809-D315489CC5F6}" srcOrd="0" destOrd="0" presId="urn:microsoft.com/office/officeart/2005/8/layout/lProcess2"/>
    <dgm:cxn modelId="{4777265F-0DB3-431F-A149-3FF0963AFC4D}" srcId="{C46209DB-65D5-4E88-BB08-C4D8AC847047}" destId="{9EA94FFC-DCFE-4ED8-94B4-160C41B966BA}" srcOrd="0" destOrd="0" parTransId="{75606BDD-B6DD-46A9-8CCF-FCC44D63E9A0}" sibTransId="{A5F65E66-86C3-4BAE-841F-49CC9CCF17D4}"/>
    <dgm:cxn modelId="{441D5160-BF81-4AF2-BCD9-CE5EB997E46E}" type="presOf" srcId="{05B0521A-07A2-4291-AB23-A5D5520CE1A2}" destId="{7844D152-D6F4-4BA7-A4EA-EE4DE299767D}" srcOrd="0" destOrd="0" presId="urn:microsoft.com/office/officeart/2005/8/layout/lProcess2"/>
    <dgm:cxn modelId="{A474FD66-A8A9-418A-90E7-4F22BDF47A20}" srcId="{D3BB26B8-8989-4E1C-AD64-8F9C041DE453}" destId="{2A1C59D8-1838-4844-85D4-7EDE83428D4D}" srcOrd="2" destOrd="0" parTransId="{AE41B6A1-05AD-47C4-8535-74B0A81ED295}" sibTransId="{DB424125-7BD1-405B-9E4F-31496411A1E3}"/>
    <dgm:cxn modelId="{D5CE4F67-1D9F-4D0A-B3F0-1ECF6586717E}" type="presOf" srcId="{C46209DB-65D5-4E88-BB08-C4D8AC847047}" destId="{1304DAB5-1E34-417D-AAFB-7D7E5683057F}" srcOrd="0" destOrd="0" presId="urn:microsoft.com/office/officeart/2005/8/layout/lProcess2"/>
    <dgm:cxn modelId="{E9D9BD48-4C91-44CE-A28F-B7AF7773D308}" srcId="{C46209DB-65D5-4E88-BB08-C4D8AC847047}" destId="{9A6EEF3B-C2FE-4FAC-ADA3-3AE79C21D7FE}" srcOrd="1" destOrd="0" parTransId="{CC74FF41-59BA-49CB-8333-7DFE163118E7}" sibTransId="{63E49BCC-D303-4431-B540-CD1176A48BE9}"/>
    <dgm:cxn modelId="{07FF4B4A-6BD2-43E4-BA74-A5787F8D5F14}" srcId="{63C5C42D-4D29-4018-BD78-C8E8A46CD212}" destId="{69AFF5C8-96B3-42D1-B675-AA4820E10007}" srcOrd="1" destOrd="0" parTransId="{11E0ED74-7531-45CD-A817-6CF3FAAD8EFB}" sibTransId="{6B88B5AD-E228-46AB-8063-FF3628157FF2}"/>
    <dgm:cxn modelId="{D1A09C4A-31EB-4D5E-BE66-43130A84FE70}" type="presOf" srcId="{D3BB26B8-8989-4E1C-AD64-8F9C041DE453}" destId="{79DDB068-B4B2-42E4-93EA-1C9D7498B061}" srcOrd="0" destOrd="0" presId="urn:microsoft.com/office/officeart/2005/8/layout/lProcess2"/>
    <dgm:cxn modelId="{360AE96B-D4DE-4CAE-8350-7D4668DA80BD}" type="presOf" srcId="{63C5C42D-4D29-4018-BD78-C8E8A46CD212}" destId="{97F83263-8A2E-4DC5-B5A8-5D0AFF8AEC82}" srcOrd="0" destOrd="0" presId="urn:microsoft.com/office/officeart/2005/8/layout/lProcess2"/>
    <dgm:cxn modelId="{DCC16F6C-1C48-4D15-9A06-83F1714FBCA2}" srcId="{05B0521A-07A2-4291-AB23-A5D5520CE1A2}" destId="{D3BB26B8-8989-4E1C-AD64-8F9C041DE453}" srcOrd="1" destOrd="0" parTransId="{5BB4FF59-5560-42E4-BF77-A9EACA5EFA1F}" sibTransId="{D8A2EB1E-2E3F-4169-B3E8-B05087986091}"/>
    <dgm:cxn modelId="{D4A0D34F-B46C-4331-9C49-F881CDB2667E}" srcId="{63C5C42D-4D29-4018-BD78-C8E8A46CD212}" destId="{44CFBE88-61F2-46C6-A7B8-25000E05574A}" srcOrd="0" destOrd="0" parTransId="{489BAECA-92A8-44C0-966B-5B9AAFF1B731}" sibTransId="{C3F6A4D7-C733-4807-8765-F559A8EFFD74}"/>
    <dgm:cxn modelId="{A2028252-8FA8-4F08-ABF4-5781A66656BF}" type="presOf" srcId="{8F40C594-84D2-491A-BB00-40303B1AD353}" destId="{7ECFE517-5A99-4378-9352-3E175FF3CBC6}" srcOrd="0" destOrd="0" presId="urn:microsoft.com/office/officeart/2005/8/layout/lProcess2"/>
    <dgm:cxn modelId="{BE148C7A-5A45-4529-9BB9-F79A60F074E8}" type="presOf" srcId="{44CFBE88-61F2-46C6-A7B8-25000E05574A}" destId="{8C94D77F-145A-4209-82B3-885D3C758B75}" srcOrd="0" destOrd="0" presId="urn:microsoft.com/office/officeart/2005/8/layout/lProcess2"/>
    <dgm:cxn modelId="{D3036787-2727-4CCC-9EF1-29C20B496F5B}" type="presOf" srcId="{2A1C59D8-1838-4844-85D4-7EDE83428D4D}" destId="{860BC1C8-EEC4-4359-8C31-69A1EC6CCEE2}" srcOrd="0" destOrd="0" presId="urn:microsoft.com/office/officeart/2005/8/layout/lProcess2"/>
    <dgm:cxn modelId="{A7409E8E-E421-459F-B2FA-347F4697749F}" srcId="{05B0521A-07A2-4291-AB23-A5D5520CE1A2}" destId="{C46209DB-65D5-4E88-BB08-C4D8AC847047}" srcOrd="2" destOrd="0" parTransId="{C78D2F10-A21F-4DB2-8614-44225FABD7AD}" sibTransId="{E3DF264F-FBA8-4AC7-9D66-1D8B5B6A08E8}"/>
    <dgm:cxn modelId="{B41E4F98-2350-4F9B-831C-57AB36C31F85}" type="presOf" srcId="{C46209DB-65D5-4E88-BB08-C4D8AC847047}" destId="{4D10C15A-549E-44F4-938D-7E2571297413}" srcOrd="1" destOrd="0" presId="urn:microsoft.com/office/officeart/2005/8/layout/lProcess2"/>
    <dgm:cxn modelId="{E05779AE-F353-4AC0-8391-BD7A65538588}" type="presOf" srcId="{69AFF5C8-96B3-42D1-B675-AA4820E10007}" destId="{78AE7B07-5D7D-4918-A9EC-2A8426ECAD78}" srcOrd="0" destOrd="0" presId="urn:microsoft.com/office/officeart/2005/8/layout/lProcess2"/>
    <dgm:cxn modelId="{E88DB1C5-CD84-44C8-8616-BFF35AD566B0}" type="presOf" srcId="{D3BB26B8-8989-4E1C-AD64-8F9C041DE453}" destId="{BF6F648B-7F90-466B-91E6-A77C66BBE667}" srcOrd="1" destOrd="0" presId="urn:microsoft.com/office/officeart/2005/8/layout/lProcess2"/>
    <dgm:cxn modelId="{1F8CE5C7-FD71-4CF1-B84A-2A6A2C5DE208}" srcId="{05B0521A-07A2-4291-AB23-A5D5520CE1A2}" destId="{63C5C42D-4D29-4018-BD78-C8E8A46CD212}" srcOrd="0" destOrd="0" parTransId="{83E4B78A-7F06-4FA7-B8BB-D98BE62AF698}" sibTransId="{2D5DB412-3148-4764-AFA4-ADB19EB21A88}"/>
    <dgm:cxn modelId="{470F6ACF-0BE5-446E-A774-5DD627C6B56D}" srcId="{D3BB26B8-8989-4E1C-AD64-8F9C041DE453}" destId="{8F40C594-84D2-491A-BB00-40303B1AD353}" srcOrd="0" destOrd="0" parTransId="{0BAA8077-AB99-4984-8C3E-34A184295108}" sibTransId="{F5957EAC-8469-4F43-AD85-B3D11A6A8C42}"/>
    <dgm:cxn modelId="{961B0CDC-65A2-45D7-8A08-EB542222618F}" type="presOf" srcId="{9EA94FFC-DCFE-4ED8-94B4-160C41B966BA}" destId="{EDFFF016-DE2C-4982-90FB-B62D080D44F3}" srcOrd="0" destOrd="0" presId="urn:microsoft.com/office/officeart/2005/8/layout/lProcess2"/>
    <dgm:cxn modelId="{B3F83EF9-52D6-4891-97B0-B22EFD05FBDE}" srcId="{D3BB26B8-8989-4E1C-AD64-8F9C041DE453}" destId="{FD3F28F5-48A1-4265-8978-EF3E2057038A}" srcOrd="1" destOrd="0" parTransId="{810D3BC9-6BE5-4F0E-9D3A-859AEAB20C07}" sibTransId="{85DF1050-74E9-4C99-9CF0-CFB731310A84}"/>
    <dgm:cxn modelId="{AF5678E8-1D10-49B4-AF5B-B2075E6ED180}" type="presParOf" srcId="{7844D152-D6F4-4BA7-A4EA-EE4DE299767D}" destId="{D5964746-63A9-4B77-91E6-A1DBC5997721}" srcOrd="0" destOrd="0" presId="urn:microsoft.com/office/officeart/2005/8/layout/lProcess2"/>
    <dgm:cxn modelId="{EF9EA6A4-BDAB-47E7-BFD2-07E686C853E8}" type="presParOf" srcId="{D5964746-63A9-4B77-91E6-A1DBC5997721}" destId="{97F83263-8A2E-4DC5-B5A8-5D0AFF8AEC82}" srcOrd="0" destOrd="0" presId="urn:microsoft.com/office/officeart/2005/8/layout/lProcess2"/>
    <dgm:cxn modelId="{03F2CE58-453D-4130-9E6B-EFC262129657}" type="presParOf" srcId="{D5964746-63A9-4B77-91E6-A1DBC5997721}" destId="{BEE02FAF-51D3-40EA-BAB3-259F8E75CF1E}" srcOrd="1" destOrd="0" presId="urn:microsoft.com/office/officeart/2005/8/layout/lProcess2"/>
    <dgm:cxn modelId="{7A571230-4AA2-4D7E-B8B5-75722BAE99C8}" type="presParOf" srcId="{D5964746-63A9-4B77-91E6-A1DBC5997721}" destId="{4BE78EE5-B668-4CCA-8D81-85A9AA076C3A}" srcOrd="2" destOrd="0" presId="urn:microsoft.com/office/officeart/2005/8/layout/lProcess2"/>
    <dgm:cxn modelId="{7B1824C0-7D90-4629-8321-C8DE9428831C}" type="presParOf" srcId="{4BE78EE5-B668-4CCA-8D81-85A9AA076C3A}" destId="{B6659F6A-306A-4F9F-910F-A2A8D44A31FE}" srcOrd="0" destOrd="0" presId="urn:microsoft.com/office/officeart/2005/8/layout/lProcess2"/>
    <dgm:cxn modelId="{E033AC8D-3874-47A4-870A-711E0CEE6AEB}" type="presParOf" srcId="{B6659F6A-306A-4F9F-910F-A2A8D44A31FE}" destId="{8C94D77F-145A-4209-82B3-885D3C758B75}" srcOrd="0" destOrd="0" presId="urn:microsoft.com/office/officeart/2005/8/layout/lProcess2"/>
    <dgm:cxn modelId="{A08D7E51-B242-4B01-B0B4-DEAADA7A098A}" type="presParOf" srcId="{B6659F6A-306A-4F9F-910F-A2A8D44A31FE}" destId="{98817A60-A04D-465B-9025-994E41BEAC1A}" srcOrd="1" destOrd="0" presId="urn:microsoft.com/office/officeart/2005/8/layout/lProcess2"/>
    <dgm:cxn modelId="{D6F4B4AB-2F20-42CF-8F44-EAD782BF8474}" type="presParOf" srcId="{B6659F6A-306A-4F9F-910F-A2A8D44A31FE}" destId="{78AE7B07-5D7D-4918-A9EC-2A8426ECAD78}" srcOrd="2" destOrd="0" presId="urn:microsoft.com/office/officeart/2005/8/layout/lProcess2"/>
    <dgm:cxn modelId="{1341648B-8463-4D42-AD85-BDCAC447FA48}" type="presParOf" srcId="{7844D152-D6F4-4BA7-A4EA-EE4DE299767D}" destId="{E7735119-A0E7-45ED-8147-2BAA20C29C41}" srcOrd="1" destOrd="0" presId="urn:microsoft.com/office/officeart/2005/8/layout/lProcess2"/>
    <dgm:cxn modelId="{A8BF5239-05C9-473F-992E-0BA79BAE6487}" type="presParOf" srcId="{7844D152-D6F4-4BA7-A4EA-EE4DE299767D}" destId="{8C9648D5-47AB-4258-8F65-C061B959C7BC}" srcOrd="2" destOrd="0" presId="urn:microsoft.com/office/officeart/2005/8/layout/lProcess2"/>
    <dgm:cxn modelId="{307120BC-94EB-492A-8B6C-A59677F472C8}" type="presParOf" srcId="{8C9648D5-47AB-4258-8F65-C061B959C7BC}" destId="{79DDB068-B4B2-42E4-93EA-1C9D7498B061}" srcOrd="0" destOrd="0" presId="urn:microsoft.com/office/officeart/2005/8/layout/lProcess2"/>
    <dgm:cxn modelId="{BFDC7627-9C1A-40A8-A94A-50D5EC920C7B}" type="presParOf" srcId="{8C9648D5-47AB-4258-8F65-C061B959C7BC}" destId="{BF6F648B-7F90-466B-91E6-A77C66BBE667}" srcOrd="1" destOrd="0" presId="urn:microsoft.com/office/officeart/2005/8/layout/lProcess2"/>
    <dgm:cxn modelId="{93697744-13ED-4081-9F19-E75352CB0869}" type="presParOf" srcId="{8C9648D5-47AB-4258-8F65-C061B959C7BC}" destId="{5E15C936-DFC7-4140-8454-CA3694B54533}" srcOrd="2" destOrd="0" presId="urn:microsoft.com/office/officeart/2005/8/layout/lProcess2"/>
    <dgm:cxn modelId="{578BA5E9-F962-4C70-AA56-C947CCD21D0B}" type="presParOf" srcId="{5E15C936-DFC7-4140-8454-CA3694B54533}" destId="{D0E5C7BB-D9CC-4DD8-8763-F41256E05719}" srcOrd="0" destOrd="0" presId="urn:microsoft.com/office/officeart/2005/8/layout/lProcess2"/>
    <dgm:cxn modelId="{6C500175-CE76-40BC-9274-3CFCE5666DD2}" type="presParOf" srcId="{D0E5C7BB-D9CC-4DD8-8763-F41256E05719}" destId="{7ECFE517-5A99-4378-9352-3E175FF3CBC6}" srcOrd="0" destOrd="0" presId="urn:microsoft.com/office/officeart/2005/8/layout/lProcess2"/>
    <dgm:cxn modelId="{49B12A83-383A-4B79-BE3C-E7CD099B90BF}" type="presParOf" srcId="{D0E5C7BB-D9CC-4DD8-8763-F41256E05719}" destId="{50C9CBFD-0EB1-4370-94A8-CDAADE0274C0}" srcOrd="1" destOrd="0" presId="urn:microsoft.com/office/officeart/2005/8/layout/lProcess2"/>
    <dgm:cxn modelId="{C3240EFA-0B17-46CC-8B26-E3218A229D35}" type="presParOf" srcId="{D0E5C7BB-D9CC-4DD8-8763-F41256E05719}" destId="{BACF012B-BD12-49C7-8F6C-8E3F973034D0}" srcOrd="2" destOrd="0" presId="urn:microsoft.com/office/officeart/2005/8/layout/lProcess2"/>
    <dgm:cxn modelId="{F29A1D1E-A108-4741-973C-D7302EFF9782}" type="presParOf" srcId="{D0E5C7BB-D9CC-4DD8-8763-F41256E05719}" destId="{523BFE97-0FAF-476E-A9F4-DA49822FEB2A}" srcOrd="3" destOrd="0" presId="urn:microsoft.com/office/officeart/2005/8/layout/lProcess2"/>
    <dgm:cxn modelId="{4AAADA6E-B8BB-47D5-A2FD-66BE19925291}" type="presParOf" srcId="{D0E5C7BB-D9CC-4DD8-8763-F41256E05719}" destId="{860BC1C8-EEC4-4359-8C31-69A1EC6CCEE2}" srcOrd="4" destOrd="0" presId="urn:microsoft.com/office/officeart/2005/8/layout/lProcess2"/>
    <dgm:cxn modelId="{DF9CADE6-324D-40A5-86E4-57BB0A265ECE}" type="presParOf" srcId="{7844D152-D6F4-4BA7-A4EA-EE4DE299767D}" destId="{1B4D9CB3-30AF-4F92-9B52-E8C317ABB148}" srcOrd="3" destOrd="0" presId="urn:microsoft.com/office/officeart/2005/8/layout/lProcess2"/>
    <dgm:cxn modelId="{20D6F4BE-BFCD-4B7C-9E04-C44EB3E0DC1C}" type="presParOf" srcId="{7844D152-D6F4-4BA7-A4EA-EE4DE299767D}" destId="{CA6043FF-250F-4845-8BCE-9865681B9860}" srcOrd="4" destOrd="0" presId="urn:microsoft.com/office/officeart/2005/8/layout/lProcess2"/>
    <dgm:cxn modelId="{3131BFA5-E849-43D8-9AC9-C0A6EFF8DA44}" type="presParOf" srcId="{CA6043FF-250F-4845-8BCE-9865681B9860}" destId="{1304DAB5-1E34-417D-AAFB-7D7E5683057F}" srcOrd="0" destOrd="0" presId="urn:microsoft.com/office/officeart/2005/8/layout/lProcess2"/>
    <dgm:cxn modelId="{602C4468-61E8-4A36-904E-2BD84EEE918E}" type="presParOf" srcId="{CA6043FF-250F-4845-8BCE-9865681B9860}" destId="{4D10C15A-549E-44F4-938D-7E2571297413}" srcOrd="1" destOrd="0" presId="urn:microsoft.com/office/officeart/2005/8/layout/lProcess2"/>
    <dgm:cxn modelId="{A0B00310-DF54-4540-8D68-722CE2D0F849}" type="presParOf" srcId="{CA6043FF-250F-4845-8BCE-9865681B9860}" destId="{0ADA0C9C-59CD-4061-AD3B-6C52E6EE7665}" srcOrd="2" destOrd="0" presId="urn:microsoft.com/office/officeart/2005/8/layout/lProcess2"/>
    <dgm:cxn modelId="{B23965E8-1C2B-430C-BC75-3196707577FC}" type="presParOf" srcId="{0ADA0C9C-59CD-4061-AD3B-6C52E6EE7665}" destId="{09253CFF-77BB-4DED-A9CC-1AF9CF27C9CD}" srcOrd="0" destOrd="0" presId="urn:microsoft.com/office/officeart/2005/8/layout/lProcess2"/>
    <dgm:cxn modelId="{0353B935-420F-453E-BA23-4A40DFA56092}" type="presParOf" srcId="{09253CFF-77BB-4DED-A9CC-1AF9CF27C9CD}" destId="{EDFFF016-DE2C-4982-90FB-B62D080D44F3}" srcOrd="0" destOrd="0" presId="urn:microsoft.com/office/officeart/2005/8/layout/lProcess2"/>
    <dgm:cxn modelId="{BB485AD6-4149-4FF2-9F91-5427C30F8C5D}" type="presParOf" srcId="{09253CFF-77BB-4DED-A9CC-1AF9CF27C9CD}" destId="{53F2376F-72D9-4244-B54E-943A3163FF29}" srcOrd="1" destOrd="0" presId="urn:microsoft.com/office/officeart/2005/8/layout/lProcess2"/>
    <dgm:cxn modelId="{6F28C649-A1F9-4CD3-9D9E-BAD1CD695086}" type="presParOf" srcId="{09253CFF-77BB-4DED-A9CC-1AF9CF27C9CD}" destId="{CBE258C4-1FC8-4973-A809-D315489CC5F6}" srcOrd="2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AC7227CD-5914-4651-B941-969FCC97193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C2F7974-DBF3-44E6-8D73-EA8B4D8A88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If nothing is known</a:t>
          </a:r>
          <a:endParaRPr lang="en-US"/>
        </a:p>
      </dgm:t>
    </dgm:pt>
    <dgm:pt modelId="{C1B6811B-7400-460F-A6C3-FA7F957938AC}" type="parTrans" cxnId="{38B1B3A1-4BFB-43DE-83E6-CD27C22EFE30}">
      <dgm:prSet/>
      <dgm:spPr/>
      <dgm:t>
        <a:bodyPr/>
        <a:lstStyle/>
        <a:p>
          <a:endParaRPr lang="en-US"/>
        </a:p>
      </dgm:t>
    </dgm:pt>
    <dgm:pt modelId="{E8DBECDE-C4C8-466D-BCF5-91B60D80B3F7}" type="sibTrans" cxnId="{38B1B3A1-4BFB-43DE-83E6-CD27C22EFE30}">
      <dgm:prSet/>
      <dgm:spPr/>
      <dgm:t>
        <a:bodyPr/>
        <a:lstStyle/>
        <a:p>
          <a:endParaRPr lang="en-US"/>
        </a:p>
      </dgm:t>
    </dgm:pt>
    <dgm:pt modelId="{978DA006-5F2B-4A61-AB3E-5FA6D80228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bootstrapping node that knows nothing of the network</a:t>
          </a:r>
        </a:p>
      </dgm:t>
    </dgm:pt>
    <dgm:pt modelId="{9F95254D-67CA-44C6-AAFF-06DDFDB14211}" type="parTrans" cxnId="{A261B5D2-BF92-4217-BE29-920AF7C0E1FA}">
      <dgm:prSet/>
      <dgm:spPr/>
      <dgm:t>
        <a:bodyPr/>
        <a:lstStyle/>
        <a:p>
          <a:endParaRPr lang="en-US"/>
        </a:p>
      </dgm:t>
    </dgm:pt>
    <dgm:pt modelId="{1A37038E-C3CB-4223-80F7-C9EF99CEF817}" type="sibTrans" cxnId="{A261B5D2-BF92-4217-BE29-920AF7C0E1FA}">
      <dgm:prSet/>
      <dgm:spPr/>
      <dgm:t>
        <a:bodyPr/>
        <a:lstStyle/>
        <a:p>
          <a:endParaRPr lang="en-US"/>
        </a:p>
      </dgm:t>
    </dgm:pt>
    <dgm:pt modelId="{D10AD198-F44B-48B6-9A0B-96C5BA26F4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must be given</a:t>
          </a:r>
          <a:r>
            <a:rPr lang="tr-TR"/>
            <a:t> </a:t>
          </a:r>
          <a:r>
            <a:rPr lang="en-US"/>
            <a:t>the IP address of at least one bitcoin node </a:t>
          </a:r>
        </a:p>
      </dgm:t>
    </dgm:pt>
    <dgm:pt modelId="{2782FB61-095E-4BA6-B70D-8EFA02066721}" type="parTrans" cxnId="{249A75BB-56D4-4CC3-A685-7D772F61DAEF}">
      <dgm:prSet/>
      <dgm:spPr/>
      <dgm:t>
        <a:bodyPr/>
        <a:lstStyle/>
        <a:p>
          <a:endParaRPr lang="en-US"/>
        </a:p>
      </dgm:t>
    </dgm:pt>
    <dgm:pt modelId="{97364FFE-96D8-4BB6-A519-09E26954F1D1}" type="sibTrans" cxnId="{249A75BB-56D4-4CC3-A685-7D772F61DAEF}">
      <dgm:prSet/>
      <dgm:spPr/>
      <dgm:t>
        <a:bodyPr/>
        <a:lstStyle/>
        <a:p>
          <a:endParaRPr lang="en-US"/>
        </a:p>
      </dgm:t>
    </dgm:pt>
    <dgm:pt modelId="{AD290D1B-2785-4D47-8954-70C58A65CA7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-seednode </a:t>
          </a:r>
        </a:p>
      </dgm:t>
    </dgm:pt>
    <dgm:pt modelId="{88590211-D0F5-4E91-8063-C910661CE513}" type="parTrans" cxnId="{251EE000-02E6-43F1-AFE0-5104B7FF0DB6}">
      <dgm:prSet/>
      <dgm:spPr/>
      <dgm:t>
        <a:bodyPr/>
        <a:lstStyle/>
        <a:p>
          <a:endParaRPr lang="en-US"/>
        </a:p>
      </dgm:t>
    </dgm:pt>
    <dgm:pt modelId="{09CEA565-B5CE-47C0-95F8-216035416CEC}" type="sibTrans" cxnId="{251EE000-02E6-43F1-AFE0-5104B7FF0DB6}">
      <dgm:prSet/>
      <dgm:spPr/>
      <dgm:t>
        <a:bodyPr/>
        <a:lstStyle/>
        <a:p>
          <a:endParaRPr lang="en-US"/>
        </a:p>
      </dgm:t>
    </dgm:pt>
    <dgm:pt modelId="{3831558E-20B0-4C32-A707-EB6CE8A9D7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command-line argument -seednode </a:t>
          </a:r>
        </a:p>
      </dgm:t>
    </dgm:pt>
    <dgm:pt modelId="{7BA18F95-4307-4BE1-9924-E1790ABCB7A3}" type="parTrans" cxnId="{D48548B6-687A-4F8F-8DFC-5AA3C75AEC8C}">
      <dgm:prSet/>
      <dgm:spPr/>
      <dgm:t>
        <a:bodyPr/>
        <a:lstStyle/>
        <a:p>
          <a:endParaRPr lang="en-US"/>
        </a:p>
      </dgm:t>
    </dgm:pt>
    <dgm:pt modelId="{58C90211-A23C-4BCD-9B14-1D05E9E4853A}" type="sibTrans" cxnId="{D48548B6-687A-4F8F-8DFC-5AA3C75AEC8C}">
      <dgm:prSet/>
      <dgm:spPr/>
      <dgm:t>
        <a:bodyPr/>
        <a:lstStyle/>
        <a:p>
          <a:endParaRPr lang="en-US"/>
        </a:p>
      </dgm:t>
    </dgm:pt>
    <dgm:pt modelId="{FF8210BF-F8E8-4EB9-9120-CE550454EE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be used</a:t>
          </a:r>
          <a:r>
            <a:rPr lang="tr-TR"/>
            <a:t> </a:t>
          </a:r>
          <a:r>
            <a:rPr lang="en-US"/>
            <a:t>to connect to one node </a:t>
          </a:r>
        </a:p>
      </dgm:t>
    </dgm:pt>
    <dgm:pt modelId="{941DB577-3A43-4E63-ADA8-D32BB81C297E}" type="parTrans" cxnId="{7D1F5BE5-7DC1-453E-A282-A502426C391F}">
      <dgm:prSet/>
      <dgm:spPr/>
      <dgm:t>
        <a:bodyPr/>
        <a:lstStyle/>
        <a:p>
          <a:endParaRPr lang="en-US"/>
        </a:p>
      </dgm:t>
    </dgm:pt>
    <dgm:pt modelId="{FFC3444A-1E32-48F5-8CB2-E08EC1773EC9}" type="sibTrans" cxnId="{7D1F5BE5-7DC1-453E-A282-A502426C391F}">
      <dgm:prSet/>
      <dgm:spPr/>
      <dgm:t>
        <a:bodyPr/>
        <a:lstStyle/>
        <a:p>
          <a:endParaRPr lang="en-US"/>
        </a:p>
      </dgm:t>
    </dgm:pt>
    <dgm:pt modelId="{B9A0319C-22A3-4DDA-8A0B-504CC1A127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just for introductions using it as a seed. </a:t>
          </a:r>
        </a:p>
      </dgm:t>
    </dgm:pt>
    <dgm:pt modelId="{B745F3A2-D5CB-4C00-B31C-927991A78C0A}" type="parTrans" cxnId="{D3CB2C42-ACE3-4DA7-BC28-310ABB4D6592}">
      <dgm:prSet/>
      <dgm:spPr/>
      <dgm:t>
        <a:bodyPr/>
        <a:lstStyle/>
        <a:p>
          <a:endParaRPr lang="en-US"/>
        </a:p>
      </dgm:t>
    </dgm:pt>
    <dgm:pt modelId="{61BB9672-E3FB-4B40-81B0-7F9878A36B15}" type="sibTrans" cxnId="{D3CB2C42-ACE3-4DA7-BC28-310ABB4D6592}">
      <dgm:prSet/>
      <dgm:spPr/>
      <dgm:t>
        <a:bodyPr/>
        <a:lstStyle/>
        <a:p>
          <a:endParaRPr lang="en-US"/>
        </a:p>
      </dgm:t>
    </dgm:pt>
    <dgm:pt modelId="{23C0BA0A-8778-4F15-A60A-39A3416A22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Using newl Peers</a:t>
          </a:r>
          <a:endParaRPr lang="en-US"/>
        </a:p>
      </dgm:t>
    </dgm:pt>
    <dgm:pt modelId="{C1A73C13-5990-437F-9062-1B106D8C2D11}" type="parTrans" cxnId="{38A379B0-8E1A-4D15-AC8F-42F4B22C7BB8}">
      <dgm:prSet/>
      <dgm:spPr/>
      <dgm:t>
        <a:bodyPr/>
        <a:lstStyle/>
        <a:p>
          <a:endParaRPr lang="en-US"/>
        </a:p>
      </dgm:t>
    </dgm:pt>
    <dgm:pt modelId="{EE128E58-D70F-454B-B41D-72D422868C3A}" type="sibTrans" cxnId="{38A379B0-8E1A-4D15-AC8F-42F4B22C7BB8}">
      <dgm:prSet/>
      <dgm:spPr/>
      <dgm:t>
        <a:bodyPr/>
        <a:lstStyle/>
        <a:p>
          <a:endParaRPr lang="en-US"/>
        </a:p>
      </dgm:t>
    </dgm:pt>
    <dgm:pt modelId="{E7F26205-A0F4-410A-A9A1-F554E1CFFB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the initial seed</a:t>
          </a:r>
          <a:r>
            <a:rPr lang="tr-TR"/>
            <a:t> </a:t>
          </a:r>
          <a:r>
            <a:rPr lang="en-US"/>
            <a:t>node is used to form introductions, </a:t>
          </a:r>
        </a:p>
      </dgm:t>
    </dgm:pt>
    <dgm:pt modelId="{65D208FE-50BA-4F16-8CAF-F0E6AEC2339D}" type="parTrans" cxnId="{320915C5-A1BF-47DC-B759-13832FE90C9E}">
      <dgm:prSet/>
      <dgm:spPr/>
      <dgm:t>
        <a:bodyPr/>
        <a:lstStyle/>
        <a:p>
          <a:endParaRPr lang="en-US"/>
        </a:p>
      </dgm:t>
    </dgm:pt>
    <dgm:pt modelId="{5FCC825B-B874-4BDC-B950-A89A8E9F90BA}" type="sibTrans" cxnId="{320915C5-A1BF-47DC-B759-13832FE90C9E}">
      <dgm:prSet/>
      <dgm:spPr/>
      <dgm:t>
        <a:bodyPr/>
        <a:lstStyle/>
        <a:p>
          <a:endParaRPr lang="en-US"/>
        </a:p>
      </dgm:t>
    </dgm:pt>
    <dgm:pt modelId="{00469A45-C3C7-4574-88DC-85151FF4B1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client will disconnect from it </a:t>
          </a:r>
        </a:p>
      </dgm:t>
    </dgm:pt>
    <dgm:pt modelId="{612691FC-7CF4-4AC0-A5DD-79686779B938}" type="parTrans" cxnId="{6B86A4CE-9CA0-4DD4-86C6-A8315515855F}">
      <dgm:prSet/>
      <dgm:spPr/>
      <dgm:t>
        <a:bodyPr/>
        <a:lstStyle/>
        <a:p>
          <a:endParaRPr lang="en-US"/>
        </a:p>
      </dgm:t>
    </dgm:pt>
    <dgm:pt modelId="{CD5E4DE3-80EA-4284-91F9-392B52BE86AC}" type="sibTrans" cxnId="{6B86A4CE-9CA0-4DD4-86C6-A8315515855F}">
      <dgm:prSet/>
      <dgm:spPr/>
      <dgm:t>
        <a:bodyPr/>
        <a:lstStyle/>
        <a:p>
          <a:endParaRPr lang="en-US"/>
        </a:p>
      </dgm:t>
    </dgm:pt>
    <dgm:pt modelId="{1071B1C5-96EC-4208-8B18-6785C64C16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use the</a:t>
          </a:r>
          <a:r>
            <a:rPr lang="tr-TR"/>
            <a:t> newly discovered peers.</a:t>
          </a:r>
          <a:endParaRPr lang="en-US"/>
        </a:p>
      </dgm:t>
    </dgm:pt>
    <dgm:pt modelId="{F8A4E198-5A0B-4E28-8742-B3B652AE4225}" type="parTrans" cxnId="{8E9D849B-58E7-4EC9-A43D-87E5F7C9DA61}">
      <dgm:prSet/>
      <dgm:spPr/>
      <dgm:t>
        <a:bodyPr/>
        <a:lstStyle/>
        <a:p>
          <a:endParaRPr lang="en-US"/>
        </a:p>
      </dgm:t>
    </dgm:pt>
    <dgm:pt modelId="{6321BBEF-1AF2-42DF-AD74-5BF9BA861795}" type="sibTrans" cxnId="{8E9D849B-58E7-4EC9-A43D-87E5F7C9DA61}">
      <dgm:prSet/>
      <dgm:spPr/>
      <dgm:t>
        <a:bodyPr/>
        <a:lstStyle/>
        <a:p>
          <a:endParaRPr lang="en-US"/>
        </a:p>
      </dgm:t>
    </dgm:pt>
    <dgm:pt modelId="{692D7303-EE39-4BE4-A30B-9DB875C758FD}" type="pres">
      <dgm:prSet presAssocID="{AC7227CD-5914-4651-B941-969FCC97193F}" presName="root" presStyleCnt="0">
        <dgm:presLayoutVars>
          <dgm:dir/>
          <dgm:resizeHandles val="exact"/>
        </dgm:presLayoutVars>
      </dgm:prSet>
      <dgm:spPr/>
    </dgm:pt>
    <dgm:pt modelId="{9D987C97-6C1B-4E31-9176-32EC2B556D25}" type="pres">
      <dgm:prSet presAssocID="{7C2F7974-DBF3-44E6-8D73-EA8B4D8A8806}" presName="compNode" presStyleCnt="0"/>
      <dgm:spPr/>
    </dgm:pt>
    <dgm:pt modelId="{D9D00067-59A0-4073-A0B0-5D985379AE4C}" type="pres">
      <dgm:prSet presAssocID="{7C2F7974-DBF3-44E6-8D73-EA8B4D8A880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988B6F1-9881-491A-8860-CD3E888C7E1D}" type="pres">
      <dgm:prSet presAssocID="{7C2F7974-DBF3-44E6-8D73-EA8B4D8A8806}" presName="iconSpace" presStyleCnt="0"/>
      <dgm:spPr/>
    </dgm:pt>
    <dgm:pt modelId="{E74A252A-80A8-4232-A752-A12675EFC013}" type="pres">
      <dgm:prSet presAssocID="{7C2F7974-DBF3-44E6-8D73-EA8B4D8A8806}" presName="parTx" presStyleLbl="revTx" presStyleIdx="0" presStyleCnt="6">
        <dgm:presLayoutVars>
          <dgm:chMax val="0"/>
          <dgm:chPref val="0"/>
        </dgm:presLayoutVars>
      </dgm:prSet>
      <dgm:spPr/>
    </dgm:pt>
    <dgm:pt modelId="{4798020E-869D-4D5D-855F-CF0B8A79A857}" type="pres">
      <dgm:prSet presAssocID="{7C2F7974-DBF3-44E6-8D73-EA8B4D8A8806}" presName="txSpace" presStyleCnt="0"/>
      <dgm:spPr/>
    </dgm:pt>
    <dgm:pt modelId="{BEF9EA86-645B-46D1-B2E8-455A042D0785}" type="pres">
      <dgm:prSet presAssocID="{7C2F7974-DBF3-44E6-8D73-EA8B4D8A8806}" presName="desTx" presStyleLbl="revTx" presStyleIdx="1" presStyleCnt="6">
        <dgm:presLayoutVars/>
      </dgm:prSet>
      <dgm:spPr/>
    </dgm:pt>
    <dgm:pt modelId="{04282579-8DAD-47BC-9776-487641E29881}" type="pres">
      <dgm:prSet presAssocID="{E8DBECDE-C4C8-466D-BCF5-91B60D80B3F7}" presName="sibTrans" presStyleCnt="0"/>
      <dgm:spPr/>
    </dgm:pt>
    <dgm:pt modelId="{662165A4-33D7-46BC-84E2-16C3BB99A231}" type="pres">
      <dgm:prSet presAssocID="{AD290D1B-2785-4D47-8954-70C58A65CA72}" presName="compNode" presStyleCnt="0"/>
      <dgm:spPr/>
    </dgm:pt>
    <dgm:pt modelId="{4045DD1F-29C2-4760-83EB-DC95BF147215}" type="pres">
      <dgm:prSet presAssocID="{AD290D1B-2785-4D47-8954-70C58A65CA7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C554CEA-C2BD-4D12-A6A2-96CC3E542FC8}" type="pres">
      <dgm:prSet presAssocID="{AD290D1B-2785-4D47-8954-70C58A65CA72}" presName="iconSpace" presStyleCnt="0"/>
      <dgm:spPr/>
    </dgm:pt>
    <dgm:pt modelId="{3643BCA2-ED30-4260-9DCF-8A308DFA5525}" type="pres">
      <dgm:prSet presAssocID="{AD290D1B-2785-4D47-8954-70C58A65CA72}" presName="parTx" presStyleLbl="revTx" presStyleIdx="2" presStyleCnt="6">
        <dgm:presLayoutVars>
          <dgm:chMax val="0"/>
          <dgm:chPref val="0"/>
        </dgm:presLayoutVars>
      </dgm:prSet>
      <dgm:spPr/>
    </dgm:pt>
    <dgm:pt modelId="{9A5A920B-1284-4785-8D68-B6668D21C57E}" type="pres">
      <dgm:prSet presAssocID="{AD290D1B-2785-4D47-8954-70C58A65CA72}" presName="txSpace" presStyleCnt="0"/>
      <dgm:spPr/>
    </dgm:pt>
    <dgm:pt modelId="{49CB6E3F-14B9-4A1F-B030-5EAF435EB09E}" type="pres">
      <dgm:prSet presAssocID="{AD290D1B-2785-4D47-8954-70C58A65CA72}" presName="desTx" presStyleLbl="revTx" presStyleIdx="3" presStyleCnt="6">
        <dgm:presLayoutVars/>
      </dgm:prSet>
      <dgm:spPr/>
    </dgm:pt>
    <dgm:pt modelId="{8D574391-D99C-4409-A095-F4BBFE8A0D55}" type="pres">
      <dgm:prSet presAssocID="{09CEA565-B5CE-47C0-95F8-216035416CEC}" presName="sibTrans" presStyleCnt="0"/>
      <dgm:spPr/>
    </dgm:pt>
    <dgm:pt modelId="{320B2224-7625-4524-B820-82A61543D0D4}" type="pres">
      <dgm:prSet presAssocID="{23C0BA0A-8778-4F15-A60A-39A3416A2219}" presName="compNode" presStyleCnt="0"/>
      <dgm:spPr/>
    </dgm:pt>
    <dgm:pt modelId="{D876CD6B-21F0-4DB3-94BE-709C04C23DAF}" type="pres">
      <dgm:prSet presAssocID="{23C0BA0A-8778-4F15-A60A-39A3416A221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oup Brainstorm"/>
        </a:ext>
      </dgm:extLst>
    </dgm:pt>
    <dgm:pt modelId="{82D3BE75-FA3B-4F30-8016-1040200B3950}" type="pres">
      <dgm:prSet presAssocID="{23C0BA0A-8778-4F15-A60A-39A3416A2219}" presName="iconSpace" presStyleCnt="0"/>
      <dgm:spPr/>
    </dgm:pt>
    <dgm:pt modelId="{EE482653-615E-4854-B01C-9A91D4A01513}" type="pres">
      <dgm:prSet presAssocID="{23C0BA0A-8778-4F15-A60A-39A3416A2219}" presName="parTx" presStyleLbl="revTx" presStyleIdx="4" presStyleCnt="6">
        <dgm:presLayoutVars>
          <dgm:chMax val="0"/>
          <dgm:chPref val="0"/>
        </dgm:presLayoutVars>
      </dgm:prSet>
      <dgm:spPr/>
    </dgm:pt>
    <dgm:pt modelId="{CDFAD37E-D000-4AD3-9388-4BE6D4DB163B}" type="pres">
      <dgm:prSet presAssocID="{23C0BA0A-8778-4F15-A60A-39A3416A2219}" presName="txSpace" presStyleCnt="0"/>
      <dgm:spPr/>
    </dgm:pt>
    <dgm:pt modelId="{0664B911-6E6F-4CF3-9BE3-7B3318468449}" type="pres">
      <dgm:prSet presAssocID="{23C0BA0A-8778-4F15-A60A-39A3416A2219}" presName="desTx" presStyleLbl="revTx" presStyleIdx="5" presStyleCnt="6">
        <dgm:presLayoutVars/>
      </dgm:prSet>
      <dgm:spPr/>
    </dgm:pt>
  </dgm:ptLst>
  <dgm:cxnLst>
    <dgm:cxn modelId="{251EE000-02E6-43F1-AFE0-5104B7FF0DB6}" srcId="{AC7227CD-5914-4651-B941-969FCC97193F}" destId="{AD290D1B-2785-4D47-8954-70C58A65CA72}" srcOrd="1" destOrd="0" parTransId="{88590211-D0F5-4E91-8063-C910661CE513}" sibTransId="{09CEA565-B5CE-47C0-95F8-216035416CEC}"/>
    <dgm:cxn modelId="{F3E2602F-578A-48E2-A303-68021EF779E2}" type="presOf" srcId="{B9A0319C-22A3-4DDA-8A0B-504CC1A127E2}" destId="{49CB6E3F-14B9-4A1F-B030-5EAF435EB09E}" srcOrd="0" destOrd="2" presId="urn:microsoft.com/office/officeart/2018/5/layout/CenteredIconLabelDescriptionList"/>
    <dgm:cxn modelId="{E7EE4036-C4DB-43DF-AF11-FE8C369D8EA6}" type="presOf" srcId="{978DA006-5F2B-4A61-AB3E-5FA6D80228C2}" destId="{BEF9EA86-645B-46D1-B2E8-455A042D0785}" srcOrd="0" destOrd="0" presId="urn:microsoft.com/office/officeart/2018/5/layout/CenteredIconLabelDescriptionList"/>
    <dgm:cxn modelId="{11DF6D38-E7FA-4346-AECD-6D6ACF75D7B7}" type="presOf" srcId="{AC7227CD-5914-4651-B941-969FCC97193F}" destId="{692D7303-EE39-4BE4-A30B-9DB875C758FD}" srcOrd="0" destOrd="0" presId="urn:microsoft.com/office/officeart/2018/5/layout/CenteredIconLabelDescriptionList"/>
    <dgm:cxn modelId="{D3CB2C42-ACE3-4DA7-BC28-310ABB4D6592}" srcId="{AD290D1B-2785-4D47-8954-70C58A65CA72}" destId="{B9A0319C-22A3-4DDA-8A0B-504CC1A127E2}" srcOrd="2" destOrd="0" parTransId="{B745F3A2-D5CB-4C00-B31C-927991A78C0A}" sibTransId="{61BB9672-E3FB-4B40-81B0-7F9878A36B15}"/>
    <dgm:cxn modelId="{F6DFBD54-27F6-46FE-B7F7-A06C8090A67E}" type="presOf" srcId="{3831558E-20B0-4C32-A707-EB6CE8A9D769}" destId="{49CB6E3F-14B9-4A1F-B030-5EAF435EB09E}" srcOrd="0" destOrd="0" presId="urn:microsoft.com/office/officeart/2018/5/layout/CenteredIconLabelDescriptionList"/>
    <dgm:cxn modelId="{6ABB317E-A0A6-4751-841C-9FD07A2F18FF}" type="presOf" srcId="{E7F26205-A0F4-410A-A9A1-F554E1CFFB32}" destId="{0664B911-6E6F-4CF3-9BE3-7B3318468449}" srcOrd="0" destOrd="0" presId="urn:microsoft.com/office/officeart/2018/5/layout/CenteredIconLabelDescriptionList"/>
    <dgm:cxn modelId="{AFA42686-170C-402E-947A-99E65DC4D1E4}" type="presOf" srcId="{00469A45-C3C7-4574-88DC-85151FF4B199}" destId="{0664B911-6E6F-4CF3-9BE3-7B3318468449}" srcOrd="0" destOrd="1" presId="urn:microsoft.com/office/officeart/2018/5/layout/CenteredIconLabelDescriptionList"/>
    <dgm:cxn modelId="{B4CE648D-F5CE-4541-9561-65F0CC27CEEF}" type="presOf" srcId="{23C0BA0A-8778-4F15-A60A-39A3416A2219}" destId="{EE482653-615E-4854-B01C-9A91D4A01513}" srcOrd="0" destOrd="0" presId="urn:microsoft.com/office/officeart/2018/5/layout/CenteredIconLabelDescriptionList"/>
    <dgm:cxn modelId="{8E9D849B-58E7-4EC9-A43D-87E5F7C9DA61}" srcId="{23C0BA0A-8778-4F15-A60A-39A3416A2219}" destId="{1071B1C5-96EC-4208-8B18-6785C64C1602}" srcOrd="2" destOrd="0" parTransId="{F8A4E198-5A0B-4E28-8742-B3B652AE4225}" sibTransId="{6321BBEF-1AF2-42DF-AD74-5BF9BA861795}"/>
    <dgm:cxn modelId="{38B1B3A1-4BFB-43DE-83E6-CD27C22EFE30}" srcId="{AC7227CD-5914-4651-B941-969FCC97193F}" destId="{7C2F7974-DBF3-44E6-8D73-EA8B4D8A8806}" srcOrd="0" destOrd="0" parTransId="{C1B6811B-7400-460F-A6C3-FA7F957938AC}" sibTransId="{E8DBECDE-C4C8-466D-BCF5-91B60D80B3F7}"/>
    <dgm:cxn modelId="{0AEBA8AC-F0E9-4F5A-978C-454100414832}" type="presOf" srcId="{AD290D1B-2785-4D47-8954-70C58A65CA72}" destId="{3643BCA2-ED30-4260-9DCF-8A308DFA5525}" srcOrd="0" destOrd="0" presId="urn:microsoft.com/office/officeart/2018/5/layout/CenteredIconLabelDescriptionList"/>
    <dgm:cxn modelId="{38A379B0-8E1A-4D15-AC8F-42F4B22C7BB8}" srcId="{AC7227CD-5914-4651-B941-969FCC97193F}" destId="{23C0BA0A-8778-4F15-A60A-39A3416A2219}" srcOrd="2" destOrd="0" parTransId="{C1A73C13-5990-437F-9062-1B106D8C2D11}" sibTransId="{EE128E58-D70F-454B-B41D-72D422868C3A}"/>
    <dgm:cxn modelId="{D48548B6-687A-4F8F-8DFC-5AA3C75AEC8C}" srcId="{AD290D1B-2785-4D47-8954-70C58A65CA72}" destId="{3831558E-20B0-4C32-A707-EB6CE8A9D769}" srcOrd="0" destOrd="0" parTransId="{7BA18F95-4307-4BE1-9924-E1790ABCB7A3}" sibTransId="{58C90211-A23C-4BCD-9B14-1D05E9E4853A}"/>
    <dgm:cxn modelId="{249A75BB-56D4-4CC3-A685-7D772F61DAEF}" srcId="{7C2F7974-DBF3-44E6-8D73-EA8B4D8A8806}" destId="{D10AD198-F44B-48B6-9A0B-96C5BA26F4FD}" srcOrd="1" destOrd="0" parTransId="{2782FB61-095E-4BA6-B70D-8EFA02066721}" sibTransId="{97364FFE-96D8-4BB6-A519-09E26954F1D1}"/>
    <dgm:cxn modelId="{5790FDC1-DE39-42E0-A929-E1E531BB81EA}" type="presOf" srcId="{1071B1C5-96EC-4208-8B18-6785C64C1602}" destId="{0664B911-6E6F-4CF3-9BE3-7B3318468449}" srcOrd="0" destOrd="2" presId="urn:microsoft.com/office/officeart/2018/5/layout/CenteredIconLabelDescriptionList"/>
    <dgm:cxn modelId="{320915C5-A1BF-47DC-B759-13832FE90C9E}" srcId="{23C0BA0A-8778-4F15-A60A-39A3416A2219}" destId="{E7F26205-A0F4-410A-A9A1-F554E1CFFB32}" srcOrd="0" destOrd="0" parTransId="{65D208FE-50BA-4F16-8CAF-F0E6AEC2339D}" sibTransId="{5FCC825B-B874-4BDC-B950-A89A8E9F90BA}"/>
    <dgm:cxn modelId="{768F27C6-8D82-43C3-BAF6-7CE2B4FA7169}" type="presOf" srcId="{D10AD198-F44B-48B6-9A0B-96C5BA26F4FD}" destId="{BEF9EA86-645B-46D1-B2E8-455A042D0785}" srcOrd="0" destOrd="1" presId="urn:microsoft.com/office/officeart/2018/5/layout/CenteredIconLabelDescriptionList"/>
    <dgm:cxn modelId="{7FCBFFC9-080E-4DA0-BCD4-F55FBA0BA75F}" type="presOf" srcId="{7C2F7974-DBF3-44E6-8D73-EA8B4D8A8806}" destId="{E74A252A-80A8-4232-A752-A12675EFC013}" srcOrd="0" destOrd="0" presId="urn:microsoft.com/office/officeart/2018/5/layout/CenteredIconLabelDescriptionList"/>
    <dgm:cxn modelId="{6B86A4CE-9CA0-4DD4-86C6-A8315515855F}" srcId="{23C0BA0A-8778-4F15-A60A-39A3416A2219}" destId="{00469A45-C3C7-4574-88DC-85151FF4B199}" srcOrd="1" destOrd="0" parTransId="{612691FC-7CF4-4AC0-A5DD-79686779B938}" sibTransId="{CD5E4DE3-80EA-4284-91F9-392B52BE86AC}"/>
    <dgm:cxn modelId="{A261B5D2-BF92-4217-BE29-920AF7C0E1FA}" srcId="{7C2F7974-DBF3-44E6-8D73-EA8B4D8A8806}" destId="{978DA006-5F2B-4A61-AB3E-5FA6D80228C2}" srcOrd="0" destOrd="0" parTransId="{9F95254D-67CA-44C6-AAFF-06DDFDB14211}" sibTransId="{1A37038E-C3CB-4223-80F7-C9EF99CEF817}"/>
    <dgm:cxn modelId="{7D1F5BE5-7DC1-453E-A282-A502426C391F}" srcId="{AD290D1B-2785-4D47-8954-70C58A65CA72}" destId="{FF8210BF-F8E8-4EB9-9120-CE550454EE65}" srcOrd="1" destOrd="0" parTransId="{941DB577-3A43-4E63-ADA8-D32BB81C297E}" sibTransId="{FFC3444A-1E32-48F5-8CB2-E08EC1773EC9}"/>
    <dgm:cxn modelId="{0F0C59F6-110E-4AF5-AEA6-EDF13652A5DE}" type="presOf" srcId="{FF8210BF-F8E8-4EB9-9120-CE550454EE65}" destId="{49CB6E3F-14B9-4A1F-B030-5EAF435EB09E}" srcOrd="0" destOrd="1" presId="urn:microsoft.com/office/officeart/2018/5/layout/CenteredIconLabelDescriptionList"/>
    <dgm:cxn modelId="{C160FB00-EA1C-4948-8FA4-8F64DB808175}" type="presParOf" srcId="{692D7303-EE39-4BE4-A30B-9DB875C758FD}" destId="{9D987C97-6C1B-4E31-9176-32EC2B556D25}" srcOrd="0" destOrd="0" presId="urn:microsoft.com/office/officeart/2018/5/layout/CenteredIconLabelDescriptionList"/>
    <dgm:cxn modelId="{FC420843-498C-440D-929E-35C4567BBA9D}" type="presParOf" srcId="{9D987C97-6C1B-4E31-9176-32EC2B556D25}" destId="{D9D00067-59A0-4073-A0B0-5D985379AE4C}" srcOrd="0" destOrd="0" presId="urn:microsoft.com/office/officeart/2018/5/layout/CenteredIconLabelDescriptionList"/>
    <dgm:cxn modelId="{916549BF-FFFE-4CD6-BC14-753BE79F086E}" type="presParOf" srcId="{9D987C97-6C1B-4E31-9176-32EC2B556D25}" destId="{7988B6F1-9881-491A-8860-CD3E888C7E1D}" srcOrd="1" destOrd="0" presId="urn:microsoft.com/office/officeart/2018/5/layout/CenteredIconLabelDescriptionList"/>
    <dgm:cxn modelId="{02851103-7226-47B3-8FEF-C64907BC5B43}" type="presParOf" srcId="{9D987C97-6C1B-4E31-9176-32EC2B556D25}" destId="{E74A252A-80A8-4232-A752-A12675EFC013}" srcOrd="2" destOrd="0" presId="urn:microsoft.com/office/officeart/2018/5/layout/CenteredIconLabelDescriptionList"/>
    <dgm:cxn modelId="{4A3F0CEE-98A8-468F-9CFA-1C24452F1EC7}" type="presParOf" srcId="{9D987C97-6C1B-4E31-9176-32EC2B556D25}" destId="{4798020E-869D-4D5D-855F-CF0B8A79A857}" srcOrd="3" destOrd="0" presId="urn:microsoft.com/office/officeart/2018/5/layout/CenteredIconLabelDescriptionList"/>
    <dgm:cxn modelId="{B327DBA1-C9A2-415B-8576-A600C1B7A764}" type="presParOf" srcId="{9D987C97-6C1B-4E31-9176-32EC2B556D25}" destId="{BEF9EA86-645B-46D1-B2E8-455A042D0785}" srcOrd="4" destOrd="0" presId="urn:microsoft.com/office/officeart/2018/5/layout/CenteredIconLabelDescriptionList"/>
    <dgm:cxn modelId="{4097A849-4CA9-4874-B91A-969596AEFD73}" type="presParOf" srcId="{692D7303-EE39-4BE4-A30B-9DB875C758FD}" destId="{04282579-8DAD-47BC-9776-487641E29881}" srcOrd="1" destOrd="0" presId="urn:microsoft.com/office/officeart/2018/5/layout/CenteredIconLabelDescriptionList"/>
    <dgm:cxn modelId="{EA185C66-AF35-4806-B208-B46462ECBE8B}" type="presParOf" srcId="{692D7303-EE39-4BE4-A30B-9DB875C758FD}" destId="{662165A4-33D7-46BC-84E2-16C3BB99A231}" srcOrd="2" destOrd="0" presId="urn:microsoft.com/office/officeart/2018/5/layout/CenteredIconLabelDescriptionList"/>
    <dgm:cxn modelId="{607830FB-3AB6-43CA-BA32-73F80673CB93}" type="presParOf" srcId="{662165A4-33D7-46BC-84E2-16C3BB99A231}" destId="{4045DD1F-29C2-4760-83EB-DC95BF147215}" srcOrd="0" destOrd="0" presId="urn:microsoft.com/office/officeart/2018/5/layout/CenteredIconLabelDescriptionList"/>
    <dgm:cxn modelId="{2FBDC422-DC47-403D-A275-AA20AF2EC3FD}" type="presParOf" srcId="{662165A4-33D7-46BC-84E2-16C3BB99A231}" destId="{2C554CEA-C2BD-4D12-A6A2-96CC3E542FC8}" srcOrd="1" destOrd="0" presId="urn:microsoft.com/office/officeart/2018/5/layout/CenteredIconLabelDescriptionList"/>
    <dgm:cxn modelId="{F46DB281-A935-44F5-9964-E7EC2A5CC803}" type="presParOf" srcId="{662165A4-33D7-46BC-84E2-16C3BB99A231}" destId="{3643BCA2-ED30-4260-9DCF-8A308DFA5525}" srcOrd="2" destOrd="0" presId="urn:microsoft.com/office/officeart/2018/5/layout/CenteredIconLabelDescriptionList"/>
    <dgm:cxn modelId="{F9B01FD5-4BFA-4A12-849F-684D275EF211}" type="presParOf" srcId="{662165A4-33D7-46BC-84E2-16C3BB99A231}" destId="{9A5A920B-1284-4785-8D68-B6668D21C57E}" srcOrd="3" destOrd="0" presId="urn:microsoft.com/office/officeart/2018/5/layout/CenteredIconLabelDescriptionList"/>
    <dgm:cxn modelId="{B232926F-EDB1-47BF-86FD-BB707563D462}" type="presParOf" srcId="{662165A4-33D7-46BC-84E2-16C3BB99A231}" destId="{49CB6E3F-14B9-4A1F-B030-5EAF435EB09E}" srcOrd="4" destOrd="0" presId="urn:microsoft.com/office/officeart/2018/5/layout/CenteredIconLabelDescriptionList"/>
    <dgm:cxn modelId="{DEB7809E-FC40-4372-9F0C-357E4734632A}" type="presParOf" srcId="{692D7303-EE39-4BE4-A30B-9DB875C758FD}" destId="{8D574391-D99C-4409-A095-F4BBFE8A0D55}" srcOrd="3" destOrd="0" presId="urn:microsoft.com/office/officeart/2018/5/layout/CenteredIconLabelDescriptionList"/>
    <dgm:cxn modelId="{537D7D6F-D8DC-4745-A548-7FC5A3A9B901}" type="presParOf" srcId="{692D7303-EE39-4BE4-A30B-9DB875C758FD}" destId="{320B2224-7625-4524-B820-82A61543D0D4}" srcOrd="4" destOrd="0" presId="urn:microsoft.com/office/officeart/2018/5/layout/CenteredIconLabelDescriptionList"/>
    <dgm:cxn modelId="{E67AB34F-C743-4B32-B7DA-4D45DC1CFE0A}" type="presParOf" srcId="{320B2224-7625-4524-B820-82A61543D0D4}" destId="{D876CD6B-21F0-4DB3-94BE-709C04C23DAF}" srcOrd="0" destOrd="0" presId="urn:microsoft.com/office/officeart/2018/5/layout/CenteredIconLabelDescriptionList"/>
    <dgm:cxn modelId="{8E9D1739-7CD4-4C11-B197-172FDB856D12}" type="presParOf" srcId="{320B2224-7625-4524-B820-82A61543D0D4}" destId="{82D3BE75-FA3B-4F30-8016-1040200B3950}" srcOrd="1" destOrd="0" presId="urn:microsoft.com/office/officeart/2018/5/layout/CenteredIconLabelDescriptionList"/>
    <dgm:cxn modelId="{1B8B8E50-4CB3-4167-9B4D-B7F4DB139002}" type="presParOf" srcId="{320B2224-7625-4524-B820-82A61543D0D4}" destId="{EE482653-615E-4854-B01C-9A91D4A01513}" srcOrd="2" destOrd="0" presId="urn:microsoft.com/office/officeart/2018/5/layout/CenteredIconLabelDescriptionList"/>
    <dgm:cxn modelId="{D524E9BA-5E30-4498-AC3F-5AB8C386E368}" type="presParOf" srcId="{320B2224-7625-4524-B820-82A61543D0D4}" destId="{CDFAD37E-D000-4AD3-9388-4BE6D4DB163B}" srcOrd="3" destOrd="0" presId="urn:microsoft.com/office/officeart/2018/5/layout/CenteredIconLabelDescriptionList"/>
    <dgm:cxn modelId="{222DCE9A-0CE5-42C2-AE5E-AF41D8DC93C5}" type="presParOf" srcId="{320B2224-7625-4524-B820-82A61543D0D4}" destId="{0664B911-6E6F-4CF3-9BE3-7B331846844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ECE5257E-526D-4E03-A337-BDBC648A9B5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9BCF40F-EDBB-47B0-A620-674D157ED52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Sending addr message</a:t>
          </a:r>
          <a:endParaRPr lang="en-US"/>
        </a:p>
      </dgm:t>
    </dgm:pt>
    <dgm:pt modelId="{B9DADEB3-0ADC-45A1-8BD0-D580731FDCA8}" type="parTrans" cxnId="{3F8E1074-7C00-42EC-B70D-E6A18FF0A816}">
      <dgm:prSet/>
      <dgm:spPr/>
      <dgm:t>
        <a:bodyPr/>
        <a:lstStyle/>
        <a:p>
          <a:endParaRPr lang="en-US"/>
        </a:p>
      </dgm:t>
    </dgm:pt>
    <dgm:pt modelId="{D663A807-839C-442F-9C2B-D64875B54CB9}" type="sibTrans" cxnId="{3F8E1074-7C00-42EC-B70D-E6A18FF0A816}">
      <dgm:prSet/>
      <dgm:spPr/>
      <dgm:t>
        <a:bodyPr/>
        <a:lstStyle/>
        <a:p>
          <a:endParaRPr lang="en-US"/>
        </a:p>
      </dgm:t>
    </dgm:pt>
    <dgm:pt modelId="{A1DF3F95-7484-49E7-9DC3-1072C0E3DF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Once one or more connections are established</a:t>
          </a:r>
        </a:p>
      </dgm:t>
    </dgm:pt>
    <dgm:pt modelId="{55C02B79-96D1-40A4-A343-F28ABD0DDD08}" type="parTrans" cxnId="{B82A8080-6702-4555-B3F1-665995C99945}">
      <dgm:prSet/>
      <dgm:spPr/>
      <dgm:t>
        <a:bodyPr/>
        <a:lstStyle/>
        <a:p>
          <a:endParaRPr lang="en-US"/>
        </a:p>
      </dgm:t>
    </dgm:pt>
    <dgm:pt modelId="{0EEB4CD4-8E7E-4A30-9D13-C4C47FEB773A}" type="sibTrans" cxnId="{B82A8080-6702-4555-B3F1-665995C99945}">
      <dgm:prSet/>
      <dgm:spPr/>
      <dgm:t>
        <a:bodyPr/>
        <a:lstStyle/>
        <a:p>
          <a:endParaRPr lang="en-US"/>
        </a:p>
      </dgm:t>
    </dgm:pt>
    <dgm:pt modelId="{71B2E959-4FEB-42E2-987A-A5BC987DB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new node will send an addr message</a:t>
          </a:r>
          <a:r>
            <a:rPr lang="tr-TR"/>
            <a:t> </a:t>
          </a:r>
          <a:endParaRPr lang="en-US"/>
        </a:p>
      </dgm:t>
    </dgm:pt>
    <dgm:pt modelId="{5B5EA668-9053-4480-996F-FF11E9331131}" type="parTrans" cxnId="{1E99DA45-B17D-45D3-A449-89F4AAF76897}">
      <dgm:prSet/>
      <dgm:spPr/>
      <dgm:t>
        <a:bodyPr/>
        <a:lstStyle/>
        <a:p>
          <a:endParaRPr lang="en-US"/>
        </a:p>
      </dgm:t>
    </dgm:pt>
    <dgm:pt modelId="{63D2F6C6-48E4-4243-BB7D-B90C9C9B12C1}" type="sibTrans" cxnId="{1E99DA45-B17D-45D3-A449-89F4AAF76897}">
      <dgm:prSet/>
      <dgm:spPr/>
      <dgm:t>
        <a:bodyPr/>
        <a:lstStyle/>
        <a:p>
          <a:endParaRPr lang="en-US"/>
        </a:p>
      </dgm:t>
    </dgm:pt>
    <dgm:pt modelId="{E9072C52-D3BF-46F8-B1CE-76C1F54F6E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containing its own IP address to its neighbors.</a:t>
          </a:r>
        </a:p>
      </dgm:t>
    </dgm:pt>
    <dgm:pt modelId="{0C313B64-2F8B-41B7-A64E-D625B4F9749B}" type="parTrans" cxnId="{290EA68A-1E14-428D-840B-F8E9B559796C}">
      <dgm:prSet/>
      <dgm:spPr/>
      <dgm:t>
        <a:bodyPr/>
        <a:lstStyle/>
        <a:p>
          <a:endParaRPr lang="en-US"/>
        </a:p>
      </dgm:t>
    </dgm:pt>
    <dgm:pt modelId="{E803B4FA-6019-4A52-B24A-42014D35F6D1}" type="sibTrans" cxnId="{290EA68A-1E14-428D-840B-F8E9B559796C}">
      <dgm:prSet/>
      <dgm:spPr/>
      <dgm:t>
        <a:bodyPr/>
        <a:lstStyle/>
        <a:p>
          <a:endParaRPr lang="en-US"/>
        </a:p>
      </dgm:t>
    </dgm:pt>
    <dgm:pt modelId="{C2A5DA25-6C2C-4B69-A7FC-0AAFB6AA6A3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Forward the message</a:t>
          </a:r>
          <a:endParaRPr lang="en-US"/>
        </a:p>
      </dgm:t>
    </dgm:pt>
    <dgm:pt modelId="{5C9E3689-56DC-4C3C-90E4-FC751D0DD9A6}" type="parTrans" cxnId="{598F3CDE-8727-4A62-B501-DFB23A727039}">
      <dgm:prSet/>
      <dgm:spPr/>
      <dgm:t>
        <a:bodyPr/>
        <a:lstStyle/>
        <a:p>
          <a:endParaRPr lang="en-US"/>
        </a:p>
      </dgm:t>
    </dgm:pt>
    <dgm:pt modelId="{D837D2DF-6DFF-4D8E-AA24-09203726438E}" type="sibTrans" cxnId="{598F3CDE-8727-4A62-B501-DFB23A727039}">
      <dgm:prSet/>
      <dgm:spPr/>
      <dgm:t>
        <a:bodyPr/>
        <a:lstStyle/>
        <a:p>
          <a:endParaRPr lang="en-US"/>
        </a:p>
      </dgm:t>
    </dgm:pt>
    <dgm:pt modelId="{0EBE54F1-9F15-4B68-86F7-30A8076C56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neighbors will, in turn, </a:t>
          </a:r>
        </a:p>
      </dgm:t>
    </dgm:pt>
    <dgm:pt modelId="{C22E4D49-C823-4E05-96CC-1E445D580B42}" type="parTrans" cxnId="{EE7D4CF1-BDEB-4EAB-ADF0-7B9DF60D1E2D}">
      <dgm:prSet/>
      <dgm:spPr/>
      <dgm:t>
        <a:bodyPr/>
        <a:lstStyle/>
        <a:p>
          <a:endParaRPr lang="en-US"/>
        </a:p>
      </dgm:t>
    </dgm:pt>
    <dgm:pt modelId="{46AB288E-3053-4EDC-AEE8-574FA445C8BB}" type="sibTrans" cxnId="{EE7D4CF1-BDEB-4EAB-ADF0-7B9DF60D1E2D}">
      <dgm:prSet/>
      <dgm:spPr/>
      <dgm:t>
        <a:bodyPr/>
        <a:lstStyle/>
        <a:p>
          <a:endParaRPr lang="en-US"/>
        </a:p>
      </dgm:t>
    </dgm:pt>
    <dgm:pt modelId="{149E3706-22ED-43D7-B374-3A48E851E8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forward</a:t>
          </a:r>
          <a:r>
            <a:rPr lang="tr-TR"/>
            <a:t> </a:t>
          </a:r>
          <a:r>
            <a:rPr lang="en-US"/>
            <a:t>the addr message to their neighbors, </a:t>
          </a:r>
        </a:p>
      </dgm:t>
    </dgm:pt>
    <dgm:pt modelId="{8228570B-6B8B-4AD4-857A-40CAD2F8A91A}" type="parTrans" cxnId="{88AAD93D-FDA4-4375-AEA0-4E229F7307A4}">
      <dgm:prSet/>
      <dgm:spPr/>
      <dgm:t>
        <a:bodyPr/>
        <a:lstStyle/>
        <a:p>
          <a:endParaRPr lang="en-US"/>
        </a:p>
      </dgm:t>
    </dgm:pt>
    <dgm:pt modelId="{E613CD15-155B-464A-A76E-69E6405417EA}" type="sibTrans" cxnId="{88AAD93D-FDA4-4375-AEA0-4E229F7307A4}">
      <dgm:prSet/>
      <dgm:spPr/>
      <dgm:t>
        <a:bodyPr/>
        <a:lstStyle/>
        <a:p>
          <a:endParaRPr lang="en-US"/>
        </a:p>
      </dgm:t>
    </dgm:pt>
    <dgm:pt modelId="{479C577E-2356-4A59-9E9C-FA6209F6B6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Better connections</a:t>
          </a:r>
          <a:endParaRPr lang="en-US"/>
        </a:p>
      </dgm:t>
    </dgm:pt>
    <dgm:pt modelId="{73880507-4AFA-4F81-8F19-F2A08A15BE3D}" type="parTrans" cxnId="{23275272-C330-430D-AA56-4CCD6B27247A}">
      <dgm:prSet/>
      <dgm:spPr/>
      <dgm:t>
        <a:bodyPr/>
        <a:lstStyle/>
        <a:p>
          <a:endParaRPr lang="en-US"/>
        </a:p>
      </dgm:t>
    </dgm:pt>
    <dgm:pt modelId="{6CFD6476-3516-401E-B1B0-425C955F897E}" type="sibTrans" cxnId="{23275272-C330-430D-AA56-4CCD6B27247A}">
      <dgm:prSet/>
      <dgm:spPr/>
      <dgm:t>
        <a:bodyPr/>
        <a:lstStyle/>
        <a:p>
          <a:endParaRPr lang="en-US"/>
        </a:p>
      </dgm:t>
    </dgm:pt>
    <dgm:pt modelId="{74A5DDA2-731F-479F-ABC3-35E0AF07B4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ensuring that the newly connected node</a:t>
          </a:r>
          <a:r>
            <a:rPr lang="tr-TR"/>
            <a:t> </a:t>
          </a:r>
          <a:endParaRPr lang="en-US"/>
        </a:p>
      </dgm:t>
    </dgm:pt>
    <dgm:pt modelId="{877B9F5E-F7FA-47FA-B520-90E8818644CB}" type="parTrans" cxnId="{EDB81165-D181-45F0-B034-B741A52FF318}">
      <dgm:prSet/>
      <dgm:spPr/>
      <dgm:t>
        <a:bodyPr/>
        <a:lstStyle/>
        <a:p>
          <a:endParaRPr lang="en-US"/>
        </a:p>
      </dgm:t>
    </dgm:pt>
    <dgm:pt modelId="{E00DDED9-DC31-4084-B3D1-B5EE1D2A8172}" type="sibTrans" cxnId="{EDB81165-D181-45F0-B034-B741A52FF318}">
      <dgm:prSet/>
      <dgm:spPr/>
      <dgm:t>
        <a:bodyPr/>
        <a:lstStyle/>
        <a:p>
          <a:endParaRPr lang="en-US"/>
        </a:p>
      </dgm:t>
    </dgm:pt>
    <dgm:pt modelId="{FB3D257C-E7D1-42BD-8454-DC49A5C595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becomes well known and better connected.</a:t>
          </a:r>
        </a:p>
      </dgm:t>
    </dgm:pt>
    <dgm:pt modelId="{C6B673B7-25BA-4404-8D02-055E002C39D8}" type="parTrans" cxnId="{822B2A58-A27D-4B41-A635-6D9F0E073E07}">
      <dgm:prSet/>
      <dgm:spPr/>
      <dgm:t>
        <a:bodyPr/>
        <a:lstStyle/>
        <a:p>
          <a:endParaRPr lang="en-US"/>
        </a:p>
      </dgm:t>
    </dgm:pt>
    <dgm:pt modelId="{7BF500C6-1418-46BD-8C67-5DF9FA9F3D25}" type="sibTrans" cxnId="{822B2A58-A27D-4B41-A635-6D9F0E073E07}">
      <dgm:prSet/>
      <dgm:spPr/>
      <dgm:t>
        <a:bodyPr/>
        <a:lstStyle/>
        <a:p>
          <a:endParaRPr lang="en-US"/>
        </a:p>
      </dgm:t>
    </dgm:pt>
    <dgm:pt modelId="{4A83EFFC-4EDA-474F-AD3E-FBB1F9C66DAD}" type="pres">
      <dgm:prSet presAssocID="{ECE5257E-526D-4E03-A337-BDBC648A9B53}" presName="root" presStyleCnt="0">
        <dgm:presLayoutVars>
          <dgm:dir/>
          <dgm:resizeHandles val="exact"/>
        </dgm:presLayoutVars>
      </dgm:prSet>
      <dgm:spPr/>
    </dgm:pt>
    <dgm:pt modelId="{1440ECFB-7C8D-475F-9556-30D7D38C8DBF}" type="pres">
      <dgm:prSet presAssocID="{49BCF40F-EDBB-47B0-A620-674D157ED526}" presName="compNode" presStyleCnt="0"/>
      <dgm:spPr/>
    </dgm:pt>
    <dgm:pt modelId="{A46CE798-7FD3-4E08-B5B8-9293AB23EB5B}" type="pres">
      <dgm:prSet presAssocID="{49BCF40F-EDBB-47B0-A620-674D157ED52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at"/>
        </a:ext>
      </dgm:extLst>
    </dgm:pt>
    <dgm:pt modelId="{E25A7537-B970-4C9D-938A-16CB241E7AC2}" type="pres">
      <dgm:prSet presAssocID="{49BCF40F-EDBB-47B0-A620-674D157ED526}" presName="iconSpace" presStyleCnt="0"/>
      <dgm:spPr/>
    </dgm:pt>
    <dgm:pt modelId="{BDF87877-EB09-4C84-A13F-2016C164AD36}" type="pres">
      <dgm:prSet presAssocID="{49BCF40F-EDBB-47B0-A620-674D157ED526}" presName="parTx" presStyleLbl="revTx" presStyleIdx="0" presStyleCnt="6">
        <dgm:presLayoutVars>
          <dgm:chMax val="0"/>
          <dgm:chPref val="0"/>
        </dgm:presLayoutVars>
      </dgm:prSet>
      <dgm:spPr/>
    </dgm:pt>
    <dgm:pt modelId="{1C887101-B1D8-4398-B390-D3A7291E4ADE}" type="pres">
      <dgm:prSet presAssocID="{49BCF40F-EDBB-47B0-A620-674D157ED526}" presName="txSpace" presStyleCnt="0"/>
      <dgm:spPr/>
    </dgm:pt>
    <dgm:pt modelId="{CBA50BEA-C0DC-44D5-B7FB-7047EC749B19}" type="pres">
      <dgm:prSet presAssocID="{49BCF40F-EDBB-47B0-A620-674D157ED526}" presName="desTx" presStyleLbl="revTx" presStyleIdx="1" presStyleCnt="6">
        <dgm:presLayoutVars/>
      </dgm:prSet>
      <dgm:spPr/>
    </dgm:pt>
    <dgm:pt modelId="{1538D7C3-1E30-4871-BE4A-09865AA62782}" type="pres">
      <dgm:prSet presAssocID="{D663A807-839C-442F-9C2B-D64875B54CB9}" presName="sibTrans" presStyleCnt="0"/>
      <dgm:spPr/>
    </dgm:pt>
    <dgm:pt modelId="{942B1E91-5F73-49D4-925F-121931626508}" type="pres">
      <dgm:prSet presAssocID="{C2A5DA25-6C2C-4B69-A7FC-0AAFB6AA6A3F}" presName="compNode" presStyleCnt="0"/>
      <dgm:spPr/>
    </dgm:pt>
    <dgm:pt modelId="{DC19AF33-D9FB-4434-80FB-BE1448281896}" type="pres">
      <dgm:prSet presAssocID="{C2A5DA25-6C2C-4B69-A7FC-0AAFB6AA6A3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oicemail Forward"/>
        </a:ext>
      </dgm:extLst>
    </dgm:pt>
    <dgm:pt modelId="{820961EF-B348-48F5-AB31-0CA3D3400112}" type="pres">
      <dgm:prSet presAssocID="{C2A5DA25-6C2C-4B69-A7FC-0AAFB6AA6A3F}" presName="iconSpace" presStyleCnt="0"/>
      <dgm:spPr/>
    </dgm:pt>
    <dgm:pt modelId="{47B2748F-7FE2-49CF-BBA6-4F7C4C48A833}" type="pres">
      <dgm:prSet presAssocID="{C2A5DA25-6C2C-4B69-A7FC-0AAFB6AA6A3F}" presName="parTx" presStyleLbl="revTx" presStyleIdx="2" presStyleCnt="6">
        <dgm:presLayoutVars>
          <dgm:chMax val="0"/>
          <dgm:chPref val="0"/>
        </dgm:presLayoutVars>
      </dgm:prSet>
      <dgm:spPr/>
    </dgm:pt>
    <dgm:pt modelId="{61926CE3-14D4-400B-A3EE-634659D27325}" type="pres">
      <dgm:prSet presAssocID="{C2A5DA25-6C2C-4B69-A7FC-0AAFB6AA6A3F}" presName="txSpace" presStyleCnt="0"/>
      <dgm:spPr/>
    </dgm:pt>
    <dgm:pt modelId="{ABA03B6E-2CCC-4900-AF39-345DF4CC9E2D}" type="pres">
      <dgm:prSet presAssocID="{C2A5DA25-6C2C-4B69-A7FC-0AAFB6AA6A3F}" presName="desTx" presStyleLbl="revTx" presStyleIdx="3" presStyleCnt="6">
        <dgm:presLayoutVars/>
      </dgm:prSet>
      <dgm:spPr/>
    </dgm:pt>
    <dgm:pt modelId="{524DEF2A-6C6B-4CC8-888F-2E400AC7FD40}" type="pres">
      <dgm:prSet presAssocID="{D837D2DF-6DFF-4D8E-AA24-09203726438E}" presName="sibTrans" presStyleCnt="0"/>
      <dgm:spPr/>
    </dgm:pt>
    <dgm:pt modelId="{79801B9B-0B1B-4072-AEBA-4704B83AC2AF}" type="pres">
      <dgm:prSet presAssocID="{479C577E-2356-4A59-9E9C-FA6209F6B685}" presName="compNode" presStyleCnt="0"/>
      <dgm:spPr/>
    </dgm:pt>
    <dgm:pt modelId="{0C4F7DF1-8519-4E77-80A2-767C2E2C4F32}" type="pres">
      <dgm:prSet presAssocID="{479C577E-2356-4A59-9E9C-FA6209F6B68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amwork"/>
        </a:ext>
      </dgm:extLst>
    </dgm:pt>
    <dgm:pt modelId="{BD145C1C-7147-4707-BCFA-8B79C877A756}" type="pres">
      <dgm:prSet presAssocID="{479C577E-2356-4A59-9E9C-FA6209F6B685}" presName="iconSpace" presStyleCnt="0"/>
      <dgm:spPr/>
    </dgm:pt>
    <dgm:pt modelId="{AF16E905-F83B-4148-88D7-9FFD7AD3781F}" type="pres">
      <dgm:prSet presAssocID="{479C577E-2356-4A59-9E9C-FA6209F6B685}" presName="parTx" presStyleLbl="revTx" presStyleIdx="4" presStyleCnt="6">
        <dgm:presLayoutVars>
          <dgm:chMax val="0"/>
          <dgm:chPref val="0"/>
        </dgm:presLayoutVars>
      </dgm:prSet>
      <dgm:spPr/>
    </dgm:pt>
    <dgm:pt modelId="{E8BAEF3A-1C5B-4FDD-9A43-3AABCB34E867}" type="pres">
      <dgm:prSet presAssocID="{479C577E-2356-4A59-9E9C-FA6209F6B685}" presName="txSpace" presStyleCnt="0"/>
      <dgm:spPr/>
    </dgm:pt>
    <dgm:pt modelId="{16407F16-8645-4D58-9977-89FFC2714111}" type="pres">
      <dgm:prSet presAssocID="{479C577E-2356-4A59-9E9C-FA6209F6B685}" presName="desTx" presStyleLbl="revTx" presStyleIdx="5" presStyleCnt="6">
        <dgm:presLayoutVars/>
      </dgm:prSet>
      <dgm:spPr/>
    </dgm:pt>
  </dgm:ptLst>
  <dgm:cxnLst>
    <dgm:cxn modelId="{824B5D38-0D16-4911-871D-B18F1A838FA8}" type="presOf" srcId="{479C577E-2356-4A59-9E9C-FA6209F6B685}" destId="{AF16E905-F83B-4148-88D7-9FFD7AD3781F}" srcOrd="0" destOrd="0" presId="urn:microsoft.com/office/officeart/2018/5/layout/CenteredIconLabelDescriptionList"/>
    <dgm:cxn modelId="{88AAD93D-FDA4-4375-AEA0-4E229F7307A4}" srcId="{C2A5DA25-6C2C-4B69-A7FC-0AAFB6AA6A3F}" destId="{149E3706-22ED-43D7-B374-3A48E851E829}" srcOrd="1" destOrd="0" parTransId="{8228570B-6B8B-4AD4-857A-40CAD2F8A91A}" sibTransId="{E613CD15-155B-464A-A76E-69E6405417EA}"/>
    <dgm:cxn modelId="{E4AEDB40-1046-4262-A10D-406D19007F37}" type="presOf" srcId="{49BCF40F-EDBB-47B0-A620-674D157ED526}" destId="{BDF87877-EB09-4C84-A13F-2016C164AD36}" srcOrd="0" destOrd="0" presId="urn:microsoft.com/office/officeart/2018/5/layout/CenteredIconLabelDescriptionList"/>
    <dgm:cxn modelId="{366D8964-2EAB-4D95-8E43-FCE44B067D3F}" type="presOf" srcId="{C2A5DA25-6C2C-4B69-A7FC-0AAFB6AA6A3F}" destId="{47B2748F-7FE2-49CF-BBA6-4F7C4C48A833}" srcOrd="0" destOrd="0" presId="urn:microsoft.com/office/officeart/2018/5/layout/CenteredIconLabelDescriptionList"/>
    <dgm:cxn modelId="{EDB81165-D181-45F0-B034-B741A52FF318}" srcId="{479C577E-2356-4A59-9E9C-FA6209F6B685}" destId="{74A5DDA2-731F-479F-ABC3-35E0AF07B455}" srcOrd="0" destOrd="0" parTransId="{877B9F5E-F7FA-47FA-B520-90E8818644CB}" sibTransId="{E00DDED9-DC31-4084-B3D1-B5EE1D2A8172}"/>
    <dgm:cxn modelId="{1E99DA45-B17D-45D3-A449-89F4AAF76897}" srcId="{49BCF40F-EDBB-47B0-A620-674D157ED526}" destId="{71B2E959-4FEB-42E2-987A-A5BC987DB563}" srcOrd="1" destOrd="0" parTransId="{5B5EA668-9053-4480-996F-FF11E9331131}" sibTransId="{63D2F6C6-48E4-4243-BB7D-B90C9C9B12C1}"/>
    <dgm:cxn modelId="{23275272-C330-430D-AA56-4CCD6B27247A}" srcId="{ECE5257E-526D-4E03-A337-BDBC648A9B53}" destId="{479C577E-2356-4A59-9E9C-FA6209F6B685}" srcOrd="2" destOrd="0" parTransId="{73880507-4AFA-4F81-8F19-F2A08A15BE3D}" sibTransId="{6CFD6476-3516-401E-B1B0-425C955F897E}"/>
    <dgm:cxn modelId="{3F8E1074-7C00-42EC-B70D-E6A18FF0A816}" srcId="{ECE5257E-526D-4E03-A337-BDBC648A9B53}" destId="{49BCF40F-EDBB-47B0-A620-674D157ED526}" srcOrd="0" destOrd="0" parTransId="{B9DADEB3-0ADC-45A1-8BD0-D580731FDCA8}" sibTransId="{D663A807-839C-442F-9C2B-D64875B54CB9}"/>
    <dgm:cxn modelId="{822B2A58-A27D-4B41-A635-6D9F0E073E07}" srcId="{479C577E-2356-4A59-9E9C-FA6209F6B685}" destId="{FB3D257C-E7D1-42BD-8454-DC49A5C59510}" srcOrd="1" destOrd="0" parTransId="{C6B673B7-25BA-4404-8D02-055E002C39D8}" sibTransId="{7BF500C6-1418-46BD-8C67-5DF9FA9F3D25}"/>
    <dgm:cxn modelId="{3126A659-853D-4F6E-A9DF-8971EC5DF655}" type="presOf" srcId="{0EBE54F1-9F15-4B68-86F7-30A8076C56BE}" destId="{ABA03B6E-2CCC-4900-AF39-345DF4CC9E2D}" srcOrd="0" destOrd="0" presId="urn:microsoft.com/office/officeart/2018/5/layout/CenteredIconLabelDescriptionList"/>
    <dgm:cxn modelId="{373AB959-E08A-49EF-BF25-0FCA99831090}" type="presOf" srcId="{74A5DDA2-731F-479F-ABC3-35E0AF07B455}" destId="{16407F16-8645-4D58-9977-89FFC2714111}" srcOrd="0" destOrd="0" presId="urn:microsoft.com/office/officeart/2018/5/layout/CenteredIconLabelDescriptionList"/>
    <dgm:cxn modelId="{B82A8080-6702-4555-B3F1-665995C99945}" srcId="{49BCF40F-EDBB-47B0-A620-674D157ED526}" destId="{A1DF3F95-7484-49E7-9DC3-1072C0E3DF6E}" srcOrd="0" destOrd="0" parTransId="{55C02B79-96D1-40A4-A343-F28ABD0DDD08}" sibTransId="{0EEB4CD4-8E7E-4A30-9D13-C4C47FEB773A}"/>
    <dgm:cxn modelId="{206C4F89-CD43-478A-A4FA-1DF944D7CA64}" type="presOf" srcId="{ECE5257E-526D-4E03-A337-BDBC648A9B53}" destId="{4A83EFFC-4EDA-474F-AD3E-FBB1F9C66DAD}" srcOrd="0" destOrd="0" presId="urn:microsoft.com/office/officeart/2018/5/layout/CenteredIconLabelDescriptionList"/>
    <dgm:cxn modelId="{290EA68A-1E14-428D-840B-F8E9B559796C}" srcId="{49BCF40F-EDBB-47B0-A620-674D157ED526}" destId="{E9072C52-D3BF-46F8-B1CE-76C1F54F6E1B}" srcOrd="2" destOrd="0" parTransId="{0C313B64-2F8B-41B7-A64E-D625B4F9749B}" sibTransId="{E803B4FA-6019-4A52-B24A-42014D35F6D1}"/>
    <dgm:cxn modelId="{8BB7A68B-6903-4901-AD2F-AE601A93A0E1}" type="presOf" srcId="{71B2E959-4FEB-42E2-987A-A5BC987DB563}" destId="{CBA50BEA-C0DC-44D5-B7FB-7047EC749B19}" srcOrd="0" destOrd="1" presId="urn:microsoft.com/office/officeart/2018/5/layout/CenteredIconLabelDescriptionList"/>
    <dgm:cxn modelId="{FA326D9A-DB74-4A56-AC5A-186C21DBD73F}" type="presOf" srcId="{A1DF3F95-7484-49E7-9DC3-1072C0E3DF6E}" destId="{CBA50BEA-C0DC-44D5-B7FB-7047EC749B19}" srcOrd="0" destOrd="0" presId="urn:microsoft.com/office/officeart/2018/5/layout/CenteredIconLabelDescriptionList"/>
    <dgm:cxn modelId="{2C4B55B1-EDC9-45B8-87F3-C3A8373DAB7F}" type="presOf" srcId="{149E3706-22ED-43D7-B374-3A48E851E829}" destId="{ABA03B6E-2CCC-4900-AF39-345DF4CC9E2D}" srcOrd="0" destOrd="1" presId="urn:microsoft.com/office/officeart/2018/5/layout/CenteredIconLabelDescriptionList"/>
    <dgm:cxn modelId="{4D5B07C6-6AD0-4236-AD62-538C3C3C0C7A}" type="presOf" srcId="{FB3D257C-E7D1-42BD-8454-DC49A5C59510}" destId="{16407F16-8645-4D58-9977-89FFC2714111}" srcOrd="0" destOrd="1" presId="urn:microsoft.com/office/officeart/2018/5/layout/CenteredIconLabelDescriptionList"/>
    <dgm:cxn modelId="{598F3CDE-8727-4A62-B501-DFB23A727039}" srcId="{ECE5257E-526D-4E03-A337-BDBC648A9B53}" destId="{C2A5DA25-6C2C-4B69-A7FC-0AAFB6AA6A3F}" srcOrd="1" destOrd="0" parTransId="{5C9E3689-56DC-4C3C-90E4-FC751D0DD9A6}" sibTransId="{D837D2DF-6DFF-4D8E-AA24-09203726438E}"/>
    <dgm:cxn modelId="{101F28EE-ACE6-4FC6-A0C3-0A9FFAAA4F3A}" type="presOf" srcId="{E9072C52-D3BF-46F8-B1CE-76C1F54F6E1B}" destId="{CBA50BEA-C0DC-44D5-B7FB-7047EC749B19}" srcOrd="0" destOrd="2" presId="urn:microsoft.com/office/officeart/2018/5/layout/CenteredIconLabelDescriptionList"/>
    <dgm:cxn modelId="{EE7D4CF1-BDEB-4EAB-ADF0-7B9DF60D1E2D}" srcId="{C2A5DA25-6C2C-4B69-A7FC-0AAFB6AA6A3F}" destId="{0EBE54F1-9F15-4B68-86F7-30A8076C56BE}" srcOrd="0" destOrd="0" parTransId="{C22E4D49-C823-4E05-96CC-1E445D580B42}" sibTransId="{46AB288E-3053-4EDC-AEE8-574FA445C8BB}"/>
    <dgm:cxn modelId="{E9B7823F-E5C9-4923-8DA7-DCCFFA3A7B34}" type="presParOf" srcId="{4A83EFFC-4EDA-474F-AD3E-FBB1F9C66DAD}" destId="{1440ECFB-7C8D-475F-9556-30D7D38C8DBF}" srcOrd="0" destOrd="0" presId="urn:microsoft.com/office/officeart/2018/5/layout/CenteredIconLabelDescriptionList"/>
    <dgm:cxn modelId="{5D22756D-6A6D-4E28-B696-CC000AFBB05F}" type="presParOf" srcId="{1440ECFB-7C8D-475F-9556-30D7D38C8DBF}" destId="{A46CE798-7FD3-4E08-B5B8-9293AB23EB5B}" srcOrd="0" destOrd="0" presId="urn:microsoft.com/office/officeart/2018/5/layout/CenteredIconLabelDescriptionList"/>
    <dgm:cxn modelId="{073A7AEF-DCC0-4A95-A34D-3809B2242044}" type="presParOf" srcId="{1440ECFB-7C8D-475F-9556-30D7D38C8DBF}" destId="{E25A7537-B970-4C9D-938A-16CB241E7AC2}" srcOrd="1" destOrd="0" presId="urn:microsoft.com/office/officeart/2018/5/layout/CenteredIconLabelDescriptionList"/>
    <dgm:cxn modelId="{56A2646D-5CEB-45A7-93EA-B6BCD7C06E33}" type="presParOf" srcId="{1440ECFB-7C8D-475F-9556-30D7D38C8DBF}" destId="{BDF87877-EB09-4C84-A13F-2016C164AD36}" srcOrd="2" destOrd="0" presId="urn:microsoft.com/office/officeart/2018/5/layout/CenteredIconLabelDescriptionList"/>
    <dgm:cxn modelId="{1897E09E-C745-4247-8DB5-7FE37FD47CB0}" type="presParOf" srcId="{1440ECFB-7C8D-475F-9556-30D7D38C8DBF}" destId="{1C887101-B1D8-4398-B390-D3A7291E4ADE}" srcOrd="3" destOrd="0" presId="urn:microsoft.com/office/officeart/2018/5/layout/CenteredIconLabelDescriptionList"/>
    <dgm:cxn modelId="{F9305435-0EA9-4DB7-BE98-595D9E586CD4}" type="presParOf" srcId="{1440ECFB-7C8D-475F-9556-30D7D38C8DBF}" destId="{CBA50BEA-C0DC-44D5-B7FB-7047EC749B19}" srcOrd="4" destOrd="0" presId="urn:microsoft.com/office/officeart/2018/5/layout/CenteredIconLabelDescriptionList"/>
    <dgm:cxn modelId="{F75C9DCA-7731-477B-A8B4-EB8B348500E4}" type="presParOf" srcId="{4A83EFFC-4EDA-474F-AD3E-FBB1F9C66DAD}" destId="{1538D7C3-1E30-4871-BE4A-09865AA62782}" srcOrd="1" destOrd="0" presId="urn:microsoft.com/office/officeart/2018/5/layout/CenteredIconLabelDescriptionList"/>
    <dgm:cxn modelId="{E76C95FC-4932-4660-B687-A4829CC81023}" type="presParOf" srcId="{4A83EFFC-4EDA-474F-AD3E-FBB1F9C66DAD}" destId="{942B1E91-5F73-49D4-925F-121931626508}" srcOrd="2" destOrd="0" presId="urn:microsoft.com/office/officeart/2018/5/layout/CenteredIconLabelDescriptionList"/>
    <dgm:cxn modelId="{9764B96A-6FA3-490E-8AA8-B1181004CC93}" type="presParOf" srcId="{942B1E91-5F73-49D4-925F-121931626508}" destId="{DC19AF33-D9FB-4434-80FB-BE1448281896}" srcOrd="0" destOrd="0" presId="urn:microsoft.com/office/officeart/2018/5/layout/CenteredIconLabelDescriptionList"/>
    <dgm:cxn modelId="{A6007DDF-4509-4B93-A27B-B40C9F4BFDE7}" type="presParOf" srcId="{942B1E91-5F73-49D4-925F-121931626508}" destId="{820961EF-B348-48F5-AB31-0CA3D3400112}" srcOrd="1" destOrd="0" presId="urn:microsoft.com/office/officeart/2018/5/layout/CenteredIconLabelDescriptionList"/>
    <dgm:cxn modelId="{4F483708-21DF-49EA-ADAB-3298382F75AC}" type="presParOf" srcId="{942B1E91-5F73-49D4-925F-121931626508}" destId="{47B2748F-7FE2-49CF-BBA6-4F7C4C48A833}" srcOrd="2" destOrd="0" presId="urn:microsoft.com/office/officeart/2018/5/layout/CenteredIconLabelDescriptionList"/>
    <dgm:cxn modelId="{2F021E6B-F19C-494C-8708-C191EA9FA608}" type="presParOf" srcId="{942B1E91-5F73-49D4-925F-121931626508}" destId="{61926CE3-14D4-400B-A3EE-634659D27325}" srcOrd="3" destOrd="0" presId="urn:microsoft.com/office/officeart/2018/5/layout/CenteredIconLabelDescriptionList"/>
    <dgm:cxn modelId="{316BC8DA-624F-4684-B2D3-C7CE4877F99F}" type="presParOf" srcId="{942B1E91-5F73-49D4-925F-121931626508}" destId="{ABA03B6E-2CCC-4900-AF39-345DF4CC9E2D}" srcOrd="4" destOrd="0" presId="urn:microsoft.com/office/officeart/2018/5/layout/CenteredIconLabelDescriptionList"/>
    <dgm:cxn modelId="{0211A6BC-5C3E-4AF2-8933-BAF11A24A937}" type="presParOf" srcId="{4A83EFFC-4EDA-474F-AD3E-FBB1F9C66DAD}" destId="{524DEF2A-6C6B-4CC8-888F-2E400AC7FD40}" srcOrd="3" destOrd="0" presId="urn:microsoft.com/office/officeart/2018/5/layout/CenteredIconLabelDescriptionList"/>
    <dgm:cxn modelId="{B4F5F4AB-031C-45CB-B056-64A9315DBE94}" type="presParOf" srcId="{4A83EFFC-4EDA-474F-AD3E-FBB1F9C66DAD}" destId="{79801B9B-0B1B-4072-AEBA-4704B83AC2AF}" srcOrd="4" destOrd="0" presId="urn:microsoft.com/office/officeart/2018/5/layout/CenteredIconLabelDescriptionList"/>
    <dgm:cxn modelId="{F29CE36F-A236-477F-B587-7171DAB641E3}" type="presParOf" srcId="{79801B9B-0B1B-4072-AEBA-4704B83AC2AF}" destId="{0C4F7DF1-8519-4E77-80A2-767C2E2C4F32}" srcOrd="0" destOrd="0" presId="urn:microsoft.com/office/officeart/2018/5/layout/CenteredIconLabelDescriptionList"/>
    <dgm:cxn modelId="{09D6FF89-5DBF-4376-89C8-C998CA6B20EF}" type="presParOf" srcId="{79801B9B-0B1B-4072-AEBA-4704B83AC2AF}" destId="{BD145C1C-7147-4707-BCFA-8B79C877A756}" srcOrd="1" destOrd="0" presId="urn:microsoft.com/office/officeart/2018/5/layout/CenteredIconLabelDescriptionList"/>
    <dgm:cxn modelId="{837B81BB-85E7-4D31-A082-01DDE46A9619}" type="presParOf" srcId="{79801B9B-0B1B-4072-AEBA-4704B83AC2AF}" destId="{AF16E905-F83B-4148-88D7-9FFD7AD3781F}" srcOrd="2" destOrd="0" presId="urn:microsoft.com/office/officeart/2018/5/layout/CenteredIconLabelDescriptionList"/>
    <dgm:cxn modelId="{73C2E6D4-D17F-4587-BBA2-D816996DA475}" type="presParOf" srcId="{79801B9B-0B1B-4072-AEBA-4704B83AC2AF}" destId="{E8BAEF3A-1C5B-4FDD-9A43-3AABCB34E867}" srcOrd="3" destOrd="0" presId="urn:microsoft.com/office/officeart/2018/5/layout/CenteredIconLabelDescriptionList"/>
    <dgm:cxn modelId="{5F2104B4-8401-4350-94AD-D0FBEE579995}" type="presParOf" srcId="{79801B9B-0B1B-4072-AEBA-4704B83AC2AF}" destId="{16407F16-8645-4D58-9977-89FFC271411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D7977130-8EA4-442F-9A8C-3A3D4367D02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1741EE25-8E6B-41CF-9359-6F2F3C9D475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IP Addresses of other Peers</a:t>
          </a:r>
          <a:endParaRPr lang="en-US"/>
        </a:p>
      </dgm:t>
    </dgm:pt>
    <dgm:pt modelId="{F8A5D706-66E3-4272-B248-8C57C98BB616}" type="parTrans" cxnId="{10D429BE-E76C-46BB-866F-6D0CA47C5EFE}">
      <dgm:prSet/>
      <dgm:spPr/>
      <dgm:t>
        <a:bodyPr/>
        <a:lstStyle/>
        <a:p>
          <a:endParaRPr lang="en-US"/>
        </a:p>
      </dgm:t>
    </dgm:pt>
    <dgm:pt modelId="{DEA1BB33-9823-463A-8FB2-0ACC2FF97B4F}" type="sibTrans" cxnId="{10D429BE-E76C-46BB-866F-6D0CA47C5EFE}">
      <dgm:prSet/>
      <dgm:spPr/>
      <dgm:t>
        <a:bodyPr/>
        <a:lstStyle/>
        <a:p>
          <a:endParaRPr lang="en-US"/>
        </a:p>
      </dgm:t>
    </dgm:pt>
    <dgm:pt modelId="{FFEEB201-D553-4BE9-BDD1-F09497BBEC7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newly</a:t>
          </a:r>
          <a:r>
            <a:rPr lang="tr-TR" dirty="0"/>
            <a:t> </a:t>
          </a:r>
          <a:r>
            <a:rPr lang="tr-TR" dirty="0" err="1"/>
            <a:t>connected</a:t>
          </a:r>
          <a:r>
            <a:rPr lang="tr-TR" dirty="0"/>
            <a:t> </a:t>
          </a:r>
          <a:r>
            <a:rPr lang="tr-TR" dirty="0" err="1"/>
            <a:t>node</a:t>
          </a:r>
          <a:endParaRPr lang="en-US" dirty="0"/>
        </a:p>
      </dgm:t>
    </dgm:pt>
    <dgm:pt modelId="{11F7A1D4-D359-469C-AE25-6BD97F19CDB9}" type="parTrans" cxnId="{5BD317AC-5904-495C-9481-78483CA65756}">
      <dgm:prSet/>
      <dgm:spPr/>
      <dgm:t>
        <a:bodyPr/>
        <a:lstStyle/>
        <a:p>
          <a:endParaRPr lang="en-US"/>
        </a:p>
      </dgm:t>
    </dgm:pt>
    <dgm:pt modelId="{0C50E7BD-76C2-4E2D-A1D8-5BE2F82AC3FF}" type="sibTrans" cxnId="{5BD317AC-5904-495C-9481-78483CA65756}">
      <dgm:prSet/>
      <dgm:spPr/>
      <dgm:t>
        <a:bodyPr/>
        <a:lstStyle/>
        <a:p>
          <a:endParaRPr lang="en-US"/>
        </a:p>
      </dgm:t>
    </dgm:pt>
    <dgm:pt modelId="{35D3D531-C8D5-492C-A7C8-01E5935DAF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asking them to return a list of IP addresses of</a:t>
          </a:r>
          <a:r>
            <a:rPr lang="tr-TR" dirty="0"/>
            <a:t> </a:t>
          </a:r>
          <a:r>
            <a:rPr lang="en-US" dirty="0"/>
            <a:t>other peers </a:t>
          </a:r>
        </a:p>
      </dgm:t>
    </dgm:pt>
    <dgm:pt modelId="{46817C10-C438-4564-B2EA-DC753E1A86C9}" type="parTrans" cxnId="{B4B1C225-407A-4E76-90AF-3B3FE19E80CB}">
      <dgm:prSet/>
      <dgm:spPr/>
      <dgm:t>
        <a:bodyPr/>
        <a:lstStyle/>
        <a:p>
          <a:endParaRPr lang="en-US"/>
        </a:p>
      </dgm:t>
    </dgm:pt>
    <dgm:pt modelId="{C4CCDD7C-98DC-49CC-A3FB-E855FDE3AA1A}" type="sibTrans" cxnId="{B4B1C225-407A-4E76-90AF-3B3FE19E80CB}">
      <dgm:prSet/>
      <dgm:spPr/>
      <dgm:t>
        <a:bodyPr/>
        <a:lstStyle/>
        <a:p>
          <a:endParaRPr lang="en-US"/>
        </a:p>
      </dgm:t>
    </dgm:pt>
    <dgm:pt modelId="{E9A1CC4F-F46B-438A-B920-00854D0E0A6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Finding new Peers</a:t>
          </a:r>
          <a:endParaRPr lang="en-US"/>
        </a:p>
      </dgm:t>
    </dgm:pt>
    <dgm:pt modelId="{D111BF86-CCA8-4FA6-8EE0-577CCBB204F4}" type="parTrans" cxnId="{FFFDB3B6-F167-42CD-BEA3-468DDD1BB8FB}">
      <dgm:prSet/>
      <dgm:spPr/>
      <dgm:t>
        <a:bodyPr/>
        <a:lstStyle/>
        <a:p>
          <a:endParaRPr lang="en-US"/>
        </a:p>
      </dgm:t>
    </dgm:pt>
    <dgm:pt modelId="{834A77AE-F36A-4157-8317-AF879E43B096}" type="sibTrans" cxnId="{FFFDB3B6-F167-42CD-BEA3-468DDD1BB8FB}">
      <dgm:prSet/>
      <dgm:spPr/>
      <dgm:t>
        <a:bodyPr/>
        <a:lstStyle/>
        <a:p>
          <a:endParaRPr lang="en-US"/>
        </a:p>
      </dgm:t>
    </dgm:pt>
    <dgm:pt modelId="{4DEECC42-0F2C-41C8-B56D-365DCC531F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way, a node can find peers </a:t>
          </a:r>
        </a:p>
      </dgm:t>
    </dgm:pt>
    <dgm:pt modelId="{10170EF8-276D-47FD-9A49-5F7AEBB2990D}" type="parTrans" cxnId="{9E2555DE-2181-4FEB-9CB1-4008B5D5FCC9}">
      <dgm:prSet/>
      <dgm:spPr/>
      <dgm:t>
        <a:bodyPr/>
        <a:lstStyle/>
        <a:p>
          <a:endParaRPr lang="en-US"/>
        </a:p>
      </dgm:t>
    </dgm:pt>
    <dgm:pt modelId="{9997B82B-D542-4CB2-AFF5-DECAC93BFAA8}" type="sibTrans" cxnId="{9E2555DE-2181-4FEB-9CB1-4008B5D5FCC9}">
      <dgm:prSet/>
      <dgm:spPr/>
      <dgm:t>
        <a:bodyPr/>
        <a:lstStyle/>
        <a:p>
          <a:endParaRPr lang="en-US"/>
        </a:p>
      </dgm:t>
    </dgm:pt>
    <dgm:pt modelId="{72063153-61C5-45D4-8A2D-132366C6B9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connect to and advertise its existence</a:t>
          </a:r>
          <a:r>
            <a:rPr lang="tr-TR"/>
            <a:t> </a:t>
          </a:r>
          <a:endParaRPr lang="en-US"/>
        </a:p>
      </dgm:t>
    </dgm:pt>
    <dgm:pt modelId="{FBE39DAA-3420-4CB1-A3E2-FCFF81AE6239}" type="parTrans" cxnId="{C88811C0-CA2E-4A28-B611-41D0D562540C}">
      <dgm:prSet/>
      <dgm:spPr/>
      <dgm:t>
        <a:bodyPr/>
        <a:lstStyle/>
        <a:p>
          <a:endParaRPr lang="en-US"/>
        </a:p>
      </dgm:t>
    </dgm:pt>
    <dgm:pt modelId="{0F7DC979-BBD9-4F4F-A353-4FC86C2C5168}" type="sibTrans" cxnId="{C88811C0-CA2E-4A28-B611-41D0D562540C}">
      <dgm:prSet/>
      <dgm:spPr/>
      <dgm:t>
        <a:bodyPr/>
        <a:lstStyle/>
        <a:p>
          <a:endParaRPr lang="en-US"/>
        </a:p>
      </dgm:t>
    </dgm:pt>
    <dgm:pt modelId="{B74994EE-8946-4FA2-BCE1-EE99F6955CC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network for other nodes to find it. </a:t>
          </a:r>
        </a:p>
      </dgm:t>
    </dgm:pt>
    <dgm:pt modelId="{A16855F9-B06C-496B-A7FB-BC38A7E1FADA}" type="parTrans" cxnId="{98659224-AB37-49F1-B299-6B086B39E264}">
      <dgm:prSet/>
      <dgm:spPr/>
      <dgm:t>
        <a:bodyPr/>
        <a:lstStyle/>
        <a:p>
          <a:endParaRPr lang="en-US"/>
        </a:p>
      </dgm:t>
    </dgm:pt>
    <dgm:pt modelId="{E54BE1F8-95D3-4DA8-A8F4-73E4CC5A55CA}" type="sibTrans" cxnId="{98659224-AB37-49F1-B299-6B086B39E264}">
      <dgm:prSet/>
      <dgm:spPr/>
      <dgm:t>
        <a:bodyPr/>
        <a:lstStyle/>
        <a:p>
          <a:endParaRPr lang="en-US"/>
        </a:p>
      </dgm:t>
    </dgm:pt>
    <dgm:pt modelId="{C2BC0811-D75C-4098-97EF-346A5205924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 send </a:t>
          </a:r>
          <a:r>
            <a:rPr lang="en-US" dirty="0" err="1"/>
            <a:t>getaddr</a:t>
          </a:r>
          <a:r>
            <a:rPr lang="en-US" dirty="0"/>
            <a:t> to the neighbors, </a:t>
          </a:r>
        </a:p>
      </dgm:t>
    </dgm:pt>
    <dgm:pt modelId="{33961D71-7F30-4795-9373-6DF160F95373}" type="parTrans" cxnId="{5BA010B3-24E2-4B4D-AA2E-B94F1F0560A5}">
      <dgm:prSet/>
      <dgm:spPr/>
    </dgm:pt>
    <dgm:pt modelId="{6A07A4C0-34AC-4A11-B4F0-F3C88705EBD7}" type="sibTrans" cxnId="{5BA010B3-24E2-4B4D-AA2E-B94F1F0560A5}">
      <dgm:prSet/>
      <dgm:spPr/>
    </dgm:pt>
    <dgm:pt modelId="{0EF5659B-40F0-46C7-BF3E-042E33682838}" type="pres">
      <dgm:prSet presAssocID="{D7977130-8EA4-442F-9A8C-3A3D4367D02F}" presName="root" presStyleCnt="0">
        <dgm:presLayoutVars>
          <dgm:dir/>
          <dgm:resizeHandles val="exact"/>
        </dgm:presLayoutVars>
      </dgm:prSet>
      <dgm:spPr/>
    </dgm:pt>
    <dgm:pt modelId="{72A6E96D-3CDD-4757-A664-04D12BDC8D12}" type="pres">
      <dgm:prSet presAssocID="{1741EE25-8E6B-41CF-9359-6F2F3C9D4753}" presName="compNode" presStyleCnt="0"/>
      <dgm:spPr/>
    </dgm:pt>
    <dgm:pt modelId="{77ACC208-E09E-4B7D-B773-DA0ECD98CE66}" type="pres">
      <dgm:prSet presAssocID="{1741EE25-8E6B-41CF-9359-6F2F3C9D4753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BF4101A9-A5AC-4104-BE48-9788D5101206}" type="pres">
      <dgm:prSet presAssocID="{1741EE25-8E6B-41CF-9359-6F2F3C9D4753}" presName="iconSpace" presStyleCnt="0"/>
      <dgm:spPr/>
    </dgm:pt>
    <dgm:pt modelId="{929898B8-4A11-4E3D-B7EF-5D6E87FB593C}" type="pres">
      <dgm:prSet presAssocID="{1741EE25-8E6B-41CF-9359-6F2F3C9D4753}" presName="parTx" presStyleLbl="revTx" presStyleIdx="0" presStyleCnt="4">
        <dgm:presLayoutVars>
          <dgm:chMax val="0"/>
          <dgm:chPref val="0"/>
        </dgm:presLayoutVars>
      </dgm:prSet>
      <dgm:spPr/>
    </dgm:pt>
    <dgm:pt modelId="{562CA0A3-BA5F-4F74-87EE-CB403EDE8957}" type="pres">
      <dgm:prSet presAssocID="{1741EE25-8E6B-41CF-9359-6F2F3C9D4753}" presName="txSpace" presStyleCnt="0"/>
      <dgm:spPr/>
    </dgm:pt>
    <dgm:pt modelId="{2B43F24F-D08F-4DD7-85E8-C42101C3840F}" type="pres">
      <dgm:prSet presAssocID="{1741EE25-8E6B-41CF-9359-6F2F3C9D4753}" presName="desTx" presStyleLbl="revTx" presStyleIdx="1" presStyleCnt="4">
        <dgm:presLayoutVars/>
      </dgm:prSet>
      <dgm:spPr/>
    </dgm:pt>
    <dgm:pt modelId="{6490432A-2E50-4DEF-BE1E-1C5A04058D7D}" type="pres">
      <dgm:prSet presAssocID="{DEA1BB33-9823-463A-8FB2-0ACC2FF97B4F}" presName="sibTrans" presStyleCnt="0"/>
      <dgm:spPr/>
    </dgm:pt>
    <dgm:pt modelId="{07FC7A66-8804-4989-8ED3-72A6CCBBB338}" type="pres">
      <dgm:prSet presAssocID="{E9A1CC4F-F46B-438A-B920-00854D0E0A63}" presName="compNode" presStyleCnt="0"/>
      <dgm:spPr/>
    </dgm:pt>
    <dgm:pt modelId="{CC395B90-965C-479A-85C1-FD7FDCFFF903}" type="pres">
      <dgm:prSet presAssocID="{E9A1CC4F-F46B-438A-B920-00854D0E0A63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EBF965F7-FD92-4F82-B55B-AD54BFAD1769}" type="pres">
      <dgm:prSet presAssocID="{E9A1CC4F-F46B-438A-B920-00854D0E0A63}" presName="iconSpace" presStyleCnt="0"/>
      <dgm:spPr/>
    </dgm:pt>
    <dgm:pt modelId="{3F2DA3C1-953B-4CE8-823E-AEE38FCE9D27}" type="pres">
      <dgm:prSet presAssocID="{E9A1CC4F-F46B-438A-B920-00854D0E0A63}" presName="parTx" presStyleLbl="revTx" presStyleIdx="2" presStyleCnt="4">
        <dgm:presLayoutVars>
          <dgm:chMax val="0"/>
          <dgm:chPref val="0"/>
        </dgm:presLayoutVars>
      </dgm:prSet>
      <dgm:spPr/>
    </dgm:pt>
    <dgm:pt modelId="{BC16B001-B90C-4484-99B5-7660E59EEC8A}" type="pres">
      <dgm:prSet presAssocID="{E9A1CC4F-F46B-438A-B920-00854D0E0A63}" presName="txSpace" presStyleCnt="0"/>
      <dgm:spPr/>
    </dgm:pt>
    <dgm:pt modelId="{3BC96435-31F3-45A9-8882-DF0E378E0BD1}" type="pres">
      <dgm:prSet presAssocID="{E9A1CC4F-F46B-438A-B920-00854D0E0A63}" presName="desTx" presStyleLbl="revTx" presStyleIdx="3" presStyleCnt="4">
        <dgm:presLayoutVars/>
      </dgm:prSet>
      <dgm:spPr/>
    </dgm:pt>
  </dgm:ptLst>
  <dgm:cxnLst>
    <dgm:cxn modelId="{FD3C5204-C157-48AA-B567-BEF745C00D7C}" type="presOf" srcId="{C2BC0811-D75C-4098-97EF-346A52059244}" destId="{2B43F24F-D08F-4DD7-85E8-C42101C3840F}" srcOrd="0" destOrd="1" presId="urn:microsoft.com/office/officeart/2018/5/layout/CenteredIconLabelDescriptionList"/>
    <dgm:cxn modelId="{98659224-AB37-49F1-B299-6B086B39E264}" srcId="{E9A1CC4F-F46B-438A-B920-00854D0E0A63}" destId="{B74994EE-8946-4FA2-BCE1-EE99F6955CCB}" srcOrd="2" destOrd="0" parTransId="{A16855F9-B06C-496B-A7FB-BC38A7E1FADA}" sibTransId="{E54BE1F8-95D3-4DA8-A8F4-73E4CC5A55CA}"/>
    <dgm:cxn modelId="{B4B1C225-407A-4E76-90AF-3B3FE19E80CB}" srcId="{1741EE25-8E6B-41CF-9359-6F2F3C9D4753}" destId="{35D3D531-C8D5-492C-A7C8-01E5935DAF94}" srcOrd="2" destOrd="0" parTransId="{46817C10-C438-4564-B2EA-DC753E1A86C9}" sibTransId="{C4CCDD7C-98DC-49CC-A3FB-E855FDE3AA1A}"/>
    <dgm:cxn modelId="{D539F339-E9D1-47D0-96BA-FE4F5836EF72}" type="presOf" srcId="{FFEEB201-D553-4BE9-BDD1-F09497BBEC76}" destId="{2B43F24F-D08F-4DD7-85E8-C42101C3840F}" srcOrd="0" destOrd="0" presId="urn:microsoft.com/office/officeart/2018/5/layout/CenteredIconLabelDescriptionList"/>
    <dgm:cxn modelId="{10DD663B-87B3-4809-B1AD-A950E8D66D80}" type="presOf" srcId="{B74994EE-8946-4FA2-BCE1-EE99F6955CCB}" destId="{3BC96435-31F3-45A9-8882-DF0E378E0BD1}" srcOrd="0" destOrd="2" presId="urn:microsoft.com/office/officeart/2018/5/layout/CenteredIconLabelDescriptionList"/>
    <dgm:cxn modelId="{C9497F93-3775-42E1-B57D-9E1A3BE85174}" type="presOf" srcId="{4DEECC42-0F2C-41C8-B56D-365DCC531F49}" destId="{3BC96435-31F3-45A9-8882-DF0E378E0BD1}" srcOrd="0" destOrd="0" presId="urn:microsoft.com/office/officeart/2018/5/layout/CenteredIconLabelDescriptionList"/>
    <dgm:cxn modelId="{433383A7-4E94-4ACD-9E78-02C3B82541B7}" type="presOf" srcId="{1741EE25-8E6B-41CF-9359-6F2F3C9D4753}" destId="{929898B8-4A11-4E3D-B7EF-5D6E87FB593C}" srcOrd="0" destOrd="0" presId="urn:microsoft.com/office/officeart/2018/5/layout/CenteredIconLabelDescriptionList"/>
    <dgm:cxn modelId="{7A70F9A9-1EEF-424D-9D52-888A9A95AB51}" type="presOf" srcId="{72063153-61C5-45D4-8A2D-132366C6B9A7}" destId="{3BC96435-31F3-45A9-8882-DF0E378E0BD1}" srcOrd="0" destOrd="1" presId="urn:microsoft.com/office/officeart/2018/5/layout/CenteredIconLabelDescriptionList"/>
    <dgm:cxn modelId="{5BD317AC-5904-495C-9481-78483CA65756}" srcId="{1741EE25-8E6B-41CF-9359-6F2F3C9D4753}" destId="{FFEEB201-D553-4BE9-BDD1-F09497BBEC76}" srcOrd="0" destOrd="0" parTransId="{11F7A1D4-D359-469C-AE25-6BD97F19CDB9}" sibTransId="{0C50E7BD-76C2-4E2D-A1D8-5BE2F82AC3FF}"/>
    <dgm:cxn modelId="{5BA010B3-24E2-4B4D-AA2E-B94F1F0560A5}" srcId="{1741EE25-8E6B-41CF-9359-6F2F3C9D4753}" destId="{C2BC0811-D75C-4098-97EF-346A52059244}" srcOrd="1" destOrd="0" parTransId="{33961D71-7F30-4795-9373-6DF160F95373}" sibTransId="{6A07A4C0-34AC-4A11-B4F0-F3C88705EBD7}"/>
    <dgm:cxn modelId="{FFFDB3B6-F167-42CD-BEA3-468DDD1BB8FB}" srcId="{D7977130-8EA4-442F-9A8C-3A3D4367D02F}" destId="{E9A1CC4F-F46B-438A-B920-00854D0E0A63}" srcOrd="1" destOrd="0" parTransId="{D111BF86-CCA8-4FA6-8EE0-577CCBB204F4}" sibTransId="{834A77AE-F36A-4157-8317-AF879E43B096}"/>
    <dgm:cxn modelId="{30B70BBC-1956-40D1-9CAD-34A443511B0A}" type="presOf" srcId="{D7977130-8EA4-442F-9A8C-3A3D4367D02F}" destId="{0EF5659B-40F0-46C7-BF3E-042E33682838}" srcOrd="0" destOrd="0" presId="urn:microsoft.com/office/officeart/2018/5/layout/CenteredIconLabelDescriptionList"/>
    <dgm:cxn modelId="{10D429BE-E76C-46BB-866F-6D0CA47C5EFE}" srcId="{D7977130-8EA4-442F-9A8C-3A3D4367D02F}" destId="{1741EE25-8E6B-41CF-9359-6F2F3C9D4753}" srcOrd="0" destOrd="0" parTransId="{F8A5D706-66E3-4272-B248-8C57C98BB616}" sibTransId="{DEA1BB33-9823-463A-8FB2-0ACC2FF97B4F}"/>
    <dgm:cxn modelId="{C88811C0-CA2E-4A28-B611-41D0D562540C}" srcId="{E9A1CC4F-F46B-438A-B920-00854D0E0A63}" destId="{72063153-61C5-45D4-8A2D-132366C6B9A7}" srcOrd="1" destOrd="0" parTransId="{FBE39DAA-3420-4CB1-A3E2-FCFF81AE6239}" sibTransId="{0F7DC979-BBD9-4F4F-A353-4FC86C2C5168}"/>
    <dgm:cxn modelId="{232835D6-9CEF-41DC-AAE4-D32106EC7221}" type="presOf" srcId="{35D3D531-C8D5-492C-A7C8-01E5935DAF94}" destId="{2B43F24F-D08F-4DD7-85E8-C42101C3840F}" srcOrd="0" destOrd="2" presId="urn:microsoft.com/office/officeart/2018/5/layout/CenteredIconLabelDescriptionList"/>
    <dgm:cxn modelId="{9E2555DE-2181-4FEB-9CB1-4008B5D5FCC9}" srcId="{E9A1CC4F-F46B-438A-B920-00854D0E0A63}" destId="{4DEECC42-0F2C-41C8-B56D-365DCC531F49}" srcOrd="0" destOrd="0" parTransId="{10170EF8-276D-47FD-9A49-5F7AEBB2990D}" sibTransId="{9997B82B-D542-4CB2-AFF5-DECAC93BFAA8}"/>
    <dgm:cxn modelId="{248362F0-31E8-43FE-A43C-2EEEFCA698B3}" type="presOf" srcId="{E9A1CC4F-F46B-438A-B920-00854D0E0A63}" destId="{3F2DA3C1-953B-4CE8-823E-AEE38FCE9D27}" srcOrd="0" destOrd="0" presId="urn:microsoft.com/office/officeart/2018/5/layout/CenteredIconLabelDescriptionList"/>
    <dgm:cxn modelId="{D548AFEC-48DB-4B33-9838-B5410580AEEF}" type="presParOf" srcId="{0EF5659B-40F0-46C7-BF3E-042E33682838}" destId="{72A6E96D-3CDD-4757-A664-04D12BDC8D12}" srcOrd="0" destOrd="0" presId="urn:microsoft.com/office/officeart/2018/5/layout/CenteredIconLabelDescriptionList"/>
    <dgm:cxn modelId="{E04EE231-683D-4C38-A1FF-F80C13ABDDA7}" type="presParOf" srcId="{72A6E96D-3CDD-4757-A664-04D12BDC8D12}" destId="{77ACC208-E09E-4B7D-B773-DA0ECD98CE66}" srcOrd="0" destOrd="0" presId="urn:microsoft.com/office/officeart/2018/5/layout/CenteredIconLabelDescriptionList"/>
    <dgm:cxn modelId="{22BFDE87-5E5A-4208-AB9D-41B8197E390D}" type="presParOf" srcId="{72A6E96D-3CDD-4757-A664-04D12BDC8D12}" destId="{BF4101A9-A5AC-4104-BE48-9788D5101206}" srcOrd="1" destOrd="0" presId="urn:microsoft.com/office/officeart/2018/5/layout/CenteredIconLabelDescriptionList"/>
    <dgm:cxn modelId="{662FE6CF-283B-4555-BA4B-F7EB494AF839}" type="presParOf" srcId="{72A6E96D-3CDD-4757-A664-04D12BDC8D12}" destId="{929898B8-4A11-4E3D-B7EF-5D6E87FB593C}" srcOrd="2" destOrd="0" presId="urn:microsoft.com/office/officeart/2018/5/layout/CenteredIconLabelDescriptionList"/>
    <dgm:cxn modelId="{32B26F26-CE7F-46E5-AD9C-CA1033353E25}" type="presParOf" srcId="{72A6E96D-3CDD-4757-A664-04D12BDC8D12}" destId="{562CA0A3-BA5F-4F74-87EE-CB403EDE8957}" srcOrd="3" destOrd="0" presId="urn:microsoft.com/office/officeart/2018/5/layout/CenteredIconLabelDescriptionList"/>
    <dgm:cxn modelId="{6FDE4820-A16C-40BE-9CB7-996C9AEA63F1}" type="presParOf" srcId="{72A6E96D-3CDD-4757-A664-04D12BDC8D12}" destId="{2B43F24F-D08F-4DD7-85E8-C42101C3840F}" srcOrd="4" destOrd="0" presId="urn:microsoft.com/office/officeart/2018/5/layout/CenteredIconLabelDescriptionList"/>
    <dgm:cxn modelId="{A5C6D611-A365-489B-9D94-58BABFD262F9}" type="presParOf" srcId="{0EF5659B-40F0-46C7-BF3E-042E33682838}" destId="{6490432A-2E50-4DEF-BE1E-1C5A04058D7D}" srcOrd="1" destOrd="0" presId="urn:microsoft.com/office/officeart/2018/5/layout/CenteredIconLabelDescriptionList"/>
    <dgm:cxn modelId="{7FB88D68-486C-4156-BF1B-F49881FA8F2C}" type="presParOf" srcId="{0EF5659B-40F0-46C7-BF3E-042E33682838}" destId="{07FC7A66-8804-4989-8ED3-72A6CCBBB338}" srcOrd="2" destOrd="0" presId="urn:microsoft.com/office/officeart/2018/5/layout/CenteredIconLabelDescriptionList"/>
    <dgm:cxn modelId="{3739884F-84D4-4DB5-A5B8-81E5F82CED7A}" type="presParOf" srcId="{07FC7A66-8804-4989-8ED3-72A6CCBBB338}" destId="{CC395B90-965C-479A-85C1-FD7FDCFFF903}" srcOrd="0" destOrd="0" presId="urn:microsoft.com/office/officeart/2018/5/layout/CenteredIconLabelDescriptionList"/>
    <dgm:cxn modelId="{7B285E74-997A-4CE9-8744-8AB61E252153}" type="presParOf" srcId="{07FC7A66-8804-4989-8ED3-72A6CCBBB338}" destId="{EBF965F7-FD92-4F82-B55B-AD54BFAD1769}" srcOrd="1" destOrd="0" presId="urn:microsoft.com/office/officeart/2018/5/layout/CenteredIconLabelDescriptionList"/>
    <dgm:cxn modelId="{0775E326-63E0-4083-AA81-69FDB30A5BA3}" type="presParOf" srcId="{07FC7A66-8804-4989-8ED3-72A6CCBBB338}" destId="{3F2DA3C1-953B-4CE8-823E-AEE38FCE9D27}" srcOrd="2" destOrd="0" presId="urn:microsoft.com/office/officeart/2018/5/layout/CenteredIconLabelDescriptionList"/>
    <dgm:cxn modelId="{F7A64BC9-2016-42ED-8433-389BD84B66F4}" type="presParOf" srcId="{07FC7A66-8804-4989-8ED3-72A6CCBBB338}" destId="{BC16B001-B90C-4484-99B5-7660E59EEC8A}" srcOrd="3" destOrd="0" presId="urn:microsoft.com/office/officeart/2018/5/layout/CenteredIconLabelDescriptionList"/>
    <dgm:cxn modelId="{A7F18278-1F10-4024-8A8E-25503D673156}" type="presParOf" srcId="{07FC7A66-8804-4989-8ED3-72A6CCBBB338}" destId="{3BC96435-31F3-45A9-8882-DF0E378E0B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07E93DF8-F5FC-4E57-8012-168CB847A4D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22B99DB-A32D-4AA0-AFEC-473C0E64B3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Maintain Connection</a:t>
          </a:r>
          <a:endParaRPr lang="en-US"/>
        </a:p>
      </dgm:t>
    </dgm:pt>
    <dgm:pt modelId="{FA13810B-F51C-43B1-B3F5-FC47AEFD8B6C}" type="parTrans" cxnId="{B67CAA4C-583A-4976-9288-85EE4FE98918}">
      <dgm:prSet/>
      <dgm:spPr/>
      <dgm:t>
        <a:bodyPr/>
        <a:lstStyle/>
        <a:p>
          <a:endParaRPr lang="en-US"/>
        </a:p>
      </dgm:t>
    </dgm:pt>
    <dgm:pt modelId="{C45D9C5E-29A5-4FD1-BAAD-57BA30EF8AA7}" type="sibTrans" cxnId="{B67CAA4C-583A-4976-9288-85EE4FE98918}">
      <dgm:prSet/>
      <dgm:spPr/>
      <dgm:t>
        <a:bodyPr/>
        <a:lstStyle/>
        <a:p>
          <a:endParaRPr lang="en-US"/>
        </a:p>
      </dgm:t>
    </dgm:pt>
    <dgm:pt modelId="{6DC1A54A-CF98-47F3-8765-AF911B299E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there is no traffic on a connection, </a:t>
          </a:r>
        </a:p>
      </dgm:t>
    </dgm:pt>
    <dgm:pt modelId="{C8ED31A5-D1AC-45F7-B90D-90666B7DD3D2}" type="parTrans" cxnId="{265C4D7D-8626-4212-93C8-DF616E19948E}">
      <dgm:prSet/>
      <dgm:spPr/>
      <dgm:t>
        <a:bodyPr/>
        <a:lstStyle/>
        <a:p>
          <a:endParaRPr lang="en-US"/>
        </a:p>
      </dgm:t>
    </dgm:pt>
    <dgm:pt modelId="{CAD88AD5-0422-4C82-8B76-5FF15EF1E32D}" type="sibTrans" cxnId="{265C4D7D-8626-4212-93C8-DF616E19948E}">
      <dgm:prSet/>
      <dgm:spPr/>
      <dgm:t>
        <a:bodyPr/>
        <a:lstStyle/>
        <a:p>
          <a:endParaRPr lang="en-US"/>
        </a:p>
      </dgm:t>
    </dgm:pt>
    <dgm:pt modelId="{AD424B19-2907-4FFC-8F17-A940226E7C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will periodically send a message to maintain</a:t>
          </a:r>
          <a:r>
            <a:rPr lang="tr-TR"/>
            <a:t> </a:t>
          </a:r>
          <a:r>
            <a:rPr lang="en-US"/>
            <a:t>the connection.</a:t>
          </a:r>
        </a:p>
      </dgm:t>
    </dgm:pt>
    <dgm:pt modelId="{16A2056F-EFBD-4CAA-A1AA-85F4BF663DA3}" type="parTrans" cxnId="{2377A196-E2A4-4FF2-801F-555FD711DFE1}">
      <dgm:prSet/>
      <dgm:spPr/>
      <dgm:t>
        <a:bodyPr/>
        <a:lstStyle/>
        <a:p>
          <a:endParaRPr lang="en-US"/>
        </a:p>
      </dgm:t>
    </dgm:pt>
    <dgm:pt modelId="{751987D2-B711-4786-8ED4-2ED069451387}" type="sibTrans" cxnId="{2377A196-E2A4-4FF2-801F-555FD711DFE1}">
      <dgm:prSet/>
      <dgm:spPr/>
      <dgm:t>
        <a:bodyPr/>
        <a:lstStyle/>
        <a:p>
          <a:endParaRPr lang="en-US"/>
        </a:p>
      </dgm:t>
    </dgm:pt>
    <dgm:pt modelId="{9A8EA047-CB39-4975-A294-2BE5A16633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90 Minutes Off</a:t>
          </a:r>
          <a:endParaRPr lang="en-US"/>
        </a:p>
      </dgm:t>
    </dgm:pt>
    <dgm:pt modelId="{CC0B2CF0-5CFB-407F-A53A-13BCC8263DFF}" type="parTrans" cxnId="{9D5BFA0E-C17D-4FF7-85C4-12188CB8F506}">
      <dgm:prSet/>
      <dgm:spPr/>
      <dgm:t>
        <a:bodyPr/>
        <a:lstStyle/>
        <a:p>
          <a:endParaRPr lang="en-US"/>
        </a:p>
      </dgm:t>
    </dgm:pt>
    <dgm:pt modelId="{A811085E-9132-4D15-8A5E-CE7DB536CC80}" type="sibTrans" cxnId="{9D5BFA0E-C17D-4FF7-85C4-12188CB8F506}">
      <dgm:prSet/>
      <dgm:spPr/>
      <dgm:t>
        <a:bodyPr/>
        <a:lstStyle/>
        <a:p>
          <a:endParaRPr lang="en-US"/>
        </a:p>
      </dgm:t>
    </dgm:pt>
    <dgm:pt modelId="{F7CF203B-6AD5-44A5-8CDA-20B59271B2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node has not communicated</a:t>
          </a:r>
          <a:r>
            <a:rPr lang="tr-TR"/>
            <a:t> </a:t>
          </a:r>
          <a:r>
            <a:rPr lang="en-US"/>
            <a:t>for more than</a:t>
          </a:r>
          <a:r>
            <a:rPr lang="tr-TR"/>
            <a:t> </a:t>
          </a:r>
          <a:r>
            <a:rPr lang="en-US"/>
            <a:t>90 minutes, </a:t>
          </a:r>
        </a:p>
      </dgm:t>
    </dgm:pt>
    <dgm:pt modelId="{4E57A4DE-3A68-437E-B733-8FFD38366E86}" type="parTrans" cxnId="{32E6CC85-B603-4B27-921C-BB338A709C99}">
      <dgm:prSet/>
      <dgm:spPr/>
      <dgm:t>
        <a:bodyPr/>
        <a:lstStyle/>
        <a:p>
          <a:endParaRPr lang="en-US"/>
        </a:p>
      </dgm:t>
    </dgm:pt>
    <dgm:pt modelId="{7D964F8E-D8BE-4B28-9504-726CFD5113E6}" type="sibTrans" cxnId="{32E6CC85-B603-4B27-921C-BB338A709C99}">
      <dgm:prSet/>
      <dgm:spPr/>
      <dgm:t>
        <a:bodyPr/>
        <a:lstStyle/>
        <a:p>
          <a:endParaRPr lang="en-US"/>
        </a:p>
      </dgm:t>
    </dgm:pt>
    <dgm:pt modelId="{5C2C0772-1E32-430B-8446-8829D708C0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is assumed to be disconnected</a:t>
          </a:r>
        </a:p>
      </dgm:t>
    </dgm:pt>
    <dgm:pt modelId="{C8F4C88C-09CD-4205-A0F7-8DDF01C687A3}" type="parTrans" cxnId="{26BA8271-5132-4599-A087-B3E8D0077270}">
      <dgm:prSet/>
      <dgm:spPr/>
      <dgm:t>
        <a:bodyPr/>
        <a:lstStyle/>
        <a:p>
          <a:endParaRPr lang="en-US"/>
        </a:p>
      </dgm:t>
    </dgm:pt>
    <dgm:pt modelId="{A13969C3-4F46-4503-9825-532250C9E1EF}" type="sibTrans" cxnId="{26BA8271-5132-4599-A087-B3E8D0077270}">
      <dgm:prSet/>
      <dgm:spPr/>
      <dgm:t>
        <a:bodyPr/>
        <a:lstStyle/>
        <a:p>
          <a:endParaRPr lang="en-US"/>
        </a:p>
      </dgm:t>
    </dgm:pt>
    <dgm:pt modelId="{0A547D27-1A39-4C57-8A68-101A159EDE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 new peer will be sought. </a:t>
          </a:r>
        </a:p>
      </dgm:t>
    </dgm:pt>
    <dgm:pt modelId="{B1E427D4-A351-4F18-951D-74005334F50F}" type="parTrans" cxnId="{55BEC0AA-7320-41E5-BAEF-708BD4351D11}">
      <dgm:prSet/>
      <dgm:spPr/>
      <dgm:t>
        <a:bodyPr/>
        <a:lstStyle/>
        <a:p>
          <a:endParaRPr lang="en-US"/>
        </a:p>
      </dgm:t>
    </dgm:pt>
    <dgm:pt modelId="{0EB1914B-4C7A-4E05-9338-190A662E6F3B}" type="sibTrans" cxnId="{55BEC0AA-7320-41E5-BAEF-708BD4351D11}">
      <dgm:prSet/>
      <dgm:spPr/>
      <dgm:t>
        <a:bodyPr/>
        <a:lstStyle/>
        <a:p>
          <a:endParaRPr lang="en-US"/>
        </a:p>
      </dgm:t>
    </dgm:pt>
    <dgm:pt modelId="{284254BA-3E04-40DA-95CE-28D7838587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Adjustments</a:t>
          </a:r>
          <a:endParaRPr lang="en-US"/>
        </a:p>
      </dgm:t>
    </dgm:pt>
    <dgm:pt modelId="{DA9688F3-1C18-4CE5-B88E-9C79C54EB355}" type="parTrans" cxnId="{8EAD45B7-0D28-43B1-A874-10399E31E8A8}">
      <dgm:prSet/>
      <dgm:spPr/>
      <dgm:t>
        <a:bodyPr/>
        <a:lstStyle/>
        <a:p>
          <a:endParaRPr lang="en-US"/>
        </a:p>
      </dgm:t>
    </dgm:pt>
    <dgm:pt modelId="{40EC8033-BD98-433B-A1E3-1F71C202A90D}" type="sibTrans" cxnId="{8EAD45B7-0D28-43B1-A874-10399E31E8A8}">
      <dgm:prSet/>
      <dgm:spPr/>
      <dgm:t>
        <a:bodyPr/>
        <a:lstStyle/>
        <a:p>
          <a:endParaRPr lang="en-US"/>
        </a:p>
      </dgm:t>
    </dgm:pt>
    <dgm:pt modelId="{E10FEE2F-5D3B-43D7-99F3-ED9FEC5822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Thus, the</a:t>
          </a:r>
          <a:r>
            <a:rPr lang="tr-TR"/>
            <a:t> </a:t>
          </a:r>
          <a:r>
            <a:rPr lang="en-US"/>
            <a:t>network dynamically adjusts</a:t>
          </a:r>
        </a:p>
      </dgm:t>
    </dgm:pt>
    <dgm:pt modelId="{0AAC968E-7858-4EB5-B99D-F44CFE40AF05}" type="parTrans" cxnId="{D4E899E7-AC55-4F99-AEAA-ED69438F301D}">
      <dgm:prSet/>
      <dgm:spPr/>
      <dgm:t>
        <a:bodyPr/>
        <a:lstStyle/>
        <a:p>
          <a:endParaRPr lang="en-US"/>
        </a:p>
      </dgm:t>
    </dgm:pt>
    <dgm:pt modelId="{E3DC4E25-160F-463C-866A-ADA286E5C515}" type="sibTrans" cxnId="{D4E899E7-AC55-4F99-AEAA-ED69438F301D}">
      <dgm:prSet/>
      <dgm:spPr/>
      <dgm:t>
        <a:bodyPr/>
        <a:lstStyle/>
        <a:p>
          <a:endParaRPr lang="en-US"/>
        </a:p>
      </dgm:t>
    </dgm:pt>
    <dgm:pt modelId="{A8D66153-4B0F-42A0-B93A-74B7193E13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transient nodes and network problems, </a:t>
          </a:r>
        </a:p>
      </dgm:t>
    </dgm:pt>
    <dgm:pt modelId="{5BD2100B-F209-4407-874D-CFDC709F3091}" type="parTrans" cxnId="{D7AE4892-4AD4-4DAA-B55F-6281DE6A7FEC}">
      <dgm:prSet/>
      <dgm:spPr/>
      <dgm:t>
        <a:bodyPr/>
        <a:lstStyle/>
        <a:p>
          <a:endParaRPr lang="en-US"/>
        </a:p>
      </dgm:t>
    </dgm:pt>
    <dgm:pt modelId="{27C7C48B-B9ED-48DE-A48A-B929AC2FDF19}" type="sibTrans" cxnId="{D7AE4892-4AD4-4DAA-B55F-6281DE6A7FEC}">
      <dgm:prSet/>
      <dgm:spPr/>
      <dgm:t>
        <a:bodyPr/>
        <a:lstStyle/>
        <a:p>
          <a:endParaRPr lang="en-US"/>
        </a:p>
      </dgm:t>
    </dgm:pt>
    <dgm:pt modelId="{1D47E406-2CD9-4A4C-BC53-30F0B64BEB3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Organical Grow &amp; Shrink</a:t>
          </a:r>
          <a:endParaRPr lang="en-US"/>
        </a:p>
      </dgm:t>
    </dgm:pt>
    <dgm:pt modelId="{9706BB65-565D-4E79-ABC8-99D2374B4564}" type="parTrans" cxnId="{CBDA2F6D-5501-42AA-A7D5-C53CCDD5B536}">
      <dgm:prSet/>
      <dgm:spPr/>
      <dgm:t>
        <a:bodyPr/>
        <a:lstStyle/>
        <a:p>
          <a:endParaRPr lang="en-US"/>
        </a:p>
      </dgm:t>
    </dgm:pt>
    <dgm:pt modelId="{13993B61-6688-41E1-8F26-665D4E727F54}" type="sibTrans" cxnId="{CBDA2F6D-5501-42AA-A7D5-C53CCDD5B536}">
      <dgm:prSet/>
      <dgm:spPr/>
      <dgm:t>
        <a:bodyPr/>
        <a:lstStyle/>
        <a:p>
          <a:endParaRPr lang="en-US"/>
        </a:p>
      </dgm:t>
    </dgm:pt>
    <dgm:pt modelId="{DC78A5EF-C196-4A6B-9DEB-5D5B665561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</a:t>
          </a:r>
          <a:r>
            <a:rPr lang="tr-TR"/>
            <a:t> </a:t>
          </a:r>
          <a:r>
            <a:rPr lang="en-US"/>
            <a:t>organically grow and shrink</a:t>
          </a:r>
        </a:p>
      </dgm:t>
    </dgm:pt>
    <dgm:pt modelId="{30F3F119-A380-4B9C-A629-6D95E1D208AD}" type="parTrans" cxnId="{E5FD17BC-0067-477B-8F5E-60CD067A301A}">
      <dgm:prSet/>
      <dgm:spPr/>
      <dgm:t>
        <a:bodyPr/>
        <a:lstStyle/>
        <a:p>
          <a:endParaRPr lang="en-US"/>
        </a:p>
      </dgm:t>
    </dgm:pt>
    <dgm:pt modelId="{4950D9A2-CCE9-44CF-ABB1-7D12EEB424CA}" type="sibTrans" cxnId="{E5FD17BC-0067-477B-8F5E-60CD067A301A}">
      <dgm:prSet/>
      <dgm:spPr/>
      <dgm:t>
        <a:bodyPr/>
        <a:lstStyle/>
        <a:p>
          <a:endParaRPr lang="en-US"/>
        </a:p>
      </dgm:t>
    </dgm:pt>
    <dgm:pt modelId="{B4A3DD40-E980-45F7-B6BA-DFE1EC03BC7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needed without any central control.</a:t>
          </a:r>
        </a:p>
      </dgm:t>
    </dgm:pt>
    <dgm:pt modelId="{EEEF14A3-995B-46D0-8B43-88AB7FA1061D}" type="parTrans" cxnId="{BC4D7FF1-1087-4C73-A811-6AD0D5BF790D}">
      <dgm:prSet/>
      <dgm:spPr/>
      <dgm:t>
        <a:bodyPr/>
        <a:lstStyle/>
        <a:p>
          <a:endParaRPr lang="en-US"/>
        </a:p>
      </dgm:t>
    </dgm:pt>
    <dgm:pt modelId="{2B7FDCDD-B915-4820-9B40-A142052ECBF3}" type="sibTrans" cxnId="{BC4D7FF1-1087-4C73-A811-6AD0D5BF790D}">
      <dgm:prSet/>
      <dgm:spPr/>
      <dgm:t>
        <a:bodyPr/>
        <a:lstStyle/>
        <a:p>
          <a:endParaRPr lang="en-US"/>
        </a:p>
      </dgm:t>
    </dgm:pt>
    <dgm:pt modelId="{F3ED1684-1A12-4516-8F01-5DC4EDBB18E5}" type="pres">
      <dgm:prSet presAssocID="{07E93DF8-F5FC-4E57-8012-168CB847A4D9}" presName="root" presStyleCnt="0">
        <dgm:presLayoutVars>
          <dgm:dir/>
          <dgm:resizeHandles val="exact"/>
        </dgm:presLayoutVars>
      </dgm:prSet>
      <dgm:spPr/>
    </dgm:pt>
    <dgm:pt modelId="{6B33610A-3B41-47B9-AC1A-E3A6003A2451}" type="pres">
      <dgm:prSet presAssocID="{F22B99DB-A32D-4AA0-AFEC-473C0E64B30B}" presName="compNode" presStyleCnt="0"/>
      <dgm:spPr/>
    </dgm:pt>
    <dgm:pt modelId="{620EBCE7-D801-4E95-A823-6EB6FFB3CC55}" type="pres">
      <dgm:prSet presAssocID="{F22B99DB-A32D-4AA0-AFEC-473C0E64B30B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31A9F1B-270E-4302-AED2-3FF1C153F7DD}" type="pres">
      <dgm:prSet presAssocID="{F22B99DB-A32D-4AA0-AFEC-473C0E64B30B}" presName="iconSpace" presStyleCnt="0"/>
      <dgm:spPr/>
    </dgm:pt>
    <dgm:pt modelId="{11EE1D53-783B-455C-9853-FDEBD62702BA}" type="pres">
      <dgm:prSet presAssocID="{F22B99DB-A32D-4AA0-AFEC-473C0E64B30B}" presName="parTx" presStyleLbl="revTx" presStyleIdx="0" presStyleCnt="8">
        <dgm:presLayoutVars>
          <dgm:chMax val="0"/>
          <dgm:chPref val="0"/>
        </dgm:presLayoutVars>
      </dgm:prSet>
      <dgm:spPr/>
    </dgm:pt>
    <dgm:pt modelId="{93E77615-4FCE-4BC9-89B6-0AD8172FBF9E}" type="pres">
      <dgm:prSet presAssocID="{F22B99DB-A32D-4AA0-AFEC-473C0E64B30B}" presName="txSpace" presStyleCnt="0"/>
      <dgm:spPr/>
    </dgm:pt>
    <dgm:pt modelId="{B44BD81C-559C-482B-839D-510CCD9F46F8}" type="pres">
      <dgm:prSet presAssocID="{F22B99DB-A32D-4AA0-AFEC-473C0E64B30B}" presName="desTx" presStyleLbl="revTx" presStyleIdx="1" presStyleCnt="8">
        <dgm:presLayoutVars/>
      </dgm:prSet>
      <dgm:spPr/>
    </dgm:pt>
    <dgm:pt modelId="{A409AFC0-545A-4B7F-A449-82B3A15F0244}" type="pres">
      <dgm:prSet presAssocID="{C45D9C5E-29A5-4FD1-BAAD-57BA30EF8AA7}" presName="sibTrans" presStyleCnt="0"/>
      <dgm:spPr/>
    </dgm:pt>
    <dgm:pt modelId="{500E9EE1-7897-41E0-9151-CE6545F6FECC}" type="pres">
      <dgm:prSet presAssocID="{9A8EA047-CB39-4975-A294-2BE5A16633B7}" presName="compNode" presStyleCnt="0"/>
      <dgm:spPr/>
    </dgm:pt>
    <dgm:pt modelId="{AAB5FA09-9A80-49CA-BEBB-D45E3A7B5BB8}" type="pres">
      <dgm:prSet presAssocID="{9A8EA047-CB39-4975-A294-2BE5A16633B7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watch"/>
        </a:ext>
      </dgm:extLst>
    </dgm:pt>
    <dgm:pt modelId="{0A1A4C4F-E2C5-4F78-BA0A-89AFEDECB434}" type="pres">
      <dgm:prSet presAssocID="{9A8EA047-CB39-4975-A294-2BE5A16633B7}" presName="iconSpace" presStyleCnt="0"/>
      <dgm:spPr/>
    </dgm:pt>
    <dgm:pt modelId="{09253C9B-69A9-4ABD-91C8-2CAD8FF9964F}" type="pres">
      <dgm:prSet presAssocID="{9A8EA047-CB39-4975-A294-2BE5A16633B7}" presName="parTx" presStyleLbl="revTx" presStyleIdx="2" presStyleCnt="8">
        <dgm:presLayoutVars>
          <dgm:chMax val="0"/>
          <dgm:chPref val="0"/>
        </dgm:presLayoutVars>
      </dgm:prSet>
      <dgm:spPr/>
    </dgm:pt>
    <dgm:pt modelId="{C70EAA47-E921-4222-935D-1015B97A2A2D}" type="pres">
      <dgm:prSet presAssocID="{9A8EA047-CB39-4975-A294-2BE5A16633B7}" presName="txSpace" presStyleCnt="0"/>
      <dgm:spPr/>
    </dgm:pt>
    <dgm:pt modelId="{179D8AF1-C059-421C-B893-E67F3F6163FC}" type="pres">
      <dgm:prSet presAssocID="{9A8EA047-CB39-4975-A294-2BE5A16633B7}" presName="desTx" presStyleLbl="revTx" presStyleIdx="3" presStyleCnt="8">
        <dgm:presLayoutVars/>
      </dgm:prSet>
      <dgm:spPr/>
    </dgm:pt>
    <dgm:pt modelId="{D38BC8DD-7202-41F7-B582-511901D703E2}" type="pres">
      <dgm:prSet presAssocID="{A811085E-9132-4D15-8A5E-CE7DB536CC80}" presName="sibTrans" presStyleCnt="0"/>
      <dgm:spPr/>
    </dgm:pt>
    <dgm:pt modelId="{2D46C7DC-0B23-4DF0-B91E-453E9CB37F59}" type="pres">
      <dgm:prSet presAssocID="{284254BA-3E04-40DA-95CE-28D7838587ED}" presName="compNode" presStyleCnt="0"/>
      <dgm:spPr/>
    </dgm:pt>
    <dgm:pt modelId="{62CC8865-7C6A-48AA-806F-F034352AA8AD}" type="pres">
      <dgm:prSet presAssocID="{284254BA-3E04-40DA-95CE-28D7838587ED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885F44CC-9933-442E-BC7E-23F5AC4593E5}" type="pres">
      <dgm:prSet presAssocID="{284254BA-3E04-40DA-95CE-28D7838587ED}" presName="iconSpace" presStyleCnt="0"/>
      <dgm:spPr/>
    </dgm:pt>
    <dgm:pt modelId="{90E3488B-8CDC-4B13-A605-04C55E49D074}" type="pres">
      <dgm:prSet presAssocID="{284254BA-3E04-40DA-95CE-28D7838587ED}" presName="parTx" presStyleLbl="revTx" presStyleIdx="4" presStyleCnt="8">
        <dgm:presLayoutVars>
          <dgm:chMax val="0"/>
          <dgm:chPref val="0"/>
        </dgm:presLayoutVars>
      </dgm:prSet>
      <dgm:spPr/>
    </dgm:pt>
    <dgm:pt modelId="{0311AF42-50F5-4730-A3F0-AF1CA0E93172}" type="pres">
      <dgm:prSet presAssocID="{284254BA-3E04-40DA-95CE-28D7838587ED}" presName="txSpace" presStyleCnt="0"/>
      <dgm:spPr/>
    </dgm:pt>
    <dgm:pt modelId="{6B9AB051-AA81-4B12-BAAA-8A12E06D5EBC}" type="pres">
      <dgm:prSet presAssocID="{284254BA-3E04-40DA-95CE-28D7838587ED}" presName="desTx" presStyleLbl="revTx" presStyleIdx="5" presStyleCnt="8">
        <dgm:presLayoutVars/>
      </dgm:prSet>
      <dgm:spPr/>
    </dgm:pt>
    <dgm:pt modelId="{AD1BD0BE-59B4-4E0D-8FF3-3C74EB373DA7}" type="pres">
      <dgm:prSet presAssocID="{40EC8033-BD98-433B-A1E3-1F71C202A90D}" presName="sibTrans" presStyleCnt="0"/>
      <dgm:spPr/>
    </dgm:pt>
    <dgm:pt modelId="{55EFA040-C900-4991-8160-941DB3EBDEA9}" type="pres">
      <dgm:prSet presAssocID="{1D47E406-2CD9-4A4C-BC53-30F0B64BEB37}" presName="compNode" presStyleCnt="0"/>
      <dgm:spPr/>
    </dgm:pt>
    <dgm:pt modelId="{44A4159D-0925-4C4F-AE8E-8FE1927A177E}" type="pres">
      <dgm:prSet presAssocID="{1D47E406-2CD9-4A4C-BC53-30F0B64BEB37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ximize"/>
        </a:ext>
      </dgm:extLst>
    </dgm:pt>
    <dgm:pt modelId="{48105961-23C7-489C-B6AF-882ECAE37151}" type="pres">
      <dgm:prSet presAssocID="{1D47E406-2CD9-4A4C-BC53-30F0B64BEB37}" presName="iconSpace" presStyleCnt="0"/>
      <dgm:spPr/>
    </dgm:pt>
    <dgm:pt modelId="{CD9D0702-B20D-4451-B98C-19C9E60E7EBC}" type="pres">
      <dgm:prSet presAssocID="{1D47E406-2CD9-4A4C-BC53-30F0B64BEB37}" presName="parTx" presStyleLbl="revTx" presStyleIdx="6" presStyleCnt="8">
        <dgm:presLayoutVars>
          <dgm:chMax val="0"/>
          <dgm:chPref val="0"/>
        </dgm:presLayoutVars>
      </dgm:prSet>
      <dgm:spPr/>
    </dgm:pt>
    <dgm:pt modelId="{D4B5C19E-C6A3-41C8-9AE1-D16ED909C792}" type="pres">
      <dgm:prSet presAssocID="{1D47E406-2CD9-4A4C-BC53-30F0B64BEB37}" presName="txSpace" presStyleCnt="0"/>
      <dgm:spPr/>
    </dgm:pt>
    <dgm:pt modelId="{B128407A-079B-4694-B7DF-4C1271451428}" type="pres">
      <dgm:prSet presAssocID="{1D47E406-2CD9-4A4C-BC53-30F0B64BEB37}" presName="desTx" presStyleLbl="revTx" presStyleIdx="7" presStyleCnt="8">
        <dgm:presLayoutVars/>
      </dgm:prSet>
      <dgm:spPr/>
    </dgm:pt>
  </dgm:ptLst>
  <dgm:cxnLst>
    <dgm:cxn modelId="{3AFD8900-DFBF-4987-8AAB-FE40F9A1316D}" type="presOf" srcId="{07E93DF8-F5FC-4E57-8012-168CB847A4D9}" destId="{F3ED1684-1A12-4516-8F01-5DC4EDBB18E5}" srcOrd="0" destOrd="0" presId="urn:microsoft.com/office/officeart/2018/5/layout/CenteredIconLabelDescriptionList"/>
    <dgm:cxn modelId="{9D5BFA0E-C17D-4FF7-85C4-12188CB8F506}" srcId="{07E93DF8-F5FC-4E57-8012-168CB847A4D9}" destId="{9A8EA047-CB39-4975-A294-2BE5A16633B7}" srcOrd="1" destOrd="0" parTransId="{CC0B2CF0-5CFB-407F-A53A-13BCC8263DFF}" sibTransId="{A811085E-9132-4D15-8A5E-CE7DB536CC80}"/>
    <dgm:cxn modelId="{1435DD20-80D0-4727-A567-C4B5AA68F469}" type="presOf" srcId="{B4A3DD40-E980-45F7-B6BA-DFE1EC03BC76}" destId="{B128407A-079B-4694-B7DF-4C1271451428}" srcOrd="0" destOrd="1" presId="urn:microsoft.com/office/officeart/2018/5/layout/CenteredIconLabelDescriptionList"/>
    <dgm:cxn modelId="{1D625427-ADEB-4C8C-8247-C022FCC3E100}" type="presOf" srcId="{F7CF203B-6AD5-44A5-8CDA-20B59271B2CD}" destId="{179D8AF1-C059-421C-B893-E67F3F6163FC}" srcOrd="0" destOrd="0" presId="urn:microsoft.com/office/officeart/2018/5/layout/CenteredIconLabelDescriptionList"/>
    <dgm:cxn modelId="{AC031E33-825B-4D69-B8E2-245990404B64}" type="presOf" srcId="{6DC1A54A-CF98-47F3-8765-AF911B299E02}" destId="{B44BD81C-559C-482B-839D-510CCD9F46F8}" srcOrd="0" destOrd="0" presId="urn:microsoft.com/office/officeart/2018/5/layout/CenteredIconLabelDescriptionList"/>
    <dgm:cxn modelId="{2DD1AB44-972F-4511-BCE2-B5125F492926}" type="presOf" srcId="{284254BA-3E04-40DA-95CE-28D7838587ED}" destId="{90E3488B-8CDC-4B13-A605-04C55E49D074}" srcOrd="0" destOrd="0" presId="urn:microsoft.com/office/officeart/2018/5/layout/CenteredIconLabelDescriptionList"/>
    <dgm:cxn modelId="{6450A549-3F2A-4A5B-84FB-2A591D49CCFE}" type="presOf" srcId="{1D47E406-2CD9-4A4C-BC53-30F0B64BEB37}" destId="{CD9D0702-B20D-4451-B98C-19C9E60E7EBC}" srcOrd="0" destOrd="0" presId="urn:microsoft.com/office/officeart/2018/5/layout/CenteredIconLabelDescriptionList"/>
    <dgm:cxn modelId="{B67CAA4C-583A-4976-9288-85EE4FE98918}" srcId="{07E93DF8-F5FC-4E57-8012-168CB847A4D9}" destId="{F22B99DB-A32D-4AA0-AFEC-473C0E64B30B}" srcOrd="0" destOrd="0" parTransId="{FA13810B-F51C-43B1-B3F5-FC47AEFD8B6C}" sibTransId="{C45D9C5E-29A5-4FD1-BAAD-57BA30EF8AA7}"/>
    <dgm:cxn modelId="{CBDA2F6D-5501-42AA-A7D5-C53CCDD5B536}" srcId="{07E93DF8-F5FC-4E57-8012-168CB847A4D9}" destId="{1D47E406-2CD9-4A4C-BC53-30F0B64BEB37}" srcOrd="3" destOrd="0" parTransId="{9706BB65-565D-4E79-ABC8-99D2374B4564}" sibTransId="{13993B61-6688-41E1-8F26-665D4E727F54}"/>
    <dgm:cxn modelId="{3ED08C70-1DFD-428A-B61A-7C496C898872}" type="presOf" srcId="{E10FEE2F-5D3B-43D7-99F3-ED9FEC582201}" destId="{6B9AB051-AA81-4B12-BAAA-8A12E06D5EBC}" srcOrd="0" destOrd="0" presId="urn:microsoft.com/office/officeart/2018/5/layout/CenteredIconLabelDescriptionList"/>
    <dgm:cxn modelId="{26BA8271-5132-4599-A087-B3E8D0077270}" srcId="{9A8EA047-CB39-4975-A294-2BE5A16633B7}" destId="{5C2C0772-1E32-430B-8446-8829D708C03B}" srcOrd="1" destOrd="0" parTransId="{C8F4C88C-09CD-4205-A0F7-8DDF01C687A3}" sibTransId="{A13969C3-4F46-4503-9825-532250C9E1EF}"/>
    <dgm:cxn modelId="{77AC7658-5CF9-4FF9-B4D6-F53F4E4DD274}" type="presOf" srcId="{5C2C0772-1E32-430B-8446-8829D708C03B}" destId="{179D8AF1-C059-421C-B893-E67F3F6163FC}" srcOrd="0" destOrd="1" presId="urn:microsoft.com/office/officeart/2018/5/layout/CenteredIconLabelDescriptionList"/>
    <dgm:cxn modelId="{265C4D7D-8626-4212-93C8-DF616E19948E}" srcId="{F22B99DB-A32D-4AA0-AFEC-473C0E64B30B}" destId="{6DC1A54A-CF98-47F3-8765-AF911B299E02}" srcOrd="0" destOrd="0" parTransId="{C8ED31A5-D1AC-45F7-B90D-90666B7DD3D2}" sibTransId="{CAD88AD5-0422-4C82-8B76-5FF15EF1E32D}"/>
    <dgm:cxn modelId="{79F12F85-26AE-4133-A076-C0FFAF6803E6}" type="presOf" srcId="{A8D66153-4B0F-42A0-B93A-74B7193E1366}" destId="{6B9AB051-AA81-4B12-BAAA-8A12E06D5EBC}" srcOrd="0" destOrd="1" presId="urn:microsoft.com/office/officeart/2018/5/layout/CenteredIconLabelDescriptionList"/>
    <dgm:cxn modelId="{32E6CC85-B603-4B27-921C-BB338A709C99}" srcId="{9A8EA047-CB39-4975-A294-2BE5A16633B7}" destId="{F7CF203B-6AD5-44A5-8CDA-20B59271B2CD}" srcOrd="0" destOrd="0" parTransId="{4E57A4DE-3A68-437E-B733-8FFD38366E86}" sibTransId="{7D964F8E-D8BE-4B28-9504-726CFD5113E6}"/>
    <dgm:cxn modelId="{D7AE4892-4AD4-4DAA-B55F-6281DE6A7FEC}" srcId="{284254BA-3E04-40DA-95CE-28D7838587ED}" destId="{A8D66153-4B0F-42A0-B93A-74B7193E1366}" srcOrd="1" destOrd="0" parTransId="{5BD2100B-F209-4407-874D-CFDC709F3091}" sibTransId="{27C7C48B-B9ED-48DE-A48A-B929AC2FDF19}"/>
    <dgm:cxn modelId="{585EF492-977A-41EF-BE13-165ED9D978F9}" type="presOf" srcId="{AD424B19-2907-4FFC-8F17-A940226E7C9F}" destId="{B44BD81C-559C-482B-839D-510CCD9F46F8}" srcOrd="0" destOrd="1" presId="urn:microsoft.com/office/officeart/2018/5/layout/CenteredIconLabelDescriptionList"/>
    <dgm:cxn modelId="{2377A196-E2A4-4FF2-801F-555FD711DFE1}" srcId="{F22B99DB-A32D-4AA0-AFEC-473C0E64B30B}" destId="{AD424B19-2907-4FFC-8F17-A940226E7C9F}" srcOrd="1" destOrd="0" parTransId="{16A2056F-EFBD-4CAA-A1AA-85F4BF663DA3}" sibTransId="{751987D2-B711-4786-8ED4-2ED069451387}"/>
    <dgm:cxn modelId="{55BEC0AA-7320-41E5-BAEF-708BD4351D11}" srcId="{9A8EA047-CB39-4975-A294-2BE5A16633B7}" destId="{0A547D27-1A39-4C57-8A68-101A159EDE65}" srcOrd="2" destOrd="0" parTransId="{B1E427D4-A351-4F18-951D-74005334F50F}" sibTransId="{0EB1914B-4C7A-4E05-9338-190A662E6F3B}"/>
    <dgm:cxn modelId="{8EAD45B7-0D28-43B1-A874-10399E31E8A8}" srcId="{07E93DF8-F5FC-4E57-8012-168CB847A4D9}" destId="{284254BA-3E04-40DA-95CE-28D7838587ED}" srcOrd="2" destOrd="0" parTransId="{DA9688F3-1C18-4CE5-B88E-9C79C54EB355}" sibTransId="{40EC8033-BD98-433B-A1E3-1F71C202A90D}"/>
    <dgm:cxn modelId="{E5FD17BC-0067-477B-8F5E-60CD067A301A}" srcId="{1D47E406-2CD9-4A4C-BC53-30F0B64BEB37}" destId="{DC78A5EF-C196-4A6B-9DEB-5D5B665561E5}" srcOrd="0" destOrd="0" parTransId="{30F3F119-A380-4B9C-A629-6D95E1D208AD}" sibTransId="{4950D9A2-CCE9-44CF-ABB1-7D12EEB424CA}"/>
    <dgm:cxn modelId="{300F03C9-211D-4DB7-93BC-DE3F729560A1}" type="presOf" srcId="{0A547D27-1A39-4C57-8A68-101A159EDE65}" destId="{179D8AF1-C059-421C-B893-E67F3F6163FC}" srcOrd="0" destOrd="2" presId="urn:microsoft.com/office/officeart/2018/5/layout/CenteredIconLabelDescriptionList"/>
    <dgm:cxn modelId="{87AA74D7-0B05-425B-AD9D-F13FE67BCA98}" type="presOf" srcId="{DC78A5EF-C196-4A6B-9DEB-5D5B665561E5}" destId="{B128407A-079B-4694-B7DF-4C1271451428}" srcOrd="0" destOrd="0" presId="urn:microsoft.com/office/officeart/2018/5/layout/CenteredIconLabelDescriptionList"/>
    <dgm:cxn modelId="{F5C21CD9-1FBE-4D06-9367-F1069BC9112A}" type="presOf" srcId="{9A8EA047-CB39-4975-A294-2BE5A16633B7}" destId="{09253C9B-69A9-4ABD-91C8-2CAD8FF9964F}" srcOrd="0" destOrd="0" presId="urn:microsoft.com/office/officeart/2018/5/layout/CenteredIconLabelDescriptionList"/>
    <dgm:cxn modelId="{0C73A7E0-A5F2-4EBE-ADF7-E4B45A5AE414}" type="presOf" srcId="{F22B99DB-A32D-4AA0-AFEC-473C0E64B30B}" destId="{11EE1D53-783B-455C-9853-FDEBD62702BA}" srcOrd="0" destOrd="0" presId="urn:microsoft.com/office/officeart/2018/5/layout/CenteredIconLabelDescriptionList"/>
    <dgm:cxn modelId="{D4E899E7-AC55-4F99-AEAA-ED69438F301D}" srcId="{284254BA-3E04-40DA-95CE-28D7838587ED}" destId="{E10FEE2F-5D3B-43D7-99F3-ED9FEC582201}" srcOrd="0" destOrd="0" parTransId="{0AAC968E-7858-4EB5-B99D-F44CFE40AF05}" sibTransId="{E3DC4E25-160F-463C-866A-ADA286E5C515}"/>
    <dgm:cxn modelId="{BC4D7FF1-1087-4C73-A811-6AD0D5BF790D}" srcId="{1D47E406-2CD9-4A4C-BC53-30F0B64BEB37}" destId="{B4A3DD40-E980-45F7-B6BA-DFE1EC03BC76}" srcOrd="1" destOrd="0" parTransId="{EEEF14A3-995B-46D0-8B43-88AB7FA1061D}" sibTransId="{2B7FDCDD-B915-4820-9B40-A142052ECBF3}"/>
    <dgm:cxn modelId="{DE572A6F-F544-4A73-A61D-D31B13694A92}" type="presParOf" srcId="{F3ED1684-1A12-4516-8F01-5DC4EDBB18E5}" destId="{6B33610A-3B41-47B9-AC1A-E3A6003A2451}" srcOrd="0" destOrd="0" presId="urn:microsoft.com/office/officeart/2018/5/layout/CenteredIconLabelDescriptionList"/>
    <dgm:cxn modelId="{AADE6B7E-5F19-4926-AE9B-35CC39CF8434}" type="presParOf" srcId="{6B33610A-3B41-47B9-AC1A-E3A6003A2451}" destId="{620EBCE7-D801-4E95-A823-6EB6FFB3CC55}" srcOrd="0" destOrd="0" presId="urn:microsoft.com/office/officeart/2018/5/layout/CenteredIconLabelDescriptionList"/>
    <dgm:cxn modelId="{DA692374-B2C8-4E14-9DE1-8F40974A80A0}" type="presParOf" srcId="{6B33610A-3B41-47B9-AC1A-E3A6003A2451}" destId="{731A9F1B-270E-4302-AED2-3FF1C153F7DD}" srcOrd="1" destOrd="0" presId="urn:microsoft.com/office/officeart/2018/5/layout/CenteredIconLabelDescriptionList"/>
    <dgm:cxn modelId="{EB8EE237-3871-452F-91E8-FB7459F17AD2}" type="presParOf" srcId="{6B33610A-3B41-47B9-AC1A-E3A6003A2451}" destId="{11EE1D53-783B-455C-9853-FDEBD62702BA}" srcOrd="2" destOrd="0" presId="urn:microsoft.com/office/officeart/2018/5/layout/CenteredIconLabelDescriptionList"/>
    <dgm:cxn modelId="{10A43146-B6CB-4B25-841A-6ABB835812CB}" type="presParOf" srcId="{6B33610A-3B41-47B9-AC1A-E3A6003A2451}" destId="{93E77615-4FCE-4BC9-89B6-0AD8172FBF9E}" srcOrd="3" destOrd="0" presId="urn:microsoft.com/office/officeart/2018/5/layout/CenteredIconLabelDescriptionList"/>
    <dgm:cxn modelId="{493405B4-55C4-4D66-92AB-A708564C2688}" type="presParOf" srcId="{6B33610A-3B41-47B9-AC1A-E3A6003A2451}" destId="{B44BD81C-559C-482B-839D-510CCD9F46F8}" srcOrd="4" destOrd="0" presId="urn:microsoft.com/office/officeart/2018/5/layout/CenteredIconLabelDescriptionList"/>
    <dgm:cxn modelId="{8DA6AA3D-29C6-4E27-8B73-BA87F7CBFD3B}" type="presParOf" srcId="{F3ED1684-1A12-4516-8F01-5DC4EDBB18E5}" destId="{A409AFC0-545A-4B7F-A449-82B3A15F0244}" srcOrd="1" destOrd="0" presId="urn:microsoft.com/office/officeart/2018/5/layout/CenteredIconLabelDescriptionList"/>
    <dgm:cxn modelId="{38499969-0946-4A82-A59C-1D1979C2C4A5}" type="presParOf" srcId="{F3ED1684-1A12-4516-8F01-5DC4EDBB18E5}" destId="{500E9EE1-7897-41E0-9151-CE6545F6FECC}" srcOrd="2" destOrd="0" presId="urn:microsoft.com/office/officeart/2018/5/layout/CenteredIconLabelDescriptionList"/>
    <dgm:cxn modelId="{8782345E-B04F-48AE-B443-F96168AE2039}" type="presParOf" srcId="{500E9EE1-7897-41E0-9151-CE6545F6FECC}" destId="{AAB5FA09-9A80-49CA-BEBB-D45E3A7B5BB8}" srcOrd="0" destOrd="0" presId="urn:microsoft.com/office/officeart/2018/5/layout/CenteredIconLabelDescriptionList"/>
    <dgm:cxn modelId="{1FA9D700-D5B2-4072-87CC-4ABFAA944216}" type="presParOf" srcId="{500E9EE1-7897-41E0-9151-CE6545F6FECC}" destId="{0A1A4C4F-E2C5-4F78-BA0A-89AFEDECB434}" srcOrd="1" destOrd="0" presId="urn:microsoft.com/office/officeart/2018/5/layout/CenteredIconLabelDescriptionList"/>
    <dgm:cxn modelId="{1E0AC8D8-87F2-41B7-91CC-451EDFACD4E8}" type="presParOf" srcId="{500E9EE1-7897-41E0-9151-CE6545F6FECC}" destId="{09253C9B-69A9-4ABD-91C8-2CAD8FF9964F}" srcOrd="2" destOrd="0" presId="urn:microsoft.com/office/officeart/2018/5/layout/CenteredIconLabelDescriptionList"/>
    <dgm:cxn modelId="{992B5DE9-B4DC-4180-9FA2-9E7A8869E133}" type="presParOf" srcId="{500E9EE1-7897-41E0-9151-CE6545F6FECC}" destId="{C70EAA47-E921-4222-935D-1015B97A2A2D}" srcOrd="3" destOrd="0" presId="urn:microsoft.com/office/officeart/2018/5/layout/CenteredIconLabelDescriptionList"/>
    <dgm:cxn modelId="{43E1D4B3-91F8-496C-BF8A-E7D2D79E9B19}" type="presParOf" srcId="{500E9EE1-7897-41E0-9151-CE6545F6FECC}" destId="{179D8AF1-C059-421C-B893-E67F3F6163FC}" srcOrd="4" destOrd="0" presId="urn:microsoft.com/office/officeart/2018/5/layout/CenteredIconLabelDescriptionList"/>
    <dgm:cxn modelId="{12B96CB6-8F5C-497A-ADEB-286F8F84AC40}" type="presParOf" srcId="{F3ED1684-1A12-4516-8F01-5DC4EDBB18E5}" destId="{D38BC8DD-7202-41F7-B582-511901D703E2}" srcOrd="3" destOrd="0" presId="urn:microsoft.com/office/officeart/2018/5/layout/CenteredIconLabelDescriptionList"/>
    <dgm:cxn modelId="{D48A52B0-70C1-47CD-B6D4-B8D43C6AA7AD}" type="presParOf" srcId="{F3ED1684-1A12-4516-8F01-5DC4EDBB18E5}" destId="{2D46C7DC-0B23-4DF0-B91E-453E9CB37F59}" srcOrd="4" destOrd="0" presId="urn:microsoft.com/office/officeart/2018/5/layout/CenteredIconLabelDescriptionList"/>
    <dgm:cxn modelId="{447F64E3-78A9-448F-B9AF-A479C02550DA}" type="presParOf" srcId="{2D46C7DC-0B23-4DF0-B91E-453E9CB37F59}" destId="{62CC8865-7C6A-48AA-806F-F034352AA8AD}" srcOrd="0" destOrd="0" presId="urn:microsoft.com/office/officeart/2018/5/layout/CenteredIconLabelDescriptionList"/>
    <dgm:cxn modelId="{9BF41D4E-72AD-4E11-9311-C3111C509122}" type="presParOf" srcId="{2D46C7DC-0B23-4DF0-B91E-453E9CB37F59}" destId="{885F44CC-9933-442E-BC7E-23F5AC4593E5}" srcOrd="1" destOrd="0" presId="urn:microsoft.com/office/officeart/2018/5/layout/CenteredIconLabelDescriptionList"/>
    <dgm:cxn modelId="{8E2A66FE-8444-4CB0-8E1B-53FC7F846DDE}" type="presParOf" srcId="{2D46C7DC-0B23-4DF0-B91E-453E9CB37F59}" destId="{90E3488B-8CDC-4B13-A605-04C55E49D074}" srcOrd="2" destOrd="0" presId="urn:microsoft.com/office/officeart/2018/5/layout/CenteredIconLabelDescriptionList"/>
    <dgm:cxn modelId="{A7392029-5081-4CA5-838F-055696B6DDAC}" type="presParOf" srcId="{2D46C7DC-0B23-4DF0-B91E-453E9CB37F59}" destId="{0311AF42-50F5-4730-A3F0-AF1CA0E93172}" srcOrd="3" destOrd="0" presId="urn:microsoft.com/office/officeart/2018/5/layout/CenteredIconLabelDescriptionList"/>
    <dgm:cxn modelId="{BD90B779-C89A-46B4-BE95-114EEB3C5470}" type="presParOf" srcId="{2D46C7DC-0B23-4DF0-B91E-453E9CB37F59}" destId="{6B9AB051-AA81-4B12-BAAA-8A12E06D5EBC}" srcOrd="4" destOrd="0" presId="urn:microsoft.com/office/officeart/2018/5/layout/CenteredIconLabelDescriptionList"/>
    <dgm:cxn modelId="{F17AC07A-B001-4A38-8DCE-C91CA3D1B22B}" type="presParOf" srcId="{F3ED1684-1A12-4516-8F01-5DC4EDBB18E5}" destId="{AD1BD0BE-59B4-4E0D-8FF3-3C74EB373DA7}" srcOrd="5" destOrd="0" presId="urn:microsoft.com/office/officeart/2018/5/layout/CenteredIconLabelDescriptionList"/>
    <dgm:cxn modelId="{26D20337-2C1D-469B-A232-2EB183CC1A8B}" type="presParOf" srcId="{F3ED1684-1A12-4516-8F01-5DC4EDBB18E5}" destId="{55EFA040-C900-4991-8160-941DB3EBDEA9}" srcOrd="6" destOrd="0" presId="urn:microsoft.com/office/officeart/2018/5/layout/CenteredIconLabelDescriptionList"/>
    <dgm:cxn modelId="{2022F35D-55D6-4A12-AFF5-39ADE8123ADC}" type="presParOf" srcId="{55EFA040-C900-4991-8160-941DB3EBDEA9}" destId="{44A4159D-0925-4C4F-AE8E-8FE1927A177E}" srcOrd="0" destOrd="0" presId="urn:microsoft.com/office/officeart/2018/5/layout/CenteredIconLabelDescriptionList"/>
    <dgm:cxn modelId="{4A03B194-72DC-45DF-AC91-2AF4A953B63B}" type="presParOf" srcId="{55EFA040-C900-4991-8160-941DB3EBDEA9}" destId="{48105961-23C7-489C-B6AF-882ECAE37151}" srcOrd="1" destOrd="0" presId="urn:microsoft.com/office/officeart/2018/5/layout/CenteredIconLabelDescriptionList"/>
    <dgm:cxn modelId="{631AF669-30A0-4B31-9572-EC9F92464642}" type="presParOf" srcId="{55EFA040-C900-4991-8160-941DB3EBDEA9}" destId="{CD9D0702-B20D-4451-B98C-19C9E60E7EBC}" srcOrd="2" destOrd="0" presId="urn:microsoft.com/office/officeart/2018/5/layout/CenteredIconLabelDescriptionList"/>
    <dgm:cxn modelId="{D4A03EE1-627D-4DA7-BDA5-71BE93C5879B}" type="presParOf" srcId="{55EFA040-C900-4991-8160-941DB3EBDEA9}" destId="{D4B5C19E-C6A3-41C8-9AE1-D16ED909C792}" srcOrd="3" destOrd="0" presId="urn:microsoft.com/office/officeart/2018/5/layout/CenteredIconLabelDescriptionList"/>
    <dgm:cxn modelId="{316D286C-8BB4-40A4-BEE7-BD6A42E1752C}" type="presParOf" srcId="{55EFA040-C900-4991-8160-941DB3EBDEA9}" destId="{B128407A-079B-4694-B7DF-4C127145142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D05ABF6B-3B7B-4209-9230-3B622624524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1E281F81-5177-4C8E-8CEC-423379123EA9}">
      <dgm:prSet/>
      <dgm:spPr/>
      <dgm:t>
        <a:bodyPr/>
        <a:lstStyle/>
        <a:p>
          <a:r>
            <a:rPr lang="tr-TR" baseline="0"/>
            <a:t>Full Nodes</a:t>
          </a:r>
          <a:endParaRPr lang="en-US"/>
        </a:p>
      </dgm:t>
    </dgm:pt>
    <dgm:pt modelId="{295B3CCE-E4C9-4DCF-83F9-550EA5E82B69}" type="parTrans" cxnId="{ECF1A8DE-F60E-4DD5-AA63-906763DAE80A}">
      <dgm:prSet/>
      <dgm:spPr/>
      <dgm:t>
        <a:bodyPr/>
        <a:lstStyle/>
        <a:p>
          <a:endParaRPr lang="en-US"/>
        </a:p>
      </dgm:t>
    </dgm:pt>
    <dgm:pt modelId="{07B4872D-16CC-4AA3-A385-B923D86A6C40}" type="sibTrans" cxnId="{ECF1A8DE-F60E-4DD5-AA63-906763DAE80A}">
      <dgm:prSet/>
      <dgm:spPr/>
      <dgm:t>
        <a:bodyPr/>
        <a:lstStyle/>
        <a:p>
          <a:endParaRPr lang="en-US"/>
        </a:p>
      </dgm:t>
    </dgm:pt>
    <dgm:pt modelId="{C1B54A7D-7F3E-4812-A3A8-8C1DC4A3B15D}" type="pres">
      <dgm:prSet presAssocID="{D05ABF6B-3B7B-4209-9230-3B6226245245}" presName="linear" presStyleCnt="0">
        <dgm:presLayoutVars>
          <dgm:animLvl val="lvl"/>
          <dgm:resizeHandles val="exact"/>
        </dgm:presLayoutVars>
      </dgm:prSet>
      <dgm:spPr/>
    </dgm:pt>
    <dgm:pt modelId="{5DBA8546-2318-4317-84EF-7BA8CAADAB3A}" type="pres">
      <dgm:prSet presAssocID="{1E281F81-5177-4C8E-8CEC-423379123EA9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D454D31-5300-448C-85D8-3BC86CD88A6B}" type="presOf" srcId="{D05ABF6B-3B7B-4209-9230-3B6226245245}" destId="{C1B54A7D-7F3E-4812-A3A8-8C1DC4A3B15D}" srcOrd="0" destOrd="0" presId="urn:microsoft.com/office/officeart/2005/8/layout/vList2"/>
    <dgm:cxn modelId="{077176B1-0A53-4A7A-8842-84B7D8C6F097}" type="presOf" srcId="{1E281F81-5177-4C8E-8CEC-423379123EA9}" destId="{5DBA8546-2318-4317-84EF-7BA8CAADAB3A}" srcOrd="0" destOrd="0" presId="urn:microsoft.com/office/officeart/2005/8/layout/vList2"/>
    <dgm:cxn modelId="{ECF1A8DE-F60E-4DD5-AA63-906763DAE80A}" srcId="{D05ABF6B-3B7B-4209-9230-3B6226245245}" destId="{1E281F81-5177-4C8E-8CEC-423379123EA9}" srcOrd="0" destOrd="0" parTransId="{295B3CCE-E4C9-4DCF-83F9-550EA5E82B69}" sibTransId="{07B4872D-16CC-4AA3-A385-B923D86A6C40}"/>
    <dgm:cxn modelId="{66B7FE28-A9C0-4D03-A11C-E80316134989}" type="presParOf" srcId="{C1B54A7D-7F3E-4812-A3A8-8C1DC4A3B15D}" destId="{5DBA8546-2318-4317-84EF-7BA8CAADAB3A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40B1B148-B88E-473E-9BFA-581C74BE3F7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AB68398-9FD2-42B7-A8F4-7363438200B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Full nodes</a:t>
          </a:r>
        </a:p>
      </dgm:t>
    </dgm:pt>
    <dgm:pt modelId="{6B603CFA-1F2E-4BE8-BFDC-6C18AB05FB72}" type="parTrans" cxnId="{2EA06779-0EBB-4DC4-B5B8-93163EABE3C0}">
      <dgm:prSet/>
      <dgm:spPr/>
      <dgm:t>
        <a:bodyPr/>
        <a:lstStyle/>
        <a:p>
          <a:endParaRPr lang="en-US"/>
        </a:p>
      </dgm:t>
    </dgm:pt>
    <dgm:pt modelId="{9F2EFC4E-F2F3-4194-B5E6-33430F2CFE41}" type="sibTrans" cxnId="{2EA06779-0EBB-4DC4-B5B8-93163EABE3C0}">
      <dgm:prSet/>
      <dgm:spPr/>
      <dgm:t>
        <a:bodyPr/>
        <a:lstStyle/>
        <a:p>
          <a:endParaRPr lang="en-US"/>
        </a:p>
      </dgm:t>
    </dgm:pt>
    <dgm:pt modelId="{D549290E-32B9-41B6-8963-90504A63E1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maintain a full blockchain with all transactions. </a:t>
          </a:r>
        </a:p>
      </dgm:t>
    </dgm:pt>
    <dgm:pt modelId="{545EB6C5-F95E-4B4E-BED0-6BEAB9918D3B}" type="parTrans" cxnId="{13997E5B-6478-4F40-A37F-B85AF42DB2A6}">
      <dgm:prSet/>
      <dgm:spPr/>
      <dgm:t>
        <a:bodyPr/>
        <a:lstStyle/>
        <a:p>
          <a:endParaRPr lang="en-US"/>
        </a:p>
      </dgm:t>
    </dgm:pt>
    <dgm:pt modelId="{2077FDBD-6387-4EF6-AE76-A122AA193EEC}" type="sibTrans" cxnId="{13997E5B-6478-4F40-A37F-B85AF42DB2A6}">
      <dgm:prSet/>
      <dgm:spPr/>
      <dgm:t>
        <a:bodyPr/>
        <a:lstStyle/>
        <a:p>
          <a:endParaRPr lang="en-US"/>
        </a:p>
      </dgm:t>
    </dgm:pt>
    <dgm:pt modelId="{F59BC74F-122D-4C63-80F3-32D63AAF731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More accurately,</a:t>
          </a:r>
          <a:r>
            <a:rPr lang="tr-TR" dirty="0"/>
            <a:t> </a:t>
          </a:r>
          <a:r>
            <a:rPr lang="en-US" dirty="0"/>
            <a:t>they probably should be called</a:t>
          </a:r>
        </a:p>
      </dgm:t>
    </dgm:pt>
    <dgm:pt modelId="{8509E069-2424-4BF1-9558-264BF37EBE8F}" type="parTrans" cxnId="{F1CE65BA-B462-44DC-88D5-F488B90973B0}">
      <dgm:prSet/>
      <dgm:spPr/>
      <dgm:t>
        <a:bodyPr/>
        <a:lstStyle/>
        <a:p>
          <a:endParaRPr lang="en-US"/>
        </a:p>
      </dgm:t>
    </dgm:pt>
    <dgm:pt modelId="{EA08192E-AC70-4A65-9AB3-6D7DC7E04AC1}" type="sibTrans" cxnId="{F1CE65BA-B462-44DC-88D5-F488B90973B0}">
      <dgm:prSet/>
      <dgm:spPr/>
      <dgm:t>
        <a:bodyPr/>
        <a:lstStyle/>
        <a:p>
          <a:endParaRPr lang="en-US"/>
        </a:p>
      </dgm:t>
    </dgm:pt>
    <dgm:pt modelId="{786A7373-B101-4149-BEC3-EB319DF7995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all full nodes </a:t>
          </a:r>
        </a:p>
      </dgm:t>
    </dgm:pt>
    <dgm:pt modelId="{575AA721-0339-4027-8D5D-BB76F28BC9DF}" type="parTrans" cxnId="{4100F5A2-B162-4440-ACA5-49F172033C6D}">
      <dgm:prSet/>
      <dgm:spPr/>
      <dgm:t>
        <a:bodyPr/>
        <a:lstStyle/>
        <a:p>
          <a:endParaRPr lang="en-US"/>
        </a:p>
      </dgm:t>
    </dgm:pt>
    <dgm:pt modelId="{AE6691CA-2F20-4DE1-B3A6-2ECBD533BAF7}" type="sibTrans" cxnId="{4100F5A2-B162-4440-ACA5-49F172033C6D}">
      <dgm:prSet/>
      <dgm:spPr/>
      <dgm:t>
        <a:bodyPr/>
        <a:lstStyle/>
        <a:p>
          <a:endParaRPr lang="en-US"/>
        </a:p>
      </dgm:t>
    </dgm:pt>
    <dgm:pt modelId="{8A46BF5D-1A05-4D69-AE65-4C7A113184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the </a:t>
          </a:r>
          <a:r>
            <a:rPr lang="en-US" b="1" dirty="0"/>
            <a:t>early years </a:t>
          </a:r>
          <a:r>
            <a:rPr lang="en-US" dirty="0"/>
            <a:t>of bitcoin,</a:t>
          </a:r>
          <a:r>
            <a:rPr lang="tr-TR" dirty="0"/>
            <a:t> </a:t>
          </a:r>
          <a:endParaRPr lang="en-US" dirty="0"/>
        </a:p>
      </dgm:t>
    </dgm:pt>
    <dgm:pt modelId="{C702492F-5650-4EC1-B3D9-05AC0C975B61}" type="parTrans" cxnId="{E4F820CB-BEEB-443D-95F2-8B4AFD9D0233}">
      <dgm:prSet/>
      <dgm:spPr/>
      <dgm:t>
        <a:bodyPr/>
        <a:lstStyle/>
        <a:p>
          <a:endParaRPr lang="en-US"/>
        </a:p>
      </dgm:t>
    </dgm:pt>
    <dgm:pt modelId="{F1B82DCB-7D48-4281-8496-46E9C6636067}" type="sibTrans" cxnId="{E4F820CB-BEEB-443D-95F2-8B4AFD9D0233}">
      <dgm:prSet/>
      <dgm:spPr/>
      <dgm:t>
        <a:bodyPr/>
        <a:lstStyle/>
        <a:p>
          <a:endParaRPr lang="en-US"/>
        </a:p>
      </dgm:t>
    </dgm:pt>
    <dgm:pt modelId="{2A3CF255-196D-48BD-ABFD-A9416587E0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nodes were full nodes </a:t>
          </a:r>
        </a:p>
      </dgm:t>
    </dgm:pt>
    <dgm:pt modelId="{04322076-3807-4E7E-894E-6BFF2E8EC003}" type="parTrans" cxnId="{74B92531-F347-4825-A673-4398E0E9DBDB}">
      <dgm:prSet/>
      <dgm:spPr/>
      <dgm:t>
        <a:bodyPr/>
        <a:lstStyle/>
        <a:p>
          <a:endParaRPr lang="en-US"/>
        </a:p>
      </dgm:t>
    </dgm:pt>
    <dgm:pt modelId="{6BE188D0-82AB-4C78-AF1C-4AE8FA25FAD4}" type="sibTrans" cxnId="{74B92531-F347-4825-A673-4398E0E9DBDB}">
      <dgm:prSet/>
      <dgm:spPr/>
      <dgm:t>
        <a:bodyPr/>
        <a:lstStyle/>
        <a:p>
          <a:endParaRPr lang="en-US"/>
        </a:p>
      </dgm:t>
    </dgm:pt>
    <dgm:pt modelId="{5057F838-DC25-4894-A000-A5F8AAF719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Core</a:t>
          </a:r>
          <a:r>
            <a:rPr lang="tr-TR"/>
            <a:t> Client</a:t>
          </a:r>
          <a:endParaRPr lang="en-US"/>
        </a:p>
      </dgm:t>
    </dgm:pt>
    <dgm:pt modelId="{0E4438B2-E939-41B3-A22C-2C1A6CDE5A55}" type="parTrans" cxnId="{0FB4B8E7-BBEE-48E9-8DDA-26DEC2360B88}">
      <dgm:prSet/>
      <dgm:spPr/>
      <dgm:t>
        <a:bodyPr/>
        <a:lstStyle/>
        <a:p>
          <a:endParaRPr lang="en-US"/>
        </a:p>
      </dgm:t>
    </dgm:pt>
    <dgm:pt modelId="{09257395-D4C2-4D80-9D62-5AF3C270F25E}" type="sibTrans" cxnId="{0FB4B8E7-BBEE-48E9-8DDA-26DEC2360B88}">
      <dgm:prSet/>
      <dgm:spPr/>
      <dgm:t>
        <a:bodyPr/>
        <a:lstStyle/>
        <a:p>
          <a:endParaRPr lang="en-US"/>
        </a:p>
      </dgm:t>
    </dgm:pt>
    <dgm:pt modelId="{58C5F3C5-0959-48AB-8952-DFA60A69C0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“</a:t>
          </a:r>
          <a:r>
            <a:rPr lang="en-US" dirty="0"/>
            <a:t>full blockchain nodes.” </a:t>
          </a:r>
        </a:p>
      </dgm:t>
    </dgm:pt>
    <dgm:pt modelId="{155FCB70-71AA-492A-BC98-07B37AB68BF0}" type="parTrans" cxnId="{7DFAFB2A-7567-4EEF-B3A8-EA6A959AD3CD}">
      <dgm:prSet/>
      <dgm:spPr/>
    </dgm:pt>
    <dgm:pt modelId="{C5A0EEFC-C703-4358-90B8-2F40B9FBB350}" type="sibTrans" cxnId="{7DFAFB2A-7567-4EEF-B3A8-EA6A959AD3CD}">
      <dgm:prSet/>
      <dgm:spPr/>
    </dgm:pt>
    <dgm:pt modelId="{7F5377DF-1329-4831-B733-E01D71698FB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Currently</a:t>
          </a:r>
          <a:r>
            <a:rPr lang="tr-TR" dirty="0"/>
            <a:t> </a:t>
          </a:r>
          <a:r>
            <a:rPr lang="en-US" dirty="0"/>
            <a:t>is a full</a:t>
          </a:r>
          <a:r>
            <a:rPr lang="tr-TR" dirty="0"/>
            <a:t> </a:t>
          </a:r>
          <a:r>
            <a:rPr lang="tr-TR" dirty="0" err="1"/>
            <a:t>blockchain</a:t>
          </a:r>
          <a:r>
            <a:rPr lang="tr-TR" dirty="0"/>
            <a:t> </a:t>
          </a:r>
          <a:r>
            <a:rPr lang="tr-TR" dirty="0" err="1"/>
            <a:t>node</a:t>
          </a:r>
          <a:endParaRPr lang="en-US" dirty="0"/>
        </a:p>
      </dgm:t>
    </dgm:pt>
    <dgm:pt modelId="{5D8E64C0-CA56-4BC2-9E3C-C2C2C777A380}" type="parTrans" cxnId="{ED461E3C-BC77-4014-B9F7-BF2D76779F2D}">
      <dgm:prSet/>
      <dgm:spPr/>
    </dgm:pt>
    <dgm:pt modelId="{E09CC4B1-19C4-430B-BF80-940B743C33CE}" type="sibTrans" cxnId="{ED461E3C-BC77-4014-B9F7-BF2D76779F2D}">
      <dgm:prSet/>
      <dgm:spPr/>
    </dgm:pt>
    <dgm:pt modelId="{A2A7DA89-B28E-489B-8ED8-FC801DFD8840}" type="pres">
      <dgm:prSet presAssocID="{40B1B148-B88E-473E-9BFA-581C74BE3F75}" presName="root" presStyleCnt="0">
        <dgm:presLayoutVars>
          <dgm:dir/>
          <dgm:resizeHandles val="exact"/>
        </dgm:presLayoutVars>
      </dgm:prSet>
      <dgm:spPr/>
    </dgm:pt>
    <dgm:pt modelId="{4CF43575-09A0-424E-BE21-C7F7A22746A0}" type="pres">
      <dgm:prSet presAssocID="{7AB68398-9FD2-42B7-A8F4-7363438200B8}" presName="compNode" presStyleCnt="0"/>
      <dgm:spPr/>
    </dgm:pt>
    <dgm:pt modelId="{023DD42D-4FC0-4DC8-A6DA-530406318401}" type="pres">
      <dgm:prSet presAssocID="{7AB68398-9FD2-42B7-A8F4-7363438200B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1C81F309-9221-4008-8D9A-C52E4F725BB4}" type="pres">
      <dgm:prSet presAssocID="{7AB68398-9FD2-42B7-A8F4-7363438200B8}" presName="iconSpace" presStyleCnt="0"/>
      <dgm:spPr/>
    </dgm:pt>
    <dgm:pt modelId="{3A0FAB6B-506D-459D-B921-66608E4EAB8D}" type="pres">
      <dgm:prSet presAssocID="{7AB68398-9FD2-42B7-A8F4-7363438200B8}" presName="parTx" presStyleLbl="revTx" presStyleIdx="0" presStyleCnt="6">
        <dgm:presLayoutVars>
          <dgm:chMax val="0"/>
          <dgm:chPref val="0"/>
        </dgm:presLayoutVars>
      </dgm:prSet>
      <dgm:spPr/>
    </dgm:pt>
    <dgm:pt modelId="{3DA7670A-3565-4100-BFD6-BDA86565F3C7}" type="pres">
      <dgm:prSet presAssocID="{7AB68398-9FD2-42B7-A8F4-7363438200B8}" presName="txSpace" presStyleCnt="0"/>
      <dgm:spPr/>
    </dgm:pt>
    <dgm:pt modelId="{634C32D8-3B7C-4274-8006-FF4E770C8A9A}" type="pres">
      <dgm:prSet presAssocID="{7AB68398-9FD2-42B7-A8F4-7363438200B8}" presName="desTx" presStyleLbl="revTx" presStyleIdx="1" presStyleCnt="6">
        <dgm:presLayoutVars/>
      </dgm:prSet>
      <dgm:spPr/>
    </dgm:pt>
    <dgm:pt modelId="{A900322F-06A2-4646-9D02-09D2E381E113}" type="pres">
      <dgm:prSet presAssocID="{9F2EFC4E-F2F3-4194-B5E6-33430F2CFE41}" presName="sibTrans" presStyleCnt="0"/>
      <dgm:spPr/>
    </dgm:pt>
    <dgm:pt modelId="{E70853C1-51CF-4E2E-8715-B5ECE6B27E19}" type="pres">
      <dgm:prSet presAssocID="{786A7373-B101-4149-BEC3-EB319DF79955}" presName="compNode" presStyleCnt="0"/>
      <dgm:spPr/>
    </dgm:pt>
    <dgm:pt modelId="{8C39D449-C6F9-442B-A03D-6153E0B88A2D}" type="pres">
      <dgm:prSet presAssocID="{786A7373-B101-4149-BEC3-EB319DF7995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ierarchy"/>
        </a:ext>
      </dgm:extLst>
    </dgm:pt>
    <dgm:pt modelId="{9F3DBAFF-35CB-4E82-89D6-C2E5BE1991CD}" type="pres">
      <dgm:prSet presAssocID="{786A7373-B101-4149-BEC3-EB319DF79955}" presName="iconSpace" presStyleCnt="0"/>
      <dgm:spPr/>
    </dgm:pt>
    <dgm:pt modelId="{768180A7-EA5B-4D64-936A-8CFD1E67920B}" type="pres">
      <dgm:prSet presAssocID="{786A7373-B101-4149-BEC3-EB319DF79955}" presName="parTx" presStyleLbl="revTx" presStyleIdx="2" presStyleCnt="6">
        <dgm:presLayoutVars>
          <dgm:chMax val="0"/>
          <dgm:chPref val="0"/>
        </dgm:presLayoutVars>
      </dgm:prSet>
      <dgm:spPr/>
    </dgm:pt>
    <dgm:pt modelId="{FC03BA2A-CEC8-44A0-ABCD-72FB6CCB9EDF}" type="pres">
      <dgm:prSet presAssocID="{786A7373-B101-4149-BEC3-EB319DF79955}" presName="txSpace" presStyleCnt="0"/>
      <dgm:spPr/>
    </dgm:pt>
    <dgm:pt modelId="{F7A57208-4FE3-4963-A524-021A7921C0CE}" type="pres">
      <dgm:prSet presAssocID="{786A7373-B101-4149-BEC3-EB319DF79955}" presName="desTx" presStyleLbl="revTx" presStyleIdx="3" presStyleCnt="6">
        <dgm:presLayoutVars/>
      </dgm:prSet>
      <dgm:spPr/>
    </dgm:pt>
    <dgm:pt modelId="{3AA9AA49-B84E-437B-8722-D737E5E01213}" type="pres">
      <dgm:prSet presAssocID="{AE6691CA-2F20-4DE1-B3A6-2ECBD533BAF7}" presName="sibTrans" presStyleCnt="0"/>
      <dgm:spPr/>
    </dgm:pt>
    <dgm:pt modelId="{478FE1BF-08A7-44A3-AEE5-14673FBE277C}" type="pres">
      <dgm:prSet presAssocID="{5057F838-DC25-4894-A000-A5F8AAF71973}" presName="compNode" presStyleCnt="0"/>
      <dgm:spPr/>
    </dgm:pt>
    <dgm:pt modelId="{2750D90B-2B10-4121-891F-46D31570BDAE}" type="pres">
      <dgm:prSet presAssocID="{5057F838-DC25-4894-A000-A5F8AAF7197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DB11F6FA-CC93-411D-9A88-63046A723801}" type="pres">
      <dgm:prSet presAssocID="{5057F838-DC25-4894-A000-A5F8AAF71973}" presName="iconSpace" presStyleCnt="0"/>
      <dgm:spPr/>
    </dgm:pt>
    <dgm:pt modelId="{BA2A53A6-F32A-4B7F-8635-A3881DBA18EA}" type="pres">
      <dgm:prSet presAssocID="{5057F838-DC25-4894-A000-A5F8AAF71973}" presName="parTx" presStyleLbl="revTx" presStyleIdx="4" presStyleCnt="6">
        <dgm:presLayoutVars>
          <dgm:chMax val="0"/>
          <dgm:chPref val="0"/>
        </dgm:presLayoutVars>
      </dgm:prSet>
      <dgm:spPr/>
    </dgm:pt>
    <dgm:pt modelId="{FB12E4D4-F0FA-470E-B6CB-1D8BA8D8A0CB}" type="pres">
      <dgm:prSet presAssocID="{5057F838-DC25-4894-A000-A5F8AAF71973}" presName="txSpace" presStyleCnt="0"/>
      <dgm:spPr/>
    </dgm:pt>
    <dgm:pt modelId="{96385A58-85C8-4A96-A162-B7546484192C}" type="pres">
      <dgm:prSet presAssocID="{5057F838-DC25-4894-A000-A5F8AAF71973}" presName="desTx" presStyleLbl="revTx" presStyleIdx="5" presStyleCnt="6">
        <dgm:presLayoutVars/>
      </dgm:prSet>
      <dgm:spPr/>
    </dgm:pt>
  </dgm:ptLst>
  <dgm:cxnLst>
    <dgm:cxn modelId="{4C2BB314-EE82-4A18-838A-DC34D79E69FC}" type="presOf" srcId="{58C5F3C5-0959-48AB-8952-DFA60A69C061}" destId="{634C32D8-3B7C-4274-8006-FF4E770C8A9A}" srcOrd="0" destOrd="2" presId="urn:microsoft.com/office/officeart/2018/5/layout/CenteredIconLabelDescriptionList"/>
    <dgm:cxn modelId="{17B31F16-087E-43F3-98E4-E0AC35AE20FC}" type="presOf" srcId="{7AB68398-9FD2-42B7-A8F4-7363438200B8}" destId="{3A0FAB6B-506D-459D-B921-66608E4EAB8D}" srcOrd="0" destOrd="0" presId="urn:microsoft.com/office/officeart/2018/5/layout/CenteredIconLabelDescriptionList"/>
    <dgm:cxn modelId="{5209D91F-E145-4B2C-AC09-D8AE654F4F5A}" type="presOf" srcId="{40B1B148-B88E-473E-9BFA-581C74BE3F75}" destId="{A2A7DA89-B28E-489B-8ED8-FC801DFD8840}" srcOrd="0" destOrd="0" presId="urn:microsoft.com/office/officeart/2018/5/layout/CenteredIconLabelDescriptionList"/>
    <dgm:cxn modelId="{7DFAFB2A-7567-4EEF-B3A8-EA6A959AD3CD}" srcId="{7AB68398-9FD2-42B7-A8F4-7363438200B8}" destId="{58C5F3C5-0959-48AB-8952-DFA60A69C061}" srcOrd="2" destOrd="0" parTransId="{155FCB70-71AA-492A-BC98-07B37AB68BF0}" sibTransId="{C5A0EEFC-C703-4358-90B8-2F40B9FBB350}"/>
    <dgm:cxn modelId="{74B92531-F347-4825-A673-4398E0E9DBDB}" srcId="{786A7373-B101-4149-BEC3-EB319DF79955}" destId="{2A3CF255-196D-48BD-ABFD-A9416587E014}" srcOrd="1" destOrd="0" parTransId="{04322076-3807-4E7E-894E-6BFF2E8EC003}" sibTransId="{6BE188D0-82AB-4C78-AF1C-4AE8FA25FAD4}"/>
    <dgm:cxn modelId="{ED461E3C-BC77-4014-B9F7-BF2D76779F2D}" srcId="{5057F838-DC25-4894-A000-A5F8AAF71973}" destId="{7F5377DF-1329-4831-B733-E01D71698FB4}" srcOrd="0" destOrd="0" parTransId="{5D8E64C0-CA56-4BC2-9E3C-C2C2C777A380}" sibTransId="{E09CC4B1-19C4-430B-BF80-940B743C33CE}"/>
    <dgm:cxn modelId="{507C5A3D-16A1-4C53-85F8-F489DE84CFEB}" type="presOf" srcId="{8A46BF5D-1A05-4D69-AE65-4C7A11318420}" destId="{F7A57208-4FE3-4963-A524-021A7921C0CE}" srcOrd="0" destOrd="0" presId="urn:microsoft.com/office/officeart/2018/5/layout/CenteredIconLabelDescriptionList"/>
    <dgm:cxn modelId="{FC12365B-66D9-48A6-B1BF-AFB927C309E1}" type="presOf" srcId="{2A3CF255-196D-48BD-ABFD-A9416587E014}" destId="{F7A57208-4FE3-4963-A524-021A7921C0CE}" srcOrd="0" destOrd="1" presId="urn:microsoft.com/office/officeart/2018/5/layout/CenteredIconLabelDescriptionList"/>
    <dgm:cxn modelId="{13997E5B-6478-4F40-A37F-B85AF42DB2A6}" srcId="{7AB68398-9FD2-42B7-A8F4-7363438200B8}" destId="{D549290E-32B9-41B6-8963-90504A63E166}" srcOrd="0" destOrd="0" parTransId="{545EB6C5-F95E-4B4E-BED0-6BEAB9918D3B}" sibTransId="{2077FDBD-6387-4EF6-AE76-A122AA193EEC}"/>
    <dgm:cxn modelId="{18DEAD4C-26E3-4893-BA36-C545330CE2AD}" type="presOf" srcId="{7F5377DF-1329-4831-B733-E01D71698FB4}" destId="{96385A58-85C8-4A96-A162-B7546484192C}" srcOrd="0" destOrd="0" presId="urn:microsoft.com/office/officeart/2018/5/layout/CenteredIconLabelDescriptionList"/>
    <dgm:cxn modelId="{2EA06779-0EBB-4DC4-B5B8-93163EABE3C0}" srcId="{40B1B148-B88E-473E-9BFA-581C74BE3F75}" destId="{7AB68398-9FD2-42B7-A8F4-7363438200B8}" srcOrd="0" destOrd="0" parTransId="{6B603CFA-1F2E-4BE8-BFDC-6C18AB05FB72}" sibTransId="{9F2EFC4E-F2F3-4194-B5E6-33430F2CFE41}"/>
    <dgm:cxn modelId="{4100F5A2-B162-4440-ACA5-49F172033C6D}" srcId="{40B1B148-B88E-473E-9BFA-581C74BE3F75}" destId="{786A7373-B101-4149-BEC3-EB319DF79955}" srcOrd="1" destOrd="0" parTransId="{575AA721-0339-4027-8D5D-BB76F28BC9DF}" sibTransId="{AE6691CA-2F20-4DE1-B3A6-2ECBD533BAF7}"/>
    <dgm:cxn modelId="{F1CE65BA-B462-44DC-88D5-F488B90973B0}" srcId="{7AB68398-9FD2-42B7-A8F4-7363438200B8}" destId="{F59BC74F-122D-4C63-80F3-32D63AAF7318}" srcOrd="1" destOrd="0" parTransId="{8509E069-2424-4BF1-9558-264BF37EBE8F}" sibTransId="{EA08192E-AC70-4A65-9AB3-6D7DC7E04AC1}"/>
    <dgm:cxn modelId="{E4F820CB-BEEB-443D-95F2-8B4AFD9D0233}" srcId="{786A7373-B101-4149-BEC3-EB319DF79955}" destId="{8A46BF5D-1A05-4D69-AE65-4C7A11318420}" srcOrd="0" destOrd="0" parTransId="{C702492F-5650-4EC1-B3D9-05AC0C975B61}" sibTransId="{F1B82DCB-7D48-4281-8496-46E9C6636067}"/>
    <dgm:cxn modelId="{9D8B3BD8-AB2F-4ECC-A5C9-CBF82F3894EC}" type="presOf" srcId="{D549290E-32B9-41B6-8963-90504A63E166}" destId="{634C32D8-3B7C-4274-8006-FF4E770C8A9A}" srcOrd="0" destOrd="0" presId="urn:microsoft.com/office/officeart/2018/5/layout/CenteredIconLabelDescriptionList"/>
    <dgm:cxn modelId="{3AE8D4DA-3B34-4AA5-A0C3-16BB53C65CDE}" type="presOf" srcId="{5057F838-DC25-4894-A000-A5F8AAF71973}" destId="{BA2A53A6-F32A-4B7F-8635-A3881DBA18EA}" srcOrd="0" destOrd="0" presId="urn:microsoft.com/office/officeart/2018/5/layout/CenteredIconLabelDescriptionList"/>
    <dgm:cxn modelId="{0FB4B8E7-BBEE-48E9-8DDA-26DEC2360B88}" srcId="{40B1B148-B88E-473E-9BFA-581C74BE3F75}" destId="{5057F838-DC25-4894-A000-A5F8AAF71973}" srcOrd="2" destOrd="0" parTransId="{0E4438B2-E939-41B3-A22C-2C1A6CDE5A55}" sibTransId="{09257395-D4C2-4D80-9D62-5AF3C270F25E}"/>
    <dgm:cxn modelId="{1716DFE7-E95C-4DA1-9E20-A2E599B305B8}" type="presOf" srcId="{786A7373-B101-4149-BEC3-EB319DF79955}" destId="{768180A7-EA5B-4D64-936A-8CFD1E67920B}" srcOrd="0" destOrd="0" presId="urn:microsoft.com/office/officeart/2018/5/layout/CenteredIconLabelDescriptionList"/>
    <dgm:cxn modelId="{480DE9ED-4AB4-4D59-9C44-F3D5C6092E43}" type="presOf" srcId="{F59BC74F-122D-4C63-80F3-32D63AAF7318}" destId="{634C32D8-3B7C-4274-8006-FF4E770C8A9A}" srcOrd="0" destOrd="1" presId="urn:microsoft.com/office/officeart/2018/5/layout/CenteredIconLabelDescriptionList"/>
    <dgm:cxn modelId="{C7511D65-D413-48AA-89C9-2697DCD47407}" type="presParOf" srcId="{A2A7DA89-B28E-489B-8ED8-FC801DFD8840}" destId="{4CF43575-09A0-424E-BE21-C7F7A22746A0}" srcOrd="0" destOrd="0" presId="urn:microsoft.com/office/officeart/2018/5/layout/CenteredIconLabelDescriptionList"/>
    <dgm:cxn modelId="{7BE3D707-3787-4B92-96DA-6753065AF4A4}" type="presParOf" srcId="{4CF43575-09A0-424E-BE21-C7F7A22746A0}" destId="{023DD42D-4FC0-4DC8-A6DA-530406318401}" srcOrd="0" destOrd="0" presId="urn:microsoft.com/office/officeart/2018/5/layout/CenteredIconLabelDescriptionList"/>
    <dgm:cxn modelId="{FCAFC369-6BA8-4870-B62A-CC51A11BFF95}" type="presParOf" srcId="{4CF43575-09A0-424E-BE21-C7F7A22746A0}" destId="{1C81F309-9221-4008-8D9A-C52E4F725BB4}" srcOrd="1" destOrd="0" presId="urn:microsoft.com/office/officeart/2018/5/layout/CenteredIconLabelDescriptionList"/>
    <dgm:cxn modelId="{E5CCBD76-3A67-44C8-BE1C-B569D0E2832D}" type="presParOf" srcId="{4CF43575-09A0-424E-BE21-C7F7A22746A0}" destId="{3A0FAB6B-506D-459D-B921-66608E4EAB8D}" srcOrd="2" destOrd="0" presId="urn:microsoft.com/office/officeart/2018/5/layout/CenteredIconLabelDescriptionList"/>
    <dgm:cxn modelId="{BC091782-558F-4FEE-87D6-E50B1894F132}" type="presParOf" srcId="{4CF43575-09A0-424E-BE21-C7F7A22746A0}" destId="{3DA7670A-3565-4100-BFD6-BDA86565F3C7}" srcOrd="3" destOrd="0" presId="urn:microsoft.com/office/officeart/2018/5/layout/CenteredIconLabelDescriptionList"/>
    <dgm:cxn modelId="{E65F645A-FF68-45E8-AC4C-1218F82BEBAC}" type="presParOf" srcId="{4CF43575-09A0-424E-BE21-C7F7A22746A0}" destId="{634C32D8-3B7C-4274-8006-FF4E770C8A9A}" srcOrd="4" destOrd="0" presId="urn:microsoft.com/office/officeart/2018/5/layout/CenteredIconLabelDescriptionList"/>
    <dgm:cxn modelId="{353782CA-4CB7-464C-AE06-B20D508BCA32}" type="presParOf" srcId="{A2A7DA89-B28E-489B-8ED8-FC801DFD8840}" destId="{A900322F-06A2-4646-9D02-09D2E381E113}" srcOrd="1" destOrd="0" presId="urn:microsoft.com/office/officeart/2018/5/layout/CenteredIconLabelDescriptionList"/>
    <dgm:cxn modelId="{E97CF119-8C30-41C3-88FD-BE9E1AACCD88}" type="presParOf" srcId="{A2A7DA89-B28E-489B-8ED8-FC801DFD8840}" destId="{E70853C1-51CF-4E2E-8715-B5ECE6B27E19}" srcOrd="2" destOrd="0" presId="urn:microsoft.com/office/officeart/2018/5/layout/CenteredIconLabelDescriptionList"/>
    <dgm:cxn modelId="{EB12387F-A425-47BB-81D5-C31FA73F9525}" type="presParOf" srcId="{E70853C1-51CF-4E2E-8715-B5ECE6B27E19}" destId="{8C39D449-C6F9-442B-A03D-6153E0B88A2D}" srcOrd="0" destOrd="0" presId="urn:microsoft.com/office/officeart/2018/5/layout/CenteredIconLabelDescriptionList"/>
    <dgm:cxn modelId="{9520985B-FF1F-43DB-88BB-64677D0C8193}" type="presParOf" srcId="{E70853C1-51CF-4E2E-8715-B5ECE6B27E19}" destId="{9F3DBAFF-35CB-4E82-89D6-C2E5BE1991CD}" srcOrd="1" destOrd="0" presId="urn:microsoft.com/office/officeart/2018/5/layout/CenteredIconLabelDescriptionList"/>
    <dgm:cxn modelId="{F514F786-AD75-4DCF-B3DD-6A9BCFBB4AF4}" type="presParOf" srcId="{E70853C1-51CF-4E2E-8715-B5ECE6B27E19}" destId="{768180A7-EA5B-4D64-936A-8CFD1E67920B}" srcOrd="2" destOrd="0" presId="urn:microsoft.com/office/officeart/2018/5/layout/CenteredIconLabelDescriptionList"/>
    <dgm:cxn modelId="{AF623C5C-92AC-49A5-8F03-6C50F17B9C7B}" type="presParOf" srcId="{E70853C1-51CF-4E2E-8715-B5ECE6B27E19}" destId="{FC03BA2A-CEC8-44A0-ABCD-72FB6CCB9EDF}" srcOrd="3" destOrd="0" presId="urn:microsoft.com/office/officeart/2018/5/layout/CenteredIconLabelDescriptionList"/>
    <dgm:cxn modelId="{699EFB27-14E0-4126-8292-02D29FE347D3}" type="presParOf" srcId="{E70853C1-51CF-4E2E-8715-B5ECE6B27E19}" destId="{F7A57208-4FE3-4963-A524-021A7921C0CE}" srcOrd="4" destOrd="0" presId="urn:microsoft.com/office/officeart/2018/5/layout/CenteredIconLabelDescriptionList"/>
    <dgm:cxn modelId="{01EE5727-2E94-4363-AFEC-6512F442D70C}" type="presParOf" srcId="{A2A7DA89-B28E-489B-8ED8-FC801DFD8840}" destId="{3AA9AA49-B84E-437B-8722-D737E5E01213}" srcOrd="3" destOrd="0" presId="urn:microsoft.com/office/officeart/2018/5/layout/CenteredIconLabelDescriptionList"/>
    <dgm:cxn modelId="{A57D9D5C-E6E5-40BF-8A2B-6394F74149C5}" type="presParOf" srcId="{A2A7DA89-B28E-489B-8ED8-FC801DFD8840}" destId="{478FE1BF-08A7-44A3-AEE5-14673FBE277C}" srcOrd="4" destOrd="0" presId="urn:microsoft.com/office/officeart/2018/5/layout/CenteredIconLabelDescriptionList"/>
    <dgm:cxn modelId="{B22ACF83-81BB-4C1F-BE73-AE22C21B016A}" type="presParOf" srcId="{478FE1BF-08A7-44A3-AEE5-14673FBE277C}" destId="{2750D90B-2B10-4121-891F-46D31570BDAE}" srcOrd="0" destOrd="0" presId="urn:microsoft.com/office/officeart/2018/5/layout/CenteredIconLabelDescriptionList"/>
    <dgm:cxn modelId="{B90CA4A2-586A-46DF-B463-B73C7FA136F9}" type="presParOf" srcId="{478FE1BF-08A7-44A3-AEE5-14673FBE277C}" destId="{DB11F6FA-CC93-411D-9A88-63046A723801}" srcOrd="1" destOrd="0" presId="urn:microsoft.com/office/officeart/2018/5/layout/CenteredIconLabelDescriptionList"/>
    <dgm:cxn modelId="{ABF7F712-2416-438A-B810-A80BEBEC37E5}" type="presParOf" srcId="{478FE1BF-08A7-44A3-AEE5-14673FBE277C}" destId="{BA2A53A6-F32A-4B7F-8635-A3881DBA18EA}" srcOrd="2" destOrd="0" presId="urn:microsoft.com/office/officeart/2018/5/layout/CenteredIconLabelDescriptionList"/>
    <dgm:cxn modelId="{881A1EB5-B33E-4BEB-B5ED-48BA4E0965C6}" type="presParOf" srcId="{478FE1BF-08A7-44A3-AEE5-14673FBE277C}" destId="{FB12E4D4-F0FA-470E-B6CB-1D8BA8D8A0CB}" srcOrd="3" destOrd="0" presId="urn:microsoft.com/office/officeart/2018/5/layout/CenteredIconLabelDescriptionList"/>
    <dgm:cxn modelId="{3BCF286D-066A-4660-9F77-76A16762F453}" type="presParOf" srcId="{478FE1BF-08A7-44A3-AEE5-14673FBE277C}" destId="{96385A58-85C8-4A96-A162-B7546484192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60A0D1B9-B498-4534-896F-7E8E26D1B16D}" type="doc">
      <dgm:prSet loTypeId="urn:microsoft.com/office/officeart/2018/2/layout/IconLabel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674926F-5E1D-4B88-92C3-4BE13BCDCB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 not maintain a full blockchain </a:t>
          </a:r>
        </a:p>
      </dgm:t>
    </dgm:pt>
    <dgm:pt modelId="{AFAFE982-1063-4B0B-B7F4-86083C5CF0AA}" type="parTrans" cxnId="{0D7221DD-A1AE-40F6-B4B2-2BA23B910F8C}">
      <dgm:prSet/>
      <dgm:spPr/>
      <dgm:t>
        <a:bodyPr/>
        <a:lstStyle/>
        <a:p>
          <a:endParaRPr lang="en-US"/>
        </a:p>
      </dgm:t>
    </dgm:pt>
    <dgm:pt modelId="{925D2AAF-A02E-446B-BD1F-E0C749098F42}" type="sibTrans" cxnId="{0D7221DD-A1AE-40F6-B4B2-2BA23B910F8C}">
      <dgm:prSet/>
      <dgm:spPr/>
      <dgm:t>
        <a:bodyPr/>
        <a:lstStyle/>
        <a:p>
          <a:endParaRPr lang="en-US"/>
        </a:p>
      </dgm:t>
    </dgm:pt>
    <dgm:pt modelId="{7A627F75-F3EA-475C-BFCC-067DE40145B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appeared i</a:t>
          </a:r>
          <a:r>
            <a:rPr lang="en-US"/>
            <a:t>n the past two years</a:t>
          </a:r>
        </a:p>
      </dgm:t>
    </dgm:pt>
    <dgm:pt modelId="{5007C842-84CA-4690-99A9-DB21B2F86DC7}" type="parTrans" cxnId="{949D7D4E-D1C4-46F8-A9C4-9CB7961040D1}">
      <dgm:prSet/>
      <dgm:spPr/>
      <dgm:t>
        <a:bodyPr/>
        <a:lstStyle/>
        <a:p>
          <a:endParaRPr lang="en-US"/>
        </a:p>
      </dgm:t>
    </dgm:pt>
    <dgm:pt modelId="{B38BA700-A4CE-4200-A0A3-BE2CA8626C0F}" type="sibTrans" cxnId="{949D7D4E-D1C4-46F8-A9C4-9CB7961040D1}">
      <dgm:prSet/>
      <dgm:spPr/>
      <dgm:t>
        <a:bodyPr/>
        <a:lstStyle/>
        <a:p>
          <a:endParaRPr lang="en-US"/>
        </a:p>
      </dgm:t>
    </dgm:pt>
    <dgm:pt modelId="{7A47808A-064B-4E65-8A8F-F85BDBE20C2B}" type="pres">
      <dgm:prSet presAssocID="{60A0D1B9-B498-4534-896F-7E8E26D1B16D}" presName="root" presStyleCnt="0">
        <dgm:presLayoutVars>
          <dgm:dir/>
          <dgm:resizeHandles val="exact"/>
        </dgm:presLayoutVars>
      </dgm:prSet>
      <dgm:spPr/>
    </dgm:pt>
    <dgm:pt modelId="{80768005-6024-4560-98D4-437FFA881F03}" type="pres">
      <dgm:prSet presAssocID="{9674926F-5E1D-4B88-92C3-4BE13BCDCBF2}" presName="compNode" presStyleCnt="0"/>
      <dgm:spPr/>
    </dgm:pt>
    <dgm:pt modelId="{3E889977-DA80-4657-AFD2-8C689FFABDF9}" type="pres">
      <dgm:prSet presAssocID="{9674926F-5E1D-4B88-92C3-4BE13BCDCBF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reExtinguisher"/>
        </a:ext>
      </dgm:extLst>
    </dgm:pt>
    <dgm:pt modelId="{2FEE0AD2-36AB-4D5D-8374-BA2D45C02A6F}" type="pres">
      <dgm:prSet presAssocID="{9674926F-5E1D-4B88-92C3-4BE13BCDCBF2}" presName="spaceRect" presStyleCnt="0"/>
      <dgm:spPr/>
    </dgm:pt>
    <dgm:pt modelId="{B9D677E2-CA95-4077-AF66-18FD0261E0E6}" type="pres">
      <dgm:prSet presAssocID="{9674926F-5E1D-4B88-92C3-4BE13BCDCBF2}" presName="textRect" presStyleLbl="revTx" presStyleIdx="0" presStyleCnt="2">
        <dgm:presLayoutVars>
          <dgm:chMax val="1"/>
          <dgm:chPref val="1"/>
        </dgm:presLayoutVars>
      </dgm:prSet>
      <dgm:spPr/>
    </dgm:pt>
    <dgm:pt modelId="{17B18936-2FC0-4666-B088-51CE3B741A58}" type="pres">
      <dgm:prSet presAssocID="{925D2AAF-A02E-446B-BD1F-E0C749098F42}" presName="sibTrans" presStyleCnt="0"/>
      <dgm:spPr/>
    </dgm:pt>
    <dgm:pt modelId="{DD6396F8-7A8B-4336-8649-120DB834820A}" type="pres">
      <dgm:prSet presAssocID="{7A627F75-F3EA-475C-BFCC-067DE40145BB}" presName="compNode" presStyleCnt="0"/>
      <dgm:spPr/>
    </dgm:pt>
    <dgm:pt modelId="{DBB49CDC-E98C-455B-8029-7947168B7C44}" type="pres">
      <dgm:prSet presAssocID="{7A627F75-F3EA-475C-BFCC-067DE40145B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uture"/>
        </a:ext>
      </dgm:extLst>
    </dgm:pt>
    <dgm:pt modelId="{76C42693-F4FA-4495-9127-CE897CE91B21}" type="pres">
      <dgm:prSet presAssocID="{7A627F75-F3EA-475C-BFCC-067DE40145BB}" presName="spaceRect" presStyleCnt="0"/>
      <dgm:spPr/>
    </dgm:pt>
    <dgm:pt modelId="{6D6807DC-0C3E-416A-BA17-210CB19519AE}" type="pres">
      <dgm:prSet presAssocID="{7A627F75-F3EA-475C-BFCC-067DE40145BB}" presName="textRect" presStyleLbl="revTx" presStyleIdx="1" presStyleCnt="2">
        <dgm:presLayoutVars>
          <dgm:chMax val="1"/>
          <dgm:chPref val="1"/>
        </dgm:presLayoutVars>
      </dgm:prSet>
      <dgm:spPr/>
    </dgm:pt>
  </dgm:ptLst>
  <dgm:cxnLst>
    <dgm:cxn modelId="{7A1A5B60-290B-4D95-8822-56E3803BBA54}" type="presOf" srcId="{7A627F75-F3EA-475C-BFCC-067DE40145BB}" destId="{6D6807DC-0C3E-416A-BA17-210CB19519AE}" srcOrd="0" destOrd="0" presId="urn:microsoft.com/office/officeart/2018/2/layout/IconLabelList"/>
    <dgm:cxn modelId="{949D7D4E-D1C4-46F8-A9C4-9CB7961040D1}" srcId="{60A0D1B9-B498-4534-896F-7E8E26D1B16D}" destId="{7A627F75-F3EA-475C-BFCC-067DE40145BB}" srcOrd="1" destOrd="0" parTransId="{5007C842-84CA-4690-99A9-DB21B2F86DC7}" sibTransId="{B38BA700-A4CE-4200-A0A3-BE2CA8626C0F}"/>
    <dgm:cxn modelId="{17B5DEC8-9CA5-46E9-AFD6-5B43CDE32201}" type="presOf" srcId="{9674926F-5E1D-4B88-92C3-4BE13BCDCBF2}" destId="{B9D677E2-CA95-4077-AF66-18FD0261E0E6}" srcOrd="0" destOrd="0" presId="urn:microsoft.com/office/officeart/2018/2/layout/IconLabelList"/>
    <dgm:cxn modelId="{0D7221DD-A1AE-40F6-B4B2-2BA23B910F8C}" srcId="{60A0D1B9-B498-4534-896F-7E8E26D1B16D}" destId="{9674926F-5E1D-4B88-92C3-4BE13BCDCBF2}" srcOrd="0" destOrd="0" parTransId="{AFAFE982-1063-4B0B-B7F4-86083C5CF0AA}" sibTransId="{925D2AAF-A02E-446B-BD1F-E0C749098F42}"/>
    <dgm:cxn modelId="{164484F2-CBEE-4481-8325-2582C8E795BA}" type="presOf" srcId="{60A0D1B9-B498-4534-896F-7E8E26D1B16D}" destId="{7A47808A-064B-4E65-8A8F-F85BDBE20C2B}" srcOrd="0" destOrd="0" presId="urn:microsoft.com/office/officeart/2018/2/layout/IconLabelList"/>
    <dgm:cxn modelId="{59BAA316-555C-473A-8F5F-03386F824A42}" type="presParOf" srcId="{7A47808A-064B-4E65-8A8F-F85BDBE20C2B}" destId="{80768005-6024-4560-98D4-437FFA881F03}" srcOrd="0" destOrd="0" presId="urn:microsoft.com/office/officeart/2018/2/layout/IconLabelList"/>
    <dgm:cxn modelId="{6C6141FE-DD24-4677-B3EC-97A63A0BE0A6}" type="presParOf" srcId="{80768005-6024-4560-98D4-437FFA881F03}" destId="{3E889977-DA80-4657-AFD2-8C689FFABDF9}" srcOrd="0" destOrd="0" presId="urn:microsoft.com/office/officeart/2018/2/layout/IconLabelList"/>
    <dgm:cxn modelId="{A1D5F6EF-D276-4DB8-8632-867E5F303FB6}" type="presParOf" srcId="{80768005-6024-4560-98D4-437FFA881F03}" destId="{2FEE0AD2-36AB-4D5D-8374-BA2D45C02A6F}" srcOrd="1" destOrd="0" presId="urn:microsoft.com/office/officeart/2018/2/layout/IconLabelList"/>
    <dgm:cxn modelId="{1A65A5AE-185D-430C-A4ED-A9B060E16614}" type="presParOf" srcId="{80768005-6024-4560-98D4-437FFA881F03}" destId="{B9D677E2-CA95-4077-AF66-18FD0261E0E6}" srcOrd="2" destOrd="0" presId="urn:microsoft.com/office/officeart/2018/2/layout/IconLabelList"/>
    <dgm:cxn modelId="{A1607422-BFCA-4EAE-AC7B-BF7F8568003F}" type="presParOf" srcId="{7A47808A-064B-4E65-8A8F-F85BDBE20C2B}" destId="{17B18936-2FC0-4666-B088-51CE3B741A58}" srcOrd="1" destOrd="0" presId="urn:microsoft.com/office/officeart/2018/2/layout/IconLabelList"/>
    <dgm:cxn modelId="{BE3AA250-02FD-4212-8F1D-28762358593B}" type="presParOf" srcId="{7A47808A-064B-4E65-8A8F-F85BDBE20C2B}" destId="{DD6396F8-7A8B-4336-8649-120DB834820A}" srcOrd="2" destOrd="0" presId="urn:microsoft.com/office/officeart/2018/2/layout/IconLabelList"/>
    <dgm:cxn modelId="{EBDC2D7A-7B56-4AAC-B330-2607B870C757}" type="presParOf" srcId="{DD6396F8-7A8B-4336-8649-120DB834820A}" destId="{DBB49CDC-E98C-455B-8029-7947168B7C44}" srcOrd="0" destOrd="0" presId="urn:microsoft.com/office/officeart/2018/2/layout/IconLabelList"/>
    <dgm:cxn modelId="{146B3970-6CA9-418C-9413-0F317364DAA6}" type="presParOf" srcId="{DD6396F8-7A8B-4336-8649-120DB834820A}" destId="{76C42693-F4FA-4495-9127-CE897CE91B21}" srcOrd="1" destOrd="0" presId="urn:microsoft.com/office/officeart/2018/2/layout/IconLabelList"/>
    <dgm:cxn modelId="{AB23A0EE-EC65-41F6-9007-6A4CE51D9151}" type="presParOf" srcId="{DD6396F8-7A8B-4336-8649-120DB834820A}" destId="{6D6807DC-0C3E-416A-BA17-210CB19519AE}" srcOrd="2" destOrd="0" presId="urn:microsoft.com/office/officeart/2018/2/layout/Icon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3EFBE4A7-B085-4642-9282-26C563EC263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FA268C5-794D-4E15-B46B-B7AB1814603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Complete blockchain</a:t>
          </a:r>
          <a:endParaRPr lang="en-US"/>
        </a:p>
      </dgm:t>
    </dgm:pt>
    <dgm:pt modelId="{C5D03D84-A606-4567-9157-336E635174DD}" type="parTrans" cxnId="{3CEF74D7-05ED-457A-9670-B05E9C17B4EE}">
      <dgm:prSet/>
      <dgm:spPr/>
      <dgm:t>
        <a:bodyPr/>
        <a:lstStyle/>
        <a:p>
          <a:endParaRPr lang="en-US"/>
        </a:p>
      </dgm:t>
    </dgm:pt>
    <dgm:pt modelId="{C716AA1D-DED3-487E-AF1E-9EFCC9B9A94B}" type="sibTrans" cxnId="{3CEF74D7-05ED-457A-9670-B05E9C17B4EE}">
      <dgm:prSet/>
      <dgm:spPr/>
      <dgm:t>
        <a:bodyPr/>
        <a:lstStyle/>
        <a:p>
          <a:endParaRPr lang="en-US"/>
        </a:p>
      </dgm:t>
    </dgm:pt>
    <dgm:pt modelId="{D7CE3049-CC70-4DFA-B3F8-F0B8FD9A49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maintain a complete and up-to-date </a:t>
          </a:r>
        </a:p>
      </dgm:t>
    </dgm:pt>
    <dgm:pt modelId="{BC5FC15E-F8EB-4383-8ABA-854D30520341}" type="parTrans" cxnId="{061D3284-3BCB-4C4C-839D-5756A37E0985}">
      <dgm:prSet/>
      <dgm:spPr/>
      <dgm:t>
        <a:bodyPr/>
        <a:lstStyle/>
        <a:p>
          <a:endParaRPr lang="en-US"/>
        </a:p>
      </dgm:t>
    </dgm:pt>
    <dgm:pt modelId="{E1010E64-7C63-4A3C-85C0-AA97F94B6DD6}" type="sibTrans" cxnId="{061D3284-3BCB-4C4C-839D-5756A37E0985}">
      <dgm:prSet/>
      <dgm:spPr/>
      <dgm:t>
        <a:bodyPr/>
        <a:lstStyle/>
        <a:p>
          <a:endParaRPr lang="en-US"/>
        </a:p>
      </dgm:t>
    </dgm:pt>
    <dgm:pt modelId="{7A837B6E-7947-4A11-BB8B-1E11CA9ACAE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copy of the bitcoin blockchain</a:t>
          </a:r>
        </a:p>
      </dgm:t>
    </dgm:pt>
    <dgm:pt modelId="{48295416-A20D-4F3E-A5BB-0A5CD97B86C8}" type="parTrans" cxnId="{A275710D-83BF-4B86-9BD0-2323BE8AD964}">
      <dgm:prSet/>
      <dgm:spPr/>
      <dgm:t>
        <a:bodyPr/>
        <a:lstStyle/>
        <a:p>
          <a:endParaRPr lang="en-US"/>
        </a:p>
      </dgm:t>
    </dgm:pt>
    <dgm:pt modelId="{A1917639-4730-4AFC-8E78-27754BD067D7}" type="sibTrans" cxnId="{A275710D-83BF-4B86-9BD0-2323BE8AD964}">
      <dgm:prSet/>
      <dgm:spPr/>
      <dgm:t>
        <a:bodyPr/>
        <a:lstStyle/>
        <a:p>
          <a:endParaRPr lang="en-US"/>
        </a:p>
      </dgm:t>
    </dgm:pt>
    <dgm:pt modelId="{3A65D001-6F70-4F33-AD45-E64C83CA98A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Independent</a:t>
          </a:r>
          <a:endParaRPr lang="en-US"/>
        </a:p>
      </dgm:t>
    </dgm:pt>
    <dgm:pt modelId="{D6354B8D-7782-400F-A18B-66DE1FB2CACE}" type="parTrans" cxnId="{2C83D68F-3255-48C8-8589-8DA3606B0962}">
      <dgm:prSet/>
      <dgm:spPr/>
      <dgm:t>
        <a:bodyPr/>
        <a:lstStyle/>
        <a:p>
          <a:endParaRPr lang="en-US"/>
        </a:p>
      </dgm:t>
    </dgm:pt>
    <dgm:pt modelId="{6C0B541F-000B-4C5C-9BC0-B67A647550A1}" type="sibTrans" cxnId="{2C83D68F-3255-48C8-8589-8DA3606B0962}">
      <dgm:prSet/>
      <dgm:spPr/>
      <dgm:t>
        <a:bodyPr/>
        <a:lstStyle/>
        <a:p>
          <a:endParaRPr lang="en-US"/>
        </a:p>
      </dgm:t>
    </dgm:pt>
    <dgm:pt modelId="{736A97DA-2683-4C72-8249-DF6E5104D85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</a:t>
          </a:r>
          <a:r>
            <a:rPr lang="en-US"/>
            <a:t>hey independently build and verify</a:t>
          </a:r>
          <a:r>
            <a:rPr lang="tr-TR"/>
            <a:t> </a:t>
          </a:r>
          <a:r>
            <a:rPr lang="en-US"/>
            <a:t>any</a:t>
          </a:r>
          <a:r>
            <a:rPr lang="tr-TR"/>
            <a:t> transaction</a:t>
          </a:r>
          <a:endParaRPr lang="en-US"/>
        </a:p>
      </dgm:t>
    </dgm:pt>
    <dgm:pt modelId="{BEE472BA-A026-43E4-B843-93ADAA4CBF7F}" type="parTrans" cxnId="{5BA05F66-93C8-4B6B-9831-8CA33D7D2EFF}">
      <dgm:prSet/>
      <dgm:spPr/>
      <dgm:t>
        <a:bodyPr/>
        <a:lstStyle/>
        <a:p>
          <a:endParaRPr lang="en-US"/>
        </a:p>
      </dgm:t>
    </dgm:pt>
    <dgm:pt modelId="{895C1426-119F-41D4-ADDB-3232130EA1A5}" type="sibTrans" cxnId="{5BA05F66-93C8-4B6B-9831-8CA33D7D2EFF}">
      <dgm:prSet/>
      <dgm:spPr/>
      <dgm:t>
        <a:bodyPr/>
        <a:lstStyle/>
        <a:p>
          <a:endParaRPr lang="en-US"/>
        </a:p>
      </dgm:t>
    </dgm:pt>
    <dgm:pt modelId="{A2C9909A-8A0A-4963-9240-B9F1300B02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recourse or reliance on any other node or source of information</a:t>
          </a:r>
        </a:p>
      </dgm:t>
    </dgm:pt>
    <dgm:pt modelId="{2E50FF7E-6B61-4A01-9BE1-463E80643B6A}" type="parTrans" cxnId="{24BBA439-8B0F-4105-BBEE-5B43E43CCE24}">
      <dgm:prSet/>
      <dgm:spPr/>
      <dgm:t>
        <a:bodyPr/>
        <a:lstStyle/>
        <a:p>
          <a:endParaRPr lang="en-US"/>
        </a:p>
      </dgm:t>
    </dgm:pt>
    <dgm:pt modelId="{777D2BFF-48BA-46D2-9EED-D8BEA0624E94}" type="sibTrans" cxnId="{24BBA439-8B0F-4105-BBEE-5B43E43CCE24}">
      <dgm:prSet/>
      <dgm:spPr/>
      <dgm:t>
        <a:bodyPr/>
        <a:lstStyle/>
        <a:p>
          <a:endParaRPr lang="en-US"/>
        </a:p>
      </dgm:t>
    </dgm:pt>
    <dgm:pt modelId="{0D9DDDF0-83AF-4AA6-9A2C-CA68FD6C0E4B}" type="pres">
      <dgm:prSet presAssocID="{3EFBE4A7-B085-4642-9282-26C563EC263E}" presName="root" presStyleCnt="0">
        <dgm:presLayoutVars>
          <dgm:dir/>
          <dgm:resizeHandles val="exact"/>
        </dgm:presLayoutVars>
      </dgm:prSet>
      <dgm:spPr/>
    </dgm:pt>
    <dgm:pt modelId="{DEB450B9-D7D8-42A7-A522-57ECBA334067}" type="pres">
      <dgm:prSet presAssocID="{9FA268C5-794D-4E15-B46B-B7AB18146031}" presName="compNode" presStyleCnt="0"/>
      <dgm:spPr/>
    </dgm:pt>
    <dgm:pt modelId="{6381CF61-0826-47D9-8103-1BF12B7C33B5}" type="pres">
      <dgm:prSet presAssocID="{9FA268C5-794D-4E15-B46B-B7AB1814603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thly calendar"/>
        </a:ext>
      </dgm:extLst>
    </dgm:pt>
    <dgm:pt modelId="{A3918104-A6FD-4589-A63C-ACE165B515DC}" type="pres">
      <dgm:prSet presAssocID="{9FA268C5-794D-4E15-B46B-B7AB18146031}" presName="iconSpace" presStyleCnt="0"/>
      <dgm:spPr/>
    </dgm:pt>
    <dgm:pt modelId="{9672A590-754B-4C14-9619-0A4A4A91AF3F}" type="pres">
      <dgm:prSet presAssocID="{9FA268C5-794D-4E15-B46B-B7AB18146031}" presName="parTx" presStyleLbl="revTx" presStyleIdx="0" presStyleCnt="4">
        <dgm:presLayoutVars>
          <dgm:chMax val="0"/>
          <dgm:chPref val="0"/>
        </dgm:presLayoutVars>
      </dgm:prSet>
      <dgm:spPr/>
    </dgm:pt>
    <dgm:pt modelId="{12B61BE5-A288-4A4D-8172-5DAB39CF0D43}" type="pres">
      <dgm:prSet presAssocID="{9FA268C5-794D-4E15-B46B-B7AB18146031}" presName="txSpace" presStyleCnt="0"/>
      <dgm:spPr/>
    </dgm:pt>
    <dgm:pt modelId="{BD87B317-888D-4615-ABF8-90236788C615}" type="pres">
      <dgm:prSet presAssocID="{9FA268C5-794D-4E15-B46B-B7AB18146031}" presName="desTx" presStyleLbl="revTx" presStyleIdx="1" presStyleCnt="4">
        <dgm:presLayoutVars/>
      </dgm:prSet>
      <dgm:spPr/>
    </dgm:pt>
    <dgm:pt modelId="{E9E280A7-FC88-4DED-A1D8-4C65E29BEBFF}" type="pres">
      <dgm:prSet presAssocID="{C716AA1D-DED3-487E-AF1E-9EFCC9B9A94B}" presName="sibTrans" presStyleCnt="0"/>
      <dgm:spPr/>
    </dgm:pt>
    <dgm:pt modelId="{2100E034-6D2D-476D-81FE-BF5680074D0E}" type="pres">
      <dgm:prSet presAssocID="{3A65D001-6F70-4F33-AD45-E64C83CA98AD}" presName="compNode" presStyleCnt="0"/>
      <dgm:spPr/>
    </dgm:pt>
    <dgm:pt modelId="{9EE35888-15AA-4AA8-A3AE-BBB9E04F2503}" type="pres">
      <dgm:prSet presAssocID="{3A65D001-6F70-4F33-AD45-E64C83CA98A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anching Diagram"/>
        </a:ext>
      </dgm:extLst>
    </dgm:pt>
    <dgm:pt modelId="{7E0A7761-5D0E-43C7-9C0A-E23B41785EC5}" type="pres">
      <dgm:prSet presAssocID="{3A65D001-6F70-4F33-AD45-E64C83CA98AD}" presName="iconSpace" presStyleCnt="0"/>
      <dgm:spPr/>
    </dgm:pt>
    <dgm:pt modelId="{0EBA7A36-9D57-475E-B060-585D6CD0012E}" type="pres">
      <dgm:prSet presAssocID="{3A65D001-6F70-4F33-AD45-E64C83CA98AD}" presName="parTx" presStyleLbl="revTx" presStyleIdx="2" presStyleCnt="4">
        <dgm:presLayoutVars>
          <dgm:chMax val="0"/>
          <dgm:chPref val="0"/>
        </dgm:presLayoutVars>
      </dgm:prSet>
      <dgm:spPr/>
    </dgm:pt>
    <dgm:pt modelId="{46375351-A0CC-453A-87FC-EB0D26581B87}" type="pres">
      <dgm:prSet presAssocID="{3A65D001-6F70-4F33-AD45-E64C83CA98AD}" presName="txSpace" presStyleCnt="0"/>
      <dgm:spPr/>
    </dgm:pt>
    <dgm:pt modelId="{DAFB766E-2C84-4451-A3B2-00C84AC2263C}" type="pres">
      <dgm:prSet presAssocID="{3A65D001-6F70-4F33-AD45-E64C83CA98AD}" presName="desTx" presStyleLbl="revTx" presStyleIdx="3" presStyleCnt="4">
        <dgm:presLayoutVars/>
      </dgm:prSet>
      <dgm:spPr/>
    </dgm:pt>
  </dgm:ptLst>
  <dgm:cxnLst>
    <dgm:cxn modelId="{A275710D-83BF-4B86-9BD0-2323BE8AD964}" srcId="{9FA268C5-794D-4E15-B46B-B7AB18146031}" destId="{7A837B6E-7947-4A11-BB8B-1E11CA9ACAED}" srcOrd="1" destOrd="0" parTransId="{48295416-A20D-4F3E-A5BB-0A5CD97B86C8}" sibTransId="{A1917639-4730-4AFC-8E78-27754BD067D7}"/>
    <dgm:cxn modelId="{24BBA439-8B0F-4105-BBEE-5B43E43CCE24}" srcId="{3A65D001-6F70-4F33-AD45-E64C83CA98AD}" destId="{A2C9909A-8A0A-4963-9240-B9F1300B0272}" srcOrd="1" destOrd="0" parTransId="{2E50FF7E-6B61-4A01-9BE1-463E80643B6A}" sibTransId="{777D2BFF-48BA-46D2-9EED-D8BEA0624E94}"/>
    <dgm:cxn modelId="{EEA84F3C-BE85-4206-BC95-4D8FCE2AC3F6}" type="presOf" srcId="{A2C9909A-8A0A-4963-9240-B9F1300B0272}" destId="{DAFB766E-2C84-4451-A3B2-00C84AC2263C}" srcOrd="0" destOrd="1" presId="urn:microsoft.com/office/officeart/2018/5/layout/CenteredIconLabelDescriptionList"/>
    <dgm:cxn modelId="{5BA05F66-93C8-4B6B-9831-8CA33D7D2EFF}" srcId="{3A65D001-6F70-4F33-AD45-E64C83CA98AD}" destId="{736A97DA-2683-4C72-8249-DF6E5104D853}" srcOrd="0" destOrd="0" parTransId="{BEE472BA-A026-43E4-B843-93ADAA4CBF7F}" sibTransId="{895C1426-119F-41D4-ADDB-3232130EA1A5}"/>
    <dgm:cxn modelId="{D2B4157C-CCA6-4857-A04F-62BB71252B8B}" type="presOf" srcId="{D7CE3049-CC70-4DFA-B3F8-F0B8FD9A4932}" destId="{BD87B317-888D-4615-ABF8-90236788C615}" srcOrd="0" destOrd="0" presId="urn:microsoft.com/office/officeart/2018/5/layout/CenteredIconLabelDescriptionList"/>
    <dgm:cxn modelId="{061D3284-3BCB-4C4C-839D-5756A37E0985}" srcId="{9FA268C5-794D-4E15-B46B-B7AB18146031}" destId="{D7CE3049-CC70-4DFA-B3F8-F0B8FD9A4932}" srcOrd="0" destOrd="0" parTransId="{BC5FC15E-F8EB-4383-8ABA-854D30520341}" sibTransId="{E1010E64-7C63-4A3C-85C0-AA97F94B6DD6}"/>
    <dgm:cxn modelId="{2C83D68F-3255-48C8-8589-8DA3606B0962}" srcId="{3EFBE4A7-B085-4642-9282-26C563EC263E}" destId="{3A65D001-6F70-4F33-AD45-E64C83CA98AD}" srcOrd="1" destOrd="0" parTransId="{D6354B8D-7782-400F-A18B-66DE1FB2CACE}" sibTransId="{6C0B541F-000B-4C5C-9BC0-B67A647550A1}"/>
    <dgm:cxn modelId="{FFBCF8AA-9703-4302-A10A-F82FB0EF42A4}" type="presOf" srcId="{7A837B6E-7947-4A11-BB8B-1E11CA9ACAED}" destId="{BD87B317-888D-4615-ABF8-90236788C615}" srcOrd="0" destOrd="1" presId="urn:microsoft.com/office/officeart/2018/5/layout/CenteredIconLabelDescriptionList"/>
    <dgm:cxn modelId="{7E2F15CE-D938-435B-8484-3538D7751813}" type="presOf" srcId="{3A65D001-6F70-4F33-AD45-E64C83CA98AD}" destId="{0EBA7A36-9D57-475E-B060-585D6CD0012E}" srcOrd="0" destOrd="0" presId="urn:microsoft.com/office/officeart/2018/5/layout/CenteredIconLabelDescriptionList"/>
    <dgm:cxn modelId="{1177BAD0-4784-4B5F-A633-4A43B9DF4A5F}" type="presOf" srcId="{9FA268C5-794D-4E15-B46B-B7AB18146031}" destId="{9672A590-754B-4C14-9619-0A4A4A91AF3F}" srcOrd="0" destOrd="0" presId="urn:microsoft.com/office/officeart/2018/5/layout/CenteredIconLabelDescriptionList"/>
    <dgm:cxn modelId="{3CEF74D7-05ED-457A-9670-B05E9C17B4EE}" srcId="{3EFBE4A7-B085-4642-9282-26C563EC263E}" destId="{9FA268C5-794D-4E15-B46B-B7AB18146031}" srcOrd="0" destOrd="0" parTransId="{C5D03D84-A606-4567-9157-336E635174DD}" sibTransId="{C716AA1D-DED3-487E-AF1E-9EFCC9B9A94B}"/>
    <dgm:cxn modelId="{4D2261E0-4B3A-4261-90CD-5C826A42BB19}" type="presOf" srcId="{3EFBE4A7-B085-4642-9282-26C563EC263E}" destId="{0D9DDDF0-83AF-4AA6-9A2C-CA68FD6C0E4B}" srcOrd="0" destOrd="0" presId="urn:microsoft.com/office/officeart/2018/5/layout/CenteredIconLabelDescriptionList"/>
    <dgm:cxn modelId="{B47837EB-7E6E-4DC9-9314-CC08CFE819CF}" type="presOf" srcId="{736A97DA-2683-4C72-8249-DF6E5104D853}" destId="{DAFB766E-2C84-4451-A3B2-00C84AC2263C}" srcOrd="0" destOrd="0" presId="urn:microsoft.com/office/officeart/2018/5/layout/CenteredIconLabelDescriptionList"/>
    <dgm:cxn modelId="{9EFAB712-580B-40B1-82C3-F2D010659489}" type="presParOf" srcId="{0D9DDDF0-83AF-4AA6-9A2C-CA68FD6C0E4B}" destId="{DEB450B9-D7D8-42A7-A522-57ECBA334067}" srcOrd="0" destOrd="0" presId="urn:microsoft.com/office/officeart/2018/5/layout/CenteredIconLabelDescriptionList"/>
    <dgm:cxn modelId="{F9848F92-A967-428D-A60E-3CA981AC9BC8}" type="presParOf" srcId="{DEB450B9-D7D8-42A7-A522-57ECBA334067}" destId="{6381CF61-0826-47D9-8103-1BF12B7C33B5}" srcOrd="0" destOrd="0" presId="urn:microsoft.com/office/officeart/2018/5/layout/CenteredIconLabelDescriptionList"/>
    <dgm:cxn modelId="{634F8184-00E5-4BD8-9636-E65A21CEDC71}" type="presParOf" srcId="{DEB450B9-D7D8-42A7-A522-57ECBA334067}" destId="{A3918104-A6FD-4589-A63C-ACE165B515DC}" srcOrd="1" destOrd="0" presId="urn:microsoft.com/office/officeart/2018/5/layout/CenteredIconLabelDescriptionList"/>
    <dgm:cxn modelId="{C7066027-577E-4187-AD0E-56C224BEC376}" type="presParOf" srcId="{DEB450B9-D7D8-42A7-A522-57ECBA334067}" destId="{9672A590-754B-4C14-9619-0A4A4A91AF3F}" srcOrd="2" destOrd="0" presId="urn:microsoft.com/office/officeart/2018/5/layout/CenteredIconLabelDescriptionList"/>
    <dgm:cxn modelId="{5E5D3657-4212-4FD0-8EF5-F97A8ACA97E3}" type="presParOf" srcId="{DEB450B9-D7D8-42A7-A522-57ECBA334067}" destId="{12B61BE5-A288-4A4D-8172-5DAB39CF0D43}" srcOrd="3" destOrd="0" presId="urn:microsoft.com/office/officeart/2018/5/layout/CenteredIconLabelDescriptionList"/>
    <dgm:cxn modelId="{396201E7-3358-46F5-80E2-1B288CF17731}" type="presParOf" srcId="{DEB450B9-D7D8-42A7-A522-57ECBA334067}" destId="{BD87B317-888D-4615-ABF8-90236788C615}" srcOrd="4" destOrd="0" presId="urn:microsoft.com/office/officeart/2018/5/layout/CenteredIconLabelDescriptionList"/>
    <dgm:cxn modelId="{4588BF95-D425-4B19-994D-7A13A9332A6A}" type="presParOf" srcId="{0D9DDDF0-83AF-4AA6-9A2C-CA68FD6C0E4B}" destId="{E9E280A7-FC88-4DED-A1D8-4C65E29BEBFF}" srcOrd="1" destOrd="0" presId="urn:microsoft.com/office/officeart/2018/5/layout/CenteredIconLabelDescriptionList"/>
    <dgm:cxn modelId="{3C20D1F6-7C38-4743-9B05-B27E6AE17C74}" type="presParOf" srcId="{0D9DDDF0-83AF-4AA6-9A2C-CA68FD6C0E4B}" destId="{2100E034-6D2D-476D-81FE-BF5680074D0E}" srcOrd="2" destOrd="0" presId="urn:microsoft.com/office/officeart/2018/5/layout/CenteredIconLabelDescriptionList"/>
    <dgm:cxn modelId="{2DF9321F-4AB6-407C-859E-7F739DB67482}" type="presParOf" srcId="{2100E034-6D2D-476D-81FE-BF5680074D0E}" destId="{9EE35888-15AA-4AA8-A3AE-BBB9E04F2503}" srcOrd="0" destOrd="0" presId="urn:microsoft.com/office/officeart/2018/5/layout/CenteredIconLabelDescriptionList"/>
    <dgm:cxn modelId="{E490816B-836D-4E79-91C3-48E97D8F96B0}" type="presParOf" srcId="{2100E034-6D2D-476D-81FE-BF5680074D0E}" destId="{7E0A7761-5D0E-43C7-9C0A-E23B41785EC5}" srcOrd="1" destOrd="0" presId="urn:microsoft.com/office/officeart/2018/5/layout/CenteredIconLabelDescriptionList"/>
    <dgm:cxn modelId="{CEAA2E58-DF17-4C99-8C00-190F6D9433FE}" type="presParOf" srcId="{2100E034-6D2D-476D-81FE-BF5680074D0E}" destId="{0EBA7A36-9D57-475E-B060-585D6CD0012E}" srcOrd="2" destOrd="0" presId="urn:microsoft.com/office/officeart/2018/5/layout/CenteredIconLabelDescriptionList"/>
    <dgm:cxn modelId="{E7C19D91-E453-49C6-9585-18EA1F8875AE}" type="presParOf" srcId="{2100E034-6D2D-476D-81FE-BF5680074D0E}" destId="{46375351-A0CC-453A-87FC-EB0D26581B87}" srcOrd="3" destOrd="0" presId="urn:microsoft.com/office/officeart/2018/5/layout/CenteredIconLabelDescriptionList"/>
    <dgm:cxn modelId="{63E1B270-13D4-4F5E-AA08-8F9FDBB386EE}" type="presParOf" srcId="{2100E034-6D2D-476D-81FE-BF5680074D0E}" destId="{DAFB766E-2C84-4451-A3B2-00C84AC2263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EA4DEC92-07AF-4D29-BB9D-0B8D7843DB9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32B29CD-1A20-41B2-BA8C-99089625FC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Diskspace</a:t>
          </a:r>
          <a:endParaRPr lang="en-US"/>
        </a:p>
      </dgm:t>
    </dgm:pt>
    <dgm:pt modelId="{B615F68F-DDD5-4A23-98E9-CFC0B8AB113E}" type="parTrans" cxnId="{3D4E765B-4B95-40EF-BD8F-17F126E4484C}">
      <dgm:prSet/>
      <dgm:spPr/>
      <dgm:t>
        <a:bodyPr/>
        <a:lstStyle/>
        <a:p>
          <a:endParaRPr lang="en-US"/>
        </a:p>
      </dgm:t>
    </dgm:pt>
    <dgm:pt modelId="{B3ECAB83-99AC-4464-A0E7-A010D1FC3A30}" type="sibTrans" cxnId="{3D4E765B-4B95-40EF-BD8F-17F126E4484C}">
      <dgm:prSet/>
      <dgm:spPr/>
      <dgm:t>
        <a:bodyPr/>
        <a:lstStyle/>
        <a:p>
          <a:endParaRPr lang="en-US"/>
        </a:p>
      </dgm:t>
    </dgm:pt>
    <dgm:pt modelId="{60AE874D-D3C6-4005-AF72-BE150C9A6F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store the full blockchain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requires hundred</a:t>
          </a:r>
          <a:r>
            <a:rPr lang="tr-TR" dirty="0"/>
            <a:t>s of </a:t>
          </a:r>
          <a:r>
            <a:rPr lang="en-US" dirty="0"/>
            <a:t>gigabytes of persistent storage</a:t>
          </a:r>
        </a:p>
      </dgm:t>
    </dgm:pt>
    <dgm:pt modelId="{55573EB4-B76B-4F50-A39B-51E21364495B}" type="parTrans" cxnId="{3F249705-1B10-45E4-B8DC-219444A4392D}">
      <dgm:prSet/>
      <dgm:spPr/>
      <dgm:t>
        <a:bodyPr/>
        <a:lstStyle/>
        <a:p>
          <a:endParaRPr lang="en-US"/>
        </a:p>
      </dgm:t>
    </dgm:pt>
    <dgm:pt modelId="{97103629-9D98-4B5D-A2B9-A7FF78E9847F}" type="sibTrans" cxnId="{3F249705-1B10-45E4-B8DC-219444A4392D}">
      <dgm:prSet/>
      <dgm:spPr/>
      <dgm:t>
        <a:bodyPr/>
        <a:lstStyle/>
        <a:p>
          <a:endParaRPr lang="en-US"/>
        </a:p>
      </dgm:t>
    </dgm:pt>
    <dgm:pt modelId="{3737D22B-2840-4A55-BE04-12079C54D8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Time to sync</a:t>
          </a:r>
          <a:endParaRPr lang="en-US"/>
        </a:p>
      </dgm:t>
    </dgm:pt>
    <dgm:pt modelId="{8F95BC43-52F0-45CE-911D-3065AA5204D8}" type="parTrans" cxnId="{4911B41D-13AB-4DEF-9845-2CFDADF2B02D}">
      <dgm:prSet/>
      <dgm:spPr/>
      <dgm:t>
        <a:bodyPr/>
        <a:lstStyle/>
        <a:p>
          <a:endParaRPr lang="en-US"/>
        </a:p>
      </dgm:t>
    </dgm:pt>
    <dgm:pt modelId="{AE213685-201A-4015-B47E-F03CD4CAF663}" type="sibTrans" cxnId="{4911B41D-13AB-4DEF-9845-2CFDADF2B02D}">
      <dgm:prSet/>
      <dgm:spPr/>
      <dgm:t>
        <a:bodyPr/>
        <a:lstStyle/>
        <a:p>
          <a:endParaRPr lang="en-US"/>
        </a:p>
      </dgm:t>
    </dgm:pt>
    <dgm:pt modelId="{D7E58960-2847-4384-8855-424DC0AEC0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it takes two to three days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to sync to the network</a:t>
          </a:r>
        </a:p>
      </dgm:t>
    </dgm:pt>
    <dgm:pt modelId="{98F9837F-0D28-47EC-8610-2A15E7811CA2}" type="parTrans" cxnId="{BBC73B62-536D-406E-BE5C-BF627F5C8E75}">
      <dgm:prSet/>
      <dgm:spPr/>
      <dgm:t>
        <a:bodyPr/>
        <a:lstStyle/>
        <a:p>
          <a:endParaRPr lang="en-US"/>
        </a:p>
      </dgm:t>
    </dgm:pt>
    <dgm:pt modelId="{CDC597CB-A3E9-45BB-94C6-4E26D1D5F81F}" type="sibTrans" cxnId="{BBC73B62-536D-406E-BE5C-BF627F5C8E75}">
      <dgm:prSet/>
      <dgm:spPr/>
      <dgm:t>
        <a:bodyPr/>
        <a:lstStyle/>
        <a:p>
          <a:endParaRPr lang="en-US"/>
        </a:p>
      </dgm:t>
    </dgm:pt>
    <dgm:pt modelId="{F4915942-472D-4311-8CDA-BC3D8877A14C}" type="pres">
      <dgm:prSet presAssocID="{EA4DEC92-07AF-4D29-BB9D-0B8D7843DB90}" presName="root" presStyleCnt="0">
        <dgm:presLayoutVars>
          <dgm:dir/>
          <dgm:resizeHandles val="exact"/>
        </dgm:presLayoutVars>
      </dgm:prSet>
      <dgm:spPr/>
    </dgm:pt>
    <dgm:pt modelId="{D0511DAC-CDBD-4145-B4E9-9CE707891AD7}" type="pres">
      <dgm:prSet presAssocID="{832B29CD-1A20-41B2-BA8C-99089625FC10}" presName="compNode" presStyleCnt="0"/>
      <dgm:spPr/>
    </dgm:pt>
    <dgm:pt modelId="{16023D9D-05F4-42DF-AEC5-2181590D959C}" type="pres">
      <dgm:prSet presAssocID="{832B29CD-1A20-41B2-BA8C-99089625FC10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F251B54D-A50B-4392-818A-46AA979700E7}" type="pres">
      <dgm:prSet presAssocID="{832B29CD-1A20-41B2-BA8C-99089625FC10}" presName="iconSpace" presStyleCnt="0"/>
      <dgm:spPr/>
    </dgm:pt>
    <dgm:pt modelId="{AC398642-5336-4B46-9056-1129289F60AD}" type="pres">
      <dgm:prSet presAssocID="{832B29CD-1A20-41B2-BA8C-99089625FC10}" presName="parTx" presStyleLbl="revTx" presStyleIdx="0" presStyleCnt="4">
        <dgm:presLayoutVars>
          <dgm:chMax val="0"/>
          <dgm:chPref val="0"/>
        </dgm:presLayoutVars>
      </dgm:prSet>
      <dgm:spPr/>
    </dgm:pt>
    <dgm:pt modelId="{A5C80F06-EC42-4DA4-A60F-C5F7CFE801BF}" type="pres">
      <dgm:prSet presAssocID="{832B29CD-1A20-41B2-BA8C-99089625FC10}" presName="txSpace" presStyleCnt="0"/>
      <dgm:spPr/>
    </dgm:pt>
    <dgm:pt modelId="{E1105A74-D033-4CCB-979F-DD4DE2C00C73}" type="pres">
      <dgm:prSet presAssocID="{832B29CD-1A20-41B2-BA8C-99089625FC10}" presName="desTx" presStyleLbl="revTx" presStyleIdx="1" presStyleCnt="4">
        <dgm:presLayoutVars/>
      </dgm:prSet>
      <dgm:spPr/>
    </dgm:pt>
    <dgm:pt modelId="{212A1B70-14F3-4511-8085-4F93ED7DDBB4}" type="pres">
      <dgm:prSet presAssocID="{B3ECAB83-99AC-4464-A0E7-A010D1FC3A30}" presName="sibTrans" presStyleCnt="0"/>
      <dgm:spPr/>
    </dgm:pt>
    <dgm:pt modelId="{5B1D9673-14B1-43F0-9636-7DA971463EB9}" type="pres">
      <dgm:prSet presAssocID="{3737D22B-2840-4A55-BE04-12079C54D879}" presName="compNode" presStyleCnt="0"/>
      <dgm:spPr/>
    </dgm:pt>
    <dgm:pt modelId="{2E270BCE-AD93-41B8-8039-186621E75212}" type="pres">
      <dgm:prSet presAssocID="{3737D22B-2840-4A55-BE04-12079C54D879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watch"/>
        </a:ext>
      </dgm:extLst>
    </dgm:pt>
    <dgm:pt modelId="{5D6D44B6-27D0-40D3-A184-E8D0474EE9BA}" type="pres">
      <dgm:prSet presAssocID="{3737D22B-2840-4A55-BE04-12079C54D879}" presName="iconSpace" presStyleCnt="0"/>
      <dgm:spPr/>
    </dgm:pt>
    <dgm:pt modelId="{0DDA3CA0-FEB6-4AFC-8AD1-43C1D49AF9A5}" type="pres">
      <dgm:prSet presAssocID="{3737D22B-2840-4A55-BE04-12079C54D879}" presName="parTx" presStyleLbl="revTx" presStyleIdx="2" presStyleCnt="4">
        <dgm:presLayoutVars>
          <dgm:chMax val="0"/>
          <dgm:chPref val="0"/>
        </dgm:presLayoutVars>
      </dgm:prSet>
      <dgm:spPr/>
    </dgm:pt>
    <dgm:pt modelId="{761EA8AE-2B5B-486E-AC9A-B1447A0ECA99}" type="pres">
      <dgm:prSet presAssocID="{3737D22B-2840-4A55-BE04-12079C54D879}" presName="txSpace" presStyleCnt="0"/>
      <dgm:spPr/>
    </dgm:pt>
    <dgm:pt modelId="{57D0290A-B72F-4ED8-9A29-7208167754FE}" type="pres">
      <dgm:prSet presAssocID="{3737D22B-2840-4A55-BE04-12079C54D879}" presName="desTx" presStyleLbl="revTx" presStyleIdx="3" presStyleCnt="4">
        <dgm:presLayoutVars/>
      </dgm:prSet>
      <dgm:spPr/>
    </dgm:pt>
  </dgm:ptLst>
  <dgm:cxnLst>
    <dgm:cxn modelId="{3F249705-1B10-45E4-B8DC-219444A4392D}" srcId="{832B29CD-1A20-41B2-BA8C-99089625FC10}" destId="{60AE874D-D3C6-4005-AF72-BE150C9A6F83}" srcOrd="0" destOrd="0" parTransId="{55573EB4-B76B-4F50-A39B-51E21364495B}" sibTransId="{97103629-9D98-4B5D-A2B9-A7FF78E9847F}"/>
    <dgm:cxn modelId="{4911B41D-13AB-4DEF-9845-2CFDADF2B02D}" srcId="{EA4DEC92-07AF-4D29-BB9D-0B8D7843DB90}" destId="{3737D22B-2840-4A55-BE04-12079C54D879}" srcOrd="1" destOrd="0" parTransId="{8F95BC43-52F0-45CE-911D-3065AA5204D8}" sibTransId="{AE213685-201A-4015-B47E-F03CD4CAF663}"/>
    <dgm:cxn modelId="{149E4E3F-17C7-4DBA-B342-BE7631B808DE}" type="presOf" srcId="{EA4DEC92-07AF-4D29-BB9D-0B8D7843DB90}" destId="{F4915942-472D-4311-8CDA-BC3D8877A14C}" srcOrd="0" destOrd="0" presId="urn:microsoft.com/office/officeart/2018/5/layout/CenteredIconLabelDescriptionList"/>
    <dgm:cxn modelId="{3D4E765B-4B95-40EF-BD8F-17F126E4484C}" srcId="{EA4DEC92-07AF-4D29-BB9D-0B8D7843DB90}" destId="{832B29CD-1A20-41B2-BA8C-99089625FC10}" srcOrd="0" destOrd="0" parTransId="{B615F68F-DDD5-4A23-98E9-CFC0B8AB113E}" sibTransId="{B3ECAB83-99AC-4464-A0E7-A010D1FC3A30}"/>
    <dgm:cxn modelId="{BBC73B62-536D-406E-BE5C-BF627F5C8E75}" srcId="{3737D22B-2840-4A55-BE04-12079C54D879}" destId="{D7E58960-2847-4384-8855-424DC0AEC04F}" srcOrd="0" destOrd="0" parTransId="{98F9837F-0D28-47EC-8610-2A15E7811CA2}" sibTransId="{CDC597CB-A3E9-45BB-94C6-4E26D1D5F81F}"/>
    <dgm:cxn modelId="{627B4157-7572-4695-9F2B-9B2C97A88EA5}" type="presOf" srcId="{D7E58960-2847-4384-8855-424DC0AEC04F}" destId="{57D0290A-B72F-4ED8-9A29-7208167754FE}" srcOrd="0" destOrd="0" presId="urn:microsoft.com/office/officeart/2018/5/layout/CenteredIconLabelDescriptionList"/>
    <dgm:cxn modelId="{AE5B387C-B640-4C90-9717-CE84DD1772C6}" type="presOf" srcId="{60AE874D-D3C6-4005-AF72-BE150C9A6F83}" destId="{E1105A74-D033-4CCB-979F-DD4DE2C00C73}" srcOrd="0" destOrd="0" presId="urn:microsoft.com/office/officeart/2018/5/layout/CenteredIconLabelDescriptionList"/>
    <dgm:cxn modelId="{2930A3D5-1C9B-4D0D-A7C3-3BF8880EE5D3}" type="presOf" srcId="{3737D22B-2840-4A55-BE04-12079C54D879}" destId="{0DDA3CA0-FEB6-4AFC-8AD1-43C1D49AF9A5}" srcOrd="0" destOrd="0" presId="urn:microsoft.com/office/officeart/2018/5/layout/CenteredIconLabelDescriptionList"/>
    <dgm:cxn modelId="{0B2929F4-3185-4B76-B8EA-5D0058481650}" type="presOf" srcId="{832B29CD-1A20-41B2-BA8C-99089625FC10}" destId="{AC398642-5336-4B46-9056-1129289F60AD}" srcOrd="0" destOrd="0" presId="urn:microsoft.com/office/officeart/2018/5/layout/CenteredIconLabelDescriptionList"/>
    <dgm:cxn modelId="{7DE592B8-23C4-4D56-BDBB-E91AED1A732A}" type="presParOf" srcId="{F4915942-472D-4311-8CDA-BC3D8877A14C}" destId="{D0511DAC-CDBD-4145-B4E9-9CE707891AD7}" srcOrd="0" destOrd="0" presId="urn:microsoft.com/office/officeart/2018/5/layout/CenteredIconLabelDescriptionList"/>
    <dgm:cxn modelId="{9BD9BFDC-D1EB-4650-962E-0C82040C6B76}" type="presParOf" srcId="{D0511DAC-CDBD-4145-B4E9-9CE707891AD7}" destId="{16023D9D-05F4-42DF-AEC5-2181590D959C}" srcOrd="0" destOrd="0" presId="urn:microsoft.com/office/officeart/2018/5/layout/CenteredIconLabelDescriptionList"/>
    <dgm:cxn modelId="{89BE91A9-F8AC-470E-ABE7-F79AD05B4BE1}" type="presParOf" srcId="{D0511DAC-CDBD-4145-B4E9-9CE707891AD7}" destId="{F251B54D-A50B-4392-818A-46AA979700E7}" srcOrd="1" destOrd="0" presId="urn:microsoft.com/office/officeart/2018/5/layout/CenteredIconLabelDescriptionList"/>
    <dgm:cxn modelId="{BBE19BBB-CAB8-499A-9F6C-CCF0F5E7BB8D}" type="presParOf" srcId="{D0511DAC-CDBD-4145-B4E9-9CE707891AD7}" destId="{AC398642-5336-4B46-9056-1129289F60AD}" srcOrd="2" destOrd="0" presId="urn:microsoft.com/office/officeart/2018/5/layout/CenteredIconLabelDescriptionList"/>
    <dgm:cxn modelId="{8431F17F-6163-4E6F-914B-F3A99FF1A174}" type="presParOf" srcId="{D0511DAC-CDBD-4145-B4E9-9CE707891AD7}" destId="{A5C80F06-EC42-4DA4-A60F-C5F7CFE801BF}" srcOrd="3" destOrd="0" presId="urn:microsoft.com/office/officeart/2018/5/layout/CenteredIconLabelDescriptionList"/>
    <dgm:cxn modelId="{7CEE331C-07B3-4C7F-B853-759B508CCCE8}" type="presParOf" srcId="{D0511DAC-CDBD-4145-B4E9-9CE707891AD7}" destId="{E1105A74-D033-4CCB-979F-DD4DE2C00C73}" srcOrd="4" destOrd="0" presId="urn:microsoft.com/office/officeart/2018/5/layout/CenteredIconLabelDescriptionList"/>
    <dgm:cxn modelId="{71BECA5D-A48D-4DFF-84AC-46968C28DDA3}" type="presParOf" srcId="{F4915942-472D-4311-8CDA-BC3D8877A14C}" destId="{212A1B70-14F3-4511-8085-4F93ED7DDBB4}" srcOrd="1" destOrd="0" presId="urn:microsoft.com/office/officeart/2018/5/layout/CenteredIconLabelDescriptionList"/>
    <dgm:cxn modelId="{1D3CBCBC-DCA4-455F-A329-1E1EDEE25738}" type="presParOf" srcId="{F4915942-472D-4311-8CDA-BC3D8877A14C}" destId="{5B1D9673-14B1-43F0-9636-7DA971463EB9}" srcOrd="2" destOrd="0" presId="urn:microsoft.com/office/officeart/2018/5/layout/CenteredIconLabelDescriptionList"/>
    <dgm:cxn modelId="{2578477A-4B64-4A66-81B8-ADD29907C20B}" type="presParOf" srcId="{5B1D9673-14B1-43F0-9636-7DA971463EB9}" destId="{2E270BCE-AD93-41B8-8039-186621E75212}" srcOrd="0" destOrd="0" presId="urn:microsoft.com/office/officeart/2018/5/layout/CenteredIconLabelDescriptionList"/>
    <dgm:cxn modelId="{41486ED5-0AA0-4F27-B94D-6200E294CC80}" type="presParOf" srcId="{5B1D9673-14B1-43F0-9636-7DA971463EB9}" destId="{5D6D44B6-27D0-40D3-A184-E8D0474EE9BA}" srcOrd="1" destOrd="0" presId="urn:microsoft.com/office/officeart/2018/5/layout/CenteredIconLabelDescriptionList"/>
    <dgm:cxn modelId="{563A1E03-EB48-4DE8-A64A-27418F1E9C34}" type="presParOf" srcId="{5B1D9673-14B1-43F0-9636-7DA971463EB9}" destId="{0DDA3CA0-FEB6-4AFC-8AD1-43C1D49AF9A5}" srcOrd="2" destOrd="0" presId="urn:microsoft.com/office/officeart/2018/5/layout/CenteredIconLabelDescriptionList"/>
    <dgm:cxn modelId="{952688A8-A9D5-4464-A0AD-5062BFBBF3A1}" type="presParOf" srcId="{5B1D9673-14B1-43F0-9636-7DA971463EB9}" destId="{761EA8AE-2B5B-486E-AC9A-B1447A0ECA99}" srcOrd="3" destOrd="0" presId="urn:microsoft.com/office/officeart/2018/5/layout/CenteredIconLabelDescriptionList"/>
    <dgm:cxn modelId="{B9AF3C4A-1F0A-4FFA-A5D0-1A13D1DF9DCF}" type="presParOf" srcId="{5B1D9673-14B1-43F0-9636-7DA971463EB9}" destId="{57D0290A-B72F-4ED8-9A29-7208167754F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761265D9-4A84-4094-AFCC-D54E091A0B8F}" type="doc">
      <dgm:prSet loTypeId="urn:microsoft.com/office/officeart/2005/8/layout/vList5" loCatId="list" qsTypeId="urn:microsoft.com/office/officeart/2005/8/quickstyle/simple1" qsCatId="simple" csTypeId="urn:microsoft.com/office/officeart/2005/8/colors/accent4_2" csCatId="accent4"/>
      <dgm:spPr/>
      <dgm:t>
        <a:bodyPr/>
        <a:lstStyle/>
        <a:p>
          <a:endParaRPr lang="en-US"/>
        </a:p>
      </dgm:t>
    </dgm:pt>
    <dgm:pt modelId="{111BBC93-05FA-4DEE-AF62-B40B7DE2114F}">
      <dgm:prSet/>
      <dgm:spPr/>
      <dgm:t>
        <a:bodyPr/>
        <a:lstStyle/>
        <a:p>
          <a:r>
            <a:rPr lang="tr-TR"/>
            <a:t>Alternatives</a:t>
          </a:r>
          <a:endParaRPr lang="en-US"/>
        </a:p>
      </dgm:t>
    </dgm:pt>
    <dgm:pt modelId="{5C5EEC31-6A95-4ADE-B775-99F5783B9C89}" type="parTrans" cxnId="{6EBA5287-7EF2-442A-A836-BCCC8BFEF5A8}">
      <dgm:prSet/>
      <dgm:spPr/>
      <dgm:t>
        <a:bodyPr/>
        <a:lstStyle/>
        <a:p>
          <a:endParaRPr lang="en-US"/>
        </a:p>
      </dgm:t>
    </dgm:pt>
    <dgm:pt modelId="{D661DAFE-2E1B-43E7-AB84-DBA93811094B}" type="sibTrans" cxnId="{6EBA5287-7EF2-442A-A836-BCCC8BFEF5A8}">
      <dgm:prSet/>
      <dgm:spPr/>
      <dgm:t>
        <a:bodyPr/>
        <a:lstStyle/>
        <a:p>
          <a:endParaRPr lang="en-US"/>
        </a:p>
      </dgm:t>
    </dgm:pt>
    <dgm:pt modelId="{9A1FD89C-4D08-4BD9-ACBE-1D499AA00A1D}">
      <dgm:prSet/>
      <dgm:spPr/>
      <dgm:t>
        <a:bodyPr/>
        <a:lstStyle/>
        <a:p>
          <a:r>
            <a:rPr lang="en-US"/>
            <a:t>There are a few alternative implementations</a:t>
          </a:r>
        </a:p>
      </dgm:t>
    </dgm:pt>
    <dgm:pt modelId="{384C436C-83B8-474D-86B1-717F1D38AC27}" type="parTrans" cxnId="{11A69DD7-846A-43CC-AFFF-A5F03F5A5CA5}">
      <dgm:prSet/>
      <dgm:spPr/>
      <dgm:t>
        <a:bodyPr/>
        <a:lstStyle/>
        <a:p>
          <a:endParaRPr lang="en-US"/>
        </a:p>
      </dgm:t>
    </dgm:pt>
    <dgm:pt modelId="{1D46481D-ECE9-4D69-A9EF-E03A60E5F2A8}" type="sibTrans" cxnId="{11A69DD7-846A-43CC-AFFF-A5F03F5A5CA5}">
      <dgm:prSet/>
      <dgm:spPr/>
      <dgm:t>
        <a:bodyPr/>
        <a:lstStyle/>
        <a:p>
          <a:endParaRPr lang="en-US"/>
        </a:p>
      </dgm:t>
    </dgm:pt>
    <dgm:pt modelId="{18097496-5B22-4EE2-B478-C1D8B7FD8361}">
      <dgm:prSet/>
      <dgm:spPr/>
      <dgm:t>
        <a:bodyPr/>
        <a:lstStyle/>
        <a:p>
          <a:r>
            <a:rPr lang="en-US"/>
            <a:t>of full blockchain bitcoin clients</a:t>
          </a:r>
        </a:p>
      </dgm:t>
    </dgm:pt>
    <dgm:pt modelId="{A8EA60F6-4E09-4FEC-B9ED-8C9DED6365AB}" type="parTrans" cxnId="{DBBAE86A-3022-4EB1-8907-1C31C371D789}">
      <dgm:prSet/>
      <dgm:spPr/>
      <dgm:t>
        <a:bodyPr/>
        <a:lstStyle/>
        <a:p>
          <a:endParaRPr lang="en-US"/>
        </a:p>
      </dgm:t>
    </dgm:pt>
    <dgm:pt modelId="{1C0D4B81-44C2-42B7-9E4C-884CD161D534}" type="sibTrans" cxnId="{DBBAE86A-3022-4EB1-8907-1C31C371D789}">
      <dgm:prSet/>
      <dgm:spPr/>
      <dgm:t>
        <a:bodyPr/>
        <a:lstStyle/>
        <a:p>
          <a:endParaRPr lang="en-US"/>
        </a:p>
      </dgm:t>
    </dgm:pt>
    <dgm:pt modelId="{88BED937-7EB0-475C-843F-0C050A59E489}">
      <dgm:prSet/>
      <dgm:spPr/>
      <dgm:t>
        <a:bodyPr/>
        <a:lstStyle/>
        <a:p>
          <a:r>
            <a:rPr lang="tr-TR"/>
            <a:t>Programming languages</a:t>
          </a:r>
          <a:endParaRPr lang="en-US"/>
        </a:p>
      </dgm:t>
    </dgm:pt>
    <dgm:pt modelId="{BF41228C-BDCF-472D-869B-F239EDDD2203}" type="parTrans" cxnId="{11D59055-0AED-493A-B542-09E672036887}">
      <dgm:prSet/>
      <dgm:spPr/>
      <dgm:t>
        <a:bodyPr/>
        <a:lstStyle/>
        <a:p>
          <a:endParaRPr lang="en-US"/>
        </a:p>
      </dgm:t>
    </dgm:pt>
    <dgm:pt modelId="{892327AB-31EC-462F-A162-FC709926E3A5}" type="sibTrans" cxnId="{11D59055-0AED-493A-B542-09E672036887}">
      <dgm:prSet/>
      <dgm:spPr/>
      <dgm:t>
        <a:bodyPr/>
        <a:lstStyle/>
        <a:p>
          <a:endParaRPr lang="en-US"/>
        </a:p>
      </dgm:t>
    </dgm:pt>
    <dgm:pt modelId="{DD421C0F-F2FA-4F82-B74F-369A6FD38AE8}">
      <dgm:prSet/>
      <dgm:spPr/>
      <dgm:t>
        <a:bodyPr/>
        <a:lstStyle/>
        <a:p>
          <a:r>
            <a:rPr lang="tr-TR"/>
            <a:t>Programmed in </a:t>
          </a:r>
          <a:r>
            <a:rPr lang="en-US"/>
            <a:t>different programming languages</a:t>
          </a:r>
        </a:p>
      </dgm:t>
    </dgm:pt>
    <dgm:pt modelId="{44A9D75F-8B1C-4A40-82D7-2403B8D02288}" type="parTrans" cxnId="{53ECE85E-D238-4680-B6D9-E90D1E8D2098}">
      <dgm:prSet/>
      <dgm:spPr/>
      <dgm:t>
        <a:bodyPr/>
        <a:lstStyle/>
        <a:p>
          <a:endParaRPr lang="en-US"/>
        </a:p>
      </dgm:t>
    </dgm:pt>
    <dgm:pt modelId="{123918A7-8E6C-4398-88B3-0C65DA445A72}" type="sibTrans" cxnId="{53ECE85E-D238-4680-B6D9-E90D1E8D2098}">
      <dgm:prSet/>
      <dgm:spPr/>
      <dgm:t>
        <a:bodyPr/>
        <a:lstStyle/>
        <a:p>
          <a:endParaRPr lang="en-US"/>
        </a:p>
      </dgm:t>
    </dgm:pt>
    <dgm:pt modelId="{F9C8CA2F-C561-4E9F-9EA1-50FB153E6F44}">
      <dgm:prSet/>
      <dgm:spPr/>
      <dgm:t>
        <a:bodyPr/>
        <a:lstStyle/>
        <a:p>
          <a:r>
            <a:rPr lang="tr-TR"/>
            <a:t>Built using different</a:t>
          </a:r>
          <a:r>
            <a:rPr lang="en-US"/>
            <a:t> software architectures</a:t>
          </a:r>
        </a:p>
      </dgm:t>
    </dgm:pt>
    <dgm:pt modelId="{09620E17-BEC0-4DD9-89BD-47C59B62DABE}" type="parTrans" cxnId="{963EC792-2B9B-4923-B417-2AB1DD4AC45D}">
      <dgm:prSet/>
      <dgm:spPr/>
      <dgm:t>
        <a:bodyPr/>
        <a:lstStyle/>
        <a:p>
          <a:endParaRPr lang="en-US"/>
        </a:p>
      </dgm:t>
    </dgm:pt>
    <dgm:pt modelId="{63E05508-90BA-4310-8C63-6C2745474CAC}" type="sibTrans" cxnId="{963EC792-2B9B-4923-B417-2AB1DD4AC45D}">
      <dgm:prSet/>
      <dgm:spPr/>
      <dgm:t>
        <a:bodyPr/>
        <a:lstStyle/>
        <a:p>
          <a:endParaRPr lang="en-US"/>
        </a:p>
      </dgm:t>
    </dgm:pt>
    <dgm:pt modelId="{78633EDE-F57E-47EB-85AD-3FDA1D6452AA}">
      <dgm:prSet/>
      <dgm:spPr/>
      <dgm:t>
        <a:bodyPr/>
        <a:lstStyle/>
        <a:p>
          <a:r>
            <a:rPr lang="tr-TR"/>
            <a:t>The Satoshi client</a:t>
          </a:r>
          <a:endParaRPr lang="en-US"/>
        </a:p>
      </dgm:t>
    </dgm:pt>
    <dgm:pt modelId="{A3D29CC9-346E-4B1E-830A-891C0D030B1B}" type="parTrans" cxnId="{9987E249-8F0E-4BE8-8720-1648969F465A}">
      <dgm:prSet/>
      <dgm:spPr/>
      <dgm:t>
        <a:bodyPr/>
        <a:lstStyle/>
        <a:p>
          <a:endParaRPr lang="en-US"/>
        </a:p>
      </dgm:t>
    </dgm:pt>
    <dgm:pt modelId="{E354F9E8-C480-4D19-BA4A-0B3E11A42824}" type="sibTrans" cxnId="{9987E249-8F0E-4BE8-8720-1648969F465A}">
      <dgm:prSet/>
      <dgm:spPr/>
      <dgm:t>
        <a:bodyPr/>
        <a:lstStyle/>
        <a:p>
          <a:endParaRPr lang="en-US"/>
        </a:p>
      </dgm:t>
    </dgm:pt>
    <dgm:pt modelId="{669FB1A0-DDF1-4C1D-99BD-64600647E6F7}">
      <dgm:prSet/>
      <dgm:spPr/>
      <dgm:t>
        <a:bodyPr/>
        <a:lstStyle/>
        <a:p>
          <a:r>
            <a:rPr lang="tr-TR"/>
            <a:t>Identified as «Satoshi» in the sub-version string</a:t>
          </a:r>
          <a:endParaRPr lang="en-US"/>
        </a:p>
      </dgm:t>
    </dgm:pt>
    <dgm:pt modelId="{349874A4-9C3D-4A11-945A-652DDE365534}" type="parTrans" cxnId="{29D0CDC0-0D43-4B39-BC16-965A6841E306}">
      <dgm:prSet/>
      <dgm:spPr/>
      <dgm:t>
        <a:bodyPr/>
        <a:lstStyle/>
        <a:p>
          <a:endParaRPr lang="en-US"/>
        </a:p>
      </dgm:t>
    </dgm:pt>
    <dgm:pt modelId="{1E3DDD75-55D8-4A03-88D5-1BBBB6B6FD4B}" type="sibTrans" cxnId="{29D0CDC0-0D43-4B39-BC16-965A6841E306}">
      <dgm:prSet/>
      <dgm:spPr/>
      <dgm:t>
        <a:bodyPr/>
        <a:lstStyle/>
        <a:p>
          <a:endParaRPr lang="en-US"/>
        </a:p>
      </dgm:t>
    </dgm:pt>
    <dgm:pt modelId="{85389349-77E7-4D48-867A-37375AC82F98}">
      <dgm:prSet/>
      <dgm:spPr/>
      <dgm:t>
        <a:bodyPr/>
        <a:lstStyle/>
        <a:p>
          <a:r>
            <a:rPr lang="tr-TR"/>
            <a:t>Covers more than %75 of nodes on the network</a:t>
          </a:r>
          <a:endParaRPr lang="en-US"/>
        </a:p>
      </dgm:t>
    </dgm:pt>
    <dgm:pt modelId="{AB2070AD-1C98-4B2D-B0A9-14E115CFDBEF}" type="parTrans" cxnId="{0DAD0A47-7F32-4BCA-A402-D597BCE0E303}">
      <dgm:prSet/>
      <dgm:spPr/>
      <dgm:t>
        <a:bodyPr/>
        <a:lstStyle/>
        <a:p>
          <a:endParaRPr lang="en-US"/>
        </a:p>
      </dgm:t>
    </dgm:pt>
    <dgm:pt modelId="{2A105F68-B2C7-4E83-BA37-45635139682D}" type="sibTrans" cxnId="{0DAD0A47-7F32-4BCA-A402-D597BCE0E303}">
      <dgm:prSet/>
      <dgm:spPr/>
      <dgm:t>
        <a:bodyPr/>
        <a:lstStyle/>
        <a:p>
          <a:endParaRPr lang="en-US"/>
        </a:p>
      </dgm:t>
    </dgm:pt>
    <dgm:pt modelId="{B44C847C-DDD6-4C85-8554-2170AA0AEA31}" type="pres">
      <dgm:prSet presAssocID="{761265D9-4A84-4094-AFCC-D54E091A0B8F}" presName="Name0" presStyleCnt="0">
        <dgm:presLayoutVars>
          <dgm:dir/>
          <dgm:animLvl val="lvl"/>
          <dgm:resizeHandles val="exact"/>
        </dgm:presLayoutVars>
      </dgm:prSet>
      <dgm:spPr/>
    </dgm:pt>
    <dgm:pt modelId="{4AF8E0C4-69EB-41B0-A9E8-FF76AE777833}" type="pres">
      <dgm:prSet presAssocID="{111BBC93-05FA-4DEE-AF62-B40B7DE2114F}" presName="linNode" presStyleCnt="0"/>
      <dgm:spPr/>
    </dgm:pt>
    <dgm:pt modelId="{3551D250-4B12-49E9-B822-416B2A02EF16}" type="pres">
      <dgm:prSet presAssocID="{111BBC93-05FA-4DEE-AF62-B40B7DE2114F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CD843EDD-BDF1-4037-8CDA-BAE6D0B0123F}" type="pres">
      <dgm:prSet presAssocID="{111BBC93-05FA-4DEE-AF62-B40B7DE2114F}" presName="descendantText" presStyleLbl="alignAccFollowNode1" presStyleIdx="0" presStyleCnt="3">
        <dgm:presLayoutVars>
          <dgm:bulletEnabled val="1"/>
        </dgm:presLayoutVars>
      </dgm:prSet>
      <dgm:spPr/>
    </dgm:pt>
    <dgm:pt modelId="{5E3A3001-0D00-4AD1-AC7C-502E9C36E334}" type="pres">
      <dgm:prSet presAssocID="{D661DAFE-2E1B-43E7-AB84-DBA93811094B}" presName="sp" presStyleCnt="0"/>
      <dgm:spPr/>
    </dgm:pt>
    <dgm:pt modelId="{4263983D-1669-4FC6-AFA9-A7B028D185B2}" type="pres">
      <dgm:prSet presAssocID="{88BED937-7EB0-475C-843F-0C050A59E489}" presName="linNode" presStyleCnt="0"/>
      <dgm:spPr/>
    </dgm:pt>
    <dgm:pt modelId="{C0DA5FC8-7B19-45C7-8243-A986B9556264}" type="pres">
      <dgm:prSet presAssocID="{88BED937-7EB0-475C-843F-0C050A59E489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560DB3A4-8828-455E-840E-2649E3622884}" type="pres">
      <dgm:prSet presAssocID="{88BED937-7EB0-475C-843F-0C050A59E489}" presName="descendantText" presStyleLbl="alignAccFollowNode1" presStyleIdx="1" presStyleCnt="3">
        <dgm:presLayoutVars>
          <dgm:bulletEnabled val="1"/>
        </dgm:presLayoutVars>
      </dgm:prSet>
      <dgm:spPr/>
    </dgm:pt>
    <dgm:pt modelId="{4D1D7652-3E72-45CE-9DE8-EB531CCADAC0}" type="pres">
      <dgm:prSet presAssocID="{892327AB-31EC-462F-A162-FC709926E3A5}" presName="sp" presStyleCnt="0"/>
      <dgm:spPr/>
    </dgm:pt>
    <dgm:pt modelId="{43F4D489-4889-4F9A-9EF6-8D20CA718D89}" type="pres">
      <dgm:prSet presAssocID="{78633EDE-F57E-47EB-85AD-3FDA1D6452AA}" presName="linNode" presStyleCnt="0"/>
      <dgm:spPr/>
    </dgm:pt>
    <dgm:pt modelId="{7697775C-DB89-480B-8309-1630A2B0BACF}" type="pres">
      <dgm:prSet presAssocID="{78633EDE-F57E-47EB-85AD-3FDA1D6452AA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C3C74C32-AB80-4AB3-AABC-90E8081B3715}" type="pres">
      <dgm:prSet presAssocID="{78633EDE-F57E-47EB-85AD-3FDA1D6452AA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076E7A10-831C-4E2C-BBB4-7AC7D2586739}" type="presOf" srcId="{78633EDE-F57E-47EB-85AD-3FDA1D6452AA}" destId="{7697775C-DB89-480B-8309-1630A2B0BACF}" srcOrd="0" destOrd="0" presId="urn:microsoft.com/office/officeart/2005/8/layout/vList5"/>
    <dgm:cxn modelId="{E90CC211-824D-4F5B-AD4E-256646B023BA}" type="presOf" srcId="{18097496-5B22-4EE2-B478-C1D8B7FD8361}" destId="{CD843EDD-BDF1-4037-8CDA-BAE6D0B0123F}" srcOrd="0" destOrd="1" presId="urn:microsoft.com/office/officeart/2005/8/layout/vList5"/>
    <dgm:cxn modelId="{12FA9B13-CE95-49F0-96E0-5F8B6E862A85}" type="presOf" srcId="{88BED937-7EB0-475C-843F-0C050A59E489}" destId="{C0DA5FC8-7B19-45C7-8243-A986B9556264}" srcOrd="0" destOrd="0" presId="urn:microsoft.com/office/officeart/2005/8/layout/vList5"/>
    <dgm:cxn modelId="{C8D5FD2B-5002-40E9-B8D6-F4ABBEB781B4}" type="presOf" srcId="{DD421C0F-F2FA-4F82-B74F-369A6FD38AE8}" destId="{560DB3A4-8828-455E-840E-2649E3622884}" srcOrd="0" destOrd="0" presId="urn:microsoft.com/office/officeart/2005/8/layout/vList5"/>
    <dgm:cxn modelId="{6445C932-82E9-4295-B509-F076A76B4A62}" type="presOf" srcId="{111BBC93-05FA-4DEE-AF62-B40B7DE2114F}" destId="{3551D250-4B12-49E9-B822-416B2A02EF16}" srcOrd="0" destOrd="0" presId="urn:microsoft.com/office/officeart/2005/8/layout/vList5"/>
    <dgm:cxn modelId="{53ECE85E-D238-4680-B6D9-E90D1E8D2098}" srcId="{88BED937-7EB0-475C-843F-0C050A59E489}" destId="{DD421C0F-F2FA-4F82-B74F-369A6FD38AE8}" srcOrd="0" destOrd="0" parTransId="{44A9D75F-8B1C-4A40-82D7-2403B8D02288}" sibTransId="{123918A7-8E6C-4398-88B3-0C65DA445A72}"/>
    <dgm:cxn modelId="{0DAD0A47-7F32-4BCA-A402-D597BCE0E303}" srcId="{78633EDE-F57E-47EB-85AD-3FDA1D6452AA}" destId="{85389349-77E7-4D48-867A-37375AC82F98}" srcOrd="1" destOrd="0" parTransId="{AB2070AD-1C98-4B2D-B0A9-14E115CFDBEF}" sibTransId="{2A105F68-B2C7-4E83-BA37-45635139682D}"/>
    <dgm:cxn modelId="{9987E249-8F0E-4BE8-8720-1648969F465A}" srcId="{761265D9-4A84-4094-AFCC-D54E091A0B8F}" destId="{78633EDE-F57E-47EB-85AD-3FDA1D6452AA}" srcOrd="2" destOrd="0" parTransId="{A3D29CC9-346E-4B1E-830A-891C0D030B1B}" sibTransId="{E354F9E8-C480-4D19-BA4A-0B3E11A42824}"/>
    <dgm:cxn modelId="{DBBAE86A-3022-4EB1-8907-1C31C371D789}" srcId="{111BBC93-05FA-4DEE-AF62-B40B7DE2114F}" destId="{18097496-5B22-4EE2-B478-C1D8B7FD8361}" srcOrd="1" destOrd="0" parTransId="{A8EA60F6-4E09-4FEC-B9ED-8C9DED6365AB}" sibTransId="{1C0D4B81-44C2-42B7-9E4C-884CD161D534}"/>
    <dgm:cxn modelId="{11D59055-0AED-493A-B542-09E672036887}" srcId="{761265D9-4A84-4094-AFCC-D54E091A0B8F}" destId="{88BED937-7EB0-475C-843F-0C050A59E489}" srcOrd="1" destOrd="0" parTransId="{BF41228C-BDCF-472D-869B-F239EDDD2203}" sibTransId="{892327AB-31EC-462F-A162-FC709926E3A5}"/>
    <dgm:cxn modelId="{71899759-7DD2-4E7A-9791-4D28AE2A9C21}" type="presOf" srcId="{85389349-77E7-4D48-867A-37375AC82F98}" destId="{C3C74C32-AB80-4AB3-AABC-90E8081B3715}" srcOrd="0" destOrd="1" presId="urn:microsoft.com/office/officeart/2005/8/layout/vList5"/>
    <dgm:cxn modelId="{6EBA5287-7EF2-442A-A836-BCCC8BFEF5A8}" srcId="{761265D9-4A84-4094-AFCC-D54E091A0B8F}" destId="{111BBC93-05FA-4DEE-AF62-B40B7DE2114F}" srcOrd="0" destOrd="0" parTransId="{5C5EEC31-6A95-4ADE-B775-99F5783B9C89}" sibTransId="{D661DAFE-2E1B-43E7-AB84-DBA93811094B}"/>
    <dgm:cxn modelId="{963EC792-2B9B-4923-B417-2AB1DD4AC45D}" srcId="{88BED937-7EB0-475C-843F-0C050A59E489}" destId="{F9C8CA2F-C561-4E9F-9EA1-50FB153E6F44}" srcOrd="1" destOrd="0" parTransId="{09620E17-BEC0-4DD9-89BD-47C59B62DABE}" sibTransId="{63E05508-90BA-4310-8C63-6C2745474CAC}"/>
    <dgm:cxn modelId="{848981BD-E909-453C-89F5-20DE238B3988}" type="presOf" srcId="{F9C8CA2F-C561-4E9F-9EA1-50FB153E6F44}" destId="{560DB3A4-8828-455E-840E-2649E3622884}" srcOrd="0" destOrd="1" presId="urn:microsoft.com/office/officeart/2005/8/layout/vList5"/>
    <dgm:cxn modelId="{29D0CDC0-0D43-4B39-BC16-965A6841E306}" srcId="{78633EDE-F57E-47EB-85AD-3FDA1D6452AA}" destId="{669FB1A0-DDF1-4C1D-99BD-64600647E6F7}" srcOrd="0" destOrd="0" parTransId="{349874A4-9C3D-4A11-945A-652DDE365534}" sibTransId="{1E3DDD75-55D8-4A03-88D5-1BBBB6B6FD4B}"/>
    <dgm:cxn modelId="{C06770C3-3313-48C2-A3AA-88FFA6635150}" type="presOf" srcId="{761265D9-4A84-4094-AFCC-D54E091A0B8F}" destId="{B44C847C-DDD6-4C85-8554-2170AA0AEA31}" srcOrd="0" destOrd="0" presId="urn:microsoft.com/office/officeart/2005/8/layout/vList5"/>
    <dgm:cxn modelId="{A69638D0-9C5F-4035-B474-F13E78990654}" type="presOf" srcId="{669FB1A0-DDF1-4C1D-99BD-64600647E6F7}" destId="{C3C74C32-AB80-4AB3-AABC-90E8081B3715}" srcOrd="0" destOrd="0" presId="urn:microsoft.com/office/officeart/2005/8/layout/vList5"/>
    <dgm:cxn modelId="{31801AD4-C189-455E-BF9D-973F2698DBA3}" type="presOf" srcId="{9A1FD89C-4D08-4BD9-ACBE-1D499AA00A1D}" destId="{CD843EDD-BDF1-4037-8CDA-BAE6D0B0123F}" srcOrd="0" destOrd="0" presId="urn:microsoft.com/office/officeart/2005/8/layout/vList5"/>
    <dgm:cxn modelId="{11A69DD7-846A-43CC-AFFF-A5F03F5A5CA5}" srcId="{111BBC93-05FA-4DEE-AF62-B40B7DE2114F}" destId="{9A1FD89C-4D08-4BD9-ACBE-1D499AA00A1D}" srcOrd="0" destOrd="0" parTransId="{384C436C-83B8-474D-86B1-717F1D38AC27}" sibTransId="{1D46481D-ECE9-4D69-A9EF-E03A60E5F2A8}"/>
    <dgm:cxn modelId="{597D999E-7D33-496F-8292-E6A66778AFED}" type="presParOf" srcId="{B44C847C-DDD6-4C85-8554-2170AA0AEA31}" destId="{4AF8E0C4-69EB-41B0-A9E8-FF76AE777833}" srcOrd="0" destOrd="0" presId="urn:microsoft.com/office/officeart/2005/8/layout/vList5"/>
    <dgm:cxn modelId="{7AFEF7D6-A82E-4128-BCBD-6D9A56932CC5}" type="presParOf" srcId="{4AF8E0C4-69EB-41B0-A9E8-FF76AE777833}" destId="{3551D250-4B12-49E9-B822-416B2A02EF16}" srcOrd="0" destOrd="0" presId="urn:microsoft.com/office/officeart/2005/8/layout/vList5"/>
    <dgm:cxn modelId="{967F4E04-6DD3-41AD-B122-D9201928BD1F}" type="presParOf" srcId="{4AF8E0C4-69EB-41B0-A9E8-FF76AE777833}" destId="{CD843EDD-BDF1-4037-8CDA-BAE6D0B0123F}" srcOrd="1" destOrd="0" presId="urn:microsoft.com/office/officeart/2005/8/layout/vList5"/>
    <dgm:cxn modelId="{B4BA3A8A-578B-49ED-8F19-4267B23BBF2E}" type="presParOf" srcId="{B44C847C-DDD6-4C85-8554-2170AA0AEA31}" destId="{5E3A3001-0D00-4AD1-AC7C-502E9C36E334}" srcOrd="1" destOrd="0" presId="urn:microsoft.com/office/officeart/2005/8/layout/vList5"/>
    <dgm:cxn modelId="{975E3643-7563-4C03-89ED-D784046ABBF7}" type="presParOf" srcId="{B44C847C-DDD6-4C85-8554-2170AA0AEA31}" destId="{4263983D-1669-4FC6-AFA9-A7B028D185B2}" srcOrd="2" destOrd="0" presId="urn:microsoft.com/office/officeart/2005/8/layout/vList5"/>
    <dgm:cxn modelId="{A886F394-05D7-4411-B2DF-17DCC90273C8}" type="presParOf" srcId="{4263983D-1669-4FC6-AFA9-A7B028D185B2}" destId="{C0DA5FC8-7B19-45C7-8243-A986B9556264}" srcOrd="0" destOrd="0" presId="urn:microsoft.com/office/officeart/2005/8/layout/vList5"/>
    <dgm:cxn modelId="{93EBEA2D-EFB7-4C2E-8A9A-DE47847D3CDF}" type="presParOf" srcId="{4263983D-1669-4FC6-AFA9-A7B028D185B2}" destId="{560DB3A4-8828-455E-840E-2649E3622884}" srcOrd="1" destOrd="0" presId="urn:microsoft.com/office/officeart/2005/8/layout/vList5"/>
    <dgm:cxn modelId="{105073AD-F896-4647-8C73-83BE5C60C0AC}" type="presParOf" srcId="{B44C847C-DDD6-4C85-8554-2170AA0AEA31}" destId="{4D1D7652-3E72-45CE-9DE8-EB531CCADAC0}" srcOrd="3" destOrd="0" presId="urn:microsoft.com/office/officeart/2005/8/layout/vList5"/>
    <dgm:cxn modelId="{A4AAAEB8-B1B3-4C25-8B23-A23B60E2286C}" type="presParOf" srcId="{B44C847C-DDD6-4C85-8554-2170AA0AEA31}" destId="{43F4D489-4889-4F9A-9EF6-8D20CA718D89}" srcOrd="4" destOrd="0" presId="urn:microsoft.com/office/officeart/2005/8/layout/vList5"/>
    <dgm:cxn modelId="{17C5F7C4-26C5-488D-AC71-5C21E0D5AA44}" type="presParOf" srcId="{43F4D489-4889-4F9A-9EF6-8D20CA718D89}" destId="{7697775C-DB89-480B-8309-1630A2B0BACF}" srcOrd="0" destOrd="0" presId="urn:microsoft.com/office/officeart/2005/8/layout/vList5"/>
    <dgm:cxn modelId="{CA554F99-FD3E-4172-9015-87C570C6DAC3}" type="presParOf" srcId="{43F4D489-4889-4F9A-9EF6-8D20CA718D89}" destId="{C3C74C32-AB80-4AB3-AABC-90E8081B371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F0171E79-AAD4-4A72-8F71-2A726763C21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196678CA-A078-43D4-A285-63D469F1D366}">
      <dgm:prSet/>
      <dgm:spPr/>
      <dgm:t>
        <a:bodyPr/>
        <a:lstStyle/>
        <a:p>
          <a:r>
            <a:rPr lang="tr-TR" baseline="0"/>
            <a:t>Exchanging “Inventory”</a:t>
          </a:r>
          <a:endParaRPr lang="en-US"/>
        </a:p>
      </dgm:t>
    </dgm:pt>
    <dgm:pt modelId="{E8C1B611-A946-4875-9ABD-34C7E472DC2C}" type="parTrans" cxnId="{6C7704CB-569C-496A-9820-BE49BF4B2FB2}">
      <dgm:prSet/>
      <dgm:spPr/>
      <dgm:t>
        <a:bodyPr/>
        <a:lstStyle/>
        <a:p>
          <a:endParaRPr lang="en-US"/>
        </a:p>
      </dgm:t>
    </dgm:pt>
    <dgm:pt modelId="{AE3D39B9-98C1-48BF-A8A9-D53D374C6FD8}" type="sibTrans" cxnId="{6C7704CB-569C-496A-9820-BE49BF4B2FB2}">
      <dgm:prSet/>
      <dgm:spPr/>
      <dgm:t>
        <a:bodyPr/>
        <a:lstStyle/>
        <a:p>
          <a:endParaRPr lang="en-US"/>
        </a:p>
      </dgm:t>
    </dgm:pt>
    <dgm:pt modelId="{696ECB29-34C9-451C-ABD1-2C0919D4F996}" type="pres">
      <dgm:prSet presAssocID="{F0171E79-AAD4-4A72-8F71-2A726763C215}" presName="linear" presStyleCnt="0">
        <dgm:presLayoutVars>
          <dgm:animLvl val="lvl"/>
          <dgm:resizeHandles val="exact"/>
        </dgm:presLayoutVars>
      </dgm:prSet>
      <dgm:spPr/>
    </dgm:pt>
    <dgm:pt modelId="{B21D6152-39EA-482C-A3D4-DC5D59634A96}" type="pres">
      <dgm:prSet presAssocID="{196678CA-A078-43D4-A285-63D469F1D366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E5ADFC0-AD20-478C-9C50-C325A189C229}" type="presOf" srcId="{196678CA-A078-43D4-A285-63D469F1D366}" destId="{B21D6152-39EA-482C-A3D4-DC5D59634A96}" srcOrd="0" destOrd="0" presId="urn:microsoft.com/office/officeart/2005/8/layout/vList2"/>
    <dgm:cxn modelId="{6C7704CB-569C-496A-9820-BE49BF4B2FB2}" srcId="{F0171E79-AAD4-4A72-8F71-2A726763C215}" destId="{196678CA-A078-43D4-A285-63D469F1D366}" srcOrd="0" destOrd="0" parTransId="{E8C1B611-A946-4875-9ABD-34C7E472DC2C}" sibTransId="{AE3D39B9-98C1-48BF-A8A9-D53D374C6FD8}"/>
    <dgm:cxn modelId="{D04725EA-9F81-4D6D-A16D-6B7FC8FA0CED}" type="presOf" srcId="{F0171E79-AAD4-4A72-8F71-2A726763C215}" destId="{696ECB29-34C9-451C-ABD1-2C0919D4F996}" srcOrd="0" destOrd="0" presId="urn:microsoft.com/office/officeart/2005/8/layout/vList2"/>
    <dgm:cxn modelId="{862C8F4B-70C0-44FF-9BEA-8F2C305E1ED0}" type="presParOf" srcId="{696ECB29-34C9-451C-ABD1-2C0919D4F996}" destId="{B21D6152-39EA-482C-A3D4-DC5D59634A96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39D2989B-6C15-4740-8AF9-348920B33F9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588E540-7876-4791-BECB-E29FC1E03C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Genesis block #0</a:t>
          </a:r>
          <a:endParaRPr lang="en-US"/>
        </a:p>
      </dgm:t>
    </dgm:pt>
    <dgm:pt modelId="{D016D2B0-19A9-401D-A58A-6BF020ACC3C8}" type="parTrans" cxnId="{DCE21962-DE62-487B-8B27-7F3369BFDC40}">
      <dgm:prSet/>
      <dgm:spPr/>
      <dgm:t>
        <a:bodyPr/>
        <a:lstStyle/>
        <a:p>
          <a:endParaRPr lang="en-US"/>
        </a:p>
      </dgm:t>
    </dgm:pt>
    <dgm:pt modelId="{194B5836-2C4D-4456-95E0-50E6E414C155}" type="sibTrans" cxnId="{DCE21962-DE62-487B-8B27-7F3369BFDC40}">
      <dgm:prSet/>
      <dgm:spPr/>
      <dgm:t>
        <a:bodyPr/>
        <a:lstStyle/>
        <a:p>
          <a:endParaRPr lang="en-US"/>
        </a:p>
      </dgm:t>
    </dgm:pt>
    <dgm:pt modelId="{949A7607-2E01-4A82-B8D8-A823DE5C79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statically embedded in the client software </a:t>
          </a:r>
        </a:p>
      </dgm:t>
    </dgm:pt>
    <dgm:pt modelId="{7E89CE78-551D-48CD-8668-7CE19226F5E7}" type="parTrans" cxnId="{DA641CA5-0AEB-478E-96FD-AE67D5DAD462}">
      <dgm:prSet/>
      <dgm:spPr/>
      <dgm:t>
        <a:bodyPr/>
        <a:lstStyle/>
        <a:p>
          <a:endParaRPr lang="en-US"/>
        </a:p>
      </dgm:t>
    </dgm:pt>
    <dgm:pt modelId="{4E84D49B-64A7-4FF3-8A43-33098C134767}" type="sibTrans" cxnId="{DA641CA5-0AEB-478E-96FD-AE67D5DAD462}">
      <dgm:prSet/>
      <dgm:spPr/>
      <dgm:t>
        <a:bodyPr/>
        <a:lstStyle/>
        <a:p>
          <a:endParaRPr lang="en-US"/>
        </a:p>
      </dgm:t>
    </dgm:pt>
    <dgm:pt modelId="{7CD2B12C-2A88-4D55-A7E5-880250627DE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New Full-node</a:t>
          </a:r>
          <a:endParaRPr lang="en-US"/>
        </a:p>
      </dgm:t>
    </dgm:pt>
    <dgm:pt modelId="{1411CA0A-BF43-4970-ABCC-E73CF15AE81F}" type="parTrans" cxnId="{329F9962-221D-4FF6-ADF0-432127D26707}">
      <dgm:prSet/>
      <dgm:spPr/>
      <dgm:t>
        <a:bodyPr/>
        <a:lstStyle/>
        <a:p>
          <a:endParaRPr lang="en-US"/>
        </a:p>
      </dgm:t>
    </dgm:pt>
    <dgm:pt modelId="{FBE7C074-E800-41B7-A9BB-350523368526}" type="sibTrans" cxnId="{329F9962-221D-4FF6-ADF0-432127D26707}">
      <dgm:prSet/>
      <dgm:spPr/>
      <dgm:t>
        <a:bodyPr/>
        <a:lstStyle/>
        <a:p>
          <a:endParaRPr lang="en-US"/>
        </a:p>
      </dgm:t>
    </dgm:pt>
    <dgm:pt modelId="{1B913EBF-0E30-4345-BBD3-91921BB135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brand-new node has no blockchain at all</a:t>
          </a:r>
        </a:p>
      </dgm:t>
    </dgm:pt>
    <dgm:pt modelId="{1AD061B8-EC7A-4751-92BD-6233C905E036}" type="parTrans" cxnId="{2AE44216-067E-4B16-8D10-35D4E2907CB1}">
      <dgm:prSet/>
      <dgm:spPr/>
      <dgm:t>
        <a:bodyPr/>
        <a:lstStyle/>
        <a:p>
          <a:endParaRPr lang="en-US"/>
        </a:p>
      </dgm:t>
    </dgm:pt>
    <dgm:pt modelId="{1FADDF96-9FFF-4AB6-A82E-B936DFE272F0}" type="sibTrans" cxnId="{2AE44216-067E-4B16-8D10-35D4E2907CB1}">
      <dgm:prSet/>
      <dgm:spPr/>
      <dgm:t>
        <a:bodyPr/>
        <a:lstStyle/>
        <a:p>
          <a:endParaRPr lang="en-US"/>
        </a:p>
      </dgm:t>
    </dgm:pt>
    <dgm:pt modelId="{750F702C-D7C5-4E7C-9099-217BEA48FB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only knows</a:t>
          </a:r>
          <a:r>
            <a:rPr lang="tr-TR"/>
            <a:t> </a:t>
          </a:r>
          <a:r>
            <a:rPr lang="en-US"/>
            <a:t>one block, the genesis block</a:t>
          </a:r>
        </a:p>
      </dgm:t>
    </dgm:pt>
    <dgm:pt modelId="{D91D61F8-10FB-411F-8E9F-3E48613A72BF}" type="parTrans" cxnId="{5E16AB04-8132-4D26-ABE3-DA26406B4E10}">
      <dgm:prSet/>
      <dgm:spPr/>
      <dgm:t>
        <a:bodyPr/>
        <a:lstStyle/>
        <a:p>
          <a:endParaRPr lang="en-US"/>
        </a:p>
      </dgm:t>
    </dgm:pt>
    <dgm:pt modelId="{0B0CAA97-5922-43A5-B065-53F75E021DAD}" type="sibTrans" cxnId="{5E16AB04-8132-4D26-ABE3-DA26406B4E10}">
      <dgm:prSet/>
      <dgm:spPr/>
      <dgm:t>
        <a:bodyPr/>
        <a:lstStyle/>
        <a:p>
          <a:endParaRPr lang="en-US"/>
        </a:p>
      </dgm:t>
    </dgm:pt>
    <dgm:pt modelId="{E5E5C32F-38A1-4C28-B46D-24A09BC584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Start of sync</a:t>
          </a:r>
          <a:endParaRPr lang="en-US"/>
        </a:p>
      </dgm:t>
    </dgm:pt>
    <dgm:pt modelId="{94811198-9EDF-411C-9895-044564FAEB81}" type="parTrans" cxnId="{36F28BB8-95DC-4A35-97CD-3DAAF8E91146}">
      <dgm:prSet/>
      <dgm:spPr/>
      <dgm:t>
        <a:bodyPr/>
        <a:lstStyle/>
        <a:p>
          <a:endParaRPr lang="en-US"/>
        </a:p>
      </dgm:t>
    </dgm:pt>
    <dgm:pt modelId="{06D93490-1EB0-40EC-801D-F115D884C46C}" type="sibTrans" cxnId="{36F28BB8-95DC-4A35-97CD-3DAAF8E91146}">
      <dgm:prSet/>
      <dgm:spPr/>
      <dgm:t>
        <a:bodyPr/>
        <a:lstStyle/>
        <a:p>
          <a:endParaRPr lang="en-US"/>
        </a:p>
      </dgm:t>
    </dgm:pt>
    <dgm:pt modelId="{9965C1E8-CE36-4AD9-AD16-6606DF517F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process of syncing the blockchain </a:t>
          </a:r>
        </a:p>
      </dgm:t>
    </dgm:pt>
    <dgm:pt modelId="{1556AFF5-A697-46C4-B648-9748BF424CF7}" type="parTrans" cxnId="{5D7DEEAC-4953-41B5-9B55-0B6EB99A12B0}">
      <dgm:prSet/>
      <dgm:spPr/>
      <dgm:t>
        <a:bodyPr/>
        <a:lstStyle/>
        <a:p>
          <a:endParaRPr lang="en-US"/>
        </a:p>
      </dgm:t>
    </dgm:pt>
    <dgm:pt modelId="{5F2CAC0F-BD90-442A-93AD-29BE683465CC}" type="sibTrans" cxnId="{5D7DEEAC-4953-41B5-9B55-0B6EB99A12B0}">
      <dgm:prSet/>
      <dgm:spPr/>
      <dgm:t>
        <a:bodyPr/>
        <a:lstStyle/>
        <a:p>
          <a:endParaRPr lang="en-US"/>
        </a:p>
      </dgm:t>
    </dgm:pt>
    <dgm:pt modelId="{881E0BC3-073A-4A1A-948E-2B9381F90A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starts with the version message</a:t>
          </a:r>
          <a:r>
            <a:rPr lang="tr-TR"/>
            <a:t> contains BestHeigth</a:t>
          </a:r>
          <a:endParaRPr lang="en-US"/>
        </a:p>
      </dgm:t>
    </dgm:pt>
    <dgm:pt modelId="{8350B441-9BAB-4CE5-B41D-2E934FB5B7AF}" type="parTrans" cxnId="{21A34E51-7646-4498-9020-B7E79F215D67}">
      <dgm:prSet/>
      <dgm:spPr/>
      <dgm:t>
        <a:bodyPr/>
        <a:lstStyle/>
        <a:p>
          <a:endParaRPr lang="en-US"/>
        </a:p>
      </dgm:t>
    </dgm:pt>
    <dgm:pt modelId="{1BE6F43C-2644-4C81-944A-0851C3A187AC}" type="sibTrans" cxnId="{21A34E51-7646-4498-9020-B7E79F215D67}">
      <dgm:prSet/>
      <dgm:spPr/>
      <dgm:t>
        <a:bodyPr/>
        <a:lstStyle/>
        <a:p>
          <a:endParaRPr lang="en-US"/>
        </a:p>
      </dgm:t>
    </dgm:pt>
    <dgm:pt modelId="{D0A2D61E-1F68-44DB-809B-09CA53BD78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BestHeight </a:t>
          </a:r>
        </a:p>
      </dgm:t>
    </dgm:pt>
    <dgm:pt modelId="{0B1EF8EA-B910-43C3-AB00-D9E10F81B7FF}" type="parTrans" cxnId="{9D9DA900-96EA-4CE3-81CD-5A30FE6DA99B}">
      <dgm:prSet/>
      <dgm:spPr/>
      <dgm:t>
        <a:bodyPr/>
        <a:lstStyle/>
        <a:p>
          <a:endParaRPr lang="en-US"/>
        </a:p>
      </dgm:t>
    </dgm:pt>
    <dgm:pt modelId="{55423C64-7B57-4BE0-848D-CF86443753C3}" type="sibTrans" cxnId="{9D9DA900-96EA-4CE3-81CD-5A30FE6DA99B}">
      <dgm:prSet/>
      <dgm:spPr/>
      <dgm:t>
        <a:bodyPr/>
        <a:lstStyle/>
        <a:p>
          <a:endParaRPr lang="en-US"/>
        </a:p>
      </dgm:t>
    </dgm:pt>
    <dgm:pt modelId="{387576DE-3C9B-4A3D-81DE-32E27219EB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node’s current blockchain height </a:t>
          </a:r>
        </a:p>
      </dgm:t>
    </dgm:pt>
    <dgm:pt modelId="{AAC0203E-1803-4808-A59C-6485C90532BC}" type="parTrans" cxnId="{313930C4-5519-4399-92A0-15129CBAE604}">
      <dgm:prSet/>
      <dgm:spPr/>
      <dgm:t>
        <a:bodyPr/>
        <a:lstStyle/>
        <a:p>
          <a:endParaRPr lang="en-US"/>
        </a:p>
      </dgm:t>
    </dgm:pt>
    <dgm:pt modelId="{42079856-79E3-44A3-9E3A-8A0820C0BA30}" type="sibTrans" cxnId="{313930C4-5519-4399-92A0-15129CBAE604}">
      <dgm:prSet/>
      <dgm:spPr/>
      <dgm:t>
        <a:bodyPr/>
        <a:lstStyle/>
        <a:p>
          <a:endParaRPr lang="en-US"/>
        </a:p>
      </dgm:t>
    </dgm:pt>
    <dgm:pt modelId="{3072743F-DDDB-414B-8DAB-C627FF17F9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number of blocks</a:t>
          </a:r>
        </a:p>
      </dgm:t>
    </dgm:pt>
    <dgm:pt modelId="{6C8F714C-8AEE-4B2F-A294-0A76F4B853D9}" type="parTrans" cxnId="{36E0BE93-5331-4C13-9D88-236973E73BBC}">
      <dgm:prSet/>
      <dgm:spPr/>
      <dgm:t>
        <a:bodyPr/>
        <a:lstStyle/>
        <a:p>
          <a:endParaRPr lang="en-US"/>
        </a:p>
      </dgm:t>
    </dgm:pt>
    <dgm:pt modelId="{20D3C376-24DF-408B-ADB1-CD62F89ABA4C}" type="sibTrans" cxnId="{36E0BE93-5331-4C13-9D88-236973E73BBC}">
      <dgm:prSet/>
      <dgm:spPr/>
      <dgm:t>
        <a:bodyPr/>
        <a:lstStyle/>
        <a:p>
          <a:endParaRPr lang="en-US"/>
        </a:p>
      </dgm:t>
    </dgm:pt>
    <dgm:pt modelId="{4B453073-52AF-4A7C-8F1F-D9639F333180}" type="pres">
      <dgm:prSet presAssocID="{39D2989B-6C15-4740-8AF9-348920B33F90}" presName="root" presStyleCnt="0">
        <dgm:presLayoutVars>
          <dgm:dir/>
          <dgm:resizeHandles val="exact"/>
        </dgm:presLayoutVars>
      </dgm:prSet>
      <dgm:spPr/>
    </dgm:pt>
    <dgm:pt modelId="{D4F986E7-B3EB-4E01-A3DF-D422848ABA9A}" type="pres">
      <dgm:prSet presAssocID="{0588E540-7876-4791-BECB-E29FC1E03CD3}" presName="compNode" presStyleCnt="0"/>
      <dgm:spPr/>
    </dgm:pt>
    <dgm:pt modelId="{F52301D6-BF4A-4474-B18D-0B35CA62029E}" type="pres">
      <dgm:prSet presAssocID="{0588E540-7876-4791-BECB-E29FC1E03CD3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5ED2694E-AACE-4FB2-B2C1-3E427741EA08}" type="pres">
      <dgm:prSet presAssocID="{0588E540-7876-4791-BECB-E29FC1E03CD3}" presName="iconSpace" presStyleCnt="0"/>
      <dgm:spPr/>
    </dgm:pt>
    <dgm:pt modelId="{CABC7D1F-C791-4DF0-8E3D-471A360E826D}" type="pres">
      <dgm:prSet presAssocID="{0588E540-7876-4791-BECB-E29FC1E03CD3}" presName="parTx" presStyleLbl="revTx" presStyleIdx="0" presStyleCnt="8">
        <dgm:presLayoutVars>
          <dgm:chMax val="0"/>
          <dgm:chPref val="0"/>
        </dgm:presLayoutVars>
      </dgm:prSet>
      <dgm:spPr/>
    </dgm:pt>
    <dgm:pt modelId="{47745CB4-2BF6-4899-8463-0ADCD118B42E}" type="pres">
      <dgm:prSet presAssocID="{0588E540-7876-4791-BECB-E29FC1E03CD3}" presName="txSpace" presStyleCnt="0"/>
      <dgm:spPr/>
    </dgm:pt>
    <dgm:pt modelId="{C9058E34-10E9-4F76-A856-C2B366D08BAB}" type="pres">
      <dgm:prSet presAssocID="{0588E540-7876-4791-BECB-E29FC1E03CD3}" presName="desTx" presStyleLbl="revTx" presStyleIdx="1" presStyleCnt="8">
        <dgm:presLayoutVars/>
      </dgm:prSet>
      <dgm:spPr/>
    </dgm:pt>
    <dgm:pt modelId="{A09C09B2-D697-4982-8D6C-AF6880037A49}" type="pres">
      <dgm:prSet presAssocID="{194B5836-2C4D-4456-95E0-50E6E414C155}" presName="sibTrans" presStyleCnt="0"/>
      <dgm:spPr/>
    </dgm:pt>
    <dgm:pt modelId="{F8E418AE-BD82-4DAB-9600-3A2C6235E3FB}" type="pres">
      <dgm:prSet presAssocID="{7CD2B12C-2A88-4D55-A7E5-880250627DE3}" presName="compNode" presStyleCnt="0"/>
      <dgm:spPr/>
    </dgm:pt>
    <dgm:pt modelId="{F6A151CA-48B5-4F43-A24D-7D4243D38661}" type="pres">
      <dgm:prSet presAssocID="{7CD2B12C-2A88-4D55-A7E5-880250627DE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5102063E-B559-4155-9B2B-E3D02819FE9A}" type="pres">
      <dgm:prSet presAssocID="{7CD2B12C-2A88-4D55-A7E5-880250627DE3}" presName="iconSpace" presStyleCnt="0"/>
      <dgm:spPr/>
    </dgm:pt>
    <dgm:pt modelId="{895C4F96-06C2-4B7B-88AC-3C6C1EACB5AF}" type="pres">
      <dgm:prSet presAssocID="{7CD2B12C-2A88-4D55-A7E5-880250627DE3}" presName="parTx" presStyleLbl="revTx" presStyleIdx="2" presStyleCnt="8">
        <dgm:presLayoutVars>
          <dgm:chMax val="0"/>
          <dgm:chPref val="0"/>
        </dgm:presLayoutVars>
      </dgm:prSet>
      <dgm:spPr/>
    </dgm:pt>
    <dgm:pt modelId="{C79A58FC-129E-462B-B147-4A21FEEF1319}" type="pres">
      <dgm:prSet presAssocID="{7CD2B12C-2A88-4D55-A7E5-880250627DE3}" presName="txSpace" presStyleCnt="0"/>
      <dgm:spPr/>
    </dgm:pt>
    <dgm:pt modelId="{7E44F013-C06E-4C26-8F08-B95B1BCCB430}" type="pres">
      <dgm:prSet presAssocID="{7CD2B12C-2A88-4D55-A7E5-880250627DE3}" presName="desTx" presStyleLbl="revTx" presStyleIdx="3" presStyleCnt="8">
        <dgm:presLayoutVars/>
      </dgm:prSet>
      <dgm:spPr/>
    </dgm:pt>
    <dgm:pt modelId="{7C5CD319-E59A-49FB-B3B5-E6F5996D026D}" type="pres">
      <dgm:prSet presAssocID="{FBE7C074-E800-41B7-A9BB-350523368526}" presName="sibTrans" presStyleCnt="0"/>
      <dgm:spPr/>
    </dgm:pt>
    <dgm:pt modelId="{BDD555BC-5309-4B10-9D27-5940B434F40B}" type="pres">
      <dgm:prSet presAssocID="{E5E5C32F-38A1-4C28-B46D-24A09BC58447}" presName="compNode" presStyleCnt="0"/>
      <dgm:spPr/>
    </dgm:pt>
    <dgm:pt modelId="{EDB8D844-1671-452F-8544-2D7A33F29EF2}" type="pres">
      <dgm:prSet presAssocID="{E5E5C32F-38A1-4C28-B46D-24A09BC58447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706B6A45-4598-41F0-90A4-F6676500C5DF}" type="pres">
      <dgm:prSet presAssocID="{E5E5C32F-38A1-4C28-B46D-24A09BC58447}" presName="iconSpace" presStyleCnt="0"/>
      <dgm:spPr/>
    </dgm:pt>
    <dgm:pt modelId="{8ABA4813-7062-43DF-AA38-D231AB4AE8F3}" type="pres">
      <dgm:prSet presAssocID="{E5E5C32F-38A1-4C28-B46D-24A09BC58447}" presName="parTx" presStyleLbl="revTx" presStyleIdx="4" presStyleCnt="8">
        <dgm:presLayoutVars>
          <dgm:chMax val="0"/>
          <dgm:chPref val="0"/>
        </dgm:presLayoutVars>
      </dgm:prSet>
      <dgm:spPr/>
    </dgm:pt>
    <dgm:pt modelId="{E66F7DDF-9FC2-42C6-AABE-32127B5BEDDD}" type="pres">
      <dgm:prSet presAssocID="{E5E5C32F-38A1-4C28-B46D-24A09BC58447}" presName="txSpace" presStyleCnt="0"/>
      <dgm:spPr/>
    </dgm:pt>
    <dgm:pt modelId="{10346565-D7C1-4615-A822-762F8DF9F37B}" type="pres">
      <dgm:prSet presAssocID="{E5E5C32F-38A1-4C28-B46D-24A09BC58447}" presName="desTx" presStyleLbl="revTx" presStyleIdx="5" presStyleCnt="8">
        <dgm:presLayoutVars/>
      </dgm:prSet>
      <dgm:spPr/>
    </dgm:pt>
    <dgm:pt modelId="{D58225AC-CC10-4ED4-BED6-FAC48115F447}" type="pres">
      <dgm:prSet presAssocID="{06D93490-1EB0-40EC-801D-F115D884C46C}" presName="sibTrans" presStyleCnt="0"/>
      <dgm:spPr/>
    </dgm:pt>
    <dgm:pt modelId="{421C156D-9515-4D6A-A8C9-FD75E0EAAEA3}" type="pres">
      <dgm:prSet presAssocID="{D0A2D61E-1F68-44DB-809B-09CA53BD789C}" presName="compNode" presStyleCnt="0"/>
      <dgm:spPr/>
    </dgm:pt>
    <dgm:pt modelId="{593A38B3-D6DF-4EBC-A349-06FEB499D290}" type="pres">
      <dgm:prSet presAssocID="{D0A2D61E-1F68-44DB-809B-09CA53BD789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dge5"/>
        </a:ext>
      </dgm:extLst>
    </dgm:pt>
    <dgm:pt modelId="{21E83E13-E2D8-4399-99C1-E2166523A025}" type="pres">
      <dgm:prSet presAssocID="{D0A2D61E-1F68-44DB-809B-09CA53BD789C}" presName="iconSpace" presStyleCnt="0"/>
      <dgm:spPr/>
    </dgm:pt>
    <dgm:pt modelId="{64C18224-F3CD-40A8-9BF4-B50E662E209E}" type="pres">
      <dgm:prSet presAssocID="{D0A2D61E-1F68-44DB-809B-09CA53BD789C}" presName="parTx" presStyleLbl="revTx" presStyleIdx="6" presStyleCnt="8">
        <dgm:presLayoutVars>
          <dgm:chMax val="0"/>
          <dgm:chPref val="0"/>
        </dgm:presLayoutVars>
      </dgm:prSet>
      <dgm:spPr/>
    </dgm:pt>
    <dgm:pt modelId="{3D3F17E2-1A6A-497F-A679-FF36424943A4}" type="pres">
      <dgm:prSet presAssocID="{D0A2D61E-1F68-44DB-809B-09CA53BD789C}" presName="txSpace" presStyleCnt="0"/>
      <dgm:spPr/>
    </dgm:pt>
    <dgm:pt modelId="{9D7BC74C-F77F-4310-B233-680E80AFCC85}" type="pres">
      <dgm:prSet presAssocID="{D0A2D61E-1F68-44DB-809B-09CA53BD789C}" presName="desTx" presStyleLbl="revTx" presStyleIdx="7" presStyleCnt="8">
        <dgm:presLayoutVars/>
      </dgm:prSet>
      <dgm:spPr/>
    </dgm:pt>
  </dgm:ptLst>
  <dgm:cxnLst>
    <dgm:cxn modelId="{9D9DA900-96EA-4CE3-81CD-5A30FE6DA99B}" srcId="{39D2989B-6C15-4740-8AF9-348920B33F90}" destId="{D0A2D61E-1F68-44DB-809B-09CA53BD789C}" srcOrd="3" destOrd="0" parTransId="{0B1EF8EA-B910-43C3-AB00-D9E10F81B7FF}" sibTransId="{55423C64-7B57-4BE0-848D-CF86443753C3}"/>
    <dgm:cxn modelId="{5E16AB04-8132-4D26-ABE3-DA26406B4E10}" srcId="{7CD2B12C-2A88-4D55-A7E5-880250627DE3}" destId="{750F702C-D7C5-4E7C-9099-217BEA48FB27}" srcOrd="1" destOrd="0" parTransId="{D91D61F8-10FB-411F-8E9F-3E48613A72BF}" sibTransId="{0B0CAA97-5922-43A5-B065-53F75E021DAD}"/>
    <dgm:cxn modelId="{2AE44216-067E-4B16-8D10-35D4E2907CB1}" srcId="{7CD2B12C-2A88-4D55-A7E5-880250627DE3}" destId="{1B913EBF-0E30-4345-BBD3-91921BB135CD}" srcOrd="0" destOrd="0" parTransId="{1AD061B8-EC7A-4751-92BD-6233C905E036}" sibTransId="{1FADDF96-9FFF-4AB6-A82E-B936DFE272F0}"/>
    <dgm:cxn modelId="{D7784A1B-1167-48E8-9833-D433D5B5A56A}" type="presOf" srcId="{3072743F-DDDB-414B-8DAB-C627FF17F955}" destId="{9D7BC74C-F77F-4310-B233-680E80AFCC85}" srcOrd="0" destOrd="1" presId="urn:microsoft.com/office/officeart/2018/5/layout/CenteredIconLabelDescriptionList"/>
    <dgm:cxn modelId="{140BC923-58A3-4830-B6DF-B7CE43CDCBC8}" type="presOf" srcId="{7CD2B12C-2A88-4D55-A7E5-880250627DE3}" destId="{895C4F96-06C2-4B7B-88AC-3C6C1EACB5AF}" srcOrd="0" destOrd="0" presId="urn:microsoft.com/office/officeart/2018/5/layout/CenteredIconLabelDescriptionList"/>
    <dgm:cxn modelId="{AAA47F30-D7F4-4A69-B4E0-8F6271EE7004}" type="presOf" srcId="{0588E540-7876-4791-BECB-E29FC1E03CD3}" destId="{CABC7D1F-C791-4DF0-8E3D-471A360E826D}" srcOrd="0" destOrd="0" presId="urn:microsoft.com/office/officeart/2018/5/layout/CenteredIconLabelDescriptionList"/>
    <dgm:cxn modelId="{DCE21962-DE62-487B-8B27-7F3369BFDC40}" srcId="{39D2989B-6C15-4740-8AF9-348920B33F90}" destId="{0588E540-7876-4791-BECB-E29FC1E03CD3}" srcOrd="0" destOrd="0" parTransId="{D016D2B0-19A9-401D-A58A-6BF020ACC3C8}" sibTransId="{194B5836-2C4D-4456-95E0-50E6E414C155}"/>
    <dgm:cxn modelId="{329F9962-221D-4FF6-ADF0-432127D26707}" srcId="{39D2989B-6C15-4740-8AF9-348920B33F90}" destId="{7CD2B12C-2A88-4D55-A7E5-880250627DE3}" srcOrd="1" destOrd="0" parTransId="{1411CA0A-BF43-4970-ABCC-E73CF15AE81F}" sibTransId="{FBE7C074-E800-41B7-A9BB-350523368526}"/>
    <dgm:cxn modelId="{553E666B-E792-4C10-B419-E1FF70A55621}" type="presOf" srcId="{39D2989B-6C15-4740-8AF9-348920B33F90}" destId="{4B453073-52AF-4A7C-8F1F-D9639F333180}" srcOrd="0" destOrd="0" presId="urn:microsoft.com/office/officeart/2018/5/layout/CenteredIconLabelDescriptionList"/>
    <dgm:cxn modelId="{0CDD394E-7E39-4409-A7E0-E652C4904DCE}" type="presOf" srcId="{9965C1E8-CE36-4AD9-AD16-6606DF517F64}" destId="{10346565-D7C1-4615-A822-762F8DF9F37B}" srcOrd="0" destOrd="0" presId="urn:microsoft.com/office/officeart/2018/5/layout/CenteredIconLabelDescriptionList"/>
    <dgm:cxn modelId="{CD5FD16E-D9E5-4144-9933-81FA70C285BE}" type="presOf" srcId="{D0A2D61E-1F68-44DB-809B-09CA53BD789C}" destId="{64C18224-F3CD-40A8-9BF4-B50E662E209E}" srcOrd="0" destOrd="0" presId="urn:microsoft.com/office/officeart/2018/5/layout/CenteredIconLabelDescriptionList"/>
    <dgm:cxn modelId="{2DD0AE4F-29BE-4332-A0E8-C247D91FC2C0}" type="presOf" srcId="{881E0BC3-073A-4A1A-948E-2B9381F90A92}" destId="{10346565-D7C1-4615-A822-762F8DF9F37B}" srcOrd="0" destOrd="1" presId="urn:microsoft.com/office/officeart/2018/5/layout/CenteredIconLabelDescriptionList"/>
    <dgm:cxn modelId="{ECCE6670-3ED7-4CBA-A7D6-BA17CC7C5051}" type="presOf" srcId="{949A7607-2E01-4A82-B8D8-A823DE5C7945}" destId="{C9058E34-10E9-4F76-A856-C2B366D08BAB}" srcOrd="0" destOrd="0" presId="urn:microsoft.com/office/officeart/2018/5/layout/CenteredIconLabelDescriptionList"/>
    <dgm:cxn modelId="{21A34E51-7646-4498-9020-B7E79F215D67}" srcId="{E5E5C32F-38A1-4C28-B46D-24A09BC58447}" destId="{881E0BC3-073A-4A1A-948E-2B9381F90A92}" srcOrd="1" destOrd="0" parTransId="{8350B441-9BAB-4CE5-B41D-2E934FB5B7AF}" sibTransId="{1BE6F43C-2644-4C81-944A-0851C3A187AC}"/>
    <dgm:cxn modelId="{6A670574-328B-4E45-9F2B-AEFF1682A38E}" type="presOf" srcId="{1B913EBF-0E30-4345-BBD3-91921BB135CD}" destId="{7E44F013-C06E-4C26-8F08-B95B1BCCB430}" srcOrd="0" destOrd="0" presId="urn:microsoft.com/office/officeart/2018/5/layout/CenteredIconLabelDescriptionList"/>
    <dgm:cxn modelId="{8276BC55-094B-4BED-84DA-7140386529E2}" type="presOf" srcId="{387576DE-3C9B-4A3D-81DE-32E27219EB54}" destId="{9D7BC74C-F77F-4310-B233-680E80AFCC85}" srcOrd="0" destOrd="0" presId="urn:microsoft.com/office/officeart/2018/5/layout/CenteredIconLabelDescriptionList"/>
    <dgm:cxn modelId="{36E0BE93-5331-4C13-9D88-236973E73BBC}" srcId="{D0A2D61E-1F68-44DB-809B-09CA53BD789C}" destId="{3072743F-DDDB-414B-8DAB-C627FF17F955}" srcOrd="1" destOrd="0" parTransId="{6C8F714C-8AEE-4B2F-A294-0A76F4B853D9}" sibTransId="{20D3C376-24DF-408B-ADB1-CD62F89ABA4C}"/>
    <dgm:cxn modelId="{DA641CA5-0AEB-478E-96FD-AE67D5DAD462}" srcId="{0588E540-7876-4791-BECB-E29FC1E03CD3}" destId="{949A7607-2E01-4A82-B8D8-A823DE5C7945}" srcOrd="0" destOrd="0" parTransId="{7E89CE78-551D-48CD-8668-7CE19226F5E7}" sibTransId="{4E84D49B-64A7-4FF3-8A43-33098C134767}"/>
    <dgm:cxn modelId="{5D7DEEAC-4953-41B5-9B55-0B6EB99A12B0}" srcId="{E5E5C32F-38A1-4C28-B46D-24A09BC58447}" destId="{9965C1E8-CE36-4AD9-AD16-6606DF517F64}" srcOrd="0" destOrd="0" parTransId="{1556AFF5-A697-46C4-B648-9748BF424CF7}" sibTransId="{5F2CAC0F-BD90-442A-93AD-29BE683465CC}"/>
    <dgm:cxn modelId="{36F28BB8-95DC-4A35-97CD-3DAAF8E91146}" srcId="{39D2989B-6C15-4740-8AF9-348920B33F90}" destId="{E5E5C32F-38A1-4C28-B46D-24A09BC58447}" srcOrd="2" destOrd="0" parTransId="{94811198-9EDF-411C-9895-044564FAEB81}" sibTransId="{06D93490-1EB0-40EC-801D-F115D884C46C}"/>
    <dgm:cxn modelId="{2B0294BB-65F2-47AC-9424-FB766EB4ED98}" type="presOf" srcId="{E5E5C32F-38A1-4C28-B46D-24A09BC58447}" destId="{8ABA4813-7062-43DF-AA38-D231AB4AE8F3}" srcOrd="0" destOrd="0" presId="urn:microsoft.com/office/officeart/2018/5/layout/CenteredIconLabelDescriptionList"/>
    <dgm:cxn modelId="{313930C4-5519-4399-92A0-15129CBAE604}" srcId="{D0A2D61E-1F68-44DB-809B-09CA53BD789C}" destId="{387576DE-3C9B-4A3D-81DE-32E27219EB54}" srcOrd="0" destOrd="0" parTransId="{AAC0203E-1803-4808-A59C-6485C90532BC}" sibTransId="{42079856-79E3-44A3-9E3A-8A0820C0BA30}"/>
    <dgm:cxn modelId="{2CBDB2F4-B898-46D2-BEF5-A27A9685E28B}" type="presOf" srcId="{750F702C-D7C5-4E7C-9099-217BEA48FB27}" destId="{7E44F013-C06E-4C26-8F08-B95B1BCCB430}" srcOrd="0" destOrd="1" presId="urn:microsoft.com/office/officeart/2018/5/layout/CenteredIconLabelDescriptionList"/>
    <dgm:cxn modelId="{3E7B14B1-7F5A-4929-8CB1-FE6D8B305E3C}" type="presParOf" srcId="{4B453073-52AF-4A7C-8F1F-D9639F333180}" destId="{D4F986E7-B3EB-4E01-A3DF-D422848ABA9A}" srcOrd="0" destOrd="0" presId="urn:microsoft.com/office/officeart/2018/5/layout/CenteredIconLabelDescriptionList"/>
    <dgm:cxn modelId="{216E2832-5186-4A3E-8822-98A59215BC03}" type="presParOf" srcId="{D4F986E7-B3EB-4E01-A3DF-D422848ABA9A}" destId="{F52301D6-BF4A-4474-B18D-0B35CA62029E}" srcOrd="0" destOrd="0" presId="urn:microsoft.com/office/officeart/2018/5/layout/CenteredIconLabelDescriptionList"/>
    <dgm:cxn modelId="{54BC8E04-BBFE-47DE-B169-EE9EFBB477C8}" type="presParOf" srcId="{D4F986E7-B3EB-4E01-A3DF-D422848ABA9A}" destId="{5ED2694E-AACE-4FB2-B2C1-3E427741EA08}" srcOrd="1" destOrd="0" presId="urn:microsoft.com/office/officeart/2018/5/layout/CenteredIconLabelDescriptionList"/>
    <dgm:cxn modelId="{495BCC9D-7659-47F8-804F-DE7B590AF451}" type="presParOf" srcId="{D4F986E7-B3EB-4E01-A3DF-D422848ABA9A}" destId="{CABC7D1F-C791-4DF0-8E3D-471A360E826D}" srcOrd="2" destOrd="0" presId="urn:microsoft.com/office/officeart/2018/5/layout/CenteredIconLabelDescriptionList"/>
    <dgm:cxn modelId="{221333F1-7315-4A95-9AC1-C988A5546CF6}" type="presParOf" srcId="{D4F986E7-B3EB-4E01-A3DF-D422848ABA9A}" destId="{47745CB4-2BF6-4899-8463-0ADCD118B42E}" srcOrd="3" destOrd="0" presId="urn:microsoft.com/office/officeart/2018/5/layout/CenteredIconLabelDescriptionList"/>
    <dgm:cxn modelId="{E2631600-7CFD-4FB1-8A2D-46C7BC582DF4}" type="presParOf" srcId="{D4F986E7-B3EB-4E01-A3DF-D422848ABA9A}" destId="{C9058E34-10E9-4F76-A856-C2B366D08BAB}" srcOrd="4" destOrd="0" presId="urn:microsoft.com/office/officeart/2018/5/layout/CenteredIconLabelDescriptionList"/>
    <dgm:cxn modelId="{D237254C-D3BA-41C0-B62D-30BFA97557E0}" type="presParOf" srcId="{4B453073-52AF-4A7C-8F1F-D9639F333180}" destId="{A09C09B2-D697-4982-8D6C-AF6880037A49}" srcOrd="1" destOrd="0" presId="urn:microsoft.com/office/officeart/2018/5/layout/CenteredIconLabelDescriptionList"/>
    <dgm:cxn modelId="{D5D87628-8ACB-4CA2-B3CE-D77EEF7B1092}" type="presParOf" srcId="{4B453073-52AF-4A7C-8F1F-D9639F333180}" destId="{F8E418AE-BD82-4DAB-9600-3A2C6235E3FB}" srcOrd="2" destOrd="0" presId="urn:microsoft.com/office/officeart/2018/5/layout/CenteredIconLabelDescriptionList"/>
    <dgm:cxn modelId="{A51F4B69-AA91-4010-B206-8CEF60DFB806}" type="presParOf" srcId="{F8E418AE-BD82-4DAB-9600-3A2C6235E3FB}" destId="{F6A151CA-48B5-4F43-A24D-7D4243D38661}" srcOrd="0" destOrd="0" presId="urn:microsoft.com/office/officeart/2018/5/layout/CenteredIconLabelDescriptionList"/>
    <dgm:cxn modelId="{E1BA42BA-10A1-456D-BD58-731DD765DDE7}" type="presParOf" srcId="{F8E418AE-BD82-4DAB-9600-3A2C6235E3FB}" destId="{5102063E-B559-4155-9B2B-E3D02819FE9A}" srcOrd="1" destOrd="0" presId="urn:microsoft.com/office/officeart/2018/5/layout/CenteredIconLabelDescriptionList"/>
    <dgm:cxn modelId="{CD1AF472-9457-450C-A0C3-1CE7CD7A60CF}" type="presParOf" srcId="{F8E418AE-BD82-4DAB-9600-3A2C6235E3FB}" destId="{895C4F96-06C2-4B7B-88AC-3C6C1EACB5AF}" srcOrd="2" destOrd="0" presId="urn:microsoft.com/office/officeart/2018/5/layout/CenteredIconLabelDescriptionList"/>
    <dgm:cxn modelId="{FE845524-FC6F-418D-BFF2-E459FDD865B7}" type="presParOf" srcId="{F8E418AE-BD82-4DAB-9600-3A2C6235E3FB}" destId="{C79A58FC-129E-462B-B147-4A21FEEF1319}" srcOrd="3" destOrd="0" presId="urn:microsoft.com/office/officeart/2018/5/layout/CenteredIconLabelDescriptionList"/>
    <dgm:cxn modelId="{5350E81F-DD73-4A3E-93ED-4F60D422125B}" type="presParOf" srcId="{F8E418AE-BD82-4DAB-9600-3A2C6235E3FB}" destId="{7E44F013-C06E-4C26-8F08-B95B1BCCB430}" srcOrd="4" destOrd="0" presId="urn:microsoft.com/office/officeart/2018/5/layout/CenteredIconLabelDescriptionList"/>
    <dgm:cxn modelId="{19076642-E03D-44BA-87C0-8A530CC30FB2}" type="presParOf" srcId="{4B453073-52AF-4A7C-8F1F-D9639F333180}" destId="{7C5CD319-E59A-49FB-B3B5-E6F5996D026D}" srcOrd="3" destOrd="0" presId="urn:microsoft.com/office/officeart/2018/5/layout/CenteredIconLabelDescriptionList"/>
    <dgm:cxn modelId="{8D825EE6-FC2B-4DCB-BCBE-02EDA4EE3B74}" type="presParOf" srcId="{4B453073-52AF-4A7C-8F1F-D9639F333180}" destId="{BDD555BC-5309-4B10-9D27-5940B434F40B}" srcOrd="4" destOrd="0" presId="urn:microsoft.com/office/officeart/2018/5/layout/CenteredIconLabelDescriptionList"/>
    <dgm:cxn modelId="{82AAF1F0-A520-4604-B0CE-B50C90C220AE}" type="presParOf" srcId="{BDD555BC-5309-4B10-9D27-5940B434F40B}" destId="{EDB8D844-1671-452F-8544-2D7A33F29EF2}" srcOrd="0" destOrd="0" presId="urn:microsoft.com/office/officeart/2018/5/layout/CenteredIconLabelDescriptionList"/>
    <dgm:cxn modelId="{6BA8AF46-1691-4989-AE55-71990CC7763A}" type="presParOf" srcId="{BDD555BC-5309-4B10-9D27-5940B434F40B}" destId="{706B6A45-4598-41F0-90A4-F6676500C5DF}" srcOrd="1" destOrd="0" presId="urn:microsoft.com/office/officeart/2018/5/layout/CenteredIconLabelDescriptionList"/>
    <dgm:cxn modelId="{243A5C2B-DC72-442C-B72D-FA576C338AFA}" type="presParOf" srcId="{BDD555BC-5309-4B10-9D27-5940B434F40B}" destId="{8ABA4813-7062-43DF-AA38-D231AB4AE8F3}" srcOrd="2" destOrd="0" presId="urn:microsoft.com/office/officeart/2018/5/layout/CenteredIconLabelDescriptionList"/>
    <dgm:cxn modelId="{B29E3651-898C-4CF6-8E91-0EB9CC6F51F7}" type="presParOf" srcId="{BDD555BC-5309-4B10-9D27-5940B434F40B}" destId="{E66F7DDF-9FC2-42C6-AABE-32127B5BEDDD}" srcOrd="3" destOrd="0" presId="urn:microsoft.com/office/officeart/2018/5/layout/CenteredIconLabelDescriptionList"/>
    <dgm:cxn modelId="{1A2C6046-CBD7-4B9C-9D12-E0EEABD28170}" type="presParOf" srcId="{BDD555BC-5309-4B10-9D27-5940B434F40B}" destId="{10346565-D7C1-4615-A822-762F8DF9F37B}" srcOrd="4" destOrd="0" presId="urn:microsoft.com/office/officeart/2018/5/layout/CenteredIconLabelDescriptionList"/>
    <dgm:cxn modelId="{5FD5A449-A48A-4602-95DC-16D49BED8C55}" type="presParOf" srcId="{4B453073-52AF-4A7C-8F1F-D9639F333180}" destId="{D58225AC-CC10-4ED4-BED6-FAC48115F447}" srcOrd="5" destOrd="0" presId="urn:microsoft.com/office/officeart/2018/5/layout/CenteredIconLabelDescriptionList"/>
    <dgm:cxn modelId="{ACD52F3E-72D7-41FA-BF00-E78C9EFE70A3}" type="presParOf" srcId="{4B453073-52AF-4A7C-8F1F-D9639F333180}" destId="{421C156D-9515-4D6A-A8C9-FD75E0EAAEA3}" srcOrd="6" destOrd="0" presId="urn:microsoft.com/office/officeart/2018/5/layout/CenteredIconLabelDescriptionList"/>
    <dgm:cxn modelId="{06B39349-3BA9-4E2C-BFB7-02E89B87DFC8}" type="presParOf" srcId="{421C156D-9515-4D6A-A8C9-FD75E0EAAEA3}" destId="{593A38B3-D6DF-4EBC-A349-06FEB499D290}" srcOrd="0" destOrd="0" presId="urn:microsoft.com/office/officeart/2018/5/layout/CenteredIconLabelDescriptionList"/>
    <dgm:cxn modelId="{5EE8662E-D9FB-4F88-9B83-F18BADCDDEF2}" type="presParOf" srcId="{421C156D-9515-4D6A-A8C9-FD75E0EAAEA3}" destId="{21E83E13-E2D8-4399-99C1-E2166523A025}" srcOrd="1" destOrd="0" presId="urn:microsoft.com/office/officeart/2018/5/layout/CenteredIconLabelDescriptionList"/>
    <dgm:cxn modelId="{52616A0C-D425-4CEE-A355-5D477E543E57}" type="presParOf" srcId="{421C156D-9515-4D6A-A8C9-FD75E0EAAEA3}" destId="{64C18224-F3CD-40A8-9BF4-B50E662E209E}" srcOrd="2" destOrd="0" presId="urn:microsoft.com/office/officeart/2018/5/layout/CenteredIconLabelDescriptionList"/>
    <dgm:cxn modelId="{13045178-D2BF-47DE-B08F-A80CD0E058CC}" type="presParOf" srcId="{421C156D-9515-4D6A-A8C9-FD75E0EAAEA3}" destId="{3D3F17E2-1A6A-497F-A679-FF36424943A4}" srcOrd="3" destOrd="0" presId="urn:microsoft.com/office/officeart/2018/5/layout/CenteredIconLabelDescriptionList"/>
    <dgm:cxn modelId="{34D75151-CC70-4B0D-B228-20828E6BF792}" type="presParOf" srcId="{421C156D-9515-4D6A-A8C9-FD75E0EAAEA3}" destId="{9D7BC74C-F77F-4310-B233-680E80AFCC8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E6A1F236-C26F-4119-BDA8-BA0349F315C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E9C89BF9-C91D-430A-9E1C-33C093DD422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Node with longer blockchain</a:t>
          </a:r>
          <a:endParaRPr lang="en-US"/>
        </a:p>
      </dgm:t>
    </dgm:pt>
    <dgm:pt modelId="{48ADA44D-BD52-413C-A90B-474F70E6BCEB}" type="parTrans" cxnId="{BEDB4C5E-1166-4DCC-9151-5606456A17DA}">
      <dgm:prSet/>
      <dgm:spPr/>
      <dgm:t>
        <a:bodyPr/>
        <a:lstStyle/>
        <a:p>
          <a:endParaRPr lang="en-US"/>
        </a:p>
      </dgm:t>
    </dgm:pt>
    <dgm:pt modelId="{68F68507-9BB8-4A20-8B41-009A4B5B79E5}" type="sibTrans" cxnId="{BEDB4C5E-1166-4DCC-9151-5606456A17DA}">
      <dgm:prSet/>
      <dgm:spPr/>
      <dgm:t>
        <a:bodyPr/>
        <a:lstStyle/>
        <a:p>
          <a:endParaRPr lang="en-US"/>
        </a:p>
      </dgm:t>
    </dgm:pt>
    <dgm:pt modelId="{0B49114C-5A33-4B80-AB58-5399683B3C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peer that has the longer blockchain </a:t>
          </a:r>
        </a:p>
      </dgm:t>
    </dgm:pt>
    <dgm:pt modelId="{465C570D-35FC-4689-BE1C-C4858E16B422}" type="parTrans" cxnId="{1324270F-89ED-4E1B-8D5D-6FA3BA5A895B}">
      <dgm:prSet/>
      <dgm:spPr/>
      <dgm:t>
        <a:bodyPr/>
        <a:lstStyle/>
        <a:p>
          <a:endParaRPr lang="en-US"/>
        </a:p>
      </dgm:t>
    </dgm:pt>
    <dgm:pt modelId="{A1F3DCDD-148C-46C5-BC04-C15ECDC8E504}" type="sibTrans" cxnId="{1324270F-89ED-4E1B-8D5D-6FA3BA5A895B}">
      <dgm:prSet/>
      <dgm:spPr/>
      <dgm:t>
        <a:bodyPr/>
        <a:lstStyle/>
        <a:p>
          <a:endParaRPr lang="en-US"/>
        </a:p>
      </dgm:t>
    </dgm:pt>
    <dgm:pt modelId="{9D7D0A20-9C4A-4BD7-A3C0-F21BA86CD0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more blocks than the other node</a:t>
          </a:r>
        </a:p>
      </dgm:t>
    </dgm:pt>
    <dgm:pt modelId="{88021447-446F-45E2-8A3F-33C461DF3E6F}" type="parTrans" cxnId="{51D4D21C-54AD-4EF5-92F1-B5128E7DF743}">
      <dgm:prSet/>
      <dgm:spPr/>
      <dgm:t>
        <a:bodyPr/>
        <a:lstStyle/>
        <a:p>
          <a:endParaRPr lang="en-US"/>
        </a:p>
      </dgm:t>
    </dgm:pt>
    <dgm:pt modelId="{024905F3-F9E7-4969-A217-1E565BEF1587}" type="sibTrans" cxnId="{51D4D21C-54AD-4EF5-92F1-B5128E7DF743}">
      <dgm:prSet/>
      <dgm:spPr/>
      <dgm:t>
        <a:bodyPr/>
        <a:lstStyle/>
        <a:p>
          <a:endParaRPr lang="en-US"/>
        </a:p>
      </dgm:t>
    </dgm:pt>
    <dgm:pt modelId="{F0C03716-E055-48DE-BB15-2A9C967CD7F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Blocks for other nodes</a:t>
          </a:r>
          <a:endParaRPr lang="en-US"/>
        </a:p>
      </dgm:t>
    </dgm:pt>
    <dgm:pt modelId="{8A06ED80-9D29-4E9D-AF96-2E3766CD4D2B}" type="parTrans" cxnId="{E3510C17-73AD-4D7C-A658-0101B17E4A69}">
      <dgm:prSet/>
      <dgm:spPr/>
      <dgm:t>
        <a:bodyPr/>
        <a:lstStyle/>
        <a:p>
          <a:endParaRPr lang="en-US"/>
        </a:p>
      </dgm:t>
    </dgm:pt>
    <dgm:pt modelId="{726F95F1-AF11-4D51-BC20-5167090292E9}" type="sibTrans" cxnId="{E3510C17-73AD-4D7C-A658-0101B17E4A69}">
      <dgm:prSet/>
      <dgm:spPr/>
      <dgm:t>
        <a:bodyPr/>
        <a:lstStyle/>
        <a:p>
          <a:endParaRPr lang="en-US"/>
        </a:p>
      </dgm:t>
    </dgm:pt>
    <dgm:pt modelId="{FE1415E6-EDA0-4568-8FEA-624811B69D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node</a:t>
          </a:r>
          <a:r>
            <a:rPr lang="tr-TR" dirty="0"/>
            <a:t> </a:t>
          </a:r>
          <a:r>
            <a:rPr lang="en-US" dirty="0"/>
            <a:t>can</a:t>
          </a:r>
          <a:r>
            <a:rPr lang="tr-TR" dirty="0"/>
            <a:t> </a:t>
          </a:r>
          <a:r>
            <a:rPr lang="en-US" dirty="0"/>
            <a:t>identify which blocks</a:t>
          </a:r>
        </a:p>
      </dgm:t>
    </dgm:pt>
    <dgm:pt modelId="{2FB0689A-D06D-460F-8B3D-E213E47F77F2}" type="parTrans" cxnId="{A8C8919E-A380-400E-9215-D40513E0D065}">
      <dgm:prSet/>
      <dgm:spPr/>
      <dgm:t>
        <a:bodyPr/>
        <a:lstStyle/>
        <a:p>
          <a:endParaRPr lang="en-US"/>
        </a:p>
      </dgm:t>
    </dgm:pt>
    <dgm:pt modelId="{F38BBE57-C7DB-4381-8D20-8D718C7D3DB4}" type="sibTrans" cxnId="{A8C8919E-A380-400E-9215-D40513E0D065}">
      <dgm:prSet/>
      <dgm:spPr/>
      <dgm:t>
        <a:bodyPr/>
        <a:lstStyle/>
        <a:p>
          <a:endParaRPr lang="en-US"/>
        </a:p>
      </dgm:t>
    </dgm:pt>
    <dgm:pt modelId="{F1CE3530-A42F-46A9-AE74-554A362AD0F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inv (inventory) message</a:t>
          </a:r>
          <a:endParaRPr lang="en-US"/>
        </a:p>
      </dgm:t>
    </dgm:pt>
    <dgm:pt modelId="{1A7D6395-9EA0-4734-A6B2-7C68555075AD}" type="parTrans" cxnId="{975F0CCF-C01E-422C-8CBD-F2C9B4128378}">
      <dgm:prSet/>
      <dgm:spPr/>
      <dgm:t>
        <a:bodyPr/>
        <a:lstStyle/>
        <a:p>
          <a:endParaRPr lang="en-US"/>
        </a:p>
      </dgm:t>
    </dgm:pt>
    <dgm:pt modelId="{9F43C7FE-4795-4949-B644-9E99A26B637A}" type="sibTrans" cxnId="{975F0CCF-C01E-422C-8CBD-F2C9B4128378}">
      <dgm:prSet/>
      <dgm:spPr/>
      <dgm:t>
        <a:bodyPr/>
        <a:lstStyle/>
        <a:p>
          <a:endParaRPr lang="en-US"/>
        </a:p>
      </dgm:t>
    </dgm:pt>
    <dgm:pt modelId="{4C87904B-7085-4C90-B424-90938693C14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identify the</a:t>
          </a:r>
          <a:r>
            <a:rPr lang="tr-TR"/>
            <a:t> </a:t>
          </a:r>
          <a:r>
            <a:rPr lang="en-US"/>
            <a:t>first 500 blocks </a:t>
          </a:r>
        </a:p>
      </dgm:t>
    </dgm:pt>
    <dgm:pt modelId="{C342560D-B86A-434A-8ABC-A7FB704909F3}" type="parTrans" cxnId="{B5FB61A2-540D-436C-8133-A7678B8C5E06}">
      <dgm:prSet/>
      <dgm:spPr/>
      <dgm:t>
        <a:bodyPr/>
        <a:lstStyle/>
        <a:p>
          <a:endParaRPr lang="en-US"/>
        </a:p>
      </dgm:t>
    </dgm:pt>
    <dgm:pt modelId="{A5E760C5-4701-418F-92FF-C8AE28D9F9E3}" type="sibTrans" cxnId="{B5FB61A2-540D-436C-8133-A7678B8C5E06}">
      <dgm:prSet/>
      <dgm:spPr/>
      <dgm:t>
        <a:bodyPr/>
        <a:lstStyle/>
        <a:p>
          <a:endParaRPr lang="en-US"/>
        </a:p>
      </dgm:t>
    </dgm:pt>
    <dgm:pt modelId="{92331811-6838-4144-9BCA-CC61737DE3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share and transmit their hashes</a:t>
          </a:r>
        </a:p>
      </dgm:t>
    </dgm:pt>
    <dgm:pt modelId="{DEDC63DD-835A-40E4-9981-8B6CE10EE1FD}" type="parTrans" cxnId="{261B6B1E-03BE-4BC7-A91E-FE429312D540}">
      <dgm:prSet/>
      <dgm:spPr/>
      <dgm:t>
        <a:bodyPr/>
        <a:lstStyle/>
        <a:p>
          <a:endParaRPr lang="en-US"/>
        </a:p>
      </dgm:t>
    </dgm:pt>
    <dgm:pt modelId="{2164A444-E159-4F27-8A10-40B804F6D108}" type="sibTrans" cxnId="{261B6B1E-03BE-4BC7-A91E-FE429312D540}">
      <dgm:prSet/>
      <dgm:spPr/>
      <dgm:t>
        <a:bodyPr/>
        <a:lstStyle/>
        <a:p>
          <a:endParaRPr lang="en-US"/>
        </a:p>
      </dgm:t>
    </dgm:pt>
    <dgm:pt modelId="{214CE136-D08D-4165-8BFD-969EC8AE6A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other node needs</a:t>
          </a:r>
          <a:r>
            <a:rPr lang="tr-TR" dirty="0"/>
            <a:t> </a:t>
          </a:r>
          <a:r>
            <a:rPr lang="en-US" dirty="0"/>
            <a:t>in order to “catch up.”</a:t>
          </a:r>
        </a:p>
      </dgm:t>
    </dgm:pt>
    <dgm:pt modelId="{BD741F0C-93C5-4EA9-9326-51AC0F512A0D}" type="parTrans" cxnId="{AABAA822-4896-4612-BAF8-200B70667872}">
      <dgm:prSet/>
      <dgm:spPr/>
    </dgm:pt>
    <dgm:pt modelId="{3558FBAA-D1A6-40C2-9714-9899EA154A48}" type="sibTrans" cxnId="{AABAA822-4896-4612-BAF8-200B70667872}">
      <dgm:prSet/>
      <dgm:spPr/>
    </dgm:pt>
    <dgm:pt modelId="{750D2401-B448-4F69-9173-E5F0C7144410}" type="pres">
      <dgm:prSet presAssocID="{E6A1F236-C26F-4119-BDA8-BA0349F315C9}" presName="root" presStyleCnt="0">
        <dgm:presLayoutVars>
          <dgm:dir/>
          <dgm:resizeHandles val="exact"/>
        </dgm:presLayoutVars>
      </dgm:prSet>
      <dgm:spPr/>
    </dgm:pt>
    <dgm:pt modelId="{11703F57-DB7A-48EC-9C48-F800763811F3}" type="pres">
      <dgm:prSet presAssocID="{E9C89BF9-C91D-430A-9E1C-33C093DD4224}" presName="compNode" presStyleCnt="0"/>
      <dgm:spPr/>
    </dgm:pt>
    <dgm:pt modelId="{50231A68-65CA-4D9B-B30F-44958F81674F}" type="pres">
      <dgm:prSet presAssocID="{E9C89BF9-C91D-430A-9E1C-33C093DD422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1793DBCE-302C-416E-9D24-DAA9905C2C83}" type="pres">
      <dgm:prSet presAssocID="{E9C89BF9-C91D-430A-9E1C-33C093DD4224}" presName="iconSpace" presStyleCnt="0"/>
      <dgm:spPr/>
    </dgm:pt>
    <dgm:pt modelId="{9639F715-41DA-488E-971D-F0E3AC03C62F}" type="pres">
      <dgm:prSet presAssocID="{E9C89BF9-C91D-430A-9E1C-33C093DD4224}" presName="parTx" presStyleLbl="revTx" presStyleIdx="0" presStyleCnt="6">
        <dgm:presLayoutVars>
          <dgm:chMax val="0"/>
          <dgm:chPref val="0"/>
        </dgm:presLayoutVars>
      </dgm:prSet>
      <dgm:spPr/>
    </dgm:pt>
    <dgm:pt modelId="{C99807DE-1472-4FF7-AB6A-A99295536D52}" type="pres">
      <dgm:prSet presAssocID="{E9C89BF9-C91D-430A-9E1C-33C093DD4224}" presName="txSpace" presStyleCnt="0"/>
      <dgm:spPr/>
    </dgm:pt>
    <dgm:pt modelId="{5710A5D1-14FF-49E2-AFB4-0CFB6588A5A4}" type="pres">
      <dgm:prSet presAssocID="{E9C89BF9-C91D-430A-9E1C-33C093DD4224}" presName="desTx" presStyleLbl="revTx" presStyleIdx="1" presStyleCnt="6">
        <dgm:presLayoutVars/>
      </dgm:prSet>
      <dgm:spPr/>
    </dgm:pt>
    <dgm:pt modelId="{3929BEF5-5FF8-49CB-8DF1-27C3FFC893F3}" type="pres">
      <dgm:prSet presAssocID="{68F68507-9BB8-4A20-8B41-009A4B5B79E5}" presName="sibTrans" presStyleCnt="0"/>
      <dgm:spPr/>
    </dgm:pt>
    <dgm:pt modelId="{A1F7BE31-4269-4CDA-B82C-F2C894C6CF84}" type="pres">
      <dgm:prSet presAssocID="{F0C03716-E055-48DE-BB15-2A9C967CD7FB}" presName="compNode" presStyleCnt="0"/>
      <dgm:spPr/>
    </dgm:pt>
    <dgm:pt modelId="{438F2551-B04B-43A8-80AB-DCFBD97C55F0}" type="pres">
      <dgm:prSet presAssocID="{F0C03716-E055-48DE-BB15-2A9C967CD7F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EAC4C6AB-526A-481D-9C64-1322D1FC04C5}" type="pres">
      <dgm:prSet presAssocID="{F0C03716-E055-48DE-BB15-2A9C967CD7FB}" presName="iconSpace" presStyleCnt="0"/>
      <dgm:spPr/>
    </dgm:pt>
    <dgm:pt modelId="{7646EAC2-D968-456C-B00D-F9C21277AB80}" type="pres">
      <dgm:prSet presAssocID="{F0C03716-E055-48DE-BB15-2A9C967CD7FB}" presName="parTx" presStyleLbl="revTx" presStyleIdx="2" presStyleCnt="6">
        <dgm:presLayoutVars>
          <dgm:chMax val="0"/>
          <dgm:chPref val="0"/>
        </dgm:presLayoutVars>
      </dgm:prSet>
      <dgm:spPr/>
    </dgm:pt>
    <dgm:pt modelId="{C903955D-59C7-4545-9B45-38A6C797607E}" type="pres">
      <dgm:prSet presAssocID="{F0C03716-E055-48DE-BB15-2A9C967CD7FB}" presName="txSpace" presStyleCnt="0"/>
      <dgm:spPr/>
    </dgm:pt>
    <dgm:pt modelId="{CA10CB2D-47A7-4361-A1B1-5DC251309590}" type="pres">
      <dgm:prSet presAssocID="{F0C03716-E055-48DE-BB15-2A9C967CD7FB}" presName="desTx" presStyleLbl="revTx" presStyleIdx="3" presStyleCnt="6">
        <dgm:presLayoutVars/>
      </dgm:prSet>
      <dgm:spPr/>
    </dgm:pt>
    <dgm:pt modelId="{DED551F2-65A0-40B0-8BBA-6F2280F4058D}" type="pres">
      <dgm:prSet presAssocID="{726F95F1-AF11-4D51-BC20-5167090292E9}" presName="sibTrans" presStyleCnt="0"/>
      <dgm:spPr/>
    </dgm:pt>
    <dgm:pt modelId="{60E6AB44-4843-4EE5-A37C-1FF2A25ABEAE}" type="pres">
      <dgm:prSet presAssocID="{F1CE3530-A42F-46A9-AE74-554A362AD0FF}" presName="compNode" presStyleCnt="0"/>
      <dgm:spPr/>
    </dgm:pt>
    <dgm:pt modelId="{E664D622-0D2E-4C18-B317-AB6052A8171B}" type="pres">
      <dgm:prSet presAssocID="{F1CE3530-A42F-46A9-AE74-554A362AD0F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ion"/>
        </a:ext>
      </dgm:extLst>
    </dgm:pt>
    <dgm:pt modelId="{15B6D5A4-6AFE-4342-A827-6A7144AFCD6F}" type="pres">
      <dgm:prSet presAssocID="{F1CE3530-A42F-46A9-AE74-554A362AD0FF}" presName="iconSpace" presStyleCnt="0"/>
      <dgm:spPr/>
    </dgm:pt>
    <dgm:pt modelId="{49A9DE19-5B7B-4955-9862-382EDE8A8F58}" type="pres">
      <dgm:prSet presAssocID="{F1CE3530-A42F-46A9-AE74-554A362AD0FF}" presName="parTx" presStyleLbl="revTx" presStyleIdx="4" presStyleCnt="6">
        <dgm:presLayoutVars>
          <dgm:chMax val="0"/>
          <dgm:chPref val="0"/>
        </dgm:presLayoutVars>
      </dgm:prSet>
      <dgm:spPr/>
    </dgm:pt>
    <dgm:pt modelId="{591E05CB-6B5D-495C-95AF-333461BA2C9B}" type="pres">
      <dgm:prSet presAssocID="{F1CE3530-A42F-46A9-AE74-554A362AD0FF}" presName="txSpace" presStyleCnt="0"/>
      <dgm:spPr/>
    </dgm:pt>
    <dgm:pt modelId="{4568A86D-11AD-4ED7-A8AF-0A2C91F5B034}" type="pres">
      <dgm:prSet presAssocID="{F1CE3530-A42F-46A9-AE74-554A362AD0FF}" presName="desTx" presStyleLbl="revTx" presStyleIdx="5" presStyleCnt="6">
        <dgm:presLayoutVars/>
      </dgm:prSet>
      <dgm:spPr/>
    </dgm:pt>
  </dgm:ptLst>
  <dgm:cxnLst>
    <dgm:cxn modelId="{717B320C-AE4C-42A7-91CD-99F585B6370A}" type="presOf" srcId="{4C87904B-7085-4C90-B424-90938693C14E}" destId="{4568A86D-11AD-4ED7-A8AF-0A2C91F5B034}" srcOrd="0" destOrd="0" presId="urn:microsoft.com/office/officeart/2018/5/layout/CenteredIconLabelDescriptionList"/>
    <dgm:cxn modelId="{1324270F-89ED-4E1B-8D5D-6FA3BA5A895B}" srcId="{E9C89BF9-C91D-430A-9E1C-33C093DD4224}" destId="{0B49114C-5A33-4B80-AB58-5399683B3CEF}" srcOrd="0" destOrd="0" parTransId="{465C570D-35FC-4689-BE1C-C4858E16B422}" sibTransId="{A1F3DCDD-148C-46C5-BC04-C15ECDC8E504}"/>
    <dgm:cxn modelId="{E3510C17-73AD-4D7C-A658-0101B17E4A69}" srcId="{E6A1F236-C26F-4119-BDA8-BA0349F315C9}" destId="{F0C03716-E055-48DE-BB15-2A9C967CD7FB}" srcOrd="1" destOrd="0" parTransId="{8A06ED80-9D29-4E9D-AF96-2E3766CD4D2B}" sibTransId="{726F95F1-AF11-4D51-BC20-5167090292E9}"/>
    <dgm:cxn modelId="{51D4D21C-54AD-4EF5-92F1-B5128E7DF743}" srcId="{E9C89BF9-C91D-430A-9E1C-33C093DD4224}" destId="{9D7D0A20-9C4A-4BD7-A3C0-F21BA86CD0AD}" srcOrd="1" destOrd="0" parTransId="{88021447-446F-45E2-8A3F-33C461DF3E6F}" sibTransId="{024905F3-F9E7-4969-A217-1E565BEF1587}"/>
    <dgm:cxn modelId="{C964071E-1648-4738-B131-F3BD53344224}" type="presOf" srcId="{214CE136-D08D-4165-8BFD-969EC8AE6AA8}" destId="{CA10CB2D-47A7-4361-A1B1-5DC251309590}" srcOrd="0" destOrd="1" presId="urn:microsoft.com/office/officeart/2018/5/layout/CenteredIconLabelDescriptionList"/>
    <dgm:cxn modelId="{261B6B1E-03BE-4BC7-A91E-FE429312D540}" srcId="{F1CE3530-A42F-46A9-AE74-554A362AD0FF}" destId="{92331811-6838-4144-9BCA-CC61737DE301}" srcOrd="1" destOrd="0" parTransId="{DEDC63DD-835A-40E4-9981-8B6CE10EE1FD}" sibTransId="{2164A444-E159-4F27-8A10-40B804F6D108}"/>
    <dgm:cxn modelId="{AABAA822-4896-4612-BAF8-200B70667872}" srcId="{F0C03716-E055-48DE-BB15-2A9C967CD7FB}" destId="{214CE136-D08D-4165-8BFD-969EC8AE6AA8}" srcOrd="1" destOrd="0" parTransId="{BD741F0C-93C5-4EA9-9326-51AC0F512A0D}" sibTransId="{3558FBAA-D1A6-40C2-9714-9899EA154A48}"/>
    <dgm:cxn modelId="{BEDB4C5E-1166-4DCC-9151-5606456A17DA}" srcId="{E6A1F236-C26F-4119-BDA8-BA0349F315C9}" destId="{E9C89BF9-C91D-430A-9E1C-33C093DD4224}" srcOrd="0" destOrd="0" parTransId="{48ADA44D-BD52-413C-A90B-474F70E6BCEB}" sibTransId="{68F68507-9BB8-4A20-8B41-009A4B5B79E5}"/>
    <dgm:cxn modelId="{1E6EC745-24AF-4378-BC5F-4B92D6E597B6}" type="presOf" srcId="{F1CE3530-A42F-46A9-AE74-554A362AD0FF}" destId="{49A9DE19-5B7B-4955-9862-382EDE8A8F58}" srcOrd="0" destOrd="0" presId="urn:microsoft.com/office/officeart/2018/5/layout/CenteredIconLabelDescriptionList"/>
    <dgm:cxn modelId="{6FD08E58-AA41-4791-8464-23687F308297}" type="presOf" srcId="{E9C89BF9-C91D-430A-9E1C-33C093DD4224}" destId="{9639F715-41DA-488E-971D-F0E3AC03C62F}" srcOrd="0" destOrd="0" presId="urn:microsoft.com/office/officeart/2018/5/layout/CenteredIconLabelDescriptionList"/>
    <dgm:cxn modelId="{EC932579-56DF-4070-A6B4-D8DE1CEF5928}" type="presOf" srcId="{E6A1F236-C26F-4119-BDA8-BA0349F315C9}" destId="{750D2401-B448-4F69-9173-E5F0C7144410}" srcOrd="0" destOrd="0" presId="urn:microsoft.com/office/officeart/2018/5/layout/CenteredIconLabelDescriptionList"/>
    <dgm:cxn modelId="{A8C8919E-A380-400E-9215-D40513E0D065}" srcId="{F0C03716-E055-48DE-BB15-2A9C967CD7FB}" destId="{FE1415E6-EDA0-4568-8FEA-624811B69DB2}" srcOrd="0" destOrd="0" parTransId="{2FB0689A-D06D-460F-8B3D-E213E47F77F2}" sibTransId="{F38BBE57-C7DB-4381-8D20-8D718C7D3DB4}"/>
    <dgm:cxn modelId="{B5FB61A2-540D-436C-8133-A7678B8C5E06}" srcId="{F1CE3530-A42F-46A9-AE74-554A362AD0FF}" destId="{4C87904B-7085-4C90-B424-90938693C14E}" srcOrd="0" destOrd="0" parTransId="{C342560D-B86A-434A-8ABC-A7FB704909F3}" sibTransId="{A5E760C5-4701-418F-92FF-C8AE28D9F9E3}"/>
    <dgm:cxn modelId="{52D94BC2-9E3F-4325-B1B9-2EA6016A3C5E}" type="presOf" srcId="{92331811-6838-4144-9BCA-CC61737DE301}" destId="{4568A86D-11AD-4ED7-A8AF-0A2C91F5B034}" srcOrd="0" destOrd="1" presId="urn:microsoft.com/office/officeart/2018/5/layout/CenteredIconLabelDescriptionList"/>
    <dgm:cxn modelId="{DECCEFC3-7CB2-45DA-BAFA-F36CCF50A61F}" type="presOf" srcId="{FE1415E6-EDA0-4568-8FEA-624811B69DB2}" destId="{CA10CB2D-47A7-4361-A1B1-5DC251309590}" srcOrd="0" destOrd="0" presId="urn:microsoft.com/office/officeart/2018/5/layout/CenteredIconLabelDescriptionList"/>
    <dgm:cxn modelId="{71F34FC9-5E0F-4094-A57C-A669483998BE}" type="presOf" srcId="{9D7D0A20-9C4A-4BD7-A3C0-F21BA86CD0AD}" destId="{5710A5D1-14FF-49E2-AFB4-0CFB6588A5A4}" srcOrd="0" destOrd="1" presId="urn:microsoft.com/office/officeart/2018/5/layout/CenteredIconLabelDescriptionList"/>
    <dgm:cxn modelId="{975F0CCF-C01E-422C-8CBD-F2C9B4128378}" srcId="{E6A1F236-C26F-4119-BDA8-BA0349F315C9}" destId="{F1CE3530-A42F-46A9-AE74-554A362AD0FF}" srcOrd="2" destOrd="0" parTransId="{1A7D6395-9EA0-4734-A6B2-7C68555075AD}" sibTransId="{9F43C7FE-4795-4949-B644-9E99A26B637A}"/>
    <dgm:cxn modelId="{6CDCA2F3-7316-464E-B5FC-DCE6AB87D536}" type="presOf" srcId="{F0C03716-E055-48DE-BB15-2A9C967CD7FB}" destId="{7646EAC2-D968-456C-B00D-F9C21277AB80}" srcOrd="0" destOrd="0" presId="urn:microsoft.com/office/officeart/2018/5/layout/CenteredIconLabelDescriptionList"/>
    <dgm:cxn modelId="{90F416F6-4CF6-4F6D-84CF-4ADB8459154F}" type="presOf" srcId="{0B49114C-5A33-4B80-AB58-5399683B3CEF}" destId="{5710A5D1-14FF-49E2-AFB4-0CFB6588A5A4}" srcOrd="0" destOrd="0" presId="urn:microsoft.com/office/officeart/2018/5/layout/CenteredIconLabelDescriptionList"/>
    <dgm:cxn modelId="{079A737B-F665-4F42-8604-458A6CBBCE46}" type="presParOf" srcId="{750D2401-B448-4F69-9173-E5F0C7144410}" destId="{11703F57-DB7A-48EC-9C48-F800763811F3}" srcOrd="0" destOrd="0" presId="urn:microsoft.com/office/officeart/2018/5/layout/CenteredIconLabelDescriptionList"/>
    <dgm:cxn modelId="{DD42BA58-8823-4157-8CC0-2433EB32DC70}" type="presParOf" srcId="{11703F57-DB7A-48EC-9C48-F800763811F3}" destId="{50231A68-65CA-4D9B-B30F-44958F81674F}" srcOrd="0" destOrd="0" presId="urn:microsoft.com/office/officeart/2018/5/layout/CenteredIconLabelDescriptionList"/>
    <dgm:cxn modelId="{F3A03663-0029-468C-8155-423B8BE96ECC}" type="presParOf" srcId="{11703F57-DB7A-48EC-9C48-F800763811F3}" destId="{1793DBCE-302C-416E-9D24-DAA9905C2C83}" srcOrd="1" destOrd="0" presId="urn:microsoft.com/office/officeart/2018/5/layout/CenteredIconLabelDescriptionList"/>
    <dgm:cxn modelId="{265A3401-D612-4835-9C76-34A0C0EC4565}" type="presParOf" srcId="{11703F57-DB7A-48EC-9C48-F800763811F3}" destId="{9639F715-41DA-488E-971D-F0E3AC03C62F}" srcOrd="2" destOrd="0" presId="urn:microsoft.com/office/officeart/2018/5/layout/CenteredIconLabelDescriptionList"/>
    <dgm:cxn modelId="{01ACF018-67FA-4691-A010-FBB1364AC9A2}" type="presParOf" srcId="{11703F57-DB7A-48EC-9C48-F800763811F3}" destId="{C99807DE-1472-4FF7-AB6A-A99295536D52}" srcOrd="3" destOrd="0" presId="urn:microsoft.com/office/officeart/2018/5/layout/CenteredIconLabelDescriptionList"/>
    <dgm:cxn modelId="{85819C9C-93DF-489C-8402-F23617BBA8D9}" type="presParOf" srcId="{11703F57-DB7A-48EC-9C48-F800763811F3}" destId="{5710A5D1-14FF-49E2-AFB4-0CFB6588A5A4}" srcOrd="4" destOrd="0" presId="urn:microsoft.com/office/officeart/2018/5/layout/CenteredIconLabelDescriptionList"/>
    <dgm:cxn modelId="{08A80C00-3F51-4B4C-AC95-7ACE7879D4F4}" type="presParOf" srcId="{750D2401-B448-4F69-9173-E5F0C7144410}" destId="{3929BEF5-5FF8-49CB-8DF1-27C3FFC893F3}" srcOrd="1" destOrd="0" presId="urn:microsoft.com/office/officeart/2018/5/layout/CenteredIconLabelDescriptionList"/>
    <dgm:cxn modelId="{08232820-0D83-4230-8322-EFB68B590B2F}" type="presParOf" srcId="{750D2401-B448-4F69-9173-E5F0C7144410}" destId="{A1F7BE31-4269-4CDA-B82C-F2C894C6CF84}" srcOrd="2" destOrd="0" presId="urn:microsoft.com/office/officeart/2018/5/layout/CenteredIconLabelDescriptionList"/>
    <dgm:cxn modelId="{3DC4CA1C-71EE-45C4-86A4-A0EC30B493DA}" type="presParOf" srcId="{A1F7BE31-4269-4CDA-B82C-F2C894C6CF84}" destId="{438F2551-B04B-43A8-80AB-DCFBD97C55F0}" srcOrd="0" destOrd="0" presId="urn:microsoft.com/office/officeart/2018/5/layout/CenteredIconLabelDescriptionList"/>
    <dgm:cxn modelId="{0F3CA6BA-A318-4E3A-9EB5-10B296851A3E}" type="presParOf" srcId="{A1F7BE31-4269-4CDA-B82C-F2C894C6CF84}" destId="{EAC4C6AB-526A-481D-9C64-1322D1FC04C5}" srcOrd="1" destOrd="0" presId="urn:microsoft.com/office/officeart/2018/5/layout/CenteredIconLabelDescriptionList"/>
    <dgm:cxn modelId="{B3550328-AD77-44B4-8C49-79235D4CAAD2}" type="presParOf" srcId="{A1F7BE31-4269-4CDA-B82C-F2C894C6CF84}" destId="{7646EAC2-D968-456C-B00D-F9C21277AB80}" srcOrd="2" destOrd="0" presId="urn:microsoft.com/office/officeart/2018/5/layout/CenteredIconLabelDescriptionList"/>
    <dgm:cxn modelId="{5BA51AEF-649A-4A15-B04D-3B1C8C39246D}" type="presParOf" srcId="{A1F7BE31-4269-4CDA-B82C-F2C894C6CF84}" destId="{C903955D-59C7-4545-9B45-38A6C797607E}" srcOrd="3" destOrd="0" presId="urn:microsoft.com/office/officeart/2018/5/layout/CenteredIconLabelDescriptionList"/>
    <dgm:cxn modelId="{0C73409B-3C82-4B00-AD80-21B8AD4845D5}" type="presParOf" srcId="{A1F7BE31-4269-4CDA-B82C-F2C894C6CF84}" destId="{CA10CB2D-47A7-4361-A1B1-5DC251309590}" srcOrd="4" destOrd="0" presId="urn:microsoft.com/office/officeart/2018/5/layout/CenteredIconLabelDescriptionList"/>
    <dgm:cxn modelId="{AD275483-394E-4E46-B0E6-71BF3D1A9670}" type="presParOf" srcId="{750D2401-B448-4F69-9173-E5F0C7144410}" destId="{DED551F2-65A0-40B0-8BBA-6F2280F4058D}" srcOrd="3" destOrd="0" presId="urn:microsoft.com/office/officeart/2018/5/layout/CenteredIconLabelDescriptionList"/>
    <dgm:cxn modelId="{A6D2B26E-C588-43B7-B5B2-8FF63F0C324C}" type="presParOf" srcId="{750D2401-B448-4F69-9173-E5F0C7144410}" destId="{60E6AB44-4843-4EE5-A37C-1FF2A25ABEAE}" srcOrd="4" destOrd="0" presId="urn:microsoft.com/office/officeart/2018/5/layout/CenteredIconLabelDescriptionList"/>
    <dgm:cxn modelId="{BBC49E7B-A822-49AA-9083-932CFC156F73}" type="presParOf" srcId="{60E6AB44-4843-4EE5-A37C-1FF2A25ABEAE}" destId="{E664D622-0D2E-4C18-B317-AB6052A8171B}" srcOrd="0" destOrd="0" presId="urn:microsoft.com/office/officeart/2018/5/layout/CenteredIconLabelDescriptionList"/>
    <dgm:cxn modelId="{61F569BD-170D-47D7-844A-4A789DD6B034}" type="presParOf" srcId="{60E6AB44-4843-4EE5-A37C-1FF2A25ABEAE}" destId="{15B6D5A4-6AFE-4342-A827-6A7144AFCD6F}" srcOrd="1" destOrd="0" presId="urn:microsoft.com/office/officeart/2018/5/layout/CenteredIconLabelDescriptionList"/>
    <dgm:cxn modelId="{61296C9F-FFA0-420C-B598-833811C18A99}" type="presParOf" srcId="{60E6AB44-4843-4EE5-A37C-1FF2A25ABEAE}" destId="{49A9DE19-5B7B-4955-9862-382EDE8A8F58}" srcOrd="2" destOrd="0" presId="urn:microsoft.com/office/officeart/2018/5/layout/CenteredIconLabelDescriptionList"/>
    <dgm:cxn modelId="{7FCABB6C-11B0-474A-8F97-71B6634EE3B7}" type="presParOf" srcId="{60E6AB44-4843-4EE5-A37C-1FF2A25ABEAE}" destId="{591E05CB-6B5D-495C-95AF-333461BA2C9B}" srcOrd="3" destOrd="0" presId="urn:microsoft.com/office/officeart/2018/5/layout/CenteredIconLabelDescriptionList"/>
    <dgm:cxn modelId="{72705683-8BAB-4C09-A4CB-8B8245AD485B}" type="presParOf" srcId="{60E6AB44-4843-4EE5-A37C-1FF2A25ABEAE}" destId="{4568A86D-11AD-4ED7-A8AF-0A2C91F5B03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6EDE739A-5845-4D2C-80AF-1B955095AC5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49E73912-4D44-4E52-8A7B-1A4B4302DF1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Requesting blocks</a:t>
          </a:r>
          <a:endParaRPr lang="en-US"/>
        </a:p>
      </dgm:t>
    </dgm:pt>
    <dgm:pt modelId="{58918801-3492-4EE4-93BC-A164E39C5A30}" type="parTrans" cxnId="{D5052980-19AE-46C5-9D61-AC2321733F3E}">
      <dgm:prSet/>
      <dgm:spPr/>
      <dgm:t>
        <a:bodyPr/>
        <a:lstStyle/>
        <a:p>
          <a:endParaRPr lang="en-US"/>
        </a:p>
      </dgm:t>
    </dgm:pt>
    <dgm:pt modelId="{AF58BE44-32FD-423B-AFFC-C08B17DA49C7}" type="sibTrans" cxnId="{D5052980-19AE-46C5-9D61-AC2321733F3E}">
      <dgm:prSet/>
      <dgm:spPr/>
      <dgm:t>
        <a:bodyPr/>
        <a:lstStyle/>
        <a:p>
          <a:endParaRPr lang="en-US"/>
        </a:p>
      </dgm:t>
    </dgm:pt>
    <dgm:pt modelId="{CBFA66DF-F9B5-4099-A0E0-BA7DE184FD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issuing a series of getdata</a:t>
          </a:r>
          <a:r>
            <a:rPr lang="tr-TR"/>
            <a:t> </a:t>
          </a:r>
          <a:r>
            <a:rPr lang="en-US"/>
            <a:t>messages </a:t>
          </a:r>
        </a:p>
      </dgm:t>
    </dgm:pt>
    <dgm:pt modelId="{060E8BE4-9A59-47DF-A760-A6219374AF2C}" type="parTrans" cxnId="{56044F7B-1BDF-41DF-AD58-738781333B3B}">
      <dgm:prSet/>
      <dgm:spPr/>
      <dgm:t>
        <a:bodyPr/>
        <a:lstStyle/>
        <a:p>
          <a:endParaRPr lang="en-US"/>
        </a:p>
      </dgm:t>
    </dgm:pt>
    <dgm:pt modelId="{47BF389B-C3BB-4A04-98F2-5D96B4156AFB}" type="sibTrans" cxnId="{56044F7B-1BDF-41DF-AD58-738781333B3B}">
      <dgm:prSet/>
      <dgm:spPr/>
      <dgm:t>
        <a:bodyPr/>
        <a:lstStyle/>
        <a:p>
          <a:endParaRPr lang="en-US"/>
        </a:p>
      </dgm:t>
    </dgm:pt>
    <dgm:pt modelId="{BB0CF21F-0F26-4BE0-ABDC-092E990EA8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requesting the full block data </a:t>
          </a:r>
        </a:p>
      </dgm:t>
    </dgm:pt>
    <dgm:pt modelId="{150581F1-F139-4767-A830-8FDE534BC70C}" type="parTrans" cxnId="{89E23B8B-7AB5-4490-8B18-42850BA4BCC3}">
      <dgm:prSet/>
      <dgm:spPr/>
      <dgm:t>
        <a:bodyPr/>
        <a:lstStyle/>
        <a:p>
          <a:endParaRPr lang="en-US"/>
        </a:p>
      </dgm:t>
    </dgm:pt>
    <dgm:pt modelId="{27FD3044-9A90-47FA-BB51-F9E74618CA96}" type="sibTrans" cxnId="{89E23B8B-7AB5-4490-8B18-42850BA4BCC3}">
      <dgm:prSet/>
      <dgm:spPr/>
      <dgm:t>
        <a:bodyPr/>
        <a:lstStyle/>
        <a:p>
          <a:endParaRPr lang="en-US"/>
        </a:p>
      </dgm:t>
    </dgm:pt>
    <dgm:pt modelId="{9D514AA4-0CE7-4DD6-9D70-45BFEB4201E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Hashes from inv message</a:t>
          </a:r>
          <a:endParaRPr lang="en-US"/>
        </a:p>
      </dgm:t>
    </dgm:pt>
    <dgm:pt modelId="{A4443026-2FF8-4D8B-90C8-E1EA3168F8DD}" type="parTrans" cxnId="{620F76D3-2A75-4FBA-BBC3-7135B1C49742}">
      <dgm:prSet/>
      <dgm:spPr/>
      <dgm:t>
        <a:bodyPr/>
        <a:lstStyle/>
        <a:p>
          <a:endParaRPr lang="en-US"/>
        </a:p>
      </dgm:t>
    </dgm:pt>
    <dgm:pt modelId="{85C1E1A1-5D83-4362-86DC-23851123A9F3}" type="sibTrans" cxnId="{620F76D3-2A75-4FBA-BBC3-7135B1C49742}">
      <dgm:prSet/>
      <dgm:spPr/>
      <dgm:t>
        <a:bodyPr/>
        <a:lstStyle/>
        <a:p>
          <a:endParaRPr lang="en-US"/>
        </a:p>
      </dgm:t>
    </dgm:pt>
    <dgm:pt modelId="{705D5BC5-0634-4CB7-83A8-D5497309BA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identifying the requested blocks </a:t>
          </a:r>
        </a:p>
      </dgm:t>
    </dgm:pt>
    <dgm:pt modelId="{5082DCC3-C826-4221-976E-624CB35E7E66}" type="parTrans" cxnId="{5D8DB9B7-0F37-4F6E-A29C-2B5762493463}">
      <dgm:prSet/>
      <dgm:spPr/>
      <dgm:t>
        <a:bodyPr/>
        <a:lstStyle/>
        <a:p>
          <a:endParaRPr lang="en-US"/>
        </a:p>
      </dgm:t>
    </dgm:pt>
    <dgm:pt modelId="{F0D08C75-4D30-4BD5-9C6D-00911FCB34DA}" type="sibTrans" cxnId="{5D8DB9B7-0F37-4F6E-A29C-2B5762493463}">
      <dgm:prSet/>
      <dgm:spPr/>
      <dgm:t>
        <a:bodyPr/>
        <a:lstStyle/>
        <a:p>
          <a:endParaRPr lang="en-US"/>
        </a:p>
      </dgm:t>
    </dgm:pt>
    <dgm:pt modelId="{353D9B74-93F7-445C-9EF7-5B0ABFAE79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the</a:t>
          </a:r>
          <a:r>
            <a:rPr lang="tr-TR"/>
            <a:t> </a:t>
          </a:r>
          <a:r>
            <a:rPr lang="en-US"/>
            <a:t>hashes from the inv message.</a:t>
          </a:r>
        </a:p>
      </dgm:t>
    </dgm:pt>
    <dgm:pt modelId="{6F6352BE-9483-44F5-9D3C-006F0518AB7E}" type="parTrans" cxnId="{3E15954B-762E-4B80-AB3E-C5E3B16C775E}">
      <dgm:prSet/>
      <dgm:spPr/>
      <dgm:t>
        <a:bodyPr/>
        <a:lstStyle/>
        <a:p>
          <a:endParaRPr lang="en-US"/>
        </a:p>
      </dgm:t>
    </dgm:pt>
    <dgm:pt modelId="{613BECAD-5AED-44D0-99DE-B83107CB21A0}" type="sibTrans" cxnId="{3E15954B-762E-4B80-AB3E-C5E3B16C775E}">
      <dgm:prSet/>
      <dgm:spPr/>
      <dgm:t>
        <a:bodyPr/>
        <a:lstStyle/>
        <a:p>
          <a:endParaRPr lang="en-US"/>
        </a:p>
      </dgm:t>
    </dgm:pt>
    <dgm:pt modelId="{75F3A0E9-9CD2-48B5-89F8-3B29815EB209}" type="pres">
      <dgm:prSet presAssocID="{6EDE739A-5845-4D2C-80AF-1B955095AC56}" presName="root" presStyleCnt="0">
        <dgm:presLayoutVars>
          <dgm:dir/>
          <dgm:resizeHandles val="exact"/>
        </dgm:presLayoutVars>
      </dgm:prSet>
      <dgm:spPr/>
    </dgm:pt>
    <dgm:pt modelId="{4322DB91-4235-49AE-995E-E41E0182C390}" type="pres">
      <dgm:prSet presAssocID="{49E73912-4D44-4E52-8A7B-1A4B4302DF12}" presName="compNode" presStyleCnt="0"/>
      <dgm:spPr/>
    </dgm:pt>
    <dgm:pt modelId="{305B1AD9-1542-4A0A-AD85-36B02B2DF04B}" type="pres">
      <dgm:prSet presAssocID="{49E73912-4D44-4E52-8A7B-1A4B4302DF1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envelope"/>
        </a:ext>
      </dgm:extLst>
    </dgm:pt>
    <dgm:pt modelId="{EEB10590-AD88-4120-A66A-05B2B6EC793F}" type="pres">
      <dgm:prSet presAssocID="{49E73912-4D44-4E52-8A7B-1A4B4302DF12}" presName="iconSpace" presStyleCnt="0"/>
      <dgm:spPr/>
    </dgm:pt>
    <dgm:pt modelId="{0AD3A630-43EE-486C-9DA2-72C4531A11A5}" type="pres">
      <dgm:prSet presAssocID="{49E73912-4D44-4E52-8A7B-1A4B4302DF12}" presName="parTx" presStyleLbl="revTx" presStyleIdx="0" presStyleCnt="4">
        <dgm:presLayoutVars>
          <dgm:chMax val="0"/>
          <dgm:chPref val="0"/>
        </dgm:presLayoutVars>
      </dgm:prSet>
      <dgm:spPr/>
    </dgm:pt>
    <dgm:pt modelId="{D9DBE4B1-84B4-4CE1-8250-44A7ADCD26B2}" type="pres">
      <dgm:prSet presAssocID="{49E73912-4D44-4E52-8A7B-1A4B4302DF12}" presName="txSpace" presStyleCnt="0"/>
      <dgm:spPr/>
    </dgm:pt>
    <dgm:pt modelId="{0463CDD7-F76E-4159-B351-7068B3DE0950}" type="pres">
      <dgm:prSet presAssocID="{49E73912-4D44-4E52-8A7B-1A4B4302DF12}" presName="desTx" presStyleLbl="revTx" presStyleIdx="1" presStyleCnt="4">
        <dgm:presLayoutVars/>
      </dgm:prSet>
      <dgm:spPr/>
    </dgm:pt>
    <dgm:pt modelId="{8AD699AC-53A6-4CBC-86D1-EE87C64D9B4E}" type="pres">
      <dgm:prSet presAssocID="{AF58BE44-32FD-423B-AFFC-C08B17DA49C7}" presName="sibTrans" presStyleCnt="0"/>
      <dgm:spPr/>
    </dgm:pt>
    <dgm:pt modelId="{A21F95F4-DCD3-4270-9D3D-9D78B287BF2C}" type="pres">
      <dgm:prSet presAssocID="{9D514AA4-0CE7-4DD6-9D70-45BFEB4201EA}" presName="compNode" presStyleCnt="0"/>
      <dgm:spPr/>
    </dgm:pt>
    <dgm:pt modelId="{A0A20CC7-1981-498E-8B85-05A68FCCDAEE}" type="pres">
      <dgm:prSet presAssocID="{9D514AA4-0CE7-4DD6-9D70-45BFEB4201EA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82E9FF13-3C55-4D69-B17D-578B53F32A5F}" type="pres">
      <dgm:prSet presAssocID="{9D514AA4-0CE7-4DD6-9D70-45BFEB4201EA}" presName="iconSpace" presStyleCnt="0"/>
      <dgm:spPr/>
    </dgm:pt>
    <dgm:pt modelId="{0D1CD20F-E1E9-407E-81B7-F98B6A46F2A8}" type="pres">
      <dgm:prSet presAssocID="{9D514AA4-0CE7-4DD6-9D70-45BFEB4201EA}" presName="parTx" presStyleLbl="revTx" presStyleIdx="2" presStyleCnt="4">
        <dgm:presLayoutVars>
          <dgm:chMax val="0"/>
          <dgm:chPref val="0"/>
        </dgm:presLayoutVars>
      </dgm:prSet>
      <dgm:spPr/>
    </dgm:pt>
    <dgm:pt modelId="{5FC38C03-98FE-4E17-80BD-C0B46F5CD6A4}" type="pres">
      <dgm:prSet presAssocID="{9D514AA4-0CE7-4DD6-9D70-45BFEB4201EA}" presName="txSpace" presStyleCnt="0"/>
      <dgm:spPr/>
    </dgm:pt>
    <dgm:pt modelId="{1571BA29-5FCE-45CD-A9F4-AC45F67FC789}" type="pres">
      <dgm:prSet presAssocID="{9D514AA4-0CE7-4DD6-9D70-45BFEB4201EA}" presName="desTx" presStyleLbl="revTx" presStyleIdx="3" presStyleCnt="4">
        <dgm:presLayoutVars/>
      </dgm:prSet>
      <dgm:spPr/>
    </dgm:pt>
  </dgm:ptLst>
  <dgm:cxnLst>
    <dgm:cxn modelId="{ADE6EE39-A0AB-49FB-B314-2B2DDCE26E17}" type="presOf" srcId="{705D5BC5-0634-4CB7-83A8-D5497309BAEA}" destId="{1571BA29-5FCE-45CD-A9F4-AC45F67FC789}" srcOrd="0" destOrd="0" presId="urn:microsoft.com/office/officeart/2018/5/layout/CenteredIconLabelDescriptionList"/>
    <dgm:cxn modelId="{976FAE62-F024-433C-A646-8888FCDB34E6}" type="presOf" srcId="{353D9B74-93F7-445C-9EF7-5B0ABFAE79BD}" destId="{1571BA29-5FCE-45CD-A9F4-AC45F67FC789}" srcOrd="0" destOrd="1" presId="urn:microsoft.com/office/officeart/2018/5/layout/CenteredIconLabelDescriptionList"/>
    <dgm:cxn modelId="{3E15954B-762E-4B80-AB3E-C5E3B16C775E}" srcId="{9D514AA4-0CE7-4DD6-9D70-45BFEB4201EA}" destId="{353D9B74-93F7-445C-9EF7-5B0ABFAE79BD}" srcOrd="1" destOrd="0" parTransId="{6F6352BE-9483-44F5-9D3C-006F0518AB7E}" sibTransId="{613BECAD-5AED-44D0-99DE-B83107CB21A0}"/>
    <dgm:cxn modelId="{56044F7B-1BDF-41DF-AD58-738781333B3B}" srcId="{49E73912-4D44-4E52-8A7B-1A4B4302DF12}" destId="{CBFA66DF-F9B5-4099-A0E0-BA7DE184FD48}" srcOrd="0" destOrd="0" parTransId="{060E8BE4-9A59-47DF-A760-A6219374AF2C}" sibTransId="{47BF389B-C3BB-4A04-98F2-5D96B4156AFB}"/>
    <dgm:cxn modelId="{D5052980-19AE-46C5-9D61-AC2321733F3E}" srcId="{6EDE739A-5845-4D2C-80AF-1B955095AC56}" destId="{49E73912-4D44-4E52-8A7B-1A4B4302DF12}" srcOrd="0" destOrd="0" parTransId="{58918801-3492-4EE4-93BC-A164E39C5A30}" sibTransId="{AF58BE44-32FD-423B-AFFC-C08B17DA49C7}"/>
    <dgm:cxn modelId="{89E23B8B-7AB5-4490-8B18-42850BA4BCC3}" srcId="{49E73912-4D44-4E52-8A7B-1A4B4302DF12}" destId="{BB0CF21F-0F26-4BE0-ABDC-092E990EA8C2}" srcOrd="1" destOrd="0" parTransId="{150581F1-F139-4767-A830-8FDE534BC70C}" sibTransId="{27FD3044-9A90-47FA-BB51-F9E74618CA96}"/>
    <dgm:cxn modelId="{0CAFCE8F-5362-432A-804A-D27AF0F0A414}" type="presOf" srcId="{49E73912-4D44-4E52-8A7B-1A4B4302DF12}" destId="{0AD3A630-43EE-486C-9DA2-72C4531A11A5}" srcOrd="0" destOrd="0" presId="urn:microsoft.com/office/officeart/2018/5/layout/CenteredIconLabelDescriptionList"/>
    <dgm:cxn modelId="{02F0B7B1-2348-441E-BEDF-DF0C539C75A4}" type="presOf" srcId="{BB0CF21F-0F26-4BE0-ABDC-092E990EA8C2}" destId="{0463CDD7-F76E-4159-B351-7068B3DE0950}" srcOrd="0" destOrd="1" presId="urn:microsoft.com/office/officeart/2018/5/layout/CenteredIconLabelDescriptionList"/>
    <dgm:cxn modelId="{5D8DB9B7-0F37-4F6E-A29C-2B5762493463}" srcId="{9D514AA4-0CE7-4DD6-9D70-45BFEB4201EA}" destId="{705D5BC5-0634-4CB7-83A8-D5497309BAEA}" srcOrd="0" destOrd="0" parTransId="{5082DCC3-C826-4221-976E-624CB35E7E66}" sibTransId="{F0D08C75-4D30-4BD5-9C6D-00911FCB34DA}"/>
    <dgm:cxn modelId="{620F76D3-2A75-4FBA-BBC3-7135B1C49742}" srcId="{6EDE739A-5845-4D2C-80AF-1B955095AC56}" destId="{9D514AA4-0CE7-4DD6-9D70-45BFEB4201EA}" srcOrd="1" destOrd="0" parTransId="{A4443026-2FF8-4D8B-90C8-E1EA3168F8DD}" sibTransId="{85C1E1A1-5D83-4362-86DC-23851123A9F3}"/>
    <dgm:cxn modelId="{CE7C7FF0-6F22-433D-B21E-F6AD9D1B88DF}" type="presOf" srcId="{9D514AA4-0CE7-4DD6-9D70-45BFEB4201EA}" destId="{0D1CD20F-E1E9-407E-81B7-F98B6A46F2A8}" srcOrd="0" destOrd="0" presId="urn:microsoft.com/office/officeart/2018/5/layout/CenteredIconLabelDescriptionList"/>
    <dgm:cxn modelId="{9F87D1F1-4EBD-4E37-BB18-1D31A4E9E396}" type="presOf" srcId="{CBFA66DF-F9B5-4099-A0E0-BA7DE184FD48}" destId="{0463CDD7-F76E-4159-B351-7068B3DE0950}" srcOrd="0" destOrd="0" presId="urn:microsoft.com/office/officeart/2018/5/layout/CenteredIconLabelDescriptionList"/>
    <dgm:cxn modelId="{227F61FD-B048-4915-A7F0-28E92D5B2373}" type="presOf" srcId="{6EDE739A-5845-4D2C-80AF-1B955095AC56}" destId="{75F3A0E9-9CD2-48B5-89F8-3B29815EB209}" srcOrd="0" destOrd="0" presId="urn:microsoft.com/office/officeart/2018/5/layout/CenteredIconLabelDescriptionList"/>
    <dgm:cxn modelId="{FF9228E2-21B0-4A66-A0DB-A2457855487F}" type="presParOf" srcId="{75F3A0E9-9CD2-48B5-89F8-3B29815EB209}" destId="{4322DB91-4235-49AE-995E-E41E0182C390}" srcOrd="0" destOrd="0" presId="urn:microsoft.com/office/officeart/2018/5/layout/CenteredIconLabelDescriptionList"/>
    <dgm:cxn modelId="{D68EB38D-C549-4C47-9CEE-071A8EAFE84A}" type="presParOf" srcId="{4322DB91-4235-49AE-995E-E41E0182C390}" destId="{305B1AD9-1542-4A0A-AD85-36B02B2DF04B}" srcOrd="0" destOrd="0" presId="urn:microsoft.com/office/officeart/2018/5/layout/CenteredIconLabelDescriptionList"/>
    <dgm:cxn modelId="{C4A7EAD4-5398-46ED-BA53-640043CF56BE}" type="presParOf" srcId="{4322DB91-4235-49AE-995E-E41E0182C390}" destId="{EEB10590-AD88-4120-A66A-05B2B6EC793F}" srcOrd="1" destOrd="0" presId="urn:microsoft.com/office/officeart/2018/5/layout/CenteredIconLabelDescriptionList"/>
    <dgm:cxn modelId="{65545CC8-8E13-43F2-B949-1FE65D7E6BB4}" type="presParOf" srcId="{4322DB91-4235-49AE-995E-E41E0182C390}" destId="{0AD3A630-43EE-486C-9DA2-72C4531A11A5}" srcOrd="2" destOrd="0" presId="urn:microsoft.com/office/officeart/2018/5/layout/CenteredIconLabelDescriptionList"/>
    <dgm:cxn modelId="{FD289473-7B3E-4C4F-8FCC-F5088DB18E31}" type="presParOf" srcId="{4322DB91-4235-49AE-995E-E41E0182C390}" destId="{D9DBE4B1-84B4-4CE1-8250-44A7ADCD26B2}" srcOrd="3" destOrd="0" presId="urn:microsoft.com/office/officeart/2018/5/layout/CenteredIconLabelDescriptionList"/>
    <dgm:cxn modelId="{6EEB67C9-05BD-44A2-A024-1A25C7D2E4F0}" type="presParOf" srcId="{4322DB91-4235-49AE-995E-E41E0182C390}" destId="{0463CDD7-F76E-4159-B351-7068B3DE0950}" srcOrd="4" destOrd="0" presId="urn:microsoft.com/office/officeart/2018/5/layout/CenteredIconLabelDescriptionList"/>
    <dgm:cxn modelId="{590747D8-E3DE-455D-8C06-E24C68B1CA02}" type="presParOf" srcId="{75F3A0E9-9CD2-48B5-89F8-3B29815EB209}" destId="{8AD699AC-53A6-4CBC-86D1-EE87C64D9B4E}" srcOrd="1" destOrd="0" presId="urn:microsoft.com/office/officeart/2018/5/layout/CenteredIconLabelDescriptionList"/>
    <dgm:cxn modelId="{BCB7A916-2C20-423B-93D1-918E9DAE03F6}" type="presParOf" srcId="{75F3A0E9-9CD2-48B5-89F8-3B29815EB209}" destId="{A21F95F4-DCD3-4270-9D3D-9D78B287BF2C}" srcOrd="2" destOrd="0" presId="urn:microsoft.com/office/officeart/2018/5/layout/CenteredIconLabelDescriptionList"/>
    <dgm:cxn modelId="{A7A51C11-7B2D-4052-8E1D-B78AC0E37360}" type="presParOf" srcId="{A21F95F4-DCD3-4270-9D3D-9D78B287BF2C}" destId="{A0A20CC7-1981-498E-8B85-05A68FCCDAEE}" srcOrd="0" destOrd="0" presId="urn:microsoft.com/office/officeart/2018/5/layout/CenteredIconLabelDescriptionList"/>
    <dgm:cxn modelId="{89EA7FC2-C092-4491-A4A8-155EE179387D}" type="presParOf" srcId="{A21F95F4-DCD3-4270-9D3D-9D78B287BF2C}" destId="{82E9FF13-3C55-4D69-B17D-578B53F32A5F}" srcOrd="1" destOrd="0" presId="urn:microsoft.com/office/officeart/2018/5/layout/CenteredIconLabelDescriptionList"/>
    <dgm:cxn modelId="{2ADA9CED-C5C5-4A9C-B766-86F1C583E6DF}" type="presParOf" srcId="{A21F95F4-DCD3-4270-9D3D-9D78B287BF2C}" destId="{0D1CD20F-E1E9-407E-81B7-F98B6A46F2A8}" srcOrd="2" destOrd="0" presId="urn:microsoft.com/office/officeart/2018/5/layout/CenteredIconLabelDescriptionList"/>
    <dgm:cxn modelId="{5F0AD6B0-6F9F-4A12-8078-FE37B6459BD8}" type="presParOf" srcId="{A21F95F4-DCD3-4270-9D3D-9D78B287BF2C}" destId="{5FC38C03-98FE-4E17-80BD-C0B46F5CD6A4}" srcOrd="3" destOrd="0" presId="urn:microsoft.com/office/officeart/2018/5/layout/CenteredIconLabelDescriptionList"/>
    <dgm:cxn modelId="{62D69EAA-2F54-439D-8D95-817F2B7A6ABF}" type="presParOf" srcId="{A21F95F4-DCD3-4270-9D3D-9D78B287BF2C}" destId="{1571BA29-5FCE-45CD-A9F4-AC45F67FC78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AFAD59F3-160E-4B69-9003-B0540388DE5B}" type="doc">
      <dgm:prSet loTypeId="urn:microsoft.com/office/officeart/2005/8/layout/vList5" loCatId="list" qsTypeId="urn:microsoft.com/office/officeart/2005/8/quickstyle/simple5" qsCatId="simple" csTypeId="urn:microsoft.com/office/officeart/2005/8/colors/colorful4" csCatId="colorful" phldr="1"/>
      <dgm:spPr/>
      <dgm:t>
        <a:bodyPr/>
        <a:lstStyle/>
        <a:p>
          <a:endParaRPr lang="en-US"/>
        </a:p>
      </dgm:t>
    </dgm:pt>
    <dgm:pt modelId="{EAC3EEA8-4A4B-42AD-A48B-72E74176DD25}">
      <dgm:prSet/>
      <dgm:spPr/>
      <dgm:t>
        <a:bodyPr/>
        <a:lstStyle/>
        <a:p>
          <a:r>
            <a:rPr lang="en-US"/>
            <a:t>This process</a:t>
          </a:r>
        </a:p>
      </dgm:t>
    </dgm:pt>
    <dgm:pt modelId="{7F1C46FC-1762-434D-9D56-3086BC98D096}" type="parTrans" cxnId="{23ED20BE-84D4-4071-80B1-273A5EB76D15}">
      <dgm:prSet/>
      <dgm:spPr/>
      <dgm:t>
        <a:bodyPr/>
        <a:lstStyle/>
        <a:p>
          <a:endParaRPr lang="en-US"/>
        </a:p>
      </dgm:t>
    </dgm:pt>
    <dgm:pt modelId="{62448D42-C4DA-455B-8AB6-908A0FB087C4}" type="sibTrans" cxnId="{23ED20BE-84D4-4071-80B1-273A5EB76D15}">
      <dgm:prSet/>
      <dgm:spPr/>
      <dgm:t>
        <a:bodyPr/>
        <a:lstStyle/>
        <a:p>
          <a:endParaRPr lang="en-US"/>
        </a:p>
      </dgm:t>
    </dgm:pt>
    <dgm:pt modelId="{E7FCD429-84A9-416F-B979-6676EF094537}">
      <dgm:prSet/>
      <dgm:spPr/>
      <dgm:t>
        <a:bodyPr/>
        <a:lstStyle/>
        <a:p>
          <a:r>
            <a:rPr lang="en-US"/>
            <a:t>sending getblocks, </a:t>
          </a:r>
        </a:p>
      </dgm:t>
    </dgm:pt>
    <dgm:pt modelId="{21532BFD-7B2B-4B26-A0CC-B44ACDA68D52}" type="parTrans" cxnId="{436EAFBC-F5BE-4754-ACC1-BB28EAC8B1DA}">
      <dgm:prSet/>
      <dgm:spPr/>
      <dgm:t>
        <a:bodyPr/>
        <a:lstStyle/>
        <a:p>
          <a:endParaRPr lang="en-US"/>
        </a:p>
      </dgm:t>
    </dgm:pt>
    <dgm:pt modelId="{86181CA9-9DEA-4772-B3B0-2C1D252EBC43}" type="sibTrans" cxnId="{436EAFBC-F5BE-4754-ACC1-BB28EAC8B1DA}">
      <dgm:prSet/>
      <dgm:spPr/>
      <dgm:t>
        <a:bodyPr/>
        <a:lstStyle/>
        <a:p>
          <a:endParaRPr lang="en-US"/>
        </a:p>
      </dgm:t>
    </dgm:pt>
    <dgm:pt modelId="{2A69825D-3100-4BC7-97CA-63BE947604BC}">
      <dgm:prSet/>
      <dgm:spPr/>
      <dgm:t>
        <a:bodyPr/>
        <a:lstStyle/>
        <a:p>
          <a:r>
            <a:rPr lang="en-US"/>
            <a:t>gets an inv response, </a:t>
          </a:r>
        </a:p>
      </dgm:t>
    </dgm:pt>
    <dgm:pt modelId="{9FE05C22-8BA9-460B-9498-3A34E6988F38}" type="parTrans" cxnId="{00253716-DC80-4B48-8069-A9EBF8F9E5C5}">
      <dgm:prSet/>
      <dgm:spPr/>
      <dgm:t>
        <a:bodyPr/>
        <a:lstStyle/>
        <a:p>
          <a:endParaRPr lang="en-US"/>
        </a:p>
      </dgm:t>
    </dgm:pt>
    <dgm:pt modelId="{5F3647C9-60B9-478E-B00E-75ADFDEBDB6F}" type="sibTrans" cxnId="{00253716-DC80-4B48-8069-A9EBF8F9E5C5}">
      <dgm:prSet/>
      <dgm:spPr/>
      <dgm:t>
        <a:bodyPr/>
        <a:lstStyle/>
        <a:p>
          <a:endParaRPr lang="en-US"/>
        </a:p>
      </dgm:t>
    </dgm:pt>
    <dgm:pt modelId="{57950A91-DBC0-43B8-86BF-73EAF7407B6E}">
      <dgm:prSet/>
      <dgm:spPr/>
      <dgm:t>
        <a:bodyPr/>
        <a:lstStyle/>
        <a:p>
          <a:r>
            <a:rPr lang="en-US"/>
            <a:t>downloading the missing blocks </a:t>
          </a:r>
        </a:p>
      </dgm:t>
    </dgm:pt>
    <dgm:pt modelId="{7E1BD6C5-CDF6-4E07-A4A8-E5AED6E6B86A}" type="parTrans" cxnId="{0C388D1D-6363-4E2C-9BDA-B13D812FC31D}">
      <dgm:prSet/>
      <dgm:spPr/>
      <dgm:t>
        <a:bodyPr/>
        <a:lstStyle/>
        <a:p>
          <a:endParaRPr lang="en-US"/>
        </a:p>
      </dgm:t>
    </dgm:pt>
    <dgm:pt modelId="{D80AC002-643B-4426-B0D5-ED559D126F0C}" type="sibTrans" cxnId="{0C388D1D-6363-4E2C-9BDA-B13D812FC31D}">
      <dgm:prSet/>
      <dgm:spPr/>
      <dgm:t>
        <a:bodyPr/>
        <a:lstStyle/>
        <a:p>
          <a:endParaRPr lang="en-US"/>
        </a:p>
      </dgm:t>
    </dgm:pt>
    <dgm:pt modelId="{EB1229B3-0240-4435-AA07-DE69FAB0FFCB}">
      <dgm:prSet/>
      <dgm:spPr/>
      <dgm:t>
        <a:bodyPr/>
        <a:lstStyle/>
        <a:p>
          <a:r>
            <a:rPr lang="tr-TR" dirty="0" err="1"/>
            <a:t>Happens</a:t>
          </a:r>
          <a:r>
            <a:rPr lang="tr-TR" dirty="0"/>
            <a:t> </a:t>
          </a:r>
          <a:r>
            <a:rPr lang="tr-TR" dirty="0" err="1"/>
            <a:t>Any</a:t>
          </a:r>
          <a:r>
            <a:rPr lang="tr-TR" dirty="0"/>
            <a:t> time</a:t>
          </a:r>
          <a:endParaRPr lang="en-US" dirty="0"/>
        </a:p>
      </dgm:t>
    </dgm:pt>
    <dgm:pt modelId="{F5B1C7FE-0D20-4B72-8FEE-D7B57237FD55}" type="parTrans" cxnId="{92E90F82-E91A-4393-AB42-B6BCDA350A01}">
      <dgm:prSet/>
      <dgm:spPr/>
      <dgm:t>
        <a:bodyPr/>
        <a:lstStyle/>
        <a:p>
          <a:endParaRPr lang="en-US"/>
        </a:p>
      </dgm:t>
    </dgm:pt>
    <dgm:pt modelId="{5797B6F8-5302-42BA-BCBD-2CD7ED744385}" type="sibTrans" cxnId="{92E90F82-E91A-4393-AB42-B6BCDA350A01}">
      <dgm:prSet/>
      <dgm:spPr/>
      <dgm:t>
        <a:bodyPr/>
        <a:lstStyle/>
        <a:p>
          <a:endParaRPr lang="en-US"/>
        </a:p>
      </dgm:t>
    </dgm:pt>
    <dgm:pt modelId="{F0FA140D-71C9-4D71-82FB-03E0069948BF}">
      <dgm:prSet/>
      <dgm:spPr/>
      <dgm:t>
        <a:bodyPr/>
        <a:lstStyle/>
        <a:p>
          <a:r>
            <a:rPr lang="tr-TR" dirty="0" err="1"/>
            <a:t>this</a:t>
          </a:r>
          <a:r>
            <a:rPr lang="tr-TR" dirty="0"/>
            <a:t> </a:t>
          </a:r>
          <a:r>
            <a:rPr lang="en-US" dirty="0"/>
            <a:t>happens any time</a:t>
          </a:r>
        </a:p>
      </dgm:t>
    </dgm:pt>
    <dgm:pt modelId="{3740381F-6BD9-4615-A217-DA120DB060FA}" type="parTrans" cxnId="{846F93FE-CB08-4DA8-9363-7351CA568A82}">
      <dgm:prSet/>
      <dgm:spPr/>
      <dgm:t>
        <a:bodyPr/>
        <a:lstStyle/>
        <a:p>
          <a:endParaRPr lang="en-US"/>
        </a:p>
      </dgm:t>
    </dgm:pt>
    <dgm:pt modelId="{35DA84B1-02F5-4026-A421-456529509298}" type="sibTrans" cxnId="{846F93FE-CB08-4DA8-9363-7351CA568A82}">
      <dgm:prSet/>
      <dgm:spPr/>
      <dgm:t>
        <a:bodyPr/>
        <a:lstStyle/>
        <a:p>
          <a:endParaRPr lang="en-US"/>
        </a:p>
      </dgm:t>
    </dgm:pt>
    <dgm:pt modelId="{71761901-D8AD-46AD-8B87-B36BDD8CF74C}">
      <dgm:prSet/>
      <dgm:spPr/>
      <dgm:t>
        <a:bodyPr/>
        <a:lstStyle/>
        <a:p>
          <a:r>
            <a:rPr lang="en-US" dirty="0"/>
            <a:t>for any period of time</a:t>
          </a:r>
        </a:p>
      </dgm:t>
    </dgm:pt>
    <dgm:pt modelId="{E26055C7-3362-4A40-A2B2-400BEDBBE8A1}" type="parTrans" cxnId="{0271ED2C-B28C-46C3-8936-038A33EDCBEE}">
      <dgm:prSet/>
      <dgm:spPr/>
      <dgm:t>
        <a:bodyPr/>
        <a:lstStyle/>
        <a:p>
          <a:endParaRPr lang="en-US"/>
        </a:p>
      </dgm:t>
    </dgm:pt>
    <dgm:pt modelId="{C6282053-617D-4BFA-A354-70AB195B29FA}" type="sibTrans" cxnId="{0271ED2C-B28C-46C3-8936-038A33EDCBEE}">
      <dgm:prSet/>
      <dgm:spPr/>
      <dgm:t>
        <a:bodyPr/>
        <a:lstStyle/>
        <a:p>
          <a:endParaRPr lang="en-US"/>
        </a:p>
      </dgm:t>
    </dgm:pt>
    <dgm:pt modelId="{4B6D4FF4-47D9-4BBD-B1BD-57C0AEB460C3}">
      <dgm:prSet/>
      <dgm:spPr/>
      <dgm:t>
        <a:bodyPr/>
        <a:lstStyle/>
        <a:p>
          <a:r>
            <a:rPr lang="en-US"/>
            <a:t>or a month and</a:t>
          </a:r>
          <a:r>
            <a:rPr lang="tr-TR"/>
            <a:t> </a:t>
          </a:r>
          <a:r>
            <a:rPr lang="en-US"/>
            <a:t>is missing a few thousand blocks</a:t>
          </a:r>
        </a:p>
      </dgm:t>
    </dgm:pt>
    <dgm:pt modelId="{A58D0327-0293-4CC0-9A8D-6AC9EBC3B694}" type="parTrans" cxnId="{620B6D31-5294-446C-AA6D-2C35677754DF}">
      <dgm:prSet/>
      <dgm:spPr/>
      <dgm:t>
        <a:bodyPr/>
        <a:lstStyle/>
        <a:p>
          <a:endParaRPr lang="en-US"/>
        </a:p>
      </dgm:t>
    </dgm:pt>
    <dgm:pt modelId="{AB656E05-EBA0-4829-866A-6FC31D2F1930}" type="sibTrans" cxnId="{620B6D31-5294-446C-AA6D-2C35677754DF}">
      <dgm:prSet/>
      <dgm:spPr/>
      <dgm:t>
        <a:bodyPr/>
        <a:lstStyle/>
        <a:p>
          <a:endParaRPr lang="en-US"/>
        </a:p>
      </dgm:t>
    </dgm:pt>
    <dgm:pt modelId="{002CABB4-4686-4E92-90D3-3865B72A395C}">
      <dgm:prSet/>
      <dgm:spPr/>
      <dgm:t>
        <a:bodyPr/>
        <a:lstStyle/>
        <a:p>
          <a:r>
            <a:rPr lang="en-US"/>
            <a:t> </a:t>
          </a:r>
          <a:r>
            <a:rPr lang="en-US" dirty="0"/>
            <a:t>a node goes offline </a:t>
          </a:r>
        </a:p>
      </dgm:t>
    </dgm:pt>
    <dgm:pt modelId="{2E6F530A-B650-4304-AD18-9F9F85AF65B7}" type="parTrans" cxnId="{63883BDA-6E73-4551-B65B-C4E890CDCC9E}">
      <dgm:prSet/>
      <dgm:spPr/>
    </dgm:pt>
    <dgm:pt modelId="{E92AB8BD-D62D-443C-B230-56610725C70C}" type="sibTrans" cxnId="{63883BDA-6E73-4551-B65B-C4E890CDCC9E}">
      <dgm:prSet/>
      <dgm:spPr/>
    </dgm:pt>
    <dgm:pt modelId="{E05B1A40-7E2B-4FA1-A8D2-A15470438B92}">
      <dgm:prSet/>
      <dgm:spPr/>
      <dgm:t>
        <a:bodyPr/>
        <a:lstStyle/>
        <a:p>
          <a:r>
            <a:rPr lang="en-US" dirty="0"/>
            <a:t>for a few minutes and is missing a few blocks</a:t>
          </a:r>
        </a:p>
      </dgm:t>
    </dgm:pt>
    <dgm:pt modelId="{383805F4-955B-4F03-BDD3-12185F0E8660}" type="parTrans" cxnId="{9ADF5F88-44F6-4DB0-8B6E-6C2AFC1B7B5A}">
      <dgm:prSet/>
      <dgm:spPr/>
    </dgm:pt>
    <dgm:pt modelId="{4C3B4E3B-B7C6-42E1-98F3-073EFA0A25A6}" type="sibTrans" cxnId="{9ADF5F88-44F6-4DB0-8B6E-6C2AFC1B7B5A}">
      <dgm:prSet/>
      <dgm:spPr/>
    </dgm:pt>
    <dgm:pt modelId="{589EA6FD-06F3-4196-AA36-F0B325E76AAE}" type="pres">
      <dgm:prSet presAssocID="{AFAD59F3-160E-4B69-9003-B0540388DE5B}" presName="Name0" presStyleCnt="0">
        <dgm:presLayoutVars>
          <dgm:dir/>
          <dgm:animLvl val="lvl"/>
          <dgm:resizeHandles val="exact"/>
        </dgm:presLayoutVars>
      </dgm:prSet>
      <dgm:spPr/>
    </dgm:pt>
    <dgm:pt modelId="{732FF6C5-0291-43D7-8228-C3C1D1CB3A4F}" type="pres">
      <dgm:prSet presAssocID="{EAC3EEA8-4A4B-42AD-A48B-72E74176DD25}" presName="linNode" presStyleCnt="0"/>
      <dgm:spPr/>
    </dgm:pt>
    <dgm:pt modelId="{FCD982C6-EEAF-49E2-A078-FA1642BAEA0E}" type="pres">
      <dgm:prSet presAssocID="{EAC3EEA8-4A4B-42AD-A48B-72E74176DD25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8CDA2786-046B-4E32-9C57-EA17C51E99EB}" type="pres">
      <dgm:prSet presAssocID="{EAC3EEA8-4A4B-42AD-A48B-72E74176DD25}" presName="descendantText" presStyleLbl="alignAccFollowNode1" presStyleIdx="0" presStyleCnt="3">
        <dgm:presLayoutVars>
          <dgm:bulletEnabled val="1"/>
        </dgm:presLayoutVars>
      </dgm:prSet>
      <dgm:spPr/>
    </dgm:pt>
    <dgm:pt modelId="{C6C10C71-A2A5-42A7-8FDF-5ABEC07B6E66}" type="pres">
      <dgm:prSet presAssocID="{62448D42-C4DA-455B-8AB6-908A0FB087C4}" presName="sp" presStyleCnt="0"/>
      <dgm:spPr/>
    </dgm:pt>
    <dgm:pt modelId="{9A7ECEA7-AE27-47B0-8EB4-5FD08524ADDE}" type="pres">
      <dgm:prSet presAssocID="{EB1229B3-0240-4435-AA07-DE69FAB0FFCB}" presName="linNode" presStyleCnt="0"/>
      <dgm:spPr/>
    </dgm:pt>
    <dgm:pt modelId="{04508550-E344-4165-9208-65C996D3EE3D}" type="pres">
      <dgm:prSet presAssocID="{EB1229B3-0240-4435-AA07-DE69FAB0FFCB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CF4C4C55-6714-4A32-88EA-2661A3675251}" type="pres">
      <dgm:prSet presAssocID="{EB1229B3-0240-4435-AA07-DE69FAB0FFCB}" presName="descendantText" presStyleLbl="alignAccFollowNode1" presStyleIdx="1" presStyleCnt="3">
        <dgm:presLayoutVars>
          <dgm:bulletEnabled val="1"/>
        </dgm:presLayoutVars>
      </dgm:prSet>
      <dgm:spPr/>
    </dgm:pt>
    <dgm:pt modelId="{E1279E87-7ADA-4C28-ACEE-AD4D535EE3F3}" type="pres">
      <dgm:prSet presAssocID="{5797B6F8-5302-42BA-BCBD-2CD7ED744385}" presName="sp" presStyleCnt="0"/>
      <dgm:spPr/>
    </dgm:pt>
    <dgm:pt modelId="{250D66B8-B7D4-4F5A-8E18-580AC9FDB804}" type="pres">
      <dgm:prSet presAssocID="{71761901-D8AD-46AD-8B87-B36BDD8CF74C}" presName="linNode" presStyleCnt="0"/>
      <dgm:spPr/>
    </dgm:pt>
    <dgm:pt modelId="{E1365A2B-243A-4B7D-B54C-A7738047DCFC}" type="pres">
      <dgm:prSet presAssocID="{71761901-D8AD-46AD-8B87-B36BDD8CF74C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A4CDFC27-2CD0-45C7-918E-C1E574AA6485}" type="pres">
      <dgm:prSet presAssocID="{71761901-D8AD-46AD-8B87-B36BDD8CF74C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B4505C02-3385-4EA3-BE39-F335FA2935CB}" type="presOf" srcId="{57950A91-DBC0-43B8-86BF-73EAF7407B6E}" destId="{8CDA2786-046B-4E32-9C57-EA17C51E99EB}" srcOrd="0" destOrd="2" presId="urn:microsoft.com/office/officeart/2005/8/layout/vList5"/>
    <dgm:cxn modelId="{47099904-F1AD-49D9-954C-5A3984D2F07E}" type="presOf" srcId="{EB1229B3-0240-4435-AA07-DE69FAB0FFCB}" destId="{04508550-E344-4165-9208-65C996D3EE3D}" srcOrd="0" destOrd="0" presId="urn:microsoft.com/office/officeart/2005/8/layout/vList5"/>
    <dgm:cxn modelId="{0DA5CC06-0321-439D-9D65-C08B02E2A4FB}" type="presOf" srcId="{E7FCD429-84A9-416F-B979-6676EF094537}" destId="{8CDA2786-046B-4E32-9C57-EA17C51E99EB}" srcOrd="0" destOrd="0" presId="urn:microsoft.com/office/officeart/2005/8/layout/vList5"/>
    <dgm:cxn modelId="{00253716-DC80-4B48-8069-A9EBF8F9E5C5}" srcId="{EAC3EEA8-4A4B-42AD-A48B-72E74176DD25}" destId="{2A69825D-3100-4BC7-97CA-63BE947604BC}" srcOrd="1" destOrd="0" parTransId="{9FE05C22-8BA9-460B-9498-3A34E6988F38}" sibTransId="{5F3647C9-60B9-478E-B00E-75ADFDEBDB6F}"/>
    <dgm:cxn modelId="{19627D16-323C-40CA-80D9-BB084B57AAAE}" type="presOf" srcId="{AFAD59F3-160E-4B69-9003-B0540388DE5B}" destId="{589EA6FD-06F3-4196-AA36-F0B325E76AAE}" srcOrd="0" destOrd="0" presId="urn:microsoft.com/office/officeart/2005/8/layout/vList5"/>
    <dgm:cxn modelId="{0C388D1D-6363-4E2C-9BDA-B13D812FC31D}" srcId="{EAC3EEA8-4A4B-42AD-A48B-72E74176DD25}" destId="{57950A91-DBC0-43B8-86BF-73EAF7407B6E}" srcOrd="2" destOrd="0" parTransId="{7E1BD6C5-CDF6-4E07-A4A8-E5AED6E6B86A}" sibTransId="{D80AC002-643B-4426-B0D5-ED559D126F0C}"/>
    <dgm:cxn modelId="{7359EB21-AC73-4BF0-B7CC-0F49096E3547}" type="presOf" srcId="{002CABB4-4686-4E92-90D3-3865B72A395C}" destId="{CF4C4C55-6714-4A32-88EA-2661A3675251}" srcOrd="0" destOrd="1" presId="urn:microsoft.com/office/officeart/2005/8/layout/vList5"/>
    <dgm:cxn modelId="{0271ED2C-B28C-46C3-8936-038A33EDCBEE}" srcId="{AFAD59F3-160E-4B69-9003-B0540388DE5B}" destId="{71761901-D8AD-46AD-8B87-B36BDD8CF74C}" srcOrd="2" destOrd="0" parTransId="{E26055C7-3362-4A40-A2B2-400BEDBBE8A1}" sibTransId="{C6282053-617D-4BFA-A354-70AB195B29FA}"/>
    <dgm:cxn modelId="{620B6D31-5294-446C-AA6D-2C35677754DF}" srcId="{71761901-D8AD-46AD-8B87-B36BDD8CF74C}" destId="{4B6D4FF4-47D9-4BBD-B1BD-57C0AEB460C3}" srcOrd="1" destOrd="0" parTransId="{A58D0327-0293-4CC0-9A8D-6AC9EBC3B694}" sibTransId="{AB656E05-EBA0-4829-866A-6FC31D2F1930}"/>
    <dgm:cxn modelId="{F05BE469-2A53-4079-9CF2-A88FAB7AA399}" type="presOf" srcId="{F0FA140D-71C9-4D71-82FB-03E0069948BF}" destId="{CF4C4C55-6714-4A32-88EA-2661A3675251}" srcOrd="0" destOrd="0" presId="urn:microsoft.com/office/officeart/2005/8/layout/vList5"/>
    <dgm:cxn modelId="{E7B7937A-ADFA-4F81-9FDA-F7842D0DD018}" type="presOf" srcId="{2A69825D-3100-4BC7-97CA-63BE947604BC}" destId="{8CDA2786-046B-4E32-9C57-EA17C51E99EB}" srcOrd="0" destOrd="1" presId="urn:microsoft.com/office/officeart/2005/8/layout/vList5"/>
    <dgm:cxn modelId="{92E90F82-E91A-4393-AB42-B6BCDA350A01}" srcId="{AFAD59F3-160E-4B69-9003-B0540388DE5B}" destId="{EB1229B3-0240-4435-AA07-DE69FAB0FFCB}" srcOrd="1" destOrd="0" parTransId="{F5B1C7FE-0D20-4B72-8FEE-D7B57237FD55}" sibTransId="{5797B6F8-5302-42BA-BCBD-2CD7ED744385}"/>
    <dgm:cxn modelId="{9ADF5F88-44F6-4DB0-8B6E-6C2AFC1B7B5A}" srcId="{71761901-D8AD-46AD-8B87-B36BDD8CF74C}" destId="{E05B1A40-7E2B-4FA1-A8D2-A15470438B92}" srcOrd="0" destOrd="0" parTransId="{383805F4-955B-4F03-BDD3-12185F0E8660}" sibTransId="{4C3B4E3B-B7C6-42E1-98F3-073EFA0A25A6}"/>
    <dgm:cxn modelId="{0340A299-EEE8-448F-8FDE-43ACC32049EA}" type="presOf" srcId="{71761901-D8AD-46AD-8B87-B36BDD8CF74C}" destId="{E1365A2B-243A-4B7D-B54C-A7738047DCFC}" srcOrd="0" destOrd="0" presId="urn:microsoft.com/office/officeart/2005/8/layout/vList5"/>
    <dgm:cxn modelId="{436EAFBC-F5BE-4754-ACC1-BB28EAC8B1DA}" srcId="{EAC3EEA8-4A4B-42AD-A48B-72E74176DD25}" destId="{E7FCD429-84A9-416F-B979-6676EF094537}" srcOrd="0" destOrd="0" parTransId="{21532BFD-7B2B-4B26-A0CC-B44ACDA68D52}" sibTransId="{86181CA9-9DEA-4772-B3B0-2C1D252EBC43}"/>
    <dgm:cxn modelId="{23ED20BE-84D4-4071-80B1-273A5EB76D15}" srcId="{AFAD59F3-160E-4B69-9003-B0540388DE5B}" destId="{EAC3EEA8-4A4B-42AD-A48B-72E74176DD25}" srcOrd="0" destOrd="0" parTransId="{7F1C46FC-1762-434D-9D56-3086BC98D096}" sibTransId="{62448D42-C4DA-455B-8AB6-908A0FB087C4}"/>
    <dgm:cxn modelId="{6F272AC0-BF21-427C-AA45-1295F71C0D6E}" type="presOf" srcId="{E05B1A40-7E2B-4FA1-A8D2-A15470438B92}" destId="{A4CDFC27-2CD0-45C7-918E-C1E574AA6485}" srcOrd="0" destOrd="0" presId="urn:microsoft.com/office/officeart/2005/8/layout/vList5"/>
    <dgm:cxn modelId="{63883BDA-6E73-4551-B65B-C4E890CDCC9E}" srcId="{EB1229B3-0240-4435-AA07-DE69FAB0FFCB}" destId="{002CABB4-4686-4E92-90D3-3865B72A395C}" srcOrd="1" destOrd="0" parTransId="{2E6F530A-B650-4304-AD18-9F9F85AF65B7}" sibTransId="{E92AB8BD-D62D-443C-B230-56610725C70C}"/>
    <dgm:cxn modelId="{F29E5CDE-4CC3-4A5C-B79E-449DC19EC287}" type="presOf" srcId="{EAC3EEA8-4A4B-42AD-A48B-72E74176DD25}" destId="{FCD982C6-EEAF-49E2-A078-FA1642BAEA0E}" srcOrd="0" destOrd="0" presId="urn:microsoft.com/office/officeart/2005/8/layout/vList5"/>
    <dgm:cxn modelId="{D68994F7-988D-42C0-A3C7-57EE378CDA61}" type="presOf" srcId="{4B6D4FF4-47D9-4BBD-B1BD-57C0AEB460C3}" destId="{A4CDFC27-2CD0-45C7-918E-C1E574AA6485}" srcOrd="0" destOrd="1" presId="urn:microsoft.com/office/officeart/2005/8/layout/vList5"/>
    <dgm:cxn modelId="{846F93FE-CB08-4DA8-9363-7351CA568A82}" srcId="{EB1229B3-0240-4435-AA07-DE69FAB0FFCB}" destId="{F0FA140D-71C9-4D71-82FB-03E0069948BF}" srcOrd="0" destOrd="0" parTransId="{3740381F-6BD9-4615-A217-DA120DB060FA}" sibTransId="{35DA84B1-02F5-4026-A421-456529509298}"/>
    <dgm:cxn modelId="{2DB255CC-8318-4EED-BA07-ED749DD549EC}" type="presParOf" srcId="{589EA6FD-06F3-4196-AA36-F0B325E76AAE}" destId="{732FF6C5-0291-43D7-8228-C3C1D1CB3A4F}" srcOrd="0" destOrd="0" presId="urn:microsoft.com/office/officeart/2005/8/layout/vList5"/>
    <dgm:cxn modelId="{0A197449-1E36-42CA-ABEA-1D6815BC84C6}" type="presParOf" srcId="{732FF6C5-0291-43D7-8228-C3C1D1CB3A4F}" destId="{FCD982C6-EEAF-49E2-A078-FA1642BAEA0E}" srcOrd="0" destOrd="0" presId="urn:microsoft.com/office/officeart/2005/8/layout/vList5"/>
    <dgm:cxn modelId="{ECC6EFBD-3688-4B28-BE5D-91212E1690DE}" type="presParOf" srcId="{732FF6C5-0291-43D7-8228-C3C1D1CB3A4F}" destId="{8CDA2786-046B-4E32-9C57-EA17C51E99EB}" srcOrd="1" destOrd="0" presId="urn:microsoft.com/office/officeart/2005/8/layout/vList5"/>
    <dgm:cxn modelId="{37838D2C-F738-4305-802F-601838A0BBAF}" type="presParOf" srcId="{589EA6FD-06F3-4196-AA36-F0B325E76AAE}" destId="{C6C10C71-A2A5-42A7-8FDF-5ABEC07B6E66}" srcOrd="1" destOrd="0" presId="urn:microsoft.com/office/officeart/2005/8/layout/vList5"/>
    <dgm:cxn modelId="{E501BF28-DDAD-4D17-9CA4-F178FD1F0BF6}" type="presParOf" srcId="{589EA6FD-06F3-4196-AA36-F0B325E76AAE}" destId="{9A7ECEA7-AE27-47B0-8EB4-5FD08524ADDE}" srcOrd="2" destOrd="0" presId="urn:microsoft.com/office/officeart/2005/8/layout/vList5"/>
    <dgm:cxn modelId="{08861C8E-DD2A-495B-80FA-E6B94D89C95C}" type="presParOf" srcId="{9A7ECEA7-AE27-47B0-8EB4-5FD08524ADDE}" destId="{04508550-E344-4165-9208-65C996D3EE3D}" srcOrd="0" destOrd="0" presId="urn:microsoft.com/office/officeart/2005/8/layout/vList5"/>
    <dgm:cxn modelId="{FBC5F396-349D-4A7E-BEA8-F4612659D072}" type="presParOf" srcId="{9A7ECEA7-AE27-47B0-8EB4-5FD08524ADDE}" destId="{CF4C4C55-6714-4A32-88EA-2661A3675251}" srcOrd="1" destOrd="0" presId="urn:microsoft.com/office/officeart/2005/8/layout/vList5"/>
    <dgm:cxn modelId="{DA736CD8-E2FB-4772-8494-1B52EC8526B0}" type="presParOf" srcId="{589EA6FD-06F3-4196-AA36-F0B325E76AAE}" destId="{E1279E87-7ADA-4C28-ACEE-AD4D535EE3F3}" srcOrd="3" destOrd="0" presId="urn:microsoft.com/office/officeart/2005/8/layout/vList5"/>
    <dgm:cxn modelId="{BE711E00-DD54-4783-83BC-85B8E5D4753B}" type="presParOf" srcId="{589EA6FD-06F3-4196-AA36-F0B325E76AAE}" destId="{250D66B8-B7D4-4F5A-8E18-580AC9FDB804}" srcOrd="4" destOrd="0" presId="urn:microsoft.com/office/officeart/2005/8/layout/vList5"/>
    <dgm:cxn modelId="{986BF4D7-EB5D-4CC2-BA23-A0B4A0457121}" type="presParOf" srcId="{250D66B8-B7D4-4F5A-8E18-580AC9FDB804}" destId="{E1365A2B-243A-4B7D-B54C-A7738047DCFC}" srcOrd="0" destOrd="0" presId="urn:microsoft.com/office/officeart/2005/8/layout/vList5"/>
    <dgm:cxn modelId="{B0B6EF35-9B05-4F31-9709-2A77197C3E53}" type="presParOf" srcId="{250D66B8-B7D4-4F5A-8E18-580AC9FDB804}" destId="{A4CDFC27-2CD0-45C7-918E-C1E574AA648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3CCAB315-F332-4645-9236-35CC642CD64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0C3A73E-AAA0-4CB1-BA07-01322FC2884D}">
      <dgm:prSet/>
      <dgm:spPr/>
      <dgm:t>
        <a:bodyPr/>
        <a:lstStyle/>
        <a:p>
          <a:r>
            <a:rPr lang="tr-TR" baseline="0" dirty="0" err="1"/>
            <a:t>Simplified</a:t>
          </a:r>
          <a:r>
            <a:rPr lang="tr-TR" baseline="0" dirty="0"/>
            <a:t> </a:t>
          </a:r>
          <a:r>
            <a:rPr lang="tr-TR" baseline="0" dirty="0" err="1"/>
            <a:t>Payment</a:t>
          </a:r>
          <a:r>
            <a:rPr lang="tr-TR" baseline="0" dirty="0"/>
            <a:t> </a:t>
          </a:r>
          <a:r>
            <a:rPr lang="tr-TR" baseline="0" dirty="0" err="1"/>
            <a:t>Verification</a:t>
          </a:r>
          <a:r>
            <a:rPr lang="tr-TR" baseline="0" dirty="0"/>
            <a:t> (SPV) </a:t>
          </a:r>
          <a:r>
            <a:rPr lang="tr-TR" baseline="0" dirty="0" err="1"/>
            <a:t>Nodes</a:t>
          </a:r>
          <a:endParaRPr lang="en-US" dirty="0"/>
        </a:p>
      </dgm:t>
    </dgm:pt>
    <dgm:pt modelId="{543A622D-18CB-481E-A5E3-7B6D55A92A93}" type="parTrans" cxnId="{B2C5B360-F79D-447E-8EF1-5C9948592D2B}">
      <dgm:prSet/>
      <dgm:spPr/>
      <dgm:t>
        <a:bodyPr/>
        <a:lstStyle/>
        <a:p>
          <a:endParaRPr lang="en-US"/>
        </a:p>
      </dgm:t>
    </dgm:pt>
    <dgm:pt modelId="{1C464004-961A-4372-8867-CD9C43400A41}" type="sibTrans" cxnId="{B2C5B360-F79D-447E-8EF1-5C9948592D2B}">
      <dgm:prSet/>
      <dgm:spPr/>
      <dgm:t>
        <a:bodyPr/>
        <a:lstStyle/>
        <a:p>
          <a:endParaRPr lang="en-US"/>
        </a:p>
      </dgm:t>
    </dgm:pt>
    <dgm:pt modelId="{CBD4439A-D457-4460-8560-8A929A175E1C}" type="pres">
      <dgm:prSet presAssocID="{3CCAB315-F332-4645-9236-35CC642CD645}" presName="linear" presStyleCnt="0">
        <dgm:presLayoutVars>
          <dgm:animLvl val="lvl"/>
          <dgm:resizeHandles val="exact"/>
        </dgm:presLayoutVars>
      </dgm:prSet>
      <dgm:spPr/>
    </dgm:pt>
    <dgm:pt modelId="{869FE027-13B6-4F97-83EC-6846BAF4C940}" type="pres">
      <dgm:prSet presAssocID="{80C3A73E-AAA0-4CB1-BA07-01322FC2884D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2C5B360-F79D-447E-8EF1-5C9948592D2B}" srcId="{3CCAB315-F332-4645-9236-35CC642CD645}" destId="{80C3A73E-AAA0-4CB1-BA07-01322FC2884D}" srcOrd="0" destOrd="0" parTransId="{543A622D-18CB-481E-A5E3-7B6D55A92A93}" sibTransId="{1C464004-961A-4372-8867-CD9C43400A41}"/>
    <dgm:cxn modelId="{867FEE58-7846-414D-8A9E-E814DC433DD7}" type="presOf" srcId="{80C3A73E-AAA0-4CB1-BA07-01322FC2884D}" destId="{869FE027-13B6-4F97-83EC-6846BAF4C940}" srcOrd="0" destOrd="0" presId="urn:microsoft.com/office/officeart/2005/8/layout/vList2"/>
    <dgm:cxn modelId="{0DA369F8-55FA-4A78-BD37-5F3D017AA8BE}" type="presOf" srcId="{3CCAB315-F332-4645-9236-35CC642CD645}" destId="{CBD4439A-D457-4460-8560-8A929A175E1C}" srcOrd="0" destOrd="0" presId="urn:microsoft.com/office/officeart/2005/8/layout/vList2"/>
    <dgm:cxn modelId="{A1484315-9369-4D3A-8BFB-FB56C44BE809}" type="presParOf" srcId="{CBD4439A-D457-4460-8560-8A929A175E1C}" destId="{869FE027-13B6-4F97-83EC-6846BAF4C940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368391D8-C627-418A-AE1D-7F770DE0986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B943255-A223-439D-8E34-FA795379C64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</a:t>
          </a:r>
          <a:endParaRPr lang="en-US"/>
        </a:p>
      </dgm:t>
    </dgm:pt>
    <dgm:pt modelId="{750A362D-05A0-4A26-B801-95901AF8C7FA}" type="parTrans" cxnId="{A91594B6-407C-44EF-B4D2-86CBA5C3889C}">
      <dgm:prSet/>
      <dgm:spPr/>
      <dgm:t>
        <a:bodyPr/>
        <a:lstStyle/>
        <a:p>
          <a:endParaRPr lang="en-US"/>
        </a:p>
      </dgm:t>
    </dgm:pt>
    <dgm:pt modelId="{05476F58-A421-4558-91F0-941DBC320EF1}" type="sibTrans" cxnId="{A91594B6-407C-44EF-B4D2-86CBA5C3889C}">
      <dgm:prSet/>
      <dgm:spPr/>
      <dgm:t>
        <a:bodyPr/>
        <a:lstStyle/>
        <a:p>
          <a:endParaRPr lang="en-US"/>
        </a:p>
      </dgm:t>
    </dgm:pt>
    <dgm:pt modelId="{7511B155-472F-45CE-8F97-94271FD4395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i="1" dirty="0" err="1"/>
            <a:t>simplified</a:t>
          </a:r>
          <a:r>
            <a:rPr lang="tr-TR" i="1" dirty="0"/>
            <a:t> </a:t>
          </a:r>
          <a:r>
            <a:rPr lang="tr-TR" i="1" dirty="0" err="1"/>
            <a:t>payment</a:t>
          </a:r>
          <a:r>
            <a:rPr lang="tr-TR" i="1" dirty="0"/>
            <a:t> </a:t>
          </a:r>
          <a:r>
            <a:rPr lang="tr-TR" i="1" dirty="0" err="1"/>
            <a:t>verification</a:t>
          </a:r>
          <a:endParaRPr lang="en-US" dirty="0"/>
        </a:p>
      </dgm:t>
    </dgm:pt>
    <dgm:pt modelId="{5C095B61-AFD0-488D-8A9F-3E85D371354D}" type="parTrans" cxnId="{8B45A7FC-4464-4504-B30F-A0BFD6EEE4FD}">
      <dgm:prSet/>
      <dgm:spPr/>
      <dgm:t>
        <a:bodyPr/>
        <a:lstStyle/>
        <a:p>
          <a:endParaRPr lang="en-US"/>
        </a:p>
      </dgm:t>
    </dgm:pt>
    <dgm:pt modelId="{0396966C-A157-4047-8E22-CFF588B04194}" type="sibTrans" cxnId="{8B45A7FC-4464-4504-B30F-A0BFD6EEE4FD}">
      <dgm:prSet/>
      <dgm:spPr/>
      <dgm:t>
        <a:bodyPr/>
        <a:lstStyle/>
        <a:p>
          <a:endParaRPr lang="en-US"/>
        </a:p>
      </dgm:t>
    </dgm:pt>
    <dgm:pt modelId="{01A7366A-04D7-430A-A3A9-97BB251B50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such as smartphones, tablets,</a:t>
          </a:r>
          <a:r>
            <a:rPr lang="tr-TR"/>
            <a:t> or embedded systems</a:t>
          </a:r>
          <a:endParaRPr lang="en-US"/>
        </a:p>
      </dgm:t>
    </dgm:pt>
    <dgm:pt modelId="{7437CD2E-CE87-4680-BED7-F1E2D8B2C0BA}" type="parTrans" cxnId="{26870F52-6E62-4D9E-A96B-B441EF0A7F32}">
      <dgm:prSet/>
      <dgm:spPr/>
      <dgm:t>
        <a:bodyPr/>
        <a:lstStyle/>
        <a:p>
          <a:endParaRPr lang="en-US"/>
        </a:p>
      </dgm:t>
    </dgm:pt>
    <dgm:pt modelId="{A9DE209F-6C16-497E-BFF4-850BAD42C8D2}" type="sibTrans" cxnId="{26870F52-6E62-4D9E-A96B-B441EF0A7F32}">
      <dgm:prSet/>
      <dgm:spPr/>
      <dgm:t>
        <a:bodyPr/>
        <a:lstStyle/>
        <a:p>
          <a:endParaRPr lang="en-US"/>
        </a:p>
      </dgm:t>
    </dgm:pt>
    <dgm:pt modelId="{E1F51764-40BE-4B36-A494-DD91C7F03F7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Becoming common</a:t>
          </a:r>
          <a:endParaRPr lang="en-US"/>
        </a:p>
      </dgm:t>
    </dgm:pt>
    <dgm:pt modelId="{EFA51E77-670C-45C7-A068-8569684BF9C8}" type="parTrans" cxnId="{EA6EB900-FA2D-4C12-B23F-ED91D35BDB32}">
      <dgm:prSet/>
      <dgm:spPr/>
      <dgm:t>
        <a:bodyPr/>
        <a:lstStyle/>
        <a:p>
          <a:endParaRPr lang="en-US"/>
        </a:p>
      </dgm:t>
    </dgm:pt>
    <dgm:pt modelId="{3282B82C-D534-4FF7-BE6E-CDA87F56B17B}" type="sibTrans" cxnId="{EA6EB900-FA2D-4C12-B23F-ED91D35BDB32}">
      <dgm:prSet/>
      <dgm:spPr/>
      <dgm:t>
        <a:bodyPr/>
        <a:lstStyle/>
        <a:p>
          <a:endParaRPr lang="en-US"/>
        </a:p>
      </dgm:t>
    </dgm:pt>
    <dgm:pt modelId="{31CA5AB1-9489-4410-A665-F803BFE5AA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SPV node is becoming the most common</a:t>
          </a:r>
        </a:p>
      </dgm:t>
    </dgm:pt>
    <dgm:pt modelId="{ACDD8D91-9A26-4FE0-99D1-4F425C606D0D}" type="parTrans" cxnId="{82A08CAD-A2FE-4341-80C6-D15E4C64809B}">
      <dgm:prSet/>
      <dgm:spPr/>
      <dgm:t>
        <a:bodyPr/>
        <a:lstStyle/>
        <a:p>
          <a:endParaRPr lang="en-US"/>
        </a:p>
      </dgm:t>
    </dgm:pt>
    <dgm:pt modelId="{FFDC8583-A122-40B2-92CD-0C6415DAC9BE}" type="sibTrans" cxnId="{82A08CAD-A2FE-4341-80C6-D15E4C64809B}">
      <dgm:prSet/>
      <dgm:spPr/>
      <dgm:t>
        <a:bodyPr/>
        <a:lstStyle/>
        <a:p>
          <a:endParaRPr lang="en-US"/>
        </a:p>
      </dgm:t>
    </dgm:pt>
    <dgm:pt modelId="{4133E9F8-F1D9-4F72-8ACF-4966EE9838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especially</a:t>
          </a:r>
          <a:r>
            <a:rPr lang="tr-TR" dirty="0"/>
            <a:t>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b="1" dirty="0" err="1"/>
            <a:t>bitcoin</a:t>
          </a:r>
          <a:r>
            <a:rPr lang="tr-TR" b="1" dirty="0"/>
            <a:t> </a:t>
          </a:r>
          <a:r>
            <a:rPr lang="tr-TR" b="1" dirty="0" err="1"/>
            <a:t>wallets</a:t>
          </a:r>
          <a:endParaRPr lang="en-US" b="1" dirty="0"/>
        </a:p>
      </dgm:t>
    </dgm:pt>
    <dgm:pt modelId="{78B349B5-984F-4C80-B238-76470D254020}" type="parTrans" cxnId="{D101C422-B61E-4970-8834-2A2102B181ED}">
      <dgm:prSet/>
      <dgm:spPr/>
      <dgm:t>
        <a:bodyPr/>
        <a:lstStyle/>
        <a:p>
          <a:endParaRPr lang="en-US"/>
        </a:p>
      </dgm:t>
    </dgm:pt>
    <dgm:pt modelId="{007AB04F-3FE4-493E-9203-84F7A0012D2C}" type="sibTrans" cxnId="{D101C422-B61E-4970-8834-2A2102B181ED}">
      <dgm:prSet/>
      <dgm:spPr/>
      <dgm:t>
        <a:bodyPr/>
        <a:lstStyle/>
        <a:p>
          <a:endParaRPr lang="en-US"/>
        </a:p>
      </dgm:t>
    </dgm:pt>
    <dgm:pt modelId="{A66C780B-526B-4D79-9F0A-B99FAA1E5B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headers</a:t>
          </a:r>
          <a:endParaRPr lang="en-US"/>
        </a:p>
      </dgm:t>
    </dgm:pt>
    <dgm:pt modelId="{F789679B-969B-4BE0-9093-3A3643F921BA}" type="parTrans" cxnId="{0BA9200F-D7BA-42D5-8EEA-727A1966E10E}">
      <dgm:prSet/>
      <dgm:spPr/>
      <dgm:t>
        <a:bodyPr/>
        <a:lstStyle/>
        <a:p>
          <a:endParaRPr lang="en-US"/>
        </a:p>
      </dgm:t>
    </dgm:pt>
    <dgm:pt modelId="{4580EC40-F78A-47E2-A453-972294ECD3E9}" type="sibTrans" cxnId="{0BA9200F-D7BA-42D5-8EEA-727A1966E10E}">
      <dgm:prSet/>
      <dgm:spPr/>
      <dgm:t>
        <a:bodyPr/>
        <a:lstStyle/>
        <a:p>
          <a:endParaRPr lang="en-US"/>
        </a:p>
      </dgm:t>
    </dgm:pt>
    <dgm:pt modelId="{C296EC54-D5EC-445D-A090-86665C1501A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SPV nodes download only the block headers</a:t>
          </a:r>
        </a:p>
      </dgm:t>
    </dgm:pt>
    <dgm:pt modelId="{D9823F3E-6A61-4D85-AA10-96415904C3E8}" type="parTrans" cxnId="{15CE4DAD-22F9-4927-B03C-0C9E0205B6E6}">
      <dgm:prSet/>
      <dgm:spPr/>
      <dgm:t>
        <a:bodyPr/>
        <a:lstStyle/>
        <a:p>
          <a:endParaRPr lang="en-US"/>
        </a:p>
      </dgm:t>
    </dgm:pt>
    <dgm:pt modelId="{915A2EE6-8232-4CBF-8353-B73E3B2B1E27}" type="sibTrans" cxnId="{15CE4DAD-22F9-4927-B03C-0C9E0205B6E6}">
      <dgm:prSet/>
      <dgm:spPr/>
      <dgm:t>
        <a:bodyPr/>
        <a:lstStyle/>
        <a:p>
          <a:endParaRPr lang="en-US"/>
        </a:p>
      </dgm:t>
    </dgm:pt>
    <dgm:pt modelId="{B6054E5B-D67D-4B65-8843-B5520E8153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do not download the transactions</a:t>
          </a:r>
          <a:r>
            <a:rPr lang="tr-TR"/>
            <a:t> </a:t>
          </a:r>
          <a:r>
            <a:rPr lang="en-US"/>
            <a:t>included in each block. </a:t>
          </a:r>
        </a:p>
      </dgm:t>
    </dgm:pt>
    <dgm:pt modelId="{C26282EE-58CB-45C9-A5F0-1E10B45D5187}" type="parTrans" cxnId="{F253A09E-5D7D-439A-89D7-96F500F7D252}">
      <dgm:prSet/>
      <dgm:spPr/>
      <dgm:t>
        <a:bodyPr/>
        <a:lstStyle/>
        <a:p>
          <a:endParaRPr lang="en-US"/>
        </a:p>
      </dgm:t>
    </dgm:pt>
    <dgm:pt modelId="{8ED9B2A8-0FFA-4A4C-8BD5-860EECA3EE69}" type="sibTrans" cxnId="{F253A09E-5D7D-439A-89D7-96F500F7D252}">
      <dgm:prSet/>
      <dgm:spPr/>
      <dgm:t>
        <a:bodyPr/>
        <a:lstStyle/>
        <a:p>
          <a:endParaRPr lang="en-US"/>
        </a:p>
      </dgm:t>
    </dgm:pt>
    <dgm:pt modelId="{1494C224-118B-4DE8-963B-CF4D728F9A5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smaller</a:t>
          </a:r>
          <a:endParaRPr lang="en-US"/>
        </a:p>
      </dgm:t>
    </dgm:pt>
    <dgm:pt modelId="{BFD93114-EEDB-4EA2-AD45-14D8601E2EBB}" type="parTrans" cxnId="{B367036C-4786-4F5C-BF60-657F0B5EAED9}">
      <dgm:prSet/>
      <dgm:spPr/>
      <dgm:t>
        <a:bodyPr/>
        <a:lstStyle/>
        <a:p>
          <a:endParaRPr lang="en-US"/>
        </a:p>
      </dgm:t>
    </dgm:pt>
    <dgm:pt modelId="{3D1CF337-90E2-4E6B-8F99-C255CCAE11EC}" type="sibTrans" cxnId="{B367036C-4786-4F5C-BF60-657F0B5EAED9}">
      <dgm:prSet/>
      <dgm:spPr/>
      <dgm:t>
        <a:bodyPr/>
        <a:lstStyle/>
        <a:p>
          <a:endParaRPr lang="en-US"/>
        </a:p>
      </dgm:t>
    </dgm:pt>
    <dgm:pt modelId="{3E1A55F2-4E04-4221-85A4-3436BCAA229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transactions</a:t>
          </a:r>
          <a:r>
            <a:rPr lang="tr-TR"/>
            <a:t> chain</a:t>
          </a:r>
          <a:r>
            <a:rPr lang="en-US"/>
            <a:t> is 1,000</a:t>
          </a:r>
          <a:r>
            <a:rPr lang="tr-TR"/>
            <a:t> </a:t>
          </a:r>
          <a:r>
            <a:rPr lang="en-US"/>
            <a:t>times smaller</a:t>
          </a:r>
        </a:p>
      </dgm:t>
    </dgm:pt>
    <dgm:pt modelId="{CA9C644B-95B4-4FBB-8F1E-ECC887B856F7}" type="parTrans" cxnId="{D3B3346F-2EFE-4619-950D-883D9386426E}">
      <dgm:prSet/>
      <dgm:spPr/>
      <dgm:t>
        <a:bodyPr/>
        <a:lstStyle/>
        <a:p>
          <a:endParaRPr lang="en-US"/>
        </a:p>
      </dgm:t>
    </dgm:pt>
    <dgm:pt modelId="{1F51F100-BF32-4BC9-8FC6-2482FE9ADEFF}" type="sibTrans" cxnId="{D3B3346F-2EFE-4619-950D-883D9386426E}">
      <dgm:prSet/>
      <dgm:spPr/>
      <dgm:t>
        <a:bodyPr/>
        <a:lstStyle/>
        <a:p>
          <a:endParaRPr lang="en-US"/>
        </a:p>
      </dgm:t>
    </dgm:pt>
    <dgm:pt modelId="{29FEBEC0-059B-4928-9E11-B1F704E7D16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run on space- and power-constrained devices</a:t>
          </a:r>
        </a:p>
      </dgm:t>
    </dgm:pt>
    <dgm:pt modelId="{4557C42A-6014-4970-A3CE-0CCA29A37A54}" type="parTrans" cxnId="{837ED12D-1292-4906-9DBD-661630734BC1}">
      <dgm:prSet/>
      <dgm:spPr/>
      <dgm:t>
        <a:bodyPr/>
        <a:lstStyle/>
        <a:p>
          <a:endParaRPr lang="en-US"/>
        </a:p>
      </dgm:t>
    </dgm:pt>
    <dgm:pt modelId="{22F6DAA8-DFF2-4497-92E1-2CC852536228}" type="sibTrans" cxnId="{837ED12D-1292-4906-9DBD-661630734BC1}">
      <dgm:prSet/>
      <dgm:spPr/>
      <dgm:t>
        <a:bodyPr/>
        <a:lstStyle/>
        <a:p>
          <a:endParaRPr lang="en-US"/>
        </a:p>
      </dgm:t>
    </dgm:pt>
    <dgm:pt modelId="{F7D2D81A-2157-47C5-996F-961E0EA55DB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Constrained Devices</a:t>
          </a:r>
          <a:endParaRPr lang="en-US"/>
        </a:p>
      </dgm:t>
    </dgm:pt>
    <dgm:pt modelId="{5825B8A2-5BE4-4C85-9459-31170AC5211D}" type="parTrans" cxnId="{20A49A64-62CD-46F4-9C2E-71337F18FDE9}">
      <dgm:prSet/>
      <dgm:spPr/>
      <dgm:t>
        <a:bodyPr/>
        <a:lstStyle/>
        <a:p>
          <a:endParaRPr lang="en-US"/>
        </a:p>
      </dgm:t>
    </dgm:pt>
    <dgm:pt modelId="{FA0D24A9-7D9F-40E3-AD31-BA63A9B61A42}" type="sibTrans" cxnId="{20A49A64-62CD-46F4-9C2E-71337F18FDE9}">
      <dgm:prSet/>
      <dgm:spPr/>
      <dgm:t>
        <a:bodyPr/>
        <a:lstStyle/>
        <a:p>
          <a:endParaRPr lang="en-US"/>
        </a:p>
      </dgm:t>
    </dgm:pt>
    <dgm:pt modelId="{D93472EF-5C01-46A2-93FC-785334FC16B7}" type="pres">
      <dgm:prSet presAssocID="{368391D8-C627-418A-AE1D-7F770DE09866}" presName="root" presStyleCnt="0">
        <dgm:presLayoutVars>
          <dgm:dir/>
          <dgm:resizeHandles val="exact"/>
        </dgm:presLayoutVars>
      </dgm:prSet>
      <dgm:spPr/>
    </dgm:pt>
    <dgm:pt modelId="{B6399FFA-C3BF-422F-96FC-331A7FD40582}" type="pres">
      <dgm:prSet presAssocID="{0B943255-A223-439D-8E34-FA795379C642}" presName="compNode" presStyleCnt="0"/>
      <dgm:spPr/>
    </dgm:pt>
    <dgm:pt modelId="{D7A795DE-FE50-435E-BAE0-D6C94B26319C}" type="pres">
      <dgm:prSet presAssocID="{0B943255-A223-439D-8E34-FA795379C642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ilding"/>
        </a:ext>
      </dgm:extLst>
    </dgm:pt>
    <dgm:pt modelId="{8665D259-0C5C-4267-9AC2-B375A8A50450}" type="pres">
      <dgm:prSet presAssocID="{0B943255-A223-439D-8E34-FA795379C642}" presName="iconSpace" presStyleCnt="0"/>
      <dgm:spPr/>
    </dgm:pt>
    <dgm:pt modelId="{AC98BDDF-1CEF-4D73-95AD-56D2465CF4CF}" type="pres">
      <dgm:prSet presAssocID="{0B943255-A223-439D-8E34-FA795379C642}" presName="parTx" presStyleLbl="revTx" presStyleIdx="0" presStyleCnt="10">
        <dgm:presLayoutVars>
          <dgm:chMax val="0"/>
          <dgm:chPref val="0"/>
        </dgm:presLayoutVars>
      </dgm:prSet>
      <dgm:spPr/>
    </dgm:pt>
    <dgm:pt modelId="{751E37A7-3986-4345-97AE-0944EAA5FBF5}" type="pres">
      <dgm:prSet presAssocID="{0B943255-A223-439D-8E34-FA795379C642}" presName="txSpace" presStyleCnt="0"/>
      <dgm:spPr/>
    </dgm:pt>
    <dgm:pt modelId="{A41AE90A-CB03-4EE1-BB3F-272E4ABF2B23}" type="pres">
      <dgm:prSet presAssocID="{0B943255-A223-439D-8E34-FA795379C642}" presName="desTx" presStyleLbl="revTx" presStyleIdx="1" presStyleCnt="10">
        <dgm:presLayoutVars/>
      </dgm:prSet>
      <dgm:spPr/>
    </dgm:pt>
    <dgm:pt modelId="{8612834F-EAB4-48CA-8682-27F8C2ED2F82}" type="pres">
      <dgm:prSet presAssocID="{05476F58-A421-4558-91F0-941DBC320EF1}" presName="sibTrans" presStyleCnt="0"/>
      <dgm:spPr/>
    </dgm:pt>
    <dgm:pt modelId="{0C719D16-FEE8-4EAC-BA77-30A5321A1CDD}" type="pres">
      <dgm:prSet presAssocID="{F7D2D81A-2157-47C5-996F-961E0EA55DB3}" presName="compNode" presStyleCnt="0"/>
      <dgm:spPr/>
    </dgm:pt>
    <dgm:pt modelId="{AE313CFE-F27F-40DB-84D7-884F0149B9F7}" type="pres">
      <dgm:prSet presAssocID="{F7D2D81A-2157-47C5-996F-961E0EA55DB3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AF6F3F5A-7CEE-46D8-8E7B-6B486278F8D4}" type="pres">
      <dgm:prSet presAssocID="{F7D2D81A-2157-47C5-996F-961E0EA55DB3}" presName="iconSpace" presStyleCnt="0"/>
      <dgm:spPr/>
    </dgm:pt>
    <dgm:pt modelId="{76A81437-7FC2-47D7-8575-34C653339923}" type="pres">
      <dgm:prSet presAssocID="{F7D2D81A-2157-47C5-996F-961E0EA55DB3}" presName="parTx" presStyleLbl="revTx" presStyleIdx="2" presStyleCnt="10">
        <dgm:presLayoutVars>
          <dgm:chMax val="0"/>
          <dgm:chPref val="0"/>
        </dgm:presLayoutVars>
      </dgm:prSet>
      <dgm:spPr/>
    </dgm:pt>
    <dgm:pt modelId="{D93F7EC3-54C1-4216-84AF-E28E993B3367}" type="pres">
      <dgm:prSet presAssocID="{F7D2D81A-2157-47C5-996F-961E0EA55DB3}" presName="txSpace" presStyleCnt="0"/>
      <dgm:spPr/>
    </dgm:pt>
    <dgm:pt modelId="{4A47C389-C38D-47A4-8304-FCAE4AD0A9C4}" type="pres">
      <dgm:prSet presAssocID="{F7D2D81A-2157-47C5-996F-961E0EA55DB3}" presName="desTx" presStyleLbl="revTx" presStyleIdx="3" presStyleCnt="10">
        <dgm:presLayoutVars/>
      </dgm:prSet>
      <dgm:spPr/>
    </dgm:pt>
    <dgm:pt modelId="{92E276F2-A46C-4569-9341-00A49C2BE856}" type="pres">
      <dgm:prSet presAssocID="{FA0D24A9-7D9F-40E3-AD31-BA63A9B61A42}" presName="sibTrans" presStyleCnt="0"/>
      <dgm:spPr/>
    </dgm:pt>
    <dgm:pt modelId="{7DA9DB04-8C1B-4FD1-9A11-4716DDC54CF5}" type="pres">
      <dgm:prSet presAssocID="{E1F51764-40BE-4B36-A494-DD91C7F03F70}" presName="compNode" presStyleCnt="0"/>
      <dgm:spPr/>
    </dgm:pt>
    <dgm:pt modelId="{0C2DE7F4-7983-41F4-94E5-BAF63345CF65}" type="pres">
      <dgm:prSet presAssocID="{E1F51764-40BE-4B36-A494-DD91C7F03F70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AFA680EE-349F-4E63-A7B1-9265E42064CC}" type="pres">
      <dgm:prSet presAssocID="{E1F51764-40BE-4B36-A494-DD91C7F03F70}" presName="iconSpace" presStyleCnt="0"/>
      <dgm:spPr/>
    </dgm:pt>
    <dgm:pt modelId="{00D58EF8-C9FA-4425-911A-FC03F0CA343E}" type="pres">
      <dgm:prSet presAssocID="{E1F51764-40BE-4B36-A494-DD91C7F03F70}" presName="parTx" presStyleLbl="revTx" presStyleIdx="4" presStyleCnt="10">
        <dgm:presLayoutVars>
          <dgm:chMax val="0"/>
          <dgm:chPref val="0"/>
        </dgm:presLayoutVars>
      </dgm:prSet>
      <dgm:spPr/>
    </dgm:pt>
    <dgm:pt modelId="{C2E4B20E-C140-458A-8283-7B9D8D7E05FD}" type="pres">
      <dgm:prSet presAssocID="{E1F51764-40BE-4B36-A494-DD91C7F03F70}" presName="txSpace" presStyleCnt="0"/>
      <dgm:spPr/>
    </dgm:pt>
    <dgm:pt modelId="{B13C3929-827D-4FD5-8671-081BAA4BCAE8}" type="pres">
      <dgm:prSet presAssocID="{E1F51764-40BE-4B36-A494-DD91C7F03F70}" presName="desTx" presStyleLbl="revTx" presStyleIdx="5" presStyleCnt="10">
        <dgm:presLayoutVars/>
      </dgm:prSet>
      <dgm:spPr/>
    </dgm:pt>
    <dgm:pt modelId="{42D74FE4-3D15-40B7-BC80-843AE0366B22}" type="pres">
      <dgm:prSet presAssocID="{3282B82C-D534-4FF7-BE6E-CDA87F56B17B}" presName="sibTrans" presStyleCnt="0"/>
      <dgm:spPr/>
    </dgm:pt>
    <dgm:pt modelId="{D423700E-CE27-4797-9A36-B8E6082C78A6}" type="pres">
      <dgm:prSet presAssocID="{A66C780B-526B-4D79-9F0A-B99FAA1E5B48}" presName="compNode" presStyleCnt="0"/>
      <dgm:spPr/>
    </dgm:pt>
    <dgm:pt modelId="{AA93F48A-30E2-41E2-8009-B9F70CEE68FC}" type="pres">
      <dgm:prSet presAssocID="{A66C780B-526B-4D79-9F0A-B99FAA1E5B48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re"/>
        </a:ext>
      </dgm:extLst>
    </dgm:pt>
    <dgm:pt modelId="{ED1D2B9A-23E5-4142-9AAC-7C73D9A7305A}" type="pres">
      <dgm:prSet presAssocID="{A66C780B-526B-4D79-9F0A-B99FAA1E5B48}" presName="iconSpace" presStyleCnt="0"/>
      <dgm:spPr/>
    </dgm:pt>
    <dgm:pt modelId="{AD59D3B0-1CE7-441A-9C60-5868A15C1985}" type="pres">
      <dgm:prSet presAssocID="{A66C780B-526B-4D79-9F0A-B99FAA1E5B48}" presName="parTx" presStyleLbl="revTx" presStyleIdx="6" presStyleCnt="10">
        <dgm:presLayoutVars>
          <dgm:chMax val="0"/>
          <dgm:chPref val="0"/>
        </dgm:presLayoutVars>
      </dgm:prSet>
      <dgm:spPr/>
    </dgm:pt>
    <dgm:pt modelId="{BF29AC4B-C179-4B9F-AB37-6A57F39ACCCB}" type="pres">
      <dgm:prSet presAssocID="{A66C780B-526B-4D79-9F0A-B99FAA1E5B48}" presName="txSpace" presStyleCnt="0"/>
      <dgm:spPr/>
    </dgm:pt>
    <dgm:pt modelId="{F7346A30-8171-437D-B2F4-8CC0257CF554}" type="pres">
      <dgm:prSet presAssocID="{A66C780B-526B-4D79-9F0A-B99FAA1E5B48}" presName="desTx" presStyleLbl="revTx" presStyleIdx="7" presStyleCnt="10">
        <dgm:presLayoutVars/>
      </dgm:prSet>
      <dgm:spPr/>
    </dgm:pt>
    <dgm:pt modelId="{64B560A3-9993-4733-B600-E4121BC83569}" type="pres">
      <dgm:prSet presAssocID="{4580EC40-F78A-47E2-A453-972294ECD3E9}" presName="sibTrans" presStyleCnt="0"/>
      <dgm:spPr/>
    </dgm:pt>
    <dgm:pt modelId="{70908D70-0F62-4E54-9C62-A01813A5B809}" type="pres">
      <dgm:prSet presAssocID="{1494C224-118B-4DE8-963B-CF4D728F9A52}" presName="compNode" presStyleCnt="0"/>
      <dgm:spPr/>
    </dgm:pt>
    <dgm:pt modelId="{875A9FF8-231A-43C6-9B8C-3E03D6F33581}" type="pres">
      <dgm:prSet presAssocID="{1494C224-118B-4DE8-963B-CF4D728F9A52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654587BD-D05D-4A20-AA6C-0B6B7B082505}" type="pres">
      <dgm:prSet presAssocID="{1494C224-118B-4DE8-963B-CF4D728F9A52}" presName="iconSpace" presStyleCnt="0"/>
      <dgm:spPr/>
    </dgm:pt>
    <dgm:pt modelId="{262AA00C-E0AA-4123-B511-2C19367FE6B6}" type="pres">
      <dgm:prSet presAssocID="{1494C224-118B-4DE8-963B-CF4D728F9A52}" presName="parTx" presStyleLbl="revTx" presStyleIdx="8" presStyleCnt="10">
        <dgm:presLayoutVars>
          <dgm:chMax val="0"/>
          <dgm:chPref val="0"/>
        </dgm:presLayoutVars>
      </dgm:prSet>
      <dgm:spPr/>
    </dgm:pt>
    <dgm:pt modelId="{404BEE5A-B1D9-4C67-9592-85FDA8E67C15}" type="pres">
      <dgm:prSet presAssocID="{1494C224-118B-4DE8-963B-CF4D728F9A52}" presName="txSpace" presStyleCnt="0"/>
      <dgm:spPr/>
    </dgm:pt>
    <dgm:pt modelId="{455F6814-362A-41BB-B07E-A42B9E49EDF3}" type="pres">
      <dgm:prSet presAssocID="{1494C224-118B-4DE8-963B-CF4D728F9A52}" presName="desTx" presStyleLbl="revTx" presStyleIdx="9" presStyleCnt="10">
        <dgm:presLayoutVars/>
      </dgm:prSet>
      <dgm:spPr/>
    </dgm:pt>
  </dgm:ptLst>
  <dgm:cxnLst>
    <dgm:cxn modelId="{EA6EB900-FA2D-4C12-B23F-ED91D35BDB32}" srcId="{368391D8-C627-418A-AE1D-7F770DE09866}" destId="{E1F51764-40BE-4B36-A494-DD91C7F03F70}" srcOrd="2" destOrd="0" parTransId="{EFA51E77-670C-45C7-A068-8569684BF9C8}" sibTransId="{3282B82C-D534-4FF7-BE6E-CDA87F56B17B}"/>
    <dgm:cxn modelId="{0BA9200F-D7BA-42D5-8EEA-727A1966E10E}" srcId="{368391D8-C627-418A-AE1D-7F770DE09866}" destId="{A66C780B-526B-4D79-9F0A-B99FAA1E5B48}" srcOrd="3" destOrd="0" parTransId="{F789679B-969B-4BE0-9093-3A3643F921BA}" sibTransId="{4580EC40-F78A-47E2-A453-972294ECD3E9}"/>
    <dgm:cxn modelId="{D101C422-B61E-4970-8834-2A2102B181ED}" srcId="{E1F51764-40BE-4B36-A494-DD91C7F03F70}" destId="{4133E9F8-F1D9-4F72-8ACF-4966EE9838B2}" srcOrd="1" destOrd="0" parTransId="{78B349B5-984F-4C80-B238-76470D254020}" sibTransId="{007AB04F-3FE4-493E-9203-84F7A0012D2C}"/>
    <dgm:cxn modelId="{5E0AAB2A-52CE-4642-8728-288683D6A948}" type="presOf" srcId="{A66C780B-526B-4D79-9F0A-B99FAA1E5B48}" destId="{AD59D3B0-1CE7-441A-9C60-5868A15C1985}" srcOrd="0" destOrd="0" presId="urn:microsoft.com/office/officeart/2018/5/layout/CenteredIconLabelDescriptionList"/>
    <dgm:cxn modelId="{837ED12D-1292-4906-9DBD-661630734BC1}" srcId="{F7D2D81A-2157-47C5-996F-961E0EA55DB3}" destId="{29FEBEC0-059B-4928-9E11-B1F704E7D16F}" srcOrd="0" destOrd="0" parTransId="{4557C42A-6014-4970-A3CE-0CCA29A37A54}" sibTransId="{22F6DAA8-DFF2-4497-92E1-2CC852536228}"/>
    <dgm:cxn modelId="{608F923F-B2C6-4F69-9999-80C2421AC22E}" type="presOf" srcId="{F7D2D81A-2157-47C5-996F-961E0EA55DB3}" destId="{76A81437-7FC2-47D7-8575-34C653339923}" srcOrd="0" destOrd="0" presId="urn:microsoft.com/office/officeart/2018/5/layout/CenteredIconLabelDescriptionList"/>
    <dgm:cxn modelId="{20A49A64-62CD-46F4-9C2E-71337F18FDE9}" srcId="{368391D8-C627-418A-AE1D-7F770DE09866}" destId="{F7D2D81A-2157-47C5-996F-961E0EA55DB3}" srcOrd="1" destOrd="0" parTransId="{5825B8A2-5BE4-4C85-9459-31170AC5211D}" sibTransId="{FA0D24A9-7D9F-40E3-AD31-BA63A9B61A42}"/>
    <dgm:cxn modelId="{AA61E849-2543-4CEC-AD5B-8D2CCABC7D0D}" type="presOf" srcId="{7511B155-472F-45CE-8F97-94271FD43951}" destId="{A41AE90A-CB03-4EE1-BB3F-272E4ABF2B23}" srcOrd="0" destOrd="0" presId="urn:microsoft.com/office/officeart/2018/5/layout/CenteredIconLabelDescriptionList"/>
    <dgm:cxn modelId="{B367036C-4786-4F5C-BF60-657F0B5EAED9}" srcId="{368391D8-C627-418A-AE1D-7F770DE09866}" destId="{1494C224-118B-4DE8-963B-CF4D728F9A52}" srcOrd="4" destOrd="0" parTransId="{BFD93114-EEDB-4EA2-AD45-14D8601E2EBB}" sibTransId="{3D1CF337-90E2-4E6B-8F99-C255CCAE11EC}"/>
    <dgm:cxn modelId="{D3B3346F-2EFE-4619-950D-883D9386426E}" srcId="{1494C224-118B-4DE8-963B-CF4D728F9A52}" destId="{3E1A55F2-4E04-4221-85A4-3436BCAA2295}" srcOrd="0" destOrd="0" parTransId="{CA9C644B-95B4-4FBB-8F1E-ECC887B856F7}" sibTransId="{1F51F100-BF32-4BC9-8FC6-2482FE9ADEFF}"/>
    <dgm:cxn modelId="{26870F52-6E62-4D9E-A96B-B441EF0A7F32}" srcId="{F7D2D81A-2157-47C5-996F-961E0EA55DB3}" destId="{01A7366A-04D7-430A-A3A9-97BB251B5023}" srcOrd="1" destOrd="0" parTransId="{7437CD2E-CE87-4680-BED7-F1E2D8B2C0BA}" sibTransId="{A9DE209F-6C16-497E-BFF4-850BAD42C8D2}"/>
    <dgm:cxn modelId="{274E4354-A89B-4A43-ABF8-394D69879C59}" type="presOf" srcId="{29FEBEC0-059B-4928-9E11-B1F704E7D16F}" destId="{4A47C389-C38D-47A4-8304-FCAE4AD0A9C4}" srcOrd="0" destOrd="0" presId="urn:microsoft.com/office/officeart/2018/5/layout/CenteredIconLabelDescriptionList"/>
    <dgm:cxn modelId="{76CF6B59-B994-4C29-891E-00C12900A77F}" type="presOf" srcId="{31CA5AB1-9489-4410-A665-F803BFE5AA6D}" destId="{B13C3929-827D-4FD5-8671-081BAA4BCAE8}" srcOrd="0" destOrd="0" presId="urn:microsoft.com/office/officeart/2018/5/layout/CenteredIconLabelDescriptionList"/>
    <dgm:cxn modelId="{A2B1F891-5A19-441F-AD79-E771AB70CD7D}" type="presOf" srcId="{3E1A55F2-4E04-4221-85A4-3436BCAA2295}" destId="{455F6814-362A-41BB-B07E-A42B9E49EDF3}" srcOrd="0" destOrd="0" presId="urn:microsoft.com/office/officeart/2018/5/layout/CenteredIconLabelDescriptionList"/>
    <dgm:cxn modelId="{F0324393-59F5-4A50-B548-84E19FF4F27A}" type="presOf" srcId="{C296EC54-D5EC-445D-A090-86665C1501A4}" destId="{F7346A30-8171-437D-B2F4-8CC0257CF554}" srcOrd="0" destOrd="0" presId="urn:microsoft.com/office/officeart/2018/5/layout/CenteredIconLabelDescriptionList"/>
    <dgm:cxn modelId="{F253A09E-5D7D-439A-89D7-96F500F7D252}" srcId="{A66C780B-526B-4D79-9F0A-B99FAA1E5B48}" destId="{B6054E5B-D67D-4B65-8843-B5520E8153B5}" srcOrd="1" destOrd="0" parTransId="{C26282EE-58CB-45C9-A5F0-1E10B45D5187}" sibTransId="{8ED9B2A8-0FFA-4A4C-8BD5-860EECA3EE69}"/>
    <dgm:cxn modelId="{C3079EA3-1A3E-4013-B84F-DC5BF097236F}" type="presOf" srcId="{368391D8-C627-418A-AE1D-7F770DE09866}" destId="{D93472EF-5C01-46A2-93FC-785334FC16B7}" srcOrd="0" destOrd="0" presId="urn:microsoft.com/office/officeart/2018/5/layout/CenteredIconLabelDescriptionList"/>
    <dgm:cxn modelId="{402894A5-0AF8-423B-B709-2E27B852BC98}" type="presOf" srcId="{0B943255-A223-439D-8E34-FA795379C642}" destId="{AC98BDDF-1CEF-4D73-95AD-56D2465CF4CF}" srcOrd="0" destOrd="0" presId="urn:microsoft.com/office/officeart/2018/5/layout/CenteredIconLabelDescriptionList"/>
    <dgm:cxn modelId="{486BD4A7-4095-4748-9F08-02D3D89717F1}" type="presOf" srcId="{4133E9F8-F1D9-4F72-8ACF-4966EE9838B2}" destId="{B13C3929-827D-4FD5-8671-081BAA4BCAE8}" srcOrd="0" destOrd="1" presId="urn:microsoft.com/office/officeart/2018/5/layout/CenteredIconLabelDescriptionList"/>
    <dgm:cxn modelId="{15CE4DAD-22F9-4927-B03C-0C9E0205B6E6}" srcId="{A66C780B-526B-4D79-9F0A-B99FAA1E5B48}" destId="{C296EC54-D5EC-445D-A090-86665C1501A4}" srcOrd="0" destOrd="0" parTransId="{D9823F3E-6A61-4D85-AA10-96415904C3E8}" sibTransId="{915A2EE6-8232-4CBF-8353-B73E3B2B1E27}"/>
    <dgm:cxn modelId="{82A08CAD-A2FE-4341-80C6-D15E4C64809B}" srcId="{E1F51764-40BE-4B36-A494-DD91C7F03F70}" destId="{31CA5AB1-9489-4410-A665-F803BFE5AA6D}" srcOrd="0" destOrd="0" parTransId="{ACDD8D91-9A26-4FE0-99D1-4F425C606D0D}" sibTransId="{FFDC8583-A122-40B2-92CD-0C6415DAC9BE}"/>
    <dgm:cxn modelId="{7EF661AE-300E-469C-83C7-7E402AB0EF2B}" type="presOf" srcId="{E1F51764-40BE-4B36-A494-DD91C7F03F70}" destId="{00D58EF8-C9FA-4425-911A-FC03F0CA343E}" srcOrd="0" destOrd="0" presId="urn:microsoft.com/office/officeart/2018/5/layout/CenteredIconLabelDescriptionList"/>
    <dgm:cxn modelId="{A91594B6-407C-44EF-B4D2-86CBA5C3889C}" srcId="{368391D8-C627-418A-AE1D-7F770DE09866}" destId="{0B943255-A223-439D-8E34-FA795379C642}" srcOrd="0" destOrd="0" parTransId="{750A362D-05A0-4A26-B801-95901AF8C7FA}" sibTransId="{05476F58-A421-4558-91F0-941DBC320EF1}"/>
    <dgm:cxn modelId="{3055DDDC-0875-4EDD-8BEC-83F5CF3D33F7}" type="presOf" srcId="{B6054E5B-D67D-4B65-8843-B5520E8153B5}" destId="{F7346A30-8171-437D-B2F4-8CC0257CF554}" srcOrd="0" destOrd="1" presId="urn:microsoft.com/office/officeart/2018/5/layout/CenteredIconLabelDescriptionList"/>
    <dgm:cxn modelId="{141ED1F3-4527-4ABF-B617-C7D496D52CB0}" type="presOf" srcId="{01A7366A-04D7-430A-A3A9-97BB251B5023}" destId="{4A47C389-C38D-47A4-8304-FCAE4AD0A9C4}" srcOrd="0" destOrd="1" presId="urn:microsoft.com/office/officeart/2018/5/layout/CenteredIconLabelDescriptionList"/>
    <dgm:cxn modelId="{9C447FF9-3054-49EF-B389-1FAA3A6EEFAF}" type="presOf" srcId="{1494C224-118B-4DE8-963B-CF4D728F9A52}" destId="{262AA00C-E0AA-4123-B511-2C19367FE6B6}" srcOrd="0" destOrd="0" presId="urn:microsoft.com/office/officeart/2018/5/layout/CenteredIconLabelDescriptionList"/>
    <dgm:cxn modelId="{8B45A7FC-4464-4504-B30F-A0BFD6EEE4FD}" srcId="{0B943255-A223-439D-8E34-FA795379C642}" destId="{7511B155-472F-45CE-8F97-94271FD43951}" srcOrd="0" destOrd="0" parTransId="{5C095B61-AFD0-488D-8A9F-3E85D371354D}" sibTransId="{0396966C-A157-4047-8E22-CFF588B04194}"/>
    <dgm:cxn modelId="{382F96EE-10D3-484E-9FAC-D015E2623E25}" type="presParOf" srcId="{D93472EF-5C01-46A2-93FC-785334FC16B7}" destId="{B6399FFA-C3BF-422F-96FC-331A7FD40582}" srcOrd="0" destOrd="0" presId="urn:microsoft.com/office/officeart/2018/5/layout/CenteredIconLabelDescriptionList"/>
    <dgm:cxn modelId="{621DFD4E-CD22-4736-ACD6-2E138D585BF2}" type="presParOf" srcId="{B6399FFA-C3BF-422F-96FC-331A7FD40582}" destId="{D7A795DE-FE50-435E-BAE0-D6C94B26319C}" srcOrd="0" destOrd="0" presId="urn:microsoft.com/office/officeart/2018/5/layout/CenteredIconLabelDescriptionList"/>
    <dgm:cxn modelId="{2E677B6D-37E4-4F44-B691-BF4CD62976CB}" type="presParOf" srcId="{B6399FFA-C3BF-422F-96FC-331A7FD40582}" destId="{8665D259-0C5C-4267-9AC2-B375A8A50450}" srcOrd="1" destOrd="0" presId="urn:microsoft.com/office/officeart/2018/5/layout/CenteredIconLabelDescriptionList"/>
    <dgm:cxn modelId="{C03FD089-841F-414E-8F91-E50FBF1DC052}" type="presParOf" srcId="{B6399FFA-C3BF-422F-96FC-331A7FD40582}" destId="{AC98BDDF-1CEF-4D73-95AD-56D2465CF4CF}" srcOrd="2" destOrd="0" presId="urn:microsoft.com/office/officeart/2018/5/layout/CenteredIconLabelDescriptionList"/>
    <dgm:cxn modelId="{D00F8531-6508-4A6B-ABA5-020591ADC72A}" type="presParOf" srcId="{B6399FFA-C3BF-422F-96FC-331A7FD40582}" destId="{751E37A7-3986-4345-97AE-0944EAA5FBF5}" srcOrd="3" destOrd="0" presId="urn:microsoft.com/office/officeart/2018/5/layout/CenteredIconLabelDescriptionList"/>
    <dgm:cxn modelId="{EA5CC7BA-FCC7-462D-B9F5-E48CC5962616}" type="presParOf" srcId="{B6399FFA-C3BF-422F-96FC-331A7FD40582}" destId="{A41AE90A-CB03-4EE1-BB3F-272E4ABF2B23}" srcOrd="4" destOrd="0" presId="urn:microsoft.com/office/officeart/2018/5/layout/CenteredIconLabelDescriptionList"/>
    <dgm:cxn modelId="{702BA43B-C894-4793-8816-81F5CF16536D}" type="presParOf" srcId="{D93472EF-5C01-46A2-93FC-785334FC16B7}" destId="{8612834F-EAB4-48CA-8682-27F8C2ED2F82}" srcOrd="1" destOrd="0" presId="urn:microsoft.com/office/officeart/2018/5/layout/CenteredIconLabelDescriptionList"/>
    <dgm:cxn modelId="{9B3FC0F5-3A7A-4EFA-9805-9D8DC520DA28}" type="presParOf" srcId="{D93472EF-5C01-46A2-93FC-785334FC16B7}" destId="{0C719D16-FEE8-4EAC-BA77-30A5321A1CDD}" srcOrd="2" destOrd="0" presId="urn:microsoft.com/office/officeart/2018/5/layout/CenteredIconLabelDescriptionList"/>
    <dgm:cxn modelId="{458F4249-47C5-45C1-8090-42269E50FC26}" type="presParOf" srcId="{0C719D16-FEE8-4EAC-BA77-30A5321A1CDD}" destId="{AE313CFE-F27F-40DB-84D7-884F0149B9F7}" srcOrd="0" destOrd="0" presId="urn:microsoft.com/office/officeart/2018/5/layout/CenteredIconLabelDescriptionList"/>
    <dgm:cxn modelId="{9568793D-5F4D-4A94-84A0-013B829AB5BE}" type="presParOf" srcId="{0C719D16-FEE8-4EAC-BA77-30A5321A1CDD}" destId="{AF6F3F5A-7CEE-46D8-8E7B-6B486278F8D4}" srcOrd="1" destOrd="0" presId="urn:microsoft.com/office/officeart/2018/5/layout/CenteredIconLabelDescriptionList"/>
    <dgm:cxn modelId="{8A930DFA-CE82-4713-813A-3C87E7704C72}" type="presParOf" srcId="{0C719D16-FEE8-4EAC-BA77-30A5321A1CDD}" destId="{76A81437-7FC2-47D7-8575-34C653339923}" srcOrd="2" destOrd="0" presId="urn:microsoft.com/office/officeart/2018/5/layout/CenteredIconLabelDescriptionList"/>
    <dgm:cxn modelId="{3D1428CE-B4B9-429E-9F8D-9E390FE1FF3D}" type="presParOf" srcId="{0C719D16-FEE8-4EAC-BA77-30A5321A1CDD}" destId="{D93F7EC3-54C1-4216-84AF-E28E993B3367}" srcOrd="3" destOrd="0" presId="urn:microsoft.com/office/officeart/2018/5/layout/CenteredIconLabelDescriptionList"/>
    <dgm:cxn modelId="{B0F74950-5746-4FBF-8AC8-259B3C6C37DD}" type="presParOf" srcId="{0C719D16-FEE8-4EAC-BA77-30A5321A1CDD}" destId="{4A47C389-C38D-47A4-8304-FCAE4AD0A9C4}" srcOrd="4" destOrd="0" presId="urn:microsoft.com/office/officeart/2018/5/layout/CenteredIconLabelDescriptionList"/>
    <dgm:cxn modelId="{71DCF4E8-BA62-4208-B5EA-4B27D03E1B5D}" type="presParOf" srcId="{D93472EF-5C01-46A2-93FC-785334FC16B7}" destId="{92E276F2-A46C-4569-9341-00A49C2BE856}" srcOrd="3" destOrd="0" presId="urn:microsoft.com/office/officeart/2018/5/layout/CenteredIconLabelDescriptionList"/>
    <dgm:cxn modelId="{4B8C9FB1-0CFC-4AA1-B23A-4784C8F66568}" type="presParOf" srcId="{D93472EF-5C01-46A2-93FC-785334FC16B7}" destId="{7DA9DB04-8C1B-4FD1-9A11-4716DDC54CF5}" srcOrd="4" destOrd="0" presId="urn:microsoft.com/office/officeart/2018/5/layout/CenteredIconLabelDescriptionList"/>
    <dgm:cxn modelId="{196F0D1F-8C39-44B4-84E8-87DA998DC9A7}" type="presParOf" srcId="{7DA9DB04-8C1B-4FD1-9A11-4716DDC54CF5}" destId="{0C2DE7F4-7983-41F4-94E5-BAF63345CF65}" srcOrd="0" destOrd="0" presId="urn:microsoft.com/office/officeart/2018/5/layout/CenteredIconLabelDescriptionList"/>
    <dgm:cxn modelId="{5524DB0A-C5E7-4FBA-A3E1-C8807197AD11}" type="presParOf" srcId="{7DA9DB04-8C1B-4FD1-9A11-4716DDC54CF5}" destId="{AFA680EE-349F-4E63-A7B1-9265E42064CC}" srcOrd="1" destOrd="0" presId="urn:microsoft.com/office/officeart/2018/5/layout/CenteredIconLabelDescriptionList"/>
    <dgm:cxn modelId="{C1C4F307-89B5-43AC-8E0E-2E28D4EE6000}" type="presParOf" srcId="{7DA9DB04-8C1B-4FD1-9A11-4716DDC54CF5}" destId="{00D58EF8-C9FA-4425-911A-FC03F0CA343E}" srcOrd="2" destOrd="0" presId="urn:microsoft.com/office/officeart/2018/5/layout/CenteredIconLabelDescriptionList"/>
    <dgm:cxn modelId="{5FF4EAEF-CE87-4DE3-BE59-0CE5D920154B}" type="presParOf" srcId="{7DA9DB04-8C1B-4FD1-9A11-4716DDC54CF5}" destId="{C2E4B20E-C140-458A-8283-7B9D8D7E05FD}" srcOrd="3" destOrd="0" presId="urn:microsoft.com/office/officeart/2018/5/layout/CenteredIconLabelDescriptionList"/>
    <dgm:cxn modelId="{616888D3-AB0C-4183-BAD4-A0883DBED681}" type="presParOf" srcId="{7DA9DB04-8C1B-4FD1-9A11-4716DDC54CF5}" destId="{B13C3929-827D-4FD5-8671-081BAA4BCAE8}" srcOrd="4" destOrd="0" presId="urn:microsoft.com/office/officeart/2018/5/layout/CenteredIconLabelDescriptionList"/>
    <dgm:cxn modelId="{0A11364A-E977-4826-BD0F-283757DCAF55}" type="presParOf" srcId="{D93472EF-5C01-46A2-93FC-785334FC16B7}" destId="{42D74FE4-3D15-40B7-BC80-843AE0366B22}" srcOrd="5" destOrd="0" presId="urn:microsoft.com/office/officeart/2018/5/layout/CenteredIconLabelDescriptionList"/>
    <dgm:cxn modelId="{3D48491F-90AD-4F44-9DC6-63AE1A312A6E}" type="presParOf" srcId="{D93472EF-5C01-46A2-93FC-785334FC16B7}" destId="{D423700E-CE27-4797-9A36-B8E6082C78A6}" srcOrd="6" destOrd="0" presId="urn:microsoft.com/office/officeart/2018/5/layout/CenteredIconLabelDescriptionList"/>
    <dgm:cxn modelId="{275FD4D8-F76D-4285-919B-E9778AB87784}" type="presParOf" srcId="{D423700E-CE27-4797-9A36-B8E6082C78A6}" destId="{AA93F48A-30E2-41E2-8009-B9F70CEE68FC}" srcOrd="0" destOrd="0" presId="urn:microsoft.com/office/officeart/2018/5/layout/CenteredIconLabelDescriptionList"/>
    <dgm:cxn modelId="{5CC4FB78-AF8F-40C3-8F79-FE72D44F5B72}" type="presParOf" srcId="{D423700E-CE27-4797-9A36-B8E6082C78A6}" destId="{ED1D2B9A-23E5-4142-9AAC-7C73D9A7305A}" srcOrd="1" destOrd="0" presId="urn:microsoft.com/office/officeart/2018/5/layout/CenteredIconLabelDescriptionList"/>
    <dgm:cxn modelId="{38F97C20-D71E-4A7E-86BF-AA0404243186}" type="presParOf" srcId="{D423700E-CE27-4797-9A36-B8E6082C78A6}" destId="{AD59D3B0-1CE7-441A-9C60-5868A15C1985}" srcOrd="2" destOrd="0" presId="urn:microsoft.com/office/officeart/2018/5/layout/CenteredIconLabelDescriptionList"/>
    <dgm:cxn modelId="{EA4E9270-8C96-4285-8BCF-3F9DA0FD1D27}" type="presParOf" srcId="{D423700E-CE27-4797-9A36-B8E6082C78A6}" destId="{BF29AC4B-C179-4B9F-AB37-6A57F39ACCCB}" srcOrd="3" destOrd="0" presId="urn:microsoft.com/office/officeart/2018/5/layout/CenteredIconLabelDescriptionList"/>
    <dgm:cxn modelId="{270212FC-877B-4D9B-A2A1-14D24DA8521B}" type="presParOf" srcId="{D423700E-CE27-4797-9A36-B8E6082C78A6}" destId="{F7346A30-8171-437D-B2F4-8CC0257CF554}" srcOrd="4" destOrd="0" presId="urn:microsoft.com/office/officeart/2018/5/layout/CenteredIconLabelDescriptionList"/>
    <dgm:cxn modelId="{D45FCA09-99CB-4B0A-A47C-AC60DDCB5823}" type="presParOf" srcId="{D93472EF-5C01-46A2-93FC-785334FC16B7}" destId="{64B560A3-9993-4733-B600-E4121BC83569}" srcOrd="7" destOrd="0" presId="urn:microsoft.com/office/officeart/2018/5/layout/CenteredIconLabelDescriptionList"/>
    <dgm:cxn modelId="{4405A89F-BF10-45EF-AAB8-CC82995AA884}" type="presParOf" srcId="{D93472EF-5C01-46A2-93FC-785334FC16B7}" destId="{70908D70-0F62-4E54-9C62-A01813A5B809}" srcOrd="8" destOrd="0" presId="urn:microsoft.com/office/officeart/2018/5/layout/CenteredIconLabelDescriptionList"/>
    <dgm:cxn modelId="{F8215D45-8689-428A-BCCB-384682346832}" type="presParOf" srcId="{70908D70-0F62-4E54-9C62-A01813A5B809}" destId="{875A9FF8-231A-43C6-9B8C-3E03D6F33581}" srcOrd="0" destOrd="0" presId="urn:microsoft.com/office/officeart/2018/5/layout/CenteredIconLabelDescriptionList"/>
    <dgm:cxn modelId="{AC225B85-CBFF-42AA-AC90-82D5E1434FCA}" type="presParOf" srcId="{70908D70-0F62-4E54-9C62-A01813A5B809}" destId="{654587BD-D05D-4A20-AA6C-0B6B7B082505}" srcOrd="1" destOrd="0" presId="urn:microsoft.com/office/officeart/2018/5/layout/CenteredIconLabelDescriptionList"/>
    <dgm:cxn modelId="{BAD52D93-0A3B-427D-ABBE-077B1F1A06FE}" type="presParOf" srcId="{70908D70-0F62-4E54-9C62-A01813A5B809}" destId="{262AA00C-E0AA-4123-B511-2C19367FE6B6}" srcOrd="2" destOrd="0" presId="urn:microsoft.com/office/officeart/2018/5/layout/CenteredIconLabelDescriptionList"/>
    <dgm:cxn modelId="{1B9C718E-1AAD-4F21-9799-A6D31FA26664}" type="presParOf" srcId="{70908D70-0F62-4E54-9C62-A01813A5B809}" destId="{404BEE5A-B1D9-4C67-9592-85FDA8E67C15}" srcOrd="3" destOrd="0" presId="urn:microsoft.com/office/officeart/2018/5/layout/CenteredIconLabelDescriptionList"/>
    <dgm:cxn modelId="{D244190F-92A4-45B1-AE6F-7BE8807C83DC}" type="presParOf" srcId="{70908D70-0F62-4E54-9C62-A01813A5B809}" destId="{455F6814-362A-41BB-B07E-A42B9E49EDF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888F56CA-9F0D-4247-AA95-90A85C3CB6A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641A4733-071A-4C66-9235-E363FC1453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 of unspent</a:t>
          </a:r>
          <a:endParaRPr lang="en-US"/>
        </a:p>
      </dgm:t>
    </dgm:pt>
    <dgm:pt modelId="{D9111F4E-AF15-4799-AD57-286D6D57018D}" type="parTrans" cxnId="{C57D7BED-58A7-4685-9052-EB43402F17B7}">
      <dgm:prSet/>
      <dgm:spPr/>
      <dgm:t>
        <a:bodyPr/>
        <a:lstStyle/>
        <a:p>
          <a:endParaRPr lang="en-US"/>
        </a:p>
      </dgm:t>
    </dgm:pt>
    <dgm:pt modelId="{8EDD415F-29D7-4DCB-B6BC-6CE017DFE262}" type="sibTrans" cxnId="{C57D7BED-58A7-4685-9052-EB43402F17B7}">
      <dgm:prSet/>
      <dgm:spPr/>
      <dgm:t>
        <a:bodyPr/>
        <a:lstStyle/>
        <a:p>
          <a:endParaRPr lang="en-US"/>
        </a:p>
      </dgm:t>
    </dgm:pt>
    <dgm:pt modelId="{CBCADBC9-97BA-43C1-A5C9-0F209A33A48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SPV node cannot validate </a:t>
          </a:r>
        </a:p>
      </dgm:t>
    </dgm:pt>
    <dgm:pt modelId="{E2AC65D1-B939-4ABA-B0E6-E22D443486F9}" type="parTrans" cxnId="{ABE48515-B73E-4EF4-9CC3-71FFD7D6F202}">
      <dgm:prSet/>
      <dgm:spPr/>
      <dgm:t>
        <a:bodyPr/>
        <a:lstStyle/>
        <a:p>
          <a:endParaRPr lang="en-US"/>
        </a:p>
      </dgm:t>
    </dgm:pt>
    <dgm:pt modelId="{7D7C4C0F-2D83-407C-9AEB-0732229A13C1}" type="sibTrans" cxnId="{ABE48515-B73E-4EF4-9CC3-71FFD7D6F202}">
      <dgm:prSet/>
      <dgm:spPr/>
      <dgm:t>
        <a:bodyPr/>
        <a:lstStyle/>
        <a:p>
          <a:endParaRPr lang="en-US"/>
        </a:p>
      </dgm:t>
    </dgm:pt>
    <dgm:pt modelId="{08F17962-9C59-4F7C-B443-F41C2293E0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whether the UTXO is unspent. </a:t>
          </a:r>
        </a:p>
      </dgm:t>
    </dgm:pt>
    <dgm:pt modelId="{00CB4B78-FB8B-496C-BD4B-1A7DF7A32F19}" type="parTrans" cxnId="{9C43B7DB-F6EB-4251-8072-8B7E6916F2BA}">
      <dgm:prSet/>
      <dgm:spPr/>
      <dgm:t>
        <a:bodyPr/>
        <a:lstStyle/>
        <a:p>
          <a:endParaRPr lang="en-US"/>
        </a:p>
      </dgm:t>
    </dgm:pt>
    <dgm:pt modelId="{8CED9D59-AD40-4002-BD22-D934A979161E}" type="sibTrans" cxnId="{9C43B7DB-F6EB-4251-8072-8B7E6916F2BA}">
      <dgm:prSet/>
      <dgm:spPr/>
      <dgm:t>
        <a:bodyPr/>
        <a:lstStyle/>
        <a:p>
          <a:endParaRPr lang="en-US"/>
        </a:p>
      </dgm:t>
    </dgm:pt>
    <dgm:pt modelId="{F4438185-BE44-4072-BE12-EA91E0D975A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path</a:t>
          </a:r>
          <a:endParaRPr lang="en-US"/>
        </a:p>
      </dgm:t>
    </dgm:pt>
    <dgm:pt modelId="{14FC0AF0-0ABF-4FDF-B626-C91B6BB55C91}" type="parTrans" cxnId="{75CA537D-7234-432B-A28C-2AB0995F4DC1}">
      <dgm:prSet/>
      <dgm:spPr/>
      <dgm:t>
        <a:bodyPr/>
        <a:lstStyle/>
        <a:p>
          <a:endParaRPr lang="en-US"/>
        </a:p>
      </dgm:t>
    </dgm:pt>
    <dgm:pt modelId="{A2771C74-9371-4E9F-A135-51FB54380731}" type="sibTrans" cxnId="{75CA537D-7234-432B-A28C-2AB0995F4DC1}">
      <dgm:prSet/>
      <dgm:spPr/>
      <dgm:t>
        <a:bodyPr/>
        <a:lstStyle/>
        <a:p>
          <a:endParaRPr lang="en-US"/>
        </a:p>
      </dgm:t>
    </dgm:pt>
    <dgm:pt modelId="{12D9E425-F039-4CB5-96B1-40F9BDAE7A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Instead, the SPV nod</a:t>
          </a:r>
          <a:r>
            <a:rPr lang="tr-TR" dirty="0"/>
            <a:t>e </a:t>
          </a:r>
          <a:r>
            <a:rPr lang="en-US" dirty="0"/>
            <a:t>will establish a link </a:t>
          </a:r>
        </a:p>
      </dgm:t>
    </dgm:pt>
    <dgm:pt modelId="{F6DC336F-5797-4AAD-8A35-3A07BF417DBB}" type="parTrans" cxnId="{381DE965-8A8D-4FCC-B4C2-6FB797E16535}">
      <dgm:prSet/>
      <dgm:spPr/>
      <dgm:t>
        <a:bodyPr/>
        <a:lstStyle/>
        <a:p>
          <a:endParaRPr lang="en-US"/>
        </a:p>
      </dgm:t>
    </dgm:pt>
    <dgm:pt modelId="{929577AE-05C2-448C-B519-058C065A98E1}" type="sibTrans" cxnId="{381DE965-8A8D-4FCC-B4C2-6FB797E16535}">
      <dgm:prSet/>
      <dgm:spPr/>
      <dgm:t>
        <a:bodyPr/>
        <a:lstStyle/>
        <a:p>
          <a:endParaRPr lang="en-US"/>
        </a:p>
      </dgm:t>
    </dgm:pt>
    <dgm:pt modelId="{AB30F2B1-D597-4855-AE79-5C4B6F25E16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 the transaction and the block that contains it, </a:t>
          </a:r>
        </a:p>
      </dgm:t>
    </dgm:pt>
    <dgm:pt modelId="{337D16EE-4FCC-4766-B0FB-312B93F7597C}" type="parTrans" cxnId="{75E70ED3-84D3-4BD3-AFEE-1281F76C6FE4}">
      <dgm:prSet/>
      <dgm:spPr/>
      <dgm:t>
        <a:bodyPr/>
        <a:lstStyle/>
        <a:p>
          <a:endParaRPr lang="en-US"/>
        </a:p>
      </dgm:t>
    </dgm:pt>
    <dgm:pt modelId="{BE364402-6E3C-4218-BFD0-0A51B4FF57D5}" type="sibTrans" cxnId="{75E70ED3-84D3-4BD3-AFEE-1281F76C6FE4}">
      <dgm:prSet/>
      <dgm:spPr/>
      <dgm:t>
        <a:bodyPr/>
        <a:lstStyle/>
        <a:p>
          <a:endParaRPr lang="en-US"/>
        </a:p>
      </dgm:t>
    </dgm:pt>
    <dgm:pt modelId="{7E1BBD25-8798-4D17-88D2-129BE23E177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header</a:t>
          </a:r>
          <a:endParaRPr lang="en-US"/>
        </a:p>
      </dgm:t>
    </dgm:pt>
    <dgm:pt modelId="{2237AC6B-4B13-4B38-B68B-A8B9ECAA2E25}" type="parTrans" cxnId="{4FAA2DDE-C54E-4C09-9B0F-D04DFF96BC0F}">
      <dgm:prSet/>
      <dgm:spPr/>
      <dgm:t>
        <a:bodyPr/>
        <a:lstStyle/>
        <a:p>
          <a:endParaRPr lang="en-US"/>
        </a:p>
      </dgm:t>
    </dgm:pt>
    <dgm:pt modelId="{854705BA-646E-4DF5-9438-ADB87EE60510}" type="sibTrans" cxnId="{4FAA2DDE-C54E-4C09-9B0F-D04DFF96BC0F}">
      <dgm:prSet/>
      <dgm:spPr/>
      <dgm:t>
        <a:bodyPr/>
        <a:lstStyle/>
        <a:p>
          <a:endParaRPr lang="en-US"/>
        </a:p>
      </dgm:t>
    </dgm:pt>
    <dgm:pt modelId="{A57179D5-3455-4882-B6E0-C55D6F12D52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SPV nodes use a </a:t>
          </a:r>
          <a:r>
            <a:rPr lang="en-US" dirty="0" err="1"/>
            <a:t>getheaders</a:t>
          </a:r>
          <a:r>
            <a:rPr lang="en-US" dirty="0"/>
            <a:t> message </a:t>
          </a:r>
        </a:p>
      </dgm:t>
    </dgm:pt>
    <dgm:pt modelId="{0F95B085-5406-4D85-AAF2-FE0EAE7F8AF1}" type="parTrans" cxnId="{7D689844-E877-4385-BBD2-7CB87D3167D1}">
      <dgm:prSet/>
      <dgm:spPr/>
      <dgm:t>
        <a:bodyPr/>
        <a:lstStyle/>
        <a:p>
          <a:endParaRPr lang="en-US"/>
        </a:p>
      </dgm:t>
    </dgm:pt>
    <dgm:pt modelId="{F88A67FF-9060-4DD7-9B2D-C465CA57816D}" type="sibTrans" cxnId="{7D689844-E877-4385-BBD2-7CB87D3167D1}">
      <dgm:prSet/>
      <dgm:spPr/>
      <dgm:t>
        <a:bodyPr/>
        <a:lstStyle/>
        <a:p>
          <a:endParaRPr lang="en-US"/>
        </a:p>
      </dgm:t>
    </dgm:pt>
    <dgm:pt modelId="{4114FF5A-2D26-438A-B68C-0509BAA916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instead of getblocks.</a:t>
          </a:r>
        </a:p>
      </dgm:t>
    </dgm:pt>
    <dgm:pt modelId="{5CF91E60-CDDD-419E-9266-B1A3314F6BBA}" type="parTrans" cxnId="{105BB2FE-2174-413A-BCE1-5668703B2AFC}">
      <dgm:prSet/>
      <dgm:spPr/>
      <dgm:t>
        <a:bodyPr/>
        <a:lstStyle/>
        <a:p>
          <a:endParaRPr lang="en-US"/>
        </a:p>
      </dgm:t>
    </dgm:pt>
    <dgm:pt modelId="{3B732FFF-FF17-4696-ABDD-3C6F72373EAC}" type="sibTrans" cxnId="{105BB2FE-2174-413A-BCE1-5668703B2AFC}">
      <dgm:prSet/>
      <dgm:spPr/>
      <dgm:t>
        <a:bodyPr/>
        <a:lstStyle/>
        <a:p>
          <a:endParaRPr lang="en-US"/>
        </a:p>
      </dgm:t>
    </dgm:pt>
    <dgm:pt modelId="{2B9BCFA9-9AD2-4AE8-B70C-8109E35EB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Respond</a:t>
          </a:r>
          <a:endParaRPr lang="en-US"/>
        </a:p>
      </dgm:t>
    </dgm:pt>
    <dgm:pt modelId="{C09D08FE-3259-4411-A61D-0037C497F71E}" type="parTrans" cxnId="{89FDF713-2F34-446F-8CED-2EBEBBDE82A2}">
      <dgm:prSet/>
      <dgm:spPr/>
      <dgm:t>
        <a:bodyPr/>
        <a:lstStyle/>
        <a:p>
          <a:endParaRPr lang="en-US"/>
        </a:p>
      </dgm:t>
    </dgm:pt>
    <dgm:pt modelId="{02FD32F7-0D1B-46A5-BA41-257D7C0059EC}" type="sibTrans" cxnId="{89FDF713-2F34-446F-8CED-2EBEBBDE82A2}">
      <dgm:prSet/>
      <dgm:spPr/>
      <dgm:t>
        <a:bodyPr/>
        <a:lstStyle/>
        <a:p>
          <a:endParaRPr lang="en-US"/>
        </a:p>
      </dgm:t>
    </dgm:pt>
    <dgm:pt modelId="{2FB271D8-75F6-4831-9840-A849ED026C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up to 2,000 block headers </a:t>
          </a:r>
        </a:p>
      </dgm:t>
    </dgm:pt>
    <dgm:pt modelId="{17206217-6FF7-4558-86F3-44627C7989D0}" type="parTrans" cxnId="{5B139A79-A1D6-4C01-AC8E-B628E6BA0945}">
      <dgm:prSet/>
      <dgm:spPr/>
      <dgm:t>
        <a:bodyPr/>
        <a:lstStyle/>
        <a:p>
          <a:endParaRPr lang="en-US"/>
        </a:p>
      </dgm:t>
    </dgm:pt>
    <dgm:pt modelId="{2EC36D1B-6CCC-42A4-B15F-538CF7829219}" type="sibTrans" cxnId="{5B139A79-A1D6-4C01-AC8E-B628E6BA0945}">
      <dgm:prSet/>
      <dgm:spPr/>
      <dgm:t>
        <a:bodyPr/>
        <a:lstStyle/>
        <a:p>
          <a:endParaRPr lang="en-US"/>
        </a:p>
      </dgm:t>
    </dgm:pt>
    <dgm:pt modelId="{ABD1CBD9-AB41-4611-B2C8-1B90B987AB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a single headers message.</a:t>
          </a:r>
        </a:p>
      </dgm:t>
    </dgm:pt>
    <dgm:pt modelId="{01887E27-1569-43B3-84C6-9C298903D6EA}" type="parTrans" cxnId="{657F0847-F613-4FE0-B341-721A1A323A98}">
      <dgm:prSet/>
      <dgm:spPr/>
      <dgm:t>
        <a:bodyPr/>
        <a:lstStyle/>
        <a:p>
          <a:endParaRPr lang="en-US"/>
        </a:p>
      </dgm:t>
    </dgm:pt>
    <dgm:pt modelId="{019EF4D1-544B-4CA9-AB0A-A26F2BC1121A}" type="sibTrans" cxnId="{657F0847-F613-4FE0-B341-721A1A323A98}">
      <dgm:prSet/>
      <dgm:spPr/>
      <dgm:t>
        <a:bodyPr/>
        <a:lstStyle/>
        <a:p>
          <a:endParaRPr lang="en-US"/>
        </a:p>
      </dgm:t>
    </dgm:pt>
    <dgm:pt modelId="{1C68648F-679F-4433-BCBB-9E6A6FF5A8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</a:t>
          </a:r>
          <a:r>
            <a:rPr lang="en-US" dirty="0"/>
            <a:t>get the block headers </a:t>
          </a:r>
        </a:p>
      </dgm:t>
    </dgm:pt>
    <dgm:pt modelId="{614C80D8-71FE-4EAD-9CCC-249618C306C6}" type="parTrans" cxnId="{3BD6032A-FF1D-4285-B55B-69F8D3FBF76D}">
      <dgm:prSet/>
      <dgm:spPr/>
      <dgm:t>
        <a:bodyPr/>
        <a:lstStyle/>
        <a:p>
          <a:endParaRPr lang="en-US"/>
        </a:p>
      </dgm:t>
    </dgm:pt>
    <dgm:pt modelId="{7F575334-774E-4BD8-88DA-393631A43A33}" type="sibTrans" cxnId="{3BD6032A-FF1D-4285-B55B-69F8D3FBF76D}">
      <dgm:prSet/>
      <dgm:spPr/>
      <dgm:t>
        <a:bodyPr/>
        <a:lstStyle/>
        <a:p>
          <a:endParaRPr lang="en-US"/>
        </a:p>
      </dgm:t>
    </dgm:pt>
    <dgm:pt modelId="{6A0AAE0E-5584-4397-B0DE-BA19B406B1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responding peer will send </a:t>
          </a:r>
        </a:p>
      </dgm:t>
    </dgm:pt>
    <dgm:pt modelId="{442FD416-1C92-440D-A418-D1BA06445D19}" type="parTrans" cxnId="{D4E62CA5-9BAE-434A-94C9-67762B196537}">
      <dgm:prSet/>
      <dgm:spPr/>
      <dgm:t>
        <a:bodyPr/>
        <a:lstStyle/>
        <a:p>
          <a:endParaRPr lang="tr-TR"/>
        </a:p>
      </dgm:t>
    </dgm:pt>
    <dgm:pt modelId="{BC9A75F9-6B32-4EAD-ACF2-C5C7FB9170F4}" type="sibTrans" cxnId="{D4E62CA5-9BAE-434A-94C9-67762B196537}">
      <dgm:prSet/>
      <dgm:spPr/>
      <dgm:t>
        <a:bodyPr/>
        <a:lstStyle/>
        <a:p>
          <a:endParaRPr lang="tr-TR"/>
        </a:p>
      </dgm:t>
    </dgm:pt>
    <dgm:pt modelId="{5B199E53-6426-4E80-AF45-5986749D8E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</a:t>
          </a:r>
          <a:r>
            <a:rPr lang="en-US" dirty="0"/>
            <a:t>a</a:t>
          </a:r>
          <a:r>
            <a:rPr lang="tr-TR" dirty="0"/>
            <a:t> </a:t>
          </a:r>
          <a:r>
            <a:rPr lang="tr-TR" i="1" dirty="0" err="1"/>
            <a:t>merkle</a:t>
          </a:r>
          <a:r>
            <a:rPr lang="tr-TR" i="1" dirty="0"/>
            <a:t> </a:t>
          </a:r>
          <a:r>
            <a:rPr lang="tr-TR" i="1" dirty="0" err="1"/>
            <a:t>path</a:t>
          </a:r>
          <a:r>
            <a:rPr lang="tr-TR" i="1" dirty="0"/>
            <a:t> </a:t>
          </a:r>
          <a:endParaRPr lang="en-US" dirty="0"/>
        </a:p>
      </dgm:t>
    </dgm:pt>
    <dgm:pt modelId="{A360116D-E520-4845-BD26-53E6E0130CEA}" type="parTrans" cxnId="{E9E35E37-444F-4474-A8B2-A0D433783227}">
      <dgm:prSet/>
      <dgm:spPr/>
      <dgm:t>
        <a:bodyPr/>
        <a:lstStyle/>
        <a:p>
          <a:endParaRPr lang="tr-TR"/>
        </a:p>
      </dgm:t>
    </dgm:pt>
    <dgm:pt modelId="{D7BDE489-2815-408E-A84B-44C3C90B6562}" type="sibTrans" cxnId="{E9E35E37-444F-4474-A8B2-A0D433783227}">
      <dgm:prSet/>
      <dgm:spPr/>
      <dgm:t>
        <a:bodyPr/>
        <a:lstStyle/>
        <a:p>
          <a:endParaRPr lang="tr-TR"/>
        </a:p>
      </dgm:t>
    </dgm:pt>
    <dgm:pt modelId="{A68B207E-BC78-4ED8-AACF-4FFA40D17E59}" type="pres">
      <dgm:prSet presAssocID="{888F56CA-9F0D-4247-AA95-90A85C3CB6A0}" presName="root" presStyleCnt="0">
        <dgm:presLayoutVars>
          <dgm:dir/>
          <dgm:resizeHandles val="exact"/>
        </dgm:presLayoutVars>
      </dgm:prSet>
      <dgm:spPr/>
    </dgm:pt>
    <dgm:pt modelId="{F0273131-8CA0-49F5-A870-709DDD75AF43}" type="pres">
      <dgm:prSet presAssocID="{641A4733-071A-4C66-9235-E363FC145315}" presName="compNode" presStyleCnt="0"/>
      <dgm:spPr/>
    </dgm:pt>
    <dgm:pt modelId="{AA9D6E7E-C1C0-44F7-9AC0-BB4FC80C55D6}" type="pres">
      <dgm:prSet presAssocID="{641A4733-071A-4C66-9235-E363FC145315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BF151DC0-BAD1-4C89-9EAC-B74418369E69}" type="pres">
      <dgm:prSet presAssocID="{641A4733-071A-4C66-9235-E363FC145315}" presName="iconSpace" presStyleCnt="0"/>
      <dgm:spPr/>
    </dgm:pt>
    <dgm:pt modelId="{6B47175C-1685-40F7-BC11-54D57AC300F3}" type="pres">
      <dgm:prSet presAssocID="{641A4733-071A-4C66-9235-E363FC145315}" presName="parTx" presStyleLbl="revTx" presStyleIdx="0" presStyleCnt="8">
        <dgm:presLayoutVars>
          <dgm:chMax val="0"/>
          <dgm:chPref val="0"/>
        </dgm:presLayoutVars>
      </dgm:prSet>
      <dgm:spPr/>
    </dgm:pt>
    <dgm:pt modelId="{C2283AA9-938A-4B7D-A2A9-F8414710B20C}" type="pres">
      <dgm:prSet presAssocID="{641A4733-071A-4C66-9235-E363FC145315}" presName="txSpace" presStyleCnt="0"/>
      <dgm:spPr/>
    </dgm:pt>
    <dgm:pt modelId="{FD12F5F5-31D9-4DE5-A132-9A2E0B4FE15D}" type="pres">
      <dgm:prSet presAssocID="{641A4733-071A-4C66-9235-E363FC145315}" presName="desTx" presStyleLbl="revTx" presStyleIdx="1" presStyleCnt="8">
        <dgm:presLayoutVars/>
      </dgm:prSet>
      <dgm:spPr/>
    </dgm:pt>
    <dgm:pt modelId="{53F11C8A-53B7-4EB7-BA5A-E6FFC08401DC}" type="pres">
      <dgm:prSet presAssocID="{8EDD415F-29D7-4DCB-B6BC-6CE017DFE262}" presName="sibTrans" presStyleCnt="0"/>
      <dgm:spPr/>
    </dgm:pt>
    <dgm:pt modelId="{95824D12-EEA7-4D45-AF57-7B053E32963D}" type="pres">
      <dgm:prSet presAssocID="{F4438185-BE44-4072-BE12-EA91E0D975A0}" presName="compNode" presStyleCnt="0"/>
      <dgm:spPr/>
    </dgm:pt>
    <dgm:pt modelId="{962C541D-5EC4-401D-B621-15D504315D57}" type="pres">
      <dgm:prSet presAssocID="{F4438185-BE44-4072-BE12-EA91E0D975A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9451CA9-70AE-4A8B-8E3F-B584170C9FD4}" type="pres">
      <dgm:prSet presAssocID="{F4438185-BE44-4072-BE12-EA91E0D975A0}" presName="iconSpace" presStyleCnt="0"/>
      <dgm:spPr/>
    </dgm:pt>
    <dgm:pt modelId="{AB9F5560-F754-45CA-BA4A-F83106B0E0EA}" type="pres">
      <dgm:prSet presAssocID="{F4438185-BE44-4072-BE12-EA91E0D975A0}" presName="parTx" presStyleLbl="revTx" presStyleIdx="2" presStyleCnt="8">
        <dgm:presLayoutVars>
          <dgm:chMax val="0"/>
          <dgm:chPref val="0"/>
        </dgm:presLayoutVars>
      </dgm:prSet>
      <dgm:spPr/>
    </dgm:pt>
    <dgm:pt modelId="{8C631822-CCE4-4CF3-8FA4-EF1F39AF0F18}" type="pres">
      <dgm:prSet presAssocID="{F4438185-BE44-4072-BE12-EA91E0D975A0}" presName="txSpace" presStyleCnt="0"/>
      <dgm:spPr/>
    </dgm:pt>
    <dgm:pt modelId="{954F32C5-95A8-4ABA-87D2-50C979049087}" type="pres">
      <dgm:prSet presAssocID="{F4438185-BE44-4072-BE12-EA91E0D975A0}" presName="desTx" presStyleLbl="revTx" presStyleIdx="3" presStyleCnt="8">
        <dgm:presLayoutVars/>
      </dgm:prSet>
      <dgm:spPr/>
    </dgm:pt>
    <dgm:pt modelId="{E604DF42-2573-4DB5-9324-FDF6F78F75E8}" type="pres">
      <dgm:prSet presAssocID="{A2771C74-9371-4E9F-A135-51FB54380731}" presName="sibTrans" presStyleCnt="0"/>
      <dgm:spPr/>
    </dgm:pt>
    <dgm:pt modelId="{CB056D68-76FA-4885-852F-7B11A7E8B619}" type="pres">
      <dgm:prSet presAssocID="{7E1BBD25-8798-4D17-88D2-129BE23E1774}" presName="compNode" presStyleCnt="0"/>
      <dgm:spPr/>
    </dgm:pt>
    <dgm:pt modelId="{07C9CD1B-0CF3-48F2-9728-30A34DD06793}" type="pres">
      <dgm:prSet presAssocID="{7E1BBD25-8798-4D17-88D2-129BE23E1774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031170AD-5C3A-4581-B7DE-BC6A1F18EA0C}" type="pres">
      <dgm:prSet presAssocID="{7E1BBD25-8798-4D17-88D2-129BE23E1774}" presName="iconSpace" presStyleCnt="0"/>
      <dgm:spPr/>
    </dgm:pt>
    <dgm:pt modelId="{047B7027-086E-46F4-A724-A4CC7F435DE7}" type="pres">
      <dgm:prSet presAssocID="{7E1BBD25-8798-4D17-88D2-129BE23E1774}" presName="parTx" presStyleLbl="revTx" presStyleIdx="4" presStyleCnt="8">
        <dgm:presLayoutVars>
          <dgm:chMax val="0"/>
          <dgm:chPref val="0"/>
        </dgm:presLayoutVars>
      </dgm:prSet>
      <dgm:spPr/>
    </dgm:pt>
    <dgm:pt modelId="{D8A2E403-7FCE-4CBB-AC7C-08C231BDBB2F}" type="pres">
      <dgm:prSet presAssocID="{7E1BBD25-8798-4D17-88D2-129BE23E1774}" presName="txSpace" presStyleCnt="0"/>
      <dgm:spPr/>
    </dgm:pt>
    <dgm:pt modelId="{A963AD8A-5310-42BF-B07D-8381C196CDBE}" type="pres">
      <dgm:prSet presAssocID="{7E1BBD25-8798-4D17-88D2-129BE23E1774}" presName="desTx" presStyleLbl="revTx" presStyleIdx="5" presStyleCnt="8">
        <dgm:presLayoutVars/>
      </dgm:prSet>
      <dgm:spPr/>
    </dgm:pt>
    <dgm:pt modelId="{5C53A87B-9872-4745-B8BE-7E83656F9594}" type="pres">
      <dgm:prSet presAssocID="{854705BA-646E-4DF5-9438-ADB87EE60510}" presName="sibTrans" presStyleCnt="0"/>
      <dgm:spPr/>
    </dgm:pt>
    <dgm:pt modelId="{CE10A523-FE75-4C97-87CD-6FAF4BDA43A5}" type="pres">
      <dgm:prSet presAssocID="{2B9BCFA9-9AD2-4AE8-B70C-8109E35EB799}" presName="compNode" presStyleCnt="0"/>
      <dgm:spPr/>
    </dgm:pt>
    <dgm:pt modelId="{92738B78-692E-47D5-B63B-7DAE9B1DEA8A}" type="pres">
      <dgm:prSet presAssocID="{2B9BCFA9-9AD2-4AE8-B70C-8109E35EB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envelope"/>
        </a:ext>
      </dgm:extLst>
    </dgm:pt>
    <dgm:pt modelId="{61537368-48AA-4B8E-A8AA-F0400FFC07F7}" type="pres">
      <dgm:prSet presAssocID="{2B9BCFA9-9AD2-4AE8-B70C-8109E35EB799}" presName="iconSpace" presStyleCnt="0"/>
      <dgm:spPr/>
    </dgm:pt>
    <dgm:pt modelId="{5D3A14E0-EA7A-4298-8CEE-F13CF5C6B3D7}" type="pres">
      <dgm:prSet presAssocID="{2B9BCFA9-9AD2-4AE8-B70C-8109E35EB799}" presName="parTx" presStyleLbl="revTx" presStyleIdx="6" presStyleCnt="8">
        <dgm:presLayoutVars>
          <dgm:chMax val="0"/>
          <dgm:chPref val="0"/>
        </dgm:presLayoutVars>
      </dgm:prSet>
      <dgm:spPr/>
    </dgm:pt>
    <dgm:pt modelId="{7E987BB1-DB1A-43EC-AA6C-CA4D881FE9B3}" type="pres">
      <dgm:prSet presAssocID="{2B9BCFA9-9AD2-4AE8-B70C-8109E35EB799}" presName="txSpace" presStyleCnt="0"/>
      <dgm:spPr/>
    </dgm:pt>
    <dgm:pt modelId="{73490D47-6219-41E5-B77C-B039A596719F}" type="pres">
      <dgm:prSet presAssocID="{2B9BCFA9-9AD2-4AE8-B70C-8109E35EB799}" presName="desTx" presStyleLbl="revTx" presStyleIdx="7" presStyleCnt="8">
        <dgm:presLayoutVars/>
      </dgm:prSet>
      <dgm:spPr/>
    </dgm:pt>
  </dgm:ptLst>
  <dgm:cxnLst>
    <dgm:cxn modelId="{61AEB010-B5C9-4C1E-B556-AA64D18C8A57}" type="presOf" srcId="{7E1BBD25-8798-4D17-88D2-129BE23E1774}" destId="{047B7027-086E-46F4-A724-A4CC7F435DE7}" srcOrd="0" destOrd="0" presId="urn:microsoft.com/office/officeart/2018/5/layout/CenteredIconLabelDescriptionList"/>
    <dgm:cxn modelId="{89FDF713-2F34-446F-8CED-2EBEBBDE82A2}" srcId="{888F56CA-9F0D-4247-AA95-90A85C3CB6A0}" destId="{2B9BCFA9-9AD2-4AE8-B70C-8109E35EB799}" srcOrd="3" destOrd="0" parTransId="{C09D08FE-3259-4411-A61D-0037C497F71E}" sibTransId="{02FD32F7-0D1B-46A5-BA41-257D7C0059EC}"/>
    <dgm:cxn modelId="{ABE48515-B73E-4EF4-9CC3-71FFD7D6F202}" srcId="{641A4733-071A-4C66-9235-E363FC145315}" destId="{CBCADBC9-97BA-43C1-A5C9-0F209A33A481}" srcOrd="0" destOrd="0" parTransId="{E2AC65D1-B939-4ABA-B0E6-E22D443486F9}" sibTransId="{7D7C4C0F-2D83-407C-9AEB-0732229A13C1}"/>
    <dgm:cxn modelId="{ACC4781F-F54F-4894-8E92-FE86D91B41C1}" type="presOf" srcId="{1C68648F-679F-4433-BCBB-9E6A6FF5A89F}" destId="{A963AD8A-5310-42BF-B07D-8381C196CDBE}" srcOrd="0" destOrd="0" presId="urn:microsoft.com/office/officeart/2018/5/layout/CenteredIconLabelDescriptionList"/>
    <dgm:cxn modelId="{E38BFE20-488E-4514-8A7F-72BD82349241}" type="presOf" srcId="{4114FF5A-2D26-438A-B68C-0509BAA9168A}" destId="{A963AD8A-5310-42BF-B07D-8381C196CDBE}" srcOrd="0" destOrd="2" presId="urn:microsoft.com/office/officeart/2018/5/layout/CenteredIconLabelDescriptionList"/>
    <dgm:cxn modelId="{C56CFB25-B24F-4213-A7A8-FF3C8BB91B0D}" type="presOf" srcId="{6A0AAE0E-5584-4397-B0DE-BA19B406B177}" destId="{73490D47-6219-41E5-B77C-B039A596719F}" srcOrd="0" destOrd="0" presId="urn:microsoft.com/office/officeart/2018/5/layout/CenteredIconLabelDescriptionList"/>
    <dgm:cxn modelId="{3BD6032A-FF1D-4285-B55B-69F8D3FBF76D}" srcId="{7E1BBD25-8798-4D17-88D2-129BE23E1774}" destId="{1C68648F-679F-4433-BCBB-9E6A6FF5A89F}" srcOrd="0" destOrd="0" parTransId="{614C80D8-71FE-4EAD-9CCC-249618C306C6}" sibTransId="{7F575334-774E-4BD8-88DA-393631A43A33}"/>
    <dgm:cxn modelId="{E9E35E37-444F-4474-A8B2-A0D433783227}" srcId="{F4438185-BE44-4072-BE12-EA91E0D975A0}" destId="{5B199E53-6426-4E80-AF45-5986749D8E1A}" srcOrd="2" destOrd="0" parTransId="{A360116D-E520-4845-BD26-53E6E0130CEA}" sibTransId="{D7BDE489-2815-408E-A84B-44C3C90B6562}"/>
    <dgm:cxn modelId="{7D689844-E877-4385-BBD2-7CB87D3167D1}" srcId="{7E1BBD25-8798-4D17-88D2-129BE23E1774}" destId="{A57179D5-3455-4882-B6E0-C55D6F12D526}" srcOrd="1" destOrd="0" parTransId="{0F95B085-5406-4D85-AAF2-FE0EAE7F8AF1}" sibTransId="{F88A67FF-9060-4DD7-9B2D-C465CA57816D}"/>
    <dgm:cxn modelId="{381DE965-8A8D-4FCC-B4C2-6FB797E16535}" srcId="{F4438185-BE44-4072-BE12-EA91E0D975A0}" destId="{12D9E425-F039-4CB5-96B1-40F9BDAE7AE0}" srcOrd="0" destOrd="0" parTransId="{F6DC336F-5797-4AAD-8A35-3A07BF417DBB}" sibTransId="{929577AE-05C2-448C-B519-058C065A98E1}"/>
    <dgm:cxn modelId="{657F0847-F613-4FE0-B341-721A1A323A98}" srcId="{2B9BCFA9-9AD2-4AE8-B70C-8109E35EB799}" destId="{ABD1CBD9-AB41-4611-B2C8-1B90B987AB53}" srcOrd="2" destOrd="0" parTransId="{01887E27-1569-43B3-84C6-9C298903D6EA}" sibTransId="{019EF4D1-544B-4CA9-AB0A-A26F2BC1121A}"/>
    <dgm:cxn modelId="{72223A48-7F00-4B5B-8050-5A15AE6614C2}" type="presOf" srcId="{CBCADBC9-97BA-43C1-A5C9-0F209A33A481}" destId="{FD12F5F5-31D9-4DE5-A132-9A2E0B4FE15D}" srcOrd="0" destOrd="0" presId="urn:microsoft.com/office/officeart/2018/5/layout/CenteredIconLabelDescriptionList"/>
    <dgm:cxn modelId="{5D44AC76-D30F-4860-BCB6-D7E601873E79}" type="presOf" srcId="{AB30F2B1-D597-4855-AE79-5C4B6F25E162}" destId="{954F32C5-95A8-4ABA-87D2-50C979049087}" srcOrd="0" destOrd="1" presId="urn:microsoft.com/office/officeart/2018/5/layout/CenteredIconLabelDescriptionList"/>
    <dgm:cxn modelId="{5B139A79-A1D6-4C01-AC8E-B628E6BA0945}" srcId="{2B9BCFA9-9AD2-4AE8-B70C-8109E35EB799}" destId="{2FB271D8-75F6-4831-9840-A849ED026C01}" srcOrd="1" destOrd="0" parTransId="{17206217-6FF7-4558-86F3-44627C7989D0}" sibTransId="{2EC36D1B-6CCC-42A4-B15F-538CF7829219}"/>
    <dgm:cxn modelId="{7A74C35A-7C34-42CF-BA83-D8EA5E87688E}" type="presOf" srcId="{ABD1CBD9-AB41-4611-B2C8-1B90B987AB53}" destId="{73490D47-6219-41E5-B77C-B039A596719F}" srcOrd="0" destOrd="2" presId="urn:microsoft.com/office/officeart/2018/5/layout/CenteredIconLabelDescriptionList"/>
    <dgm:cxn modelId="{3630E57C-44A2-4AD5-9F3E-2FA08FDCF985}" type="presOf" srcId="{5B199E53-6426-4E80-AF45-5986749D8E1A}" destId="{954F32C5-95A8-4ABA-87D2-50C979049087}" srcOrd="0" destOrd="2" presId="urn:microsoft.com/office/officeart/2018/5/layout/CenteredIconLabelDescriptionList"/>
    <dgm:cxn modelId="{75CA537D-7234-432B-A28C-2AB0995F4DC1}" srcId="{888F56CA-9F0D-4247-AA95-90A85C3CB6A0}" destId="{F4438185-BE44-4072-BE12-EA91E0D975A0}" srcOrd="1" destOrd="0" parTransId="{14FC0AF0-0ABF-4FDF-B626-C91B6BB55C91}" sibTransId="{A2771C74-9371-4E9F-A135-51FB54380731}"/>
    <dgm:cxn modelId="{29A0F982-A68C-4FA4-9A2B-E0561A8013E3}" type="presOf" srcId="{641A4733-071A-4C66-9235-E363FC145315}" destId="{6B47175C-1685-40F7-BC11-54D57AC300F3}" srcOrd="0" destOrd="0" presId="urn:microsoft.com/office/officeart/2018/5/layout/CenteredIconLabelDescriptionList"/>
    <dgm:cxn modelId="{0CCC6E86-378C-450F-B424-3D9FFAEDF0CB}" type="presOf" srcId="{A57179D5-3455-4882-B6E0-C55D6F12D526}" destId="{A963AD8A-5310-42BF-B07D-8381C196CDBE}" srcOrd="0" destOrd="1" presId="urn:microsoft.com/office/officeart/2018/5/layout/CenteredIconLabelDescriptionList"/>
    <dgm:cxn modelId="{8B41459F-ED13-4CD5-B0FE-238A26F144BD}" type="presOf" srcId="{12D9E425-F039-4CB5-96B1-40F9BDAE7AE0}" destId="{954F32C5-95A8-4ABA-87D2-50C979049087}" srcOrd="0" destOrd="0" presId="urn:microsoft.com/office/officeart/2018/5/layout/CenteredIconLabelDescriptionList"/>
    <dgm:cxn modelId="{92D5C09F-9DFA-44DD-98B3-5ABA1679D4AF}" type="presOf" srcId="{F4438185-BE44-4072-BE12-EA91E0D975A0}" destId="{AB9F5560-F754-45CA-BA4A-F83106B0E0EA}" srcOrd="0" destOrd="0" presId="urn:microsoft.com/office/officeart/2018/5/layout/CenteredIconLabelDescriptionList"/>
    <dgm:cxn modelId="{95F966A0-3D65-49E2-96D4-D85B912E34FB}" type="presOf" srcId="{2FB271D8-75F6-4831-9840-A849ED026C01}" destId="{73490D47-6219-41E5-B77C-B039A596719F}" srcOrd="0" destOrd="1" presId="urn:microsoft.com/office/officeart/2018/5/layout/CenteredIconLabelDescriptionList"/>
    <dgm:cxn modelId="{D4E62CA5-9BAE-434A-94C9-67762B196537}" srcId="{2B9BCFA9-9AD2-4AE8-B70C-8109E35EB799}" destId="{6A0AAE0E-5584-4397-B0DE-BA19B406B177}" srcOrd="0" destOrd="0" parTransId="{442FD416-1C92-440D-A418-D1BA06445D19}" sibTransId="{BC9A75F9-6B32-4EAD-ACF2-C5C7FB9170F4}"/>
    <dgm:cxn modelId="{096B97B4-186D-41FD-B1F0-3C68BA4A0E2B}" type="presOf" srcId="{2B9BCFA9-9AD2-4AE8-B70C-8109E35EB799}" destId="{5D3A14E0-EA7A-4298-8CEE-F13CF5C6B3D7}" srcOrd="0" destOrd="0" presId="urn:microsoft.com/office/officeart/2018/5/layout/CenteredIconLabelDescriptionList"/>
    <dgm:cxn modelId="{75E70ED3-84D3-4BD3-AFEE-1281F76C6FE4}" srcId="{F4438185-BE44-4072-BE12-EA91E0D975A0}" destId="{AB30F2B1-D597-4855-AE79-5C4B6F25E162}" srcOrd="1" destOrd="0" parTransId="{337D16EE-4FCC-4766-B0FB-312B93F7597C}" sibTransId="{BE364402-6E3C-4218-BFD0-0A51B4FF57D5}"/>
    <dgm:cxn modelId="{9C43B7DB-F6EB-4251-8072-8B7E6916F2BA}" srcId="{641A4733-071A-4C66-9235-E363FC145315}" destId="{08F17962-9C59-4F7C-B443-F41C2293E06D}" srcOrd="1" destOrd="0" parTransId="{00CB4B78-FB8B-496C-BD4B-1A7DF7A32F19}" sibTransId="{8CED9D59-AD40-4002-BD22-D934A979161E}"/>
    <dgm:cxn modelId="{4FAA2DDE-C54E-4C09-9B0F-D04DFF96BC0F}" srcId="{888F56CA-9F0D-4247-AA95-90A85C3CB6A0}" destId="{7E1BBD25-8798-4D17-88D2-129BE23E1774}" srcOrd="2" destOrd="0" parTransId="{2237AC6B-4B13-4B38-B68B-A8B9ECAA2E25}" sibTransId="{854705BA-646E-4DF5-9438-ADB87EE60510}"/>
    <dgm:cxn modelId="{441BF6E3-D8C4-4F79-A743-716AC8A46CF7}" type="presOf" srcId="{888F56CA-9F0D-4247-AA95-90A85C3CB6A0}" destId="{A68B207E-BC78-4ED8-AACF-4FFA40D17E59}" srcOrd="0" destOrd="0" presId="urn:microsoft.com/office/officeart/2018/5/layout/CenteredIconLabelDescriptionList"/>
    <dgm:cxn modelId="{C57D7BED-58A7-4685-9052-EB43402F17B7}" srcId="{888F56CA-9F0D-4247-AA95-90A85C3CB6A0}" destId="{641A4733-071A-4C66-9235-E363FC145315}" srcOrd="0" destOrd="0" parTransId="{D9111F4E-AF15-4799-AD57-286D6D57018D}" sibTransId="{8EDD415F-29D7-4DCB-B6BC-6CE017DFE262}"/>
    <dgm:cxn modelId="{ADFB98FC-C0CB-4319-8911-09B7C93B7FCD}" type="presOf" srcId="{08F17962-9C59-4F7C-B443-F41C2293E06D}" destId="{FD12F5F5-31D9-4DE5-A132-9A2E0B4FE15D}" srcOrd="0" destOrd="1" presId="urn:microsoft.com/office/officeart/2018/5/layout/CenteredIconLabelDescriptionList"/>
    <dgm:cxn modelId="{105BB2FE-2174-413A-BCE1-5668703B2AFC}" srcId="{7E1BBD25-8798-4D17-88D2-129BE23E1774}" destId="{4114FF5A-2D26-438A-B68C-0509BAA9168A}" srcOrd="2" destOrd="0" parTransId="{5CF91E60-CDDD-419E-9266-B1A3314F6BBA}" sibTransId="{3B732FFF-FF17-4696-ABDD-3C6F72373EAC}"/>
    <dgm:cxn modelId="{F610C7BF-C6EF-498E-9076-45359146869D}" type="presParOf" srcId="{A68B207E-BC78-4ED8-AACF-4FFA40D17E59}" destId="{F0273131-8CA0-49F5-A870-709DDD75AF43}" srcOrd="0" destOrd="0" presId="urn:microsoft.com/office/officeart/2018/5/layout/CenteredIconLabelDescriptionList"/>
    <dgm:cxn modelId="{3ED6CCC1-D352-4E4C-94C2-71509BF6CACC}" type="presParOf" srcId="{F0273131-8CA0-49F5-A870-709DDD75AF43}" destId="{AA9D6E7E-C1C0-44F7-9AC0-BB4FC80C55D6}" srcOrd="0" destOrd="0" presId="urn:microsoft.com/office/officeart/2018/5/layout/CenteredIconLabelDescriptionList"/>
    <dgm:cxn modelId="{040682DF-393F-4A44-8FDD-A05739CF0DC1}" type="presParOf" srcId="{F0273131-8CA0-49F5-A870-709DDD75AF43}" destId="{BF151DC0-BAD1-4C89-9EAC-B74418369E69}" srcOrd="1" destOrd="0" presId="urn:microsoft.com/office/officeart/2018/5/layout/CenteredIconLabelDescriptionList"/>
    <dgm:cxn modelId="{96EEA197-DD71-4512-8C99-3C47C9271CEC}" type="presParOf" srcId="{F0273131-8CA0-49F5-A870-709DDD75AF43}" destId="{6B47175C-1685-40F7-BC11-54D57AC300F3}" srcOrd="2" destOrd="0" presId="urn:microsoft.com/office/officeart/2018/5/layout/CenteredIconLabelDescriptionList"/>
    <dgm:cxn modelId="{CA1F3B0A-DCB0-482C-BD99-854A5EB38056}" type="presParOf" srcId="{F0273131-8CA0-49F5-A870-709DDD75AF43}" destId="{C2283AA9-938A-4B7D-A2A9-F8414710B20C}" srcOrd="3" destOrd="0" presId="urn:microsoft.com/office/officeart/2018/5/layout/CenteredIconLabelDescriptionList"/>
    <dgm:cxn modelId="{D8D58737-BBC5-489B-BD03-92809C477FB9}" type="presParOf" srcId="{F0273131-8CA0-49F5-A870-709DDD75AF43}" destId="{FD12F5F5-31D9-4DE5-A132-9A2E0B4FE15D}" srcOrd="4" destOrd="0" presId="urn:microsoft.com/office/officeart/2018/5/layout/CenteredIconLabelDescriptionList"/>
    <dgm:cxn modelId="{28A8E0CE-1182-4700-ACE4-51AECB400ED7}" type="presParOf" srcId="{A68B207E-BC78-4ED8-AACF-4FFA40D17E59}" destId="{53F11C8A-53B7-4EB7-BA5A-E6FFC08401DC}" srcOrd="1" destOrd="0" presId="urn:microsoft.com/office/officeart/2018/5/layout/CenteredIconLabelDescriptionList"/>
    <dgm:cxn modelId="{2FC025F2-5C7D-409D-A813-FD4A34585047}" type="presParOf" srcId="{A68B207E-BC78-4ED8-AACF-4FFA40D17E59}" destId="{95824D12-EEA7-4D45-AF57-7B053E32963D}" srcOrd="2" destOrd="0" presId="urn:microsoft.com/office/officeart/2018/5/layout/CenteredIconLabelDescriptionList"/>
    <dgm:cxn modelId="{3F1B4799-49E7-43AA-982D-31700478D2E8}" type="presParOf" srcId="{95824D12-EEA7-4D45-AF57-7B053E32963D}" destId="{962C541D-5EC4-401D-B621-15D504315D57}" srcOrd="0" destOrd="0" presId="urn:microsoft.com/office/officeart/2018/5/layout/CenteredIconLabelDescriptionList"/>
    <dgm:cxn modelId="{68B00BF2-B5BE-4D3B-BCC8-09597F11B99E}" type="presParOf" srcId="{95824D12-EEA7-4D45-AF57-7B053E32963D}" destId="{F9451CA9-70AE-4A8B-8E3F-B584170C9FD4}" srcOrd="1" destOrd="0" presId="urn:microsoft.com/office/officeart/2018/5/layout/CenteredIconLabelDescriptionList"/>
    <dgm:cxn modelId="{3DB461F4-717C-4D7B-9E46-C9CA8F33AD44}" type="presParOf" srcId="{95824D12-EEA7-4D45-AF57-7B053E32963D}" destId="{AB9F5560-F754-45CA-BA4A-F83106B0E0EA}" srcOrd="2" destOrd="0" presId="urn:microsoft.com/office/officeart/2018/5/layout/CenteredIconLabelDescriptionList"/>
    <dgm:cxn modelId="{3B20F659-CC4C-4F55-AC06-25F556B144BC}" type="presParOf" srcId="{95824D12-EEA7-4D45-AF57-7B053E32963D}" destId="{8C631822-CCE4-4CF3-8FA4-EF1F39AF0F18}" srcOrd="3" destOrd="0" presId="urn:microsoft.com/office/officeart/2018/5/layout/CenteredIconLabelDescriptionList"/>
    <dgm:cxn modelId="{5311C1AD-B8BE-4571-856B-D92BCA16B424}" type="presParOf" srcId="{95824D12-EEA7-4D45-AF57-7B053E32963D}" destId="{954F32C5-95A8-4ABA-87D2-50C979049087}" srcOrd="4" destOrd="0" presId="urn:microsoft.com/office/officeart/2018/5/layout/CenteredIconLabelDescriptionList"/>
    <dgm:cxn modelId="{66C6BD3B-1164-4F9A-911E-0829BF54F1C7}" type="presParOf" srcId="{A68B207E-BC78-4ED8-AACF-4FFA40D17E59}" destId="{E604DF42-2573-4DB5-9324-FDF6F78F75E8}" srcOrd="3" destOrd="0" presId="urn:microsoft.com/office/officeart/2018/5/layout/CenteredIconLabelDescriptionList"/>
    <dgm:cxn modelId="{5461E693-B729-4A7F-BDBF-5A960DD524FB}" type="presParOf" srcId="{A68B207E-BC78-4ED8-AACF-4FFA40D17E59}" destId="{CB056D68-76FA-4885-852F-7B11A7E8B619}" srcOrd="4" destOrd="0" presId="urn:microsoft.com/office/officeart/2018/5/layout/CenteredIconLabelDescriptionList"/>
    <dgm:cxn modelId="{C290DA86-926B-4AA7-A9AE-6921137EC472}" type="presParOf" srcId="{CB056D68-76FA-4885-852F-7B11A7E8B619}" destId="{07C9CD1B-0CF3-48F2-9728-30A34DD06793}" srcOrd="0" destOrd="0" presId="urn:microsoft.com/office/officeart/2018/5/layout/CenteredIconLabelDescriptionList"/>
    <dgm:cxn modelId="{56D5125E-B5BB-4DF0-9711-EAEA7C9C1326}" type="presParOf" srcId="{CB056D68-76FA-4885-852F-7B11A7E8B619}" destId="{031170AD-5C3A-4581-B7DE-BC6A1F18EA0C}" srcOrd="1" destOrd="0" presId="urn:microsoft.com/office/officeart/2018/5/layout/CenteredIconLabelDescriptionList"/>
    <dgm:cxn modelId="{7873B60C-CFBB-47B0-B182-22AD7A1E6442}" type="presParOf" srcId="{CB056D68-76FA-4885-852F-7B11A7E8B619}" destId="{047B7027-086E-46F4-A724-A4CC7F435DE7}" srcOrd="2" destOrd="0" presId="urn:microsoft.com/office/officeart/2018/5/layout/CenteredIconLabelDescriptionList"/>
    <dgm:cxn modelId="{F3178C8E-2302-40DA-81D7-A970F78DDC1F}" type="presParOf" srcId="{CB056D68-76FA-4885-852F-7B11A7E8B619}" destId="{D8A2E403-7FCE-4CBB-AC7C-08C231BDBB2F}" srcOrd="3" destOrd="0" presId="urn:microsoft.com/office/officeart/2018/5/layout/CenteredIconLabelDescriptionList"/>
    <dgm:cxn modelId="{09853E26-BB87-449C-AECE-21ECEC7F1DA5}" type="presParOf" srcId="{CB056D68-76FA-4885-852F-7B11A7E8B619}" destId="{A963AD8A-5310-42BF-B07D-8381C196CDBE}" srcOrd="4" destOrd="0" presId="urn:microsoft.com/office/officeart/2018/5/layout/CenteredIconLabelDescriptionList"/>
    <dgm:cxn modelId="{2F70E216-5F7D-4BE3-87FC-1CCA004FFE5D}" type="presParOf" srcId="{A68B207E-BC78-4ED8-AACF-4FFA40D17E59}" destId="{5C53A87B-9872-4745-B8BE-7E83656F9594}" srcOrd="5" destOrd="0" presId="urn:microsoft.com/office/officeart/2018/5/layout/CenteredIconLabelDescriptionList"/>
    <dgm:cxn modelId="{9450224A-CEE4-4667-B73F-4CE89F316416}" type="presParOf" srcId="{A68B207E-BC78-4ED8-AACF-4FFA40D17E59}" destId="{CE10A523-FE75-4C97-87CD-6FAF4BDA43A5}" srcOrd="6" destOrd="0" presId="urn:microsoft.com/office/officeart/2018/5/layout/CenteredIconLabelDescriptionList"/>
    <dgm:cxn modelId="{DA1DF931-EC8B-4FFA-ADFB-4D54AB964ECA}" type="presParOf" srcId="{CE10A523-FE75-4C97-87CD-6FAF4BDA43A5}" destId="{92738B78-692E-47D5-B63B-7DAE9B1DEA8A}" srcOrd="0" destOrd="0" presId="urn:microsoft.com/office/officeart/2018/5/layout/CenteredIconLabelDescriptionList"/>
    <dgm:cxn modelId="{2C949B9B-ACDC-45EC-8265-C5CBF983A6F1}" type="presParOf" srcId="{CE10A523-FE75-4C97-87CD-6FAF4BDA43A5}" destId="{61537368-48AA-4B8E-A8AA-F0400FFC07F7}" srcOrd="1" destOrd="0" presId="urn:microsoft.com/office/officeart/2018/5/layout/CenteredIconLabelDescriptionList"/>
    <dgm:cxn modelId="{5EBBF8B7-57AF-4FE7-B5EE-77E51BAD72B0}" type="presParOf" srcId="{CE10A523-FE75-4C97-87CD-6FAF4BDA43A5}" destId="{5D3A14E0-EA7A-4298-8CEE-F13CF5C6B3D7}" srcOrd="2" destOrd="0" presId="urn:microsoft.com/office/officeart/2018/5/layout/CenteredIconLabelDescriptionList"/>
    <dgm:cxn modelId="{236BD2F2-E349-42A9-83B5-734A25FC764D}" type="presParOf" srcId="{CE10A523-FE75-4C97-87CD-6FAF4BDA43A5}" destId="{7E987BB1-DB1A-43EC-AA6C-CA4D881FE9B3}" srcOrd="3" destOrd="0" presId="urn:microsoft.com/office/officeart/2018/5/layout/CenteredIconLabelDescriptionList"/>
    <dgm:cxn modelId="{51DA1383-B7B9-4272-AB11-45B161F66C92}" type="presParOf" srcId="{CE10A523-FE75-4C97-87CD-6FAF4BDA43A5}" destId="{73490D47-6219-41E5-B77C-B039A596719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C81F31AD-1DF6-4255-9266-D054C58B18BD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ADD6274F-EC15-414E-9815-49DD6C374233}">
      <dgm:prSet/>
      <dgm:spPr/>
      <dgm:t>
        <a:bodyPr/>
        <a:lstStyle/>
        <a:p>
          <a:r>
            <a:rPr lang="tr-TR" baseline="0" dirty="0" err="1"/>
            <a:t>Bloom</a:t>
          </a:r>
          <a:r>
            <a:rPr lang="tr-TR" baseline="0" dirty="0"/>
            <a:t> </a:t>
          </a:r>
          <a:r>
            <a:rPr lang="tr-TR" baseline="0" dirty="0" err="1"/>
            <a:t>Filters</a:t>
          </a:r>
          <a:endParaRPr lang="en-US" dirty="0"/>
        </a:p>
      </dgm:t>
    </dgm:pt>
    <dgm:pt modelId="{C4B023AE-E097-4435-A195-5BC3B0A7197C}" type="parTrans" cxnId="{549210EF-E9EF-4E50-BB52-37320DB7E365}">
      <dgm:prSet/>
      <dgm:spPr/>
      <dgm:t>
        <a:bodyPr/>
        <a:lstStyle/>
        <a:p>
          <a:endParaRPr lang="en-US"/>
        </a:p>
      </dgm:t>
    </dgm:pt>
    <dgm:pt modelId="{090B68B4-5ADE-4596-BA46-E5939D944968}" type="sibTrans" cxnId="{549210EF-E9EF-4E50-BB52-37320DB7E365}">
      <dgm:prSet/>
      <dgm:spPr/>
      <dgm:t>
        <a:bodyPr/>
        <a:lstStyle/>
        <a:p>
          <a:endParaRPr lang="en-US"/>
        </a:p>
      </dgm:t>
    </dgm:pt>
    <dgm:pt modelId="{AB134175-2F8C-4F67-8594-458F9D6EA58F}">
      <dgm:prSet/>
      <dgm:spPr/>
      <dgm:t>
        <a:bodyPr/>
        <a:lstStyle/>
        <a:p>
          <a:r>
            <a:rPr lang="tr-TR" baseline="0"/>
            <a:t>How Bloom Filters Work</a:t>
          </a:r>
          <a:endParaRPr lang="en-US"/>
        </a:p>
      </dgm:t>
    </dgm:pt>
    <dgm:pt modelId="{EB4AAAB0-01F2-4BFB-B96E-0EF6B52F3415}" type="parTrans" cxnId="{B08A82B0-440D-4A45-9563-4C0178925A81}">
      <dgm:prSet/>
      <dgm:spPr/>
      <dgm:t>
        <a:bodyPr/>
        <a:lstStyle/>
        <a:p>
          <a:endParaRPr lang="en-US"/>
        </a:p>
      </dgm:t>
    </dgm:pt>
    <dgm:pt modelId="{D0E25614-2D87-426E-96FA-5582A9B13C1C}" type="sibTrans" cxnId="{B08A82B0-440D-4A45-9563-4C0178925A81}">
      <dgm:prSet/>
      <dgm:spPr/>
      <dgm:t>
        <a:bodyPr/>
        <a:lstStyle/>
        <a:p>
          <a:endParaRPr lang="en-US"/>
        </a:p>
      </dgm:t>
    </dgm:pt>
    <dgm:pt modelId="{D5D46A1A-C3B4-4EF1-90C0-014C2D0201DC}">
      <dgm:prSet/>
      <dgm:spPr/>
      <dgm:t>
        <a:bodyPr/>
        <a:lstStyle/>
        <a:p>
          <a:r>
            <a:rPr lang="en-US" baseline="0" dirty="0"/>
            <a:t>How SPV Nodes Use Bloom Filters</a:t>
          </a:r>
          <a:endParaRPr lang="en-US" dirty="0"/>
        </a:p>
      </dgm:t>
    </dgm:pt>
    <dgm:pt modelId="{5C6D3D35-1BB2-44ED-A36B-EF5B4EF94F15}" type="parTrans" cxnId="{C04670BD-7238-4996-8AE3-A12E1A1D1EE1}">
      <dgm:prSet/>
      <dgm:spPr/>
      <dgm:t>
        <a:bodyPr/>
        <a:lstStyle/>
        <a:p>
          <a:endParaRPr lang="en-US"/>
        </a:p>
      </dgm:t>
    </dgm:pt>
    <dgm:pt modelId="{115FF893-8488-4CA9-8FD8-38E5E66FBDC9}" type="sibTrans" cxnId="{C04670BD-7238-4996-8AE3-A12E1A1D1EE1}">
      <dgm:prSet/>
      <dgm:spPr/>
      <dgm:t>
        <a:bodyPr/>
        <a:lstStyle/>
        <a:p>
          <a:endParaRPr lang="en-US"/>
        </a:p>
      </dgm:t>
    </dgm:pt>
    <dgm:pt modelId="{0039366A-CE04-407B-85E5-A0D023703737}" type="pres">
      <dgm:prSet presAssocID="{C81F31AD-1DF6-4255-9266-D054C58B18BD}" presName="linear" presStyleCnt="0">
        <dgm:presLayoutVars>
          <dgm:animLvl val="lvl"/>
          <dgm:resizeHandles val="exact"/>
        </dgm:presLayoutVars>
      </dgm:prSet>
      <dgm:spPr/>
    </dgm:pt>
    <dgm:pt modelId="{D8BB9537-1DB6-4648-A789-C59B14E82360}" type="pres">
      <dgm:prSet presAssocID="{ADD6274F-EC15-414E-9815-49DD6C374233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102B6599-04AA-44D2-A2E2-1B67C6907495}" type="pres">
      <dgm:prSet presAssocID="{ADD6274F-EC15-414E-9815-49DD6C374233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C5AA5E56-CFB9-4A7C-8C3A-3C3900098F6E}" type="presOf" srcId="{AB134175-2F8C-4F67-8594-458F9D6EA58F}" destId="{102B6599-04AA-44D2-A2E2-1B67C6907495}" srcOrd="0" destOrd="0" presId="urn:microsoft.com/office/officeart/2005/8/layout/vList2"/>
    <dgm:cxn modelId="{EADD517B-8032-4E52-B3BF-65EBCCDE4D12}" type="presOf" srcId="{C81F31AD-1DF6-4255-9266-D054C58B18BD}" destId="{0039366A-CE04-407B-85E5-A0D023703737}" srcOrd="0" destOrd="0" presId="urn:microsoft.com/office/officeart/2005/8/layout/vList2"/>
    <dgm:cxn modelId="{F1670695-0136-4050-9A25-7FB723E483E7}" type="presOf" srcId="{D5D46A1A-C3B4-4EF1-90C0-014C2D0201DC}" destId="{102B6599-04AA-44D2-A2E2-1B67C6907495}" srcOrd="0" destOrd="1" presId="urn:microsoft.com/office/officeart/2005/8/layout/vList2"/>
    <dgm:cxn modelId="{B08A82B0-440D-4A45-9563-4C0178925A81}" srcId="{ADD6274F-EC15-414E-9815-49DD6C374233}" destId="{AB134175-2F8C-4F67-8594-458F9D6EA58F}" srcOrd="0" destOrd="0" parTransId="{EB4AAAB0-01F2-4BFB-B96E-0EF6B52F3415}" sibTransId="{D0E25614-2D87-426E-96FA-5582A9B13C1C}"/>
    <dgm:cxn modelId="{C04670BD-7238-4996-8AE3-A12E1A1D1EE1}" srcId="{ADD6274F-EC15-414E-9815-49DD6C374233}" destId="{D5D46A1A-C3B4-4EF1-90C0-014C2D0201DC}" srcOrd="1" destOrd="0" parTransId="{5C6D3D35-1BB2-44ED-A36B-EF5B4EF94F15}" sibTransId="{115FF893-8488-4CA9-8FD8-38E5E66FBDC9}"/>
    <dgm:cxn modelId="{349209E1-9D13-45E1-BA6C-A41004E899EE}" type="presOf" srcId="{ADD6274F-EC15-414E-9815-49DD6C374233}" destId="{D8BB9537-1DB6-4648-A789-C59B14E82360}" srcOrd="0" destOrd="0" presId="urn:microsoft.com/office/officeart/2005/8/layout/vList2"/>
    <dgm:cxn modelId="{549210EF-E9EF-4E50-BB52-37320DB7E365}" srcId="{C81F31AD-1DF6-4255-9266-D054C58B18BD}" destId="{ADD6274F-EC15-414E-9815-49DD6C374233}" srcOrd="0" destOrd="0" parTransId="{C4B023AE-E097-4435-A195-5BC3B0A7197C}" sibTransId="{090B68B4-5ADE-4596-BA46-E5939D944968}"/>
    <dgm:cxn modelId="{03470A4E-74E9-463C-A9DC-E58760406506}" type="presParOf" srcId="{0039366A-CE04-407B-85E5-A0D023703737}" destId="{D8BB9537-1DB6-4648-A789-C59B14E82360}" srcOrd="0" destOrd="0" presId="urn:microsoft.com/office/officeart/2005/8/layout/vList2"/>
    <dgm:cxn modelId="{5FF3F7FC-1BBD-42D4-A1C6-AC7F5A6E4B0D}" type="presParOf" srcId="{0039366A-CE04-407B-85E5-A0D023703737}" destId="{102B6599-04AA-44D2-A2E2-1B67C6907495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658FFF16-B9CE-418C-8023-F7ADADA44D6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673B7855-A89A-466D-843A-6AA2673A16F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Probabilistic filter</a:t>
          </a:r>
          <a:endParaRPr lang="en-US"/>
        </a:p>
      </dgm:t>
    </dgm:pt>
    <dgm:pt modelId="{A973258C-DAC1-47B7-A059-C4565099147F}" type="parTrans" cxnId="{8BB1DD58-A43E-49AD-B685-795DDABE8D9A}">
      <dgm:prSet/>
      <dgm:spPr/>
      <dgm:t>
        <a:bodyPr/>
        <a:lstStyle/>
        <a:p>
          <a:endParaRPr lang="en-US"/>
        </a:p>
      </dgm:t>
    </dgm:pt>
    <dgm:pt modelId="{AD756FA3-BE3E-4223-AE5A-894CDC4713D2}" type="sibTrans" cxnId="{8BB1DD58-A43E-49AD-B685-795DDABE8D9A}">
      <dgm:prSet/>
      <dgm:spPr/>
      <dgm:t>
        <a:bodyPr/>
        <a:lstStyle/>
        <a:p>
          <a:endParaRPr lang="en-US"/>
        </a:p>
      </dgm:t>
    </dgm:pt>
    <dgm:pt modelId="{D62CEF6F-E5E9-4E22-AF51-560EB51236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bloom filter is a probabilistic search filter, </a:t>
          </a:r>
        </a:p>
      </dgm:t>
    </dgm:pt>
    <dgm:pt modelId="{BF4AC1EB-7425-42C9-8DE1-9B7E93ECB456}" type="parTrans" cxnId="{6DE17544-D591-4BBC-9FEA-E301E42D289F}">
      <dgm:prSet/>
      <dgm:spPr/>
      <dgm:t>
        <a:bodyPr/>
        <a:lstStyle/>
        <a:p>
          <a:endParaRPr lang="en-US"/>
        </a:p>
      </dgm:t>
    </dgm:pt>
    <dgm:pt modelId="{DE489269-0CBC-41D7-A506-6424D09DC53B}" type="sibTrans" cxnId="{6DE17544-D591-4BBC-9FEA-E301E42D289F}">
      <dgm:prSet/>
      <dgm:spPr/>
      <dgm:t>
        <a:bodyPr/>
        <a:lstStyle/>
        <a:p>
          <a:endParaRPr lang="en-US"/>
        </a:p>
      </dgm:t>
    </dgm:pt>
    <dgm:pt modelId="{A1E581D1-A374-4731-AB6F-5461943B82F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way to describe a desired pattern</a:t>
          </a:r>
        </a:p>
      </dgm:t>
    </dgm:pt>
    <dgm:pt modelId="{3192EAAE-E7BC-4367-B398-AD601242C074}" type="parTrans" cxnId="{BA71A99C-3666-44CA-AA7A-7BE0711A8112}">
      <dgm:prSet/>
      <dgm:spPr/>
      <dgm:t>
        <a:bodyPr/>
        <a:lstStyle/>
        <a:p>
          <a:endParaRPr lang="en-US"/>
        </a:p>
      </dgm:t>
    </dgm:pt>
    <dgm:pt modelId="{DB4A17EB-1820-45C7-BA59-26D7586D6767}" type="sibTrans" cxnId="{BA71A99C-3666-44CA-AA7A-7BE0711A8112}">
      <dgm:prSet/>
      <dgm:spPr/>
      <dgm:t>
        <a:bodyPr/>
        <a:lstStyle/>
        <a:p>
          <a:endParaRPr lang="en-US"/>
        </a:p>
      </dgm:t>
    </dgm:pt>
    <dgm:pt modelId="{84058309-7B13-4CC5-AAD5-398B4DA77E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specifying it exactly. </a:t>
          </a:r>
        </a:p>
      </dgm:t>
    </dgm:pt>
    <dgm:pt modelId="{EFEFA406-65C6-4C1E-997D-158BAC874DC3}" type="parTrans" cxnId="{CD804A38-A56C-4500-AB12-FFBA4423D14D}">
      <dgm:prSet/>
      <dgm:spPr/>
      <dgm:t>
        <a:bodyPr/>
        <a:lstStyle/>
        <a:p>
          <a:endParaRPr lang="en-US"/>
        </a:p>
      </dgm:t>
    </dgm:pt>
    <dgm:pt modelId="{8128B2C1-BE04-400E-890A-150BB08A8896}" type="sibTrans" cxnId="{CD804A38-A56C-4500-AB12-FFBA4423D14D}">
      <dgm:prSet/>
      <dgm:spPr/>
      <dgm:t>
        <a:bodyPr/>
        <a:lstStyle/>
        <a:p>
          <a:endParaRPr lang="en-US"/>
        </a:p>
      </dgm:t>
    </dgm:pt>
    <dgm:pt modelId="{9750904C-2814-4254-ADD0-9FAB26AAE35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Efficient filters</a:t>
          </a:r>
          <a:endParaRPr lang="en-US"/>
        </a:p>
      </dgm:t>
    </dgm:pt>
    <dgm:pt modelId="{4684142B-1C41-4840-B31C-D16F266AA071}" type="parTrans" cxnId="{235CC43A-E1DD-4F02-AC5E-C6AF0DD6C546}">
      <dgm:prSet/>
      <dgm:spPr/>
      <dgm:t>
        <a:bodyPr/>
        <a:lstStyle/>
        <a:p>
          <a:endParaRPr lang="en-US"/>
        </a:p>
      </dgm:t>
    </dgm:pt>
    <dgm:pt modelId="{836FC1DE-095A-49E0-8731-6625A5655328}" type="sibTrans" cxnId="{235CC43A-E1DD-4F02-AC5E-C6AF0DD6C546}">
      <dgm:prSet/>
      <dgm:spPr/>
      <dgm:t>
        <a:bodyPr/>
        <a:lstStyle/>
        <a:p>
          <a:endParaRPr lang="en-US"/>
        </a:p>
      </dgm:t>
    </dgm:pt>
    <dgm:pt modelId="{ACC07EB9-63C0-48B3-8D0B-DA61F8A84F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Bloom filters offer an efficient way </a:t>
          </a:r>
        </a:p>
      </dgm:t>
    </dgm:pt>
    <dgm:pt modelId="{FD283529-3BAA-4AB5-9D2C-225EEBA1C0B3}" type="parTrans" cxnId="{F52B112A-7986-4296-AD0E-834DEF231C53}">
      <dgm:prSet/>
      <dgm:spPr/>
      <dgm:t>
        <a:bodyPr/>
        <a:lstStyle/>
        <a:p>
          <a:endParaRPr lang="en-US"/>
        </a:p>
      </dgm:t>
    </dgm:pt>
    <dgm:pt modelId="{A1A7EB46-7B04-4F4E-AAE4-74F967797254}" type="sibTrans" cxnId="{F52B112A-7986-4296-AD0E-834DEF231C53}">
      <dgm:prSet/>
      <dgm:spPr/>
      <dgm:t>
        <a:bodyPr/>
        <a:lstStyle/>
        <a:p>
          <a:endParaRPr lang="en-US"/>
        </a:p>
      </dgm:t>
    </dgm:pt>
    <dgm:pt modelId="{CA332690-3B5E-42F4-8775-3191E618F82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express a search</a:t>
          </a:r>
          <a:r>
            <a:rPr lang="tr-TR"/>
            <a:t> </a:t>
          </a:r>
          <a:r>
            <a:rPr lang="en-US"/>
            <a:t>pattern while protecting privacy. </a:t>
          </a:r>
        </a:p>
      </dgm:t>
    </dgm:pt>
    <dgm:pt modelId="{F0D41158-D3EF-465C-9793-5CCF26D0FDB3}" type="parTrans" cxnId="{EAF92571-CB5D-42D8-B8C6-A051A24E33A1}">
      <dgm:prSet/>
      <dgm:spPr/>
      <dgm:t>
        <a:bodyPr/>
        <a:lstStyle/>
        <a:p>
          <a:endParaRPr lang="en-US"/>
        </a:p>
      </dgm:t>
    </dgm:pt>
    <dgm:pt modelId="{35E93BD2-D4EA-4C22-8298-77719CAC4AB7}" type="sibTrans" cxnId="{EAF92571-CB5D-42D8-B8C6-A051A24E33A1}">
      <dgm:prSet/>
      <dgm:spPr/>
      <dgm:t>
        <a:bodyPr/>
        <a:lstStyle/>
        <a:p>
          <a:endParaRPr lang="en-US"/>
        </a:p>
      </dgm:t>
    </dgm:pt>
    <dgm:pt modelId="{E085AE49-4ED7-4682-B2EA-18FF3925E0E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Used by SPV Nodes</a:t>
          </a:r>
          <a:endParaRPr lang="en-US"/>
        </a:p>
      </dgm:t>
    </dgm:pt>
    <dgm:pt modelId="{9793F90B-E82E-453A-81D3-51C21645DA3A}" type="parTrans" cxnId="{2B917750-9CE6-47A4-A5C9-6D3E3D7C7E00}">
      <dgm:prSet/>
      <dgm:spPr/>
      <dgm:t>
        <a:bodyPr/>
        <a:lstStyle/>
        <a:p>
          <a:endParaRPr lang="en-US"/>
        </a:p>
      </dgm:t>
    </dgm:pt>
    <dgm:pt modelId="{B6D2B5A6-B433-4EA8-A2F0-C8EA3D3B4F49}" type="sibTrans" cxnId="{2B917750-9CE6-47A4-A5C9-6D3E3D7C7E00}">
      <dgm:prSet/>
      <dgm:spPr/>
      <dgm:t>
        <a:bodyPr/>
        <a:lstStyle/>
        <a:p>
          <a:endParaRPr lang="en-US"/>
        </a:p>
      </dgm:t>
    </dgm:pt>
    <dgm:pt modelId="{47999527-DB2C-4AB6-8C50-E6FAE03AC0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are used by SPV nodes </a:t>
          </a:r>
        </a:p>
      </dgm:t>
    </dgm:pt>
    <dgm:pt modelId="{452E3320-0F61-4F33-8D07-1A8D7B8E94F9}" type="parTrans" cxnId="{5883D9E1-8C59-4793-A96F-70EB19807D7B}">
      <dgm:prSet/>
      <dgm:spPr/>
      <dgm:t>
        <a:bodyPr/>
        <a:lstStyle/>
        <a:p>
          <a:endParaRPr lang="en-US"/>
        </a:p>
      </dgm:t>
    </dgm:pt>
    <dgm:pt modelId="{0D542ED2-E0C7-446C-ACA8-F18184C53F9C}" type="sibTrans" cxnId="{5883D9E1-8C59-4793-A96F-70EB19807D7B}">
      <dgm:prSet/>
      <dgm:spPr/>
      <dgm:t>
        <a:bodyPr/>
        <a:lstStyle/>
        <a:p>
          <a:endParaRPr lang="en-US"/>
        </a:p>
      </dgm:t>
    </dgm:pt>
    <dgm:pt modelId="{4E70A458-CBD3-4D44-87ED-69AFD71E2D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ask their peers</a:t>
          </a:r>
        </a:p>
      </dgm:t>
    </dgm:pt>
    <dgm:pt modelId="{7D154EF0-CAAB-45FC-AC9F-6F88F2BF76C7}" type="parTrans" cxnId="{032AAA33-0D45-4CB0-B06E-01B5FD167285}">
      <dgm:prSet/>
      <dgm:spPr/>
      <dgm:t>
        <a:bodyPr/>
        <a:lstStyle/>
        <a:p>
          <a:endParaRPr lang="en-US"/>
        </a:p>
      </dgm:t>
    </dgm:pt>
    <dgm:pt modelId="{7DFE1EF0-52BB-4141-AD95-D941FC246F3E}" type="sibTrans" cxnId="{032AAA33-0D45-4CB0-B06E-01B5FD167285}">
      <dgm:prSet/>
      <dgm:spPr/>
      <dgm:t>
        <a:bodyPr/>
        <a:lstStyle/>
        <a:p>
          <a:endParaRPr lang="en-US"/>
        </a:p>
      </dgm:t>
    </dgm:pt>
    <dgm:pt modelId="{F7436824-FBB8-4251-B667-9A4C23D05F6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reveal</a:t>
          </a:r>
          <a:endParaRPr lang="en-US"/>
        </a:p>
      </dgm:t>
    </dgm:pt>
    <dgm:pt modelId="{212CC388-B3D7-4E97-883D-C68E4082F85C}" type="parTrans" cxnId="{82E4E41C-568A-4A0D-A80A-C001646A7275}">
      <dgm:prSet/>
      <dgm:spPr/>
      <dgm:t>
        <a:bodyPr/>
        <a:lstStyle/>
        <a:p>
          <a:endParaRPr lang="en-US"/>
        </a:p>
      </dgm:t>
    </dgm:pt>
    <dgm:pt modelId="{81832190-2FAA-4528-BDBE-840D612C5249}" type="sibTrans" cxnId="{82E4E41C-568A-4A0D-A80A-C001646A7275}">
      <dgm:prSet/>
      <dgm:spPr/>
      <dgm:t>
        <a:bodyPr/>
        <a:lstStyle/>
        <a:p>
          <a:endParaRPr lang="en-US"/>
        </a:p>
      </dgm:t>
    </dgm:pt>
    <dgm:pt modelId="{43D804BF-92AD-4FB4-A303-D693A0FFB2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revealing exactly </a:t>
          </a:r>
          <a:r>
            <a:rPr lang="tr-TR"/>
            <a:t> what </a:t>
          </a:r>
          <a:r>
            <a:rPr lang="en-US"/>
            <a:t>they are searching for</a:t>
          </a:r>
        </a:p>
      </dgm:t>
    </dgm:pt>
    <dgm:pt modelId="{97C944DE-1432-4155-91CA-7F3B115ACB61}" type="parTrans" cxnId="{EB42F283-7030-4D64-8792-1679AC8E7298}">
      <dgm:prSet/>
      <dgm:spPr/>
      <dgm:t>
        <a:bodyPr/>
        <a:lstStyle/>
        <a:p>
          <a:endParaRPr lang="en-US"/>
        </a:p>
      </dgm:t>
    </dgm:pt>
    <dgm:pt modelId="{F939F01C-028F-448E-8907-3905DFDDA9FD}" type="sibTrans" cxnId="{EB42F283-7030-4D64-8792-1679AC8E7298}">
      <dgm:prSet/>
      <dgm:spPr/>
      <dgm:t>
        <a:bodyPr/>
        <a:lstStyle/>
        <a:p>
          <a:endParaRPr lang="en-US"/>
        </a:p>
      </dgm:t>
    </dgm:pt>
    <dgm:pt modelId="{B2B32551-5C4E-4833-9825-3A59743E66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addresses,</a:t>
          </a:r>
          <a:r>
            <a:rPr lang="tr-TR"/>
            <a:t> </a:t>
          </a:r>
          <a:r>
            <a:rPr lang="en-US"/>
            <a:t>keys, or transactions.</a:t>
          </a:r>
        </a:p>
      </dgm:t>
    </dgm:pt>
    <dgm:pt modelId="{28C89B6F-A609-460C-A575-57F715EB1390}" type="parTrans" cxnId="{3A6205B4-B70D-4F20-AC0A-207ED76856B7}">
      <dgm:prSet/>
      <dgm:spPr/>
      <dgm:t>
        <a:bodyPr/>
        <a:lstStyle/>
        <a:p>
          <a:endParaRPr lang="en-US"/>
        </a:p>
      </dgm:t>
    </dgm:pt>
    <dgm:pt modelId="{0D510251-70F1-4736-8DFB-46BD844761CB}" type="sibTrans" cxnId="{3A6205B4-B70D-4F20-AC0A-207ED76856B7}">
      <dgm:prSet/>
      <dgm:spPr/>
      <dgm:t>
        <a:bodyPr/>
        <a:lstStyle/>
        <a:p>
          <a:endParaRPr lang="en-US"/>
        </a:p>
      </dgm:t>
    </dgm:pt>
    <dgm:pt modelId="{089E0258-9EF0-43CE-8605-D3107C754E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</a:t>
          </a:r>
          <a:r>
            <a:rPr lang="tr-TR"/>
            <a:t> </a:t>
          </a:r>
          <a:r>
            <a:rPr lang="en-US"/>
            <a:t>transactions matching a specific pattern, </a:t>
          </a:r>
        </a:p>
      </dgm:t>
    </dgm:pt>
    <dgm:pt modelId="{0B0AF09D-C470-4A4A-94C1-40B37B55F615}" type="parTrans" cxnId="{5C20D826-CCAB-4985-B008-5F0E9A7D0D9B}">
      <dgm:prSet/>
      <dgm:spPr/>
      <dgm:t>
        <a:bodyPr/>
        <a:lstStyle/>
        <a:p>
          <a:endParaRPr lang="tr-TR"/>
        </a:p>
      </dgm:t>
    </dgm:pt>
    <dgm:pt modelId="{DD470D66-ED8F-4980-A5F9-EEE020F7BC03}" type="sibTrans" cxnId="{5C20D826-CCAB-4985-B008-5F0E9A7D0D9B}">
      <dgm:prSet/>
      <dgm:spPr/>
      <dgm:t>
        <a:bodyPr/>
        <a:lstStyle/>
        <a:p>
          <a:endParaRPr lang="tr-TR"/>
        </a:p>
      </dgm:t>
    </dgm:pt>
    <dgm:pt modelId="{C4FE6EB8-54D6-4A26-A4FF-5A948F8EAD68}" type="pres">
      <dgm:prSet presAssocID="{658FFF16-B9CE-418C-8023-F7ADADA44D6B}" presName="root" presStyleCnt="0">
        <dgm:presLayoutVars>
          <dgm:dir/>
          <dgm:resizeHandles val="exact"/>
        </dgm:presLayoutVars>
      </dgm:prSet>
      <dgm:spPr/>
    </dgm:pt>
    <dgm:pt modelId="{EDD0991F-A10C-4754-9512-5BBB8B500645}" type="pres">
      <dgm:prSet presAssocID="{673B7855-A89A-466D-843A-6AA2673A16F3}" presName="compNode" presStyleCnt="0"/>
      <dgm:spPr/>
    </dgm:pt>
    <dgm:pt modelId="{6A5FEFA2-7BD5-45CB-A24E-FA99A7B3D552}" type="pres">
      <dgm:prSet presAssocID="{673B7855-A89A-466D-843A-6AA2673A16F3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F0A37376-4CC8-4EFA-A0DD-286D2518FE5C}" type="pres">
      <dgm:prSet presAssocID="{673B7855-A89A-466D-843A-6AA2673A16F3}" presName="iconSpace" presStyleCnt="0"/>
      <dgm:spPr/>
    </dgm:pt>
    <dgm:pt modelId="{0420181F-4927-4DFD-A243-51BE54590184}" type="pres">
      <dgm:prSet presAssocID="{673B7855-A89A-466D-843A-6AA2673A16F3}" presName="parTx" presStyleLbl="revTx" presStyleIdx="0" presStyleCnt="8">
        <dgm:presLayoutVars>
          <dgm:chMax val="0"/>
          <dgm:chPref val="0"/>
        </dgm:presLayoutVars>
      </dgm:prSet>
      <dgm:spPr/>
    </dgm:pt>
    <dgm:pt modelId="{BD8346CE-4930-4C1A-8150-50BD3FF6039A}" type="pres">
      <dgm:prSet presAssocID="{673B7855-A89A-466D-843A-6AA2673A16F3}" presName="txSpace" presStyleCnt="0"/>
      <dgm:spPr/>
    </dgm:pt>
    <dgm:pt modelId="{3CFB8918-E979-49FA-854B-DBCE70F16E1D}" type="pres">
      <dgm:prSet presAssocID="{673B7855-A89A-466D-843A-6AA2673A16F3}" presName="desTx" presStyleLbl="revTx" presStyleIdx="1" presStyleCnt="8">
        <dgm:presLayoutVars/>
      </dgm:prSet>
      <dgm:spPr/>
    </dgm:pt>
    <dgm:pt modelId="{D0ED6646-9EEC-46D9-AB27-D9A15C28D40B}" type="pres">
      <dgm:prSet presAssocID="{AD756FA3-BE3E-4223-AE5A-894CDC4713D2}" presName="sibTrans" presStyleCnt="0"/>
      <dgm:spPr/>
    </dgm:pt>
    <dgm:pt modelId="{7AFAAF9B-D6C2-43EA-8C5B-21EE444E19D3}" type="pres">
      <dgm:prSet presAssocID="{9750904C-2814-4254-ADD0-9FAB26AAE357}" presName="compNode" presStyleCnt="0"/>
      <dgm:spPr/>
    </dgm:pt>
    <dgm:pt modelId="{7F2DB274-F206-4F66-B46A-2B96397A4E85}" type="pres">
      <dgm:prSet presAssocID="{9750904C-2814-4254-ADD0-9FAB26AAE357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17193865-7341-4E02-B45D-B40CE72C9C86}" type="pres">
      <dgm:prSet presAssocID="{9750904C-2814-4254-ADD0-9FAB26AAE357}" presName="iconSpace" presStyleCnt="0"/>
      <dgm:spPr/>
    </dgm:pt>
    <dgm:pt modelId="{68BA4622-3352-4F35-A1FD-9AEC4E1A096F}" type="pres">
      <dgm:prSet presAssocID="{9750904C-2814-4254-ADD0-9FAB26AAE357}" presName="parTx" presStyleLbl="revTx" presStyleIdx="2" presStyleCnt="8">
        <dgm:presLayoutVars>
          <dgm:chMax val="0"/>
          <dgm:chPref val="0"/>
        </dgm:presLayoutVars>
      </dgm:prSet>
      <dgm:spPr/>
    </dgm:pt>
    <dgm:pt modelId="{7054AA5C-F452-43B2-801C-DE8D9E60869D}" type="pres">
      <dgm:prSet presAssocID="{9750904C-2814-4254-ADD0-9FAB26AAE357}" presName="txSpace" presStyleCnt="0"/>
      <dgm:spPr/>
    </dgm:pt>
    <dgm:pt modelId="{FD061298-8C9B-48C8-B731-7BFD6528F8D7}" type="pres">
      <dgm:prSet presAssocID="{9750904C-2814-4254-ADD0-9FAB26AAE357}" presName="desTx" presStyleLbl="revTx" presStyleIdx="3" presStyleCnt="8">
        <dgm:presLayoutVars/>
      </dgm:prSet>
      <dgm:spPr/>
    </dgm:pt>
    <dgm:pt modelId="{C6CEF88F-B1ED-4F87-8082-96FBB04A445F}" type="pres">
      <dgm:prSet presAssocID="{836FC1DE-095A-49E0-8731-6625A5655328}" presName="sibTrans" presStyleCnt="0"/>
      <dgm:spPr/>
    </dgm:pt>
    <dgm:pt modelId="{BBD37E69-195A-4824-87D9-9890872D1AC0}" type="pres">
      <dgm:prSet presAssocID="{E085AE49-4ED7-4682-B2EA-18FF3925E0EB}" presName="compNode" presStyleCnt="0"/>
      <dgm:spPr/>
    </dgm:pt>
    <dgm:pt modelId="{D70A60D5-0A2E-484A-AF5A-9C2089314922}" type="pres">
      <dgm:prSet presAssocID="{E085AE49-4ED7-4682-B2EA-18FF3925E0E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592B27F8-D32D-4447-ABD3-213FB970FDFE}" type="pres">
      <dgm:prSet presAssocID="{E085AE49-4ED7-4682-B2EA-18FF3925E0EB}" presName="iconSpace" presStyleCnt="0"/>
      <dgm:spPr/>
    </dgm:pt>
    <dgm:pt modelId="{86EF04FF-D2E2-453F-9B71-866A6356B1ED}" type="pres">
      <dgm:prSet presAssocID="{E085AE49-4ED7-4682-B2EA-18FF3925E0EB}" presName="parTx" presStyleLbl="revTx" presStyleIdx="4" presStyleCnt="8">
        <dgm:presLayoutVars>
          <dgm:chMax val="0"/>
          <dgm:chPref val="0"/>
        </dgm:presLayoutVars>
      </dgm:prSet>
      <dgm:spPr/>
    </dgm:pt>
    <dgm:pt modelId="{DE2FB54D-7DC7-4069-87AB-D9158D0C7848}" type="pres">
      <dgm:prSet presAssocID="{E085AE49-4ED7-4682-B2EA-18FF3925E0EB}" presName="txSpace" presStyleCnt="0"/>
      <dgm:spPr/>
    </dgm:pt>
    <dgm:pt modelId="{D5CCA0ED-929B-4730-984D-E33BBD5A00C3}" type="pres">
      <dgm:prSet presAssocID="{E085AE49-4ED7-4682-B2EA-18FF3925E0EB}" presName="desTx" presStyleLbl="revTx" presStyleIdx="5" presStyleCnt="8">
        <dgm:presLayoutVars/>
      </dgm:prSet>
      <dgm:spPr/>
    </dgm:pt>
    <dgm:pt modelId="{9FFC4A28-1DFC-446B-B582-B039B150A7E9}" type="pres">
      <dgm:prSet presAssocID="{B6D2B5A6-B433-4EA8-A2F0-C8EA3D3B4F49}" presName="sibTrans" presStyleCnt="0"/>
      <dgm:spPr/>
    </dgm:pt>
    <dgm:pt modelId="{FA8E53EF-2E26-496E-B4BA-A37D5029F1D1}" type="pres">
      <dgm:prSet presAssocID="{F7436824-FBB8-4251-B667-9A4C23D05F60}" presName="compNode" presStyleCnt="0"/>
      <dgm:spPr/>
    </dgm:pt>
    <dgm:pt modelId="{04C8AA18-33DD-4655-9336-2B6823CC1574}" type="pres">
      <dgm:prSet presAssocID="{F7436824-FBB8-4251-B667-9A4C23D05F60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77674E37-B290-4358-A804-BE829DE5F013}" type="pres">
      <dgm:prSet presAssocID="{F7436824-FBB8-4251-B667-9A4C23D05F60}" presName="iconSpace" presStyleCnt="0"/>
      <dgm:spPr/>
    </dgm:pt>
    <dgm:pt modelId="{89313E51-7886-4BE8-8594-81E7D45A8899}" type="pres">
      <dgm:prSet presAssocID="{F7436824-FBB8-4251-B667-9A4C23D05F60}" presName="parTx" presStyleLbl="revTx" presStyleIdx="6" presStyleCnt="8">
        <dgm:presLayoutVars>
          <dgm:chMax val="0"/>
          <dgm:chPref val="0"/>
        </dgm:presLayoutVars>
      </dgm:prSet>
      <dgm:spPr/>
    </dgm:pt>
    <dgm:pt modelId="{AE8B51B7-94F6-462C-8E25-FBD4A4DC7358}" type="pres">
      <dgm:prSet presAssocID="{F7436824-FBB8-4251-B667-9A4C23D05F60}" presName="txSpace" presStyleCnt="0"/>
      <dgm:spPr/>
    </dgm:pt>
    <dgm:pt modelId="{D30193B3-D8F9-40AE-8EB0-C87BF21CB422}" type="pres">
      <dgm:prSet presAssocID="{F7436824-FBB8-4251-B667-9A4C23D05F60}" presName="desTx" presStyleLbl="revTx" presStyleIdx="7" presStyleCnt="8">
        <dgm:presLayoutVars/>
      </dgm:prSet>
      <dgm:spPr/>
    </dgm:pt>
  </dgm:ptLst>
  <dgm:cxnLst>
    <dgm:cxn modelId="{5F6B3613-FB68-42C4-97D3-11CCED6B0780}" type="presOf" srcId="{658FFF16-B9CE-418C-8023-F7ADADA44D6B}" destId="{C4FE6EB8-54D6-4A26-A4FF-5A948F8EAD68}" srcOrd="0" destOrd="0" presId="urn:microsoft.com/office/officeart/2018/5/layout/CenteredIconLabelDescriptionList"/>
    <dgm:cxn modelId="{079E3614-2A53-4BC2-9662-E393E430A48E}" type="presOf" srcId="{A1E581D1-A374-4731-AB6F-5461943B82F3}" destId="{3CFB8918-E979-49FA-854B-DBCE70F16E1D}" srcOrd="0" destOrd="1" presId="urn:microsoft.com/office/officeart/2018/5/layout/CenteredIconLabelDescriptionList"/>
    <dgm:cxn modelId="{82E4E41C-568A-4A0D-A80A-C001646A7275}" srcId="{658FFF16-B9CE-418C-8023-F7ADADA44D6B}" destId="{F7436824-FBB8-4251-B667-9A4C23D05F60}" srcOrd="3" destOrd="0" parTransId="{212CC388-B3D7-4E97-883D-C68E4082F85C}" sibTransId="{81832190-2FAA-4528-BDBE-840D612C5249}"/>
    <dgm:cxn modelId="{5C20D826-CCAB-4985-B008-5F0E9A7D0D9B}" srcId="{E085AE49-4ED7-4682-B2EA-18FF3925E0EB}" destId="{089E0258-9EF0-43CE-8605-D3107C754EC5}" srcOrd="2" destOrd="0" parTransId="{0B0AF09D-C470-4A4A-94C1-40B37B55F615}" sibTransId="{DD470D66-ED8F-4980-A5F9-EEE020F7BC03}"/>
    <dgm:cxn modelId="{F52B112A-7986-4296-AD0E-834DEF231C53}" srcId="{9750904C-2814-4254-ADD0-9FAB26AAE357}" destId="{ACC07EB9-63C0-48B3-8D0B-DA61F8A84F98}" srcOrd="0" destOrd="0" parTransId="{FD283529-3BAA-4AB5-9D2C-225EEBA1C0B3}" sibTransId="{A1A7EB46-7B04-4F4E-AAE4-74F967797254}"/>
    <dgm:cxn modelId="{032AAA33-0D45-4CB0-B06E-01B5FD167285}" srcId="{E085AE49-4ED7-4682-B2EA-18FF3925E0EB}" destId="{4E70A458-CBD3-4D44-87ED-69AFD71E2D9C}" srcOrd="1" destOrd="0" parTransId="{7D154EF0-CAAB-45FC-AC9F-6F88F2BF76C7}" sibTransId="{7DFE1EF0-52BB-4141-AD95-D941FC246F3E}"/>
    <dgm:cxn modelId="{CD804A38-A56C-4500-AB12-FFBA4423D14D}" srcId="{673B7855-A89A-466D-843A-6AA2673A16F3}" destId="{84058309-7B13-4CC5-AAD5-398B4DA77E07}" srcOrd="2" destOrd="0" parTransId="{EFEFA406-65C6-4C1E-997D-158BAC874DC3}" sibTransId="{8128B2C1-BE04-400E-890A-150BB08A8896}"/>
    <dgm:cxn modelId="{235CC43A-E1DD-4F02-AC5E-C6AF0DD6C546}" srcId="{658FFF16-B9CE-418C-8023-F7ADADA44D6B}" destId="{9750904C-2814-4254-ADD0-9FAB26AAE357}" srcOrd="1" destOrd="0" parTransId="{4684142B-1C41-4840-B31C-D16F266AA071}" sibTransId="{836FC1DE-095A-49E0-8731-6625A5655328}"/>
    <dgm:cxn modelId="{6DE17544-D591-4BBC-9FEA-E301E42D289F}" srcId="{673B7855-A89A-466D-843A-6AA2673A16F3}" destId="{D62CEF6F-E5E9-4E22-AF51-560EB5123653}" srcOrd="0" destOrd="0" parTransId="{BF4AC1EB-7425-42C9-8DE1-9B7E93ECB456}" sibTransId="{DE489269-0CBC-41D7-A506-6424D09DC53B}"/>
    <dgm:cxn modelId="{0421984D-2FC6-4E38-A233-BDB6A9EB0F47}" type="presOf" srcId="{B2B32551-5C4E-4833-9825-3A59743E667A}" destId="{D30193B3-D8F9-40AE-8EB0-C87BF21CB422}" srcOrd="0" destOrd="1" presId="urn:microsoft.com/office/officeart/2018/5/layout/CenteredIconLabelDescriptionList"/>
    <dgm:cxn modelId="{E5BD5250-D17F-4AE6-B65C-FA53A4F848EB}" type="presOf" srcId="{4E70A458-CBD3-4D44-87ED-69AFD71E2D9C}" destId="{D5CCA0ED-929B-4730-984D-E33BBD5A00C3}" srcOrd="0" destOrd="1" presId="urn:microsoft.com/office/officeart/2018/5/layout/CenteredIconLabelDescriptionList"/>
    <dgm:cxn modelId="{2B917750-9CE6-47A4-A5C9-6D3E3D7C7E00}" srcId="{658FFF16-B9CE-418C-8023-F7ADADA44D6B}" destId="{E085AE49-4ED7-4682-B2EA-18FF3925E0EB}" srcOrd="2" destOrd="0" parTransId="{9793F90B-E82E-453A-81D3-51C21645DA3A}" sibTransId="{B6D2B5A6-B433-4EA8-A2F0-C8EA3D3B4F49}"/>
    <dgm:cxn modelId="{30AAD770-2036-45D6-8765-962A0848EB7D}" type="presOf" srcId="{47999527-DB2C-4AB6-8C50-E6FAE03AC016}" destId="{D5CCA0ED-929B-4730-984D-E33BBD5A00C3}" srcOrd="0" destOrd="0" presId="urn:microsoft.com/office/officeart/2018/5/layout/CenteredIconLabelDescriptionList"/>
    <dgm:cxn modelId="{EAF92571-CB5D-42D8-B8C6-A051A24E33A1}" srcId="{9750904C-2814-4254-ADD0-9FAB26AAE357}" destId="{CA332690-3B5E-42F4-8775-3191E618F825}" srcOrd="1" destOrd="0" parTransId="{F0D41158-D3EF-465C-9793-5CCF26D0FDB3}" sibTransId="{35E93BD2-D4EA-4C22-8298-77719CAC4AB7}"/>
    <dgm:cxn modelId="{8BB1DD58-A43E-49AD-B685-795DDABE8D9A}" srcId="{658FFF16-B9CE-418C-8023-F7ADADA44D6B}" destId="{673B7855-A89A-466D-843A-6AA2673A16F3}" srcOrd="0" destOrd="0" parTransId="{A973258C-DAC1-47B7-A059-C4565099147F}" sibTransId="{AD756FA3-BE3E-4223-AE5A-894CDC4713D2}"/>
    <dgm:cxn modelId="{B45BC359-CC35-4513-9AF9-5DF28CCAF9DE}" type="presOf" srcId="{E085AE49-4ED7-4682-B2EA-18FF3925E0EB}" destId="{86EF04FF-D2E2-453F-9B71-866A6356B1ED}" srcOrd="0" destOrd="0" presId="urn:microsoft.com/office/officeart/2018/5/layout/CenteredIconLabelDescriptionList"/>
    <dgm:cxn modelId="{EB42F283-7030-4D64-8792-1679AC8E7298}" srcId="{F7436824-FBB8-4251-B667-9A4C23D05F60}" destId="{43D804BF-92AD-4FB4-A303-D693A0FFB292}" srcOrd="0" destOrd="0" parTransId="{97C944DE-1432-4155-91CA-7F3B115ACB61}" sibTransId="{F939F01C-028F-448E-8907-3905DFDDA9FD}"/>
    <dgm:cxn modelId="{DF437795-BFB4-4874-96F3-C9D454662636}" type="presOf" srcId="{ACC07EB9-63C0-48B3-8D0B-DA61F8A84F98}" destId="{FD061298-8C9B-48C8-B731-7BFD6528F8D7}" srcOrd="0" destOrd="0" presId="urn:microsoft.com/office/officeart/2018/5/layout/CenteredIconLabelDescriptionList"/>
    <dgm:cxn modelId="{2FB83A9A-8767-4C55-9958-D8C0A176F7B2}" type="presOf" srcId="{089E0258-9EF0-43CE-8605-D3107C754EC5}" destId="{D5CCA0ED-929B-4730-984D-E33BBD5A00C3}" srcOrd="0" destOrd="2" presId="urn:microsoft.com/office/officeart/2018/5/layout/CenteredIconLabelDescriptionList"/>
    <dgm:cxn modelId="{BA71A99C-3666-44CA-AA7A-7BE0711A8112}" srcId="{673B7855-A89A-466D-843A-6AA2673A16F3}" destId="{A1E581D1-A374-4731-AB6F-5461943B82F3}" srcOrd="1" destOrd="0" parTransId="{3192EAAE-E7BC-4367-B398-AD601242C074}" sibTransId="{DB4A17EB-1820-45C7-BA59-26D7586D6767}"/>
    <dgm:cxn modelId="{3A6205B4-B70D-4F20-AC0A-207ED76856B7}" srcId="{F7436824-FBB8-4251-B667-9A4C23D05F60}" destId="{B2B32551-5C4E-4833-9825-3A59743E667A}" srcOrd="1" destOrd="0" parTransId="{28C89B6F-A609-460C-A575-57F715EB1390}" sibTransId="{0D510251-70F1-4736-8DFB-46BD844761CB}"/>
    <dgm:cxn modelId="{823702BE-5893-4685-B13F-335DFFCC823B}" type="presOf" srcId="{9750904C-2814-4254-ADD0-9FAB26AAE357}" destId="{68BA4622-3352-4F35-A1FD-9AEC4E1A096F}" srcOrd="0" destOrd="0" presId="urn:microsoft.com/office/officeart/2018/5/layout/CenteredIconLabelDescriptionList"/>
    <dgm:cxn modelId="{D8C141C3-C952-4BD7-BAB9-696AA61B783E}" type="presOf" srcId="{D62CEF6F-E5E9-4E22-AF51-560EB5123653}" destId="{3CFB8918-E979-49FA-854B-DBCE70F16E1D}" srcOrd="0" destOrd="0" presId="urn:microsoft.com/office/officeart/2018/5/layout/CenteredIconLabelDescriptionList"/>
    <dgm:cxn modelId="{D95AD2D8-53B7-4C36-98F0-CB94B2EFD8C6}" type="presOf" srcId="{84058309-7B13-4CC5-AAD5-398B4DA77E07}" destId="{3CFB8918-E979-49FA-854B-DBCE70F16E1D}" srcOrd="0" destOrd="2" presId="urn:microsoft.com/office/officeart/2018/5/layout/CenteredIconLabelDescriptionList"/>
    <dgm:cxn modelId="{6152CED9-6950-47A9-B00C-3336B477BE2F}" type="presOf" srcId="{43D804BF-92AD-4FB4-A303-D693A0FFB292}" destId="{D30193B3-D8F9-40AE-8EB0-C87BF21CB422}" srcOrd="0" destOrd="0" presId="urn:microsoft.com/office/officeart/2018/5/layout/CenteredIconLabelDescriptionList"/>
    <dgm:cxn modelId="{5883D9E1-8C59-4793-A96F-70EB19807D7B}" srcId="{E085AE49-4ED7-4682-B2EA-18FF3925E0EB}" destId="{47999527-DB2C-4AB6-8C50-E6FAE03AC016}" srcOrd="0" destOrd="0" parTransId="{452E3320-0F61-4F33-8D07-1A8D7B8E94F9}" sibTransId="{0D542ED2-E0C7-446C-ACA8-F18184C53F9C}"/>
    <dgm:cxn modelId="{40656AE2-FDE1-4EC6-A291-80FFD4B65EFB}" type="presOf" srcId="{673B7855-A89A-466D-843A-6AA2673A16F3}" destId="{0420181F-4927-4DFD-A243-51BE54590184}" srcOrd="0" destOrd="0" presId="urn:microsoft.com/office/officeart/2018/5/layout/CenteredIconLabelDescriptionList"/>
    <dgm:cxn modelId="{D99813EB-7F59-46CB-AB33-025BD740A8F3}" type="presOf" srcId="{F7436824-FBB8-4251-B667-9A4C23D05F60}" destId="{89313E51-7886-4BE8-8594-81E7D45A8899}" srcOrd="0" destOrd="0" presId="urn:microsoft.com/office/officeart/2018/5/layout/CenteredIconLabelDescriptionList"/>
    <dgm:cxn modelId="{96FB97F4-1A78-406D-B9C2-F5E07D249E61}" type="presOf" srcId="{CA332690-3B5E-42F4-8775-3191E618F825}" destId="{FD061298-8C9B-48C8-B731-7BFD6528F8D7}" srcOrd="0" destOrd="1" presId="urn:microsoft.com/office/officeart/2018/5/layout/CenteredIconLabelDescriptionList"/>
    <dgm:cxn modelId="{D7E21CD6-C1BC-4240-ADDC-4D8B65999440}" type="presParOf" srcId="{C4FE6EB8-54D6-4A26-A4FF-5A948F8EAD68}" destId="{EDD0991F-A10C-4754-9512-5BBB8B500645}" srcOrd="0" destOrd="0" presId="urn:microsoft.com/office/officeart/2018/5/layout/CenteredIconLabelDescriptionList"/>
    <dgm:cxn modelId="{7B05DDB8-AF45-4208-9CC7-4D2CA4B9282A}" type="presParOf" srcId="{EDD0991F-A10C-4754-9512-5BBB8B500645}" destId="{6A5FEFA2-7BD5-45CB-A24E-FA99A7B3D552}" srcOrd="0" destOrd="0" presId="urn:microsoft.com/office/officeart/2018/5/layout/CenteredIconLabelDescriptionList"/>
    <dgm:cxn modelId="{359121EB-7A64-4701-86CF-056B91EA8AFB}" type="presParOf" srcId="{EDD0991F-A10C-4754-9512-5BBB8B500645}" destId="{F0A37376-4CC8-4EFA-A0DD-286D2518FE5C}" srcOrd="1" destOrd="0" presId="urn:microsoft.com/office/officeart/2018/5/layout/CenteredIconLabelDescriptionList"/>
    <dgm:cxn modelId="{E51C515D-4FBB-442B-B1EB-88357368F462}" type="presParOf" srcId="{EDD0991F-A10C-4754-9512-5BBB8B500645}" destId="{0420181F-4927-4DFD-A243-51BE54590184}" srcOrd="2" destOrd="0" presId="urn:microsoft.com/office/officeart/2018/5/layout/CenteredIconLabelDescriptionList"/>
    <dgm:cxn modelId="{0C4CD7FD-8A7B-4BBD-96EF-50BA18B5781B}" type="presParOf" srcId="{EDD0991F-A10C-4754-9512-5BBB8B500645}" destId="{BD8346CE-4930-4C1A-8150-50BD3FF6039A}" srcOrd="3" destOrd="0" presId="urn:microsoft.com/office/officeart/2018/5/layout/CenteredIconLabelDescriptionList"/>
    <dgm:cxn modelId="{2B86EE16-F043-409F-940C-C915EB19027D}" type="presParOf" srcId="{EDD0991F-A10C-4754-9512-5BBB8B500645}" destId="{3CFB8918-E979-49FA-854B-DBCE70F16E1D}" srcOrd="4" destOrd="0" presId="urn:microsoft.com/office/officeart/2018/5/layout/CenteredIconLabelDescriptionList"/>
    <dgm:cxn modelId="{855040AB-45CD-49FF-8AEE-0F234447AE9C}" type="presParOf" srcId="{C4FE6EB8-54D6-4A26-A4FF-5A948F8EAD68}" destId="{D0ED6646-9EEC-46D9-AB27-D9A15C28D40B}" srcOrd="1" destOrd="0" presId="urn:microsoft.com/office/officeart/2018/5/layout/CenteredIconLabelDescriptionList"/>
    <dgm:cxn modelId="{84D1081F-5859-49D3-8A08-FB238F5FF43E}" type="presParOf" srcId="{C4FE6EB8-54D6-4A26-A4FF-5A948F8EAD68}" destId="{7AFAAF9B-D6C2-43EA-8C5B-21EE444E19D3}" srcOrd="2" destOrd="0" presId="urn:microsoft.com/office/officeart/2018/5/layout/CenteredIconLabelDescriptionList"/>
    <dgm:cxn modelId="{42F5D4B8-2F71-45D9-880A-DEF3AD19B940}" type="presParOf" srcId="{7AFAAF9B-D6C2-43EA-8C5B-21EE444E19D3}" destId="{7F2DB274-F206-4F66-B46A-2B96397A4E85}" srcOrd="0" destOrd="0" presId="urn:microsoft.com/office/officeart/2018/5/layout/CenteredIconLabelDescriptionList"/>
    <dgm:cxn modelId="{5B5E0CBC-51B0-4859-911E-6336662EC1F3}" type="presParOf" srcId="{7AFAAF9B-D6C2-43EA-8C5B-21EE444E19D3}" destId="{17193865-7341-4E02-B45D-B40CE72C9C86}" srcOrd="1" destOrd="0" presId="urn:microsoft.com/office/officeart/2018/5/layout/CenteredIconLabelDescriptionList"/>
    <dgm:cxn modelId="{B7F52422-7BEE-45A4-A21A-643939159A70}" type="presParOf" srcId="{7AFAAF9B-D6C2-43EA-8C5B-21EE444E19D3}" destId="{68BA4622-3352-4F35-A1FD-9AEC4E1A096F}" srcOrd="2" destOrd="0" presId="urn:microsoft.com/office/officeart/2018/5/layout/CenteredIconLabelDescriptionList"/>
    <dgm:cxn modelId="{8535ED69-79EB-4B19-9497-DCFE278438FE}" type="presParOf" srcId="{7AFAAF9B-D6C2-43EA-8C5B-21EE444E19D3}" destId="{7054AA5C-F452-43B2-801C-DE8D9E60869D}" srcOrd="3" destOrd="0" presId="urn:microsoft.com/office/officeart/2018/5/layout/CenteredIconLabelDescriptionList"/>
    <dgm:cxn modelId="{2F2E829D-B750-4405-AD23-F2B079295701}" type="presParOf" srcId="{7AFAAF9B-D6C2-43EA-8C5B-21EE444E19D3}" destId="{FD061298-8C9B-48C8-B731-7BFD6528F8D7}" srcOrd="4" destOrd="0" presId="urn:microsoft.com/office/officeart/2018/5/layout/CenteredIconLabelDescriptionList"/>
    <dgm:cxn modelId="{9AA11F25-E797-4C78-A600-6D841FC5312C}" type="presParOf" srcId="{C4FE6EB8-54D6-4A26-A4FF-5A948F8EAD68}" destId="{C6CEF88F-B1ED-4F87-8082-96FBB04A445F}" srcOrd="3" destOrd="0" presId="urn:microsoft.com/office/officeart/2018/5/layout/CenteredIconLabelDescriptionList"/>
    <dgm:cxn modelId="{778FA622-943F-4FA8-8852-48A15979F3C2}" type="presParOf" srcId="{C4FE6EB8-54D6-4A26-A4FF-5A948F8EAD68}" destId="{BBD37E69-195A-4824-87D9-9890872D1AC0}" srcOrd="4" destOrd="0" presId="urn:microsoft.com/office/officeart/2018/5/layout/CenteredIconLabelDescriptionList"/>
    <dgm:cxn modelId="{0E5CEBAB-DE12-4D27-9C55-E82EC3A54A36}" type="presParOf" srcId="{BBD37E69-195A-4824-87D9-9890872D1AC0}" destId="{D70A60D5-0A2E-484A-AF5A-9C2089314922}" srcOrd="0" destOrd="0" presId="urn:microsoft.com/office/officeart/2018/5/layout/CenteredIconLabelDescriptionList"/>
    <dgm:cxn modelId="{D9B78D12-D671-4BB3-B691-0F954EBE0214}" type="presParOf" srcId="{BBD37E69-195A-4824-87D9-9890872D1AC0}" destId="{592B27F8-D32D-4447-ABD3-213FB970FDFE}" srcOrd="1" destOrd="0" presId="urn:microsoft.com/office/officeart/2018/5/layout/CenteredIconLabelDescriptionList"/>
    <dgm:cxn modelId="{900486C2-7A0A-4B20-9916-BA29796A9C1C}" type="presParOf" srcId="{BBD37E69-195A-4824-87D9-9890872D1AC0}" destId="{86EF04FF-D2E2-453F-9B71-866A6356B1ED}" srcOrd="2" destOrd="0" presId="urn:microsoft.com/office/officeart/2018/5/layout/CenteredIconLabelDescriptionList"/>
    <dgm:cxn modelId="{CBB1ADD8-B94C-42B1-85A5-E779A7443900}" type="presParOf" srcId="{BBD37E69-195A-4824-87D9-9890872D1AC0}" destId="{DE2FB54D-7DC7-4069-87AB-D9158D0C7848}" srcOrd="3" destOrd="0" presId="urn:microsoft.com/office/officeart/2018/5/layout/CenteredIconLabelDescriptionList"/>
    <dgm:cxn modelId="{C6D8FE12-D0DA-4C5A-A7F4-203CBBA9F6D2}" type="presParOf" srcId="{BBD37E69-195A-4824-87D9-9890872D1AC0}" destId="{D5CCA0ED-929B-4730-984D-E33BBD5A00C3}" srcOrd="4" destOrd="0" presId="urn:microsoft.com/office/officeart/2018/5/layout/CenteredIconLabelDescriptionList"/>
    <dgm:cxn modelId="{2A75A1FC-5F08-4398-8DBF-4C049337D440}" type="presParOf" srcId="{C4FE6EB8-54D6-4A26-A4FF-5A948F8EAD68}" destId="{9FFC4A28-1DFC-446B-B582-B039B150A7E9}" srcOrd="5" destOrd="0" presId="urn:microsoft.com/office/officeart/2018/5/layout/CenteredIconLabelDescriptionList"/>
    <dgm:cxn modelId="{EB133537-D48B-4220-A08D-FF57595FC3AA}" type="presParOf" srcId="{C4FE6EB8-54D6-4A26-A4FF-5A948F8EAD68}" destId="{FA8E53EF-2E26-496E-B4BA-A37D5029F1D1}" srcOrd="6" destOrd="0" presId="urn:microsoft.com/office/officeart/2018/5/layout/CenteredIconLabelDescriptionList"/>
    <dgm:cxn modelId="{F010ED8D-8549-4826-B18F-C5EF19C30F12}" type="presParOf" srcId="{FA8E53EF-2E26-496E-B4BA-A37D5029F1D1}" destId="{04C8AA18-33DD-4655-9336-2B6823CC1574}" srcOrd="0" destOrd="0" presId="urn:microsoft.com/office/officeart/2018/5/layout/CenteredIconLabelDescriptionList"/>
    <dgm:cxn modelId="{EB5DE75F-9C10-4DA6-AC75-A6F9058C8FA1}" type="presParOf" srcId="{FA8E53EF-2E26-496E-B4BA-A37D5029F1D1}" destId="{77674E37-B290-4358-A804-BE829DE5F013}" srcOrd="1" destOrd="0" presId="urn:microsoft.com/office/officeart/2018/5/layout/CenteredIconLabelDescriptionList"/>
    <dgm:cxn modelId="{62EC3538-4ACD-40F5-BD1F-FD3E28B2337F}" type="presParOf" srcId="{FA8E53EF-2E26-496E-B4BA-A37D5029F1D1}" destId="{89313E51-7886-4BE8-8594-81E7D45A8899}" srcOrd="2" destOrd="0" presId="urn:microsoft.com/office/officeart/2018/5/layout/CenteredIconLabelDescriptionList"/>
    <dgm:cxn modelId="{215990BD-CA85-48B3-BCF3-0522A7C70065}" type="presParOf" srcId="{FA8E53EF-2E26-496E-B4BA-A37D5029F1D1}" destId="{AE8B51B7-94F6-462C-8E25-FBD4A4DC7358}" srcOrd="3" destOrd="0" presId="urn:microsoft.com/office/officeart/2018/5/layout/CenteredIconLabelDescriptionList"/>
    <dgm:cxn modelId="{698FC563-36A7-42FE-B73C-1D237C2026B5}" type="presParOf" srcId="{FA8E53EF-2E26-496E-B4BA-A37D5029F1D1}" destId="{D30193B3-D8F9-40AE-8EB0-C87BF21CB42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01221F05-9CAD-42F9-B62A-35B9A9D313A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B173770E-23BF-4981-8654-8348945EB6C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Bloom filters serve allowing an SPV node</a:t>
          </a:r>
        </a:p>
      </dgm:t>
    </dgm:pt>
    <dgm:pt modelId="{D653CF52-FAC6-470C-ABC5-A46183D1EC81}" type="parTrans" cxnId="{3175DE8B-BB78-4844-A415-6D4541C6FA0A}">
      <dgm:prSet/>
      <dgm:spPr/>
      <dgm:t>
        <a:bodyPr/>
        <a:lstStyle/>
        <a:p>
          <a:endParaRPr lang="en-US"/>
        </a:p>
      </dgm:t>
    </dgm:pt>
    <dgm:pt modelId="{73A2F2E4-137C-497C-AC95-1B1328D7B89E}" type="sibTrans" cxnId="{3175DE8B-BB78-4844-A415-6D4541C6FA0A}">
      <dgm:prSet/>
      <dgm:spPr/>
      <dgm:t>
        <a:bodyPr/>
        <a:lstStyle/>
        <a:p>
          <a:endParaRPr lang="en-US"/>
        </a:p>
      </dgm:t>
    </dgm:pt>
    <dgm:pt modelId="{3B2F09AD-4F44-46D5-B472-910643F6FC8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specify a search pattern</a:t>
          </a:r>
          <a:r>
            <a:rPr lang="tr-TR"/>
            <a:t> </a:t>
          </a:r>
          <a:r>
            <a:rPr lang="en-US"/>
            <a:t>for transactions </a:t>
          </a:r>
        </a:p>
      </dgm:t>
    </dgm:pt>
    <dgm:pt modelId="{B0E70876-5FFA-4990-8CD6-5989443AF5AD}" type="parTrans" cxnId="{97B4A594-CADB-4F85-9A02-A68C15A68A4E}">
      <dgm:prSet/>
      <dgm:spPr/>
      <dgm:t>
        <a:bodyPr/>
        <a:lstStyle/>
        <a:p>
          <a:endParaRPr lang="en-US"/>
        </a:p>
      </dgm:t>
    </dgm:pt>
    <dgm:pt modelId="{29BA1C77-8470-49D4-8957-FCEC7D42A1BA}" type="sibTrans" cxnId="{97B4A594-CADB-4F85-9A02-A68C15A68A4E}">
      <dgm:prSet/>
      <dgm:spPr/>
      <dgm:t>
        <a:bodyPr/>
        <a:lstStyle/>
        <a:p>
          <a:endParaRPr lang="en-US"/>
        </a:p>
      </dgm:t>
    </dgm:pt>
    <dgm:pt modelId="{BEEB7A6A-0165-44FD-B145-852CDA4720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can be tuned toward precision or privacy.</a:t>
          </a:r>
        </a:p>
      </dgm:t>
    </dgm:pt>
    <dgm:pt modelId="{F457EBD5-BC29-4863-A4BD-4CEC771D27D1}" type="parTrans" cxnId="{3F3D0B6B-790E-4531-ACFD-06EC2D38E5E0}">
      <dgm:prSet/>
      <dgm:spPr/>
      <dgm:t>
        <a:bodyPr/>
        <a:lstStyle/>
        <a:p>
          <a:endParaRPr lang="en-US"/>
        </a:p>
      </dgm:t>
    </dgm:pt>
    <dgm:pt modelId="{91CF90A9-BBC9-4982-A4F1-C075AD1898BF}" type="sibTrans" cxnId="{3F3D0B6B-790E-4531-ACFD-06EC2D38E5E0}">
      <dgm:prSet/>
      <dgm:spPr/>
      <dgm:t>
        <a:bodyPr/>
        <a:lstStyle/>
        <a:p>
          <a:endParaRPr lang="en-US"/>
        </a:p>
      </dgm:t>
    </dgm:pt>
    <dgm:pt modelId="{6DF8DEB7-75CF-4340-89DC-6D6B85ED33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 more specific bloom </a:t>
          </a:r>
          <a:r>
            <a:rPr lang="en-US"/>
            <a:t>filter </a:t>
          </a:r>
        </a:p>
      </dgm:t>
    </dgm:pt>
    <dgm:pt modelId="{2BB159B5-F2B8-4708-A592-2A0FA869EC9E}" type="parTrans" cxnId="{5B2C8726-4E59-4426-958E-CDE01853B912}">
      <dgm:prSet/>
      <dgm:spPr/>
      <dgm:t>
        <a:bodyPr/>
        <a:lstStyle/>
        <a:p>
          <a:endParaRPr lang="en-US"/>
        </a:p>
      </dgm:t>
    </dgm:pt>
    <dgm:pt modelId="{A4FA98C6-2A7D-4F64-B499-47E2CD7B1B97}" type="sibTrans" cxnId="{5B2C8726-4E59-4426-958E-CDE01853B912}">
      <dgm:prSet/>
      <dgm:spPr/>
      <dgm:t>
        <a:bodyPr/>
        <a:lstStyle/>
        <a:p>
          <a:endParaRPr lang="en-US"/>
        </a:p>
      </dgm:t>
    </dgm:pt>
    <dgm:pt modelId="{5BEF47FE-28A8-4F0F-B940-D8F2FFD409D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produce accurate results, </a:t>
          </a:r>
        </a:p>
      </dgm:t>
    </dgm:pt>
    <dgm:pt modelId="{E5C3354C-7050-431D-BA7B-7724AD32D11A}" type="parTrans" cxnId="{86A915D3-D74E-41DC-86EB-BA72153CC682}">
      <dgm:prSet/>
      <dgm:spPr/>
      <dgm:t>
        <a:bodyPr/>
        <a:lstStyle/>
        <a:p>
          <a:endParaRPr lang="en-US"/>
        </a:p>
      </dgm:t>
    </dgm:pt>
    <dgm:pt modelId="{62A57E49-6165-4E2C-9E5C-F089C86AEB61}" type="sibTrans" cxnId="{86A915D3-D74E-41DC-86EB-BA72153CC682}">
      <dgm:prSet/>
      <dgm:spPr/>
      <dgm:t>
        <a:bodyPr/>
        <a:lstStyle/>
        <a:p>
          <a:endParaRPr lang="en-US"/>
        </a:p>
      </dgm:t>
    </dgm:pt>
    <dgm:pt modelId="{25B0AC5F-EDD3-4944-BAFA-2766878A63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revealing what patterns the</a:t>
          </a:r>
          <a:r>
            <a:rPr lang="tr-TR"/>
            <a:t> </a:t>
          </a:r>
          <a:r>
            <a:rPr lang="en-US"/>
            <a:t>SPV node is interested in, </a:t>
          </a:r>
        </a:p>
      </dgm:t>
    </dgm:pt>
    <dgm:pt modelId="{BCB506C0-58B3-4801-89D0-87DE3FF3EA04}" type="parTrans" cxnId="{379ABC91-B3DB-40B0-94C2-1CB893903A32}">
      <dgm:prSet/>
      <dgm:spPr/>
      <dgm:t>
        <a:bodyPr/>
        <a:lstStyle/>
        <a:p>
          <a:endParaRPr lang="en-US"/>
        </a:p>
      </dgm:t>
    </dgm:pt>
    <dgm:pt modelId="{F37761D1-AC4C-4A81-9B28-B1134B7409B7}" type="sibTrans" cxnId="{379ABC91-B3DB-40B0-94C2-1CB893903A32}">
      <dgm:prSet/>
      <dgm:spPr/>
      <dgm:t>
        <a:bodyPr/>
        <a:lstStyle/>
        <a:p>
          <a:endParaRPr lang="en-US"/>
        </a:p>
      </dgm:t>
    </dgm:pt>
    <dgm:pt modelId="{A5FB1E80-39E2-40AC-9ED6-6369D2DF95C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thus revealing the addresses owned by the user’s wallet</a:t>
          </a:r>
        </a:p>
      </dgm:t>
    </dgm:pt>
    <dgm:pt modelId="{57A858AB-8C08-461C-94A3-437D9629F88A}" type="parTrans" cxnId="{83A7FFBC-22DA-42A2-BEAE-32ACDE978987}">
      <dgm:prSet/>
      <dgm:spPr/>
      <dgm:t>
        <a:bodyPr/>
        <a:lstStyle/>
        <a:p>
          <a:endParaRPr lang="en-US"/>
        </a:p>
      </dgm:t>
    </dgm:pt>
    <dgm:pt modelId="{52BCAD52-6BAC-4487-9DDF-642EF056350F}" type="sibTrans" cxnId="{83A7FFBC-22DA-42A2-BEAE-32ACDE978987}">
      <dgm:prSet/>
      <dgm:spPr/>
      <dgm:t>
        <a:bodyPr/>
        <a:lstStyle/>
        <a:p>
          <a:endParaRPr lang="en-US"/>
        </a:p>
      </dgm:t>
    </dgm:pt>
    <dgm:pt modelId="{145A604A-4806-40A7-A4EE-11827933F6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less specific bloom filter </a:t>
          </a:r>
        </a:p>
      </dgm:t>
    </dgm:pt>
    <dgm:pt modelId="{3198D884-5D52-4663-B9D4-CC40858B13A2}" type="parTrans" cxnId="{6D0562E6-EAED-4C71-8AE8-1DFBC479389A}">
      <dgm:prSet/>
      <dgm:spPr/>
      <dgm:t>
        <a:bodyPr/>
        <a:lstStyle/>
        <a:p>
          <a:endParaRPr lang="en-US"/>
        </a:p>
      </dgm:t>
    </dgm:pt>
    <dgm:pt modelId="{4433A834-D4A5-4FC2-A7D2-F1735316395D}" type="sibTrans" cxnId="{6D0562E6-EAED-4C71-8AE8-1DFBC479389A}">
      <dgm:prSet/>
      <dgm:spPr/>
      <dgm:t>
        <a:bodyPr/>
        <a:lstStyle/>
        <a:p>
          <a:endParaRPr lang="en-US"/>
        </a:p>
      </dgm:t>
    </dgm:pt>
    <dgm:pt modelId="{8892F333-3940-4551-80A7-490518D042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produce more data </a:t>
          </a:r>
          <a:r>
            <a:rPr lang="tr-TR" dirty="0" err="1"/>
            <a:t>with</a:t>
          </a:r>
          <a:r>
            <a:rPr lang="tr-TR" dirty="0"/>
            <a:t> </a:t>
          </a:r>
          <a:r>
            <a:rPr lang="tr-TR" dirty="0" err="1"/>
            <a:t>many</a:t>
          </a:r>
          <a:r>
            <a:rPr lang="tr-TR" dirty="0"/>
            <a:t> </a:t>
          </a:r>
          <a:r>
            <a:rPr lang="tr-TR" dirty="0" err="1"/>
            <a:t>irrelevant</a:t>
          </a:r>
          <a:r>
            <a:rPr lang="tr-TR" dirty="0"/>
            <a:t> </a:t>
          </a:r>
          <a:r>
            <a:rPr lang="en-US" dirty="0"/>
            <a:t>transactions</a:t>
          </a:r>
        </a:p>
      </dgm:t>
    </dgm:pt>
    <dgm:pt modelId="{80AD0595-4DDE-46CF-B59C-8E6FC8F9C752}" type="parTrans" cxnId="{27B68931-4484-46FA-BE1B-708656CB19DA}">
      <dgm:prSet/>
      <dgm:spPr/>
      <dgm:t>
        <a:bodyPr/>
        <a:lstStyle/>
        <a:p>
          <a:endParaRPr lang="en-US"/>
        </a:p>
      </dgm:t>
    </dgm:pt>
    <dgm:pt modelId="{91E1C29E-8228-449D-A6F4-A2D5F261C92E}" type="sibTrans" cxnId="{27B68931-4484-46FA-BE1B-708656CB19DA}">
      <dgm:prSet/>
      <dgm:spPr/>
      <dgm:t>
        <a:bodyPr/>
        <a:lstStyle/>
        <a:p>
          <a:endParaRPr lang="en-US"/>
        </a:p>
      </dgm:t>
    </dgm:pt>
    <dgm:pt modelId="{E6709A39-EC9B-4D74-9B1F-BC014A4A2B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node, but will allow the node to maintain better privacy</a:t>
          </a:r>
        </a:p>
      </dgm:t>
    </dgm:pt>
    <dgm:pt modelId="{4B7B143F-66DB-4C06-A1D8-CF48BED952B1}" type="parTrans" cxnId="{BDDDD312-4ACC-48A9-8047-9A7E0ACE441D}">
      <dgm:prSet/>
      <dgm:spPr/>
      <dgm:t>
        <a:bodyPr/>
        <a:lstStyle/>
        <a:p>
          <a:endParaRPr lang="en-US"/>
        </a:p>
      </dgm:t>
    </dgm:pt>
    <dgm:pt modelId="{64F388BD-2DE4-42E7-9FB6-FB5B346F7BB8}" type="sibTrans" cxnId="{BDDDD312-4ACC-48A9-8047-9A7E0ACE441D}">
      <dgm:prSet/>
      <dgm:spPr/>
      <dgm:t>
        <a:bodyPr/>
        <a:lstStyle/>
        <a:p>
          <a:endParaRPr lang="en-US"/>
        </a:p>
      </dgm:t>
    </dgm:pt>
    <dgm:pt modelId="{BF0E7B49-6286-4F33-B8FA-9B51B33D6363}" type="pres">
      <dgm:prSet presAssocID="{01221F05-9CAD-42F9-B62A-35B9A9D313A4}" presName="root" presStyleCnt="0">
        <dgm:presLayoutVars>
          <dgm:dir/>
          <dgm:resizeHandles val="exact"/>
        </dgm:presLayoutVars>
      </dgm:prSet>
      <dgm:spPr/>
    </dgm:pt>
    <dgm:pt modelId="{3B14059F-2792-4151-B6A8-BAEC752D8BC8}" type="pres">
      <dgm:prSet presAssocID="{B173770E-23BF-4981-8654-8348945EB6C6}" presName="compNode" presStyleCnt="0"/>
      <dgm:spPr/>
    </dgm:pt>
    <dgm:pt modelId="{37689D07-7C4F-4E69-AE5E-1E4171DCDF93}" type="pres">
      <dgm:prSet presAssocID="{B173770E-23BF-4981-8654-8348945EB6C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EB4ABBA8-A9B5-470B-8E94-D533101500AA}" type="pres">
      <dgm:prSet presAssocID="{B173770E-23BF-4981-8654-8348945EB6C6}" presName="iconSpace" presStyleCnt="0"/>
      <dgm:spPr/>
    </dgm:pt>
    <dgm:pt modelId="{AB530606-EDBB-40BC-A4D8-B715A4602F67}" type="pres">
      <dgm:prSet presAssocID="{B173770E-23BF-4981-8654-8348945EB6C6}" presName="parTx" presStyleLbl="revTx" presStyleIdx="0" presStyleCnt="6">
        <dgm:presLayoutVars>
          <dgm:chMax val="0"/>
          <dgm:chPref val="0"/>
        </dgm:presLayoutVars>
      </dgm:prSet>
      <dgm:spPr/>
    </dgm:pt>
    <dgm:pt modelId="{4A023236-6411-473A-940F-E557EB54013A}" type="pres">
      <dgm:prSet presAssocID="{B173770E-23BF-4981-8654-8348945EB6C6}" presName="txSpace" presStyleCnt="0"/>
      <dgm:spPr/>
    </dgm:pt>
    <dgm:pt modelId="{CE0BE673-4445-49F2-9047-0937B1C2AAFC}" type="pres">
      <dgm:prSet presAssocID="{B173770E-23BF-4981-8654-8348945EB6C6}" presName="desTx" presStyleLbl="revTx" presStyleIdx="1" presStyleCnt="6">
        <dgm:presLayoutVars/>
      </dgm:prSet>
      <dgm:spPr/>
    </dgm:pt>
    <dgm:pt modelId="{8B1C978C-6D3E-40A7-8E2D-8AA3E0B18930}" type="pres">
      <dgm:prSet presAssocID="{73A2F2E4-137C-497C-AC95-1B1328D7B89E}" presName="sibTrans" presStyleCnt="0"/>
      <dgm:spPr/>
    </dgm:pt>
    <dgm:pt modelId="{3EB092E9-D56F-499C-A493-5B5C5931185D}" type="pres">
      <dgm:prSet presAssocID="{6DF8DEB7-75CF-4340-89DC-6D6B85ED33CC}" presName="compNode" presStyleCnt="0"/>
      <dgm:spPr/>
    </dgm:pt>
    <dgm:pt modelId="{DA551251-A0E8-433C-9E78-4018A3B7F53D}" type="pres">
      <dgm:prSet presAssocID="{6DF8DEB7-75CF-4340-89DC-6D6B85ED33C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80214415-461A-4A34-904E-A15DB9338017}" type="pres">
      <dgm:prSet presAssocID="{6DF8DEB7-75CF-4340-89DC-6D6B85ED33CC}" presName="iconSpace" presStyleCnt="0"/>
      <dgm:spPr/>
    </dgm:pt>
    <dgm:pt modelId="{7E910072-39F6-40C4-AAE9-DB53C5EC0DB2}" type="pres">
      <dgm:prSet presAssocID="{6DF8DEB7-75CF-4340-89DC-6D6B85ED33CC}" presName="parTx" presStyleLbl="revTx" presStyleIdx="2" presStyleCnt="6">
        <dgm:presLayoutVars>
          <dgm:chMax val="0"/>
          <dgm:chPref val="0"/>
        </dgm:presLayoutVars>
      </dgm:prSet>
      <dgm:spPr/>
    </dgm:pt>
    <dgm:pt modelId="{A7465833-F60E-4411-87B8-30B010D224E7}" type="pres">
      <dgm:prSet presAssocID="{6DF8DEB7-75CF-4340-89DC-6D6B85ED33CC}" presName="txSpace" presStyleCnt="0"/>
      <dgm:spPr/>
    </dgm:pt>
    <dgm:pt modelId="{F077BAD8-9C4C-43E1-9F9F-1BE8F0A44C83}" type="pres">
      <dgm:prSet presAssocID="{6DF8DEB7-75CF-4340-89DC-6D6B85ED33CC}" presName="desTx" presStyleLbl="revTx" presStyleIdx="3" presStyleCnt="6">
        <dgm:presLayoutVars/>
      </dgm:prSet>
      <dgm:spPr/>
    </dgm:pt>
    <dgm:pt modelId="{65F58021-A42F-4FB8-A9E7-A16642691A2C}" type="pres">
      <dgm:prSet presAssocID="{A4FA98C6-2A7D-4F64-B499-47E2CD7B1B97}" presName="sibTrans" presStyleCnt="0"/>
      <dgm:spPr/>
    </dgm:pt>
    <dgm:pt modelId="{03794D17-630A-4353-AC9E-C7B939A78B53}" type="pres">
      <dgm:prSet presAssocID="{145A604A-4806-40A7-A4EE-11827933F63A}" presName="compNode" presStyleCnt="0"/>
      <dgm:spPr/>
    </dgm:pt>
    <dgm:pt modelId="{8624AA1B-4B47-4FB5-B949-FE753CA5D2E6}" type="pres">
      <dgm:prSet presAssocID="{145A604A-4806-40A7-A4EE-11827933F63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EE918A04-1741-4AD4-AA5F-651A05BC8ADD}" type="pres">
      <dgm:prSet presAssocID="{145A604A-4806-40A7-A4EE-11827933F63A}" presName="iconSpace" presStyleCnt="0"/>
      <dgm:spPr/>
    </dgm:pt>
    <dgm:pt modelId="{0A8EAF88-67DA-4455-BF19-FED00BE5D0D1}" type="pres">
      <dgm:prSet presAssocID="{145A604A-4806-40A7-A4EE-11827933F63A}" presName="parTx" presStyleLbl="revTx" presStyleIdx="4" presStyleCnt="6">
        <dgm:presLayoutVars>
          <dgm:chMax val="0"/>
          <dgm:chPref val="0"/>
        </dgm:presLayoutVars>
      </dgm:prSet>
      <dgm:spPr/>
    </dgm:pt>
    <dgm:pt modelId="{8AF1D61C-5A33-4C90-AE6F-73ABCAE3AFE4}" type="pres">
      <dgm:prSet presAssocID="{145A604A-4806-40A7-A4EE-11827933F63A}" presName="txSpace" presStyleCnt="0"/>
      <dgm:spPr/>
    </dgm:pt>
    <dgm:pt modelId="{1EC9AB36-A625-4A6B-ABD2-590DFCA2856A}" type="pres">
      <dgm:prSet presAssocID="{145A604A-4806-40A7-A4EE-11827933F63A}" presName="desTx" presStyleLbl="revTx" presStyleIdx="5" presStyleCnt="6">
        <dgm:presLayoutVars/>
      </dgm:prSet>
      <dgm:spPr/>
    </dgm:pt>
  </dgm:ptLst>
  <dgm:cxnLst>
    <dgm:cxn modelId="{7D408A0E-D074-4EA2-9711-C62F386EAED9}" type="presOf" srcId="{A5FB1E80-39E2-40AC-9ED6-6369D2DF95CB}" destId="{F077BAD8-9C4C-43E1-9F9F-1BE8F0A44C83}" srcOrd="0" destOrd="2" presId="urn:microsoft.com/office/officeart/2018/5/layout/CenteredIconLabelDescriptionList"/>
    <dgm:cxn modelId="{BDDDD312-4ACC-48A9-8047-9A7E0ACE441D}" srcId="{145A604A-4806-40A7-A4EE-11827933F63A}" destId="{E6709A39-EC9B-4D74-9B1F-BC014A4A2B59}" srcOrd="1" destOrd="0" parTransId="{4B7B143F-66DB-4C06-A1D8-CF48BED952B1}" sibTransId="{64F388BD-2DE4-42E7-9FB6-FB5B346F7BB8}"/>
    <dgm:cxn modelId="{CFAB3714-4528-4064-9C89-1DF755E2E8C5}" type="presOf" srcId="{BEEB7A6A-0165-44FD-B145-852CDA4720FB}" destId="{CE0BE673-4445-49F2-9047-0937B1C2AAFC}" srcOrd="0" destOrd="1" presId="urn:microsoft.com/office/officeart/2018/5/layout/CenteredIconLabelDescriptionList"/>
    <dgm:cxn modelId="{5B2C8726-4E59-4426-958E-CDE01853B912}" srcId="{01221F05-9CAD-42F9-B62A-35B9A9D313A4}" destId="{6DF8DEB7-75CF-4340-89DC-6D6B85ED33CC}" srcOrd="1" destOrd="0" parTransId="{2BB159B5-F2B8-4708-A592-2A0FA869EC9E}" sibTransId="{A4FA98C6-2A7D-4F64-B499-47E2CD7B1B97}"/>
    <dgm:cxn modelId="{27B68931-4484-46FA-BE1B-708656CB19DA}" srcId="{145A604A-4806-40A7-A4EE-11827933F63A}" destId="{8892F333-3940-4551-80A7-490518D042E3}" srcOrd="0" destOrd="0" parTransId="{80AD0595-4DDE-46CF-B59C-8E6FC8F9C752}" sibTransId="{91E1C29E-8228-449D-A6F4-A2D5F261C92E}"/>
    <dgm:cxn modelId="{CD675135-ABB2-4FB6-8EA3-D1A39722EAC5}" type="presOf" srcId="{8892F333-3940-4551-80A7-490518D042E3}" destId="{1EC9AB36-A625-4A6B-ABD2-590DFCA2856A}" srcOrd="0" destOrd="0" presId="urn:microsoft.com/office/officeart/2018/5/layout/CenteredIconLabelDescriptionList"/>
    <dgm:cxn modelId="{0F592E43-36A9-4BC7-BB5C-E067DF802D69}" type="presOf" srcId="{3B2F09AD-4F44-46D5-B472-910643F6FC8B}" destId="{CE0BE673-4445-49F2-9047-0937B1C2AAFC}" srcOrd="0" destOrd="0" presId="urn:microsoft.com/office/officeart/2018/5/layout/CenteredIconLabelDescriptionList"/>
    <dgm:cxn modelId="{3F3D0B6B-790E-4531-ACFD-06EC2D38E5E0}" srcId="{B173770E-23BF-4981-8654-8348945EB6C6}" destId="{BEEB7A6A-0165-44FD-B145-852CDA4720FB}" srcOrd="1" destOrd="0" parTransId="{F457EBD5-BC29-4863-A4BD-4CEC771D27D1}" sibTransId="{91CF90A9-BBC9-4982-A4F1-C075AD1898BF}"/>
    <dgm:cxn modelId="{E5878476-840A-483C-9C0C-F6A37C378658}" type="presOf" srcId="{01221F05-9CAD-42F9-B62A-35B9A9D313A4}" destId="{BF0E7B49-6286-4F33-B8FA-9B51B33D6363}" srcOrd="0" destOrd="0" presId="urn:microsoft.com/office/officeart/2018/5/layout/CenteredIconLabelDescriptionList"/>
    <dgm:cxn modelId="{2BCA8556-5CFE-4222-A7A6-C72F9A6655A6}" type="presOf" srcId="{E6709A39-EC9B-4D74-9B1F-BC014A4A2B59}" destId="{1EC9AB36-A625-4A6B-ABD2-590DFCA2856A}" srcOrd="0" destOrd="1" presId="urn:microsoft.com/office/officeart/2018/5/layout/CenteredIconLabelDescriptionList"/>
    <dgm:cxn modelId="{087FB18A-F6F0-424E-B0B5-4302FC3A4C43}" type="presOf" srcId="{25B0AC5F-EDD3-4944-BAFA-2766878A63FF}" destId="{F077BAD8-9C4C-43E1-9F9F-1BE8F0A44C83}" srcOrd="0" destOrd="1" presId="urn:microsoft.com/office/officeart/2018/5/layout/CenteredIconLabelDescriptionList"/>
    <dgm:cxn modelId="{3175DE8B-BB78-4844-A415-6D4541C6FA0A}" srcId="{01221F05-9CAD-42F9-B62A-35B9A9D313A4}" destId="{B173770E-23BF-4981-8654-8348945EB6C6}" srcOrd="0" destOrd="0" parTransId="{D653CF52-FAC6-470C-ABC5-A46183D1EC81}" sibTransId="{73A2F2E4-137C-497C-AC95-1B1328D7B89E}"/>
    <dgm:cxn modelId="{379ABC91-B3DB-40B0-94C2-1CB893903A32}" srcId="{6DF8DEB7-75CF-4340-89DC-6D6B85ED33CC}" destId="{25B0AC5F-EDD3-4944-BAFA-2766878A63FF}" srcOrd="1" destOrd="0" parTransId="{BCB506C0-58B3-4801-89D0-87DE3FF3EA04}" sibTransId="{F37761D1-AC4C-4A81-9B28-B1134B7409B7}"/>
    <dgm:cxn modelId="{97B4A594-CADB-4F85-9A02-A68C15A68A4E}" srcId="{B173770E-23BF-4981-8654-8348945EB6C6}" destId="{3B2F09AD-4F44-46D5-B472-910643F6FC8B}" srcOrd="0" destOrd="0" parTransId="{B0E70876-5FFA-4990-8CD6-5989443AF5AD}" sibTransId="{29BA1C77-8470-49D4-8957-FCEC7D42A1BA}"/>
    <dgm:cxn modelId="{9B184695-BE88-41E4-8A7A-1BFDC23FD196}" type="presOf" srcId="{6DF8DEB7-75CF-4340-89DC-6D6B85ED33CC}" destId="{7E910072-39F6-40C4-AAE9-DB53C5EC0DB2}" srcOrd="0" destOrd="0" presId="urn:microsoft.com/office/officeart/2018/5/layout/CenteredIconLabelDescriptionList"/>
    <dgm:cxn modelId="{39B13DAC-F10C-49A0-8CD9-5C034B80558B}" type="presOf" srcId="{145A604A-4806-40A7-A4EE-11827933F63A}" destId="{0A8EAF88-67DA-4455-BF19-FED00BE5D0D1}" srcOrd="0" destOrd="0" presId="urn:microsoft.com/office/officeart/2018/5/layout/CenteredIconLabelDescriptionList"/>
    <dgm:cxn modelId="{83A7FFBC-22DA-42A2-BEAE-32ACDE978987}" srcId="{6DF8DEB7-75CF-4340-89DC-6D6B85ED33CC}" destId="{A5FB1E80-39E2-40AC-9ED6-6369D2DF95CB}" srcOrd="2" destOrd="0" parTransId="{57A858AB-8C08-461C-94A3-437D9629F88A}" sibTransId="{52BCAD52-6BAC-4487-9DDF-642EF056350F}"/>
    <dgm:cxn modelId="{86A915D3-D74E-41DC-86EB-BA72153CC682}" srcId="{6DF8DEB7-75CF-4340-89DC-6D6B85ED33CC}" destId="{5BEF47FE-28A8-4F0F-B940-D8F2FFD409DE}" srcOrd="0" destOrd="0" parTransId="{E5C3354C-7050-431D-BA7B-7724AD32D11A}" sibTransId="{62A57E49-6165-4E2C-9E5C-F089C86AEB61}"/>
    <dgm:cxn modelId="{E4E439E0-8CC7-45BB-ADF0-67D261BBCFBB}" type="presOf" srcId="{5BEF47FE-28A8-4F0F-B940-D8F2FFD409DE}" destId="{F077BAD8-9C4C-43E1-9F9F-1BE8F0A44C83}" srcOrd="0" destOrd="0" presId="urn:microsoft.com/office/officeart/2018/5/layout/CenteredIconLabelDescriptionList"/>
    <dgm:cxn modelId="{6D0562E6-EAED-4C71-8AE8-1DFBC479389A}" srcId="{01221F05-9CAD-42F9-B62A-35B9A9D313A4}" destId="{145A604A-4806-40A7-A4EE-11827933F63A}" srcOrd="2" destOrd="0" parTransId="{3198D884-5D52-4663-B9D4-CC40858B13A2}" sibTransId="{4433A834-D4A5-4FC2-A7D2-F1735316395D}"/>
    <dgm:cxn modelId="{1C06B2FC-A515-4E97-8661-8103ED7BC29B}" type="presOf" srcId="{B173770E-23BF-4981-8654-8348945EB6C6}" destId="{AB530606-EDBB-40BC-A4D8-B715A4602F67}" srcOrd="0" destOrd="0" presId="urn:microsoft.com/office/officeart/2018/5/layout/CenteredIconLabelDescriptionList"/>
    <dgm:cxn modelId="{E07C9C34-733D-4B97-A632-B1D3C752CC7C}" type="presParOf" srcId="{BF0E7B49-6286-4F33-B8FA-9B51B33D6363}" destId="{3B14059F-2792-4151-B6A8-BAEC752D8BC8}" srcOrd="0" destOrd="0" presId="urn:microsoft.com/office/officeart/2018/5/layout/CenteredIconLabelDescriptionList"/>
    <dgm:cxn modelId="{61CB072F-05B4-4385-9D39-3749D82D5033}" type="presParOf" srcId="{3B14059F-2792-4151-B6A8-BAEC752D8BC8}" destId="{37689D07-7C4F-4E69-AE5E-1E4171DCDF93}" srcOrd="0" destOrd="0" presId="urn:microsoft.com/office/officeart/2018/5/layout/CenteredIconLabelDescriptionList"/>
    <dgm:cxn modelId="{A379E43E-2F2B-4CA6-BD3F-282899F8A725}" type="presParOf" srcId="{3B14059F-2792-4151-B6A8-BAEC752D8BC8}" destId="{EB4ABBA8-A9B5-470B-8E94-D533101500AA}" srcOrd="1" destOrd="0" presId="urn:microsoft.com/office/officeart/2018/5/layout/CenteredIconLabelDescriptionList"/>
    <dgm:cxn modelId="{C502A2EE-5888-407A-83CD-CBD1BFF5A02C}" type="presParOf" srcId="{3B14059F-2792-4151-B6A8-BAEC752D8BC8}" destId="{AB530606-EDBB-40BC-A4D8-B715A4602F67}" srcOrd="2" destOrd="0" presId="urn:microsoft.com/office/officeart/2018/5/layout/CenteredIconLabelDescriptionList"/>
    <dgm:cxn modelId="{1F5ADA92-1060-4242-AB25-9F832D1E80A6}" type="presParOf" srcId="{3B14059F-2792-4151-B6A8-BAEC752D8BC8}" destId="{4A023236-6411-473A-940F-E557EB54013A}" srcOrd="3" destOrd="0" presId="urn:microsoft.com/office/officeart/2018/5/layout/CenteredIconLabelDescriptionList"/>
    <dgm:cxn modelId="{5CB34FCC-E79B-4268-AE0C-F8ECBD5295AC}" type="presParOf" srcId="{3B14059F-2792-4151-B6A8-BAEC752D8BC8}" destId="{CE0BE673-4445-49F2-9047-0937B1C2AAFC}" srcOrd="4" destOrd="0" presId="urn:microsoft.com/office/officeart/2018/5/layout/CenteredIconLabelDescriptionList"/>
    <dgm:cxn modelId="{92908A6D-9447-4B43-B173-8059FD330FCE}" type="presParOf" srcId="{BF0E7B49-6286-4F33-B8FA-9B51B33D6363}" destId="{8B1C978C-6D3E-40A7-8E2D-8AA3E0B18930}" srcOrd="1" destOrd="0" presId="urn:microsoft.com/office/officeart/2018/5/layout/CenteredIconLabelDescriptionList"/>
    <dgm:cxn modelId="{2D7E38BD-388D-4B58-AE68-8DE9BC4044F3}" type="presParOf" srcId="{BF0E7B49-6286-4F33-B8FA-9B51B33D6363}" destId="{3EB092E9-D56F-499C-A493-5B5C5931185D}" srcOrd="2" destOrd="0" presId="urn:microsoft.com/office/officeart/2018/5/layout/CenteredIconLabelDescriptionList"/>
    <dgm:cxn modelId="{E1DD7773-9E1C-4F9B-822D-10D50E1AC3B0}" type="presParOf" srcId="{3EB092E9-D56F-499C-A493-5B5C5931185D}" destId="{DA551251-A0E8-433C-9E78-4018A3B7F53D}" srcOrd="0" destOrd="0" presId="urn:microsoft.com/office/officeart/2018/5/layout/CenteredIconLabelDescriptionList"/>
    <dgm:cxn modelId="{F1565DEB-4220-4ED6-A74F-FB0910FACF90}" type="presParOf" srcId="{3EB092E9-D56F-499C-A493-5B5C5931185D}" destId="{80214415-461A-4A34-904E-A15DB9338017}" srcOrd="1" destOrd="0" presId="urn:microsoft.com/office/officeart/2018/5/layout/CenteredIconLabelDescriptionList"/>
    <dgm:cxn modelId="{265B0C9A-CDCF-46A5-B822-C33961164609}" type="presParOf" srcId="{3EB092E9-D56F-499C-A493-5B5C5931185D}" destId="{7E910072-39F6-40C4-AAE9-DB53C5EC0DB2}" srcOrd="2" destOrd="0" presId="urn:microsoft.com/office/officeart/2018/5/layout/CenteredIconLabelDescriptionList"/>
    <dgm:cxn modelId="{0963C7F9-5AA2-43FE-99D1-C0B0875607FE}" type="presParOf" srcId="{3EB092E9-D56F-499C-A493-5B5C5931185D}" destId="{A7465833-F60E-4411-87B8-30B010D224E7}" srcOrd="3" destOrd="0" presId="urn:microsoft.com/office/officeart/2018/5/layout/CenteredIconLabelDescriptionList"/>
    <dgm:cxn modelId="{D1F49EF8-3794-4CB8-9F30-15D54D87621C}" type="presParOf" srcId="{3EB092E9-D56F-499C-A493-5B5C5931185D}" destId="{F077BAD8-9C4C-43E1-9F9F-1BE8F0A44C83}" srcOrd="4" destOrd="0" presId="urn:microsoft.com/office/officeart/2018/5/layout/CenteredIconLabelDescriptionList"/>
    <dgm:cxn modelId="{780BDC93-F58E-4BF7-B520-157BE183037C}" type="presParOf" srcId="{BF0E7B49-6286-4F33-B8FA-9B51B33D6363}" destId="{65F58021-A42F-4FB8-A9E7-A16642691A2C}" srcOrd="3" destOrd="0" presId="urn:microsoft.com/office/officeart/2018/5/layout/CenteredIconLabelDescriptionList"/>
    <dgm:cxn modelId="{18A826CB-53DD-4983-9CD0-45D6110C6CCF}" type="presParOf" srcId="{BF0E7B49-6286-4F33-B8FA-9B51B33D6363}" destId="{03794D17-630A-4353-AC9E-C7B939A78B53}" srcOrd="4" destOrd="0" presId="urn:microsoft.com/office/officeart/2018/5/layout/CenteredIconLabelDescriptionList"/>
    <dgm:cxn modelId="{28DAD90D-BE77-4AA5-AA47-3A32596BF3AC}" type="presParOf" srcId="{03794D17-630A-4353-AC9E-C7B939A78B53}" destId="{8624AA1B-4B47-4FB5-B949-FE753CA5D2E6}" srcOrd="0" destOrd="0" presId="urn:microsoft.com/office/officeart/2018/5/layout/CenteredIconLabelDescriptionList"/>
    <dgm:cxn modelId="{36B627FA-AEDB-4800-BF41-F9B252D90B99}" type="presParOf" srcId="{03794D17-630A-4353-AC9E-C7B939A78B53}" destId="{EE918A04-1741-4AD4-AA5F-651A05BC8ADD}" srcOrd="1" destOrd="0" presId="urn:microsoft.com/office/officeart/2018/5/layout/CenteredIconLabelDescriptionList"/>
    <dgm:cxn modelId="{E68F2BBC-FBCE-42A9-9E9C-40E87FC2F027}" type="presParOf" srcId="{03794D17-630A-4353-AC9E-C7B939A78B53}" destId="{0A8EAF88-67DA-4455-BF19-FED00BE5D0D1}" srcOrd="2" destOrd="0" presId="urn:microsoft.com/office/officeart/2018/5/layout/CenteredIconLabelDescriptionList"/>
    <dgm:cxn modelId="{79694EF0-3D60-413D-A488-60216AB412C7}" type="presParOf" srcId="{03794D17-630A-4353-AC9E-C7B939A78B53}" destId="{8AF1D61C-5A33-4C90-AE6F-73ABCAE3AFE4}" srcOrd="3" destOrd="0" presId="urn:microsoft.com/office/officeart/2018/5/layout/CenteredIconLabelDescriptionList"/>
    <dgm:cxn modelId="{610AED60-4903-41E3-948A-410F0E865FE7}" type="presParOf" srcId="{03794D17-630A-4353-AC9E-C7B939A78B53}" destId="{1EC9AB36-A625-4A6B-ABD2-590DFCA2856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CED9C19D-D752-451F-BBB2-768C66C26BC7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ECDC0630-83CA-4534-8B08-F8D69D1481CC}">
      <dgm:prSet/>
      <dgm:spPr/>
      <dgm:t>
        <a:bodyPr/>
        <a:lstStyle/>
        <a:p>
          <a:r>
            <a:rPr lang="tr-TR" baseline="0"/>
            <a:t>SPV Nodes and Privacy</a:t>
          </a:r>
          <a:endParaRPr lang="en-US"/>
        </a:p>
      </dgm:t>
    </dgm:pt>
    <dgm:pt modelId="{3BC66D5E-DADE-4E6F-8D84-07EBB14E7BD3}" type="parTrans" cxnId="{A27690E4-B4E0-4E44-8439-EDB557B9F814}">
      <dgm:prSet/>
      <dgm:spPr/>
      <dgm:t>
        <a:bodyPr/>
        <a:lstStyle/>
        <a:p>
          <a:endParaRPr lang="en-US"/>
        </a:p>
      </dgm:t>
    </dgm:pt>
    <dgm:pt modelId="{BD983D57-3043-4AC8-9F81-FB1028D7C097}" type="sibTrans" cxnId="{A27690E4-B4E0-4E44-8439-EDB557B9F814}">
      <dgm:prSet/>
      <dgm:spPr/>
      <dgm:t>
        <a:bodyPr/>
        <a:lstStyle/>
        <a:p>
          <a:endParaRPr lang="en-US"/>
        </a:p>
      </dgm:t>
    </dgm:pt>
    <dgm:pt modelId="{B4DBF3B7-D015-4781-8C64-0493648260DE}" type="pres">
      <dgm:prSet presAssocID="{CED9C19D-D752-451F-BBB2-768C66C26BC7}" presName="linear" presStyleCnt="0">
        <dgm:presLayoutVars>
          <dgm:animLvl val="lvl"/>
          <dgm:resizeHandles val="exact"/>
        </dgm:presLayoutVars>
      </dgm:prSet>
      <dgm:spPr/>
    </dgm:pt>
    <dgm:pt modelId="{73D625A5-7E90-4779-A661-CB7777A71664}" type="pres">
      <dgm:prSet presAssocID="{ECDC0630-83CA-4534-8B08-F8D69D1481CC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F7E13365-B7DE-4BE9-A6EC-78EF1C49D25A}" type="presOf" srcId="{CED9C19D-D752-451F-BBB2-768C66C26BC7}" destId="{B4DBF3B7-D015-4781-8C64-0493648260DE}" srcOrd="0" destOrd="0" presId="urn:microsoft.com/office/officeart/2005/8/layout/vList2"/>
    <dgm:cxn modelId="{91D9B67A-BC22-4E57-BCF9-22B21B6B6FC5}" type="presOf" srcId="{ECDC0630-83CA-4534-8B08-F8D69D1481CC}" destId="{73D625A5-7E90-4779-A661-CB7777A71664}" srcOrd="0" destOrd="0" presId="urn:microsoft.com/office/officeart/2005/8/layout/vList2"/>
    <dgm:cxn modelId="{A27690E4-B4E0-4E44-8439-EDB557B9F814}" srcId="{CED9C19D-D752-451F-BBB2-768C66C26BC7}" destId="{ECDC0630-83CA-4534-8B08-F8D69D1481CC}" srcOrd="0" destOrd="0" parTransId="{3BC66D5E-DADE-4E6F-8D84-07EBB14E7BD3}" sibTransId="{BD983D57-3043-4AC8-9F81-FB1028D7C097}"/>
    <dgm:cxn modelId="{4ED7246E-935F-4A4C-9D20-FB5932623E31}" type="presParOf" srcId="{B4DBF3B7-D015-4781-8C64-0493648260DE}" destId="{73D625A5-7E90-4779-A661-CB7777A71664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23C4327C-0226-4FA2-B19D-60FAE52E467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4F9C0EC-6163-49B2-954C-29391147AC6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 vs Full Nodes </a:t>
          </a:r>
          <a:endParaRPr lang="en-US"/>
        </a:p>
      </dgm:t>
    </dgm:pt>
    <dgm:pt modelId="{A71B603B-6E2B-470E-83C9-CF4EEA644E6E}" type="parTrans" cxnId="{A3FFA2D6-0954-4964-9C08-742F824CBDE6}">
      <dgm:prSet/>
      <dgm:spPr/>
      <dgm:t>
        <a:bodyPr/>
        <a:lstStyle/>
        <a:p>
          <a:endParaRPr lang="en-US"/>
        </a:p>
      </dgm:t>
    </dgm:pt>
    <dgm:pt modelId="{703AED9C-B297-4941-8FC8-0E08E2A599CD}" type="sibTrans" cxnId="{A3FFA2D6-0954-4964-9C08-742F824CBDE6}">
      <dgm:prSet/>
      <dgm:spPr/>
      <dgm:t>
        <a:bodyPr/>
        <a:lstStyle/>
        <a:p>
          <a:endParaRPr lang="en-US"/>
        </a:p>
      </dgm:t>
    </dgm:pt>
    <dgm:pt modelId="{133CEF58-1FDC-4BC6-A7B6-56DCE60CE1B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that implement SPV </a:t>
          </a:r>
        </a:p>
      </dgm:t>
    </dgm:pt>
    <dgm:pt modelId="{C3CD2EEF-ECC3-4F02-89A7-B609E8F83731}" type="parTrans" cxnId="{9E4E0AE1-1E01-46CF-98AB-45E95C4E0ADF}">
      <dgm:prSet/>
      <dgm:spPr/>
      <dgm:t>
        <a:bodyPr/>
        <a:lstStyle/>
        <a:p>
          <a:endParaRPr lang="en-US"/>
        </a:p>
      </dgm:t>
    </dgm:pt>
    <dgm:pt modelId="{011E3E93-05F9-4321-BB65-AF7167AB1A83}" type="sibTrans" cxnId="{9E4E0AE1-1E01-46CF-98AB-45E95C4E0ADF}">
      <dgm:prSet/>
      <dgm:spPr/>
      <dgm:t>
        <a:bodyPr/>
        <a:lstStyle/>
        <a:p>
          <a:endParaRPr lang="en-US"/>
        </a:p>
      </dgm:t>
    </dgm:pt>
    <dgm:pt modelId="{5A7B7B4A-9A72-465D-8200-470773ED53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weaker privacy than a full node</a:t>
          </a:r>
        </a:p>
      </dgm:t>
    </dgm:pt>
    <dgm:pt modelId="{7B3D3BE5-467F-4C77-B787-385834A9EB93}" type="parTrans" cxnId="{DD0B67DA-D2BA-4877-9F9D-407F1D8F6E69}">
      <dgm:prSet/>
      <dgm:spPr/>
      <dgm:t>
        <a:bodyPr/>
        <a:lstStyle/>
        <a:p>
          <a:endParaRPr lang="en-US"/>
        </a:p>
      </dgm:t>
    </dgm:pt>
    <dgm:pt modelId="{AB71BCBE-9FF7-49AD-8F88-FD6D6304229F}" type="sibTrans" cxnId="{DD0B67DA-D2BA-4877-9F9D-407F1D8F6E69}">
      <dgm:prSet/>
      <dgm:spPr/>
      <dgm:t>
        <a:bodyPr/>
        <a:lstStyle/>
        <a:p>
          <a:endParaRPr lang="en-US"/>
        </a:p>
      </dgm:t>
    </dgm:pt>
    <dgm:pt modelId="{2B0D8D60-E4B6-428A-B742-6B04DF73FF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Nodes</a:t>
          </a:r>
          <a:endParaRPr lang="en-US"/>
        </a:p>
      </dgm:t>
    </dgm:pt>
    <dgm:pt modelId="{E784679E-0B1C-4EF5-8BB8-FAC4AD2E76E8}" type="parTrans" cxnId="{52529F0F-2137-4A96-A481-150226B102EA}">
      <dgm:prSet/>
      <dgm:spPr/>
      <dgm:t>
        <a:bodyPr/>
        <a:lstStyle/>
        <a:p>
          <a:endParaRPr lang="en-US"/>
        </a:p>
      </dgm:t>
    </dgm:pt>
    <dgm:pt modelId="{AE726A04-7D13-4DED-8F0D-4BBB7D5D2874}" type="sibTrans" cxnId="{52529F0F-2137-4A96-A481-150226B102EA}">
      <dgm:prSet/>
      <dgm:spPr/>
      <dgm:t>
        <a:bodyPr/>
        <a:lstStyle/>
        <a:p>
          <a:endParaRPr lang="en-US"/>
        </a:p>
      </dgm:t>
    </dgm:pt>
    <dgm:pt modelId="{3488E148-63D4-4331-B26E-473EAF52252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therefore reveals no information </a:t>
          </a:r>
        </a:p>
      </dgm:t>
    </dgm:pt>
    <dgm:pt modelId="{173F1861-290C-4F44-9304-951F9CA4FFEE}" type="parTrans" cxnId="{F5CFFE35-5F62-497C-93F0-1B99CD03BAFB}">
      <dgm:prSet/>
      <dgm:spPr/>
      <dgm:t>
        <a:bodyPr/>
        <a:lstStyle/>
        <a:p>
          <a:endParaRPr lang="en-US"/>
        </a:p>
      </dgm:t>
    </dgm:pt>
    <dgm:pt modelId="{861084AA-4E88-43A2-8997-AC5C64F6FBD7}" type="sibTrans" cxnId="{F5CFFE35-5F62-497C-93F0-1B99CD03BAFB}">
      <dgm:prSet/>
      <dgm:spPr/>
      <dgm:t>
        <a:bodyPr/>
        <a:lstStyle/>
        <a:p>
          <a:endParaRPr lang="en-US"/>
        </a:p>
      </dgm:t>
    </dgm:pt>
    <dgm:pt modelId="{7A3518CE-67A9-4334-A966-DC12B9E397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about whether it is using some</a:t>
          </a:r>
          <a:r>
            <a:rPr lang="tr-TR"/>
            <a:t> </a:t>
          </a:r>
          <a:r>
            <a:rPr lang="en-US"/>
            <a:t>address in its wallet. </a:t>
          </a:r>
        </a:p>
      </dgm:t>
    </dgm:pt>
    <dgm:pt modelId="{809368AF-B72E-412F-8D46-804F5E45FDD3}" type="parTrans" cxnId="{08B4959D-3E2E-465D-AFD0-7B61DE024C79}">
      <dgm:prSet/>
      <dgm:spPr/>
      <dgm:t>
        <a:bodyPr/>
        <a:lstStyle/>
        <a:p>
          <a:endParaRPr lang="en-US"/>
        </a:p>
      </dgm:t>
    </dgm:pt>
    <dgm:pt modelId="{4D872F6A-792F-454D-9785-96BDAA49857E}" type="sibTrans" cxnId="{08B4959D-3E2E-465D-AFD0-7B61DE024C79}">
      <dgm:prSet/>
      <dgm:spPr/>
      <dgm:t>
        <a:bodyPr/>
        <a:lstStyle/>
        <a:p>
          <a:endParaRPr lang="en-US"/>
        </a:p>
      </dgm:t>
    </dgm:pt>
    <dgm:pt modelId="{2B0A9FCA-598F-490F-A1A5-5F9264A5428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 Node reveals Info</a:t>
          </a:r>
          <a:endParaRPr lang="en-US"/>
        </a:p>
      </dgm:t>
    </dgm:pt>
    <dgm:pt modelId="{EE2B26F7-280A-4BFC-9ACC-BD0B18953B0E}" type="parTrans" cxnId="{4B9F0FDC-53AD-46B3-8872-9273F3E9F054}">
      <dgm:prSet/>
      <dgm:spPr/>
      <dgm:t>
        <a:bodyPr/>
        <a:lstStyle/>
        <a:p>
          <a:endParaRPr lang="en-US"/>
        </a:p>
      </dgm:t>
    </dgm:pt>
    <dgm:pt modelId="{42775962-257C-4DD7-9D96-5F0915A64704}" type="sibTrans" cxnId="{4B9F0FDC-53AD-46B3-8872-9273F3E9F054}">
      <dgm:prSet/>
      <dgm:spPr/>
      <dgm:t>
        <a:bodyPr/>
        <a:lstStyle/>
        <a:p>
          <a:endParaRPr lang="en-US"/>
        </a:p>
      </dgm:t>
    </dgm:pt>
    <dgm:pt modelId="{3860B26F-4AFC-4F36-8371-08F188AAE6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SPV node receives a filtered list of transactions </a:t>
          </a:r>
        </a:p>
      </dgm:t>
    </dgm:pt>
    <dgm:pt modelId="{E0D61F96-5D35-49F3-8FF4-03A3C7354A15}" type="parTrans" cxnId="{A8435BD9-C8F0-4ABE-B4CB-BD3B0C7DC734}">
      <dgm:prSet/>
      <dgm:spPr/>
      <dgm:t>
        <a:bodyPr/>
        <a:lstStyle/>
        <a:p>
          <a:endParaRPr lang="en-US"/>
        </a:p>
      </dgm:t>
    </dgm:pt>
    <dgm:pt modelId="{B2BEDC7F-4FF8-40D8-8F1A-9E02904CF018}" type="sibTrans" cxnId="{A8435BD9-C8F0-4ABE-B4CB-BD3B0C7DC734}">
      <dgm:prSet/>
      <dgm:spPr/>
      <dgm:t>
        <a:bodyPr/>
        <a:lstStyle/>
        <a:p>
          <a:endParaRPr lang="en-US"/>
        </a:p>
      </dgm:t>
    </dgm:pt>
    <dgm:pt modelId="{FCF544C7-3B0C-4857-BDE6-A8E7DA87B9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related to the</a:t>
          </a:r>
          <a:r>
            <a:rPr lang="tr-TR"/>
            <a:t> </a:t>
          </a:r>
          <a:r>
            <a:rPr lang="en-US"/>
            <a:t>addresses that are in its wallet.</a:t>
          </a:r>
        </a:p>
      </dgm:t>
    </dgm:pt>
    <dgm:pt modelId="{9BD2B365-1C58-49DC-BFF4-23BA1D83DBB3}" type="parTrans" cxnId="{FB3736EE-6755-4985-AB72-02482074C870}">
      <dgm:prSet/>
      <dgm:spPr/>
      <dgm:t>
        <a:bodyPr/>
        <a:lstStyle/>
        <a:p>
          <a:endParaRPr lang="en-US"/>
        </a:p>
      </dgm:t>
    </dgm:pt>
    <dgm:pt modelId="{7B20AF19-4110-4E08-B06E-45B80EFE5436}" type="sibTrans" cxnId="{FB3736EE-6755-4985-AB72-02482074C870}">
      <dgm:prSet/>
      <dgm:spPr/>
      <dgm:t>
        <a:bodyPr/>
        <a:lstStyle/>
        <a:p>
          <a:endParaRPr lang="en-US"/>
        </a:p>
      </dgm:t>
    </dgm:pt>
    <dgm:pt modelId="{5AEA91EE-6D98-42F2-9402-6B18F8AA8A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full node receives</a:t>
          </a:r>
          <a:r>
            <a:rPr lang="tr-TR" dirty="0"/>
            <a:t> </a:t>
          </a:r>
          <a:r>
            <a:rPr lang="en-US" dirty="0"/>
            <a:t>all transactions </a:t>
          </a:r>
        </a:p>
      </dgm:t>
    </dgm:pt>
    <dgm:pt modelId="{2B00AA74-777A-4FEB-9DE7-2892FCD4DDF1}" type="parTrans" cxnId="{9B4C2BD1-7C36-4B32-9681-232DA89E882A}">
      <dgm:prSet/>
      <dgm:spPr/>
    </dgm:pt>
    <dgm:pt modelId="{6968051E-8922-4F0A-A2DE-FFA6F5DCB40D}" type="sibTrans" cxnId="{9B4C2BD1-7C36-4B32-9681-232DA89E882A}">
      <dgm:prSet/>
      <dgm:spPr/>
    </dgm:pt>
    <dgm:pt modelId="{19998881-AB30-4BC8-AF1B-FA957D8D1173}" type="pres">
      <dgm:prSet presAssocID="{23C4327C-0226-4FA2-B19D-60FAE52E4672}" presName="root" presStyleCnt="0">
        <dgm:presLayoutVars>
          <dgm:dir/>
          <dgm:resizeHandles val="exact"/>
        </dgm:presLayoutVars>
      </dgm:prSet>
      <dgm:spPr/>
    </dgm:pt>
    <dgm:pt modelId="{5ACF9EE4-D12D-41AE-8306-C49F0D9C1E0C}" type="pres">
      <dgm:prSet presAssocID="{D4F9C0EC-6163-49B2-954C-29391147AC69}" presName="compNode" presStyleCnt="0"/>
      <dgm:spPr/>
    </dgm:pt>
    <dgm:pt modelId="{A1625F7D-9A2B-4A5E-ABB6-C60368A1BC60}" type="pres">
      <dgm:prSet presAssocID="{D4F9C0EC-6163-49B2-954C-29391147AC6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16A0C797-087F-4A2D-B497-D4546EB5C20C}" type="pres">
      <dgm:prSet presAssocID="{D4F9C0EC-6163-49B2-954C-29391147AC69}" presName="iconSpace" presStyleCnt="0"/>
      <dgm:spPr/>
    </dgm:pt>
    <dgm:pt modelId="{BF2A8BFC-CCB4-4FD4-984B-C0C570B0A368}" type="pres">
      <dgm:prSet presAssocID="{D4F9C0EC-6163-49B2-954C-29391147AC69}" presName="parTx" presStyleLbl="revTx" presStyleIdx="0" presStyleCnt="6">
        <dgm:presLayoutVars>
          <dgm:chMax val="0"/>
          <dgm:chPref val="0"/>
        </dgm:presLayoutVars>
      </dgm:prSet>
      <dgm:spPr/>
    </dgm:pt>
    <dgm:pt modelId="{F84B2512-7F36-4928-91F7-C02D08982F0B}" type="pres">
      <dgm:prSet presAssocID="{D4F9C0EC-6163-49B2-954C-29391147AC69}" presName="txSpace" presStyleCnt="0"/>
      <dgm:spPr/>
    </dgm:pt>
    <dgm:pt modelId="{D9BD9096-EC35-4F82-AAAB-1D5290C2F195}" type="pres">
      <dgm:prSet presAssocID="{D4F9C0EC-6163-49B2-954C-29391147AC69}" presName="desTx" presStyleLbl="revTx" presStyleIdx="1" presStyleCnt="6">
        <dgm:presLayoutVars/>
      </dgm:prSet>
      <dgm:spPr/>
    </dgm:pt>
    <dgm:pt modelId="{A8356F7D-441E-4E3F-A6AE-449A736A9FD8}" type="pres">
      <dgm:prSet presAssocID="{703AED9C-B297-4941-8FC8-0E08E2A599CD}" presName="sibTrans" presStyleCnt="0"/>
      <dgm:spPr/>
    </dgm:pt>
    <dgm:pt modelId="{33B772DB-C625-4276-A598-D5F2E3E30C11}" type="pres">
      <dgm:prSet presAssocID="{2B0D8D60-E4B6-428A-B742-6B04DF73FF87}" presName="compNode" presStyleCnt="0"/>
      <dgm:spPr/>
    </dgm:pt>
    <dgm:pt modelId="{22490F7B-3073-4E6B-8081-5DD3C97D1BFC}" type="pres">
      <dgm:prSet presAssocID="{2B0D8D60-E4B6-428A-B742-6B04DF73FF8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0AC16B6-90A4-4A92-8FC5-E3A1C30EA91A}" type="pres">
      <dgm:prSet presAssocID="{2B0D8D60-E4B6-428A-B742-6B04DF73FF87}" presName="iconSpace" presStyleCnt="0"/>
      <dgm:spPr/>
    </dgm:pt>
    <dgm:pt modelId="{363926C9-566D-4520-96B7-9ED8925B1705}" type="pres">
      <dgm:prSet presAssocID="{2B0D8D60-E4B6-428A-B742-6B04DF73FF87}" presName="parTx" presStyleLbl="revTx" presStyleIdx="2" presStyleCnt="6">
        <dgm:presLayoutVars>
          <dgm:chMax val="0"/>
          <dgm:chPref val="0"/>
        </dgm:presLayoutVars>
      </dgm:prSet>
      <dgm:spPr/>
    </dgm:pt>
    <dgm:pt modelId="{EC0B0512-589A-49C2-AF3F-2A92E4A4CA24}" type="pres">
      <dgm:prSet presAssocID="{2B0D8D60-E4B6-428A-B742-6B04DF73FF87}" presName="txSpace" presStyleCnt="0"/>
      <dgm:spPr/>
    </dgm:pt>
    <dgm:pt modelId="{E52F51AD-D55B-4A43-AFDD-8C5D22FF4347}" type="pres">
      <dgm:prSet presAssocID="{2B0D8D60-E4B6-428A-B742-6B04DF73FF87}" presName="desTx" presStyleLbl="revTx" presStyleIdx="3" presStyleCnt="6">
        <dgm:presLayoutVars/>
      </dgm:prSet>
      <dgm:spPr/>
    </dgm:pt>
    <dgm:pt modelId="{C61BE689-DB5F-4529-9917-BD68FB7C4253}" type="pres">
      <dgm:prSet presAssocID="{AE726A04-7D13-4DED-8F0D-4BBB7D5D2874}" presName="sibTrans" presStyleCnt="0"/>
      <dgm:spPr/>
    </dgm:pt>
    <dgm:pt modelId="{20EBDCE4-51F2-4BEA-8A3F-4EB9534A290B}" type="pres">
      <dgm:prSet presAssocID="{2B0A9FCA-598F-490F-A1A5-5F9264A5428C}" presName="compNode" presStyleCnt="0"/>
      <dgm:spPr/>
    </dgm:pt>
    <dgm:pt modelId="{794AF03F-4DB6-4E00-8E7B-ACE65126DEE3}" type="pres">
      <dgm:prSet presAssocID="{2B0A9FCA-598F-490F-A1A5-5F9264A5428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323EB20B-DAF5-4E45-9A29-0FBB11339A1A}" type="pres">
      <dgm:prSet presAssocID="{2B0A9FCA-598F-490F-A1A5-5F9264A5428C}" presName="iconSpace" presStyleCnt="0"/>
      <dgm:spPr/>
    </dgm:pt>
    <dgm:pt modelId="{41419FE3-D6BD-4B14-A475-776F97668B79}" type="pres">
      <dgm:prSet presAssocID="{2B0A9FCA-598F-490F-A1A5-5F9264A5428C}" presName="parTx" presStyleLbl="revTx" presStyleIdx="4" presStyleCnt="6">
        <dgm:presLayoutVars>
          <dgm:chMax val="0"/>
          <dgm:chPref val="0"/>
        </dgm:presLayoutVars>
      </dgm:prSet>
      <dgm:spPr/>
    </dgm:pt>
    <dgm:pt modelId="{9AD280DE-D3C6-4037-A91B-41CB6CE32BCE}" type="pres">
      <dgm:prSet presAssocID="{2B0A9FCA-598F-490F-A1A5-5F9264A5428C}" presName="txSpace" presStyleCnt="0"/>
      <dgm:spPr/>
    </dgm:pt>
    <dgm:pt modelId="{DA70293B-7961-4470-9AEF-D55D45653F14}" type="pres">
      <dgm:prSet presAssocID="{2B0A9FCA-598F-490F-A1A5-5F9264A5428C}" presName="desTx" presStyleLbl="revTx" presStyleIdx="5" presStyleCnt="6">
        <dgm:presLayoutVars/>
      </dgm:prSet>
      <dgm:spPr/>
    </dgm:pt>
  </dgm:ptLst>
  <dgm:cxnLst>
    <dgm:cxn modelId="{42D64408-216E-44A5-85D0-5A7B91DFC6EF}" type="presOf" srcId="{FCF544C7-3B0C-4857-BDE6-A8E7DA87B9BD}" destId="{DA70293B-7961-4470-9AEF-D55D45653F14}" srcOrd="0" destOrd="1" presId="urn:microsoft.com/office/officeart/2018/5/layout/CenteredIconLabelDescriptionList"/>
    <dgm:cxn modelId="{129D920E-28AB-4FE0-8E7D-65C953F4F8A6}" type="presOf" srcId="{2B0D8D60-E4B6-428A-B742-6B04DF73FF87}" destId="{363926C9-566D-4520-96B7-9ED8925B1705}" srcOrd="0" destOrd="0" presId="urn:microsoft.com/office/officeart/2018/5/layout/CenteredIconLabelDescriptionList"/>
    <dgm:cxn modelId="{52529F0F-2137-4A96-A481-150226B102EA}" srcId="{23C4327C-0226-4FA2-B19D-60FAE52E4672}" destId="{2B0D8D60-E4B6-428A-B742-6B04DF73FF87}" srcOrd="1" destOrd="0" parTransId="{E784679E-0B1C-4EF5-8BB8-FAC4AD2E76E8}" sibTransId="{AE726A04-7D13-4DED-8F0D-4BBB7D5D2874}"/>
    <dgm:cxn modelId="{71C9172A-5349-42AB-951F-B2429820F55E}" type="presOf" srcId="{2B0A9FCA-598F-490F-A1A5-5F9264A5428C}" destId="{41419FE3-D6BD-4B14-A475-776F97668B79}" srcOrd="0" destOrd="0" presId="urn:microsoft.com/office/officeart/2018/5/layout/CenteredIconLabelDescriptionList"/>
    <dgm:cxn modelId="{F4D0C031-9411-47F3-8575-2B9F4E646572}" type="presOf" srcId="{3860B26F-4AFC-4F36-8371-08F188AAE6BD}" destId="{DA70293B-7961-4470-9AEF-D55D45653F14}" srcOrd="0" destOrd="0" presId="urn:microsoft.com/office/officeart/2018/5/layout/CenteredIconLabelDescriptionList"/>
    <dgm:cxn modelId="{F5CFFE35-5F62-497C-93F0-1B99CD03BAFB}" srcId="{2B0D8D60-E4B6-428A-B742-6B04DF73FF87}" destId="{3488E148-63D4-4331-B26E-473EAF52252B}" srcOrd="1" destOrd="0" parTransId="{173F1861-290C-4F44-9304-951F9CA4FFEE}" sibTransId="{861084AA-4E88-43A2-8997-AC5C64F6FBD7}"/>
    <dgm:cxn modelId="{8E83D865-9A55-4771-AE29-E8C6EE91850D}" type="presOf" srcId="{3488E148-63D4-4331-B26E-473EAF52252B}" destId="{E52F51AD-D55B-4A43-AFDD-8C5D22FF4347}" srcOrd="0" destOrd="1" presId="urn:microsoft.com/office/officeart/2018/5/layout/CenteredIconLabelDescriptionList"/>
    <dgm:cxn modelId="{1C602746-BA71-44A6-8A62-79375A0EC450}" type="presOf" srcId="{5A7B7B4A-9A72-465D-8200-470773ED53B6}" destId="{D9BD9096-EC35-4F82-AAAB-1D5290C2F195}" srcOrd="0" destOrd="1" presId="urn:microsoft.com/office/officeart/2018/5/layout/CenteredIconLabelDescriptionList"/>
    <dgm:cxn modelId="{03A2184E-374A-45D5-AC4B-B70F8164A844}" type="presOf" srcId="{D4F9C0EC-6163-49B2-954C-29391147AC69}" destId="{BF2A8BFC-CCB4-4FD4-984B-C0C570B0A368}" srcOrd="0" destOrd="0" presId="urn:microsoft.com/office/officeart/2018/5/layout/CenteredIconLabelDescriptionList"/>
    <dgm:cxn modelId="{5380C551-EB8A-4468-B907-E16D65A5A084}" type="presOf" srcId="{23C4327C-0226-4FA2-B19D-60FAE52E4672}" destId="{19998881-AB30-4BC8-AF1B-FA957D8D1173}" srcOrd="0" destOrd="0" presId="urn:microsoft.com/office/officeart/2018/5/layout/CenteredIconLabelDescriptionList"/>
    <dgm:cxn modelId="{08B4959D-3E2E-465D-AFD0-7B61DE024C79}" srcId="{2B0D8D60-E4B6-428A-B742-6B04DF73FF87}" destId="{7A3518CE-67A9-4334-A966-DC12B9E39707}" srcOrd="2" destOrd="0" parTransId="{809368AF-B72E-412F-8D46-804F5E45FDD3}" sibTransId="{4D872F6A-792F-454D-9785-96BDAA49857E}"/>
    <dgm:cxn modelId="{23E3EBCE-CC89-47BB-B1D1-F4BF9DD21BDA}" type="presOf" srcId="{7A3518CE-67A9-4334-A966-DC12B9E39707}" destId="{E52F51AD-D55B-4A43-AFDD-8C5D22FF4347}" srcOrd="0" destOrd="2" presId="urn:microsoft.com/office/officeart/2018/5/layout/CenteredIconLabelDescriptionList"/>
    <dgm:cxn modelId="{9B4C2BD1-7C36-4B32-9681-232DA89E882A}" srcId="{2B0D8D60-E4B6-428A-B742-6B04DF73FF87}" destId="{5AEA91EE-6D98-42F2-9402-6B18F8AA8AB0}" srcOrd="0" destOrd="0" parTransId="{2B00AA74-777A-4FEB-9DE7-2892FCD4DDF1}" sibTransId="{6968051E-8922-4F0A-A2DE-FFA6F5DCB40D}"/>
    <dgm:cxn modelId="{D0EDCCD1-96A1-43B4-9CC7-5DE9DF660232}" type="presOf" srcId="{133CEF58-1FDC-4BC6-A7B6-56DCE60CE1B3}" destId="{D9BD9096-EC35-4F82-AAAB-1D5290C2F195}" srcOrd="0" destOrd="0" presId="urn:microsoft.com/office/officeart/2018/5/layout/CenteredIconLabelDescriptionList"/>
    <dgm:cxn modelId="{A3FFA2D6-0954-4964-9C08-742F824CBDE6}" srcId="{23C4327C-0226-4FA2-B19D-60FAE52E4672}" destId="{D4F9C0EC-6163-49B2-954C-29391147AC69}" srcOrd="0" destOrd="0" parTransId="{A71B603B-6E2B-470E-83C9-CF4EEA644E6E}" sibTransId="{703AED9C-B297-4941-8FC8-0E08E2A599CD}"/>
    <dgm:cxn modelId="{A8435BD9-C8F0-4ABE-B4CB-BD3B0C7DC734}" srcId="{2B0A9FCA-598F-490F-A1A5-5F9264A5428C}" destId="{3860B26F-4AFC-4F36-8371-08F188AAE6BD}" srcOrd="0" destOrd="0" parTransId="{E0D61F96-5D35-49F3-8FF4-03A3C7354A15}" sibTransId="{B2BEDC7F-4FF8-40D8-8F1A-9E02904CF018}"/>
    <dgm:cxn modelId="{DD0B67DA-D2BA-4877-9F9D-407F1D8F6E69}" srcId="{D4F9C0EC-6163-49B2-954C-29391147AC69}" destId="{5A7B7B4A-9A72-465D-8200-470773ED53B6}" srcOrd="1" destOrd="0" parTransId="{7B3D3BE5-467F-4C77-B787-385834A9EB93}" sibTransId="{AB71BCBE-9FF7-49AD-8F88-FD6D6304229F}"/>
    <dgm:cxn modelId="{4B9F0FDC-53AD-46B3-8872-9273F3E9F054}" srcId="{23C4327C-0226-4FA2-B19D-60FAE52E4672}" destId="{2B0A9FCA-598F-490F-A1A5-5F9264A5428C}" srcOrd="2" destOrd="0" parTransId="{EE2B26F7-280A-4BFC-9ACC-BD0B18953B0E}" sibTransId="{42775962-257C-4DD7-9D96-5F0915A64704}"/>
    <dgm:cxn modelId="{9E4E0AE1-1E01-46CF-98AB-45E95C4E0ADF}" srcId="{D4F9C0EC-6163-49B2-954C-29391147AC69}" destId="{133CEF58-1FDC-4BC6-A7B6-56DCE60CE1B3}" srcOrd="0" destOrd="0" parTransId="{C3CD2EEF-ECC3-4F02-89A7-B609E8F83731}" sibTransId="{011E3E93-05F9-4321-BB65-AF7167AB1A83}"/>
    <dgm:cxn modelId="{33C4E0E5-5D75-43DF-B2AC-54BA5855ADD9}" type="presOf" srcId="{5AEA91EE-6D98-42F2-9402-6B18F8AA8AB0}" destId="{E52F51AD-D55B-4A43-AFDD-8C5D22FF4347}" srcOrd="0" destOrd="0" presId="urn:microsoft.com/office/officeart/2018/5/layout/CenteredIconLabelDescriptionList"/>
    <dgm:cxn modelId="{FB3736EE-6755-4985-AB72-02482074C870}" srcId="{2B0A9FCA-598F-490F-A1A5-5F9264A5428C}" destId="{FCF544C7-3B0C-4857-BDE6-A8E7DA87B9BD}" srcOrd="1" destOrd="0" parTransId="{9BD2B365-1C58-49DC-BFF4-23BA1D83DBB3}" sibTransId="{7B20AF19-4110-4E08-B06E-45B80EFE5436}"/>
    <dgm:cxn modelId="{D60FDCC9-F62F-4B18-8AFD-F4D1F0A08B42}" type="presParOf" srcId="{19998881-AB30-4BC8-AF1B-FA957D8D1173}" destId="{5ACF9EE4-D12D-41AE-8306-C49F0D9C1E0C}" srcOrd="0" destOrd="0" presId="urn:microsoft.com/office/officeart/2018/5/layout/CenteredIconLabelDescriptionList"/>
    <dgm:cxn modelId="{A5551EE8-04E6-4246-A86D-A91ED67AE4DF}" type="presParOf" srcId="{5ACF9EE4-D12D-41AE-8306-C49F0D9C1E0C}" destId="{A1625F7D-9A2B-4A5E-ABB6-C60368A1BC60}" srcOrd="0" destOrd="0" presId="urn:microsoft.com/office/officeart/2018/5/layout/CenteredIconLabelDescriptionList"/>
    <dgm:cxn modelId="{3748EB52-717A-48F0-B5F1-DDF29FE13A74}" type="presParOf" srcId="{5ACF9EE4-D12D-41AE-8306-C49F0D9C1E0C}" destId="{16A0C797-087F-4A2D-B497-D4546EB5C20C}" srcOrd="1" destOrd="0" presId="urn:microsoft.com/office/officeart/2018/5/layout/CenteredIconLabelDescriptionList"/>
    <dgm:cxn modelId="{9AF915BF-949D-44AB-B669-FB66A52D36DB}" type="presParOf" srcId="{5ACF9EE4-D12D-41AE-8306-C49F0D9C1E0C}" destId="{BF2A8BFC-CCB4-4FD4-984B-C0C570B0A368}" srcOrd="2" destOrd="0" presId="urn:microsoft.com/office/officeart/2018/5/layout/CenteredIconLabelDescriptionList"/>
    <dgm:cxn modelId="{A45BB032-943D-4E86-A0FF-50AA688B2CA5}" type="presParOf" srcId="{5ACF9EE4-D12D-41AE-8306-C49F0D9C1E0C}" destId="{F84B2512-7F36-4928-91F7-C02D08982F0B}" srcOrd="3" destOrd="0" presId="urn:microsoft.com/office/officeart/2018/5/layout/CenteredIconLabelDescriptionList"/>
    <dgm:cxn modelId="{0DC87811-9D6D-4ECA-9907-6429BFAB0CCB}" type="presParOf" srcId="{5ACF9EE4-D12D-41AE-8306-C49F0D9C1E0C}" destId="{D9BD9096-EC35-4F82-AAAB-1D5290C2F195}" srcOrd="4" destOrd="0" presId="urn:microsoft.com/office/officeart/2018/5/layout/CenteredIconLabelDescriptionList"/>
    <dgm:cxn modelId="{DE6B283D-509C-4535-92B8-E76B4A5B1900}" type="presParOf" srcId="{19998881-AB30-4BC8-AF1B-FA957D8D1173}" destId="{A8356F7D-441E-4E3F-A6AE-449A736A9FD8}" srcOrd="1" destOrd="0" presId="urn:microsoft.com/office/officeart/2018/5/layout/CenteredIconLabelDescriptionList"/>
    <dgm:cxn modelId="{304CF36E-2904-4CFE-B2E7-719700578C09}" type="presParOf" srcId="{19998881-AB30-4BC8-AF1B-FA957D8D1173}" destId="{33B772DB-C625-4276-A598-D5F2E3E30C11}" srcOrd="2" destOrd="0" presId="urn:microsoft.com/office/officeart/2018/5/layout/CenteredIconLabelDescriptionList"/>
    <dgm:cxn modelId="{2E4C7DC7-C99E-40FF-BBF6-B58868AC0C4B}" type="presParOf" srcId="{33B772DB-C625-4276-A598-D5F2E3E30C11}" destId="{22490F7B-3073-4E6B-8081-5DD3C97D1BFC}" srcOrd="0" destOrd="0" presId="urn:microsoft.com/office/officeart/2018/5/layout/CenteredIconLabelDescriptionList"/>
    <dgm:cxn modelId="{95BEFD24-7897-4618-A2FB-584E5D9042CB}" type="presParOf" srcId="{33B772DB-C625-4276-A598-D5F2E3E30C11}" destId="{C0AC16B6-90A4-4A92-8FC5-E3A1C30EA91A}" srcOrd="1" destOrd="0" presId="urn:microsoft.com/office/officeart/2018/5/layout/CenteredIconLabelDescriptionList"/>
    <dgm:cxn modelId="{B12CC73D-9E84-4CB6-B6A7-6C2E58593FDC}" type="presParOf" srcId="{33B772DB-C625-4276-A598-D5F2E3E30C11}" destId="{363926C9-566D-4520-96B7-9ED8925B1705}" srcOrd="2" destOrd="0" presId="urn:microsoft.com/office/officeart/2018/5/layout/CenteredIconLabelDescriptionList"/>
    <dgm:cxn modelId="{BEE9B33C-4F84-4FC2-B8AA-D60F56F49A9C}" type="presParOf" srcId="{33B772DB-C625-4276-A598-D5F2E3E30C11}" destId="{EC0B0512-589A-49C2-AF3F-2A92E4A4CA24}" srcOrd="3" destOrd="0" presId="urn:microsoft.com/office/officeart/2018/5/layout/CenteredIconLabelDescriptionList"/>
    <dgm:cxn modelId="{EDF15D9D-A031-4C7A-B225-68F77E9215B8}" type="presParOf" srcId="{33B772DB-C625-4276-A598-D5F2E3E30C11}" destId="{E52F51AD-D55B-4A43-AFDD-8C5D22FF4347}" srcOrd="4" destOrd="0" presId="urn:microsoft.com/office/officeart/2018/5/layout/CenteredIconLabelDescriptionList"/>
    <dgm:cxn modelId="{DE0FA596-326E-4789-A645-F33BA31D16EA}" type="presParOf" srcId="{19998881-AB30-4BC8-AF1B-FA957D8D1173}" destId="{C61BE689-DB5F-4529-9917-BD68FB7C4253}" srcOrd="3" destOrd="0" presId="urn:microsoft.com/office/officeart/2018/5/layout/CenteredIconLabelDescriptionList"/>
    <dgm:cxn modelId="{415F21A8-ECC4-4C96-BB4E-07DA3D7FE384}" type="presParOf" srcId="{19998881-AB30-4BC8-AF1B-FA957D8D1173}" destId="{20EBDCE4-51F2-4BEA-8A3F-4EB9534A290B}" srcOrd="4" destOrd="0" presId="urn:microsoft.com/office/officeart/2018/5/layout/CenteredIconLabelDescriptionList"/>
    <dgm:cxn modelId="{0C1C287D-D6C6-40D3-9FEC-426732E7341A}" type="presParOf" srcId="{20EBDCE4-51F2-4BEA-8A3F-4EB9534A290B}" destId="{794AF03F-4DB6-4E00-8E7B-ACE65126DEE3}" srcOrd="0" destOrd="0" presId="urn:microsoft.com/office/officeart/2018/5/layout/CenteredIconLabelDescriptionList"/>
    <dgm:cxn modelId="{EE396BA6-FA6F-48D7-900B-C372CAD430E8}" type="presParOf" srcId="{20EBDCE4-51F2-4BEA-8A3F-4EB9534A290B}" destId="{323EB20B-DAF5-4E45-9A29-0FBB11339A1A}" srcOrd="1" destOrd="0" presId="urn:microsoft.com/office/officeart/2018/5/layout/CenteredIconLabelDescriptionList"/>
    <dgm:cxn modelId="{69990370-BE7B-422D-87F7-C2C772256053}" type="presParOf" srcId="{20EBDCE4-51F2-4BEA-8A3F-4EB9534A290B}" destId="{41419FE3-D6BD-4B14-A475-776F97668B79}" srcOrd="2" destOrd="0" presId="urn:microsoft.com/office/officeart/2018/5/layout/CenteredIconLabelDescriptionList"/>
    <dgm:cxn modelId="{E4AA51B4-6BE0-4562-9B9D-022359DD8016}" type="presParOf" srcId="{20EBDCE4-51F2-4BEA-8A3F-4EB9534A290B}" destId="{9AD280DE-D3C6-4037-A91B-41CB6CE32BCE}" srcOrd="3" destOrd="0" presId="urn:microsoft.com/office/officeart/2018/5/layout/CenteredIconLabelDescriptionList"/>
    <dgm:cxn modelId="{ABCB201E-497D-41A5-9488-49AD31EF7554}" type="presParOf" srcId="{20EBDCE4-51F2-4BEA-8A3F-4EB9534A290B}" destId="{DA70293B-7961-4470-9AEF-D55D45653F1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5480E3F4-FDED-4894-9812-E2A54C0A58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6B77AF6-BC9F-41C0-AF44-E2F1E0056C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Bloom filters </a:t>
          </a:r>
        </a:p>
      </dgm:t>
    </dgm:pt>
    <dgm:pt modelId="{382690E7-7939-4A7A-B4D8-31AB88056CBF}" type="parTrans" cxnId="{86175910-9711-43E9-AD76-A7678338629C}">
      <dgm:prSet/>
      <dgm:spPr/>
      <dgm:t>
        <a:bodyPr/>
        <a:lstStyle/>
        <a:p>
          <a:endParaRPr lang="en-US"/>
        </a:p>
      </dgm:t>
    </dgm:pt>
    <dgm:pt modelId="{BC914998-576B-42F8-AB02-54F8AA99C82E}" type="sibTrans" cxnId="{86175910-9711-43E9-AD76-A7678338629C}">
      <dgm:prSet/>
      <dgm:spPr/>
      <dgm:t>
        <a:bodyPr/>
        <a:lstStyle/>
        <a:p>
          <a:endParaRPr lang="en-US"/>
        </a:p>
      </dgm:t>
    </dgm:pt>
    <dgm:pt modelId="{760669DA-303D-4A19-A35E-E1A0A5FC3B5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a way to reduce the loss of privacy. </a:t>
          </a:r>
        </a:p>
      </dgm:t>
    </dgm:pt>
    <dgm:pt modelId="{E0B50D8C-DBCE-4C7E-B632-2D5A4F10B741}" type="parTrans" cxnId="{953EFE86-3A20-4A45-8DC0-3A11D4BBF627}">
      <dgm:prSet/>
      <dgm:spPr/>
      <dgm:t>
        <a:bodyPr/>
        <a:lstStyle/>
        <a:p>
          <a:endParaRPr lang="en-US"/>
        </a:p>
      </dgm:t>
    </dgm:pt>
    <dgm:pt modelId="{FB6CEED8-E32D-4BA2-91DD-074FA4A05F2D}" type="sibTrans" cxnId="{953EFE86-3A20-4A45-8DC0-3A11D4BBF627}">
      <dgm:prSet/>
      <dgm:spPr/>
      <dgm:t>
        <a:bodyPr/>
        <a:lstStyle/>
        <a:p>
          <a:endParaRPr lang="en-US"/>
        </a:p>
      </dgm:t>
    </dgm:pt>
    <dgm:pt modelId="{A5FD2B3F-4A50-4A61-9915-0CFD93E240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Without them </a:t>
          </a:r>
        </a:p>
      </dgm:t>
    </dgm:pt>
    <dgm:pt modelId="{3E775E6B-46DB-4F1D-93C7-BECDA300DA49}" type="parTrans" cxnId="{BA21A0FE-6083-4E6D-A6D0-BE3D7C4EADEE}">
      <dgm:prSet/>
      <dgm:spPr/>
      <dgm:t>
        <a:bodyPr/>
        <a:lstStyle/>
        <a:p>
          <a:endParaRPr lang="en-US"/>
        </a:p>
      </dgm:t>
    </dgm:pt>
    <dgm:pt modelId="{51091C63-7905-47D7-AA00-B4B059EB98D7}" type="sibTrans" cxnId="{BA21A0FE-6083-4E6D-A6D0-BE3D7C4EADEE}">
      <dgm:prSet/>
      <dgm:spPr/>
      <dgm:t>
        <a:bodyPr/>
        <a:lstStyle/>
        <a:p>
          <a:endParaRPr lang="en-US"/>
        </a:p>
      </dgm:t>
    </dgm:pt>
    <dgm:pt modelId="{A5ED3CD1-7C4A-4EEC-8919-72A2DF34D53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SPV node</a:t>
          </a:r>
          <a:r>
            <a:rPr lang="tr-TR"/>
            <a:t> </a:t>
          </a:r>
          <a:r>
            <a:rPr lang="en-US"/>
            <a:t>would have to explicitly list the addresses it was interested in, </a:t>
          </a:r>
        </a:p>
      </dgm:t>
    </dgm:pt>
    <dgm:pt modelId="{08683B7F-487F-4FE7-8BED-0753C39D8CBB}" type="parTrans" cxnId="{2D07AF39-B584-4B12-8E3F-4593B3A781A4}">
      <dgm:prSet/>
      <dgm:spPr/>
      <dgm:t>
        <a:bodyPr/>
        <a:lstStyle/>
        <a:p>
          <a:endParaRPr lang="en-US"/>
        </a:p>
      </dgm:t>
    </dgm:pt>
    <dgm:pt modelId="{7F00651A-356F-4306-8D98-140574FA6889}" type="sibTrans" cxnId="{2D07AF39-B584-4B12-8E3F-4593B3A781A4}">
      <dgm:prSet/>
      <dgm:spPr/>
      <dgm:t>
        <a:bodyPr/>
        <a:lstStyle/>
        <a:p>
          <a:endParaRPr lang="en-US"/>
        </a:p>
      </dgm:t>
    </dgm:pt>
    <dgm:pt modelId="{3BD786AB-A343-4F43-894E-A5ECA3B96D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creating a serious</a:t>
          </a:r>
          <a:r>
            <a:rPr lang="tr-TR"/>
            <a:t> </a:t>
          </a:r>
          <a:r>
            <a:rPr lang="en-US"/>
            <a:t>breach of privacy. </a:t>
          </a:r>
        </a:p>
      </dgm:t>
    </dgm:pt>
    <dgm:pt modelId="{13AACD4C-F933-4E00-A8DB-05FEBF29A5FE}" type="parTrans" cxnId="{B211B443-82B8-4AB3-AE6C-A7552A43658D}">
      <dgm:prSet/>
      <dgm:spPr/>
      <dgm:t>
        <a:bodyPr/>
        <a:lstStyle/>
        <a:p>
          <a:endParaRPr lang="en-US"/>
        </a:p>
      </dgm:t>
    </dgm:pt>
    <dgm:pt modelId="{A42160B6-CEE3-4DC4-9C80-817B371A338A}" type="sibTrans" cxnId="{B211B443-82B8-4AB3-AE6C-A7552A43658D}">
      <dgm:prSet/>
      <dgm:spPr/>
      <dgm:t>
        <a:bodyPr/>
        <a:lstStyle/>
        <a:p>
          <a:endParaRPr lang="en-US"/>
        </a:p>
      </dgm:t>
    </dgm:pt>
    <dgm:pt modelId="{77498E38-D076-4495-A03A-47B95486B3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Learn Addresses</a:t>
          </a:r>
          <a:r>
            <a:rPr lang="en-US"/>
            <a:t> </a:t>
          </a:r>
        </a:p>
      </dgm:t>
    </dgm:pt>
    <dgm:pt modelId="{FD517B09-CAE7-4BF8-8321-901F6551F22E}" type="parTrans" cxnId="{5F498CFE-948F-4F9B-A140-9A7492752A50}">
      <dgm:prSet/>
      <dgm:spPr/>
      <dgm:t>
        <a:bodyPr/>
        <a:lstStyle/>
        <a:p>
          <a:endParaRPr lang="en-US"/>
        </a:p>
      </dgm:t>
    </dgm:pt>
    <dgm:pt modelId="{C4AD9436-140F-4C3D-AF70-9EA2E8870D87}" type="sibTrans" cxnId="{5F498CFE-948F-4F9B-A140-9A7492752A50}">
      <dgm:prSet/>
      <dgm:spPr/>
      <dgm:t>
        <a:bodyPr/>
        <a:lstStyle/>
        <a:p>
          <a:endParaRPr lang="en-US"/>
        </a:p>
      </dgm:t>
    </dgm:pt>
    <dgm:pt modelId="{F2396009-A00F-4ACA-92D8-919BAA08B3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</a:t>
          </a:r>
          <a:r>
            <a:rPr lang="tr-TR" dirty="0"/>
            <a:t> </a:t>
          </a:r>
          <a:r>
            <a:rPr lang="en-US" dirty="0"/>
            <a:t>collect enough information over time </a:t>
          </a:r>
        </a:p>
      </dgm:t>
    </dgm:pt>
    <dgm:pt modelId="{AEAAEFE4-AE4D-4218-ADA9-CA8059588A39}" type="parTrans" cxnId="{5AE67589-186C-4108-9135-F1BA125909C5}">
      <dgm:prSet/>
      <dgm:spPr/>
      <dgm:t>
        <a:bodyPr/>
        <a:lstStyle/>
        <a:p>
          <a:endParaRPr lang="en-US"/>
        </a:p>
      </dgm:t>
    </dgm:pt>
    <dgm:pt modelId="{AE83B39B-44E6-431C-8654-54D7B803F725}" type="sibTrans" cxnId="{5AE67589-186C-4108-9135-F1BA125909C5}">
      <dgm:prSet/>
      <dgm:spPr/>
      <dgm:t>
        <a:bodyPr/>
        <a:lstStyle/>
        <a:p>
          <a:endParaRPr lang="en-US"/>
        </a:p>
      </dgm:t>
    </dgm:pt>
    <dgm:pt modelId="{BB902AFF-52A6-4B13-815C-1AC31AF5C4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learn the addresses in the wallet of the SPV</a:t>
          </a:r>
          <a:r>
            <a:rPr lang="tr-TR"/>
            <a:t> client.</a:t>
          </a:r>
          <a:endParaRPr lang="en-US"/>
        </a:p>
      </dgm:t>
    </dgm:pt>
    <dgm:pt modelId="{FD3D7A2B-F741-4D9A-AC9B-28BC873970FD}" type="parTrans" cxnId="{3772AFEF-54C8-4449-86C9-2EAE1524B568}">
      <dgm:prSet/>
      <dgm:spPr/>
      <dgm:t>
        <a:bodyPr/>
        <a:lstStyle/>
        <a:p>
          <a:endParaRPr lang="en-US"/>
        </a:p>
      </dgm:t>
    </dgm:pt>
    <dgm:pt modelId="{1CFF766C-D91C-44C9-B378-2847C9DC7AE1}" type="sibTrans" cxnId="{3772AFEF-54C8-4449-86C9-2EAE1524B568}">
      <dgm:prSet/>
      <dgm:spPr/>
      <dgm:t>
        <a:bodyPr/>
        <a:lstStyle/>
        <a:p>
          <a:endParaRPr lang="en-US"/>
        </a:p>
      </dgm:t>
    </dgm:pt>
    <dgm:pt modelId="{9E2061F2-5905-49A2-83CA-FDCB2AA3D7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 adversary monitoring the</a:t>
          </a:r>
          <a:r>
            <a:rPr lang="tr-TR" dirty="0"/>
            <a:t> </a:t>
          </a:r>
          <a:r>
            <a:rPr lang="en-US" dirty="0"/>
            <a:t>traffic of an SPV client</a:t>
          </a:r>
        </a:p>
      </dgm:t>
    </dgm:pt>
    <dgm:pt modelId="{37DC6E1A-F8E2-4E31-A13C-9DD6223952D1}" type="parTrans" cxnId="{3486BE97-F107-403D-B370-7B496316CAD9}">
      <dgm:prSet/>
      <dgm:spPr/>
      <dgm:t>
        <a:bodyPr/>
        <a:lstStyle/>
        <a:p>
          <a:endParaRPr lang="tr-TR"/>
        </a:p>
      </dgm:t>
    </dgm:pt>
    <dgm:pt modelId="{68D0A646-A143-4576-B4D8-F3601DF08D2D}" type="sibTrans" cxnId="{3486BE97-F107-403D-B370-7B496316CAD9}">
      <dgm:prSet/>
      <dgm:spPr/>
      <dgm:t>
        <a:bodyPr/>
        <a:lstStyle/>
        <a:p>
          <a:endParaRPr lang="tr-TR"/>
        </a:p>
      </dgm:t>
    </dgm:pt>
    <dgm:pt modelId="{F655928B-E332-4988-B5D7-16D97C6E828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Monitoring</a:t>
          </a:r>
          <a:endParaRPr lang="en-US"/>
        </a:p>
      </dgm:t>
    </dgm:pt>
    <dgm:pt modelId="{766CDC2E-14D2-4C84-8770-788BBC3A9545}" type="parTrans" cxnId="{158F28C3-7228-4826-9AB9-DBE052693DCE}">
      <dgm:prSet/>
      <dgm:spPr/>
      <dgm:t>
        <a:bodyPr/>
        <a:lstStyle/>
        <a:p>
          <a:endParaRPr lang="tr-TR"/>
        </a:p>
      </dgm:t>
    </dgm:pt>
    <dgm:pt modelId="{59D6FCC3-123E-47E7-88B5-3234B0CF4D27}" type="sibTrans" cxnId="{158F28C3-7228-4826-9AB9-DBE052693DCE}">
      <dgm:prSet/>
      <dgm:spPr/>
      <dgm:t>
        <a:bodyPr/>
        <a:lstStyle/>
        <a:p>
          <a:endParaRPr lang="tr-TR"/>
        </a:p>
      </dgm:t>
    </dgm:pt>
    <dgm:pt modelId="{431B8753-3395-44CA-BD17-804FC59DF3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connected to it directly as a node in the P2P network</a:t>
          </a:r>
          <a:endParaRPr lang="en-US" dirty="0"/>
        </a:p>
      </dgm:t>
    </dgm:pt>
    <dgm:pt modelId="{5CA0D020-0673-4928-B221-9E0CCB0DEF6E}" type="parTrans" cxnId="{DBAD0C2A-E0F4-4F59-A606-FC5C661B1DD8}">
      <dgm:prSet/>
      <dgm:spPr/>
      <dgm:t>
        <a:bodyPr/>
        <a:lstStyle/>
        <a:p>
          <a:endParaRPr lang="en-US"/>
        </a:p>
      </dgm:t>
    </dgm:pt>
    <dgm:pt modelId="{6515F962-04AC-4042-A271-25E67D27D16B}" type="sibTrans" cxnId="{DBAD0C2A-E0F4-4F59-A606-FC5C661B1DD8}">
      <dgm:prSet/>
      <dgm:spPr/>
      <dgm:t>
        <a:bodyPr/>
        <a:lstStyle/>
        <a:p>
          <a:endParaRPr lang="en-US"/>
        </a:p>
      </dgm:t>
    </dgm:pt>
    <dgm:pt modelId="{60A88DD3-828D-4F0A-B621-037C1A39B6A8}" type="pres">
      <dgm:prSet presAssocID="{5480E3F4-FDED-4894-9812-E2A54C0A5871}" presName="root" presStyleCnt="0">
        <dgm:presLayoutVars>
          <dgm:dir/>
          <dgm:resizeHandles val="exact"/>
        </dgm:presLayoutVars>
      </dgm:prSet>
      <dgm:spPr/>
    </dgm:pt>
    <dgm:pt modelId="{46D8BDDD-ECED-4855-8ACA-0C8A5D4698DA}" type="pres">
      <dgm:prSet presAssocID="{16B77AF6-BC9F-41C0-AF44-E2F1E0056CB6}" presName="compNode" presStyleCnt="0"/>
      <dgm:spPr/>
    </dgm:pt>
    <dgm:pt modelId="{4CC954DB-69D4-4B8E-BBCB-4B7C86BFDCB4}" type="pres">
      <dgm:prSet presAssocID="{16B77AF6-BC9F-41C0-AF44-E2F1E0056CB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Zoom Out"/>
        </a:ext>
      </dgm:extLst>
    </dgm:pt>
    <dgm:pt modelId="{D17F3410-068F-4DAF-BFC4-1873411DD89A}" type="pres">
      <dgm:prSet presAssocID="{16B77AF6-BC9F-41C0-AF44-E2F1E0056CB6}" presName="iconSpace" presStyleCnt="0"/>
      <dgm:spPr/>
    </dgm:pt>
    <dgm:pt modelId="{5A27F9D4-8BB2-46C4-BAB6-5C9A69DB44DA}" type="pres">
      <dgm:prSet presAssocID="{16B77AF6-BC9F-41C0-AF44-E2F1E0056CB6}" presName="parTx" presStyleLbl="revTx" presStyleIdx="0" presStyleCnt="8">
        <dgm:presLayoutVars>
          <dgm:chMax val="0"/>
          <dgm:chPref val="0"/>
        </dgm:presLayoutVars>
      </dgm:prSet>
      <dgm:spPr/>
    </dgm:pt>
    <dgm:pt modelId="{03E13C89-2D4F-44F4-8100-D6D671C51C7F}" type="pres">
      <dgm:prSet presAssocID="{16B77AF6-BC9F-41C0-AF44-E2F1E0056CB6}" presName="txSpace" presStyleCnt="0"/>
      <dgm:spPr/>
    </dgm:pt>
    <dgm:pt modelId="{0A392457-317B-4E2D-A76B-1A2D8F79E800}" type="pres">
      <dgm:prSet presAssocID="{16B77AF6-BC9F-41C0-AF44-E2F1E0056CB6}" presName="desTx" presStyleLbl="revTx" presStyleIdx="1" presStyleCnt="8">
        <dgm:presLayoutVars/>
      </dgm:prSet>
      <dgm:spPr/>
    </dgm:pt>
    <dgm:pt modelId="{8FB21C62-C61C-4E41-9381-6D38F8985134}" type="pres">
      <dgm:prSet presAssocID="{BC914998-576B-42F8-AB02-54F8AA99C82E}" presName="sibTrans" presStyleCnt="0"/>
      <dgm:spPr/>
    </dgm:pt>
    <dgm:pt modelId="{C6C7223C-BD27-47CF-9F69-41040DFF11D0}" type="pres">
      <dgm:prSet presAssocID="{A5FD2B3F-4A50-4A61-9915-0CFD93E24083}" presName="compNode" presStyleCnt="0"/>
      <dgm:spPr/>
    </dgm:pt>
    <dgm:pt modelId="{F97331BF-8A20-4241-BF59-F4F8E57E918C}" type="pres">
      <dgm:prSet presAssocID="{A5FD2B3F-4A50-4A61-9915-0CFD93E2408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6B90A56B-881B-43AC-A89A-EEFEE1E7EE4F}" type="pres">
      <dgm:prSet presAssocID="{A5FD2B3F-4A50-4A61-9915-0CFD93E24083}" presName="iconSpace" presStyleCnt="0"/>
      <dgm:spPr/>
    </dgm:pt>
    <dgm:pt modelId="{ADE6F04F-3412-47C6-B446-D175741394B3}" type="pres">
      <dgm:prSet presAssocID="{A5FD2B3F-4A50-4A61-9915-0CFD93E24083}" presName="parTx" presStyleLbl="revTx" presStyleIdx="2" presStyleCnt="8">
        <dgm:presLayoutVars>
          <dgm:chMax val="0"/>
          <dgm:chPref val="0"/>
        </dgm:presLayoutVars>
      </dgm:prSet>
      <dgm:spPr/>
    </dgm:pt>
    <dgm:pt modelId="{E9478E36-3677-4217-857C-68835990628A}" type="pres">
      <dgm:prSet presAssocID="{A5FD2B3F-4A50-4A61-9915-0CFD93E24083}" presName="txSpace" presStyleCnt="0"/>
      <dgm:spPr/>
    </dgm:pt>
    <dgm:pt modelId="{619A9EC3-2256-4133-8623-51F22C95AEAA}" type="pres">
      <dgm:prSet presAssocID="{A5FD2B3F-4A50-4A61-9915-0CFD93E24083}" presName="desTx" presStyleLbl="revTx" presStyleIdx="3" presStyleCnt="8">
        <dgm:presLayoutVars/>
      </dgm:prSet>
      <dgm:spPr/>
    </dgm:pt>
    <dgm:pt modelId="{E7A9D4D7-E9AC-4CD1-BF57-FD8CB72ACF1A}" type="pres">
      <dgm:prSet presAssocID="{51091C63-7905-47D7-AA00-B4B059EB98D7}" presName="sibTrans" presStyleCnt="0"/>
      <dgm:spPr/>
    </dgm:pt>
    <dgm:pt modelId="{72BA9CBD-4C46-41C2-97D0-ADF5640513FF}" type="pres">
      <dgm:prSet presAssocID="{F655928B-E332-4988-B5D7-16D97C6E8288}" presName="compNode" presStyleCnt="0"/>
      <dgm:spPr/>
    </dgm:pt>
    <dgm:pt modelId="{7E3D2EA3-DD06-458A-81E5-D089124CFF17}" type="pres">
      <dgm:prSet presAssocID="{F655928B-E332-4988-B5D7-16D97C6E828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A2927E9-16D1-48FA-A85E-12A23D1AC816}" type="pres">
      <dgm:prSet presAssocID="{F655928B-E332-4988-B5D7-16D97C6E8288}" presName="iconSpace" presStyleCnt="0"/>
      <dgm:spPr/>
    </dgm:pt>
    <dgm:pt modelId="{1B07D933-BBA1-4CE2-9D3C-5528E51CE2C3}" type="pres">
      <dgm:prSet presAssocID="{F655928B-E332-4988-B5D7-16D97C6E8288}" presName="parTx" presStyleLbl="revTx" presStyleIdx="4" presStyleCnt="8">
        <dgm:presLayoutVars>
          <dgm:chMax val="0"/>
          <dgm:chPref val="0"/>
        </dgm:presLayoutVars>
      </dgm:prSet>
      <dgm:spPr/>
    </dgm:pt>
    <dgm:pt modelId="{32CF28A7-5AD0-4FD4-9DC1-AE87B5AEBEFE}" type="pres">
      <dgm:prSet presAssocID="{F655928B-E332-4988-B5D7-16D97C6E8288}" presName="txSpace" presStyleCnt="0"/>
      <dgm:spPr/>
    </dgm:pt>
    <dgm:pt modelId="{1338541A-193B-4564-B9C3-1F7CFFE192CE}" type="pres">
      <dgm:prSet presAssocID="{F655928B-E332-4988-B5D7-16D97C6E8288}" presName="desTx" presStyleLbl="revTx" presStyleIdx="5" presStyleCnt="8">
        <dgm:presLayoutVars/>
      </dgm:prSet>
      <dgm:spPr/>
    </dgm:pt>
    <dgm:pt modelId="{26BD0170-818B-41A3-8D52-358765C4561A}" type="pres">
      <dgm:prSet presAssocID="{59D6FCC3-123E-47E7-88B5-3234B0CF4D27}" presName="sibTrans" presStyleCnt="0"/>
      <dgm:spPr/>
    </dgm:pt>
    <dgm:pt modelId="{9871850B-26EE-4526-8758-D123934B663C}" type="pres">
      <dgm:prSet presAssocID="{77498E38-D076-4495-A03A-47B95486B381}" presName="compNode" presStyleCnt="0"/>
      <dgm:spPr/>
    </dgm:pt>
    <dgm:pt modelId="{66E600F3-65A6-45B9-BC10-7C8AEBF67E4A}" type="pres">
      <dgm:prSet presAssocID="{77498E38-D076-4495-A03A-47B95486B381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ECFA6E68-BBBA-4664-BCC0-B30D4FBA9A6C}" type="pres">
      <dgm:prSet presAssocID="{77498E38-D076-4495-A03A-47B95486B381}" presName="iconSpace" presStyleCnt="0"/>
      <dgm:spPr/>
    </dgm:pt>
    <dgm:pt modelId="{4863D76C-48E6-40C6-B22D-F4068085622D}" type="pres">
      <dgm:prSet presAssocID="{77498E38-D076-4495-A03A-47B95486B381}" presName="parTx" presStyleLbl="revTx" presStyleIdx="6" presStyleCnt="8">
        <dgm:presLayoutVars>
          <dgm:chMax val="0"/>
          <dgm:chPref val="0"/>
        </dgm:presLayoutVars>
      </dgm:prSet>
      <dgm:spPr/>
    </dgm:pt>
    <dgm:pt modelId="{218BB237-1F33-47E1-9C4C-DA7FCAE92BFF}" type="pres">
      <dgm:prSet presAssocID="{77498E38-D076-4495-A03A-47B95486B381}" presName="txSpace" presStyleCnt="0"/>
      <dgm:spPr/>
    </dgm:pt>
    <dgm:pt modelId="{7734D923-212E-47AB-9C8B-CA60AF2FE95D}" type="pres">
      <dgm:prSet presAssocID="{77498E38-D076-4495-A03A-47B95486B381}" presName="desTx" presStyleLbl="revTx" presStyleIdx="7" presStyleCnt="8">
        <dgm:presLayoutVars/>
      </dgm:prSet>
      <dgm:spPr/>
    </dgm:pt>
  </dgm:ptLst>
  <dgm:cxnLst>
    <dgm:cxn modelId="{86175910-9711-43E9-AD76-A7678338629C}" srcId="{5480E3F4-FDED-4894-9812-E2A54C0A5871}" destId="{16B77AF6-BC9F-41C0-AF44-E2F1E0056CB6}" srcOrd="0" destOrd="0" parTransId="{382690E7-7939-4A7A-B4D8-31AB88056CBF}" sibTransId="{BC914998-576B-42F8-AB02-54F8AA99C82E}"/>
    <dgm:cxn modelId="{DBAD0C2A-E0F4-4F59-A606-FC5C661B1DD8}" srcId="{F655928B-E332-4988-B5D7-16D97C6E8288}" destId="{431B8753-3395-44CA-BD17-804FC59DF320}" srcOrd="1" destOrd="0" parTransId="{5CA0D020-0673-4928-B221-9E0CCB0DEF6E}" sibTransId="{6515F962-04AC-4042-A271-25E67D27D16B}"/>
    <dgm:cxn modelId="{C7CB192C-AF32-4FB4-BC24-E5F764F324F5}" type="presOf" srcId="{16B77AF6-BC9F-41C0-AF44-E2F1E0056CB6}" destId="{5A27F9D4-8BB2-46C4-BAB6-5C9A69DB44DA}" srcOrd="0" destOrd="0" presId="urn:microsoft.com/office/officeart/2018/5/layout/CenteredIconLabelDescriptionList"/>
    <dgm:cxn modelId="{5D05272E-149F-4C7F-975C-4191DC41A0C0}" type="presOf" srcId="{3BD786AB-A343-4F43-894E-A5ECA3B96D17}" destId="{619A9EC3-2256-4133-8623-51F22C95AEAA}" srcOrd="0" destOrd="1" presId="urn:microsoft.com/office/officeart/2018/5/layout/CenteredIconLabelDescriptionList"/>
    <dgm:cxn modelId="{977EF536-3FCA-471B-8AF0-51832C479A32}" type="presOf" srcId="{BB902AFF-52A6-4B13-815C-1AC31AF5C4E1}" destId="{7734D923-212E-47AB-9C8B-CA60AF2FE95D}" srcOrd="0" destOrd="1" presId="urn:microsoft.com/office/officeart/2018/5/layout/CenteredIconLabelDescriptionList"/>
    <dgm:cxn modelId="{2D07AF39-B584-4B12-8E3F-4593B3A781A4}" srcId="{A5FD2B3F-4A50-4A61-9915-0CFD93E24083}" destId="{A5ED3CD1-7C4A-4EEC-8919-72A2DF34D535}" srcOrd="0" destOrd="0" parTransId="{08683B7F-487F-4FE7-8BED-0753C39D8CBB}" sibTransId="{7F00651A-356F-4306-8D98-140574FA6889}"/>
    <dgm:cxn modelId="{0E94A25E-532A-4E19-BBEE-C3B5EA334ADE}" type="presOf" srcId="{5480E3F4-FDED-4894-9812-E2A54C0A5871}" destId="{60A88DD3-828D-4F0A-B621-037C1A39B6A8}" srcOrd="0" destOrd="0" presId="urn:microsoft.com/office/officeart/2018/5/layout/CenteredIconLabelDescriptionList"/>
    <dgm:cxn modelId="{B211B443-82B8-4AB3-AE6C-A7552A43658D}" srcId="{A5FD2B3F-4A50-4A61-9915-0CFD93E24083}" destId="{3BD786AB-A343-4F43-894E-A5ECA3B96D17}" srcOrd="1" destOrd="0" parTransId="{13AACD4C-F933-4E00-A8DB-05FEBF29A5FE}" sibTransId="{A42160B6-CEE3-4DC4-9C80-817B371A338A}"/>
    <dgm:cxn modelId="{FA006E4A-9A1E-4FEF-8E73-CFDC9BBAAF8A}" type="presOf" srcId="{760669DA-303D-4A19-A35E-E1A0A5FC3B5A}" destId="{0A392457-317B-4E2D-A76B-1A2D8F79E800}" srcOrd="0" destOrd="0" presId="urn:microsoft.com/office/officeart/2018/5/layout/CenteredIconLabelDescriptionList"/>
    <dgm:cxn modelId="{799B6E4B-52A8-4DD8-BD1E-63189D36BBD5}" type="presOf" srcId="{A5FD2B3F-4A50-4A61-9915-0CFD93E24083}" destId="{ADE6F04F-3412-47C6-B446-D175741394B3}" srcOrd="0" destOrd="0" presId="urn:microsoft.com/office/officeart/2018/5/layout/CenteredIconLabelDescriptionList"/>
    <dgm:cxn modelId="{EC1E5A50-6218-492D-97DF-185CD909E768}" type="presOf" srcId="{9E2061F2-5905-49A2-83CA-FDCB2AA3D798}" destId="{1338541A-193B-4564-B9C3-1F7CFFE192CE}" srcOrd="0" destOrd="0" presId="urn:microsoft.com/office/officeart/2018/5/layout/CenteredIconLabelDescriptionList"/>
    <dgm:cxn modelId="{D72DBA70-26BC-48F9-8E7A-AF9491B36017}" type="presOf" srcId="{A5ED3CD1-7C4A-4EEC-8919-72A2DF34D535}" destId="{619A9EC3-2256-4133-8623-51F22C95AEAA}" srcOrd="0" destOrd="0" presId="urn:microsoft.com/office/officeart/2018/5/layout/CenteredIconLabelDescriptionList"/>
    <dgm:cxn modelId="{42B7187A-D64C-4460-AD18-EA2485D02E90}" type="presOf" srcId="{77498E38-D076-4495-A03A-47B95486B381}" destId="{4863D76C-48E6-40C6-B22D-F4068085622D}" srcOrd="0" destOrd="0" presId="urn:microsoft.com/office/officeart/2018/5/layout/CenteredIconLabelDescriptionList"/>
    <dgm:cxn modelId="{953EFE86-3A20-4A45-8DC0-3A11D4BBF627}" srcId="{16B77AF6-BC9F-41C0-AF44-E2F1E0056CB6}" destId="{760669DA-303D-4A19-A35E-E1A0A5FC3B5A}" srcOrd="0" destOrd="0" parTransId="{E0B50D8C-DBCE-4C7E-B632-2D5A4F10B741}" sibTransId="{FB6CEED8-E32D-4BA2-91DD-074FA4A05F2D}"/>
    <dgm:cxn modelId="{5AE67589-186C-4108-9135-F1BA125909C5}" srcId="{77498E38-D076-4495-A03A-47B95486B381}" destId="{F2396009-A00F-4ACA-92D8-919BAA08B3DA}" srcOrd="0" destOrd="0" parTransId="{AEAAEFE4-AE4D-4218-ADA9-CA8059588A39}" sibTransId="{AE83B39B-44E6-431C-8654-54D7B803F725}"/>
    <dgm:cxn modelId="{6FB28793-AE46-4E63-A6DE-55191FF3DE2C}" type="presOf" srcId="{431B8753-3395-44CA-BD17-804FC59DF320}" destId="{1338541A-193B-4564-B9C3-1F7CFFE192CE}" srcOrd="0" destOrd="1" presId="urn:microsoft.com/office/officeart/2018/5/layout/CenteredIconLabelDescriptionList"/>
    <dgm:cxn modelId="{3486BE97-F107-403D-B370-7B496316CAD9}" srcId="{F655928B-E332-4988-B5D7-16D97C6E8288}" destId="{9E2061F2-5905-49A2-83CA-FDCB2AA3D798}" srcOrd="0" destOrd="0" parTransId="{37DC6E1A-F8E2-4E31-A13C-9DD6223952D1}" sibTransId="{68D0A646-A143-4576-B4D8-F3601DF08D2D}"/>
    <dgm:cxn modelId="{158F28C3-7228-4826-9AB9-DBE052693DCE}" srcId="{5480E3F4-FDED-4894-9812-E2A54C0A5871}" destId="{F655928B-E332-4988-B5D7-16D97C6E8288}" srcOrd="2" destOrd="0" parTransId="{766CDC2E-14D2-4C84-8770-788BBC3A9545}" sibTransId="{59D6FCC3-123E-47E7-88B5-3234B0CF4D27}"/>
    <dgm:cxn modelId="{F64A25CE-25E7-4EE0-8AF8-EED70955A29A}" type="presOf" srcId="{F655928B-E332-4988-B5D7-16D97C6E8288}" destId="{1B07D933-BBA1-4CE2-9D3C-5528E51CE2C3}" srcOrd="0" destOrd="0" presId="urn:microsoft.com/office/officeart/2018/5/layout/CenteredIconLabelDescriptionList"/>
    <dgm:cxn modelId="{049089DF-6DC6-46B3-95A1-3B9295AC0A3F}" type="presOf" srcId="{F2396009-A00F-4ACA-92D8-919BAA08B3DA}" destId="{7734D923-212E-47AB-9C8B-CA60AF2FE95D}" srcOrd="0" destOrd="0" presId="urn:microsoft.com/office/officeart/2018/5/layout/CenteredIconLabelDescriptionList"/>
    <dgm:cxn modelId="{3772AFEF-54C8-4449-86C9-2EAE1524B568}" srcId="{77498E38-D076-4495-A03A-47B95486B381}" destId="{BB902AFF-52A6-4B13-815C-1AC31AF5C4E1}" srcOrd="1" destOrd="0" parTransId="{FD3D7A2B-F741-4D9A-AC9B-28BC873970FD}" sibTransId="{1CFF766C-D91C-44C9-B378-2847C9DC7AE1}"/>
    <dgm:cxn modelId="{5F498CFE-948F-4F9B-A140-9A7492752A50}" srcId="{5480E3F4-FDED-4894-9812-E2A54C0A5871}" destId="{77498E38-D076-4495-A03A-47B95486B381}" srcOrd="3" destOrd="0" parTransId="{FD517B09-CAE7-4BF8-8321-901F6551F22E}" sibTransId="{C4AD9436-140F-4C3D-AF70-9EA2E8870D87}"/>
    <dgm:cxn modelId="{BA21A0FE-6083-4E6D-A6D0-BE3D7C4EADEE}" srcId="{5480E3F4-FDED-4894-9812-E2A54C0A5871}" destId="{A5FD2B3F-4A50-4A61-9915-0CFD93E24083}" srcOrd="1" destOrd="0" parTransId="{3E775E6B-46DB-4F1D-93C7-BECDA300DA49}" sibTransId="{51091C63-7905-47D7-AA00-B4B059EB98D7}"/>
    <dgm:cxn modelId="{1D46BD71-509E-4C04-80A9-BEDBC543EC0C}" type="presParOf" srcId="{60A88DD3-828D-4F0A-B621-037C1A39B6A8}" destId="{46D8BDDD-ECED-4855-8ACA-0C8A5D4698DA}" srcOrd="0" destOrd="0" presId="urn:microsoft.com/office/officeart/2018/5/layout/CenteredIconLabelDescriptionList"/>
    <dgm:cxn modelId="{8FFEDDE7-0897-458F-A2FE-2E36217EE1BC}" type="presParOf" srcId="{46D8BDDD-ECED-4855-8ACA-0C8A5D4698DA}" destId="{4CC954DB-69D4-4B8E-BBCB-4B7C86BFDCB4}" srcOrd="0" destOrd="0" presId="urn:microsoft.com/office/officeart/2018/5/layout/CenteredIconLabelDescriptionList"/>
    <dgm:cxn modelId="{BE8F8F6B-8220-490D-8CB8-119549611A48}" type="presParOf" srcId="{46D8BDDD-ECED-4855-8ACA-0C8A5D4698DA}" destId="{D17F3410-068F-4DAF-BFC4-1873411DD89A}" srcOrd="1" destOrd="0" presId="urn:microsoft.com/office/officeart/2018/5/layout/CenteredIconLabelDescriptionList"/>
    <dgm:cxn modelId="{A239C9C9-6FD0-48CF-A331-EAAC6A4AA160}" type="presParOf" srcId="{46D8BDDD-ECED-4855-8ACA-0C8A5D4698DA}" destId="{5A27F9D4-8BB2-46C4-BAB6-5C9A69DB44DA}" srcOrd="2" destOrd="0" presId="urn:microsoft.com/office/officeart/2018/5/layout/CenteredIconLabelDescriptionList"/>
    <dgm:cxn modelId="{AEA2CB37-E59E-4841-AEDB-1E529E3EEEE6}" type="presParOf" srcId="{46D8BDDD-ECED-4855-8ACA-0C8A5D4698DA}" destId="{03E13C89-2D4F-44F4-8100-D6D671C51C7F}" srcOrd="3" destOrd="0" presId="urn:microsoft.com/office/officeart/2018/5/layout/CenteredIconLabelDescriptionList"/>
    <dgm:cxn modelId="{5BFDDA42-2630-4537-9295-2C461D307A39}" type="presParOf" srcId="{46D8BDDD-ECED-4855-8ACA-0C8A5D4698DA}" destId="{0A392457-317B-4E2D-A76B-1A2D8F79E800}" srcOrd="4" destOrd="0" presId="urn:microsoft.com/office/officeart/2018/5/layout/CenteredIconLabelDescriptionList"/>
    <dgm:cxn modelId="{EA765232-C966-45CB-86E2-DD519A94219E}" type="presParOf" srcId="{60A88DD3-828D-4F0A-B621-037C1A39B6A8}" destId="{8FB21C62-C61C-4E41-9381-6D38F8985134}" srcOrd="1" destOrd="0" presId="urn:microsoft.com/office/officeart/2018/5/layout/CenteredIconLabelDescriptionList"/>
    <dgm:cxn modelId="{37316E01-F7E5-481A-B4C0-86927A231B67}" type="presParOf" srcId="{60A88DD3-828D-4F0A-B621-037C1A39B6A8}" destId="{C6C7223C-BD27-47CF-9F69-41040DFF11D0}" srcOrd="2" destOrd="0" presId="urn:microsoft.com/office/officeart/2018/5/layout/CenteredIconLabelDescriptionList"/>
    <dgm:cxn modelId="{106572A7-5632-4AEF-A620-08B4AF3E2533}" type="presParOf" srcId="{C6C7223C-BD27-47CF-9F69-41040DFF11D0}" destId="{F97331BF-8A20-4241-BF59-F4F8E57E918C}" srcOrd="0" destOrd="0" presId="urn:microsoft.com/office/officeart/2018/5/layout/CenteredIconLabelDescriptionList"/>
    <dgm:cxn modelId="{CE5CBAD8-603D-40A7-A881-76BACD08D530}" type="presParOf" srcId="{C6C7223C-BD27-47CF-9F69-41040DFF11D0}" destId="{6B90A56B-881B-43AC-A89A-EEFEE1E7EE4F}" srcOrd="1" destOrd="0" presId="urn:microsoft.com/office/officeart/2018/5/layout/CenteredIconLabelDescriptionList"/>
    <dgm:cxn modelId="{C3D4FD77-69C6-4BAF-B7BC-64BB0240EBB6}" type="presParOf" srcId="{C6C7223C-BD27-47CF-9F69-41040DFF11D0}" destId="{ADE6F04F-3412-47C6-B446-D175741394B3}" srcOrd="2" destOrd="0" presId="urn:microsoft.com/office/officeart/2018/5/layout/CenteredIconLabelDescriptionList"/>
    <dgm:cxn modelId="{13B6BEA8-7353-4452-9244-DEE0588FE266}" type="presParOf" srcId="{C6C7223C-BD27-47CF-9F69-41040DFF11D0}" destId="{E9478E36-3677-4217-857C-68835990628A}" srcOrd="3" destOrd="0" presId="urn:microsoft.com/office/officeart/2018/5/layout/CenteredIconLabelDescriptionList"/>
    <dgm:cxn modelId="{C64B29B1-2979-45EF-A21C-253207AA4A84}" type="presParOf" srcId="{C6C7223C-BD27-47CF-9F69-41040DFF11D0}" destId="{619A9EC3-2256-4133-8623-51F22C95AEAA}" srcOrd="4" destOrd="0" presId="urn:microsoft.com/office/officeart/2018/5/layout/CenteredIconLabelDescriptionList"/>
    <dgm:cxn modelId="{3B4D2200-361F-4ACF-8D86-DAC79582B6B0}" type="presParOf" srcId="{60A88DD3-828D-4F0A-B621-037C1A39B6A8}" destId="{E7A9D4D7-E9AC-4CD1-BF57-FD8CB72ACF1A}" srcOrd="3" destOrd="0" presId="urn:microsoft.com/office/officeart/2018/5/layout/CenteredIconLabelDescriptionList"/>
    <dgm:cxn modelId="{2B76C546-7CF6-449D-A371-FD524598BF80}" type="presParOf" srcId="{60A88DD3-828D-4F0A-B621-037C1A39B6A8}" destId="{72BA9CBD-4C46-41C2-97D0-ADF5640513FF}" srcOrd="4" destOrd="0" presId="urn:microsoft.com/office/officeart/2018/5/layout/CenteredIconLabelDescriptionList"/>
    <dgm:cxn modelId="{FBCD9915-F47B-47BD-AF44-0B3A53FA380D}" type="presParOf" srcId="{72BA9CBD-4C46-41C2-97D0-ADF5640513FF}" destId="{7E3D2EA3-DD06-458A-81E5-D089124CFF17}" srcOrd="0" destOrd="0" presId="urn:microsoft.com/office/officeart/2018/5/layout/CenteredIconLabelDescriptionList"/>
    <dgm:cxn modelId="{7BA43A48-1E97-4750-9E7B-E6997841B88F}" type="presParOf" srcId="{72BA9CBD-4C46-41C2-97D0-ADF5640513FF}" destId="{CA2927E9-16D1-48FA-A85E-12A23D1AC816}" srcOrd="1" destOrd="0" presId="urn:microsoft.com/office/officeart/2018/5/layout/CenteredIconLabelDescriptionList"/>
    <dgm:cxn modelId="{04B70167-1ECC-4D0B-9A5D-6A8684ED4D0B}" type="presParOf" srcId="{72BA9CBD-4C46-41C2-97D0-ADF5640513FF}" destId="{1B07D933-BBA1-4CE2-9D3C-5528E51CE2C3}" srcOrd="2" destOrd="0" presId="urn:microsoft.com/office/officeart/2018/5/layout/CenteredIconLabelDescriptionList"/>
    <dgm:cxn modelId="{E79A4F4A-2979-4A20-BC55-1AE435E65143}" type="presParOf" srcId="{72BA9CBD-4C46-41C2-97D0-ADF5640513FF}" destId="{32CF28A7-5AD0-4FD4-9DC1-AE87B5AEBEFE}" srcOrd="3" destOrd="0" presId="urn:microsoft.com/office/officeart/2018/5/layout/CenteredIconLabelDescriptionList"/>
    <dgm:cxn modelId="{9075633A-9296-4BE7-8AA2-1257A9A41414}" type="presParOf" srcId="{72BA9CBD-4C46-41C2-97D0-ADF5640513FF}" destId="{1338541A-193B-4564-B9C3-1F7CFFE192CE}" srcOrd="4" destOrd="0" presId="urn:microsoft.com/office/officeart/2018/5/layout/CenteredIconLabelDescriptionList"/>
    <dgm:cxn modelId="{C27ACE16-316F-4C07-B382-E711AC450121}" type="presParOf" srcId="{60A88DD3-828D-4F0A-B621-037C1A39B6A8}" destId="{26BD0170-818B-41A3-8D52-358765C4561A}" srcOrd="5" destOrd="0" presId="urn:microsoft.com/office/officeart/2018/5/layout/CenteredIconLabelDescriptionList"/>
    <dgm:cxn modelId="{70B40652-4A28-464F-A1F3-B03F2AA294D7}" type="presParOf" srcId="{60A88DD3-828D-4F0A-B621-037C1A39B6A8}" destId="{9871850B-26EE-4526-8758-D123934B663C}" srcOrd="6" destOrd="0" presId="urn:microsoft.com/office/officeart/2018/5/layout/CenteredIconLabelDescriptionList"/>
    <dgm:cxn modelId="{13A8224A-20FC-4634-8878-1DFF01E561A5}" type="presParOf" srcId="{9871850B-26EE-4526-8758-D123934B663C}" destId="{66E600F3-65A6-45B9-BC10-7C8AEBF67E4A}" srcOrd="0" destOrd="0" presId="urn:microsoft.com/office/officeart/2018/5/layout/CenteredIconLabelDescriptionList"/>
    <dgm:cxn modelId="{E459BCD8-910A-4FA2-8572-820191950701}" type="presParOf" srcId="{9871850B-26EE-4526-8758-D123934B663C}" destId="{ECFA6E68-BBBA-4664-BCC0-B30D4FBA9A6C}" srcOrd="1" destOrd="0" presId="urn:microsoft.com/office/officeart/2018/5/layout/CenteredIconLabelDescriptionList"/>
    <dgm:cxn modelId="{71F4AD71-8693-4EEB-917A-E940F53F72A1}" type="presParOf" srcId="{9871850B-26EE-4526-8758-D123934B663C}" destId="{4863D76C-48E6-40C6-B22D-F4068085622D}" srcOrd="2" destOrd="0" presId="urn:microsoft.com/office/officeart/2018/5/layout/CenteredIconLabelDescriptionList"/>
    <dgm:cxn modelId="{4F189359-744B-4963-81C6-F90EA197D12D}" type="presParOf" srcId="{9871850B-26EE-4526-8758-D123934B663C}" destId="{218BB237-1F33-47E1-9C4C-DA7FCAE92BFF}" srcOrd="3" destOrd="0" presId="urn:microsoft.com/office/officeart/2018/5/layout/CenteredIconLabelDescriptionList"/>
    <dgm:cxn modelId="{2958F6B6-C311-45C2-B2D7-3EE811D5E192}" type="presParOf" srcId="{9871850B-26EE-4526-8758-D123934B663C}" destId="{7734D923-212E-47AB-9C8B-CA60AF2FE95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8D9D13F8-17EB-4C69-B287-C4682149E167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B6C97C33-686F-4447-94BD-4D55F202EC31}">
      <dgm:prSet/>
      <dgm:spPr/>
      <dgm:t>
        <a:bodyPr/>
        <a:lstStyle/>
        <a:p>
          <a:r>
            <a:rPr lang="tr-TR" baseline="0" dirty="0" err="1"/>
            <a:t>Encrypted</a:t>
          </a:r>
          <a:r>
            <a:rPr lang="tr-TR" baseline="0" dirty="0"/>
            <a:t> </a:t>
          </a:r>
          <a:r>
            <a:rPr lang="tr-TR" baseline="0" dirty="0" err="1"/>
            <a:t>and</a:t>
          </a:r>
          <a:r>
            <a:rPr lang="tr-TR" baseline="0" dirty="0"/>
            <a:t> </a:t>
          </a:r>
          <a:r>
            <a:rPr lang="tr-TR" baseline="0" dirty="0" err="1"/>
            <a:t>Authenticate</a:t>
          </a:r>
          <a:r>
            <a:rPr lang="tr-TR" baseline="0" dirty="0"/>
            <a:t> </a:t>
          </a:r>
          <a:r>
            <a:rPr lang="tr-TR" baseline="0" dirty="0" err="1"/>
            <a:t>Connections</a:t>
          </a:r>
          <a:endParaRPr lang="en-US" dirty="0"/>
        </a:p>
      </dgm:t>
    </dgm:pt>
    <dgm:pt modelId="{67251CC2-BB7F-4830-BD6A-44591BAF9B4A}" type="parTrans" cxnId="{00BEB26F-A256-4234-839E-94687C061029}">
      <dgm:prSet/>
      <dgm:spPr/>
      <dgm:t>
        <a:bodyPr/>
        <a:lstStyle/>
        <a:p>
          <a:endParaRPr lang="en-US"/>
        </a:p>
      </dgm:t>
    </dgm:pt>
    <dgm:pt modelId="{190A2B02-68D0-4A4A-A937-EB632AB730DB}" type="sibTrans" cxnId="{00BEB26F-A256-4234-839E-94687C061029}">
      <dgm:prSet/>
      <dgm:spPr/>
      <dgm:t>
        <a:bodyPr/>
        <a:lstStyle/>
        <a:p>
          <a:endParaRPr lang="en-US"/>
        </a:p>
      </dgm:t>
    </dgm:pt>
    <dgm:pt modelId="{D449B08B-4698-4CE7-AC07-CAC52D0DC053}">
      <dgm:prSet/>
      <dgm:spPr/>
      <dgm:t>
        <a:bodyPr/>
        <a:lstStyle/>
        <a:p>
          <a:r>
            <a:rPr lang="tr-TR"/>
            <a:t>Tor Transport</a:t>
          </a:r>
          <a:endParaRPr lang="en-US"/>
        </a:p>
      </dgm:t>
    </dgm:pt>
    <dgm:pt modelId="{114A11BE-C1B2-48E2-A1FE-7C160A633FD1}" type="parTrans" cxnId="{64BCB1DA-B356-444F-80E2-5A3ED2272DC0}">
      <dgm:prSet/>
      <dgm:spPr/>
      <dgm:t>
        <a:bodyPr/>
        <a:lstStyle/>
        <a:p>
          <a:endParaRPr lang="en-US"/>
        </a:p>
      </dgm:t>
    </dgm:pt>
    <dgm:pt modelId="{004FF43F-B71B-47B8-B19C-BDB50FA6384D}" type="sibTrans" cxnId="{64BCB1DA-B356-444F-80E2-5A3ED2272DC0}">
      <dgm:prSet/>
      <dgm:spPr/>
      <dgm:t>
        <a:bodyPr/>
        <a:lstStyle/>
        <a:p>
          <a:endParaRPr lang="en-US"/>
        </a:p>
      </dgm:t>
    </dgm:pt>
    <dgm:pt modelId="{0F3822D6-6EB3-41DF-8DD7-97CBF4997F38}">
      <dgm:prSet/>
      <dgm:spPr/>
      <dgm:t>
        <a:bodyPr/>
        <a:lstStyle/>
        <a:p>
          <a:r>
            <a:rPr lang="tr-TR" dirty="0"/>
            <a:t>Peer-</a:t>
          </a:r>
          <a:r>
            <a:rPr lang="tr-TR" dirty="0" err="1"/>
            <a:t>to</a:t>
          </a:r>
          <a:r>
            <a:rPr lang="tr-TR" dirty="0"/>
            <a:t>-Peer </a:t>
          </a:r>
          <a:r>
            <a:rPr lang="tr-TR" dirty="0" err="1"/>
            <a:t>Authentication</a:t>
          </a:r>
          <a:r>
            <a:rPr lang="tr-TR" dirty="0"/>
            <a:t> </a:t>
          </a:r>
          <a:r>
            <a:rPr lang="tr-TR" dirty="0" err="1"/>
            <a:t>and</a:t>
          </a:r>
          <a:r>
            <a:rPr lang="tr-TR" dirty="0"/>
            <a:t> </a:t>
          </a:r>
          <a:r>
            <a:rPr lang="tr-TR" dirty="0" err="1"/>
            <a:t>Encryption</a:t>
          </a:r>
          <a:endParaRPr lang="en-US" dirty="0"/>
        </a:p>
      </dgm:t>
    </dgm:pt>
    <dgm:pt modelId="{A41363DC-1932-4420-A9AD-8A79160A2E8D}" type="parTrans" cxnId="{BD9699F5-4DC2-468C-9F64-EBBAF317CE7D}">
      <dgm:prSet/>
      <dgm:spPr/>
      <dgm:t>
        <a:bodyPr/>
        <a:lstStyle/>
        <a:p>
          <a:endParaRPr lang="en-US"/>
        </a:p>
      </dgm:t>
    </dgm:pt>
    <dgm:pt modelId="{69582290-92E3-4202-935B-4A7E30877959}" type="sibTrans" cxnId="{BD9699F5-4DC2-468C-9F64-EBBAF317CE7D}">
      <dgm:prSet/>
      <dgm:spPr/>
      <dgm:t>
        <a:bodyPr/>
        <a:lstStyle/>
        <a:p>
          <a:endParaRPr lang="en-US"/>
        </a:p>
      </dgm:t>
    </dgm:pt>
    <dgm:pt modelId="{C415BC09-1D26-410A-98CC-6097AEBF1697}" type="pres">
      <dgm:prSet presAssocID="{8D9D13F8-17EB-4C69-B287-C4682149E167}" presName="linear" presStyleCnt="0">
        <dgm:presLayoutVars>
          <dgm:animLvl val="lvl"/>
          <dgm:resizeHandles val="exact"/>
        </dgm:presLayoutVars>
      </dgm:prSet>
      <dgm:spPr/>
    </dgm:pt>
    <dgm:pt modelId="{B6AAE3C0-1E95-4716-A10C-DBD6E7B7E320}" type="pres">
      <dgm:prSet presAssocID="{B6C97C33-686F-4447-94BD-4D55F202EC31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D91856AD-8645-40E7-ABF5-1F7BD03D4828}" type="pres">
      <dgm:prSet presAssocID="{B6C97C33-686F-4447-94BD-4D55F202EC31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D90D6E03-FC8F-4E35-868C-31841924E612}" type="presOf" srcId="{D449B08B-4698-4CE7-AC07-CAC52D0DC053}" destId="{D91856AD-8645-40E7-ABF5-1F7BD03D4828}" srcOrd="0" destOrd="0" presId="urn:microsoft.com/office/officeart/2005/8/layout/vList2"/>
    <dgm:cxn modelId="{F549022F-56E3-46D3-8062-02E2F05DA829}" type="presOf" srcId="{0F3822D6-6EB3-41DF-8DD7-97CBF4997F38}" destId="{D91856AD-8645-40E7-ABF5-1F7BD03D4828}" srcOrd="0" destOrd="1" presId="urn:microsoft.com/office/officeart/2005/8/layout/vList2"/>
    <dgm:cxn modelId="{00BEB26F-A256-4234-839E-94687C061029}" srcId="{8D9D13F8-17EB-4C69-B287-C4682149E167}" destId="{B6C97C33-686F-4447-94BD-4D55F202EC31}" srcOrd="0" destOrd="0" parTransId="{67251CC2-BB7F-4830-BD6A-44591BAF9B4A}" sibTransId="{190A2B02-68D0-4A4A-A937-EB632AB730DB}"/>
    <dgm:cxn modelId="{11EBB8BA-DBFA-4844-9D54-D4C7F0C26BE7}" type="presOf" srcId="{8D9D13F8-17EB-4C69-B287-C4682149E167}" destId="{C415BC09-1D26-410A-98CC-6097AEBF1697}" srcOrd="0" destOrd="0" presId="urn:microsoft.com/office/officeart/2005/8/layout/vList2"/>
    <dgm:cxn modelId="{64FFC8C3-5DF0-47A4-B683-32FE7821739D}" type="presOf" srcId="{B6C97C33-686F-4447-94BD-4D55F202EC31}" destId="{B6AAE3C0-1E95-4716-A10C-DBD6E7B7E320}" srcOrd="0" destOrd="0" presId="urn:microsoft.com/office/officeart/2005/8/layout/vList2"/>
    <dgm:cxn modelId="{64BCB1DA-B356-444F-80E2-5A3ED2272DC0}" srcId="{B6C97C33-686F-4447-94BD-4D55F202EC31}" destId="{D449B08B-4698-4CE7-AC07-CAC52D0DC053}" srcOrd="0" destOrd="0" parTransId="{114A11BE-C1B2-48E2-A1FE-7C160A633FD1}" sibTransId="{004FF43F-B71B-47B8-B19C-BDB50FA6384D}"/>
    <dgm:cxn modelId="{BD9699F5-4DC2-468C-9F64-EBBAF317CE7D}" srcId="{B6C97C33-686F-4447-94BD-4D55F202EC31}" destId="{0F3822D6-6EB3-41DF-8DD7-97CBF4997F38}" srcOrd="1" destOrd="0" parTransId="{A41363DC-1932-4420-A9AD-8A79160A2E8D}" sibTransId="{69582290-92E3-4202-935B-4A7E30877959}"/>
    <dgm:cxn modelId="{FFB62C6A-F730-4B25-B9F9-67D0B407E4DD}" type="presParOf" srcId="{C415BC09-1D26-410A-98CC-6097AEBF1697}" destId="{B6AAE3C0-1E95-4716-A10C-DBD6E7B7E320}" srcOrd="0" destOrd="0" presId="urn:microsoft.com/office/officeart/2005/8/layout/vList2"/>
    <dgm:cxn modelId="{E23857AD-B110-46DE-8622-7EF2FC61D3AE}" type="presParOf" srcId="{C415BC09-1D26-410A-98CC-6097AEBF1697}" destId="{D91856AD-8645-40E7-ABF5-1F7BD03D4828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2F55D3D8-B3CF-4EA8-9D12-52517CAC955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4FAABD7E-98F3-4D3A-919B-693D168E38A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Clean Communication</a:t>
          </a:r>
          <a:endParaRPr lang="en-US"/>
        </a:p>
      </dgm:t>
    </dgm:pt>
    <dgm:pt modelId="{808F737D-C407-4735-802F-8E23FF54B521}" type="parTrans" cxnId="{97D0503C-4DD1-4B30-9774-C6DE3C7D243B}">
      <dgm:prSet/>
      <dgm:spPr/>
      <dgm:t>
        <a:bodyPr/>
        <a:lstStyle/>
        <a:p>
          <a:endParaRPr lang="en-US"/>
        </a:p>
      </dgm:t>
    </dgm:pt>
    <dgm:pt modelId="{81CBBC6E-329F-4692-A4C4-82CEAA48C83E}" type="sibTrans" cxnId="{97D0503C-4DD1-4B30-9774-C6DE3C7D243B}">
      <dgm:prSet/>
      <dgm:spPr/>
      <dgm:t>
        <a:bodyPr/>
        <a:lstStyle/>
        <a:p>
          <a:endParaRPr lang="en-US"/>
        </a:p>
      </dgm:t>
    </dgm:pt>
    <dgm:pt modelId="{40A52CBD-98A5-4F8B-942A-EA86E8D5BCB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Original implementations of bitcoin</a:t>
          </a:r>
          <a:endParaRPr lang="en-US"/>
        </a:p>
      </dgm:t>
    </dgm:pt>
    <dgm:pt modelId="{61D520C4-290B-4F0E-A7E6-309EC999C121}" type="parTrans" cxnId="{7280EF9A-E9C6-4E0B-A049-4F49D39D99AC}">
      <dgm:prSet/>
      <dgm:spPr/>
      <dgm:t>
        <a:bodyPr/>
        <a:lstStyle/>
        <a:p>
          <a:endParaRPr lang="en-US"/>
        </a:p>
      </dgm:t>
    </dgm:pt>
    <dgm:pt modelId="{D78A542E-825A-44C3-9905-5484374A7AC6}" type="sibTrans" cxnId="{7280EF9A-E9C6-4E0B-A049-4F49D39D99AC}">
      <dgm:prSet/>
      <dgm:spPr/>
      <dgm:t>
        <a:bodyPr/>
        <a:lstStyle/>
        <a:p>
          <a:endParaRPr lang="en-US"/>
        </a:p>
      </dgm:t>
    </dgm:pt>
    <dgm:pt modelId="{DF671B4E-0138-45FD-91F6-1C3666EEF1A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Bitcoin communication was entirely clean</a:t>
          </a:r>
          <a:endParaRPr lang="en-US"/>
        </a:p>
      </dgm:t>
    </dgm:pt>
    <dgm:pt modelId="{D03E2A3D-5576-4347-9233-2B3E43E83782}" type="parTrans" cxnId="{8C6ED45B-E68A-4852-B3AC-CC0B5D49F5FA}">
      <dgm:prSet/>
      <dgm:spPr/>
      <dgm:t>
        <a:bodyPr/>
        <a:lstStyle/>
        <a:p>
          <a:endParaRPr lang="en-US"/>
        </a:p>
      </dgm:t>
    </dgm:pt>
    <dgm:pt modelId="{09AC2EAC-2028-4FCC-AB69-A4074E2F6062}" type="sibTrans" cxnId="{8C6ED45B-E68A-4852-B3AC-CC0B5D49F5FA}">
      <dgm:prSet/>
      <dgm:spPr/>
      <dgm:t>
        <a:bodyPr/>
        <a:lstStyle/>
        <a:p>
          <a:endParaRPr lang="en-US"/>
        </a:p>
      </dgm:t>
    </dgm:pt>
    <dgm:pt modelId="{57E82A4C-AF2B-46E2-A3D6-A31AB09391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 Full Node</a:t>
          </a:r>
          <a:endParaRPr lang="en-US"/>
        </a:p>
      </dgm:t>
    </dgm:pt>
    <dgm:pt modelId="{2956EDE7-96FD-41C2-A1DE-AFA8686C8DCA}" type="parTrans" cxnId="{2F917657-4E92-4B22-AE0C-E9EA1521C292}">
      <dgm:prSet/>
      <dgm:spPr/>
      <dgm:t>
        <a:bodyPr/>
        <a:lstStyle/>
        <a:p>
          <a:endParaRPr lang="en-US"/>
        </a:p>
      </dgm:t>
    </dgm:pt>
    <dgm:pt modelId="{CAAB224D-1DCF-4180-B5A2-75BE8F2C91DB}" type="sibTrans" cxnId="{2F917657-4E92-4B22-AE0C-E9EA1521C292}">
      <dgm:prSet/>
      <dgm:spPr/>
      <dgm:t>
        <a:bodyPr/>
        <a:lstStyle/>
        <a:p>
          <a:endParaRPr lang="en-US"/>
        </a:p>
      </dgm:t>
    </dgm:pt>
    <dgm:pt modelId="{02D93B61-A1A2-4241-9D4A-0FC703C808C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Not a problem</a:t>
          </a:r>
          <a:endParaRPr lang="en-US"/>
        </a:p>
      </dgm:t>
    </dgm:pt>
    <dgm:pt modelId="{B0F3F92A-7A36-43BB-85A3-F0FEC5944E2A}" type="parTrans" cxnId="{C5F1F76D-8E74-46C1-A1A9-33CCED5140CB}">
      <dgm:prSet/>
      <dgm:spPr/>
      <dgm:t>
        <a:bodyPr/>
        <a:lstStyle/>
        <a:p>
          <a:endParaRPr lang="en-US"/>
        </a:p>
      </dgm:t>
    </dgm:pt>
    <dgm:pt modelId="{20C412E0-62A7-42AE-B4AA-070EF1C5A2B7}" type="sibTrans" cxnId="{C5F1F76D-8E74-46C1-A1A9-33CCED5140CB}">
      <dgm:prSet/>
      <dgm:spPr/>
      <dgm:t>
        <a:bodyPr/>
        <a:lstStyle/>
        <a:p>
          <a:endParaRPr lang="en-US"/>
        </a:p>
      </dgm:t>
    </dgm:pt>
    <dgm:pt modelId="{6FB491EF-C5A1-4C80-9DCE-7712B64D00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 SPV</a:t>
          </a:r>
          <a:endParaRPr lang="en-US"/>
        </a:p>
      </dgm:t>
    </dgm:pt>
    <dgm:pt modelId="{FDA9842A-1BC5-43A7-BAE2-06504B025A5E}" type="parTrans" cxnId="{62C01AE4-D390-444D-9720-B1E3D524F9CF}">
      <dgm:prSet/>
      <dgm:spPr/>
      <dgm:t>
        <a:bodyPr/>
        <a:lstStyle/>
        <a:p>
          <a:endParaRPr lang="en-US"/>
        </a:p>
      </dgm:t>
    </dgm:pt>
    <dgm:pt modelId="{D5BD41BF-91A6-4C50-91B6-0AEB7D56BA42}" type="sibTrans" cxnId="{62C01AE4-D390-444D-9720-B1E3D524F9CF}">
      <dgm:prSet/>
      <dgm:spPr/>
      <dgm:t>
        <a:bodyPr/>
        <a:lstStyle/>
        <a:p>
          <a:endParaRPr lang="en-US"/>
        </a:p>
      </dgm:t>
    </dgm:pt>
    <dgm:pt modelId="{4A8B9C48-296D-4F03-B2EE-740C273A6B2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big problem</a:t>
          </a:r>
          <a:endParaRPr lang="en-US"/>
        </a:p>
      </dgm:t>
    </dgm:pt>
    <dgm:pt modelId="{EDDFAF51-FD7E-434B-8C73-8DAC6AA92083}" type="parTrans" cxnId="{86AC4795-3A3C-4CE1-A23F-D3BDC8EF681A}">
      <dgm:prSet/>
      <dgm:spPr/>
      <dgm:t>
        <a:bodyPr/>
        <a:lstStyle/>
        <a:p>
          <a:endParaRPr lang="en-US"/>
        </a:p>
      </dgm:t>
    </dgm:pt>
    <dgm:pt modelId="{BBFAA1CF-46C2-4890-BDE4-1A309F7A9FAD}" type="sibTrans" cxnId="{86AC4795-3A3C-4CE1-A23F-D3BDC8EF681A}">
      <dgm:prSet/>
      <dgm:spPr/>
      <dgm:t>
        <a:bodyPr/>
        <a:lstStyle/>
        <a:p>
          <a:endParaRPr lang="en-US"/>
        </a:p>
      </dgm:t>
    </dgm:pt>
    <dgm:pt modelId="{6329F1E5-7280-4EE7-9149-A51689041F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two solutions </a:t>
          </a:r>
        </a:p>
      </dgm:t>
    </dgm:pt>
    <dgm:pt modelId="{C91DB764-EA49-4299-AF81-A8618F70947D}" type="parTrans" cxnId="{F201C6A3-19E2-4BCE-A645-D5F2D58939A7}">
      <dgm:prSet/>
      <dgm:spPr/>
      <dgm:t>
        <a:bodyPr/>
        <a:lstStyle/>
        <a:p>
          <a:endParaRPr lang="en-US"/>
        </a:p>
      </dgm:t>
    </dgm:pt>
    <dgm:pt modelId="{64E9B761-1D80-4685-9D4F-7C095497AE9B}" type="sibTrans" cxnId="{F201C6A3-19E2-4BCE-A645-D5F2D58939A7}">
      <dgm:prSet/>
      <dgm:spPr/>
      <dgm:t>
        <a:bodyPr/>
        <a:lstStyle/>
        <a:p>
          <a:endParaRPr lang="en-US"/>
        </a:p>
      </dgm:t>
    </dgm:pt>
    <dgm:pt modelId="{2C6E3E9B-3B91-465D-8B12-072300B56E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Tor Transport </a:t>
          </a:r>
          <a:endParaRPr lang="en-US"/>
        </a:p>
      </dgm:t>
    </dgm:pt>
    <dgm:pt modelId="{E5C27C72-1742-4E9F-AC33-6D38DCDC80BC}" type="parTrans" cxnId="{CFE2960C-F865-4AD9-8525-4B0F1A9F9D75}">
      <dgm:prSet/>
      <dgm:spPr/>
      <dgm:t>
        <a:bodyPr/>
        <a:lstStyle/>
        <a:p>
          <a:endParaRPr lang="en-US"/>
        </a:p>
      </dgm:t>
    </dgm:pt>
    <dgm:pt modelId="{01DDD8B1-1109-4657-9D46-08054AB8EB98}" type="sibTrans" cxnId="{CFE2960C-F865-4AD9-8525-4B0F1A9F9D75}">
      <dgm:prSet/>
      <dgm:spPr/>
      <dgm:t>
        <a:bodyPr/>
        <a:lstStyle/>
        <a:p>
          <a:endParaRPr lang="en-US"/>
        </a:p>
      </dgm:t>
    </dgm:pt>
    <dgm:pt modelId="{6E78CE07-DD27-4AC2-99DC-1779922845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P2P</a:t>
          </a:r>
          <a:r>
            <a:rPr lang="tr-TR" i="1"/>
            <a:t> </a:t>
          </a:r>
          <a:r>
            <a:rPr lang="en-US" i="1"/>
            <a:t>Authentication and Encryption </a:t>
          </a:r>
          <a:r>
            <a:rPr lang="en-US"/>
            <a:t>with BIP-150/151.</a:t>
          </a:r>
        </a:p>
      </dgm:t>
    </dgm:pt>
    <dgm:pt modelId="{434D5810-D8BE-4674-BE5F-9EFBCB35FAF2}" type="parTrans" cxnId="{3CF5FA4C-1CD6-4CD1-A293-E0CABB5349D6}">
      <dgm:prSet/>
      <dgm:spPr/>
      <dgm:t>
        <a:bodyPr/>
        <a:lstStyle/>
        <a:p>
          <a:endParaRPr lang="en-US"/>
        </a:p>
      </dgm:t>
    </dgm:pt>
    <dgm:pt modelId="{ED351373-2407-42F3-8491-16D6FD47D11B}" type="sibTrans" cxnId="{3CF5FA4C-1CD6-4CD1-A293-E0CABB5349D6}">
      <dgm:prSet/>
      <dgm:spPr/>
      <dgm:t>
        <a:bodyPr/>
        <a:lstStyle/>
        <a:p>
          <a:endParaRPr lang="en-US"/>
        </a:p>
      </dgm:t>
    </dgm:pt>
    <dgm:pt modelId="{CCE0D805-E51D-46AD-A6EA-FF8E682320BB}" type="pres">
      <dgm:prSet presAssocID="{2F55D3D8-B3CF-4EA8-9D12-52517CAC9556}" presName="root" presStyleCnt="0">
        <dgm:presLayoutVars>
          <dgm:dir/>
          <dgm:resizeHandles val="exact"/>
        </dgm:presLayoutVars>
      </dgm:prSet>
      <dgm:spPr/>
    </dgm:pt>
    <dgm:pt modelId="{527960AF-4BC3-4D7A-B4A6-6A5AD79098A2}" type="pres">
      <dgm:prSet presAssocID="{4FAABD7E-98F3-4D3A-919B-693D168E38A9}" presName="compNode" presStyleCnt="0"/>
      <dgm:spPr/>
    </dgm:pt>
    <dgm:pt modelId="{BB14B33F-D5EF-4133-9FAF-B4F7327ED227}" type="pres">
      <dgm:prSet presAssocID="{4FAABD7E-98F3-4D3A-919B-693D168E38A9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634CE1B-8B53-4B1A-BAA1-E212E4C76B28}" type="pres">
      <dgm:prSet presAssocID="{4FAABD7E-98F3-4D3A-919B-693D168E38A9}" presName="iconSpace" presStyleCnt="0"/>
      <dgm:spPr/>
    </dgm:pt>
    <dgm:pt modelId="{8A39B4DA-E983-44DC-9505-08ADB062A38A}" type="pres">
      <dgm:prSet presAssocID="{4FAABD7E-98F3-4D3A-919B-693D168E38A9}" presName="parTx" presStyleLbl="revTx" presStyleIdx="0" presStyleCnt="8">
        <dgm:presLayoutVars>
          <dgm:chMax val="0"/>
          <dgm:chPref val="0"/>
        </dgm:presLayoutVars>
      </dgm:prSet>
      <dgm:spPr/>
    </dgm:pt>
    <dgm:pt modelId="{8DABCDB2-45C5-47F5-87CC-63739C669AB6}" type="pres">
      <dgm:prSet presAssocID="{4FAABD7E-98F3-4D3A-919B-693D168E38A9}" presName="txSpace" presStyleCnt="0"/>
      <dgm:spPr/>
    </dgm:pt>
    <dgm:pt modelId="{2663CF4C-3F12-482D-B2EE-098D446447DE}" type="pres">
      <dgm:prSet presAssocID="{4FAABD7E-98F3-4D3A-919B-693D168E38A9}" presName="desTx" presStyleLbl="revTx" presStyleIdx="1" presStyleCnt="8">
        <dgm:presLayoutVars/>
      </dgm:prSet>
      <dgm:spPr/>
    </dgm:pt>
    <dgm:pt modelId="{8C88CFFF-F836-44D0-AB9F-46152CA9B219}" type="pres">
      <dgm:prSet presAssocID="{81CBBC6E-329F-4692-A4C4-82CEAA48C83E}" presName="sibTrans" presStyleCnt="0"/>
      <dgm:spPr/>
    </dgm:pt>
    <dgm:pt modelId="{F9EBFEEE-EAE6-4B7C-998E-CF0E3DEFCE29}" type="pres">
      <dgm:prSet presAssocID="{57E82A4C-AF2B-46E2-A3D6-A31AB093918B}" presName="compNode" presStyleCnt="0"/>
      <dgm:spPr/>
    </dgm:pt>
    <dgm:pt modelId="{E786B86B-DF19-4203-9A9C-EB1555DCDBC6}" type="pres">
      <dgm:prSet presAssocID="{57E82A4C-AF2B-46E2-A3D6-A31AB093918B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rning"/>
        </a:ext>
      </dgm:extLst>
    </dgm:pt>
    <dgm:pt modelId="{A31E9F84-F244-4DD3-9210-E7A7570B559F}" type="pres">
      <dgm:prSet presAssocID="{57E82A4C-AF2B-46E2-A3D6-A31AB093918B}" presName="iconSpace" presStyleCnt="0"/>
      <dgm:spPr/>
    </dgm:pt>
    <dgm:pt modelId="{70E5A742-BD57-403F-A343-AE8E3B01C803}" type="pres">
      <dgm:prSet presAssocID="{57E82A4C-AF2B-46E2-A3D6-A31AB093918B}" presName="parTx" presStyleLbl="revTx" presStyleIdx="2" presStyleCnt="8">
        <dgm:presLayoutVars>
          <dgm:chMax val="0"/>
          <dgm:chPref val="0"/>
        </dgm:presLayoutVars>
      </dgm:prSet>
      <dgm:spPr/>
    </dgm:pt>
    <dgm:pt modelId="{22C8CA6E-8F8A-4EFD-98BB-71DA71244677}" type="pres">
      <dgm:prSet presAssocID="{57E82A4C-AF2B-46E2-A3D6-A31AB093918B}" presName="txSpace" presStyleCnt="0"/>
      <dgm:spPr/>
    </dgm:pt>
    <dgm:pt modelId="{91707BE7-E80E-4C65-84D1-836A1B3E7C94}" type="pres">
      <dgm:prSet presAssocID="{57E82A4C-AF2B-46E2-A3D6-A31AB093918B}" presName="desTx" presStyleLbl="revTx" presStyleIdx="3" presStyleCnt="8">
        <dgm:presLayoutVars/>
      </dgm:prSet>
      <dgm:spPr/>
    </dgm:pt>
    <dgm:pt modelId="{94E47795-BAB4-4342-990D-762812CAFA23}" type="pres">
      <dgm:prSet presAssocID="{CAAB224D-1DCF-4180-B5A2-75BE8F2C91DB}" presName="sibTrans" presStyleCnt="0"/>
      <dgm:spPr/>
    </dgm:pt>
    <dgm:pt modelId="{596865F8-7E49-440F-BF6A-802E9024F84B}" type="pres">
      <dgm:prSet presAssocID="{6FB491EF-C5A1-4C80-9DCE-7712B64D00B9}" presName="compNode" presStyleCnt="0"/>
      <dgm:spPr/>
    </dgm:pt>
    <dgm:pt modelId="{EF3DA66E-538C-4C87-AF1B-A766D561683B}" type="pres">
      <dgm:prSet presAssocID="{6FB491EF-C5A1-4C80-9DCE-7712B64D00B9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7F8BEA6-8674-423F-9DB9-00F880CDEEBA}" type="pres">
      <dgm:prSet presAssocID="{6FB491EF-C5A1-4C80-9DCE-7712B64D00B9}" presName="iconSpace" presStyleCnt="0"/>
      <dgm:spPr/>
    </dgm:pt>
    <dgm:pt modelId="{E095D769-05BE-4050-BBB5-86771D1E7B71}" type="pres">
      <dgm:prSet presAssocID="{6FB491EF-C5A1-4C80-9DCE-7712B64D00B9}" presName="parTx" presStyleLbl="revTx" presStyleIdx="4" presStyleCnt="8">
        <dgm:presLayoutVars>
          <dgm:chMax val="0"/>
          <dgm:chPref val="0"/>
        </dgm:presLayoutVars>
      </dgm:prSet>
      <dgm:spPr/>
    </dgm:pt>
    <dgm:pt modelId="{C841A1DA-7836-4777-892C-69C7EB69E7D5}" type="pres">
      <dgm:prSet presAssocID="{6FB491EF-C5A1-4C80-9DCE-7712B64D00B9}" presName="txSpace" presStyleCnt="0"/>
      <dgm:spPr/>
    </dgm:pt>
    <dgm:pt modelId="{09E03AF8-8860-4A07-81AA-31B0E02F6B00}" type="pres">
      <dgm:prSet presAssocID="{6FB491EF-C5A1-4C80-9DCE-7712B64D00B9}" presName="desTx" presStyleLbl="revTx" presStyleIdx="5" presStyleCnt="8">
        <dgm:presLayoutVars/>
      </dgm:prSet>
      <dgm:spPr/>
    </dgm:pt>
    <dgm:pt modelId="{DC3F0307-35F8-4949-A68B-E2DAE1A81BE8}" type="pres">
      <dgm:prSet presAssocID="{D5BD41BF-91A6-4C50-91B6-0AEB7D56BA42}" presName="sibTrans" presStyleCnt="0"/>
      <dgm:spPr/>
    </dgm:pt>
    <dgm:pt modelId="{ECCC98FC-F0CB-4849-9C38-F8751D36AE82}" type="pres">
      <dgm:prSet presAssocID="{6329F1E5-7280-4EE7-9149-A51689041F21}" presName="compNode" presStyleCnt="0"/>
      <dgm:spPr/>
    </dgm:pt>
    <dgm:pt modelId="{000F921C-8E97-4DAD-BF83-0AA73E1F1EB2}" type="pres">
      <dgm:prSet presAssocID="{6329F1E5-7280-4EE7-9149-A51689041F21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6426825A-29C7-40D5-BCA8-A95D9CFE2518}" type="pres">
      <dgm:prSet presAssocID="{6329F1E5-7280-4EE7-9149-A51689041F21}" presName="iconSpace" presStyleCnt="0"/>
      <dgm:spPr/>
    </dgm:pt>
    <dgm:pt modelId="{0F869C45-5A86-40B2-A739-1AD8706C58EC}" type="pres">
      <dgm:prSet presAssocID="{6329F1E5-7280-4EE7-9149-A51689041F21}" presName="parTx" presStyleLbl="revTx" presStyleIdx="6" presStyleCnt="8">
        <dgm:presLayoutVars>
          <dgm:chMax val="0"/>
          <dgm:chPref val="0"/>
        </dgm:presLayoutVars>
      </dgm:prSet>
      <dgm:spPr/>
    </dgm:pt>
    <dgm:pt modelId="{DE9395EC-0EBF-4D1E-BFB8-300859D0D91A}" type="pres">
      <dgm:prSet presAssocID="{6329F1E5-7280-4EE7-9149-A51689041F21}" presName="txSpace" presStyleCnt="0"/>
      <dgm:spPr/>
    </dgm:pt>
    <dgm:pt modelId="{B1D04C99-DC55-4817-A09D-EB41D09B8727}" type="pres">
      <dgm:prSet presAssocID="{6329F1E5-7280-4EE7-9149-A51689041F21}" presName="desTx" presStyleLbl="revTx" presStyleIdx="7" presStyleCnt="8">
        <dgm:presLayoutVars/>
      </dgm:prSet>
      <dgm:spPr/>
    </dgm:pt>
  </dgm:ptLst>
  <dgm:cxnLst>
    <dgm:cxn modelId="{E76D7907-5255-43BF-AE62-27234C7DF4CA}" type="presOf" srcId="{6329F1E5-7280-4EE7-9149-A51689041F21}" destId="{0F869C45-5A86-40B2-A739-1AD8706C58EC}" srcOrd="0" destOrd="0" presId="urn:microsoft.com/office/officeart/2018/5/layout/CenteredIconLabelDescriptionList"/>
    <dgm:cxn modelId="{CFE2960C-F865-4AD9-8525-4B0F1A9F9D75}" srcId="{6329F1E5-7280-4EE7-9149-A51689041F21}" destId="{2C6E3E9B-3B91-465D-8B12-072300B56E61}" srcOrd="0" destOrd="0" parTransId="{E5C27C72-1742-4E9F-AC33-6D38DCDC80BC}" sibTransId="{01DDD8B1-1109-4657-9D46-08054AB8EB98}"/>
    <dgm:cxn modelId="{6D199F36-9894-425E-8E3B-E19394FE1FE7}" type="presOf" srcId="{4A8B9C48-296D-4F03-B2EE-740C273A6B21}" destId="{09E03AF8-8860-4A07-81AA-31B0E02F6B00}" srcOrd="0" destOrd="0" presId="urn:microsoft.com/office/officeart/2018/5/layout/CenteredIconLabelDescriptionList"/>
    <dgm:cxn modelId="{97D0503C-4DD1-4B30-9774-C6DE3C7D243B}" srcId="{2F55D3D8-B3CF-4EA8-9D12-52517CAC9556}" destId="{4FAABD7E-98F3-4D3A-919B-693D168E38A9}" srcOrd="0" destOrd="0" parTransId="{808F737D-C407-4735-802F-8E23FF54B521}" sibTransId="{81CBBC6E-329F-4692-A4C4-82CEAA48C83E}"/>
    <dgm:cxn modelId="{8C6ED45B-E68A-4852-B3AC-CC0B5D49F5FA}" srcId="{4FAABD7E-98F3-4D3A-919B-693D168E38A9}" destId="{DF671B4E-0138-45FD-91F6-1C3666EEF1A3}" srcOrd="1" destOrd="0" parTransId="{D03E2A3D-5576-4347-9233-2B3E43E83782}" sibTransId="{09AC2EAC-2028-4FCC-AB69-A4074E2F6062}"/>
    <dgm:cxn modelId="{3CF5FA4C-1CD6-4CD1-A293-E0CABB5349D6}" srcId="{6329F1E5-7280-4EE7-9149-A51689041F21}" destId="{6E78CE07-DD27-4AC2-99DC-1779922845BF}" srcOrd="1" destOrd="0" parTransId="{434D5810-D8BE-4674-BE5F-9EFBCB35FAF2}" sibTransId="{ED351373-2407-42F3-8491-16D6FD47D11B}"/>
    <dgm:cxn modelId="{C5F1F76D-8E74-46C1-A1A9-33CCED5140CB}" srcId="{57E82A4C-AF2B-46E2-A3D6-A31AB093918B}" destId="{02D93B61-A1A2-4241-9D4A-0FC703C808CB}" srcOrd="0" destOrd="0" parTransId="{B0F3F92A-7A36-43BB-85A3-F0FEC5944E2A}" sibTransId="{20C412E0-62A7-42AE-B4AA-070EF1C5A2B7}"/>
    <dgm:cxn modelId="{2F917657-4E92-4B22-AE0C-E9EA1521C292}" srcId="{2F55D3D8-B3CF-4EA8-9D12-52517CAC9556}" destId="{57E82A4C-AF2B-46E2-A3D6-A31AB093918B}" srcOrd="1" destOrd="0" parTransId="{2956EDE7-96FD-41C2-A1DE-AFA8686C8DCA}" sibTransId="{CAAB224D-1DCF-4180-B5A2-75BE8F2C91DB}"/>
    <dgm:cxn modelId="{4E99E480-E392-43CD-A8AB-5B2C77972EAE}" type="presOf" srcId="{DF671B4E-0138-45FD-91F6-1C3666EEF1A3}" destId="{2663CF4C-3F12-482D-B2EE-098D446447DE}" srcOrd="0" destOrd="1" presId="urn:microsoft.com/office/officeart/2018/5/layout/CenteredIconLabelDescriptionList"/>
    <dgm:cxn modelId="{7FDBF781-1F99-4DED-9345-76F9CA35769A}" type="presOf" srcId="{4FAABD7E-98F3-4D3A-919B-693D168E38A9}" destId="{8A39B4DA-E983-44DC-9505-08ADB062A38A}" srcOrd="0" destOrd="0" presId="urn:microsoft.com/office/officeart/2018/5/layout/CenteredIconLabelDescriptionList"/>
    <dgm:cxn modelId="{86AC4795-3A3C-4CE1-A23F-D3BDC8EF681A}" srcId="{6FB491EF-C5A1-4C80-9DCE-7712B64D00B9}" destId="{4A8B9C48-296D-4F03-B2EE-740C273A6B21}" srcOrd="0" destOrd="0" parTransId="{EDDFAF51-FD7E-434B-8C73-8DAC6AA92083}" sibTransId="{BBFAA1CF-46C2-4890-BDE4-1A309F7A9FAD}"/>
    <dgm:cxn modelId="{7280EF9A-E9C6-4E0B-A049-4F49D39D99AC}" srcId="{4FAABD7E-98F3-4D3A-919B-693D168E38A9}" destId="{40A52CBD-98A5-4F8B-942A-EA86E8D5BCB7}" srcOrd="0" destOrd="0" parTransId="{61D520C4-290B-4F0E-A7E6-309EC999C121}" sibTransId="{D78A542E-825A-44C3-9905-5484374A7AC6}"/>
    <dgm:cxn modelId="{4A5702A3-5BC6-433C-B488-304CED228E57}" type="presOf" srcId="{6FB491EF-C5A1-4C80-9DCE-7712B64D00B9}" destId="{E095D769-05BE-4050-BBB5-86771D1E7B71}" srcOrd="0" destOrd="0" presId="urn:microsoft.com/office/officeart/2018/5/layout/CenteredIconLabelDescriptionList"/>
    <dgm:cxn modelId="{F201C6A3-19E2-4BCE-A645-D5F2D58939A7}" srcId="{2F55D3D8-B3CF-4EA8-9D12-52517CAC9556}" destId="{6329F1E5-7280-4EE7-9149-A51689041F21}" srcOrd="3" destOrd="0" parTransId="{C91DB764-EA49-4299-AF81-A8618F70947D}" sibTransId="{64E9B761-1D80-4685-9D4F-7C095497AE9B}"/>
    <dgm:cxn modelId="{470564AD-F031-4A48-82AF-2170C23721BD}" type="presOf" srcId="{02D93B61-A1A2-4241-9D4A-0FC703C808CB}" destId="{91707BE7-E80E-4C65-84D1-836A1B3E7C94}" srcOrd="0" destOrd="0" presId="urn:microsoft.com/office/officeart/2018/5/layout/CenteredIconLabelDescriptionList"/>
    <dgm:cxn modelId="{6056B5AE-6F20-49BA-A8B8-157DEF523D94}" type="presOf" srcId="{40A52CBD-98A5-4F8B-942A-EA86E8D5BCB7}" destId="{2663CF4C-3F12-482D-B2EE-098D446447DE}" srcOrd="0" destOrd="0" presId="urn:microsoft.com/office/officeart/2018/5/layout/CenteredIconLabelDescriptionList"/>
    <dgm:cxn modelId="{156421B3-FB35-4745-89B8-7FE7E1298D28}" type="presOf" srcId="{6E78CE07-DD27-4AC2-99DC-1779922845BF}" destId="{B1D04C99-DC55-4817-A09D-EB41D09B8727}" srcOrd="0" destOrd="1" presId="urn:microsoft.com/office/officeart/2018/5/layout/CenteredIconLabelDescriptionList"/>
    <dgm:cxn modelId="{61DB42C2-D485-42E1-B732-456A01833874}" type="presOf" srcId="{2F55D3D8-B3CF-4EA8-9D12-52517CAC9556}" destId="{CCE0D805-E51D-46AD-A6EA-FF8E682320BB}" srcOrd="0" destOrd="0" presId="urn:microsoft.com/office/officeart/2018/5/layout/CenteredIconLabelDescriptionList"/>
    <dgm:cxn modelId="{62C01AE4-D390-444D-9720-B1E3D524F9CF}" srcId="{2F55D3D8-B3CF-4EA8-9D12-52517CAC9556}" destId="{6FB491EF-C5A1-4C80-9DCE-7712B64D00B9}" srcOrd="2" destOrd="0" parTransId="{FDA9842A-1BC5-43A7-BAE2-06504B025A5E}" sibTransId="{D5BD41BF-91A6-4C50-91B6-0AEB7D56BA42}"/>
    <dgm:cxn modelId="{E16507EE-F798-463F-83AD-CC94AD3FDD2D}" type="presOf" srcId="{57E82A4C-AF2B-46E2-A3D6-A31AB093918B}" destId="{70E5A742-BD57-403F-A343-AE8E3B01C803}" srcOrd="0" destOrd="0" presId="urn:microsoft.com/office/officeart/2018/5/layout/CenteredIconLabelDescriptionList"/>
    <dgm:cxn modelId="{2ADB99F2-0B0B-4067-B993-0D65958153CE}" type="presOf" srcId="{2C6E3E9B-3B91-465D-8B12-072300B56E61}" destId="{B1D04C99-DC55-4817-A09D-EB41D09B8727}" srcOrd="0" destOrd="0" presId="urn:microsoft.com/office/officeart/2018/5/layout/CenteredIconLabelDescriptionList"/>
    <dgm:cxn modelId="{B0A4CD17-7D9F-47E0-A76A-F6DD7ABDA0C5}" type="presParOf" srcId="{CCE0D805-E51D-46AD-A6EA-FF8E682320BB}" destId="{527960AF-4BC3-4D7A-B4A6-6A5AD79098A2}" srcOrd="0" destOrd="0" presId="urn:microsoft.com/office/officeart/2018/5/layout/CenteredIconLabelDescriptionList"/>
    <dgm:cxn modelId="{721E192C-81B9-4E53-BCDC-5B71E1845510}" type="presParOf" srcId="{527960AF-4BC3-4D7A-B4A6-6A5AD79098A2}" destId="{BB14B33F-D5EF-4133-9FAF-B4F7327ED227}" srcOrd="0" destOrd="0" presId="urn:microsoft.com/office/officeart/2018/5/layout/CenteredIconLabelDescriptionList"/>
    <dgm:cxn modelId="{55CEFFB7-7427-4BE1-B70D-466B4A9CEC15}" type="presParOf" srcId="{527960AF-4BC3-4D7A-B4A6-6A5AD79098A2}" destId="{7634CE1B-8B53-4B1A-BAA1-E212E4C76B28}" srcOrd="1" destOrd="0" presId="urn:microsoft.com/office/officeart/2018/5/layout/CenteredIconLabelDescriptionList"/>
    <dgm:cxn modelId="{824D291C-D52D-4B8F-AC6A-1C32CE659CB4}" type="presParOf" srcId="{527960AF-4BC3-4D7A-B4A6-6A5AD79098A2}" destId="{8A39B4DA-E983-44DC-9505-08ADB062A38A}" srcOrd="2" destOrd="0" presId="urn:microsoft.com/office/officeart/2018/5/layout/CenteredIconLabelDescriptionList"/>
    <dgm:cxn modelId="{431B7F19-B20B-4732-BB7A-0BF801FC1E8A}" type="presParOf" srcId="{527960AF-4BC3-4D7A-B4A6-6A5AD79098A2}" destId="{8DABCDB2-45C5-47F5-87CC-63739C669AB6}" srcOrd="3" destOrd="0" presId="urn:microsoft.com/office/officeart/2018/5/layout/CenteredIconLabelDescriptionList"/>
    <dgm:cxn modelId="{C523A46F-177F-4458-81CC-A751213F5C53}" type="presParOf" srcId="{527960AF-4BC3-4D7A-B4A6-6A5AD79098A2}" destId="{2663CF4C-3F12-482D-B2EE-098D446447DE}" srcOrd="4" destOrd="0" presId="urn:microsoft.com/office/officeart/2018/5/layout/CenteredIconLabelDescriptionList"/>
    <dgm:cxn modelId="{823AC19F-891E-48F4-AC92-3D9D7C8DE11C}" type="presParOf" srcId="{CCE0D805-E51D-46AD-A6EA-FF8E682320BB}" destId="{8C88CFFF-F836-44D0-AB9F-46152CA9B219}" srcOrd="1" destOrd="0" presId="urn:microsoft.com/office/officeart/2018/5/layout/CenteredIconLabelDescriptionList"/>
    <dgm:cxn modelId="{7B8F66E9-79C0-47E2-98E5-52BC7D897DA5}" type="presParOf" srcId="{CCE0D805-E51D-46AD-A6EA-FF8E682320BB}" destId="{F9EBFEEE-EAE6-4B7C-998E-CF0E3DEFCE29}" srcOrd="2" destOrd="0" presId="urn:microsoft.com/office/officeart/2018/5/layout/CenteredIconLabelDescriptionList"/>
    <dgm:cxn modelId="{90B55452-E1B3-4AB8-8A6A-C8B30D60E723}" type="presParOf" srcId="{F9EBFEEE-EAE6-4B7C-998E-CF0E3DEFCE29}" destId="{E786B86B-DF19-4203-9A9C-EB1555DCDBC6}" srcOrd="0" destOrd="0" presId="urn:microsoft.com/office/officeart/2018/5/layout/CenteredIconLabelDescriptionList"/>
    <dgm:cxn modelId="{94B05573-DF10-44C2-B0A9-D965483E7B88}" type="presParOf" srcId="{F9EBFEEE-EAE6-4B7C-998E-CF0E3DEFCE29}" destId="{A31E9F84-F244-4DD3-9210-E7A7570B559F}" srcOrd="1" destOrd="0" presId="urn:microsoft.com/office/officeart/2018/5/layout/CenteredIconLabelDescriptionList"/>
    <dgm:cxn modelId="{00885DD5-1BB1-4BC0-AE21-21B0246038D5}" type="presParOf" srcId="{F9EBFEEE-EAE6-4B7C-998E-CF0E3DEFCE29}" destId="{70E5A742-BD57-403F-A343-AE8E3B01C803}" srcOrd="2" destOrd="0" presId="urn:microsoft.com/office/officeart/2018/5/layout/CenteredIconLabelDescriptionList"/>
    <dgm:cxn modelId="{BAD3EB21-9ACF-462F-BEB1-E6F0111BBAD7}" type="presParOf" srcId="{F9EBFEEE-EAE6-4B7C-998E-CF0E3DEFCE29}" destId="{22C8CA6E-8F8A-4EFD-98BB-71DA71244677}" srcOrd="3" destOrd="0" presId="urn:microsoft.com/office/officeart/2018/5/layout/CenteredIconLabelDescriptionList"/>
    <dgm:cxn modelId="{B40EB7FA-6FB2-4770-B172-D53820DB637F}" type="presParOf" srcId="{F9EBFEEE-EAE6-4B7C-998E-CF0E3DEFCE29}" destId="{91707BE7-E80E-4C65-84D1-836A1B3E7C94}" srcOrd="4" destOrd="0" presId="urn:microsoft.com/office/officeart/2018/5/layout/CenteredIconLabelDescriptionList"/>
    <dgm:cxn modelId="{A1722213-15E8-47AC-8087-C36E1CE5CCBE}" type="presParOf" srcId="{CCE0D805-E51D-46AD-A6EA-FF8E682320BB}" destId="{94E47795-BAB4-4342-990D-762812CAFA23}" srcOrd="3" destOrd="0" presId="urn:microsoft.com/office/officeart/2018/5/layout/CenteredIconLabelDescriptionList"/>
    <dgm:cxn modelId="{AF7DA314-EFD3-4A28-BDE4-5873541ED452}" type="presParOf" srcId="{CCE0D805-E51D-46AD-A6EA-FF8E682320BB}" destId="{596865F8-7E49-440F-BF6A-802E9024F84B}" srcOrd="4" destOrd="0" presId="urn:microsoft.com/office/officeart/2018/5/layout/CenteredIconLabelDescriptionList"/>
    <dgm:cxn modelId="{5FEC4A66-3E37-451D-8BFF-3B82FFF6A368}" type="presParOf" srcId="{596865F8-7E49-440F-BF6A-802E9024F84B}" destId="{EF3DA66E-538C-4C87-AF1B-A766D561683B}" srcOrd="0" destOrd="0" presId="urn:microsoft.com/office/officeart/2018/5/layout/CenteredIconLabelDescriptionList"/>
    <dgm:cxn modelId="{17D92305-920C-4DB6-A360-D66D61F2A5E1}" type="presParOf" srcId="{596865F8-7E49-440F-BF6A-802E9024F84B}" destId="{47F8BEA6-8674-423F-9DB9-00F880CDEEBA}" srcOrd="1" destOrd="0" presId="urn:microsoft.com/office/officeart/2018/5/layout/CenteredIconLabelDescriptionList"/>
    <dgm:cxn modelId="{F85EDE44-D129-4F44-8789-894C0AC62683}" type="presParOf" srcId="{596865F8-7E49-440F-BF6A-802E9024F84B}" destId="{E095D769-05BE-4050-BBB5-86771D1E7B71}" srcOrd="2" destOrd="0" presId="urn:microsoft.com/office/officeart/2018/5/layout/CenteredIconLabelDescriptionList"/>
    <dgm:cxn modelId="{687696C5-48D4-48EA-A147-C5AC4E00D62C}" type="presParOf" srcId="{596865F8-7E49-440F-BF6A-802E9024F84B}" destId="{C841A1DA-7836-4777-892C-69C7EB69E7D5}" srcOrd="3" destOrd="0" presId="urn:microsoft.com/office/officeart/2018/5/layout/CenteredIconLabelDescriptionList"/>
    <dgm:cxn modelId="{839B8B36-11BD-4EAA-A614-9C284A696DED}" type="presParOf" srcId="{596865F8-7E49-440F-BF6A-802E9024F84B}" destId="{09E03AF8-8860-4A07-81AA-31B0E02F6B00}" srcOrd="4" destOrd="0" presId="urn:microsoft.com/office/officeart/2018/5/layout/CenteredIconLabelDescriptionList"/>
    <dgm:cxn modelId="{D02183C3-91E3-4C51-AB48-5EAA5C091035}" type="presParOf" srcId="{CCE0D805-E51D-46AD-A6EA-FF8E682320BB}" destId="{DC3F0307-35F8-4949-A68B-E2DAE1A81BE8}" srcOrd="5" destOrd="0" presId="urn:microsoft.com/office/officeart/2018/5/layout/CenteredIconLabelDescriptionList"/>
    <dgm:cxn modelId="{80A3A04F-5326-41D0-87A4-553CC5370CF4}" type="presParOf" srcId="{CCE0D805-E51D-46AD-A6EA-FF8E682320BB}" destId="{ECCC98FC-F0CB-4849-9C38-F8751D36AE82}" srcOrd="6" destOrd="0" presId="urn:microsoft.com/office/officeart/2018/5/layout/CenteredIconLabelDescriptionList"/>
    <dgm:cxn modelId="{6939EB60-C4E0-4F8D-9370-64F38A79ABC8}" type="presParOf" srcId="{ECCC98FC-F0CB-4849-9C38-F8751D36AE82}" destId="{000F921C-8E97-4DAD-BF83-0AA73E1F1EB2}" srcOrd="0" destOrd="0" presId="urn:microsoft.com/office/officeart/2018/5/layout/CenteredIconLabelDescriptionList"/>
    <dgm:cxn modelId="{8D67D908-8423-467A-B79E-A5D6D30707E5}" type="presParOf" srcId="{ECCC98FC-F0CB-4849-9C38-F8751D36AE82}" destId="{6426825A-29C7-40D5-BCA8-A95D9CFE2518}" srcOrd="1" destOrd="0" presId="urn:microsoft.com/office/officeart/2018/5/layout/CenteredIconLabelDescriptionList"/>
    <dgm:cxn modelId="{5B3D2CC5-A580-435A-AD35-12276F7639BC}" type="presParOf" srcId="{ECCC98FC-F0CB-4849-9C38-F8751D36AE82}" destId="{0F869C45-5A86-40B2-A739-1AD8706C58EC}" srcOrd="2" destOrd="0" presId="urn:microsoft.com/office/officeart/2018/5/layout/CenteredIconLabelDescriptionList"/>
    <dgm:cxn modelId="{78DBF3E2-C5CC-44C8-9386-33A1DA59EABE}" type="presParOf" srcId="{ECCC98FC-F0CB-4849-9C38-F8751D36AE82}" destId="{DE9395EC-0EBF-4D1E-BFB8-300859D0D91A}" srcOrd="3" destOrd="0" presId="urn:microsoft.com/office/officeart/2018/5/layout/CenteredIconLabelDescriptionList"/>
    <dgm:cxn modelId="{A9160197-1A89-44ED-A79B-6C20F3BEC287}" type="presParOf" srcId="{ECCC98FC-F0CB-4849-9C38-F8751D36AE82}" destId="{B1D04C99-DC55-4817-A09D-EB41D09B872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A4A6F368-A584-4E1A-94BB-E124BAB9736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255073CD-5824-4027-96F4-8AD19096E4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Tor </a:t>
          </a:r>
        </a:p>
      </dgm:t>
    </dgm:pt>
    <dgm:pt modelId="{8B1E260F-441D-4F7F-8D5D-EA0969681917}" type="parTrans" cxnId="{483A70F4-1628-4FC4-9F65-EA9A3578C681}">
      <dgm:prSet/>
      <dgm:spPr/>
      <dgm:t>
        <a:bodyPr/>
        <a:lstStyle/>
        <a:p>
          <a:endParaRPr lang="en-US"/>
        </a:p>
      </dgm:t>
    </dgm:pt>
    <dgm:pt modelId="{9A609CDF-0D70-4E54-8E21-35CB978A8AB8}" type="sibTrans" cxnId="{483A70F4-1628-4FC4-9F65-EA9A3578C681}">
      <dgm:prSet/>
      <dgm:spPr/>
      <dgm:t>
        <a:bodyPr/>
        <a:lstStyle/>
        <a:p>
          <a:endParaRPr lang="en-US"/>
        </a:p>
      </dgm:t>
    </dgm:pt>
    <dgm:pt modelId="{A2E347C7-A728-4AB9-9067-D3A6821582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stands for </a:t>
          </a:r>
          <a:r>
            <a:rPr lang="en-US" i="1"/>
            <a:t>The Onion Routing network</a:t>
          </a:r>
          <a:endParaRPr lang="en-US"/>
        </a:p>
      </dgm:t>
    </dgm:pt>
    <dgm:pt modelId="{798B2C40-C55B-45AF-A728-02B57AAC6E2E}" type="parTrans" cxnId="{EB84A281-F3D0-411C-9F1F-43D2446F7569}">
      <dgm:prSet/>
      <dgm:spPr/>
      <dgm:t>
        <a:bodyPr/>
        <a:lstStyle/>
        <a:p>
          <a:endParaRPr lang="en-US"/>
        </a:p>
      </dgm:t>
    </dgm:pt>
    <dgm:pt modelId="{F7E79118-989B-4196-88C3-96C279AC5AF2}" type="sibTrans" cxnId="{EB84A281-F3D0-411C-9F1F-43D2446F7569}">
      <dgm:prSet/>
      <dgm:spPr/>
      <dgm:t>
        <a:bodyPr/>
        <a:lstStyle/>
        <a:p>
          <a:endParaRPr lang="en-US"/>
        </a:p>
      </dgm:t>
    </dgm:pt>
    <dgm:pt modelId="{C13E86FB-E61B-4595-8AA8-233B1EA727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What is it?</a:t>
          </a:r>
          <a:endParaRPr lang="en-US"/>
        </a:p>
      </dgm:t>
    </dgm:pt>
    <dgm:pt modelId="{93713CC8-3FEE-4378-8553-4EE26E31814B}" type="parTrans" cxnId="{30C6ADFF-2EC6-405B-91D6-1829A2D984AF}">
      <dgm:prSet/>
      <dgm:spPr/>
      <dgm:t>
        <a:bodyPr/>
        <a:lstStyle/>
        <a:p>
          <a:endParaRPr lang="en-US"/>
        </a:p>
      </dgm:t>
    </dgm:pt>
    <dgm:pt modelId="{3C4A5C59-893E-4C46-9113-E20B34166C93}" type="sibTrans" cxnId="{30C6ADFF-2EC6-405B-91D6-1829A2D984AF}">
      <dgm:prSet/>
      <dgm:spPr/>
      <dgm:t>
        <a:bodyPr/>
        <a:lstStyle/>
        <a:p>
          <a:endParaRPr lang="en-US"/>
        </a:p>
      </dgm:t>
    </dgm:pt>
    <dgm:pt modelId="{E8761CCC-03C9-495E-825C-49886B3B2C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a software project and network</a:t>
          </a:r>
          <a:r>
            <a:rPr lang="tr-TR"/>
            <a:t> </a:t>
          </a:r>
          <a:endParaRPr lang="en-US"/>
        </a:p>
      </dgm:t>
    </dgm:pt>
    <dgm:pt modelId="{7CB9E0D7-3001-4E57-978D-B145F113B5E7}" type="parTrans" cxnId="{81458A7C-50C1-4397-B4EA-D600509D9818}">
      <dgm:prSet/>
      <dgm:spPr/>
      <dgm:t>
        <a:bodyPr/>
        <a:lstStyle/>
        <a:p>
          <a:endParaRPr lang="en-US"/>
        </a:p>
      </dgm:t>
    </dgm:pt>
    <dgm:pt modelId="{EA0784ED-124B-4B93-A1E0-EA1C3EF72F6A}" type="sibTrans" cxnId="{81458A7C-50C1-4397-B4EA-D600509D9818}">
      <dgm:prSet/>
      <dgm:spPr/>
      <dgm:t>
        <a:bodyPr/>
        <a:lstStyle/>
        <a:p>
          <a:endParaRPr lang="en-US"/>
        </a:p>
      </dgm:t>
    </dgm:pt>
    <dgm:pt modelId="{10F1CD44-209F-40A8-9B8E-C214CDE6E2B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Offers</a:t>
          </a:r>
          <a:endParaRPr lang="en-US"/>
        </a:p>
      </dgm:t>
    </dgm:pt>
    <dgm:pt modelId="{1AB4D31B-68FC-4D9D-974B-8D5A8D9FC2C2}" type="parTrans" cxnId="{7F363376-A708-401A-94D2-F3136B8E4FF5}">
      <dgm:prSet/>
      <dgm:spPr/>
      <dgm:t>
        <a:bodyPr/>
        <a:lstStyle/>
        <a:p>
          <a:endParaRPr lang="en-US"/>
        </a:p>
      </dgm:t>
    </dgm:pt>
    <dgm:pt modelId="{99A31ED5-AF68-4EA7-96E4-6C73D247EED9}" type="sibTrans" cxnId="{7F363376-A708-401A-94D2-F3136B8E4FF5}">
      <dgm:prSet/>
      <dgm:spPr/>
      <dgm:t>
        <a:bodyPr/>
        <a:lstStyle/>
        <a:p>
          <a:endParaRPr lang="en-US"/>
        </a:p>
      </dgm:t>
    </dgm:pt>
    <dgm:pt modelId="{3C41BB11-AE21-4FA4-9830-AB89258779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anonymity</a:t>
          </a:r>
        </a:p>
      </dgm:t>
    </dgm:pt>
    <dgm:pt modelId="{8C5C83FC-5EEE-4DE7-B158-CEA5BB51EED5}" type="parTrans" cxnId="{4099E539-DE94-4181-A713-242BE7F4F2FB}">
      <dgm:prSet/>
      <dgm:spPr/>
      <dgm:t>
        <a:bodyPr/>
        <a:lstStyle/>
        <a:p>
          <a:endParaRPr lang="en-US"/>
        </a:p>
      </dgm:t>
    </dgm:pt>
    <dgm:pt modelId="{D600278F-99A0-453B-8AC9-66BA00D974B1}" type="sibTrans" cxnId="{4099E539-DE94-4181-A713-242BE7F4F2FB}">
      <dgm:prSet/>
      <dgm:spPr/>
      <dgm:t>
        <a:bodyPr/>
        <a:lstStyle/>
        <a:p>
          <a:endParaRPr lang="en-US"/>
        </a:p>
      </dgm:t>
    </dgm:pt>
    <dgm:pt modelId="{636171D0-7416-44B5-A45E-E5DDC4BAA1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Untraceability</a:t>
          </a:r>
        </a:p>
      </dgm:t>
    </dgm:pt>
    <dgm:pt modelId="{720BC39E-E411-49FE-82EC-387ECE65AF79}" type="parTrans" cxnId="{932B02F6-C178-417A-B470-8FE5C69B112B}">
      <dgm:prSet/>
      <dgm:spPr/>
      <dgm:t>
        <a:bodyPr/>
        <a:lstStyle/>
        <a:p>
          <a:endParaRPr lang="en-US"/>
        </a:p>
      </dgm:t>
    </dgm:pt>
    <dgm:pt modelId="{B54E3123-6353-4572-A06B-0A40494C5E9D}" type="sibTrans" cxnId="{932B02F6-C178-417A-B470-8FE5C69B112B}">
      <dgm:prSet/>
      <dgm:spPr/>
      <dgm:t>
        <a:bodyPr/>
        <a:lstStyle/>
        <a:p>
          <a:endParaRPr lang="en-US"/>
        </a:p>
      </dgm:t>
    </dgm:pt>
    <dgm:pt modelId="{7BCF7C5F-61D9-492C-8882-9D88184B51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privacy.</a:t>
          </a:r>
        </a:p>
      </dgm:t>
    </dgm:pt>
    <dgm:pt modelId="{44BDB982-03E4-4855-8762-36FD34C195C6}" type="parTrans" cxnId="{D0422D21-6BE0-471B-8707-A0E026B5809D}">
      <dgm:prSet/>
      <dgm:spPr/>
      <dgm:t>
        <a:bodyPr/>
        <a:lstStyle/>
        <a:p>
          <a:endParaRPr lang="en-US"/>
        </a:p>
      </dgm:t>
    </dgm:pt>
    <dgm:pt modelId="{B2AEDBFA-5728-4709-954D-E059F26959E5}" type="sibTrans" cxnId="{D0422D21-6BE0-471B-8707-A0E026B5809D}">
      <dgm:prSet/>
      <dgm:spPr/>
      <dgm:t>
        <a:bodyPr/>
        <a:lstStyle/>
        <a:p>
          <a:endParaRPr lang="en-US"/>
        </a:p>
      </dgm:t>
    </dgm:pt>
    <dgm:pt modelId="{DF6DE94F-A0BA-43A7-B766-DAA1D4745C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How?</a:t>
          </a:r>
          <a:endParaRPr lang="en-US"/>
        </a:p>
      </dgm:t>
    </dgm:pt>
    <dgm:pt modelId="{AA92ECEB-922E-4B99-AC34-8A9D2DEC28AD}" type="parTrans" cxnId="{36A4DCA2-C7AD-4242-9E84-2BDDEFBB7B54}">
      <dgm:prSet/>
      <dgm:spPr/>
      <dgm:t>
        <a:bodyPr/>
        <a:lstStyle/>
        <a:p>
          <a:endParaRPr lang="en-US"/>
        </a:p>
      </dgm:t>
    </dgm:pt>
    <dgm:pt modelId="{DC6B2304-E526-43BF-8854-A9F2C1F295E0}" type="sibTrans" cxnId="{36A4DCA2-C7AD-4242-9E84-2BDDEFBB7B54}">
      <dgm:prSet/>
      <dgm:spPr/>
      <dgm:t>
        <a:bodyPr/>
        <a:lstStyle/>
        <a:p>
          <a:endParaRPr lang="en-US"/>
        </a:p>
      </dgm:t>
    </dgm:pt>
    <dgm:pt modelId="{CF2BDA10-2B6E-4243-BABA-9C2969FB2F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encryption and encapsulation of data </a:t>
          </a:r>
        </a:p>
      </dgm:t>
    </dgm:pt>
    <dgm:pt modelId="{E4B55736-8D21-4811-8A8D-CC13AB180861}" type="parTrans" cxnId="{CF3F9A94-92E9-4470-A846-BA9F42A6A6E7}">
      <dgm:prSet/>
      <dgm:spPr/>
      <dgm:t>
        <a:bodyPr/>
        <a:lstStyle/>
        <a:p>
          <a:endParaRPr lang="en-US"/>
        </a:p>
      </dgm:t>
    </dgm:pt>
    <dgm:pt modelId="{5C1EB121-9203-46E7-9DF4-BE7D9EDF871B}" type="sibTrans" cxnId="{CF3F9A94-92E9-4470-A846-BA9F42A6A6E7}">
      <dgm:prSet/>
      <dgm:spPr/>
      <dgm:t>
        <a:bodyPr/>
        <a:lstStyle/>
        <a:p>
          <a:endParaRPr lang="en-US"/>
        </a:p>
      </dgm:t>
    </dgm:pt>
    <dgm:pt modelId="{5E56A365-1678-4919-961B-88234A070E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through randomized network paths</a:t>
          </a:r>
        </a:p>
      </dgm:t>
    </dgm:pt>
    <dgm:pt modelId="{2B33C6F8-7FAA-4596-AD6E-91DAD4588D3E}" type="parTrans" cxnId="{CBCE535A-470A-457A-B225-B6FF30F18458}">
      <dgm:prSet/>
      <dgm:spPr/>
      <dgm:t>
        <a:bodyPr/>
        <a:lstStyle/>
        <a:p>
          <a:endParaRPr lang="en-US"/>
        </a:p>
      </dgm:t>
    </dgm:pt>
    <dgm:pt modelId="{706A76C9-4907-4462-BCE9-996C27824DC2}" type="sibTrans" cxnId="{CBCE535A-470A-457A-B225-B6FF30F18458}">
      <dgm:prSet/>
      <dgm:spPr/>
      <dgm:t>
        <a:bodyPr/>
        <a:lstStyle/>
        <a:p>
          <a:endParaRPr lang="en-US"/>
        </a:p>
      </dgm:t>
    </dgm:pt>
    <dgm:pt modelId="{1685A260-EA22-4597-8903-E6C8AF7551B9}" type="pres">
      <dgm:prSet presAssocID="{A4A6F368-A584-4E1A-94BB-E124BAB97368}" presName="root" presStyleCnt="0">
        <dgm:presLayoutVars>
          <dgm:dir/>
          <dgm:resizeHandles val="exact"/>
        </dgm:presLayoutVars>
      </dgm:prSet>
      <dgm:spPr/>
    </dgm:pt>
    <dgm:pt modelId="{F03FBCB6-D0F6-42C5-880C-AA279DEA608A}" type="pres">
      <dgm:prSet presAssocID="{255073CD-5824-4027-96F4-8AD19096E4FE}" presName="compNode" presStyleCnt="0"/>
      <dgm:spPr/>
    </dgm:pt>
    <dgm:pt modelId="{1CA1F3EC-6932-48FC-95C1-46FB74952CBF}" type="pres">
      <dgm:prSet presAssocID="{255073CD-5824-4027-96F4-8AD19096E4FE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BC3FFCBE-0E86-4410-9CE9-0A46BED74F41}" type="pres">
      <dgm:prSet presAssocID="{255073CD-5824-4027-96F4-8AD19096E4FE}" presName="iconSpace" presStyleCnt="0"/>
      <dgm:spPr/>
    </dgm:pt>
    <dgm:pt modelId="{B79A2B7D-ED86-4F3B-A0DC-EBC51A1C862F}" type="pres">
      <dgm:prSet presAssocID="{255073CD-5824-4027-96F4-8AD19096E4FE}" presName="parTx" presStyleLbl="revTx" presStyleIdx="0" presStyleCnt="8">
        <dgm:presLayoutVars>
          <dgm:chMax val="0"/>
          <dgm:chPref val="0"/>
        </dgm:presLayoutVars>
      </dgm:prSet>
      <dgm:spPr/>
    </dgm:pt>
    <dgm:pt modelId="{1A3ED141-9D61-441F-A337-A22F86371FEC}" type="pres">
      <dgm:prSet presAssocID="{255073CD-5824-4027-96F4-8AD19096E4FE}" presName="txSpace" presStyleCnt="0"/>
      <dgm:spPr/>
    </dgm:pt>
    <dgm:pt modelId="{3B4D7EBB-1A20-486B-B697-98268D1B57BD}" type="pres">
      <dgm:prSet presAssocID="{255073CD-5824-4027-96F4-8AD19096E4FE}" presName="desTx" presStyleLbl="revTx" presStyleIdx="1" presStyleCnt="8">
        <dgm:presLayoutVars/>
      </dgm:prSet>
      <dgm:spPr/>
    </dgm:pt>
    <dgm:pt modelId="{FA4A36EF-5E74-4CBA-AC01-6067FE1C0FE2}" type="pres">
      <dgm:prSet presAssocID="{9A609CDF-0D70-4E54-8E21-35CB978A8AB8}" presName="sibTrans" presStyleCnt="0"/>
      <dgm:spPr/>
    </dgm:pt>
    <dgm:pt modelId="{10F57F21-FB2A-44D6-82D5-F149B4707627}" type="pres">
      <dgm:prSet presAssocID="{C13E86FB-E61B-4595-8AA8-233B1EA727E7}" presName="compNode" presStyleCnt="0"/>
      <dgm:spPr/>
    </dgm:pt>
    <dgm:pt modelId="{22F8F22F-27EE-4993-8BDC-D548A17A7324}" type="pres">
      <dgm:prSet presAssocID="{C13E86FB-E61B-4595-8AA8-233B1EA727E7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w Team Project"/>
        </a:ext>
      </dgm:extLst>
    </dgm:pt>
    <dgm:pt modelId="{2095A408-5D49-4A5B-9D6B-60AD06379403}" type="pres">
      <dgm:prSet presAssocID="{C13E86FB-E61B-4595-8AA8-233B1EA727E7}" presName="iconSpace" presStyleCnt="0"/>
      <dgm:spPr/>
    </dgm:pt>
    <dgm:pt modelId="{27BFD0AE-5C6F-4085-98C4-77FD2442E97C}" type="pres">
      <dgm:prSet presAssocID="{C13E86FB-E61B-4595-8AA8-233B1EA727E7}" presName="parTx" presStyleLbl="revTx" presStyleIdx="2" presStyleCnt="8">
        <dgm:presLayoutVars>
          <dgm:chMax val="0"/>
          <dgm:chPref val="0"/>
        </dgm:presLayoutVars>
      </dgm:prSet>
      <dgm:spPr/>
    </dgm:pt>
    <dgm:pt modelId="{154081F9-2E19-4B5A-AF17-A4D1BF0F5BF4}" type="pres">
      <dgm:prSet presAssocID="{C13E86FB-E61B-4595-8AA8-233B1EA727E7}" presName="txSpace" presStyleCnt="0"/>
      <dgm:spPr/>
    </dgm:pt>
    <dgm:pt modelId="{64F5CD25-5723-4C17-8D14-EB953847FEDE}" type="pres">
      <dgm:prSet presAssocID="{C13E86FB-E61B-4595-8AA8-233B1EA727E7}" presName="desTx" presStyleLbl="revTx" presStyleIdx="3" presStyleCnt="8">
        <dgm:presLayoutVars/>
      </dgm:prSet>
      <dgm:spPr/>
    </dgm:pt>
    <dgm:pt modelId="{A897EFDA-2901-4C73-973B-A7A471B2E3AE}" type="pres">
      <dgm:prSet presAssocID="{3C4A5C59-893E-4C46-9113-E20B34166C93}" presName="sibTrans" presStyleCnt="0"/>
      <dgm:spPr/>
    </dgm:pt>
    <dgm:pt modelId="{562E3440-C627-4675-A9CD-422B1A50B7E4}" type="pres">
      <dgm:prSet presAssocID="{10F1CD44-209F-40A8-9B8E-C214CDE6E2BD}" presName="compNode" presStyleCnt="0"/>
      <dgm:spPr/>
    </dgm:pt>
    <dgm:pt modelId="{0ACC18FF-59D3-40D4-871C-E09083E76E0A}" type="pres">
      <dgm:prSet presAssocID="{10F1CD44-209F-40A8-9B8E-C214CDE6E2BD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log"/>
        </a:ext>
      </dgm:extLst>
    </dgm:pt>
    <dgm:pt modelId="{1C94D615-9326-4667-81F1-ECC40F3D4421}" type="pres">
      <dgm:prSet presAssocID="{10F1CD44-209F-40A8-9B8E-C214CDE6E2BD}" presName="iconSpace" presStyleCnt="0"/>
      <dgm:spPr/>
    </dgm:pt>
    <dgm:pt modelId="{F019C22F-8967-4B8A-AB01-CAED81C32309}" type="pres">
      <dgm:prSet presAssocID="{10F1CD44-209F-40A8-9B8E-C214CDE6E2BD}" presName="parTx" presStyleLbl="revTx" presStyleIdx="4" presStyleCnt="8">
        <dgm:presLayoutVars>
          <dgm:chMax val="0"/>
          <dgm:chPref val="0"/>
        </dgm:presLayoutVars>
      </dgm:prSet>
      <dgm:spPr/>
    </dgm:pt>
    <dgm:pt modelId="{9ACF4B5B-925F-4569-AA30-1F073B31FC7C}" type="pres">
      <dgm:prSet presAssocID="{10F1CD44-209F-40A8-9B8E-C214CDE6E2BD}" presName="txSpace" presStyleCnt="0"/>
      <dgm:spPr/>
    </dgm:pt>
    <dgm:pt modelId="{0AC1CDB7-B02C-4616-B4B9-2CE06E7CC846}" type="pres">
      <dgm:prSet presAssocID="{10F1CD44-209F-40A8-9B8E-C214CDE6E2BD}" presName="desTx" presStyleLbl="revTx" presStyleIdx="5" presStyleCnt="8">
        <dgm:presLayoutVars/>
      </dgm:prSet>
      <dgm:spPr/>
    </dgm:pt>
    <dgm:pt modelId="{7F2C0F48-09BD-4028-B60B-BE76E3A85887}" type="pres">
      <dgm:prSet presAssocID="{99A31ED5-AF68-4EA7-96E4-6C73D247EED9}" presName="sibTrans" presStyleCnt="0"/>
      <dgm:spPr/>
    </dgm:pt>
    <dgm:pt modelId="{73CAFAC1-EBC3-409D-ABB6-9453B8346DD7}" type="pres">
      <dgm:prSet presAssocID="{DF6DE94F-A0BA-43A7-B766-DAA1D4745CD1}" presName="compNode" presStyleCnt="0"/>
      <dgm:spPr/>
    </dgm:pt>
    <dgm:pt modelId="{A71A071F-775B-4FA7-AE5D-3AEAE11A2EFA}" type="pres">
      <dgm:prSet presAssocID="{DF6DE94F-A0BA-43A7-B766-DAA1D4745CD1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ncryption"/>
        </a:ext>
      </dgm:extLst>
    </dgm:pt>
    <dgm:pt modelId="{34304624-3AAC-439B-BCFA-DFEA5C666801}" type="pres">
      <dgm:prSet presAssocID="{DF6DE94F-A0BA-43A7-B766-DAA1D4745CD1}" presName="iconSpace" presStyleCnt="0"/>
      <dgm:spPr/>
    </dgm:pt>
    <dgm:pt modelId="{67595852-E22A-4514-A536-8CD93CC338C0}" type="pres">
      <dgm:prSet presAssocID="{DF6DE94F-A0BA-43A7-B766-DAA1D4745CD1}" presName="parTx" presStyleLbl="revTx" presStyleIdx="6" presStyleCnt="8">
        <dgm:presLayoutVars>
          <dgm:chMax val="0"/>
          <dgm:chPref val="0"/>
        </dgm:presLayoutVars>
      </dgm:prSet>
      <dgm:spPr/>
    </dgm:pt>
    <dgm:pt modelId="{A5C73C4B-CC57-4232-8F50-8A52143BA4F6}" type="pres">
      <dgm:prSet presAssocID="{DF6DE94F-A0BA-43A7-B766-DAA1D4745CD1}" presName="txSpace" presStyleCnt="0"/>
      <dgm:spPr/>
    </dgm:pt>
    <dgm:pt modelId="{F46D7EAE-B666-4DF6-AA30-9C4A7AC0FBA9}" type="pres">
      <dgm:prSet presAssocID="{DF6DE94F-A0BA-43A7-B766-DAA1D4745CD1}" presName="desTx" presStyleLbl="revTx" presStyleIdx="7" presStyleCnt="8">
        <dgm:presLayoutVars/>
      </dgm:prSet>
      <dgm:spPr/>
    </dgm:pt>
  </dgm:ptLst>
  <dgm:cxnLst>
    <dgm:cxn modelId="{D0422D21-6BE0-471B-8707-A0E026B5809D}" srcId="{10F1CD44-209F-40A8-9B8E-C214CDE6E2BD}" destId="{7BCF7C5F-61D9-492C-8882-9D88184B5148}" srcOrd="2" destOrd="0" parTransId="{44BDB982-03E4-4855-8762-36FD34C195C6}" sibTransId="{B2AEDBFA-5728-4709-954D-E059F26959E5}"/>
    <dgm:cxn modelId="{4BEC5D35-2BCA-41C8-8ED8-7BE612F7C7BA}" type="presOf" srcId="{A2E347C7-A728-4AB9-9067-D3A6821582D6}" destId="{3B4D7EBB-1A20-486B-B697-98268D1B57BD}" srcOrd="0" destOrd="0" presId="urn:microsoft.com/office/officeart/2018/5/layout/CenteredIconLabelDescriptionList"/>
    <dgm:cxn modelId="{4099E539-DE94-4181-A713-242BE7F4F2FB}" srcId="{10F1CD44-209F-40A8-9B8E-C214CDE6E2BD}" destId="{3C41BB11-AE21-4FA4-9830-AB892587792A}" srcOrd="0" destOrd="0" parTransId="{8C5C83FC-5EEE-4DE7-B158-CEA5BB51EED5}" sibTransId="{D600278F-99A0-453B-8AC9-66BA00D974B1}"/>
    <dgm:cxn modelId="{FF8BDE3C-7101-4E84-BBAF-CFC567E4A510}" type="presOf" srcId="{3C41BB11-AE21-4FA4-9830-AB892587792A}" destId="{0AC1CDB7-B02C-4616-B4B9-2CE06E7CC846}" srcOrd="0" destOrd="0" presId="urn:microsoft.com/office/officeart/2018/5/layout/CenteredIconLabelDescriptionList"/>
    <dgm:cxn modelId="{95A94D6B-C9EC-471C-8BDF-80C5B75F4BEA}" type="presOf" srcId="{255073CD-5824-4027-96F4-8AD19096E4FE}" destId="{B79A2B7D-ED86-4F3B-A0DC-EBC51A1C862F}" srcOrd="0" destOrd="0" presId="urn:microsoft.com/office/officeart/2018/5/layout/CenteredIconLabelDescriptionList"/>
    <dgm:cxn modelId="{DE06B96C-016E-4224-B284-0FECA1A1C6E5}" type="presOf" srcId="{7BCF7C5F-61D9-492C-8882-9D88184B5148}" destId="{0AC1CDB7-B02C-4616-B4B9-2CE06E7CC846}" srcOrd="0" destOrd="2" presId="urn:microsoft.com/office/officeart/2018/5/layout/CenteredIconLabelDescriptionList"/>
    <dgm:cxn modelId="{43626C4E-6979-47AC-A244-8A4C87013442}" type="presOf" srcId="{CF2BDA10-2B6E-4243-BABA-9C2969FB2F31}" destId="{F46D7EAE-B666-4DF6-AA30-9C4A7AC0FBA9}" srcOrd="0" destOrd="0" presId="urn:microsoft.com/office/officeart/2018/5/layout/CenteredIconLabelDescriptionList"/>
    <dgm:cxn modelId="{7F363376-A708-401A-94D2-F3136B8E4FF5}" srcId="{A4A6F368-A584-4E1A-94BB-E124BAB97368}" destId="{10F1CD44-209F-40A8-9B8E-C214CDE6E2BD}" srcOrd="2" destOrd="0" parTransId="{1AB4D31B-68FC-4D9D-974B-8D5A8D9FC2C2}" sibTransId="{99A31ED5-AF68-4EA7-96E4-6C73D247EED9}"/>
    <dgm:cxn modelId="{CBCE535A-470A-457A-B225-B6FF30F18458}" srcId="{DF6DE94F-A0BA-43A7-B766-DAA1D4745CD1}" destId="{5E56A365-1678-4919-961B-88234A070EEA}" srcOrd="1" destOrd="0" parTransId="{2B33C6F8-7FAA-4596-AD6E-91DAD4588D3E}" sibTransId="{706A76C9-4907-4462-BCE9-996C27824DC2}"/>
    <dgm:cxn modelId="{81458A7C-50C1-4397-B4EA-D600509D9818}" srcId="{C13E86FB-E61B-4595-8AA8-233B1EA727E7}" destId="{E8761CCC-03C9-495E-825C-49886B3B2C56}" srcOrd="0" destOrd="0" parTransId="{7CB9E0D7-3001-4E57-978D-B145F113B5E7}" sibTransId="{EA0784ED-124B-4B93-A1E0-EA1C3EF72F6A}"/>
    <dgm:cxn modelId="{5F877281-BFE8-48CC-A6ED-AFC77CC5A46F}" type="presOf" srcId="{DF6DE94F-A0BA-43A7-B766-DAA1D4745CD1}" destId="{67595852-E22A-4514-A536-8CD93CC338C0}" srcOrd="0" destOrd="0" presId="urn:microsoft.com/office/officeart/2018/5/layout/CenteredIconLabelDescriptionList"/>
    <dgm:cxn modelId="{EB84A281-F3D0-411C-9F1F-43D2446F7569}" srcId="{255073CD-5824-4027-96F4-8AD19096E4FE}" destId="{A2E347C7-A728-4AB9-9067-D3A6821582D6}" srcOrd="0" destOrd="0" parTransId="{798B2C40-C55B-45AF-A728-02B57AAC6E2E}" sibTransId="{F7E79118-989B-4196-88C3-96C279AC5AF2}"/>
    <dgm:cxn modelId="{21DE6C88-FE4B-4EFC-9CBF-14F50F970FBD}" type="presOf" srcId="{C13E86FB-E61B-4595-8AA8-233B1EA727E7}" destId="{27BFD0AE-5C6F-4085-98C4-77FD2442E97C}" srcOrd="0" destOrd="0" presId="urn:microsoft.com/office/officeart/2018/5/layout/CenteredIconLabelDescriptionList"/>
    <dgm:cxn modelId="{CF3F9A94-92E9-4470-A846-BA9F42A6A6E7}" srcId="{DF6DE94F-A0BA-43A7-B766-DAA1D4745CD1}" destId="{CF2BDA10-2B6E-4243-BABA-9C2969FB2F31}" srcOrd="0" destOrd="0" parTransId="{E4B55736-8D21-4811-8A8D-CC13AB180861}" sibTransId="{5C1EB121-9203-46E7-9DF4-BE7D9EDF871B}"/>
    <dgm:cxn modelId="{A6919097-AFA0-4ECF-80E3-EB5E4C91F0ED}" type="presOf" srcId="{5E56A365-1678-4919-961B-88234A070EEA}" destId="{F46D7EAE-B666-4DF6-AA30-9C4A7AC0FBA9}" srcOrd="0" destOrd="1" presId="urn:microsoft.com/office/officeart/2018/5/layout/CenteredIconLabelDescriptionList"/>
    <dgm:cxn modelId="{B528749B-F02D-49B5-9371-F0E0F60E60EE}" type="presOf" srcId="{A4A6F368-A584-4E1A-94BB-E124BAB97368}" destId="{1685A260-EA22-4597-8903-E6C8AF7551B9}" srcOrd="0" destOrd="0" presId="urn:microsoft.com/office/officeart/2018/5/layout/CenteredIconLabelDescriptionList"/>
    <dgm:cxn modelId="{36A4DCA2-C7AD-4242-9E84-2BDDEFBB7B54}" srcId="{A4A6F368-A584-4E1A-94BB-E124BAB97368}" destId="{DF6DE94F-A0BA-43A7-B766-DAA1D4745CD1}" srcOrd="3" destOrd="0" parTransId="{AA92ECEB-922E-4B99-AC34-8A9D2DEC28AD}" sibTransId="{DC6B2304-E526-43BF-8854-A9F2C1F295E0}"/>
    <dgm:cxn modelId="{1841A4E1-DC1C-41FA-87B0-F857A7D6F447}" type="presOf" srcId="{10F1CD44-209F-40A8-9B8E-C214CDE6E2BD}" destId="{F019C22F-8967-4B8A-AB01-CAED81C32309}" srcOrd="0" destOrd="0" presId="urn:microsoft.com/office/officeart/2018/5/layout/CenteredIconLabelDescriptionList"/>
    <dgm:cxn modelId="{E60293ED-CA27-4DC5-A1BE-10A371D7E6D3}" type="presOf" srcId="{636171D0-7416-44B5-A45E-E5DDC4BAA167}" destId="{0AC1CDB7-B02C-4616-B4B9-2CE06E7CC846}" srcOrd="0" destOrd="1" presId="urn:microsoft.com/office/officeart/2018/5/layout/CenteredIconLabelDescriptionList"/>
    <dgm:cxn modelId="{483A70F4-1628-4FC4-9F65-EA9A3578C681}" srcId="{A4A6F368-A584-4E1A-94BB-E124BAB97368}" destId="{255073CD-5824-4027-96F4-8AD19096E4FE}" srcOrd="0" destOrd="0" parTransId="{8B1E260F-441D-4F7F-8D5D-EA0969681917}" sibTransId="{9A609CDF-0D70-4E54-8E21-35CB978A8AB8}"/>
    <dgm:cxn modelId="{932B02F6-C178-417A-B470-8FE5C69B112B}" srcId="{10F1CD44-209F-40A8-9B8E-C214CDE6E2BD}" destId="{636171D0-7416-44B5-A45E-E5DDC4BAA167}" srcOrd="1" destOrd="0" parTransId="{720BC39E-E411-49FE-82EC-387ECE65AF79}" sibTransId="{B54E3123-6353-4572-A06B-0A40494C5E9D}"/>
    <dgm:cxn modelId="{906FF4F7-F9F8-4224-B362-AF3CA3A8271B}" type="presOf" srcId="{E8761CCC-03C9-495E-825C-49886B3B2C56}" destId="{64F5CD25-5723-4C17-8D14-EB953847FEDE}" srcOrd="0" destOrd="0" presId="urn:microsoft.com/office/officeart/2018/5/layout/CenteredIconLabelDescriptionList"/>
    <dgm:cxn modelId="{30C6ADFF-2EC6-405B-91D6-1829A2D984AF}" srcId="{A4A6F368-A584-4E1A-94BB-E124BAB97368}" destId="{C13E86FB-E61B-4595-8AA8-233B1EA727E7}" srcOrd="1" destOrd="0" parTransId="{93713CC8-3FEE-4378-8553-4EE26E31814B}" sibTransId="{3C4A5C59-893E-4C46-9113-E20B34166C93}"/>
    <dgm:cxn modelId="{66FA57EC-A4A5-4038-B009-15AFE3A3E21E}" type="presParOf" srcId="{1685A260-EA22-4597-8903-E6C8AF7551B9}" destId="{F03FBCB6-D0F6-42C5-880C-AA279DEA608A}" srcOrd="0" destOrd="0" presId="urn:microsoft.com/office/officeart/2018/5/layout/CenteredIconLabelDescriptionList"/>
    <dgm:cxn modelId="{5E81D7B1-8388-4B34-B4ED-E225A4CBC0BD}" type="presParOf" srcId="{F03FBCB6-D0F6-42C5-880C-AA279DEA608A}" destId="{1CA1F3EC-6932-48FC-95C1-46FB74952CBF}" srcOrd="0" destOrd="0" presId="urn:microsoft.com/office/officeart/2018/5/layout/CenteredIconLabelDescriptionList"/>
    <dgm:cxn modelId="{3F047556-D84C-4C7D-9705-1F01FD79EDA0}" type="presParOf" srcId="{F03FBCB6-D0F6-42C5-880C-AA279DEA608A}" destId="{BC3FFCBE-0E86-4410-9CE9-0A46BED74F41}" srcOrd="1" destOrd="0" presId="urn:microsoft.com/office/officeart/2018/5/layout/CenteredIconLabelDescriptionList"/>
    <dgm:cxn modelId="{44E41D9A-4043-4CD6-BBAA-724B818F7A77}" type="presParOf" srcId="{F03FBCB6-D0F6-42C5-880C-AA279DEA608A}" destId="{B79A2B7D-ED86-4F3B-A0DC-EBC51A1C862F}" srcOrd="2" destOrd="0" presId="urn:microsoft.com/office/officeart/2018/5/layout/CenteredIconLabelDescriptionList"/>
    <dgm:cxn modelId="{5EEA346A-6E15-4593-A5A3-5B908E6D2555}" type="presParOf" srcId="{F03FBCB6-D0F6-42C5-880C-AA279DEA608A}" destId="{1A3ED141-9D61-441F-A337-A22F86371FEC}" srcOrd="3" destOrd="0" presId="urn:microsoft.com/office/officeart/2018/5/layout/CenteredIconLabelDescriptionList"/>
    <dgm:cxn modelId="{D77A5042-4AD7-423A-B8C3-77DA2883F8D0}" type="presParOf" srcId="{F03FBCB6-D0F6-42C5-880C-AA279DEA608A}" destId="{3B4D7EBB-1A20-486B-B697-98268D1B57BD}" srcOrd="4" destOrd="0" presId="urn:microsoft.com/office/officeart/2018/5/layout/CenteredIconLabelDescriptionList"/>
    <dgm:cxn modelId="{570B7D88-3956-4554-94F4-EA2F086DF6BC}" type="presParOf" srcId="{1685A260-EA22-4597-8903-E6C8AF7551B9}" destId="{FA4A36EF-5E74-4CBA-AC01-6067FE1C0FE2}" srcOrd="1" destOrd="0" presId="urn:microsoft.com/office/officeart/2018/5/layout/CenteredIconLabelDescriptionList"/>
    <dgm:cxn modelId="{6FD54544-6406-4152-8332-D165E28B2F0B}" type="presParOf" srcId="{1685A260-EA22-4597-8903-E6C8AF7551B9}" destId="{10F57F21-FB2A-44D6-82D5-F149B4707627}" srcOrd="2" destOrd="0" presId="urn:microsoft.com/office/officeart/2018/5/layout/CenteredIconLabelDescriptionList"/>
    <dgm:cxn modelId="{01FCE555-DEE7-4506-A957-91B9A43E4580}" type="presParOf" srcId="{10F57F21-FB2A-44D6-82D5-F149B4707627}" destId="{22F8F22F-27EE-4993-8BDC-D548A17A7324}" srcOrd="0" destOrd="0" presId="urn:microsoft.com/office/officeart/2018/5/layout/CenteredIconLabelDescriptionList"/>
    <dgm:cxn modelId="{C0FB1E33-1D7B-43B0-8F90-E0726D8687C9}" type="presParOf" srcId="{10F57F21-FB2A-44D6-82D5-F149B4707627}" destId="{2095A408-5D49-4A5B-9D6B-60AD06379403}" srcOrd="1" destOrd="0" presId="urn:microsoft.com/office/officeart/2018/5/layout/CenteredIconLabelDescriptionList"/>
    <dgm:cxn modelId="{25F23CBE-1D32-4D16-9E5E-4EB1DCADEF67}" type="presParOf" srcId="{10F57F21-FB2A-44D6-82D5-F149B4707627}" destId="{27BFD0AE-5C6F-4085-98C4-77FD2442E97C}" srcOrd="2" destOrd="0" presId="urn:microsoft.com/office/officeart/2018/5/layout/CenteredIconLabelDescriptionList"/>
    <dgm:cxn modelId="{D5BDD44E-93B8-4058-9829-8578AB553160}" type="presParOf" srcId="{10F57F21-FB2A-44D6-82D5-F149B4707627}" destId="{154081F9-2E19-4B5A-AF17-A4D1BF0F5BF4}" srcOrd="3" destOrd="0" presId="urn:microsoft.com/office/officeart/2018/5/layout/CenteredIconLabelDescriptionList"/>
    <dgm:cxn modelId="{61FAD7C6-3A92-4FA5-82B0-22C0C94C0C03}" type="presParOf" srcId="{10F57F21-FB2A-44D6-82D5-F149B4707627}" destId="{64F5CD25-5723-4C17-8D14-EB953847FEDE}" srcOrd="4" destOrd="0" presId="urn:microsoft.com/office/officeart/2018/5/layout/CenteredIconLabelDescriptionList"/>
    <dgm:cxn modelId="{86635220-786D-433A-BCA6-561CEC81B7B8}" type="presParOf" srcId="{1685A260-EA22-4597-8903-E6C8AF7551B9}" destId="{A897EFDA-2901-4C73-973B-A7A471B2E3AE}" srcOrd="3" destOrd="0" presId="urn:microsoft.com/office/officeart/2018/5/layout/CenteredIconLabelDescriptionList"/>
    <dgm:cxn modelId="{7E86AA60-8426-40AC-935D-F0F3486BD873}" type="presParOf" srcId="{1685A260-EA22-4597-8903-E6C8AF7551B9}" destId="{562E3440-C627-4675-A9CD-422B1A50B7E4}" srcOrd="4" destOrd="0" presId="urn:microsoft.com/office/officeart/2018/5/layout/CenteredIconLabelDescriptionList"/>
    <dgm:cxn modelId="{80CBAF5F-75EE-4FFA-B8C2-6C2166F4CDCC}" type="presParOf" srcId="{562E3440-C627-4675-A9CD-422B1A50B7E4}" destId="{0ACC18FF-59D3-40D4-871C-E09083E76E0A}" srcOrd="0" destOrd="0" presId="urn:microsoft.com/office/officeart/2018/5/layout/CenteredIconLabelDescriptionList"/>
    <dgm:cxn modelId="{74F63E5C-E92B-4954-891F-B44FC7D26479}" type="presParOf" srcId="{562E3440-C627-4675-A9CD-422B1A50B7E4}" destId="{1C94D615-9326-4667-81F1-ECC40F3D4421}" srcOrd="1" destOrd="0" presId="urn:microsoft.com/office/officeart/2018/5/layout/CenteredIconLabelDescriptionList"/>
    <dgm:cxn modelId="{5867DA9A-5545-477B-8418-FCF11FA60830}" type="presParOf" srcId="{562E3440-C627-4675-A9CD-422B1A50B7E4}" destId="{F019C22F-8967-4B8A-AB01-CAED81C32309}" srcOrd="2" destOrd="0" presId="urn:microsoft.com/office/officeart/2018/5/layout/CenteredIconLabelDescriptionList"/>
    <dgm:cxn modelId="{73BEE75B-2D75-4635-841B-5A00C8394765}" type="presParOf" srcId="{562E3440-C627-4675-A9CD-422B1A50B7E4}" destId="{9ACF4B5B-925F-4569-AA30-1F073B31FC7C}" srcOrd="3" destOrd="0" presId="urn:microsoft.com/office/officeart/2018/5/layout/CenteredIconLabelDescriptionList"/>
    <dgm:cxn modelId="{F6440F7E-EED4-4179-AB4C-ED8B7D925321}" type="presParOf" srcId="{562E3440-C627-4675-A9CD-422B1A50B7E4}" destId="{0AC1CDB7-B02C-4616-B4B9-2CE06E7CC846}" srcOrd="4" destOrd="0" presId="urn:microsoft.com/office/officeart/2018/5/layout/CenteredIconLabelDescriptionList"/>
    <dgm:cxn modelId="{69487DCB-A027-46C2-A133-250E3AA74778}" type="presParOf" srcId="{1685A260-EA22-4597-8903-E6C8AF7551B9}" destId="{7F2C0F48-09BD-4028-B60B-BE76E3A85887}" srcOrd="5" destOrd="0" presId="urn:microsoft.com/office/officeart/2018/5/layout/CenteredIconLabelDescriptionList"/>
    <dgm:cxn modelId="{D554D152-6FB1-4631-98F0-EFE501E22A05}" type="presParOf" srcId="{1685A260-EA22-4597-8903-E6C8AF7551B9}" destId="{73CAFAC1-EBC3-409D-ABB6-9453B8346DD7}" srcOrd="6" destOrd="0" presId="urn:microsoft.com/office/officeart/2018/5/layout/CenteredIconLabelDescriptionList"/>
    <dgm:cxn modelId="{4C49CC08-1683-4805-818E-A900C8CFFDA5}" type="presParOf" srcId="{73CAFAC1-EBC3-409D-ABB6-9453B8346DD7}" destId="{A71A071F-775B-4FA7-AE5D-3AEAE11A2EFA}" srcOrd="0" destOrd="0" presId="urn:microsoft.com/office/officeart/2018/5/layout/CenteredIconLabelDescriptionList"/>
    <dgm:cxn modelId="{9DDA49AC-1D61-4780-94A2-90C78AC6EA09}" type="presParOf" srcId="{73CAFAC1-EBC3-409D-ABB6-9453B8346DD7}" destId="{34304624-3AAC-439B-BCFA-DFEA5C666801}" srcOrd="1" destOrd="0" presId="urn:microsoft.com/office/officeart/2018/5/layout/CenteredIconLabelDescriptionList"/>
    <dgm:cxn modelId="{229D1B5A-4195-40AB-B7B2-DFDDDAA86455}" type="presParOf" srcId="{73CAFAC1-EBC3-409D-ABB6-9453B8346DD7}" destId="{67595852-E22A-4514-A536-8CD93CC338C0}" srcOrd="2" destOrd="0" presId="urn:microsoft.com/office/officeart/2018/5/layout/CenteredIconLabelDescriptionList"/>
    <dgm:cxn modelId="{AB553F8D-82EE-4325-921C-99DB59A9B8EB}" type="presParOf" srcId="{73CAFAC1-EBC3-409D-ABB6-9453B8346DD7}" destId="{A5C73C4B-CC57-4232-8F50-8A52143BA4F6}" srcOrd="3" destOrd="0" presId="urn:microsoft.com/office/officeart/2018/5/layout/CenteredIconLabelDescriptionList"/>
    <dgm:cxn modelId="{9B2908C1-2D4B-46D7-BFBA-254D5DC7B4DC}" type="presParOf" srcId="{73CAFAC1-EBC3-409D-ABB6-9453B8346DD7}" destId="{F46D7EAE-B666-4DF6-AA30-9C4A7AC0FBA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FC65973F-9C67-4D45-AAE8-D39BB64C31D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34E7BCF-70C8-46FC-98CB-3064847272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Transport over Tor Network</a:t>
          </a:r>
          <a:endParaRPr lang="en-US"/>
        </a:p>
      </dgm:t>
    </dgm:pt>
    <dgm:pt modelId="{4E6A5074-DBC5-4FE9-880B-AF70C849BF76}" type="parTrans" cxnId="{F308638B-955E-4977-AE50-42CF07E7CD82}">
      <dgm:prSet/>
      <dgm:spPr/>
      <dgm:t>
        <a:bodyPr/>
        <a:lstStyle/>
        <a:p>
          <a:endParaRPr lang="en-US"/>
        </a:p>
      </dgm:t>
    </dgm:pt>
    <dgm:pt modelId="{57A9B05D-0699-4E9B-BF54-2EBBA0613E7C}" type="sibTrans" cxnId="{F308638B-955E-4977-AE50-42CF07E7CD82}">
      <dgm:prSet/>
      <dgm:spPr/>
      <dgm:t>
        <a:bodyPr/>
        <a:lstStyle/>
        <a:p>
          <a:endParaRPr lang="en-US"/>
        </a:p>
      </dgm:t>
    </dgm:pt>
    <dgm:pt modelId="{C7D945BD-B090-4B5A-8B83-05086B464D3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 offers</a:t>
          </a:r>
          <a:r>
            <a:rPr lang="tr-TR"/>
            <a:t> </a:t>
          </a:r>
          <a:r>
            <a:rPr lang="en-US"/>
            <a:t>configuration options</a:t>
          </a:r>
          <a:r>
            <a:rPr lang="tr-TR"/>
            <a:t> </a:t>
          </a:r>
          <a:endParaRPr lang="en-US"/>
        </a:p>
      </dgm:t>
    </dgm:pt>
    <dgm:pt modelId="{63014A3C-547B-46D5-A08F-D47A85DB5284}" type="parTrans" cxnId="{C9A43361-F928-4054-AEA7-48E649407369}">
      <dgm:prSet/>
      <dgm:spPr/>
      <dgm:t>
        <a:bodyPr/>
        <a:lstStyle/>
        <a:p>
          <a:endParaRPr lang="en-US"/>
        </a:p>
      </dgm:t>
    </dgm:pt>
    <dgm:pt modelId="{1EAEFBD8-76FE-4147-8FF0-79424D391C52}" type="sibTrans" cxnId="{C9A43361-F928-4054-AEA7-48E649407369}">
      <dgm:prSet/>
      <dgm:spPr/>
      <dgm:t>
        <a:bodyPr/>
        <a:lstStyle/>
        <a:p>
          <a:endParaRPr lang="en-US"/>
        </a:p>
      </dgm:t>
    </dgm:pt>
    <dgm:pt modelId="{FD9C825D-82B8-4E8F-9AE5-ACE8AE87A6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</a:t>
          </a:r>
          <a:r>
            <a:rPr lang="tr-TR"/>
            <a:t>transport traffic </a:t>
          </a:r>
          <a:r>
            <a:rPr lang="en-US"/>
            <a:t>over the Tor network</a:t>
          </a:r>
        </a:p>
      </dgm:t>
    </dgm:pt>
    <dgm:pt modelId="{BACD3E94-DE77-4B0C-874C-575C28A9079D}" type="parTrans" cxnId="{4CDF59B4-2B4D-4DC0-89F5-F1E6A0CBA360}">
      <dgm:prSet/>
      <dgm:spPr/>
      <dgm:t>
        <a:bodyPr/>
        <a:lstStyle/>
        <a:p>
          <a:endParaRPr lang="en-US"/>
        </a:p>
      </dgm:t>
    </dgm:pt>
    <dgm:pt modelId="{2DA687CF-0252-4911-913E-AC85C7107008}" type="sibTrans" cxnId="{4CDF59B4-2B4D-4DC0-89F5-F1E6A0CBA360}">
      <dgm:prSet/>
      <dgm:spPr/>
      <dgm:t>
        <a:bodyPr/>
        <a:lstStyle/>
        <a:p>
          <a:endParaRPr lang="en-US"/>
        </a:p>
      </dgm:t>
    </dgm:pt>
    <dgm:pt modelId="{BA2E7394-4E45-461F-A234-44E53C613BB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Connect Tor Nodes</a:t>
          </a:r>
          <a:endParaRPr lang="en-US"/>
        </a:p>
      </dgm:t>
    </dgm:pt>
    <dgm:pt modelId="{C8CB8805-8575-4FD4-824F-E2DDDCCFEF50}" type="parTrans" cxnId="{13163F1D-E3D3-4997-ADE4-F94B5B7F5973}">
      <dgm:prSet/>
      <dgm:spPr/>
      <dgm:t>
        <a:bodyPr/>
        <a:lstStyle/>
        <a:p>
          <a:endParaRPr lang="en-US"/>
        </a:p>
      </dgm:t>
    </dgm:pt>
    <dgm:pt modelId="{05BE5371-2664-4303-81F6-5EABE19D7FD0}" type="sibTrans" cxnId="{13163F1D-E3D3-4997-ADE4-F94B5B7F5973}">
      <dgm:prSet/>
      <dgm:spPr/>
      <dgm:t>
        <a:bodyPr/>
        <a:lstStyle/>
        <a:p>
          <a:endParaRPr lang="en-US"/>
        </a:p>
      </dgm:t>
    </dgm:pt>
    <dgm:pt modelId="{2A0DE57D-28DB-431E-AD9D-B536712C612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 can also</a:t>
          </a:r>
          <a:r>
            <a:rPr lang="tr-TR"/>
            <a:t> </a:t>
          </a:r>
          <a:r>
            <a:rPr lang="en-US"/>
            <a:t>offer a Tor hidden service </a:t>
          </a:r>
        </a:p>
      </dgm:t>
    </dgm:pt>
    <dgm:pt modelId="{C8E53C95-A474-4AB5-A51C-AD793983A53E}" type="parTrans" cxnId="{838B41EC-418A-43A5-BCA0-A468101B8DCF}">
      <dgm:prSet/>
      <dgm:spPr/>
      <dgm:t>
        <a:bodyPr/>
        <a:lstStyle/>
        <a:p>
          <a:endParaRPr lang="en-US"/>
        </a:p>
      </dgm:t>
    </dgm:pt>
    <dgm:pt modelId="{BFAB492F-2B0C-4CC6-B038-123C04DAC166}" type="sibTrans" cxnId="{838B41EC-418A-43A5-BCA0-A468101B8DCF}">
      <dgm:prSet/>
      <dgm:spPr/>
      <dgm:t>
        <a:bodyPr/>
        <a:lstStyle/>
        <a:p>
          <a:endParaRPr lang="en-US"/>
        </a:p>
      </dgm:t>
    </dgm:pt>
    <dgm:pt modelId="{8107C41C-30B6-479C-8E05-9638843B37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allowing other Tor nodes </a:t>
          </a:r>
        </a:p>
      </dgm:t>
    </dgm:pt>
    <dgm:pt modelId="{F9EFD671-C9B8-45D8-A39A-7D5986DF8C42}" type="parTrans" cxnId="{F4BECD27-1C35-4C77-A1E5-E6750024A72E}">
      <dgm:prSet/>
      <dgm:spPr/>
      <dgm:t>
        <a:bodyPr/>
        <a:lstStyle/>
        <a:p>
          <a:endParaRPr lang="en-US"/>
        </a:p>
      </dgm:t>
    </dgm:pt>
    <dgm:pt modelId="{EB86870E-2858-4F37-AD26-8BD2CD467260}" type="sibTrans" cxnId="{F4BECD27-1C35-4C77-A1E5-E6750024A72E}">
      <dgm:prSet/>
      <dgm:spPr/>
      <dgm:t>
        <a:bodyPr/>
        <a:lstStyle/>
        <a:p>
          <a:endParaRPr lang="en-US"/>
        </a:p>
      </dgm:t>
    </dgm:pt>
    <dgm:pt modelId="{6E65F744-18C6-48F6-9C18-DCBAA557999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connect to your node directly</a:t>
          </a:r>
          <a:r>
            <a:rPr lang="tr-TR" dirty="0"/>
            <a:t> </a:t>
          </a:r>
          <a:r>
            <a:rPr lang="tr-TR" dirty="0" err="1"/>
            <a:t>over</a:t>
          </a:r>
          <a:r>
            <a:rPr lang="tr-TR" dirty="0"/>
            <a:t> Tor</a:t>
          </a:r>
          <a:endParaRPr lang="en-US" dirty="0"/>
        </a:p>
      </dgm:t>
    </dgm:pt>
    <dgm:pt modelId="{20C563E9-3CD7-41EC-A6F6-238315620337}" type="parTrans" cxnId="{76151F3A-AF8D-48CF-96A6-A24B82AF9F64}">
      <dgm:prSet/>
      <dgm:spPr/>
      <dgm:t>
        <a:bodyPr/>
        <a:lstStyle/>
        <a:p>
          <a:endParaRPr lang="en-US"/>
        </a:p>
      </dgm:t>
    </dgm:pt>
    <dgm:pt modelId="{9063223B-C491-44E1-9E1D-81CD7BE1FA4F}" type="sibTrans" cxnId="{76151F3A-AF8D-48CF-96A6-A24B82AF9F64}">
      <dgm:prSet/>
      <dgm:spPr/>
      <dgm:t>
        <a:bodyPr/>
        <a:lstStyle/>
        <a:p>
          <a:endParaRPr lang="en-US"/>
        </a:p>
      </dgm:t>
    </dgm:pt>
    <dgm:pt modelId="{947E03F1-FAEF-42A1-B6A5-D99214B512EB}" type="pres">
      <dgm:prSet presAssocID="{FC65973F-9C67-4D45-AAE8-D39BB64C31D5}" presName="root" presStyleCnt="0">
        <dgm:presLayoutVars>
          <dgm:dir/>
          <dgm:resizeHandles val="exact"/>
        </dgm:presLayoutVars>
      </dgm:prSet>
      <dgm:spPr/>
    </dgm:pt>
    <dgm:pt modelId="{37339EF4-3BD9-4EB2-B6EF-686638FBC4E3}" type="pres">
      <dgm:prSet presAssocID="{534E7BCF-70C8-46FC-98CB-306484727291}" presName="compNode" presStyleCnt="0"/>
      <dgm:spPr/>
    </dgm:pt>
    <dgm:pt modelId="{4969B92A-927F-45BB-A36F-6FBE22BC9423}" type="pres">
      <dgm:prSet presAssocID="{534E7BCF-70C8-46FC-98CB-30648472729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in"/>
        </a:ext>
      </dgm:extLst>
    </dgm:pt>
    <dgm:pt modelId="{2922EAB9-9407-4051-820F-D92B4F301B70}" type="pres">
      <dgm:prSet presAssocID="{534E7BCF-70C8-46FC-98CB-306484727291}" presName="iconSpace" presStyleCnt="0"/>
      <dgm:spPr/>
    </dgm:pt>
    <dgm:pt modelId="{C7EBA3D7-8926-4110-AE5E-6C03735D70BD}" type="pres">
      <dgm:prSet presAssocID="{534E7BCF-70C8-46FC-98CB-306484727291}" presName="parTx" presStyleLbl="revTx" presStyleIdx="0" presStyleCnt="4">
        <dgm:presLayoutVars>
          <dgm:chMax val="0"/>
          <dgm:chPref val="0"/>
        </dgm:presLayoutVars>
      </dgm:prSet>
      <dgm:spPr/>
    </dgm:pt>
    <dgm:pt modelId="{F79A8330-DC04-45DB-B9C5-E16239047FED}" type="pres">
      <dgm:prSet presAssocID="{534E7BCF-70C8-46FC-98CB-306484727291}" presName="txSpace" presStyleCnt="0"/>
      <dgm:spPr/>
    </dgm:pt>
    <dgm:pt modelId="{DC23733C-0323-4145-815F-9409B986B224}" type="pres">
      <dgm:prSet presAssocID="{534E7BCF-70C8-46FC-98CB-306484727291}" presName="desTx" presStyleLbl="revTx" presStyleIdx="1" presStyleCnt="4">
        <dgm:presLayoutVars/>
      </dgm:prSet>
      <dgm:spPr/>
    </dgm:pt>
    <dgm:pt modelId="{2B5A3CF0-37D7-46FC-B2E2-F89ADBAA535F}" type="pres">
      <dgm:prSet presAssocID="{57A9B05D-0699-4E9B-BF54-2EBBA0613E7C}" presName="sibTrans" presStyleCnt="0"/>
      <dgm:spPr/>
    </dgm:pt>
    <dgm:pt modelId="{28C820B6-460C-4901-8EBC-5DE530F9446B}" type="pres">
      <dgm:prSet presAssocID="{BA2E7394-4E45-461F-A234-44E53C613BB4}" presName="compNode" presStyleCnt="0"/>
      <dgm:spPr/>
    </dgm:pt>
    <dgm:pt modelId="{0BBA5611-6702-4B84-BDC3-F762746FDEB8}" type="pres">
      <dgm:prSet presAssocID="{BA2E7394-4E45-461F-A234-44E53C613BB4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ADE30D86-4AAD-4E59-BACB-2A272E29B383}" type="pres">
      <dgm:prSet presAssocID="{BA2E7394-4E45-461F-A234-44E53C613BB4}" presName="iconSpace" presStyleCnt="0"/>
      <dgm:spPr/>
    </dgm:pt>
    <dgm:pt modelId="{74C29FA0-200F-4471-B74B-C325BF993D36}" type="pres">
      <dgm:prSet presAssocID="{BA2E7394-4E45-461F-A234-44E53C613BB4}" presName="parTx" presStyleLbl="revTx" presStyleIdx="2" presStyleCnt="4">
        <dgm:presLayoutVars>
          <dgm:chMax val="0"/>
          <dgm:chPref val="0"/>
        </dgm:presLayoutVars>
      </dgm:prSet>
      <dgm:spPr/>
    </dgm:pt>
    <dgm:pt modelId="{9CFA3396-FC61-4CA9-B998-9358DAE53950}" type="pres">
      <dgm:prSet presAssocID="{BA2E7394-4E45-461F-A234-44E53C613BB4}" presName="txSpace" presStyleCnt="0"/>
      <dgm:spPr/>
    </dgm:pt>
    <dgm:pt modelId="{81A62EC9-744B-4861-8017-A3D36FCC0F90}" type="pres">
      <dgm:prSet presAssocID="{BA2E7394-4E45-461F-A234-44E53C613BB4}" presName="desTx" presStyleLbl="revTx" presStyleIdx="3" presStyleCnt="4">
        <dgm:presLayoutVars/>
      </dgm:prSet>
      <dgm:spPr/>
    </dgm:pt>
  </dgm:ptLst>
  <dgm:cxnLst>
    <dgm:cxn modelId="{C9F2C202-17F2-4801-A137-B2058CC89CB3}" type="presOf" srcId="{BA2E7394-4E45-461F-A234-44E53C613BB4}" destId="{74C29FA0-200F-4471-B74B-C325BF993D36}" srcOrd="0" destOrd="0" presId="urn:microsoft.com/office/officeart/2018/5/layout/CenteredIconLabelDescriptionList"/>
    <dgm:cxn modelId="{033F9404-C50E-486F-92D2-B89A0E637768}" type="presOf" srcId="{2A0DE57D-28DB-431E-AD9D-B536712C6126}" destId="{81A62EC9-744B-4861-8017-A3D36FCC0F90}" srcOrd="0" destOrd="0" presId="urn:microsoft.com/office/officeart/2018/5/layout/CenteredIconLabelDescriptionList"/>
    <dgm:cxn modelId="{94901216-9A21-4AE6-9674-4C3C3D7C15CF}" type="presOf" srcId="{FC65973F-9C67-4D45-AAE8-D39BB64C31D5}" destId="{947E03F1-FAEF-42A1-B6A5-D99214B512EB}" srcOrd="0" destOrd="0" presId="urn:microsoft.com/office/officeart/2018/5/layout/CenteredIconLabelDescriptionList"/>
    <dgm:cxn modelId="{13163F1D-E3D3-4997-ADE4-F94B5B7F5973}" srcId="{FC65973F-9C67-4D45-AAE8-D39BB64C31D5}" destId="{BA2E7394-4E45-461F-A234-44E53C613BB4}" srcOrd="1" destOrd="0" parTransId="{C8CB8805-8575-4FD4-824F-E2DDDCCFEF50}" sibTransId="{05BE5371-2664-4303-81F6-5EABE19D7FD0}"/>
    <dgm:cxn modelId="{F4BECD27-1C35-4C77-A1E5-E6750024A72E}" srcId="{BA2E7394-4E45-461F-A234-44E53C613BB4}" destId="{8107C41C-30B6-479C-8E05-9638843B3799}" srcOrd="1" destOrd="0" parTransId="{F9EFD671-C9B8-45D8-A39A-7D5986DF8C42}" sibTransId="{EB86870E-2858-4F37-AD26-8BD2CD467260}"/>
    <dgm:cxn modelId="{76151F3A-AF8D-48CF-96A6-A24B82AF9F64}" srcId="{BA2E7394-4E45-461F-A234-44E53C613BB4}" destId="{6E65F744-18C6-48F6-9C18-DCBAA5579995}" srcOrd="2" destOrd="0" parTransId="{20C563E9-3CD7-41EC-A6F6-238315620337}" sibTransId="{9063223B-C491-44E1-9E1D-81CD7BE1FA4F}"/>
    <dgm:cxn modelId="{C9A43361-F928-4054-AEA7-48E649407369}" srcId="{534E7BCF-70C8-46FC-98CB-306484727291}" destId="{C7D945BD-B090-4B5A-8B83-05086B464D35}" srcOrd="0" destOrd="0" parTransId="{63014A3C-547B-46D5-A08F-D47A85DB5284}" sibTransId="{1EAEFBD8-76FE-4147-8FF0-79424D391C52}"/>
    <dgm:cxn modelId="{2492786B-02F8-4C4D-85E3-DC873FC570BD}" type="presOf" srcId="{6E65F744-18C6-48F6-9C18-DCBAA5579995}" destId="{81A62EC9-744B-4861-8017-A3D36FCC0F90}" srcOrd="0" destOrd="2" presId="urn:microsoft.com/office/officeart/2018/5/layout/CenteredIconLabelDescriptionList"/>
    <dgm:cxn modelId="{F2782E7F-7326-48B7-860B-6837D95F3781}" type="presOf" srcId="{C7D945BD-B090-4B5A-8B83-05086B464D35}" destId="{DC23733C-0323-4145-815F-9409B986B224}" srcOrd="0" destOrd="0" presId="urn:microsoft.com/office/officeart/2018/5/layout/CenteredIconLabelDescriptionList"/>
    <dgm:cxn modelId="{F308638B-955E-4977-AE50-42CF07E7CD82}" srcId="{FC65973F-9C67-4D45-AAE8-D39BB64C31D5}" destId="{534E7BCF-70C8-46FC-98CB-306484727291}" srcOrd="0" destOrd="0" parTransId="{4E6A5074-DBC5-4FE9-880B-AF70C849BF76}" sibTransId="{57A9B05D-0699-4E9B-BF54-2EBBA0613E7C}"/>
    <dgm:cxn modelId="{3C4A3B99-49B6-42DD-8B72-B564B7A6E0E1}" type="presOf" srcId="{534E7BCF-70C8-46FC-98CB-306484727291}" destId="{C7EBA3D7-8926-4110-AE5E-6C03735D70BD}" srcOrd="0" destOrd="0" presId="urn:microsoft.com/office/officeart/2018/5/layout/CenteredIconLabelDescriptionList"/>
    <dgm:cxn modelId="{F260F4B1-B1A3-4AB2-A1B8-B0633D538330}" type="presOf" srcId="{FD9C825D-82B8-4E8F-9AE5-ACE8AE87A6D2}" destId="{DC23733C-0323-4145-815F-9409B986B224}" srcOrd="0" destOrd="1" presId="urn:microsoft.com/office/officeart/2018/5/layout/CenteredIconLabelDescriptionList"/>
    <dgm:cxn modelId="{4CDF59B4-2B4D-4DC0-89F5-F1E6A0CBA360}" srcId="{534E7BCF-70C8-46FC-98CB-306484727291}" destId="{FD9C825D-82B8-4E8F-9AE5-ACE8AE87A6D2}" srcOrd="1" destOrd="0" parTransId="{BACD3E94-DE77-4B0C-874C-575C28A9079D}" sibTransId="{2DA687CF-0252-4911-913E-AC85C7107008}"/>
    <dgm:cxn modelId="{58759CEB-EEE2-46F2-BAF8-271F96106442}" type="presOf" srcId="{8107C41C-30B6-479C-8E05-9638843B3799}" destId="{81A62EC9-744B-4861-8017-A3D36FCC0F90}" srcOrd="0" destOrd="1" presId="urn:microsoft.com/office/officeart/2018/5/layout/CenteredIconLabelDescriptionList"/>
    <dgm:cxn modelId="{838B41EC-418A-43A5-BCA0-A468101B8DCF}" srcId="{BA2E7394-4E45-461F-A234-44E53C613BB4}" destId="{2A0DE57D-28DB-431E-AD9D-B536712C6126}" srcOrd="0" destOrd="0" parTransId="{C8E53C95-A474-4AB5-A51C-AD793983A53E}" sibTransId="{BFAB492F-2B0C-4CC6-B038-123C04DAC166}"/>
    <dgm:cxn modelId="{6E52A095-1B74-4F32-8178-C14CDE5DD49C}" type="presParOf" srcId="{947E03F1-FAEF-42A1-B6A5-D99214B512EB}" destId="{37339EF4-3BD9-4EB2-B6EF-686638FBC4E3}" srcOrd="0" destOrd="0" presId="urn:microsoft.com/office/officeart/2018/5/layout/CenteredIconLabelDescriptionList"/>
    <dgm:cxn modelId="{552B70FB-BE1E-49B7-9A5D-88ADF9E0D92E}" type="presParOf" srcId="{37339EF4-3BD9-4EB2-B6EF-686638FBC4E3}" destId="{4969B92A-927F-45BB-A36F-6FBE22BC9423}" srcOrd="0" destOrd="0" presId="urn:microsoft.com/office/officeart/2018/5/layout/CenteredIconLabelDescriptionList"/>
    <dgm:cxn modelId="{27B741BD-A0EC-4150-BD9E-F86BABACF2B5}" type="presParOf" srcId="{37339EF4-3BD9-4EB2-B6EF-686638FBC4E3}" destId="{2922EAB9-9407-4051-820F-D92B4F301B70}" srcOrd="1" destOrd="0" presId="urn:microsoft.com/office/officeart/2018/5/layout/CenteredIconLabelDescriptionList"/>
    <dgm:cxn modelId="{94AED271-5FA9-43CB-859C-6185A6DA0797}" type="presParOf" srcId="{37339EF4-3BD9-4EB2-B6EF-686638FBC4E3}" destId="{C7EBA3D7-8926-4110-AE5E-6C03735D70BD}" srcOrd="2" destOrd="0" presId="urn:microsoft.com/office/officeart/2018/5/layout/CenteredIconLabelDescriptionList"/>
    <dgm:cxn modelId="{899A8858-628C-41D8-9992-E7934B95C6F7}" type="presParOf" srcId="{37339EF4-3BD9-4EB2-B6EF-686638FBC4E3}" destId="{F79A8330-DC04-45DB-B9C5-E16239047FED}" srcOrd="3" destOrd="0" presId="urn:microsoft.com/office/officeart/2018/5/layout/CenteredIconLabelDescriptionList"/>
    <dgm:cxn modelId="{49E3F09E-0F6E-4AE2-98A9-FED2C409CE1C}" type="presParOf" srcId="{37339EF4-3BD9-4EB2-B6EF-686638FBC4E3}" destId="{DC23733C-0323-4145-815F-9409B986B224}" srcOrd="4" destOrd="0" presId="urn:microsoft.com/office/officeart/2018/5/layout/CenteredIconLabelDescriptionList"/>
    <dgm:cxn modelId="{3A6DCDC6-806F-4A66-9A25-1D9EAFC5C28D}" type="presParOf" srcId="{947E03F1-FAEF-42A1-B6A5-D99214B512EB}" destId="{2B5A3CF0-37D7-46FC-B2E2-F89ADBAA535F}" srcOrd="1" destOrd="0" presId="urn:microsoft.com/office/officeart/2018/5/layout/CenteredIconLabelDescriptionList"/>
    <dgm:cxn modelId="{472D728B-CF08-4028-A79E-C9B5C4C5E27A}" type="presParOf" srcId="{947E03F1-FAEF-42A1-B6A5-D99214B512EB}" destId="{28C820B6-460C-4901-8EBC-5DE530F9446B}" srcOrd="2" destOrd="0" presId="urn:microsoft.com/office/officeart/2018/5/layout/CenteredIconLabelDescriptionList"/>
    <dgm:cxn modelId="{E8C42FC1-68D5-4147-8302-B3802FB7F7F2}" type="presParOf" srcId="{28C820B6-460C-4901-8EBC-5DE530F9446B}" destId="{0BBA5611-6702-4B84-BDC3-F762746FDEB8}" srcOrd="0" destOrd="0" presId="urn:microsoft.com/office/officeart/2018/5/layout/CenteredIconLabelDescriptionList"/>
    <dgm:cxn modelId="{D6A4F206-631A-41F1-AA47-3D3AFC9E86E6}" type="presParOf" srcId="{28C820B6-460C-4901-8EBC-5DE530F9446B}" destId="{ADE30D86-4AAD-4E59-BACB-2A272E29B383}" srcOrd="1" destOrd="0" presId="urn:microsoft.com/office/officeart/2018/5/layout/CenteredIconLabelDescriptionList"/>
    <dgm:cxn modelId="{3E5D5810-85AD-4034-9C58-B6B31D12A2DB}" type="presParOf" srcId="{28C820B6-460C-4901-8EBC-5DE530F9446B}" destId="{74C29FA0-200F-4471-B74B-C325BF993D36}" srcOrd="2" destOrd="0" presId="urn:microsoft.com/office/officeart/2018/5/layout/CenteredIconLabelDescriptionList"/>
    <dgm:cxn modelId="{197282E1-2441-4AA4-9786-926B93E62C50}" type="presParOf" srcId="{28C820B6-460C-4901-8EBC-5DE530F9446B}" destId="{9CFA3396-FC61-4CA9-B998-9358DAE53950}" srcOrd="3" destOrd="0" presId="urn:microsoft.com/office/officeart/2018/5/layout/CenteredIconLabelDescriptionList"/>
    <dgm:cxn modelId="{A808D7C9-2E30-451A-9FEF-2221E03D917B}" type="presParOf" srcId="{28C820B6-460C-4901-8EBC-5DE530F9446B}" destId="{81A62EC9-744B-4861-8017-A3D36FCC0F9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ED0FB391-F31E-47CF-BED5-43E41C2D902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540A6EB-500C-49CB-9DEF-71C5B231675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Work</a:t>
          </a:r>
          <a:r>
            <a:rPr lang="tr-TR"/>
            <a:t>s </a:t>
          </a:r>
          <a:r>
            <a:rPr lang="en-US"/>
            <a:t>automatically </a:t>
          </a:r>
          <a:r>
            <a:rPr lang="tr-TR"/>
            <a:t>if</a:t>
          </a:r>
          <a:r>
            <a:rPr lang="en-US"/>
            <a:t> </a:t>
          </a:r>
        </a:p>
      </dgm:t>
    </dgm:pt>
    <dgm:pt modelId="{76C1E096-2744-4011-BAFF-645307318874}" type="parTrans" cxnId="{B7C0A5B3-35D6-4515-8AEA-C53FAFFF8E49}">
      <dgm:prSet/>
      <dgm:spPr/>
      <dgm:t>
        <a:bodyPr/>
        <a:lstStyle/>
        <a:p>
          <a:endParaRPr lang="en-US" sz="2400"/>
        </a:p>
      </dgm:t>
    </dgm:pt>
    <dgm:pt modelId="{61D861AA-90FE-4052-9204-B521C5BCD8FC}" type="sibTrans" cxnId="{B7C0A5B3-35D6-4515-8AEA-C53FAFFF8E49}">
      <dgm:prSet/>
      <dgm:spPr/>
      <dgm:t>
        <a:bodyPr/>
        <a:lstStyle/>
        <a:p>
          <a:endParaRPr lang="en-US"/>
        </a:p>
      </dgm:t>
    </dgm:pt>
    <dgm:pt modelId="{494F9E02-21FA-4AC7-B62B-19A2007CB3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Tor installed </a:t>
          </a:r>
          <a:r>
            <a:rPr lang="tr-TR"/>
            <a:t>and</a:t>
          </a:r>
          <a:endParaRPr lang="en-US"/>
        </a:p>
      </dgm:t>
    </dgm:pt>
    <dgm:pt modelId="{E4CE27B7-7AC5-405E-B35B-1C4B53FF0DD1}" type="parTrans" cxnId="{C9C7F98D-12AC-4867-A1D1-6598CDEC5F0F}">
      <dgm:prSet/>
      <dgm:spPr/>
      <dgm:t>
        <a:bodyPr/>
        <a:lstStyle/>
        <a:p>
          <a:endParaRPr lang="en-US" sz="2400"/>
        </a:p>
      </dgm:t>
    </dgm:pt>
    <dgm:pt modelId="{41F24E69-D6EE-4AC0-BB1D-0B63A7142806}" type="sibTrans" cxnId="{C9C7F98D-12AC-4867-A1D1-6598CDEC5F0F}">
      <dgm:prSet/>
      <dgm:spPr/>
      <dgm:t>
        <a:bodyPr/>
        <a:lstStyle/>
        <a:p>
          <a:endParaRPr lang="en-US"/>
        </a:p>
      </dgm:t>
    </dgm:pt>
    <dgm:pt modelId="{18224BC3-8CE1-478A-8665-B2E3CFE437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Bitcoin</a:t>
          </a:r>
          <a:r>
            <a:rPr lang="tr-TR"/>
            <a:t> </a:t>
          </a:r>
          <a:r>
            <a:rPr lang="en-US"/>
            <a:t>Core process runs as a user with adequate permissions</a:t>
          </a:r>
        </a:p>
      </dgm:t>
    </dgm:pt>
    <dgm:pt modelId="{808178AD-C841-46BF-8BEB-EC905CC97523}" type="parTrans" cxnId="{A3BD0CEB-5392-4E61-9E2A-57AA59323863}">
      <dgm:prSet/>
      <dgm:spPr/>
      <dgm:t>
        <a:bodyPr/>
        <a:lstStyle/>
        <a:p>
          <a:endParaRPr lang="en-US" sz="2400"/>
        </a:p>
      </dgm:t>
    </dgm:pt>
    <dgm:pt modelId="{6D49AA69-F47E-46A4-B39F-8E70377E24CB}" type="sibTrans" cxnId="{A3BD0CEB-5392-4E61-9E2A-57AA59323863}">
      <dgm:prSet/>
      <dgm:spPr/>
      <dgm:t>
        <a:bodyPr/>
        <a:lstStyle/>
        <a:p>
          <a:endParaRPr lang="en-US"/>
        </a:p>
      </dgm:t>
    </dgm:pt>
    <dgm:pt modelId="{0947466F-8CA3-461E-9EFA-0D119963CA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access the Tor authentication</a:t>
          </a:r>
          <a:r>
            <a:rPr lang="tr-TR"/>
            <a:t> </a:t>
          </a:r>
          <a:r>
            <a:rPr lang="en-US"/>
            <a:t>cookie. </a:t>
          </a:r>
        </a:p>
      </dgm:t>
    </dgm:pt>
    <dgm:pt modelId="{CBA53893-F820-4659-8876-B61762145AC7}" type="parTrans" cxnId="{387D6E15-7ABF-457D-8637-BA162611757B}">
      <dgm:prSet/>
      <dgm:spPr/>
      <dgm:t>
        <a:bodyPr/>
        <a:lstStyle/>
        <a:p>
          <a:endParaRPr lang="en-US" sz="2400"/>
        </a:p>
      </dgm:t>
    </dgm:pt>
    <dgm:pt modelId="{7CF11F90-C8AF-4FBE-AD7E-C969E2FC70DD}" type="sibTrans" cxnId="{387D6E15-7ABF-457D-8637-BA162611757B}">
      <dgm:prSet/>
      <dgm:spPr/>
      <dgm:t>
        <a:bodyPr/>
        <a:lstStyle/>
        <a:p>
          <a:endParaRPr lang="en-US"/>
        </a:p>
      </dgm:t>
    </dgm:pt>
    <dgm:pt modelId="{8FCC1C49-EC4F-4389-8998-DBC8D5FA6F7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Use the debug flag </a:t>
          </a:r>
        </a:p>
      </dgm:t>
    </dgm:pt>
    <dgm:pt modelId="{0A6C7E92-64D4-4F4A-80E5-1814E29C0219}" type="parTrans" cxnId="{09F3F59D-4862-401E-A3A3-324EF3EB827A}">
      <dgm:prSet/>
      <dgm:spPr/>
      <dgm:t>
        <a:bodyPr/>
        <a:lstStyle/>
        <a:p>
          <a:endParaRPr lang="en-US" sz="2400"/>
        </a:p>
      </dgm:t>
    </dgm:pt>
    <dgm:pt modelId="{6BB11AB2-9C2E-4399-930D-F7C98D3E8405}" type="sibTrans" cxnId="{09F3F59D-4862-401E-A3A3-324EF3EB827A}">
      <dgm:prSet/>
      <dgm:spPr/>
      <dgm:t>
        <a:bodyPr/>
        <a:lstStyle/>
        <a:p>
          <a:endParaRPr lang="en-US"/>
        </a:p>
      </dgm:t>
    </dgm:pt>
    <dgm:pt modelId="{842A58C4-023B-43B2-ABE3-6E59CC67FB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turn on Bitcoin Core’s</a:t>
          </a:r>
          <a:r>
            <a:rPr lang="tr-TR"/>
            <a:t> </a:t>
          </a:r>
          <a:r>
            <a:rPr lang="en-US"/>
            <a:t>debugging </a:t>
          </a:r>
        </a:p>
      </dgm:t>
    </dgm:pt>
    <dgm:pt modelId="{084641EE-F4E5-4A85-8D1C-40A93CBE8884}" type="parTrans" cxnId="{40CDA7DE-A7B8-48BA-B291-8D94377502DA}">
      <dgm:prSet/>
      <dgm:spPr/>
      <dgm:t>
        <a:bodyPr/>
        <a:lstStyle/>
        <a:p>
          <a:endParaRPr lang="en-US" sz="2400"/>
        </a:p>
      </dgm:t>
    </dgm:pt>
    <dgm:pt modelId="{765531EB-DE8A-47A9-A9F2-6ADA05774D51}" type="sibTrans" cxnId="{40CDA7DE-A7B8-48BA-B291-8D94377502DA}">
      <dgm:prSet/>
      <dgm:spPr/>
      <dgm:t>
        <a:bodyPr/>
        <a:lstStyle/>
        <a:p>
          <a:endParaRPr lang="en-US"/>
        </a:p>
      </dgm:t>
    </dgm:pt>
    <dgm:pt modelId="{3DAF222E-6B9B-4294-B180-17BBF57523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the Tor service:</a:t>
          </a:r>
        </a:p>
      </dgm:t>
    </dgm:pt>
    <dgm:pt modelId="{92FBD5F5-129E-431E-A490-83157B1A4BA7}" type="parTrans" cxnId="{5884576C-6C35-4959-8D7C-BC21CB1486AB}">
      <dgm:prSet/>
      <dgm:spPr/>
      <dgm:t>
        <a:bodyPr/>
        <a:lstStyle/>
        <a:p>
          <a:endParaRPr lang="en-US" sz="2400"/>
        </a:p>
      </dgm:t>
    </dgm:pt>
    <dgm:pt modelId="{1BB2068A-4576-4E8A-BDBF-6B5B5F30DB23}" type="sibTrans" cxnId="{5884576C-6C35-4959-8D7C-BC21CB1486AB}">
      <dgm:prSet/>
      <dgm:spPr/>
      <dgm:t>
        <a:bodyPr/>
        <a:lstStyle/>
        <a:p>
          <a:endParaRPr lang="en-US"/>
        </a:p>
      </dgm:t>
    </dgm:pt>
    <dgm:pt modelId="{D11254AA-E9FD-41ED-9B06-2ED25242C8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Command</a:t>
          </a:r>
          <a:endParaRPr lang="en-US"/>
        </a:p>
      </dgm:t>
    </dgm:pt>
    <dgm:pt modelId="{FD7B69BB-83DC-4FCB-B4BF-CC0175D80315}" type="parTrans" cxnId="{3A24788D-22D8-4FD2-8582-A7E9A6AE51E6}">
      <dgm:prSet/>
      <dgm:spPr/>
      <dgm:t>
        <a:bodyPr/>
        <a:lstStyle/>
        <a:p>
          <a:endParaRPr lang="en-US" sz="2400"/>
        </a:p>
      </dgm:t>
    </dgm:pt>
    <dgm:pt modelId="{F69FB23F-D6F2-4594-ADB6-F535D8719D0C}" type="sibTrans" cxnId="{3A24788D-22D8-4FD2-8582-A7E9A6AE51E6}">
      <dgm:prSet/>
      <dgm:spPr/>
      <dgm:t>
        <a:bodyPr/>
        <a:lstStyle/>
        <a:p>
          <a:endParaRPr lang="en-US"/>
        </a:p>
      </dgm:t>
    </dgm:pt>
    <dgm:pt modelId="{6ABCE26F-0EA3-4756-ACE8-0583407305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You should see </a:t>
          </a:r>
        </a:p>
      </dgm:t>
    </dgm:pt>
    <dgm:pt modelId="{0A144CB9-436E-4881-AAB2-CE7068C50DE2}" type="parTrans" cxnId="{474BC96B-7BDF-4762-BF84-F684D72DE121}">
      <dgm:prSet/>
      <dgm:spPr/>
      <dgm:t>
        <a:bodyPr/>
        <a:lstStyle/>
        <a:p>
          <a:endParaRPr lang="en-US" sz="2400"/>
        </a:p>
      </dgm:t>
    </dgm:pt>
    <dgm:pt modelId="{E240D97E-CC2E-44A8-9AE6-9E494F303D8E}" type="sibTrans" cxnId="{474BC96B-7BDF-4762-BF84-F684D72DE121}">
      <dgm:prSet/>
      <dgm:spPr/>
      <dgm:t>
        <a:bodyPr/>
        <a:lstStyle/>
        <a:p>
          <a:endParaRPr lang="en-US"/>
        </a:p>
      </dgm:t>
    </dgm:pt>
    <dgm:pt modelId="{564DE96F-CE6D-4C55-B073-FE09195750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“tor: ADD_ONION successful” in the logs, </a:t>
          </a:r>
        </a:p>
      </dgm:t>
    </dgm:pt>
    <dgm:pt modelId="{3AB68A96-470E-4933-B6DC-0C004D060C76}" type="parTrans" cxnId="{73279E84-8FFD-44E4-8A3E-73DF85E61E62}">
      <dgm:prSet/>
      <dgm:spPr/>
      <dgm:t>
        <a:bodyPr/>
        <a:lstStyle/>
        <a:p>
          <a:endParaRPr lang="en-US" sz="2400"/>
        </a:p>
      </dgm:t>
    </dgm:pt>
    <dgm:pt modelId="{C5C1489B-7903-4C60-843D-552793E30BBD}" type="sibTrans" cxnId="{73279E84-8FFD-44E4-8A3E-73DF85E61E62}">
      <dgm:prSet/>
      <dgm:spPr/>
      <dgm:t>
        <a:bodyPr/>
        <a:lstStyle/>
        <a:p>
          <a:endParaRPr lang="en-US"/>
        </a:p>
      </dgm:t>
    </dgm:pt>
    <dgm:pt modelId="{7AAE94B4-7ACD-466F-8DF0-2A8FF5B77B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indicating </a:t>
          </a:r>
        </a:p>
      </dgm:t>
    </dgm:pt>
    <dgm:pt modelId="{E86F62DD-A5DA-49EF-AAC8-0644E0959E2E}" type="parTrans" cxnId="{38134169-F5AE-43C7-843B-3EBCEC169103}">
      <dgm:prSet/>
      <dgm:spPr/>
      <dgm:t>
        <a:bodyPr/>
        <a:lstStyle/>
        <a:p>
          <a:endParaRPr lang="en-US" sz="2400"/>
        </a:p>
      </dgm:t>
    </dgm:pt>
    <dgm:pt modelId="{FBE13E3D-D657-4BB2-8259-BE209E92780B}" type="sibTrans" cxnId="{38134169-F5AE-43C7-843B-3EBCEC169103}">
      <dgm:prSet/>
      <dgm:spPr/>
      <dgm:t>
        <a:bodyPr/>
        <a:lstStyle/>
        <a:p>
          <a:endParaRPr lang="en-US"/>
        </a:p>
      </dgm:t>
    </dgm:pt>
    <dgm:pt modelId="{4701D7A6-B6F3-4F1D-BB82-6C33B2E6A7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</a:t>
          </a:r>
          <a:r>
            <a:rPr lang="tr-TR"/>
            <a:t> </a:t>
          </a:r>
          <a:r>
            <a:rPr lang="en-US"/>
            <a:t>Core has added a hidden service to the Tor network.</a:t>
          </a:r>
        </a:p>
      </dgm:t>
    </dgm:pt>
    <dgm:pt modelId="{01172544-B1AE-48A6-9C92-455DABCC767E}" type="parTrans" cxnId="{912AAC4C-2CD7-4862-ACEE-BAF2B1D54AD9}">
      <dgm:prSet/>
      <dgm:spPr/>
      <dgm:t>
        <a:bodyPr/>
        <a:lstStyle/>
        <a:p>
          <a:endParaRPr lang="en-US" sz="2400"/>
        </a:p>
      </dgm:t>
    </dgm:pt>
    <dgm:pt modelId="{42C335BC-C077-4BEF-84BF-2C156B47D6D9}" type="sibTrans" cxnId="{912AAC4C-2CD7-4862-ACEE-BAF2B1D54AD9}">
      <dgm:prSet/>
      <dgm:spPr/>
      <dgm:t>
        <a:bodyPr/>
        <a:lstStyle/>
        <a:p>
          <a:endParaRPr lang="en-US"/>
        </a:p>
      </dgm:t>
    </dgm:pt>
    <dgm:pt modelId="{1C0EB27F-CC41-439D-8F8C-F3E62F60D40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$ bitcoind --daemon --debug=tor</a:t>
          </a:r>
          <a:endParaRPr lang="en-US"/>
        </a:p>
      </dgm:t>
    </dgm:pt>
    <dgm:pt modelId="{5CBB76A4-D998-413F-B864-2DBF4AD7613F}" type="parTrans" cxnId="{4A2C56A1-0D07-4C67-9388-3DDB6F4708BC}">
      <dgm:prSet/>
      <dgm:spPr/>
      <dgm:t>
        <a:bodyPr/>
        <a:lstStyle/>
        <a:p>
          <a:endParaRPr lang="tr-TR" sz="2400"/>
        </a:p>
      </dgm:t>
    </dgm:pt>
    <dgm:pt modelId="{6C498F9D-41A3-4199-85E3-CE8DADAC81B8}" type="sibTrans" cxnId="{4A2C56A1-0D07-4C67-9388-3DDB6F4708BC}">
      <dgm:prSet/>
      <dgm:spPr/>
      <dgm:t>
        <a:bodyPr/>
        <a:lstStyle/>
        <a:p>
          <a:endParaRPr lang="tr-TR"/>
        </a:p>
      </dgm:t>
    </dgm:pt>
    <dgm:pt modelId="{07DB0389-043D-44DE-A213-781B97019E81}" type="pres">
      <dgm:prSet presAssocID="{ED0FB391-F31E-47CF-BED5-43E41C2D9025}" presName="root" presStyleCnt="0">
        <dgm:presLayoutVars>
          <dgm:dir/>
          <dgm:resizeHandles val="exact"/>
        </dgm:presLayoutVars>
      </dgm:prSet>
      <dgm:spPr/>
    </dgm:pt>
    <dgm:pt modelId="{E90752A0-DDA4-4D28-BFD7-312B721FB02A}" type="pres">
      <dgm:prSet presAssocID="{A540A6EB-500C-49CB-9DEF-71C5B2316758}" presName="compNode" presStyleCnt="0"/>
      <dgm:spPr/>
    </dgm:pt>
    <dgm:pt modelId="{A9EA3A5F-6361-40BA-8BDC-8425A072262E}" type="pres">
      <dgm:prSet presAssocID="{A540A6EB-500C-49CB-9DEF-71C5B2316758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2DB0CE07-3530-49F3-BC55-94918F9B3989}" type="pres">
      <dgm:prSet presAssocID="{A540A6EB-500C-49CB-9DEF-71C5B2316758}" presName="iconSpace" presStyleCnt="0"/>
      <dgm:spPr/>
    </dgm:pt>
    <dgm:pt modelId="{B93026E1-707F-44EE-9ACD-7C19C274353C}" type="pres">
      <dgm:prSet presAssocID="{A540A6EB-500C-49CB-9DEF-71C5B2316758}" presName="parTx" presStyleLbl="revTx" presStyleIdx="0" presStyleCnt="10">
        <dgm:presLayoutVars>
          <dgm:chMax val="0"/>
          <dgm:chPref val="0"/>
        </dgm:presLayoutVars>
      </dgm:prSet>
      <dgm:spPr/>
    </dgm:pt>
    <dgm:pt modelId="{D320F219-D2B9-4D5A-A476-8745C8FEE82E}" type="pres">
      <dgm:prSet presAssocID="{A540A6EB-500C-49CB-9DEF-71C5B2316758}" presName="txSpace" presStyleCnt="0"/>
      <dgm:spPr/>
    </dgm:pt>
    <dgm:pt modelId="{56DC722B-04A4-4F57-A255-E3048B612CD8}" type="pres">
      <dgm:prSet presAssocID="{A540A6EB-500C-49CB-9DEF-71C5B2316758}" presName="desTx" presStyleLbl="revTx" presStyleIdx="1" presStyleCnt="10">
        <dgm:presLayoutVars/>
      </dgm:prSet>
      <dgm:spPr/>
    </dgm:pt>
    <dgm:pt modelId="{217A85D5-EA7E-4723-9BCD-CD152C125668}" type="pres">
      <dgm:prSet presAssocID="{61D861AA-90FE-4052-9204-B521C5BCD8FC}" presName="sibTrans" presStyleCnt="0"/>
      <dgm:spPr/>
    </dgm:pt>
    <dgm:pt modelId="{FC78A21F-68C8-4612-8B16-BBAF0637E9D6}" type="pres">
      <dgm:prSet presAssocID="{8FCC1C49-EC4F-4389-8998-DBC8D5FA6F75}" presName="compNode" presStyleCnt="0"/>
      <dgm:spPr/>
    </dgm:pt>
    <dgm:pt modelId="{7BFB2049-7808-4F6F-85BB-14A031611161}" type="pres">
      <dgm:prSet presAssocID="{8FCC1C49-EC4F-4389-8998-DBC8D5FA6F7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B1CE2EDA-7C6C-4E75-8BDF-1A4CAECD8B56}" type="pres">
      <dgm:prSet presAssocID="{8FCC1C49-EC4F-4389-8998-DBC8D5FA6F75}" presName="iconSpace" presStyleCnt="0"/>
      <dgm:spPr/>
    </dgm:pt>
    <dgm:pt modelId="{5614C8E4-DA35-4F39-8473-DBA4EB607618}" type="pres">
      <dgm:prSet presAssocID="{8FCC1C49-EC4F-4389-8998-DBC8D5FA6F75}" presName="parTx" presStyleLbl="revTx" presStyleIdx="2" presStyleCnt="10">
        <dgm:presLayoutVars>
          <dgm:chMax val="0"/>
          <dgm:chPref val="0"/>
        </dgm:presLayoutVars>
      </dgm:prSet>
      <dgm:spPr/>
    </dgm:pt>
    <dgm:pt modelId="{AF41AA3D-23E0-4D39-975B-F4C19D87EEF1}" type="pres">
      <dgm:prSet presAssocID="{8FCC1C49-EC4F-4389-8998-DBC8D5FA6F75}" presName="txSpace" presStyleCnt="0"/>
      <dgm:spPr/>
    </dgm:pt>
    <dgm:pt modelId="{0943F72D-E399-40ED-891E-A1051B4B74F7}" type="pres">
      <dgm:prSet presAssocID="{8FCC1C49-EC4F-4389-8998-DBC8D5FA6F75}" presName="desTx" presStyleLbl="revTx" presStyleIdx="3" presStyleCnt="10">
        <dgm:presLayoutVars/>
      </dgm:prSet>
      <dgm:spPr/>
    </dgm:pt>
    <dgm:pt modelId="{C6D7DB20-E69A-4A1C-9186-7256A7570CA5}" type="pres">
      <dgm:prSet presAssocID="{6BB11AB2-9C2E-4399-930D-F7C98D3E8405}" presName="sibTrans" presStyleCnt="0"/>
      <dgm:spPr/>
    </dgm:pt>
    <dgm:pt modelId="{6AAC246C-6DB1-4632-9D39-CE0114C772CE}" type="pres">
      <dgm:prSet presAssocID="{D11254AA-E9FD-41ED-9B06-2ED25242C86B}" presName="compNode" presStyleCnt="0"/>
      <dgm:spPr/>
    </dgm:pt>
    <dgm:pt modelId="{4BB196A8-BD5C-4550-89AC-774F287391AA}" type="pres">
      <dgm:prSet presAssocID="{D11254AA-E9FD-41ED-9B06-2ED25242C86B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grammer"/>
        </a:ext>
      </dgm:extLst>
    </dgm:pt>
    <dgm:pt modelId="{83DFB637-DF2A-4371-BD1A-7B5F69A736A8}" type="pres">
      <dgm:prSet presAssocID="{D11254AA-E9FD-41ED-9B06-2ED25242C86B}" presName="iconSpace" presStyleCnt="0"/>
      <dgm:spPr/>
    </dgm:pt>
    <dgm:pt modelId="{3E7E3D53-C163-4ACA-8366-2DD18069BDE8}" type="pres">
      <dgm:prSet presAssocID="{D11254AA-E9FD-41ED-9B06-2ED25242C86B}" presName="parTx" presStyleLbl="revTx" presStyleIdx="4" presStyleCnt="10">
        <dgm:presLayoutVars>
          <dgm:chMax val="0"/>
          <dgm:chPref val="0"/>
        </dgm:presLayoutVars>
      </dgm:prSet>
      <dgm:spPr/>
    </dgm:pt>
    <dgm:pt modelId="{CA08F3E9-C092-46A5-8EAF-2C9C30BCD581}" type="pres">
      <dgm:prSet presAssocID="{D11254AA-E9FD-41ED-9B06-2ED25242C86B}" presName="txSpace" presStyleCnt="0"/>
      <dgm:spPr/>
    </dgm:pt>
    <dgm:pt modelId="{4157245B-C34E-4CC7-ACC8-FD5BE5D67FD9}" type="pres">
      <dgm:prSet presAssocID="{D11254AA-E9FD-41ED-9B06-2ED25242C86B}" presName="desTx" presStyleLbl="revTx" presStyleIdx="5" presStyleCnt="10">
        <dgm:presLayoutVars/>
      </dgm:prSet>
      <dgm:spPr/>
    </dgm:pt>
    <dgm:pt modelId="{A9989DB9-332E-4F37-8163-730637724DAE}" type="pres">
      <dgm:prSet presAssocID="{F69FB23F-D6F2-4594-ADB6-F535D8719D0C}" presName="sibTrans" presStyleCnt="0"/>
      <dgm:spPr/>
    </dgm:pt>
    <dgm:pt modelId="{9FC34786-BB36-405F-B666-541C2312B703}" type="pres">
      <dgm:prSet presAssocID="{6ABCE26F-0EA3-4756-ACE8-0583407305CC}" presName="compNode" presStyleCnt="0"/>
      <dgm:spPr/>
    </dgm:pt>
    <dgm:pt modelId="{82290ECC-2EC2-4D58-AAD0-5F86EF12BD5E}" type="pres">
      <dgm:prSet presAssocID="{6ABCE26F-0EA3-4756-ACE8-0583407305CC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32CE2354-611D-43FE-8A12-1BAA3857AE10}" type="pres">
      <dgm:prSet presAssocID="{6ABCE26F-0EA3-4756-ACE8-0583407305CC}" presName="iconSpace" presStyleCnt="0"/>
      <dgm:spPr/>
    </dgm:pt>
    <dgm:pt modelId="{F0AD4E07-5CD9-4C9D-9F71-A457BA6038C3}" type="pres">
      <dgm:prSet presAssocID="{6ABCE26F-0EA3-4756-ACE8-0583407305CC}" presName="parTx" presStyleLbl="revTx" presStyleIdx="6" presStyleCnt="10">
        <dgm:presLayoutVars>
          <dgm:chMax val="0"/>
          <dgm:chPref val="0"/>
        </dgm:presLayoutVars>
      </dgm:prSet>
      <dgm:spPr/>
    </dgm:pt>
    <dgm:pt modelId="{A9E8938C-70FF-4EC3-960C-8800ADE5FDB9}" type="pres">
      <dgm:prSet presAssocID="{6ABCE26F-0EA3-4756-ACE8-0583407305CC}" presName="txSpace" presStyleCnt="0"/>
      <dgm:spPr/>
    </dgm:pt>
    <dgm:pt modelId="{3D6922CA-0865-4B90-B032-6C5F1FC7A3FC}" type="pres">
      <dgm:prSet presAssocID="{6ABCE26F-0EA3-4756-ACE8-0583407305CC}" presName="desTx" presStyleLbl="revTx" presStyleIdx="7" presStyleCnt="10">
        <dgm:presLayoutVars/>
      </dgm:prSet>
      <dgm:spPr/>
    </dgm:pt>
    <dgm:pt modelId="{3562DC62-4D91-4893-8A47-7A2C3CCCCF1D}" type="pres">
      <dgm:prSet presAssocID="{E240D97E-CC2E-44A8-9AE6-9E494F303D8E}" presName="sibTrans" presStyleCnt="0"/>
      <dgm:spPr/>
    </dgm:pt>
    <dgm:pt modelId="{8014C0E7-6113-4FC0-A2EB-6F5C8896FAEE}" type="pres">
      <dgm:prSet presAssocID="{7AAE94B4-7ACD-466F-8DF0-2A8FF5B77B49}" presName="compNode" presStyleCnt="0"/>
      <dgm:spPr/>
    </dgm:pt>
    <dgm:pt modelId="{1CCC5F84-B398-45A1-B60A-C4E55F917691}" type="pres">
      <dgm:prSet presAssocID="{7AAE94B4-7ACD-466F-8DF0-2A8FF5B77B49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20348D25-57A8-4C87-A917-DB7B662233D2}" type="pres">
      <dgm:prSet presAssocID="{7AAE94B4-7ACD-466F-8DF0-2A8FF5B77B49}" presName="iconSpace" presStyleCnt="0"/>
      <dgm:spPr/>
    </dgm:pt>
    <dgm:pt modelId="{9C498552-3B61-45A8-B1CC-9230083AD966}" type="pres">
      <dgm:prSet presAssocID="{7AAE94B4-7ACD-466F-8DF0-2A8FF5B77B49}" presName="parTx" presStyleLbl="revTx" presStyleIdx="8" presStyleCnt="10">
        <dgm:presLayoutVars>
          <dgm:chMax val="0"/>
          <dgm:chPref val="0"/>
        </dgm:presLayoutVars>
      </dgm:prSet>
      <dgm:spPr/>
    </dgm:pt>
    <dgm:pt modelId="{7508976A-71A6-4835-BB3A-4FEBDCAE64A4}" type="pres">
      <dgm:prSet presAssocID="{7AAE94B4-7ACD-466F-8DF0-2A8FF5B77B49}" presName="txSpace" presStyleCnt="0"/>
      <dgm:spPr/>
    </dgm:pt>
    <dgm:pt modelId="{0AA2D767-1846-4B66-BCE0-BC07A4501CD5}" type="pres">
      <dgm:prSet presAssocID="{7AAE94B4-7ACD-466F-8DF0-2A8FF5B77B49}" presName="desTx" presStyleLbl="revTx" presStyleIdx="9" presStyleCnt="10">
        <dgm:presLayoutVars/>
      </dgm:prSet>
      <dgm:spPr/>
    </dgm:pt>
  </dgm:ptLst>
  <dgm:cxnLst>
    <dgm:cxn modelId="{387D6E15-7ABF-457D-8637-BA162611757B}" srcId="{A540A6EB-500C-49CB-9DEF-71C5B2316758}" destId="{0947466F-8CA3-461E-9EFA-0D119963CA3D}" srcOrd="2" destOrd="0" parTransId="{CBA53893-F820-4659-8876-B61762145AC7}" sibTransId="{7CF11F90-C8AF-4FBE-AD7E-C969E2FC70DD}"/>
    <dgm:cxn modelId="{011DE238-EF64-4B26-95FB-B1DE5F6B0375}" type="presOf" srcId="{842A58C4-023B-43B2-ABE3-6E59CC67FB8C}" destId="{0943F72D-E399-40ED-891E-A1051B4B74F7}" srcOrd="0" destOrd="0" presId="urn:microsoft.com/office/officeart/2018/5/layout/CenteredIconLabelDescriptionList"/>
    <dgm:cxn modelId="{F7C62E48-37B2-413B-BD7C-E0C005CBEA30}" type="presOf" srcId="{494F9E02-21FA-4AC7-B62B-19A2007CB34B}" destId="{56DC722B-04A4-4F57-A255-E3048B612CD8}" srcOrd="0" destOrd="0" presId="urn:microsoft.com/office/officeart/2018/5/layout/CenteredIconLabelDescriptionList"/>
    <dgm:cxn modelId="{38134169-F5AE-43C7-843B-3EBCEC169103}" srcId="{ED0FB391-F31E-47CF-BED5-43E41C2D9025}" destId="{7AAE94B4-7ACD-466F-8DF0-2A8FF5B77B49}" srcOrd="4" destOrd="0" parTransId="{E86F62DD-A5DA-49EF-AAC8-0644E0959E2E}" sibTransId="{FBE13E3D-D657-4BB2-8259-BE209E92780B}"/>
    <dgm:cxn modelId="{474BC96B-7BDF-4762-BF84-F684D72DE121}" srcId="{ED0FB391-F31E-47CF-BED5-43E41C2D9025}" destId="{6ABCE26F-0EA3-4756-ACE8-0583407305CC}" srcOrd="3" destOrd="0" parTransId="{0A144CB9-436E-4881-AAB2-CE7068C50DE2}" sibTransId="{E240D97E-CC2E-44A8-9AE6-9E494F303D8E}"/>
    <dgm:cxn modelId="{5884576C-6C35-4959-8D7C-BC21CB1486AB}" srcId="{8FCC1C49-EC4F-4389-8998-DBC8D5FA6F75}" destId="{3DAF222E-6B9B-4294-B180-17BBF575239A}" srcOrd="1" destOrd="0" parTransId="{92FBD5F5-129E-431E-A490-83157B1A4BA7}" sibTransId="{1BB2068A-4576-4E8A-BDBF-6B5B5F30DB23}"/>
    <dgm:cxn modelId="{912AAC4C-2CD7-4862-ACEE-BAF2B1D54AD9}" srcId="{7AAE94B4-7ACD-466F-8DF0-2A8FF5B77B49}" destId="{4701D7A6-B6F3-4F1D-BB82-6C33B2E6A7A7}" srcOrd="0" destOrd="0" parTransId="{01172544-B1AE-48A6-9C92-455DABCC767E}" sibTransId="{42C335BC-C077-4BEF-84BF-2C156B47D6D9}"/>
    <dgm:cxn modelId="{5B875072-1EC7-4CBA-B63A-B5575B6EF49B}" type="presOf" srcId="{1C0EB27F-CC41-439D-8F8C-F3E62F60D401}" destId="{4157245B-C34E-4CC7-ACC8-FD5BE5D67FD9}" srcOrd="0" destOrd="0" presId="urn:microsoft.com/office/officeart/2018/5/layout/CenteredIconLabelDescriptionList"/>
    <dgm:cxn modelId="{F0997B72-B9A7-4674-A1BF-F2C0ADEC54FF}" type="presOf" srcId="{8FCC1C49-EC4F-4389-8998-DBC8D5FA6F75}" destId="{5614C8E4-DA35-4F39-8473-DBA4EB607618}" srcOrd="0" destOrd="0" presId="urn:microsoft.com/office/officeart/2018/5/layout/CenteredIconLabelDescriptionList"/>
    <dgm:cxn modelId="{F31C2F7C-0F14-462F-AAF4-FB4DE78029E1}" type="presOf" srcId="{4701D7A6-B6F3-4F1D-BB82-6C33B2E6A7A7}" destId="{0AA2D767-1846-4B66-BCE0-BC07A4501CD5}" srcOrd="0" destOrd="0" presId="urn:microsoft.com/office/officeart/2018/5/layout/CenteredIconLabelDescriptionList"/>
    <dgm:cxn modelId="{03642A7D-E60C-462E-B51F-164F4F0D8E25}" type="presOf" srcId="{0947466F-8CA3-461E-9EFA-0D119963CA3D}" destId="{56DC722B-04A4-4F57-A255-E3048B612CD8}" srcOrd="0" destOrd="2" presId="urn:microsoft.com/office/officeart/2018/5/layout/CenteredIconLabelDescriptionList"/>
    <dgm:cxn modelId="{73279E84-8FFD-44E4-8A3E-73DF85E61E62}" srcId="{6ABCE26F-0EA3-4756-ACE8-0583407305CC}" destId="{564DE96F-CE6D-4C55-B073-FE0919575090}" srcOrd="0" destOrd="0" parTransId="{3AB68A96-470E-4933-B6DC-0C004D060C76}" sibTransId="{C5C1489B-7903-4C60-843D-552793E30BBD}"/>
    <dgm:cxn modelId="{4E433786-0379-40BD-A8BA-B1D6A9813BE3}" type="presOf" srcId="{ED0FB391-F31E-47CF-BED5-43E41C2D9025}" destId="{07DB0389-043D-44DE-A213-781B97019E81}" srcOrd="0" destOrd="0" presId="urn:microsoft.com/office/officeart/2018/5/layout/CenteredIconLabelDescriptionList"/>
    <dgm:cxn modelId="{3A24788D-22D8-4FD2-8582-A7E9A6AE51E6}" srcId="{ED0FB391-F31E-47CF-BED5-43E41C2D9025}" destId="{D11254AA-E9FD-41ED-9B06-2ED25242C86B}" srcOrd="2" destOrd="0" parTransId="{FD7B69BB-83DC-4FCB-B4BF-CC0175D80315}" sibTransId="{F69FB23F-D6F2-4594-ADB6-F535D8719D0C}"/>
    <dgm:cxn modelId="{C9C7F98D-12AC-4867-A1D1-6598CDEC5F0F}" srcId="{A540A6EB-500C-49CB-9DEF-71C5B2316758}" destId="{494F9E02-21FA-4AC7-B62B-19A2007CB34B}" srcOrd="0" destOrd="0" parTransId="{E4CE27B7-7AC5-405E-B35B-1C4B53FF0DD1}" sibTransId="{41F24E69-D6EE-4AC0-BB1D-0B63A7142806}"/>
    <dgm:cxn modelId="{DE08919D-446F-4412-BDBF-CA54140FAA73}" type="presOf" srcId="{564DE96F-CE6D-4C55-B073-FE0919575090}" destId="{3D6922CA-0865-4B90-B032-6C5F1FC7A3FC}" srcOrd="0" destOrd="0" presId="urn:microsoft.com/office/officeart/2018/5/layout/CenteredIconLabelDescriptionList"/>
    <dgm:cxn modelId="{09F3F59D-4862-401E-A3A3-324EF3EB827A}" srcId="{ED0FB391-F31E-47CF-BED5-43E41C2D9025}" destId="{8FCC1C49-EC4F-4389-8998-DBC8D5FA6F75}" srcOrd="1" destOrd="0" parTransId="{0A6C7E92-64D4-4F4A-80E5-1814E29C0219}" sibTransId="{6BB11AB2-9C2E-4399-930D-F7C98D3E8405}"/>
    <dgm:cxn modelId="{319ED89E-DED1-47C5-BF03-D8FBFBFE3294}" type="presOf" srcId="{D11254AA-E9FD-41ED-9B06-2ED25242C86B}" destId="{3E7E3D53-C163-4ACA-8366-2DD18069BDE8}" srcOrd="0" destOrd="0" presId="urn:microsoft.com/office/officeart/2018/5/layout/CenteredIconLabelDescriptionList"/>
    <dgm:cxn modelId="{4A2C56A1-0D07-4C67-9388-3DDB6F4708BC}" srcId="{D11254AA-E9FD-41ED-9B06-2ED25242C86B}" destId="{1C0EB27F-CC41-439D-8F8C-F3E62F60D401}" srcOrd="0" destOrd="0" parTransId="{5CBB76A4-D998-413F-B864-2DBF4AD7613F}" sibTransId="{6C498F9D-41A3-4199-85E3-CE8DADAC81B8}"/>
    <dgm:cxn modelId="{4DA25DA8-0652-42FB-A4AF-6819346B4811}" type="presOf" srcId="{18224BC3-8CE1-478A-8665-B2E3CFE4372F}" destId="{56DC722B-04A4-4F57-A255-E3048B612CD8}" srcOrd="0" destOrd="1" presId="urn:microsoft.com/office/officeart/2018/5/layout/CenteredIconLabelDescriptionList"/>
    <dgm:cxn modelId="{846C67AD-5DE6-40BF-A1DB-390474F155DD}" type="presOf" srcId="{6ABCE26F-0EA3-4756-ACE8-0583407305CC}" destId="{F0AD4E07-5CD9-4C9D-9F71-A457BA6038C3}" srcOrd="0" destOrd="0" presId="urn:microsoft.com/office/officeart/2018/5/layout/CenteredIconLabelDescriptionList"/>
    <dgm:cxn modelId="{B7C0A5B3-35D6-4515-8AEA-C53FAFFF8E49}" srcId="{ED0FB391-F31E-47CF-BED5-43E41C2D9025}" destId="{A540A6EB-500C-49CB-9DEF-71C5B2316758}" srcOrd="0" destOrd="0" parTransId="{76C1E096-2744-4011-BAFF-645307318874}" sibTransId="{61D861AA-90FE-4052-9204-B521C5BCD8FC}"/>
    <dgm:cxn modelId="{0F8FC1BB-6452-4070-BDD4-1DF96AD8B201}" type="presOf" srcId="{3DAF222E-6B9B-4294-B180-17BBF575239A}" destId="{0943F72D-E399-40ED-891E-A1051B4B74F7}" srcOrd="0" destOrd="1" presId="urn:microsoft.com/office/officeart/2018/5/layout/CenteredIconLabelDescriptionList"/>
    <dgm:cxn modelId="{0E63B2BE-23D2-4EE3-AB3C-CBB6D4FF0C30}" type="presOf" srcId="{A540A6EB-500C-49CB-9DEF-71C5B2316758}" destId="{B93026E1-707F-44EE-9ACD-7C19C274353C}" srcOrd="0" destOrd="0" presId="urn:microsoft.com/office/officeart/2018/5/layout/CenteredIconLabelDescriptionList"/>
    <dgm:cxn modelId="{40CDA7DE-A7B8-48BA-B291-8D94377502DA}" srcId="{8FCC1C49-EC4F-4389-8998-DBC8D5FA6F75}" destId="{842A58C4-023B-43B2-ABE3-6E59CC67FB8C}" srcOrd="0" destOrd="0" parTransId="{084641EE-F4E5-4A85-8D1C-40A93CBE8884}" sibTransId="{765531EB-DE8A-47A9-A9F2-6ADA05774D51}"/>
    <dgm:cxn modelId="{A3BD0CEB-5392-4E61-9E2A-57AA59323863}" srcId="{A540A6EB-500C-49CB-9DEF-71C5B2316758}" destId="{18224BC3-8CE1-478A-8665-B2E3CFE4372F}" srcOrd="1" destOrd="0" parTransId="{808178AD-C841-46BF-8BEB-EC905CC97523}" sibTransId="{6D49AA69-F47E-46A4-B39F-8E70377E24CB}"/>
    <dgm:cxn modelId="{6B7C6DFC-58DE-4385-AA9E-3EB3C16CEB46}" type="presOf" srcId="{7AAE94B4-7ACD-466F-8DF0-2A8FF5B77B49}" destId="{9C498552-3B61-45A8-B1CC-9230083AD966}" srcOrd="0" destOrd="0" presId="urn:microsoft.com/office/officeart/2018/5/layout/CenteredIconLabelDescriptionList"/>
    <dgm:cxn modelId="{0911C51B-8A14-4781-9EC4-02CE5EADB411}" type="presParOf" srcId="{07DB0389-043D-44DE-A213-781B97019E81}" destId="{E90752A0-DDA4-4D28-BFD7-312B721FB02A}" srcOrd="0" destOrd="0" presId="urn:microsoft.com/office/officeart/2018/5/layout/CenteredIconLabelDescriptionList"/>
    <dgm:cxn modelId="{AFBD02D3-5934-4DA3-847B-9AAEC75D2EE6}" type="presParOf" srcId="{E90752A0-DDA4-4D28-BFD7-312B721FB02A}" destId="{A9EA3A5F-6361-40BA-8BDC-8425A072262E}" srcOrd="0" destOrd="0" presId="urn:microsoft.com/office/officeart/2018/5/layout/CenteredIconLabelDescriptionList"/>
    <dgm:cxn modelId="{8592D66F-95A7-4E8E-9B23-984AB0A92663}" type="presParOf" srcId="{E90752A0-DDA4-4D28-BFD7-312B721FB02A}" destId="{2DB0CE07-3530-49F3-BC55-94918F9B3989}" srcOrd="1" destOrd="0" presId="urn:microsoft.com/office/officeart/2018/5/layout/CenteredIconLabelDescriptionList"/>
    <dgm:cxn modelId="{9617D55B-CB18-49A0-A62D-E48C83BC6AD1}" type="presParOf" srcId="{E90752A0-DDA4-4D28-BFD7-312B721FB02A}" destId="{B93026E1-707F-44EE-9ACD-7C19C274353C}" srcOrd="2" destOrd="0" presId="urn:microsoft.com/office/officeart/2018/5/layout/CenteredIconLabelDescriptionList"/>
    <dgm:cxn modelId="{04760507-00BD-48C6-9B52-EA286E7DE838}" type="presParOf" srcId="{E90752A0-DDA4-4D28-BFD7-312B721FB02A}" destId="{D320F219-D2B9-4D5A-A476-8745C8FEE82E}" srcOrd="3" destOrd="0" presId="urn:microsoft.com/office/officeart/2018/5/layout/CenteredIconLabelDescriptionList"/>
    <dgm:cxn modelId="{E8CB4BDA-D677-4845-B57B-C4E76541E5DE}" type="presParOf" srcId="{E90752A0-DDA4-4D28-BFD7-312B721FB02A}" destId="{56DC722B-04A4-4F57-A255-E3048B612CD8}" srcOrd="4" destOrd="0" presId="urn:microsoft.com/office/officeart/2018/5/layout/CenteredIconLabelDescriptionList"/>
    <dgm:cxn modelId="{159695C0-9EB9-42C0-84C3-41A93FD2A37B}" type="presParOf" srcId="{07DB0389-043D-44DE-A213-781B97019E81}" destId="{217A85D5-EA7E-4723-9BCD-CD152C125668}" srcOrd="1" destOrd="0" presId="urn:microsoft.com/office/officeart/2018/5/layout/CenteredIconLabelDescriptionList"/>
    <dgm:cxn modelId="{EE7D6F8A-B8CF-4FDA-B2DE-3DAD877488A8}" type="presParOf" srcId="{07DB0389-043D-44DE-A213-781B97019E81}" destId="{FC78A21F-68C8-4612-8B16-BBAF0637E9D6}" srcOrd="2" destOrd="0" presId="urn:microsoft.com/office/officeart/2018/5/layout/CenteredIconLabelDescriptionList"/>
    <dgm:cxn modelId="{E28790D8-2E73-4E61-8500-E15673E1317D}" type="presParOf" srcId="{FC78A21F-68C8-4612-8B16-BBAF0637E9D6}" destId="{7BFB2049-7808-4F6F-85BB-14A031611161}" srcOrd="0" destOrd="0" presId="urn:microsoft.com/office/officeart/2018/5/layout/CenteredIconLabelDescriptionList"/>
    <dgm:cxn modelId="{03912313-20D5-46DB-ACAC-8FC58CAFBD42}" type="presParOf" srcId="{FC78A21F-68C8-4612-8B16-BBAF0637E9D6}" destId="{B1CE2EDA-7C6C-4E75-8BDF-1A4CAECD8B56}" srcOrd="1" destOrd="0" presId="urn:microsoft.com/office/officeart/2018/5/layout/CenteredIconLabelDescriptionList"/>
    <dgm:cxn modelId="{934960A2-25A3-4F6A-98E8-23F8C530D944}" type="presParOf" srcId="{FC78A21F-68C8-4612-8B16-BBAF0637E9D6}" destId="{5614C8E4-DA35-4F39-8473-DBA4EB607618}" srcOrd="2" destOrd="0" presId="urn:microsoft.com/office/officeart/2018/5/layout/CenteredIconLabelDescriptionList"/>
    <dgm:cxn modelId="{2D31D68A-9521-4E1B-9D3F-A39DD3B61125}" type="presParOf" srcId="{FC78A21F-68C8-4612-8B16-BBAF0637E9D6}" destId="{AF41AA3D-23E0-4D39-975B-F4C19D87EEF1}" srcOrd="3" destOrd="0" presId="urn:microsoft.com/office/officeart/2018/5/layout/CenteredIconLabelDescriptionList"/>
    <dgm:cxn modelId="{C179E375-F8CB-460F-9AFB-C0005D9A2C04}" type="presParOf" srcId="{FC78A21F-68C8-4612-8B16-BBAF0637E9D6}" destId="{0943F72D-E399-40ED-891E-A1051B4B74F7}" srcOrd="4" destOrd="0" presId="urn:microsoft.com/office/officeart/2018/5/layout/CenteredIconLabelDescriptionList"/>
    <dgm:cxn modelId="{8F696E3A-947C-4D52-9ED6-7655E3EFA50C}" type="presParOf" srcId="{07DB0389-043D-44DE-A213-781B97019E81}" destId="{C6D7DB20-E69A-4A1C-9186-7256A7570CA5}" srcOrd="3" destOrd="0" presId="urn:microsoft.com/office/officeart/2018/5/layout/CenteredIconLabelDescriptionList"/>
    <dgm:cxn modelId="{CD8B3DC5-8F22-4C3D-ABBA-D1C5D747D177}" type="presParOf" srcId="{07DB0389-043D-44DE-A213-781B97019E81}" destId="{6AAC246C-6DB1-4632-9D39-CE0114C772CE}" srcOrd="4" destOrd="0" presId="urn:microsoft.com/office/officeart/2018/5/layout/CenteredIconLabelDescriptionList"/>
    <dgm:cxn modelId="{1BEE2FFF-370B-4647-AA4E-65539E62CE50}" type="presParOf" srcId="{6AAC246C-6DB1-4632-9D39-CE0114C772CE}" destId="{4BB196A8-BD5C-4550-89AC-774F287391AA}" srcOrd="0" destOrd="0" presId="urn:microsoft.com/office/officeart/2018/5/layout/CenteredIconLabelDescriptionList"/>
    <dgm:cxn modelId="{3E2D765A-7B80-4E66-A502-267D44AB8197}" type="presParOf" srcId="{6AAC246C-6DB1-4632-9D39-CE0114C772CE}" destId="{83DFB637-DF2A-4371-BD1A-7B5F69A736A8}" srcOrd="1" destOrd="0" presId="urn:microsoft.com/office/officeart/2018/5/layout/CenteredIconLabelDescriptionList"/>
    <dgm:cxn modelId="{D9463E10-4E33-41C8-836E-4F795886750B}" type="presParOf" srcId="{6AAC246C-6DB1-4632-9D39-CE0114C772CE}" destId="{3E7E3D53-C163-4ACA-8366-2DD18069BDE8}" srcOrd="2" destOrd="0" presId="urn:microsoft.com/office/officeart/2018/5/layout/CenteredIconLabelDescriptionList"/>
    <dgm:cxn modelId="{311D8431-3214-455D-A79A-3F4BA55A11D6}" type="presParOf" srcId="{6AAC246C-6DB1-4632-9D39-CE0114C772CE}" destId="{CA08F3E9-C092-46A5-8EAF-2C9C30BCD581}" srcOrd="3" destOrd="0" presId="urn:microsoft.com/office/officeart/2018/5/layout/CenteredIconLabelDescriptionList"/>
    <dgm:cxn modelId="{5B90532F-8E65-4A91-94A1-B6179A8FA9C7}" type="presParOf" srcId="{6AAC246C-6DB1-4632-9D39-CE0114C772CE}" destId="{4157245B-C34E-4CC7-ACC8-FD5BE5D67FD9}" srcOrd="4" destOrd="0" presId="urn:microsoft.com/office/officeart/2018/5/layout/CenteredIconLabelDescriptionList"/>
    <dgm:cxn modelId="{21A19E14-646E-4A02-A6FF-7B75F03B16D2}" type="presParOf" srcId="{07DB0389-043D-44DE-A213-781B97019E81}" destId="{A9989DB9-332E-4F37-8163-730637724DAE}" srcOrd="5" destOrd="0" presId="urn:microsoft.com/office/officeart/2018/5/layout/CenteredIconLabelDescriptionList"/>
    <dgm:cxn modelId="{4FAACCC7-CAA9-404B-B3C3-CAF5CC39F81D}" type="presParOf" srcId="{07DB0389-043D-44DE-A213-781B97019E81}" destId="{9FC34786-BB36-405F-B666-541C2312B703}" srcOrd="6" destOrd="0" presId="urn:microsoft.com/office/officeart/2018/5/layout/CenteredIconLabelDescriptionList"/>
    <dgm:cxn modelId="{061FC539-684D-4969-A6A3-2A1B00F0EE19}" type="presParOf" srcId="{9FC34786-BB36-405F-B666-541C2312B703}" destId="{82290ECC-2EC2-4D58-AAD0-5F86EF12BD5E}" srcOrd="0" destOrd="0" presId="urn:microsoft.com/office/officeart/2018/5/layout/CenteredIconLabelDescriptionList"/>
    <dgm:cxn modelId="{2E5D9AD0-D286-4B9A-AC68-D9029F5EC255}" type="presParOf" srcId="{9FC34786-BB36-405F-B666-541C2312B703}" destId="{32CE2354-611D-43FE-8A12-1BAA3857AE10}" srcOrd="1" destOrd="0" presId="urn:microsoft.com/office/officeart/2018/5/layout/CenteredIconLabelDescriptionList"/>
    <dgm:cxn modelId="{6222C107-110A-4B66-9259-189908090D23}" type="presParOf" srcId="{9FC34786-BB36-405F-B666-541C2312B703}" destId="{F0AD4E07-5CD9-4C9D-9F71-A457BA6038C3}" srcOrd="2" destOrd="0" presId="urn:microsoft.com/office/officeart/2018/5/layout/CenteredIconLabelDescriptionList"/>
    <dgm:cxn modelId="{B5C2A8B6-2B2E-45B0-8520-658C001DCFBB}" type="presParOf" srcId="{9FC34786-BB36-405F-B666-541C2312B703}" destId="{A9E8938C-70FF-4EC3-960C-8800ADE5FDB9}" srcOrd="3" destOrd="0" presId="urn:microsoft.com/office/officeart/2018/5/layout/CenteredIconLabelDescriptionList"/>
    <dgm:cxn modelId="{FF6FFE78-E4B2-4BBA-8C28-68EAB1E0616B}" type="presParOf" srcId="{9FC34786-BB36-405F-B666-541C2312B703}" destId="{3D6922CA-0865-4B90-B032-6C5F1FC7A3FC}" srcOrd="4" destOrd="0" presId="urn:microsoft.com/office/officeart/2018/5/layout/CenteredIconLabelDescriptionList"/>
    <dgm:cxn modelId="{96866CFB-9D62-439E-A4D6-91DBDA549F89}" type="presParOf" srcId="{07DB0389-043D-44DE-A213-781B97019E81}" destId="{3562DC62-4D91-4893-8A47-7A2C3CCCCF1D}" srcOrd="7" destOrd="0" presId="urn:microsoft.com/office/officeart/2018/5/layout/CenteredIconLabelDescriptionList"/>
    <dgm:cxn modelId="{F7606EF9-D28A-40A7-8835-AC616A1EC015}" type="presParOf" srcId="{07DB0389-043D-44DE-A213-781B97019E81}" destId="{8014C0E7-6113-4FC0-A2EB-6F5C8896FAEE}" srcOrd="8" destOrd="0" presId="urn:microsoft.com/office/officeart/2018/5/layout/CenteredIconLabelDescriptionList"/>
    <dgm:cxn modelId="{7B413F00-9F74-4313-9BAD-17217EE465BE}" type="presParOf" srcId="{8014C0E7-6113-4FC0-A2EB-6F5C8896FAEE}" destId="{1CCC5F84-B398-45A1-B60A-C4E55F917691}" srcOrd="0" destOrd="0" presId="urn:microsoft.com/office/officeart/2018/5/layout/CenteredIconLabelDescriptionList"/>
    <dgm:cxn modelId="{708ABA22-9463-47A3-A9B2-B62E37F57634}" type="presParOf" srcId="{8014C0E7-6113-4FC0-A2EB-6F5C8896FAEE}" destId="{20348D25-57A8-4C87-A917-DB7B662233D2}" srcOrd="1" destOrd="0" presId="urn:microsoft.com/office/officeart/2018/5/layout/CenteredIconLabelDescriptionList"/>
    <dgm:cxn modelId="{9D93F9B7-12F6-430C-896D-51A90633137B}" type="presParOf" srcId="{8014C0E7-6113-4FC0-A2EB-6F5C8896FAEE}" destId="{9C498552-3B61-45A8-B1CC-9230083AD966}" srcOrd="2" destOrd="0" presId="urn:microsoft.com/office/officeart/2018/5/layout/CenteredIconLabelDescriptionList"/>
    <dgm:cxn modelId="{6558F2CF-DC3E-4EF7-B35B-7621EAB17D2C}" type="presParOf" srcId="{8014C0E7-6113-4FC0-A2EB-6F5C8896FAEE}" destId="{7508976A-71A6-4835-BB3A-4FEBDCAE64A4}" srcOrd="3" destOrd="0" presId="urn:microsoft.com/office/officeart/2018/5/layout/CenteredIconLabelDescriptionList"/>
    <dgm:cxn modelId="{D37F351F-8C58-4246-A701-1EF4659F3C7F}" type="presParOf" srcId="{8014C0E7-6113-4FC0-A2EB-6F5C8896FAEE}" destId="{0AA2D767-1846-4B66-BCE0-BC07A4501CD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4C976CBA-3D51-474B-97A5-8D16D934797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2B9B842-AFF3-41F0-83A2-19CEF964094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BIP-150 and BIP-151 </a:t>
          </a:r>
        </a:p>
      </dgm:t>
    </dgm:pt>
    <dgm:pt modelId="{392F7493-69D3-48D0-8D1B-E342D6BC2C7A}" type="parTrans" cxnId="{E3360207-CD40-4506-ACF9-7491A49D7B76}">
      <dgm:prSet/>
      <dgm:spPr/>
      <dgm:t>
        <a:bodyPr/>
        <a:lstStyle/>
        <a:p>
          <a:endParaRPr lang="en-US"/>
        </a:p>
      </dgm:t>
    </dgm:pt>
    <dgm:pt modelId="{EB1785A6-D53E-48EF-9394-52E4155773C4}" type="sibTrans" cxnId="{E3360207-CD40-4506-ACF9-7491A49D7B76}">
      <dgm:prSet/>
      <dgm:spPr/>
      <dgm:t>
        <a:bodyPr/>
        <a:lstStyle/>
        <a:p>
          <a:endParaRPr lang="en-US"/>
        </a:p>
      </dgm:t>
    </dgm:pt>
    <dgm:pt modelId="{FCB8B6F9-2958-4C7B-A083-622F50981A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Two Bitcoin Improvement Proposals </a:t>
          </a:r>
        </a:p>
      </dgm:t>
    </dgm:pt>
    <dgm:pt modelId="{2C84D941-4015-410E-A42D-83359C941144}" type="parTrans" cxnId="{B77E2979-6289-4D45-B357-771AB5D3E25E}">
      <dgm:prSet/>
      <dgm:spPr/>
      <dgm:t>
        <a:bodyPr/>
        <a:lstStyle/>
        <a:p>
          <a:endParaRPr lang="en-US"/>
        </a:p>
      </dgm:t>
    </dgm:pt>
    <dgm:pt modelId="{42BBD3F5-75D0-41BE-8D95-E9014E0AB546}" type="sibTrans" cxnId="{B77E2979-6289-4D45-B357-771AB5D3E25E}">
      <dgm:prSet/>
      <dgm:spPr/>
      <dgm:t>
        <a:bodyPr/>
        <a:lstStyle/>
        <a:p>
          <a:endParaRPr lang="en-US"/>
        </a:p>
      </dgm:t>
    </dgm:pt>
    <dgm:pt modelId="{7C610917-8FDF-4ADE-B384-A4FB8EB926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Benefits</a:t>
          </a:r>
          <a:r>
            <a:rPr lang="en-US"/>
            <a:t> </a:t>
          </a:r>
        </a:p>
      </dgm:t>
    </dgm:pt>
    <dgm:pt modelId="{25D9A653-5BBF-4413-84A1-32D9D7D5C48E}" type="parTrans" cxnId="{7719B6BE-A962-4753-AD11-C43583D70D08}">
      <dgm:prSet/>
      <dgm:spPr/>
      <dgm:t>
        <a:bodyPr/>
        <a:lstStyle/>
        <a:p>
          <a:endParaRPr lang="en-US"/>
        </a:p>
      </dgm:t>
    </dgm:pt>
    <dgm:pt modelId="{E56F45DB-B435-401C-9ED4-EBC4B9091898}" type="sibTrans" cxnId="{7719B6BE-A962-4753-AD11-C43583D70D08}">
      <dgm:prSet/>
      <dgm:spPr/>
      <dgm:t>
        <a:bodyPr/>
        <a:lstStyle/>
        <a:p>
          <a:endParaRPr lang="en-US"/>
        </a:p>
      </dgm:t>
    </dgm:pt>
    <dgm:pt modelId="{ACD157B9-9B01-4E78-B1C9-58AF5AC4CB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add support for P2P</a:t>
          </a:r>
          <a:r>
            <a:rPr lang="tr-TR"/>
            <a:t> </a:t>
          </a:r>
          <a:r>
            <a:rPr lang="en-US"/>
            <a:t>authentication </a:t>
          </a:r>
        </a:p>
      </dgm:t>
    </dgm:pt>
    <dgm:pt modelId="{1987F84C-5956-498B-A6E6-384ECED76CB9}" type="parTrans" cxnId="{DEB7B32A-79DA-420C-9D21-7AACD7AEA882}">
      <dgm:prSet/>
      <dgm:spPr/>
      <dgm:t>
        <a:bodyPr/>
        <a:lstStyle/>
        <a:p>
          <a:endParaRPr lang="en-US"/>
        </a:p>
      </dgm:t>
    </dgm:pt>
    <dgm:pt modelId="{28CEEAB4-3793-457B-A01B-B1C8D5CA0315}" type="sibTrans" cxnId="{DEB7B32A-79DA-420C-9D21-7AACD7AEA882}">
      <dgm:prSet/>
      <dgm:spPr/>
      <dgm:t>
        <a:bodyPr/>
        <a:lstStyle/>
        <a:p>
          <a:endParaRPr lang="en-US"/>
        </a:p>
      </dgm:t>
    </dgm:pt>
    <dgm:pt modelId="{58B30E25-60B7-40B9-A93D-6A4DE0CF18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encryption in the bitcoin P2P network.</a:t>
          </a:r>
        </a:p>
      </dgm:t>
    </dgm:pt>
    <dgm:pt modelId="{A66D24C6-52D6-4525-A248-EB2949ACA547}" type="parTrans" cxnId="{126DAF91-B8E8-461D-9F39-1A713C81F614}">
      <dgm:prSet/>
      <dgm:spPr/>
      <dgm:t>
        <a:bodyPr/>
        <a:lstStyle/>
        <a:p>
          <a:endParaRPr lang="en-US"/>
        </a:p>
      </dgm:t>
    </dgm:pt>
    <dgm:pt modelId="{1F4960B1-C3FB-4025-985D-6DA51D55EB0B}" type="sibTrans" cxnId="{126DAF91-B8E8-461D-9F39-1A713C81F614}">
      <dgm:prSet/>
      <dgm:spPr/>
      <dgm:t>
        <a:bodyPr/>
        <a:lstStyle/>
        <a:p>
          <a:endParaRPr lang="en-US"/>
        </a:p>
      </dgm:t>
    </dgm:pt>
    <dgm:pt modelId="{34DC8730-7E9D-45A0-A9A0-A47C543D021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BIPs define </a:t>
          </a:r>
          <a:endParaRPr lang="en-US"/>
        </a:p>
      </dgm:t>
    </dgm:pt>
    <dgm:pt modelId="{1F1A39E0-D66B-47FB-BA94-F5F19D6C3D26}" type="parTrans" cxnId="{758FC402-3E58-4F32-94AE-ACDE5CF7EBBB}">
      <dgm:prSet/>
      <dgm:spPr/>
      <dgm:t>
        <a:bodyPr/>
        <a:lstStyle/>
        <a:p>
          <a:endParaRPr lang="en-US"/>
        </a:p>
      </dgm:t>
    </dgm:pt>
    <dgm:pt modelId="{F57F24E7-2F44-499B-A8B8-8BBADB0CF8CD}" type="sibTrans" cxnId="{758FC402-3E58-4F32-94AE-ACDE5CF7EBBB}">
      <dgm:prSet/>
      <dgm:spPr/>
      <dgm:t>
        <a:bodyPr/>
        <a:lstStyle/>
        <a:p>
          <a:endParaRPr lang="en-US"/>
        </a:p>
      </dgm:t>
    </dgm:pt>
    <dgm:pt modelId="{5337330B-BA7B-4BC5-BACE-AB63323A35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optional services that may be offered </a:t>
          </a:r>
        </a:p>
      </dgm:t>
    </dgm:pt>
    <dgm:pt modelId="{6543F51D-3B50-4661-B15D-7D46C41B8157}" type="parTrans" cxnId="{0EC75090-B89F-4671-93B1-1CEF6C88D8EE}">
      <dgm:prSet/>
      <dgm:spPr/>
      <dgm:t>
        <a:bodyPr/>
        <a:lstStyle/>
        <a:p>
          <a:endParaRPr lang="en-US"/>
        </a:p>
      </dgm:t>
    </dgm:pt>
    <dgm:pt modelId="{3EEE90E8-850D-4820-8D5C-1DCF7571CF52}" type="sibTrans" cxnId="{0EC75090-B89F-4671-93B1-1CEF6C88D8EE}">
      <dgm:prSet/>
      <dgm:spPr/>
      <dgm:t>
        <a:bodyPr/>
        <a:lstStyle/>
        <a:p>
          <a:endParaRPr lang="en-US"/>
        </a:p>
      </dgm:t>
    </dgm:pt>
    <dgm:pt modelId="{79C132F2-A919-4D40-A514-931CB64EE4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compatible bitcoin nodes. </a:t>
          </a:r>
        </a:p>
      </dgm:t>
    </dgm:pt>
    <dgm:pt modelId="{10F73AC5-AD93-45A5-B6C8-C836DF0CA0D5}" type="parTrans" cxnId="{41131765-7617-482D-83FD-C4F783C1234B}">
      <dgm:prSet/>
      <dgm:spPr/>
      <dgm:t>
        <a:bodyPr/>
        <a:lstStyle/>
        <a:p>
          <a:endParaRPr lang="en-US"/>
        </a:p>
      </dgm:t>
    </dgm:pt>
    <dgm:pt modelId="{0D90CA69-D845-497A-91DB-D31A551D5DB4}" type="sibTrans" cxnId="{41131765-7617-482D-83FD-C4F783C1234B}">
      <dgm:prSet/>
      <dgm:spPr/>
      <dgm:t>
        <a:bodyPr/>
        <a:lstStyle/>
        <a:p>
          <a:endParaRPr lang="en-US"/>
        </a:p>
      </dgm:t>
    </dgm:pt>
    <dgm:pt modelId="{E7F93942-F1AF-41BA-B51B-1645FBCE202D}" type="pres">
      <dgm:prSet presAssocID="{4C976CBA-3D51-474B-97A5-8D16D9347976}" presName="root" presStyleCnt="0">
        <dgm:presLayoutVars>
          <dgm:dir/>
          <dgm:resizeHandles val="exact"/>
        </dgm:presLayoutVars>
      </dgm:prSet>
      <dgm:spPr/>
    </dgm:pt>
    <dgm:pt modelId="{5CB2ED16-6291-4295-A772-CF42D892F895}" type="pres">
      <dgm:prSet presAssocID="{82B9B842-AFF3-41F0-83A2-19CEF964094A}" presName="compNode" presStyleCnt="0"/>
      <dgm:spPr/>
    </dgm:pt>
    <dgm:pt modelId="{63DF18CF-9920-4F81-9256-4E1E5B4C3680}" type="pres">
      <dgm:prSet presAssocID="{82B9B842-AFF3-41F0-83A2-19CEF964094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522ED08-E34A-47BD-8C70-4A16824FE81C}" type="pres">
      <dgm:prSet presAssocID="{82B9B842-AFF3-41F0-83A2-19CEF964094A}" presName="iconSpace" presStyleCnt="0"/>
      <dgm:spPr/>
    </dgm:pt>
    <dgm:pt modelId="{2EE10715-8AA8-489A-9662-DA088AF08E71}" type="pres">
      <dgm:prSet presAssocID="{82B9B842-AFF3-41F0-83A2-19CEF964094A}" presName="parTx" presStyleLbl="revTx" presStyleIdx="0" presStyleCnt="6">
        <dgm:presLayoutVars>
          <dgm:chMax val="0"/>
          <dgm:chPref val="0"/>
        </dgm:presLayoutVars>
      </dgm:prSet>
      <dgm:spPr/>
    </dgm:pt>
    <dgm:pt modelId="{7E7F56BF-91DE-43E3-8BEC-BA198515FD2D}" type="pres">
      <dgm:prSet presAssocID="{82B9B842-AFF3-41F0-83A2-19CEF964094A}" presName="txSpace" presStyleCnt="0"/>
      <dgm:spPr/>
    </dgm:pt>
    <dgm:pt modelId="{BD9DEF6C-7540-4608-AD49-1D45DF14EBEB}" type="pres">
      <dgm:prSet presAssocID="{82B9B842-AFF3-41F0-83A2-19CEF964094A}" presName="desTx" presStyleLbl="revTx" presStyleIdx="1" presStyleCnt="6">
        <dgm:presLayoutVars/>
      </dgm:prSet>
      <dgm:spPr/>
    </dgm:pt>
    <dgm:pt modelId="{5CAF0E2A-FABE-4BD3-B02B-2D710F479786}" type="pres">
      <dgm:prSet presAssocID="{EB1785A6-D53E-48EF-9394-52E4155773C4}" presName="sibTrans" presStyleCnt="0"/>
      <dgm:spPr/>
    </dgm:pt>
    <dgm:pt modelId="{6E29132D-C084-4405-BEA5-6312861BAB49}" type="pres">
      <dgm:prSet presAssocID="{7C610917-8FDF-4ADE-B384-A4FB8EB926BB}" presName="compNode" presStyleCnt="0"/>
      <dgm:spPr/>
    </dgm:pt>
    <dgm:pt modelId="{649F0553-1665-4C24-AC79-F993CA1A0A36}" type="pres">
      <dgm:prSet presAssocID="{7C610917-8FDF-4ADE-B384-A4FB8EB926B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76D3EC49-49FD-44B8-916E-959E787E2DB4}" type="pres">
      <dgm:prSet presAssocID="{7C610917-8FDF-4ADE-B384-A4FB8EB926BB}" presName="iconSpace" presStyleCnt="0"/>
      <dgm:spPr/>
    </dgm:pt>
    <dgm:pt modelId="{18BFF36E-476B-497F-BD3F-7E38F390AAE6}" type="pres">
      <dgm:prSet presAssocID="{7C610917-8FDF-4ADE-B384-A4FB8EB926BB}" presName="parTx" presStyleLbl="revTx" presStyleIdx="2" presStyleCnt="6">
        <dgm:presLayoutVars>
          <dgm:chMax val="0"/>
          <dgm:chPref val="0"/>
        </dgm:presLayoutVars>
      </dgm:prSet>
      <dgm:spPr/>
    </dgm:pt>
    <dgm:pt modelId="{409C6E06-1964-40D7-979A-17F95790EE88}" type="pres">
      <dgm:prSet presAssocID="{7C610917-8FDF-4ADE-B384-A4FB8EB926BB}" presName="txSpace" presStyleCnt="0"/>
      <dgm:spPr/>
    </dgm:pt>
    <dgm:pt modelId="{6DFDA356-3772-4363-9996-5D67353DBA1D}" type="pres">
      <dgm:prSet presAssocID="{7C610917-8FDF-4ADE-B384-A4FB8EB926BB}" presName="desTx" presStyleLbl="revTx" presStyleIdx="3" presStyleCnt="6">
        <dgm:presLayoutVars/>
      </dgm:prSet>
      <dgm:spPr/>
    </dgm:pt>
    <dgm:pt modelId="{D4932944-5999-4518-AD87-2158CB5EA8EA}" type="pres">
      <dgm:prSet presAssocID="{E56F45DB-B435-401C-9ED4-EBC4B9091898}" presName="sibTrans" presStyleCnt="0"/>
      <dgm:spPr/>
    </dgm:pt>
    <dgm:pt modelId="{E7BCBD65-F8E7-4999-92F7-BEEA8621A00B}" type="pres">
      <dgm:prSet presAssocID="{34DC8730-7E9D-45A0-A9A0-A47C543D0216}" presName="compNode" presStyleCnt="0"/>
      <dgm:spPr/>
    </dgm:pt>
    <dgm:pt modelId="{8F16B5D3-91EA-4872-BCE1-9AA7E14A0617}" type="pres">
      <dgm:prSet presAssocID="{34DC8730-7E9D-45A0-A9A0-A47C543D021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commerce"/>
        </a:ext>
      </dgm:extLst>
    </dgm:pt>
    <dgm:pt modelId="{7D3FBF35-54CB-430B-9F2D-91C180355256}" type="pres">
      <dgm:prSet presAssocID="{34DC8730-7E9D-45A0-A9A0-A47C543D0216}" presName="iconSpace" presStyleCnt="0"/>
      <dgm:spPr/>
    </dgm:pt>
    <dgm:pt modelId="{B6A9CAB0-CF0B-422E-A8AC-9606C41D2189}" type="pres">
      <dgm:prSet presAssocID="{34DC8730-7E9D-45A0-A9A0-A47C543D0216}" presName="parTx" presStyleLbl="revTx" presStyleIdx="4" presStyleCnt="6">
        <dgm:presLayoutVars>
          <dgm:chMax val="0"/>
          <dgm:chPref val="0"/>
        </dgm:presLayoutVars>
      </dgm:prSet>
      <dgm:spPr/>
    </dgm:pt>
    <dgm:pt modelId="{2856D8D8-7D85-45BF-8C9E-7C7B4DF23931}" type="pres">
      <dgm:prSet presAssocID="{34DC8730-7E9D-45A0-A9A0-A47C543D0216}" presName="txSpace" presStyleCnt="0"/>
      <dgm:spPr/>
    </dgm:pt>
    <dgm:pt modelId="{84E46F12-96F1-4D20-8F57-307B2CBC8E4C}" type="pres">
      <dgm:prSet presAssocID="{34DC8730-7E9D-45A0-A9A0-A47C543D0216}" presName="desTx" presStyleLbl="revTx" presStyleIdx="5" presStyleCnt="6">
        <dgm:presLayoutVars/>
      </dgm:prSet>
      <dgm:spPr/>
    </dgm:pt>
  </dgm:ptLst>
  <dgm:cxnLst>
    <dgm:cxn modelId="{758FC402-3E58-4F32-94AE-ACDE5CF7EBBB}" srcId="{4C976CBA-3D51-474B-97A5-8D16D9347976}" destId="{34DC8730-7E9D-45A0-A9A0-A47C543D0216}" srcOrd="2" destOrd="0" parTransId="{1F1A39E0-D66B-47FB-BA94-F5F19D6C3D26}" sibTransId="{F57F24E7-2F44-499B-A8B8-8BBADB0CF8CD}"/>
    <dgm:cxn modelId="{E3360207-CD40-4506-ACF9-7491A49D7B76}" srcId="{4C976CBA-3D51-474B-97A5-8D16D9347976}" destId="{82B9B842-AFF3-41F0-83A2-19CEF964094A}" srcOrd="0" destOrd="0" parTransId="{392F7493-69D3-48D0-8D1B-E342D6BC2C7A}" sibTransId="{EB1785A6-D53E-48EF-9394-52E4155773C4}"/>
    <dgm:cxn modelId="{3CDB9707-6053-4AD3-9330-911C283A8930}" type="presOf" srcId="{58B30E25-60B7-40B9-A93D-6A4DE0CF18CC}" destId="{6DFDA356-3772-4363-9996-5D67353DBA1D}" srcOrd="0" destOrd="1" presId="urn:microsoft.com/office/officeart/2018/5/layout/CenteredIconLabelDescriptionList"/>
    <dgm:cxn modelId="{DEB7B32A-79DA-420C-9D21-7AACD7AEA882}" srcId="{7C610917-8FDF-4ADE-B384-A4FB8EB926BB}" destId="{ACD157B9-9B01-4E78-B1C9-58AF5AC4CBD4}" srcOrd="0" destOrd="0" parTransId="{1987F84C-5956-498B-A6E6-384ECED76CB9}" sibTransId="{28CEEAB4-3793-457B-A01B-B1C8D5CA0315}"/>
    <dgm:cxn modelId="{AD4ADC2E-4AB4-4818-A12F-7A5FF7266D39}" type="presOf" srcId="{4C976CBA-3D51-474B-97A5-8D16D9347976}" destId="{E7F93942-F1AF-41BA-B51B-1645FBCE202D}" srcOrd="0" destOrd="0" presId="urn:microsoft.com/office/officeart/2018/5/layout/CenteredIconLabelDescriptionList"/>
    <dgm:cxn modelId="{58D3883E-53D8-4DA1-BF76-383D441A6343}" type="presOf" srcId="{FCB8B6F9-2958-4C7B-A083-622F50981ABD}" destId="{BD9DEF6C-7540-4608-AD49-1D45DF14EBEB}" srcOrd="0" destOrd="0" presId="urn:microsoft.com/office/officeart/2018/5/layout/CenteredIconLabelDescriptionList"/>
    <dgm:cxn modelId="{41131765-7617-482D-83FD-C4F783C1234B}" srcId="{34DC8730-7E9D-45A0-A9A0-A47C543D0216}" destId="{79C132F2-A919-4D40-A514-931CB64EE409}" srcOrd="1" destOrd="0" parTransId="{10F73AC5-AD93-45A5-B6C8-C836DF0CA0D5}" sibTransId="{0D90CA69-D845-497A-91DB-D31A551D5DB4}"/>
    <dgm:cxn modelId="{A32F3872-3133-4F35-AC13-8840B5EBC01E}" type="presOf" srcId="{79C132F2-A919-4D40-A514-931CB64EE409}" destId="{84E46F12-96F1-4D20-8F57-307B2CBC8E4C}" srcOrd="0" destOrd="1" presId="urn:microsoft.com/office/officeart/2018/5/layout/CenteredIconLabelDescriptionList"/>
    <dgm:cxn modelId="{FFCB0976-F4A0-43BA-B270-AFEC44177518}" type="presOf" srcId="{82B9B842-AFF3-41F0-83A2-19CEF964094A}" destId="{2EE10715-8AA8-489A-9662-DA088AF08E71}" srcOrd="0" destOrd="0" presId="urn:microsoft.com/office/officeart/2018/5/layout/CenteredIconLabelDescriptionList"/>
    <dgm:cxn modelId="{B77E2979-6289-4D45-B357-771AB5D3E25E}" srcId="{82B9B842-AFF3-41F0-83A2-19CEF964094A}" destId="{FCB8B6F9-2958-4C7B-A083-622F50981ABD}" srcOrd="0" destOrd="0" parTransId="{2C84D941-4015-410E-A42D-83359C941144}" sibTransId="{42BBD3F5-75D0-41BE-8D95-E9014E0AB546}"/>
    <dgm:cxn modelId="{9493EA89-4B8C-4850-96E4-46AE799CF9EC}" type="presOf" srcId="{ACD157B9-9B01-4E78-B1C9-58AF5AC4CBD4}" destId="{6DFDA356-3772-4363-9996-5D67353DBA1D}" srcOrd="0" destOrd="0" presId="urn:microsoft.com/office/officeart/2018/5/layout/CenteredIconLabelDescriptionList"/>
    <dgm:cxn modelId="{0EC75090-B89F-4671-93B1-1CEF6C88D8EE}" srcId="{34DC8730-7E9D-45A0-A9A0-A47C543D0216}" destId="{5337330B-BA7B-4BC5-BACE-AB63323A3530}" srcOrd="0" destOrd="0" parTransId="{6543F51D-3B50-4661-B15D-7D46C41B8157}" sibTransId="{3EEE90E8-850D-4820-8D5C-1DCF7571CF52}"/>
    <dgm:cxn modelId="{126DAF91-B8E8-461D-9F39-1A713C81F614}" srcId="{7C610917-8FDF-4ADE-B384-A4FB8EB926BB}" destId="{58B30E25-60B7-40B9-A93D-6A4DE0CF18CC}" srcOrd="1" destOrd="0" parTransId="{A66D24C6-52D6-4525-A248-EB2949ACA547}" sibTransId="{1F4960B1-C3FB-4025-985D-6DA51D55EB0B}"/>
    <dgm:cxn modelId="{7719B6BE-A962-4753-AD11-C43583D70D08}" srcId="{4C976CBA-3D51-474B-97A5-8D16D9347976}" destId="{7C610917-8FDF-4ADE-B384-A4FB8EB926BB}" srcOrd="1" destOrd="0" parTransId="{25D9A653-5BBF-4413-84A1-32D9D7D5C48E}" sibTransId="{E56F45DB-B435-401C-9ED4-EBC4B9091898}"/>
    <dgm:cxn modelId="{444E7EE0-3F85-4049-B10E-ED8658B295A5}" type="presOf" srcId="{7C610917-8FDF-4ADE-B384-A4FB8EB926BB}" destId="{18BFF36E-476B-497F-BD3F-7E38F390AAE6}" srcOrd="0" destOrd="0" presId="urn:microsoft.com/office/officeart/2018/5/layout/CenteredIconLabelDescriptionList"/>
    <dgm:cxn modelId="{496DADEB-23ED-4E65-8086-070606958C85}" type="presOf" srcId="{34DC8730-7E9D-45A0-A9A0-A47C543D0216}" destId="{B6A9CAB0-CF0B-422E-A8AC-9606C41D2189}" srcOrd="0" destOrd="0" presId="urn:microsoft.com/office/officeart/2018/5/layout/CenteredIconLabelDescriptionList"/>
    <dgm:cxn modelId="{59E469F9-7F16-48B0-A1BC-C99A729C17D9}" type="presOf" srcId="{5337330B-BA7B-4BC5-BACE-AB63323A3530}" destId="{84E46F12-96F1-4D20-8F57-307B2CBC8E4C}" srcOrd="0" destOrd="0" presId="urn:microsoft.com/office/officeart/2018/5/layout/CenteredIconLabelDescriptionList"/>
    <dgm:cxn modelId="{8F775B3B-9CCD-4AFB-A7B5-C7838C259E7D}" type="presParOf" srcId="{E7F93942-F1AF-41BA-B51B-1645FBCE202D}" destId="{5CB2ED16-6291-4295-A772-CF42D892F895}" srcOrd="0" destOrd="0" presId="urn:microsoft.com/office/officeart/2018/5/layout/CenteredIconLabelDescriptionList"/>
    <dgm:cxn modelId="{283C8BB9-BB6F-43D5-B63A-57712E3E5D09}" type="presParOf" srcId="{5CB2ED16-6291-4295-A772-CF42D892F895}" destId="{63DF18CF-9920-4F81-9256-4E1E5B4C3680}" srcOrd="0" destOrd="0" presId="urn:microsoft.com/office/officeart/2018/5/layout/CenteredIconLabelDescriptionList"/>
    <dgm:cxn modelId="{64ED8080-351A-4B26-B1FA-CA0A13D6A272}" type="presParOf" srcId="{5CB2ED16-6291-4295-A772-CF42D892F895}" destId="{C522ED08-E34A-47BD-8C70-4A16824FE81C}" srcOrd="1" destOrd="0" presId="urn:microsoft.com/office/officeart/2018/5/layout/CenteredIconLabelDescriptionList"/>
    <dgm:cxn modelId="{A0AA7014-8681-4388-8FD0-6DAD83F43BB1}" type="presParOf" srcId="{5CB2ED16-6291-4295-A772-CF42D892F895}" destId="{2EE10715-8AA8-489A-9662-DA088AF08E71}" srcOrd="2" destOrd="0" presId="urn:microsoft.com/office/officeart/2018/5/layout/CenteredIconLabelDescriptionList"/>
    <dgm:cxn modelId="{8EC70B1A-1E9C-40B4-9F82-66227CD9CFA7}" type="presParOf" srcId="{5CB2ED16-6291-4295-A772-CF42D892F895}" destId="{7E7F56BF-91DE-43E3-8BEC-BA198515FD2D}" srcOrd="3" destOrd="0" presId="urn:microsoft.com/office/officeart/2018/5/layout/CenteredIconLabelDescriptionList"/>
    <dgm:cxn modelId="{2C4627C5-3670-4142-8286-4C070522E117}" type="presParOf" srcId="{5CB2ED16-6291-4295-A772-CF42D892F895}" destId="{BD9DEF6C-7540-4608-AD49-1D45DF14EBEB}" srcOrd="4" destOrd="0" presId="urn:microsoft.com/office/officeart/2018/5/layout/CenteredIconLabelDescriptionList"/>
    <dgm:cxn modelId="{7A8923A4-5B34-432B-9D17-52C4C2D50D11}" type="presParOf" srcId="{E7F93942-F1AF-41BA-B51B-1645FBCE202D}" destId="{5CAF0E2A-FABE-4BD3-B02B-2D710F479786}" srcOrd="1" destOrd="0" presId="urn:microsoft.com/office/officeart/2018/5/layout/CenteredIconLabelDescriptionList"/>
    <dgm:cxn modelId="{702F71C9-3963-4F19-8124-20F93FEA278B}" type="presParOf" srcId="{E7F93942-F1AF-41BA-B51B-1645FBCE202D}" destId="{6E29132D-C084-4405-BEA5-6312861BAB49}" srcOrd="2" destOrd="0" presId="urn:microsoft.com/office/officeart/2018/5/layout/CenteredIconLabelDescriptionList"/>
    <dgm:cxn modelId="{A19714A5-0D24-4188-AEF6-3FCBF533D882}" type="presParOf" srcId="{6E29132D-C084-4405-BEA5-6312861BAB49}" destId="{649F0553-1665-4C24-AC79-F993CA1A0A36}" srcOrd="0" destOrd="0" presId="urn:microsoft.com/office/officeart/2018/5/layout/CenteredIconLabelDescriptionList"/>
    <dgm:cxn modelId="{D185BD9E-9370-4AFE-969A-243D259C357B}" type="presParOf" srcId="{6E29132D-C084-4405-BEA5-6312861BAB49}" destId="{76D3EC49-49FD-44B8-916E-959E787E2DB4}" srcOrd="1" destOrd="0" presId="urn:microsoft.com/office/officeart/2018/5/layout/CenteredIconLabelDescriptionList"/>
    <dgm:cxn modelId="{5EB37112-FB51-4E53-9EEF-DA10B90F00C8}" type="presParOf" srcId="{6E29132D-C084-4405-BEA5-6312861BAB49}" destId="{18BFF36E-476B-497F-BD3F-7E38F390AAE6}" srcOrd="2" destOrd="0" presId="urn:microsoft.com/office/officeart/2018/5/layout/CenteredIconLabelDescriptionList"/>
    <dgm:cxn modelId="{7F0C7974-A59F-4D67-8F47-A304FDDF2748}" type="presParOf" srcId="{6E29132D-C084-4405-BEA5-6312861BAB49}" destId="{409C6E06-1964-40D7-979A-17F95790EE88}" srcOrd="3" destOrd="0" presId="urn:microsoft.com/office/officeart/2018/5/layout/CenteredIconLabelDescriptionList"/>
    <dgm:cxn modelId="{37DC1277-46FB-4F28-82F8-85B81DFA8DF6}" type="presParOf" srcId="{6E29132D-C084-4405-BEA5-6312861BAB49}" destId="{6DFDA356-3772-4363-9996-5D67353DBA1D}" srcOrd="4" destOrd="0" presId="urn:microsoft.com/office/officeart/2018/5/layout/CenteredIconLabelDescriptionList"/>
    <dgm:cxn modelId="{BCF789F2-6D92-4F20-843E-7833D3AA8D5C}" type="presParOf" srcId="{E7F93942-F1AF-41BA-B51B-1645FBCE202D}" destId="{D4932944-5999-4518-AD87-2158CB5EA8EA}" srcOrd="3" destOrd="0" presId="urn:microsoft.com/office/officeart/2018/5/layout/CenteredIconLabelDescriptionList"/>
    <dgm:cxn modelId="{44C5C580-0284-41FE-9321-DB665E5D4D0E}" type="presParOf" srcId="{E7F93942-F1AF-41BA-B51B-1645FBCE202D}" destId="{E7BCBD65-F8E7-4999-92F7-BEEA8621A00B}" srcOrd="4" destOrd="0" presId="urn:microsoft.com/office/officeart/2018/5/layout/CenteredIconLabelDescriptionList"/>
    <dgm:cxn modelId="{ED3A839C-A47D-40B2-8E62-BAC5B0F2E917}" type="presParOf" srcId="{E7BCBD65-F8E7-4999-92F7-BEEA8621A00B}" destId="{8F16B5D3-91EA-4872-BCE1-9AA7E14A0617}" srcOrd="0" destOrd="0" presId="urn:microsoft.com/office/officeart/2018/5/layout/CenteredIconLabelDescriptionList"/>
    <dgm:cxn modelId="{2607DC0A-120E-41A4-A685-72F5543F918A}" type="presParOf" srcId="{E7BCBD65-F8E7-4999-92F7-BEEA8621A00B}" destId="{7D3FBF35-54CB-430B-9F2D-91C180355256}" srcOrd="1" destOrd="0" presId="urn:microsoft.com/office/officeart/2018/5/layout/CenteredIconLabelDescriptionList"/>
    <dgm:cxn modelId="{C0268211-85B5-42CE-9A65-A3B5B5A1DF5C}" type="presParOf" srcId="{E7BCBD65-F8E7-4999-92F7-BEEA8621A00B}" destId="{B6A9CAB0-CF0B-422E-A8AC-9606C41D2189}" srcOrd="2" destOrd="0" presId="urn:microsoft.com/office/officeart/2018/5/layout/CenteredIconLabelDescriptionList"/>
    <dgm:cxn modelId="{A56BC824-0C25-470E-A723-5CDCA140FCDA}" type="presParOf" srcId="{E7BCBD65-F8E7-4999-92F7-BEEA8621A00B}" destId="{2856D8D8-7D85-45BF-8C9E-7C7B4DF23931}" srcOrd="3" destOrd="0" presId="urn:microsoft.com/office/officeart/2018/5/layout/CenteredIconLabelDescriptionList"/>
    <dgm:cxn modelId="{4CBB1847-CF24-4876-8255-32E9530779E3}" type="presParOf" srcId="{E7BCBD65-F8E7-4999-92F7-BEEA8621A00B}" destId="{84E46F12-96F1-4D20-8F57-307B2CBC8E4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200139C7-21E2-47EF-B332-83ECB24CE29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3A18A89-AEBF-4600-9403-75A5F0845D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BIP-151 enables</a:t>
          </a:r>
          <a:r>
            <a:rPr lang="tr-TR"/>
            <a:t> </a:t>
          </a:r>
          <a:endParaRPr lang="en-US"/>
        </a:p>
      </dgm:t>
    </dgm:pt>
    <dgm:pt modelId="{414AA92A-BF09-45F7-AA4F-93E13369482D}" type="parTrans" cxnId="{A0FD6A14-3C90-4751-B11D-CC2D5A3C44F0}">
      <dgm:prSet/>
      <dgm:spPr/>
      <dgm:t>
        <a:bodyPr/>
        <a:lstStyle/>
        <a:p>
          <a:endParaRPr lang="en-US"/>
        </a:p>
      </dgm:t>
    </dgm:pt>
    <dgm:pt modelId="{8ED4519C-0327-4CD1-BFA9-42DBD031A7BC}" type="sibTrans" cxnId="{A0FD6A14-3C90-4751-B11D-CC2D5A3C44F0}">
      <dgm:prSet/>
      <dgm:spPr/>
      <dgm:t>
        <a:bodyPr/>
        <a:lstStyle/>
        <a:p>
          <a:endParaRPr lang="en-US"/>
        </a:p>
      </dgm:t>
    </dgm:pt>
    <dgm:pt modelId="{68AA0BD6-85ED-4FB7-8598-2EBAC0310D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negotiated encryption for all communications </a:t>
          </a:r>
        </a:p>
      </dgm:t>
    </dgm:pt>
    <dgm:pt modelId="{265AB980-9DEA-477D-87FC-BBA2C418DC20}" type="parTrans" cxnId="{F9299F4B-FC9A-41D9-A03B-23EFE8BC1DC4}">
      <dgm:prSet/>
      <dgm:spPr/>
      <dgm:t>
        <a:bodyPr/>
        <a:lstStyle/>
        <a:p>
          <a:endParaRPr lang="en-US"/>
        </a:p>
      </dgm:t>
    </dgm:pt>
    <dgm:pt modelId="{7C1C95C0-2A49-4239-9B3C-A8705DA9EE3B}" type="sibTrans" cxnId="{F9299F4B-FC9A-41D9-A03B-23EFE8BC1DC4}">
      <dgm:prSet/>
      <dgm:spPr/>
      <dgm:t>
        <a:bodyPr/>
        <a:lstStyle/>
        <a:p>
          <a:endParaRPr lang="en-US"/>
        </a:p>
      </dgm:t>
    </dgm:pt>
    <dgm:pt modelId="{865E175D-9F23-4FF0-AE73-BC68D127A3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 two nodes that support</a:t>
          </a:r>
          <a:r>
            <a:rPr lang="tr-TR" dirty="0"/>
            <a:t> </a:t>
          </a:r>
          <a:r>
            <a:rPr lang="en-US" dirty="0"/>
            <a:t>BIP-151</a:t>
          </a:r>
        </a:p>
      </dgm:t>
    </dgm:pt>
    <dgm:pt modelId="{82CD7D3E-542F-4C6A-9054-7ED16A89ED33}" type="parTrans" cxnId="{35C4CA2D-8822-4F07-9C17-F20874866108}">
      <dgm:prSet/>
      <dgm:spPr/>
      <dgm:t>
        <a:bodyPr/>
        <a:lstStyle/>
        <a:p>
          <a:endParaRPr lang="en-US"/>
        </a:p>
      </dgm:t>
    </dgm:pt>
    <dgm:pt modelId="{5133110B-4885-493F-9A6E-12E7592B9D55}" type="sibTrans" cxnId="{35C4CA2D-8822-4F07-9C17-F20874866108}">
      <dgm:prSet/>
      <dgm:spPr/>
      <dgm:t>
        <a:bodyPr/>
        <a:lstStyle/>
        <a:p>
          <a:endParaRPr lang="en-US"/>
        </a:p>
      </dgm:t>
    </dgm:pt>
    <dgm:pt modelId="{F6E82ABA-E01A-4AE8-B943-9062DC3C22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BIP-150 offers </a:t>
          </a:r>
        </a:p>
      </dgm:t>
    </dgm:pt>
    <dgm:pt modelId="{03EC2317-6552-45E1-9356-28A690245B02}" type="parTrans" cxnId="{23A6F2FC-2AE2-4A36-9BD9-CBE42FBA4999}">
      <dgm:prSet/>
      <dgm:spPr/>
      <dgm:t>
        <a:bodyPr/>
        <a:lstStyle/>
        <a:p>
          <a:endParaRPr lang="en-US"/>
        </a:p>
      </dgm:t>
    </dgm:pt>
    <dgm:pt modelId="{BAC6BABB-49DA-4521-86F3-CEB74C190A88}" type="sibTrans" cxnId="{23A6F2FC-2AE2-4A36-9BD9-CBE42FBA4999}">
      <dgm:prSet/>
      <dgm:spPr/>
      <dgm:t>
        <a:bodyPr/>
        <a:lstStyle/>
        <a:p>
          <a:endParaRPr lang="en-US"/>
        </a:p>
      </dgm:t>
    </dgm:pt>
    <dgm:pt modelId="{E61205A5-961E-4B84-92B2-851864870F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optional peer authentication</a:t>
          </a:r>
        </a:p>
      </dgm:t>
    </dgm:pt>
    <dgm:pt modelId="{3174E45E-D4FB-487D-A3DE-899429112388}" type="parTrans" cxnId="{631CF62E-B79D-4BC9-ADDF-CF9A55B085A6}">
      <dgm:prSet/>
      <dgm:spPr/>
      <dgm:t>
        <a:bodyPr/>
        <a:lstStyle/>
        <a:p>
          <a:endParaRPr lang="en-US"/>
        </a:p>
      </dgm:t>
    </dgm:pt>
    <dgm:pt modelId="{9AA77D5C-D6F9-44D4-A423-2BA7807BEE4F}" type="sibTrans" cxnId="{631CF62E-B79D-4BC9-ADDF-CF9A55B085A6}">
      <dgm:prSet/>
      <dgm:spPr/>
      <dgm:t>
        <a:bodyPr/>
        <a:lstStyle/>
        <a:p>
          <a:endParaRPr lang="en-US"/>
        </a:p>
      </dgm:t>
    </dgm:pt>
    <dgm:pt modelId="{764D6C07-89AA-4EFD-8CCC-8B4F26519C5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Authentication of identities</a:t>
          </a:r>
          <a:endParaRPr lang="en-US"/>
        </a:p>
      </dgm:t>
    </dgm:pt>
    <dgm:pt modelId="{1EBEA313-3F31-4E5B-85E7-7D151F965AAF}" type="parTrans" cxnId="{2EB2A825-DBFC-4BF5-8DCE-6F717296F1B1}">
      <dgm:prSet/>
      <dgm:spPr/>
      <dgm:t>
        <a:bodyPr/>
        <a:lstStyle/>
        <a:p>
          <a:endParaRPr lang="en-US"/>
        </a:p>
      </dgm:t>
    </dgm:pt>
    <dgm:pt modelId="{0B2C2561-45C0-42FD-BB52-9A2F9B51941D}" type="sibTrans" cxnId="{2EB2A825-DBFC-4BF5-8DCE-6F717296F1B1}">
      <dgm:prSet/>
      <dgm:spPr/>
      <dgm:t>
        <a:bodyPr/>
        <a:lstStyle/>
        <a:p>
          <a:endParaRPr lang="en-US"/>
        </a:p>
      </dgm:t>
    </dgm:pt>
    <dgm:pt modelId="{20B825C0-3928-4074-9DE9-08C1CAA683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 nodes to authenticate</a:t>
          </a:r>
          <a:r>
            <a:rPr lang="tr-TR"/>
            <a:t> </a:t>
          </a:r>
          <a:r>
            <a:rPr lang="en-US"/>
            <a:t>each other’s identity </a:t>
          </a:r>
        </a:p>
      </dgm:t>
    </dgm:pt>
    <dgm:pt modelId="{7A3F19C6-586C-4555-9762-02DFBE11123D}" type="parTrans" cxnId="{B97FD2CC-0C05-43B4-AB1F-0B1BB3BB6E3F}">
      <dgm:prSet/>
      <dgm:spPr/>
      <dgm:t>
        <a:bodyPr/>
        <a:lstStyle/>
        <a:p>
          <a:endParaRPr lang="en-US"/>
        </a:p>
      </dgm:t>
    </dgm:pt>
    <dgm:pt modelId="{88D950F9-E6F4-4178-9AED-FDA78616C321}" type="sibTrans" cxnId="{B97FD2CC-0C05-43B4-AB1F-0B1BB3BB6E3F}">
      <dgm:prSet/>
      <dgm:spPr/>
      <dgm:t>
        <a:bodyPr/>
        <a:lstStyle/>
        <a:p>
          <a:endParaRPr lang="en-US"/>
        </a:p>
      </dgm:t>
    </dgm:pt>
    <dgm:pt modelId="{671B9F86-45A3-4B3E-B145-E2A8DC6187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ECDSA and private keys.</a:t>
          </a:r>
        </a:p>
      </dgm:t>
    </dgm:pt>
    <dgm:pt modelId="{96FC59D6-092B-4683-A86E-7A04A71B4CF4}" type="parTrans" cxnId="{2EAB83FC-4C64-4E51-A351-F9B90BAF6C14}">
      <dgm:prSet/>
      <dgm:spPr/>
      <dgm:t>
        <a:bodyPr/>
        <a:lstStyle/>
        <a:p>
          <a:endParaRPr lang="en-US"/>
        </a:p>
      </dgm:t>
    </dgm:pt>
    <dgm:pt modelId="{F064145C-9019-4385-8CEB-1385878887E5}" type="sibTrans" cxnId="{2EAB83FC-4C64-4E51-A351-F9B90BAF6C14}">
      <dgm:prSet/>
      <dgm:spPr/>
      <dgm:t>
        <a:bodyPr/>
        <a:lstStyle/>
        <a:p>
          <a:endParaRPr lang="en-US"/>
        </a:p>
      </dgm:t>
    </dgm:pt>
    <dgm:pt modelId="{B027AE64-6FC9-4390-92D7-D1EE191C464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BIP-150 requires BIP-151 </a:t>
          </a:r>
        </a:p>
      </dgm:t>
    </dgm:pt>
    <dgm:pt modelId="{E0F8BB72-2995-48F9-B6B1-9F559761C838}" type="parTrans" cxnId="{21B13181-8525-47A3-9B7F-E04655D7201C}">
      <dgm:prSet/>
      <dgm:spPr/>
      <dgm:t>
        <a:bodyPr/>
        <a:lstStyle/>
        <a:p>
          <a:endParaRPr lang="en-US"/>
        </a:p>
      </dgm:t>
    </dgm:pt>
    <dgm:pt modelId="{C738B75A-4190-4AE2-86AE-1BE12F4C39A4}" type="sibTrans" cxnId="{21B13181-8525-47A3-9B7F-E04655D7201C}">
      <dgm:prSet/>
      <dgm:spPr/>
      <dgm:t>
        <a:bodyPr/>
        <a:lstStyle/>
        <a:p>
          <a:endParaRPr lang="en-US"/>
        </a:p>
      </dgm:t>
    </dgm:pt>
    <dgm:pt modelId="{9657FD75-BDB3-49D0-B326-945737655B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prior to</a:t>
          </a:r>
          <a:r>
            <a:rPr lang="tr-TR"/>
            <a:t> </a:t>
          </a:r>
          <a:r>
            <a:rPr lang="en-US"/>
            <a:t>authentication</a:t>
          </a:r>
          <a:r>
            <a:rPr lang="tr-TR"/>
            <a:t> of</a:t>
          </a:r>
          <a:r>
            <a:rPr lang="en-US"/>
            <a:t> the two nodes </a:t>
          </a:r>
        </a:p>
      </dgm:t>
    </dgm:pt>
    <dgm:pt modelId="{7D425CBD-7372-47B5-AF4D-63B0A608B7C3}" type="parTrans" cxnId="{CE7A9723-61CF-42FD-B075-C51F0BA74898}">
      <dgm:prSet/>
      <dgm:spPr/>
      <dgm:t>
        <a:bodyPr/>
        <a:lstStyle/>
        <a:p>
          <a:endParaRPr lang="en-US"/>
        </a:p>
      </dgm:t>
    </dgm:pt>
    <dgm:pt modelId="{01B96F2E-0D89-4938-B1DA-B2655A14B8F0}" type="sibTrans" cxnId="{CE7A9723-61CF-42FD-B075-C51F0BA74898}">
      <dgm:prSet/>
      <dgm:spPr/>
      <dgm:t>
        <a:bodyPr/>
        <a:lstStyle/>
        <a:p>
          <a:endParaRPr lang="en-US"/>
        </a:p>
      </dgm:t>
    </dgm:pt>
    <dgm:pt modelId="{0EE74CBE-81E7-46B0-902A-7DBCB3F04F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encrypted communications as per</a:t>
          </a:r>
          <a:r>
            <a:rPr lang="tr-TR"/>
            <a:t> </a:t>
          </a:r>
          <a:r>
            <a:rPr lang="en-US"/>
            <a:t>BIP-151</a:t>
          </a:r>
          <a:r>
            <a:rPr lang="tr-TR"/>
            <a:t> should be established</a:t>
          </a:r>
          <a:endParaRPr lang="en-US"/>
        </a:p>
      </dgm:t>
    </dgm:pt>
    <dgm:pt modelId="{FA8D376B-AA79-4A9B-824D-7DDD3C5EB169}" type="parTrans" cxnId="{89BFFF88-2A90-4485-8321-77DC722DE0A3}">
      <dgm:prSet/>
      <dgm:spPr/>
      <dgm:t>
        <a:bodyPr/>
        <a:lstStyle/>
        <a:p>
          <a:endParaRPr lang="en-US"/>
        </a:p>
      </dgm:t>
    </dgm:pt>
    <dgm:pt modelId="{56FF3E79-680A-4CD4-9DDD-A1E8CF90CD91}" type="sibTrans" cxnId="{89BFFF88-2A90-4485-8321-77DC722DE0A3}">
      <dgm:prSet/>
      <dgm:spPr/>
      <dgm:t>
        <a:bodyPr/>
        <a:lstStyle/>
        <a:p>
          <a:endParaRPr lang="en-US"/>
        </a:p>
      </dgm:t>
    </dgm:pt>
    <dgm:pt modelId="{DFE47EC9-8E0F-4A03-8349-82B5186D05A4}" type="pres">
      <dgm:prSet presAssocID="{200139C7-21E2-47EF-B332-83ECB24CE298}" presName="root" presStyleCnt="0">
        <dgm:presLayoutVars>
          <dgm:dir/>
          <dgm:resizeHandles val="exact"/>
        </dgm:presLayoutVars>
      </dgm:prSet>
      <dgm:spPr/>
    </dgm:pt>
    <dgm:pt modelId="{F44DA826-64B8-4B40-BA84-D96AD6567D62}" type="pres">
      <dgm:prSet presAssocID="{F3A18A89-AEBF-4600-9403-75A5F0845D48}" presName="compNode" presStyleCnt="0"/>
      <dgm:spPr/>
    </dgm:pt>
    <dgm:pt modelId="{53662605-33FD-4030-8FBB-2E0BCF5992AA}" type="pres">
      <dgm:prSet presAssocID="{F3A18A89-AEBF-4600-9403-75A5F0845D4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14B6F66E-468F-4A35-870F-AB888383E457}" type="pres">
      <dgm:prSet presAssocID="{F3A18A89-AEBF-4600-9403-75A5F0845D48}" presName="iconSpace" presStyleCnt="0"/>
      <dgm:spPr/>
    </dgm:pt>
    <dgm:pt modelId="{AA515CAC-6A15-4233-AD0C-83151C558264}" type="pres">
      <dgm:prSet presAssocID="{F3A18A89-AEBF-4600-9403-75A5F0845D48}" presName="parTx" presStyleLbl="revTx" presStyleIdx="0" presStyleCnt="8">
        <dgm:presLayoutVars>
          <dgm:chMax val="0"/>
          <dgm:chPref val="0"/>
        </dgm:presLayoutVars>
      </dgm:prSet>
      <dgm:spPr/>
    </dgm:pt>
    <dgm:pt modelId="{6CAD1858-62F2-4243-A674-AF91F5C2F7BF}" type="pres">
      <dgm:prSet presAssocID="{F3A18A89-AEBF-4600-9403-75A5F0845D48}" presName="txSpace" presStyleCnt="0"/>
      <dgm:spPr/>
    </dgm:pt>
    <dgm:pt modelId="{669C9D0A-1B6E-4B78-8CF2-F74292ABFC9C}" type="pres">
      <dgm:prSet presAssocID="{F3A18A89-AEBF-4600-9403-75A5F0845D48}" presName="desTx" presStyleLbl="revTx" presStyleIdx="1" presStyleCnt="8">
        <dgm:presLayoutVars/>
      </dgm:prSet>
      <dgm:spPr/>
    </dgm:pt>
    <dgm:pt modelId="{9EF31186-C26F-4B50-8F46-66E267B1A9FA}" type="pres">
      <dgm:prSet presAssocID="{8ED4519C-0327-4CD1-BFA9-42DBD031A7BC}" presName="sibTrans" presStyleCnt="0"/>
      <dgm:spPr/>
    </dgm:pt>
    <dgm:pt modelId="{855E02B8-2C7E-41C0-882A-A7B303EF281F}" type="pres">
      <dgm:prSet presAssocID="{F6E82ABA-E01A-4AE8-B943-9062DC3C2273}" presName="compNode" presStyleCnt="0"/>
      <dgm:spPr/>
    </dgm:pt>
    <dgm:pt modelId="{9AB4047E-3926-4EC5-B961-71F163E96950}" type="pres">
      <dgm:prSet presAssocID="{F6E82ABA-E01A-4AE8-B943-9062DC3C227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16B1A0D-DF6C-4252-9C1D-99A57ACF2ADB}" type="pres">
      <dgm:prSet presAssocID="{F6E82ABA-E01A-4AE8-B943-9062DC3C2273}" presName="iconSpace" presStyleCnt="0"/>
      <dgm:spPr/>
    </dgm:pt>
    <dgm:pt modelId="{F0E9D2B9-BA77-4728-B844-DB0D6EA67DAB}" type="pres">
      <dgm:prSet presAssocID="{F6E82ABA-E01A-4AE8-B943-9062DC3C2273}" presName="parTx" presStyleLbl="revTx" presStyleIdx="2" presStyleCnt="8">
        <dgm:presLayoutVars>
          <dgm:chMax val="0"/>
          <dgm:chPref val="0"/>
        </dgm:presLayoutVars>
      </dgm:prSet>
      <dgm:spPr/>
    </dgm:pt>
    <dgm:pt modelId="{BCA47033-F259-47F4-AFD5-1F2153FBF8FD}" type="pres">
      <dgm:prSet presAssocID="{F6E82ABA-E01A-4AE8-B943-9062DC3C2273}" presName="txSpace" presStyleCnt="0"/>
      <dgm:spPr/>
    </dgm:pt>
    <dgm:pt modelId="{739EB186-26FC-4B42-8BBA-C3DCAB768A96}" type="pres">
      <dgm:prSet presAssocID="{F6E82ABA-E01A-4AE8-B943-9062DC3C2273}" presName="desTx" presStyleLbl="revTx" presStyleIdx="3" presStyleCnt="8">
        <dgm:presLayoutVars/>
      </dgm:prSet>
      <dgm:spPr/>
    </dgm:pt>
    <dgm:pt modelId="{9769C3DC-0FA5-4C59-8A68-4D85CE4B67EC}" type="pres">
      <dgm:prSet presAssocID="{BAC6BABB-49DA-4521-86F3-CEB74C190A88}" presName="sibTrans" presStyleCnt="0"/>
      <dgm:spPr/>
    </dgm:pt>
    <dgm:pt modelId="{CAA70E07-5CEC-46AC-8876-5E6ABFF9F493}" type="pres">
      <dgm:prSet presAssocID="{764D6C07-89AA-4EFD-8CCC-8B4F26519C52}" presName="compNode" presStyleCnt="0"/>
      <dgm:spPr/>
    </dgm:pt>
    <dgm:pt modelId="{C170F36B-173B-4EAC-8C4B-3FD069FA0540}" type="pres">
      <dgm:prSet presAssocID="{764D6C07-89AA-4EFD-8CCC-8B4F26519C52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679A3F38-9C7C-48CE-A803-3A5DEE61DD16}" type="pres">
      <dgm:prSet presAssocID="{764D6C07-89AA-4EFD-8CCC-8B4F26519C52}" presName="iconSpace" presStyleCnt="0"/>
      <dgm:spPr/>
    </dgm:pt>
    <dgm:pt modelId="{A4B151BF-AB23-4351-AE03-B5E43B830233}" type="pres">
      <dgm:prSet presAssocID="{764D6C07-89AA-4EFD-8CCC-8B4F26519C52}" presName="parTx" presStyleLbl="revTx" presStyleIdx="4" presStyleCnt="8">
        <dgm:presLayoutVars>
          <dgm:chMax val="0"/>
          <dgm:chPref val="0"/>
        </dgm:presLayoutVars>
      </dgm:prSet>
      <dgm:spPr/>
    </dgm:pt>
    <dgm:pt modelId="{33B81BA9-BFD4-424B-B941-CEF675F85EB2}" type="pres">
      <dgm:prSet presAssocID="{764D6C07-89AA-4EFD-8CCC-8B4F26519C52}" presName="txSpace" presStyleCnt="0"/>
      <dgm:spPr/>
    </dgm:pt>
    <dgm:pt modelId="{9E0F3CA9-55C2-496A-BABE-D93B8D45B833}" type="pres">
      <dgm:prSet presAssocID="{764D6C07-89AA-4EFD-8CCC-8B4F26519C52}" presName="desTx" presStyleLbl="revTx" presStyleIdx="5" presStyleCnt="8">
        <dgm:presLayoutVars/>
      </dgm:prSet>
      <dgm:spPr/>
    </dgm:pt>
    <dgm:pt modelId="{93AC4A12-80D6-423D-BBCE-147EEAE5D382}" type="pres">
      <dgm:prSet presAssocID="{0B2C2561-45C0-42FD-BB52-9A2F9B51941D}" presName="sibTrans" presStyleCnt="0"/>
      <dgm:spPr/>
    </dgm:pt>
    <dgm:pt modelId="{761DE4AA-8F3B-4FCA-99FD-E395A2C1FE45}" type="pres">
      <dgm:prSet presAssocID="{B027AE64-6FC9-4390-92D7-D1EE191C4645}" presName="compNode" presStyleCnt="0"/>
      <dgm:spPr/>
    </dgm:pt>
    <dgm:pt modelId="{81343604-38F3-4E54-A06E-945D230BD7B0}" type="pres">
      <dgm:prSet presAssocID="{B027AE64-6FC9-4390-92D7-D1EE191C464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5A8ACA0-4755-4CB5-AADD-6ED377EC2875}" type="pres">
      <dgm:prSet presAssocID="{B027AE64-6FC9-4390-92D7-D1EE191C4645}" presName="iconSpace" presStyleCnt="0"/>
      <dgm:spPr/>
    </dgm:pt>
    <dgm:pt modelId="{9DEFF32E-CDD6-4A2E-807C-1DCBDC80AD06}" type="pres">
      <dgm:prSet presAssocID="{B027AE64-6FC9-4390-92D7-D1EE191C4645}" presName="parTx" presStyleLbl="revTx" presStyleIdx="6" presStyleCnt="8">
        <dgm:presLayoutVars>
          <dgm:chMax val="0"/>
          <dgm:chPref val="0"/>
        </dgm:presLayoutVars>
      </dgm:prSet>
      <dgm:spPr/>
    </dgm:pt>
    <dgm:pt modelId="{12734A28-C421-47F7-A60F-452B8B5A1F96}" type="pres">
      <dgm:prSet presAssocID="{B027AE64-6FC9-4390-92D7-D1EE191C4645}" presName="txSpace" presStyleCnt="0"/>
      <dgm:spPr/>
    </dgm:pt>
    <dgm:pt modelId="{75D259D4-7D9E-405E-9205-A1A871B1F34A}" type="pres">
      <dgm:prSet presAssocID="{B027AE64-6FC9-4390-92D7-D1EE191C4645}" presName="desTx" presStyleLbl="revTx" presStyleIdx="7" presStyleCnt="8">
        <dgm:presLayoutVars/>
      </dgm:prSet>
      <dgm:spPr/>
    </dgm:pt>
  </dgm:ptLst>
  <dgm:cxnLst>
    <dgm:cxn modelId="{A5598E09-54AA-41D5-B951-B94E56BA2FCF}" type="presOf" srcId="{20B825C0-3928-4074-9DE9-08C1CAA683DC}" destId="{9E0F3CA9-55C2-496A-BABE-D93B8D45B833}" srcOrd="0" destOrd="0" presId="urn:microsoft.com/office/officeart/2018/5/layout/CenteredIconLabelDescriptionList"/>
    <dgm:cxn modelId="{A0FD6A14-3C90-4751-B11D-CC2D5A3C44F0}" srcId="{200139C7-21E2-47EF-B332-83ECB24CE298}" destId="{F3A18A89-AEBF-4600-9403-75A5F0845D48}" srcOrd="0" destOrd="0" parTransId="{414AA92A-BF09-45F7-AA4F-93E13369482D}" sibTransId="{8ED4519C-0327-4CD1-BFA9-42DBD031A7BC}"/>
    <dgm:cxn modelId="{74A80319-B636-4201-8598-7C31079BCB1A}" type="presOf" srcId="{671B9F86-45A3-4B3E-B145-E2A8DC618716}" destId="{9E0F3CA9-55C2-496A-BABE-D93B8D45B833}" srcOrd="0" destOrd="1" presId="urn:microsoft.com/office/officeart/2018/5/layout/CenteredIconLabelDescriptionList"/>
    <dgm:cxn modelId="{2220E31C-A7FA-4DFE-9F97-05170DB9A176}" type="presOf" srcId="{E61205A5-961E-4B84-92B2-851864870FA3}" destId="{739EB186-26FC-4B42-8BBA-C3DCAB768A96}" srcOrd="0" destOrd="0" presId="urn:microsoft.com/office/officeart/2018/5/layout/CenteredIconLabelDescriptionList"/>
    <dgm:cxn modelId="{CE7A9723-61CF-42FD-B075-C51F0BA74898}" srcId="{B027AE64-6FC9-4390-92D7-D1EE191C4645}" destId="{9657FD75-BDB3-49D0-B326-945737655B1E}" srcOrd="0" destOrd="0" parTransId="{7D425CBD-7372-47B5-AF4D-63B0A608B7C3}" sibTransId="{01B96F2E-0D89-4938-B1DA-B2655A14B8F0}"/>
    <dgm:cxn modelId="{2EB2A825-DBFC-4BF5-8DCE-6F717296F1B1}" srcId="{200139C7-21E2-47EF-B332-83ECB24CE298}" destId="{764D6C07-89AA-4EFD-8CCC-8B4F26519C52}" srcOrd="2" destOrd="0" parTransId="{1EBEA313-3F31-4E5B-85E7-7D151F965AAF}" sibTransId="{0B2C2561-45C0-42FD-BB52-9A2F9B51941D}"/>
    <dgm:cxn modelId="{35C4CA2D-8822-4F07-9C17-F20874866108}" srcId="{F3A18A89-AEBF-4600-9403-75A5F0845D48}" destId="{865E175D-9F23-4FF0-AE73-BC68D127A3CE}" srcOrd="1" destOrd="0" parTransId="{82CD7D3E-542F-4C6A-9054-7ED16A89ED33}" sibTransId="{5133110B-4885-493F-9A6E-12E7592B9D55}"/>
    <dgm:cxn modelId="{631CF62E-B79D-4BC9-ADDF-CF9A55B085A6}" srcId="{F6E82ABA-E01A-4AE8-B943-9062DC3C2273}" destId="{E61205A5-961E-4B84-92B2-851864870FA3}" srcOrd="0" destOrd="0" parTransId="{3174E45E-D4FB-487D-A3DE-899429112388}" sibTransId="{9AA77D5C-D6F9-44D4-A423-2BA7807BEE4F}"/>
    <dgm:cxn modelId="{F9299F4B-FC9A-41D9-A03B-23EFE8BC1DC4}" srcId="{F3A18A89-AEBF-4600-9403-75A5F0845D48}" destId="{68AA0BD6-85ED-4FB7-8598-2EBAC0310D57}" srcOrd="0" destOrd="0" parTransId="{265AB980-9DEA-477D-87FC-BBA2C418DC20}" sibTransId="{7C1C95C0-2A49-4239-9B3C-A8705DA9EE3B}"/>
    <dgm:cxn modelId="{D8E7464D-B719-4E37-8DE7-C2520010B742}" type="presOf" srcId="{200139C7-21E2-47EF-B332-83ECB24CE298}" destId="{DFE47EC9-8E0F-4A03-8349-82B5186D05A4}" srcOrd="0" destOrd="0" presId="urn:microsoft.com/office/officeart/2018/5/layout/CenteredIconLabelDescriptionList"/>
    <dgm:cxn modelId="{CCCA3D7F-FEA4-42BE-9FB8-4913890F5FF0}" type="presOf" srcId="{0EE74CBE-81E7-46B0-902A-7DBCB3F04F6A}" destId="{75D259D4-7D9E-405E-9205-A1A871B1F34A}" srcOrd="0" destOrd="1" presId="urn:microsoft.com/office/officeart/2018/5/layout/CenteredIconLabelDescriptionList"/>
    <dgm:cxn modelId="{21B13181-8525-47A3-9B7F-E04655D7201C}" srcId="{200139C7-21E2-47EF-B332-83ECB24CE298}" destId="{B027AE64-6FC9-4390-92D7-D1EE191C4645}" srcOrd="3" destOrd="0" parTransId="{E0F8BB72-2995-48F9-B6B1-9F559761C838}" sibTransId="{C738B75A-4190-4AE2-86AE-1BE12F4C39A4}"/>
    <dgm:cxn modelId="{74B72282-9113-4ACD-9900-9B51B6887169}" type="presOf" srcId="{865E175D-9F23-4FF0-AE73-BC68D127A3CE}" destId="{669C9D0A-1B6E-4B78-8CF2-F74292ABFC9C}" srcOrd="0" destOrd="1" presId="urn:microsoft.com/office/officeart/2018/5/layout/CenteredIconLabelDescriptionList"/>
    <dgm:cxn modelId="{89BFFF88-2A90-4485-8321-77DC722DE0A3}" srcId="{B027AE64-6FC9-4390-92D7-D1EE191C4645}" destId="{0EE74CBE-81E7-46B0-902A-7DBCB3F04F6A}" srcOrd="1" destOrd="0" parTransId="{FA8D376B-AA79-4A9B-824D-7DDD3C5EB169}" sibTransId="{56FF3E79-680A-4CD4-9DDD-A1E8CF90CD91}"/>
    <dgm:cxn modelId="{25436B8A-0C22-4BFD-9535-0216435C494A}" type="presOf" srcId="{B027AE64-6FC9-4390-92D7-D1EE191C4645}" destId="{9DEFF32E-CDD6-4A2E-807C-1DCBDC80AD06}" srcOrd="0" destOrd="0" presId="urn:microsoft.com/office/officeart/2018/5/layout/CenteredIconLabelDescriptionList"/>
    <dgm:cxn modelId="{795707BA-9044-45A1-A53C-E3EE2B2F1F16}" type="presOf" srcId="{F3A18A89-AEBF-4600-9403-75A5F0845D48}" destId="{AA515CAC-6A15-4233-AD0C-83151C558264}" srcOrd="0" destOrd="0" presId="urn:microsoft.com/office/officeart/2018/5/layout/CenteredIconLabelDescriptionList"/>
    <dgm:cxn modelId="{01ADE9BB-44CF-497D-AE56-E11B6D9D8A04}" type="presOf" srcId="{F6E82ABA-E01A-4AE8-B943-9062DC3C2273}" destId="{F0E9D2B9-BA77-4728-B844-DB0D6EA67DAB}" srcOrd="0" destOrd="0" presId="urn:microsoft.com/office/officeart/2018/5/layout/CenteredIconLabelDescriptionList"/>
    <dgm:cxn modelId="{B97FD2CC-0C05-43B4-AB1F-0B1BB3BB6E3F}" srcId="{764D6C07-89AA-4EFD-8CCC-8B4F26519C52}" destId="{20B825C0-3928-4074-9DE9-08C1CAA683DC}" srcOrd="0" destOrd="0" parTransId="{7A3F19C6-586C-4555-9762-02DFBE11123D}" sibTransId="{88D950F9-E6F4-4178-9AED-FDA78616C321}"/>
    <dgm:cxn modelId="{2E6423D4-3273-406B-9487-F471204F91E5}" type="presOf" srcId="{9657FD75-BDB3-49D0-B326-945737655B1E}" destId="{75D259D4-7D9E-405E-9205-A1A871B1F34A}" srcOrd="0" destOrd="0" presId="urn:microsoft.com/office/officeart/2018/5/layout/CenteredIconLabelDescriptionList"/>
    <dgm:cxn modelId="{088965E6-AE77-49E4-ACFB-E2FE72694F6E}" type="presOf" srcId="{68AA0BD6-85ED-4FB7-8598-2EBAC0310D57}" destId="{669C9D0A-1B6E-4B78-8CF2-F74292ABFC9C}" srcOrd="0" destOrd="0" presId="urn:microsoft.com/office/officeart/2018/5/layout/CenteredIconLabelDescriptionList"/>
    <dgm:cxn modelId="{8DFFD1F4-7F06-4495-9076-55518991A14B}" type="presOf" srcId="{764D6C07-89AA-4EFD-8CCC-8B4F26519C52}" destId="{A4B151BF-AB23-4351-AE03-B5E43B830233}" srcOrd="0" destOrd="0" presId="urn:microsoft.com/office/officeart/2018/5/layout/CenteredIconLabelDescriptionList"/>
    <dgm:cxn modelId="{2EAB83FC-4C64-4E51-A351-F9B90BAF6C14}" srcId="{764D6C07-89AA-4EFD-8CCC-8B4F26519C52}" destId="{671B9F86-45A3-4B3E-B145-E2A8DC618716}" srcOrd="1" destOrd="0" parTransId="{96FC59D6-092B-4683-A86E-7A04A71B4CF4}" sibTransId="{F064145C-9019-4385-8CEB-1385878887E5}"/>
    <dgm:cxn modelId="{23A6F2FC-2AE2-4A36-9BD9-CBE42FBA4999}" srcId="{200139C7-21E2-47EF-B332-83ECB24CE298}" destId="{F6E82ABA-E01A-4AE8-B943-9062DC3C2273}" srcOrd="1" destOrd="0" parTransId="{03EC2317-6552-45E1-9356-28A690245B02}" sibTransId="{BAC6BABB-49DA-4521-86F3-CEB74C190A88}"/>
    <dgm:cxn modelId="{9E3E1374-C917-4161-9E5E-13BE22FD57D5}" type="presParOf" srcId="{DFE47EC9-8E0F-4A03-8349-82B5186D05A4}" destId="{F44DA826-64B8-4B40-BA84-D96AD6567D62}" srcOrd="0" destOrd="0" presId="urn:microsoft.com/office/officeart/2018/5/layout/CenteredIconLabelDescriptionList"/>
    <dgm:cxn modelId="{DB407290-A97A-42C8-AB5E-711395BD7314}" type="presParOf" srcId="{F44DA826-64B8-4B40-BA84-D96AD6567D62}" destId="{53662605-33FD-4030-8FBB-2E0BCF5992AA}" srcOrd="0" destOrd="0" presId="urn:microsoft.com/office/officeart/2018/5/layout/CenteredIconLabelDescriptionList"/>
    <dgm:cxn modelId="{F75ACDB0-9602-4508-9CED-D462CAD178D2}" type="presParOf" srcId="{F44DA826-64B8-4B40-BA84-D96AD6567D62}" destId="{14B6F66E-468F-4A35-870F-AB888383E457}" srcOrd="1" destOrd="0" presId="urn:microsoft.com/office/officeart/2018/5/layout/CenteredIconLabelDescriptionList"/>
    <dgm:cxn modelId="{DB4067C9-DC6E-4681-AB58-F8F7C8398D95}" type="presParOf" srcId="{F44DA826-64B8-4B40-BA84-D96AD6567D62}" destId="{AA515CAC-6A15-4233-AD0C-83151C558264}" srcOrd="2" destOrd="0" presId="urn:microsoft.com/office/officeart/2018/5/layout/CenteredIconLabelDescriptionList"/>
    <dgm:cxn modelId="{6B4C68B7-DDFE-4FFB-9EE7-AFDACFB5A3D7}" type="presParOf" srcId="{F44DA826-64B8-4B40-BA84-D96AD6567D62}" destId="{6CAD1858-62F2-4243-A674-AF91F5C2F7BF}" srcOrd="3" destOrd="0" presId="urn:microsoft.com/office/officeart/2018/5/layout/CenteredIconLabelDescriptionList"/>
    <dgm:cxn modelId="{E3153A4E-767F-4D58-AF05-A3DAA4724491}" type="presParOf" srcId="{F44DA826-64B8-4B40-BA84-D96AD6567D62}" destId="{669C9D0A-1B6E-4B78-8CF2-F74292ABFC9C}" srcOrd="4" destOrd="0" presId="urn:microsoft.com/office/officeart/2018/5/layout/CenteredIconLabelDescriptionList"/>
    <dgm:cxn modelId="{C7E6CDC1-E7DD-4655-B4A8-28959E729699}" type="presParOf" srcId="{DFE47EC9-8E0F-4A03-8349-82B5186D05A4}" destId="{9EF31186-C26F-4B50-8F46-66E267B1A9FA}" srcOrd="1" destOrd="0" presId="urn:microsoft.com/office/officeart/2018/5/layout/CenteredIconLabelDescriptionList"/>
    <dgm:cxn modelId="{094C047E-50F4-4809-83B3-2527C2043091}" type="presParOf" srcId="{DFE47EC9-8E0F-4A03-8349-82B5186D05A4}" destId="{855E02B8-2C7E-41C0-882A-A7B303EF281F}" srcOrd="2" destOrd="0" presId="urn:microsoft.com/office/officeart/2018/5/layout/CenteredIconLabelDescriptionList"/>
    <dgm:cxn modelId="{091F7FF0-6224-4EFB-9933-794E5D364F88}" type="presParOf" srcId="{855E02B8-2C7E-41C0-882A-A7B303EF281F}" destId="{9AB4047E-3926-4EC5-B961-71F163E96950}" srcOrd="0" destOrd="0" presId="urn:microsoft.com/office/officeart/2018/5/layout/CenteredIconLabelDescriptionList"/>
    <dgm:cxn modelId="{63F9EC8A-88F9-45FF-BF85-5843E8A31840}" type="presParOf" srcId="{855E02B8-2C7E-41C0-882A-A7B303EF281F}" destId="{816B1A0D-DF6C-4252-9C1D-99A57ACF2ADB}" srcOrd="1" destOrd="0" presId="urn:microsoft.com/office/officeart/2018/5/layout/CenteredIconLabelDescriptionList"/>
    <dgm:cxn modelId="{497A7090-B122-4501-BDDC-51FCE83AEC53}" type="presParOf" srcId="{855E02B8-2C7E-41C0-882A-A7B303EF281F}" destId="{F0E9D2B9-BA77-4728-B844-DB0D6EA67DAB}" srcOrd="2" destOrd="0" presId="urn:microsoft.com/office/officeart/2018/5/layout/CenteredIconLabelDescriptionList"/>
    <dgm:cxn modelId="{F7FC5986-598D-485E-A6B1-AC0B230ED996}" type="presParOf" srcId="{855E02B8-2C7E-41C0-882A-A7B303EF281F}" destId="{BCA47033-F259-47F4-AFD5-1F2153FBF8FD}" srcOrd="3" destOrd="0" presId="urn:microsoft.com/office/officeart/2018/5/layout/CenteredIconLabelDescriptionList"/>
    <dgm:cxn modelId="{B1C751A3-FCB0-47DF-8849-0D250DF28AA2}" type="presParOf" srcId="{855E02B8-2C7E-41C0-882A-A7B303EF281F}" destId="{739EB186-26FC-4B42-8BBA-C3DCAB768A96}" srcOrd="4" destOrd="0" presId="urn:microsoft.com/office/officeart/2018/5/layout/CenteredIconLabelDescriptionList"/>
    <dgm:cxn modelId="{3A0D5B4F-C986-4CA7-B2FE-F533B1074C5C}" type="presParOf" srcId="{DFE47EC9-8E0F-4A03-8349-82B5186D05A4}" destId="{9769C3DC-0FA5-4C59-8A68-4D85CE4B67EC}" srcOrd="3" destOrd="0" presId="urn:microsoft.com/office/officeart/2018/5/layout/CenteredIconLabelDescriptionList"/>
    <dgm:cxn modelId="{5F666E8D-6F96-4F4C-B3A4-5A3B256EA9CF}" type="presParOf" srcId="{DFE47EC9-8E0F-4A03-8349-82B5186D05A4}" destId="{CAA70E07-5CEC-46AC-8876-5E6ABFF9F493}" srcOrd="4" destOrd="0" presId="urn:microsoft.com/office/officeart/2018/5/layout/CenteredIconLabelDescriptionList"/>
    <dgm:cxn modelId="{D2D49424-9C0A-4E79-8BA1-9428774AC060}" type="presParOf" srcId="{CAA70E07-5CEC-46AC-8876-5E6ABFF9F493}" destId="{C170F36B-173B-4EAC-8C4B-3FD069FA0540}" srcOrd="0" destOrd="0" presId="urn:microsoft.com/office/officeart/2018/5/layout/CenteredIconLabelDescriptionList"/>
    <dgm:cxn modelId="{08D2C880-997C-4D02-AB34-CF2F15C58322}" type="presParOf" srcId="{CAA70E07-5CEC-46AC-8876-5E6ABFF9F493}" destId="{679A3F38-9C7C-48CE-A803-3A5DEE61DD16}" srcOrd="1" destOrd="0" presId="urn:microsoft.com/office/officeart/2018/5/layout/CenteredIconLabelDescriptionList"/>
    <dgm:cxn modelId="{174A2AC4-31E4-494A-B3D0-F769AA0E8853}" type="presParOf" srcId="{CAA70E07-5CEC-46AC-8876-5E6ABFF9F493}" destId="{A4B151BF-AB23-4351-AE03-B5E43B830233}" srcOrd="2" destOrd="0" presId="urn:microsoft.com/office/officeart/2018/5/layout/CenteredIconLabelDescriptionList"/>
    <dgm:cxn modelId="{06F015D7-6EEB-42FB-B5B1-C17DEC9C224F}" type="presParOf" srcId="{CAA70E07-5CEC-46AC-8876-5E6ABFF9F493}" destId="{33B81BA9-BFD4-424B-B941-CEF675F85EB2}" srcOrd="3" destOrd="0" presId="urn:microsoft.com/office/officeart/2018/5/layout/CenteredIconLabelDescriptionList"/>
    <dgm:cxn modelId="{9C1D9B2A-E027-487B-A4C8-44CC6BD6BA1D}" type="presParOf" srcId="{CAA70E07-5CEC-46AC-8876-5E6ABFF9F493}" destId="{9E0F3CA9-55C2-496A-BABE-D93B8D45B833}" srcOrd="4" destOrd="0" presId="urn:microsoft.com/office/officeart/2018/5/layout/CenteredIconLabelDescriptionList"/>
    <dgm:cxn modelId="{5F618692-B89C-4412-9796-1A97438AEECB}" type="presParOf" srcId="{DFE47EC9-8E0F-4A03-8349-82B5186D05A4}" destId="{93AC4A12-80D6-423D-BBCE-147EEAE5D382}" srcOrd="5" destOrd="0" presId="urn:microsoft.com/office/officeart/2018/5/layout/CenteredIconLabelDescriptionList"/>
    <dgm:cxn modelId="{01973D91-3863-4029-8A7A-6B61DB692743}" type="presParOf" srcId="{DFE47EC9-8E0F-4A03-8349-82B5186D05A4}" destId="{761DE4AA-8F3B-4FCA-99FD-E395A2C1FE45}" srcOrd="6" destOrd="0" presId="urn:microsoft.com/office/officeart/2018/5/layout/CenteredIconLabelDescriptionList"/>
    <dgm:cxn modelId="{D9B59356-EB50-481B-A451-594B5442ADAC}" type="presParOf" srcId="{761DE4AA-8F3B-4FCA-99FD-E395A2C1FE45}" destId="{81343604-38F3-4E54-A06E-945D230BD7B0}" srcOrd="0" destOrd="0" presId="urn:microsoft.com/office/officeart/2018/5/layout/CenteredIconLabelDescriptionList"/>
    <dgm:cxn modelId="{1B293158-CBE1-48AF-9883-1097DAA89B67}" type="presParOf" srcId="{761DE4AA-8F3B-4FCA-99FD-E395A2C1FE45}" destId="{75A8ACA0-4755-4CB5-AADD-6ED377EC2875}" srcOrd="1" destOrd="0" presId="urn:microsoft.com/office/officeart/2018/5/layout/CenteredIconLabelDescriptionList"/>
    <dgm:cxn modelId="{1BFFB51E-9FEF-461B-8F68-E64F53D0C4CD}" type="presParOf" srcId="{761DE4AA-8F3B-4FCA-99FD-E395A2C1FE45}" destId="{9DEFF32E-CDD6-4A2E-807C-1DCBDC80AD06}" srcOrd="2" destOrd="0" presId="urn:microsoft.com/office/officeart/2018/5/layout/CenteredIconLabelDescriptionList"/>
    <dgm:cxn modelId="{C285A0E5-301E-4E8A-93D0-68D6758554A1}" type="presParOf" srcId="{761DE4AA-8F3B-4FCA-99FD-E395A2C1FE45}" destId="{12734A28-C421-47F7-A60F-452B8B5A1F96}" srcOrd="3" destOrd="0" presId="urn:microsoft.com/office/officeart/2018/5/layout/CenteredIconLabelDescriptionList"/>
    <dgm:cxn modelId="{5E3FF622-27CF-447C-AA9D-945117D31F2F}" type="presParOf" srcId="{761DE4AA-8F3B-4FCA-99FD-E395A2C1FE45}" destId="{75D259D4-7D9E-405E-9205-A1A871B1F34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DAC47AD0-6BE8-4ADE-9D3B-9B6D31405FE2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1C790855-B87A-4400-A84F-DDCD9B256A6B}">
      <dgm:prSet/>
      <dgm:spPr/>
      <dgm:t>
        <a:bodyPr/>
        <a:lstStyle/>
        <a:p>
          <a:r>
            <a:rPr lang="tr-TR" baseline="0"/>
            <a:t>Transaction Pools</a:t>
          </a:r>
          <a:endParaRPr lang="en-US"/>
        </a:p>
      </dgm:t>
    </dgm:pt>
    <dgm:pt modelId="{5307CAC2-AF12-4325-85F6-926561EF0ADE}" type="parTrans" cxnId="{22B31DEF-1EAA-444D-9865-4DD663B1AC29}">
      <dgm:prSet/>
      <dgm:spPr/>
      <dgm:t>
        <a:bodyPr/>
        <a:lstStyle/>
        <a:p>
          <a:endParaRPr lang="en-US"/>
        </a:p>
      </dgm:t>
    </dgm:pt>
    <dgm:pt modelId="{FF2E0C3A-ADAE-4133-8F8B-17B8CF1BEDB7}" type="sibTrans" cxnId="{22B31DEF-1EAA-444D-9865-4DD663B1AC29}">
      <dgm:prSet/>
      <dgm:spPr/>
      <dgm:t>
        <a:bodyPr/>
        <a:lstStyle/>
        <a:p>
          <a:endParaRPr lang="en-US"/>
        </a:p>
      </dgm:t>
    </dgm:pt>
    <dgm:pt modelId="{B6D75F36-129A-4E5A-9E5A-A2B038896CA1}" type="pres">
      <dgm:prSet presAssocID="{DAC47AD0-6BE8-4ADE-9D3B-9B6D31405FE2}" presName="linear" presStyleCnt="0">
        <dgm:presLayoutVars>
          <dgm:animLvl val="lvl"/>
          <dgm:resizeHandles val="exact"/>
        </dgm:presLayoutVars>
      </dgm:prSet>
      <dgm:spPr/>
    </dgm:pt>
    <dgm:pt modelId="{FC8DDC69-3928-4003-83E5-EA9314F41998}" type="pres">
      <dgm:prSet presAssocID="{1C790855-B87A-4400-A84F-DDCD9B256A6B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9E733AB-1E57-4A62-A8B8-92396FFF1318}" type="presOf" srcId="{DAC47AD0-6BE8-4ADE-9D3B-9B6D31405FE2}" destId="{B6D75F36-129A-4E5A-9E5A-A2B038896CA1}" srcOrd="0" destOrd="0" presId="urn:microsoft.com/office/officeart/2005/8/layout/vList2"/>
    <dgm:cxn modelId="{E7076FD8-D4DB-4D03-9B94-80A7DBB814E5}" type="presOf" srcId="{1C790855-B87A-4400-A84F-DDCD9B256A6B}" destId="{FC8DDC69-3928-4003-83E5-EA9314F41998}" srcOrd="0" destOrd="0" presId="urn:microsoft.com/office/officeart/2005/8/layout/vList2"/>
    <dgm:cxn modelId="{22B31DEF-1EAA-444D-9865-4DD663B1AC29}" srcId="{DAC47AD0-6BE8-4ADE-9D3B-9B6D31405FE2}" destId="{1C790855-B87A-4400-A84F-DDCD9B256A6B}" srcOrd="0" destOrd="0" parTransId="{5307CAC2-AF12-4325-85F6-926561EF0ADE}" sibTransId="{FF2E0C3A-ADAE-4133-8F8B-17B8CF1BEDB7}"/>
    <dgm:cxn modelId="{DD082765-9DBE-49FC-90C3-2B66F93862CE}" type="presParOf" srcId="{B6D75F36-129A-4E5A-9E5A-A2B038896CA1}" destId="{FC8DDC69-3928-4003-83E5-EA9314F41998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B07A08B7-D69B-49A9-AC03-FF7E7C27CCD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3AEA269-7F4A-4B24-8F1F-6ECE0A53B5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Almost every node on the bitcoin network </a:t>
          </a:r>
        </a:p>
      </dgm:t>
    </dgm:pt>
    <dgm:pt modelId="{135730F3-86F1-4A72-8C4B-51DE2F559BFA}" type="parTrans" cxnId="{1536034C-CA5A-40DC-99A3-BFC4637A1FC0}">
      <dgm:prSet/>
      <dgm:spPr/>
      <dgm:t>
        <a:bodyPr/>
        <a:lstStyle/>
        <a:p>
          <a:endParaRPr lang="en-US"/>
        </a:p>
      </dgm:t>
    </dgm:pt>
    <dgm:pt modelId="{D987FC69-5DC6-4C0F-8810-749C84ABA851}" type="sibTrans" cxnId="{1536034C-CA5A-40DC-99A3-BFC4637A1FC0}">
      <dgm:prSet/>
      <dgm:spPr/>
      <dgm:t>
        <a:bodyPr/>
        <a:lstStyle/>
        <a:p>
          <a:endParaRPr lang="en-US"/>
        </a:p>
      </dgm:t>
    </dgm:pt>
    <dgm:pt modelId="{4A3C8DFE-86B5-4280-B3BF-E3DFCADE7A0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maintains a temporary list of unconfirmed</a:t>
          </a:r>
          <a:r>
            <a:rPr lang="tr-TR"/>
            <a:t> </a:t>
          </a:r>
          <a:r>
            <a:rPr lang="en-US"/>
            <a:t>transactions </a:t>
          </a:r>
        </a:p>
      </dgm:t>
    </dgm:pt>
    <dgm:pt modelId="{9DE775C1-20F5-4124-A7F6-8A5C043FE214}" type="parTrans" cxnId="{D31D0DC1-7017-4FDC-922A-F8C025A5B2F2}">
      <dgm:prSet/>
      <dgm:spPr/>
      <dgm:t>
        <a:bodyPr/>
        <a:lstStyle/>
        <a:p>
          <a:endParaRPr lang="en-US"/>
        </a:p>
      </dgm:t>
    </dgm:pt>
    <dgm:pt modelId="{9AA47AAD-4CDB-4625-B662-CEF83D013B0F}" type="sibTrans" cxnId="{D31D0DC1-7017-4FDC-922A-F8C025A5B2F2}">
      <dgm:prSet/>
      <dgm:spPr/>
      <dgm:t>
        <a:bodyPr/>
        <a:lstStyle/>
        <a:p>
          <a:endParaRPr lang="en-US"/>
        </a:p>
      </dgm:t>
    </dgm:pt>
    <dgm:pt modelId="{4F61F661-1364-4700-8536-FF77CE9FFF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called the </a:t>
          </a:r>
          <a:r>
            <a:rPr lang="en-US" i="1"/>
            <a:t>memory pool</a:t>
          </a:r>
          <a:r>
            <a:rPr lang="en-US"/>
            <a:t>, </a:t>
          </a:r>
          <a:r>
            <a:rPr lang="en-US" i="1"/>
            <a:t>mempool</a:t>
          </a:r>
          <a:r>
            <a:rPr lang="en-US"/>
            <a:t>, or </a:t>
          </a:r>
          <a:r>
            <a:rPr lang="en-US" i="1"/>
            <a:t>transaction pool</a:t>
          </a:r>
          <a:r>
            <a:rPr lang="en-US"/>
            <a:t>. </a:t>
          </a:r>
        </a:p>
      </dgm:t>
    </dgm:pt>
    <dgm:pt modelId="{DA6E3788-464A-48B6-8DEC-5C24529D906E}" type="parTrans" cxnId="{61099ED7-3CB2-41BC-BBBC-E4709DBED1A9}">
      <dgm:prSet/>
      <dgm:spPr/>
      <dgm:t>
        <a:bodyPr/>
        <a:lstStyle/>
        <a:p>
          <a:endParaRPr lang="en-US"/>
        </a:p>
      </dgm:t>
    </dgm:pt>
    <dgm:pt modelId="{BB2769C9-3CB4-4594-AC17-20539B7A18D3}" type="sibTrans" cxnId="{61099ED7-3CB2-41BC-BBBC-E4709DBED1A9}">
      <dgm:prSet/>
      <dgm:spPr/>
      <dgm:t>
        <a:bodyPr/>
        <a:lstStyle/>
        <a:p>
          <a:endParaRPr lang="en-US"/>
        </a:p>
      </dgm:t>
    </dgm:pt>
    <dgm:pt modelId="{FE32C2AC-F505-46A8-9E9C-BF140ACD4E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Maintain</a:t>
          </a:r>
          <a:endParaRPr lang="en-US"/>
        </a:p>
      </dgm:t>
    </dgm:pt>
    <dgm:pt modelId="{B76310AB-ABC7-4085-8289-3D61924B7FBD}" type="parTrans" cxnId="{51A1F6B1-EC03-434D-841E-0826971C22EE}">
      <dgm:prSet/>
      <dgm:spPr/>
      <dgm:t>
        <a:bodyPr/>
        <a:lstStyle/>
        <a:p>
          <a:endParaRPr lang="en-US"/>
        </a:p>
      </dgm:t>
    </dgm:pt>
    <dgm:pt modelId="{D1397487-8AF8-4F91-A80B-EF1C59CA9EC1}" type="sibTrans" cxnId="{51A1F6B1-EC03-434D-841E-0826971C22EE}">
      <dgm:prSet/>
      <dgm:spPr/>
      <dgm:t>
        <a:bodyPr/>
        <a:lstStyle/>
        <a:p>
          <a:endParaRPr lang="en-US"/>
        </a:p>
      </dgm:t>
    </dgm:pt>
    <dgm:pt modelId="{F2ABCC0A-3F5B-469E-AE9D-15BDA285D5F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Nodes use this</a:t>
          </a:r>
          <a:r>
            <a:rPr lang="tr-TR" dirty="0"/>
            <a:t> </a:t>
          </a:r>
          <a:r>
            <a:rPr lang="en-US" dirty="0"/>
            <a:t>pool</a:t>
          </a:r>
        </a:p>
      </dgm:t>
    </dgm:pt>
    <dgm:pt modelId="{78D571DA-3B42-4083-B267-AD66158898D3}" type="parTrans" cxnId="{FFCA09D5-C3EA-482B-8F40-1D8C3AAEB07C}">
      <dgm:prSet/>
      <dgm:spPr/>
      <dgm:t>
        <a:bodyPr/>
        <a:lstStyle/>
        <a:p>
          <a:endParaRPr lang="en-US"/>
        </a:p>
      </dgm:t>
    </dgm:pt>
    <dgm:pt modelId="{E7ABE1A8-78A2-4B1C-8395-6724E5B947F0}" type="sibTrans" cxnId="{FFCA09D5-C3EA-482B-8F40-1D8C3AAEB07C}">
      <dgm:prSet/>
      <dgm:spPr/>
      <dgm:t>
        <a:bodyPr/>
        <a:lstStyle/>
        <a:p>
          <a:endParaRPr lang="en-US"/>
        </a:p>
      </dgm:t>
    </dgm:pt>
    <dgm:pt modelId="{E38266B5-A1D1-4953-84F3-22503A35B8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but are </a:t>
          </a:r>
          <a:r>
            <a:rPr lang="en-US" u="sng" dirty="0"/>
            <a:t>not yet</a:t>
          </a:r>
          <a:r>
            <a:rPr lang="tr-TR" u="sng" dirty="0"/>
            <a:t> </a:t>
          </a:r>
          <a:r>
            <a:rPr lang="en-US" u="sng" dirty="0"/>
            <a:t>included </a:t>
          </a:r>
          <a:r>
            <a:rPr lang="en-US" dirty="0"/>
            <a:t>in the </a:t>
          </a:r>
          <a:r>
            <a:rPr lang="en-US" b="1" dirty="0"/>
            <a:t>blockchain</a:t>
          </a:r>
          <a:r>
            <a:rPr lang="en-US" dirty="0"/>
            <a:t>. </a:t>
          </a:r>
        </a:p>
      </dgm:t>
    </dgm:pt>
    <dgm:pt modelId="{C172B5E3-4FBE-42CC-84BF-066E107AE663}" type="parTrans" cxnId="{1CF5E651-1183-4CCE-B504-9F4EF90A94ED}">
      <dgm:prSet/>
      <dgm:spPr/>
      <dgm:t>
        <a:bodyPr/>
        <a:lstStyle/>
        <a:p>
          <a:endParaRPr lang="en-US"/>
        </a:p>
      </dgm:t>
    </dgm:pt>
    <dgm:pt modelId="{BC1CEAD7-8F3A-4986-BCBD-270BE3F2A1AA}" type="sibTrans" cxnId="{1CF5E651-1183-4CCE-B504-9F4EF90A94ED}">
      <dgm:prSet/>
      <dgm:spPr/>
      <dgm:t>
        <a:bodyPr/>
        <a:lstStyle/>
        <a:p>
          <a:endParaRPr lang="en-US"/>
        </a:p>
      </dgm:t>
    </dgm:pt>
    <dgm:pt modelId="{8C6269E3-E1C4-4D9C-8CE5-ED75DBA1DE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Incoming payments</a:t>
          </a:r>
          <a:endParaRPr lang="en-US"/>
        </a:p>
      </dgm:t>
    </dgm:pt>
    <dgm:pt modelId="{4BB2A3B2-D3DF-457B-9D7F-18D31C59C428}" type="parTrans" cxnId="{BD948D34-99CA-4598-BF6D-837875C2B047}">
      <dgm:prSet/>
      <dgm:spPr/>
      <dgm:t>
        <a:bodyPr/>
        <a:lstStyle/>
        <a:p>
          <a:endParaRPr lang="en-US"/>
        </a:p>
      </dgm:t>
    </dgm:pt>
    <dgm:pt modelId="{5EFF3F4B-59D0-4C1D-BF76-4C825EBC37E3}" type="sibTrans" cxnId="{BD948D34-99CA-4598-BF6D-837875C2B047}">
      <dgm:prSet/>
      <dgm:spPr/>
      <dgm:t>
        <a:bodyPr/>
        <a:lstStyle/>
        <a:p>
          <a:endParaRPr lang="en-US"/>
        </a:p>
      </dgm:t>
    </dgm:pt>
    <dgm:pt modelId="{E72939E7-DFFA-443A-BAA6-56A578B5A3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will use the transaction pool</a:t>
          </a:r>
        </a:p>
      </dgm:t>
    </dgm:pt>
    <dgm:pt modelId="{AA7B1505-6A1A-4410-8F77-78F3CE1C4018}" type="parTrans" cxnId="{DC3C378F-9D5D-40BB-A36D-405822DDAED8}">
      <dgm:prSet/>
      <dgm:spPr/>
      <dgm:t>
        <a:bodyPr/>
        <a:lstStyle/>
        <a:p>
          <a:endParaRPr lang="en-US"/>
        </a:p>
      </dgm:t>
    </dgm:pt>
    <dgm:pt modelId="{BBC24A3C-C1A2-4760-A9FF-95D305E6ED21}" type="sibTrans" cxnId="{DC3C378F-9D5D-40BB-A36D-405822DDAED8}">
      <dgm:prSet/>
      <dgm:spPr/>
      <dgm:t>
        <a:bodyPr/>
        <a:lstStyle/>
        <a:p>
          <a:endParaRPr lang="en-US"/>
        </a:p>
      </dgm:t>
    </dgm:pt>
    <dgm:pt modelId="{031A2A74-62B3-4D85-B400-0FF65C13BA5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to</a:t>
          </a:r>
          <a:r>
            <a:rPr lang="tr-TR" dirty="0"/>
            <a:t> </a:t>
          </a:r>
          <a:r>
            <a:rPr lang="en-US" dirty="0"/>
            <a:t>track incoming payments</a:t>
          </a:r>
        </a:p>
      </dgm:t>
    </dgm:pt>
    <dgm:pt modelId="{D85A348A-7266-4D08-855C-88B31521DE8E}" type="parTrans" cxnId="{1F968218-FB0B-45AC-BF55-B837837B2BFD}">
      <dgm:prSet/>
      <dgm:spPr/>
      <dgm:t>
        <a:bodyPr/>
        <a:lstStyle/>
        <a:p>
          <a:endParaRPr lang="en-US"/>
        </a:p>
      </dgm:t>
    </dgm:pt>
    <dgm:pt modelId="{F7825BE7-AD83-4FE2-99DD-30DEF2566E29}" type="sibTrans" cxnId="{1F968218-FB0B-45AC-BF55-B837837B2BFD}">
      <dgm:prSet/>
      <dgm:spPr/>
      <dgm:t>
        <a:bodyPr/>
        <a:lstStyle/>
        <a:p>
          <a:endParaRPr lang="en-US"/>
        </a:p>
      </dgm:t>
    </dgm:pt>
    <dgm:pt modelId="{E98A33A6-132C-41E1-B5FE-3F5DAA0CB2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Unconfirmed transactions</a:t>
          </a:r>
          <a:endParaRPr lang="en-US"/>
        </a:p>
      </dgm:t>
    </dgm:pt>
    <dgm:pt modelId="{62F70359-C49D-49A5-BF55-AB4C3B67E309}" type="parTrans" cxnId="{7FD8648A-552D-44C7-9075-16301A64C74C}">
      <dgm:prSet/>
      <dgm:spPr/>
    </dgm:pt>
    <dgm:pt modelId="{13157C2F-3EA6-4050-9451-7DCE6414A882}" type="sibTrans" cxnId="{7FD8648A-552D-44C7-9075-16301A64C74C}">
      <dgm:prSet/>
      <dgm:spPr/>
    </dgm:pt>
    <dgm:pt modelId="{84306D67-718E-4F95-BDA8-6370DCE1A2E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keep track of transactions known</a:t>
          </a:r>
        </a:p>
      </dgm:t>
    </dgm:pt>
    <dgm:pt modelId="{C51833EE-EDA3-46CD-A5DA-0426FF996036}" type="parTrans" cxnId="{65AA30FE-1889-4612-BEBD-EBFE609D182A}">
      <dgm:prSet/>
      <dgm:spPr/>
    </dgm:pt>
    <dgm:pt modelId="{EDB1021D-1F8C-49B8-8993-11F5581474EB}" type="sibTrans" cxnId="{65AA30FE-1889-4612-BEBD-EBFE609D182A}">
      <dgm:prSet/>
      <dgm:spPr/>
    </dgm:pt>
    <dgm:pt modelId="{396112C0-F4EB-4D4B-9350-B22FD9C487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example, a wallet node</a:t>
          </a:r>
          <a:r>
            <a:rPr lang="tr-TR" dirty="0"/>
            <a:t> </a:t>
          </a:r>
          <a:endParaRPr lang="en-US" dirty="0"/>
        </a:p>
      </dgm:t>
    </dgm:pt>
    <dgm:pt modelId="{AA48CC10-459B-45D1-87C7-3CD966BEB00E}" type="parTrans" cxnId="{FC194780-048E-4436-895F-7F82D6870716}">
      <dgm:prSet/>
      <dgm:spPr/>
    </dgm:pt>
    <dgm:pt modelId="{E9B8BD0C-DB2D-45F0-ACF5-AFF16B4ABB27}" type="sibTrans" cxnId="{FC194780-048E-4436-895F-7F82D6870716}">
      <dgm:prSet/>
      <dgm:spPr/>
    </dgm:pt>
    <dgm:pt modelId="{35442B8B-1CB9-4388-812B-ADF215C23F2F}" type="pres">
      <dgm:prSet presAssocID="{B07A08B7-D69B-49A9-AC03-FF7E7C27CCDB}" presName="root" presStyleCnt="0">
        <dgm:presLayoutVars>
          <dgm:dir/>
          <dgm:resizeHandles val="exact"/>
        </dgm:presLayoutVars>
      </dgm:prSet>
      <dgm:spPr/>
    </dgm:pt>
    <dgm:pt modelId="{AC87D3C2-25EC-4D9B-A474-10E71ADB4856}" type="pres">
      <dgm:prSet presAssocID="{E98A33A6-132C-41E1-B5FE-3F5DAA0CB299}" presName="compNode" presStyleCnt="0"/>
      <dgm:spPr/>
    </dgm:pt>
    <dgm:pt modelId="{7C15B3D2-FD09-43AE-861E-79340EC4D29B}" type="pres">
      <dgm:prSet presAssocID="{E98A33A6-132C-41E1-B5FE-3F5DAA0CB29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28E07AB-7EAE-424A-9BA6-17B79F901CC0}" type="pres">
      <dgm:prSet presAssocID="{E98A33A6-132C-41E1-B5FE-3F5DAA0CB299}" presName="iconSpace" presStyleCnt="0"/>
      <dgm:spPr/>
    </dgm:pt>
    <dgm:pt modelId="{384C22CD-CED3-43AE-8149-935B715439D2}" type="pres">
      <dgm:prSet presAssocID="{E98A33A6-132C-41E1-B5FE-3F5DAA0CB299}" presName="parTx" presStyleLbl="revTx" presStyleIdx="0" presStyleCnt="6">
        <dgm:presLayoutVars>
          <dgm:chMax val="0"/>
          <dgm:chPref val="0"/>
        </dgm:presLayoutVars>
      </dgm:prSet>
      <dgm:spPr/>
    </dgm:pt>
    <dgm:pt modelId="{3002F3E6-DA7E-4BE8-B76C-850E9C32939E}" type="pres">
      <dgm:prSet presAssocID="{E98A33A6-132C-41E1-B5FE-3F5DAA0CB299}" presName="txSpace" presStyleCnt="0"/>
      <dgm:spPr/>
    </dgm:pt>
    <dgm:pt modelId="{B7AD06D1-A6EE-491B-9741-5BA1B2DD198D}" type="pres">
      <dgm:prSet presAssocID="{E98A33A6-132C-41E1-B5FE-3F5DAA0CB299}" presName="desTx" presStyleLbl="revTx" presStyleIdx="1" presStyleCnt="6">
        <dgm:presLayoutVars/>
      </dgm:prSet>
      <dgm:spPr/>
    </dgm:pt>
    <dgm:pt modelId="{4FC53C72-F2E4-459F-B8FF-F9C2408ADA6B}" type="pres">
      <dgm:prSet presAssocID="{13157C2F-3EA6-4050-9451-7DCE6414A882}" presName="sibTrans" presStyleCnt="0"/>
      <dgm:spPr/>
    </dgm:pt>
    <dgm:pt modelId="{22029C79-9561-4FFF-A48D-1DC61EEDB329}" type="pres">
      <dgm:prSet presAssocID="{FE32C2AC-F505-46A8-9E9C-BF140ACD4E07}" presName="compNode" presStyleCnt="0"/>
      <dgm:spPr/>
    </dgm:pt>
    <dgm:pt modelId="{533F7EE1-7B72-429C-9FBE-3670A461EC02}" type="pres">
      <dgm:prSet presAssocID="{FE32C2AC-F505-46A8-9E9C-BF140ACD4E0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BD98B8D8-DB47-4D2F-94A4-81C3808BC151}" type="pres">
      <dgm:prSet presAssocID="{FE32C2AC-F505-46A8-9E9C-BF140ACD4E07}" presName="iconSpace" presStyleCnt="0"/>
      <dgm:spPr/>
    </dgm:pt>
    <dgm:pt modelId="{D87AA075-8C92-4F8E-8159-C533ACC8AC97}" type="pres">
      <dgm:prSet presAssocID="{FE32C2AC-F505-46A8-9E9C-BF140ACD4E07}" presName="parTx" presStyleLbl="revTx" presStyleIdx="2" presStyleCnt="6">
        <dgm:presLayoutVars>
          <dgm:chMax val="0"/>
          <dgm:chPref val="0"/>
        </dgm:presLayoutVars>
      </dgm:prSet>
      <dgm:spPr/>
    </dgm:pt>
    <dgm:pt modelId="{69352CAF-ED31-4060-A368-EEE599A6E8C7}" type="pres">
      <dgm:prSet presAssocID="{FE32C2AC-F505-46A8-9E9C-BF140ACD4E07}" presName="txSpace" presStyleCnt="0"/>
      <dgm:spPr/>
    </dgm:pt>
    <dgm:pt modelId="{3D9B340C-0992-4CB1-8C2A-1F219629A3B6}" type="pres">
      <dgm:prSet presAssocID="{FE32C2AC-F505-46A8-9E9C-BF140ACD4E07}" presName="desTx" presStyleLbl="revTx" presStyleIdx="3" presStyleCnt="6">
        <dgm:presLayoutVars/>
      </dgm:prSet>
      <dgm:spPr/>
    </dgm:pt>
    <dgm:pt modelId="{18F75C54-107A-490E-8171-C9563027741E}" type="pres">
      <dgm:prSet presAssocID="{D1397487-8AF8-4F91-A80B-EF1C59CA9EC1}" presName="sibTrans" presStyleCnt="0"/>
      <dgm:spPr/>
    </dgm:pt>
    <dgm:pt modelId="{BE9FB3C6-A807-493E-9557-35B344FA50F2}" type="pres">
      <dgm:prSet presAssocID="{8C6269E3-E1C4-4D9C-8CE5-ED75DBA1DEF0}" presName="compNode" presStyleCnt="0"/>
      <dgm:spPr/>
    </dgm:pt>
    <dgm:pt modelId="{3B4F6707-10BD-49D3-935E-AFC73386BE86}" type="pres">
      <dgm:prSet presAssocID="{8C6269E3-E1C4-4D9C-8CE5-ED75DBA1DEF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2E5620AE-6C5A-4B00-BEEC-5EF0284E3133}" type="pres">
      <dgm:prSet presAssocID="{8C6269E3-E1C4-4D9C-8CE5-ED75DBA1DEF0}" presName="iconSpace" presStyleCnt="0"/>
      <dgm:spPr/>
    </dgm:pt>
    <dgm:pt modelId="{42A423ED-C895-4586-84F0-67FFD517A623}" type="pres">
      <dgm:prSet presAssocID="{8C6269E3-E1C4-4D9C-8CE5-ED75DBA1DEF0}" presName="parTx" presStyleLbl="revTx" presStyleIdx="4" presStyleCnt="6">
        <dgm:presLayoutVars>
          <dgm:chMax val="0"/>
          <dgm:chPref val="0"/>
        </dgm:presLayoutVars>
      </dgm:prSet>
      <dgm:spPr/>
    </dgm:pt>
    <dgm:pt modelId="{E5CDBAB6-EC29-4B37-961C-3493A6DBE50E}" type="pres">
      <dgm:prSet presAssocID="{8C6269E3-E1C4-4D9C-8CE5-ED75DBA1DEF0}" presName="txSpace" presStyleCnt="0"/>
      <dgm:spPr/>
    </dgm:pt>
    <dgm:pt modelId="{E544E4AF-6156-4166-B431-88970F44B98C}" type="pres">
      <dgm:prSet presAssocID="{8C6269E3-E1C4-4D9C-8CE5-ED75DBA1DEF0}" presName="desTx" presStyleLbl="revTx" presStyleIdx="5" presStyleCnt="6">
        <dgm:presLayoutVars/>
      </dgm:prSet>
      <dgm:spPr/>
    </dgm:pt>
  </dgm:ptLst>
  <dgm:cxnLst>
    <dgm:cxn modelId="{006A690A-0CC9-445D-8268-EA838355CA22}" type="presOf" srcId="{4F61F661-1364-4700-8536-FF77CE9FFFDA}" destId="{B7AD06D1-A6EE-491B-9741-5BA1B2DD198D}" srcOrd="0" destOrd="2" presId="urn:microsoft.com/office/officeart/2018/5/layout/CenteredIconLabelDescriptionList"/>
    <dgm:cxn modelId="{EBA60F12-7F55-4D9C-A7C8-F1B03078342F}" type="presOf" srcId="{84306D67-718E-4F95-BDA8-6370DCE1A2EE}" destId="{3D9B340C-0992-4CB1-8C2A-1F219629A3B6}" srcOrd="0" destOrd="1" presId="urn:microsoft.com/office/officeart/2018/5/layout/CenteredIconLabelDescriptionList"/>
    <dgm:cxn modelId="{1F968218-FB0B-45AC-BF55-B837837B2BFD}" srcId="{8C6269E3-E1C4-4D9C-8CE5-ED75DBA1DEF0}" destId="{031A2A74-62B3-4D85-B400-0FF65C13BA56}" srcOrd="2" destOrd="0" parTransId="{D85A348A-7266-4D08-855C-88B31521DE8E}" sibTransId="{F7825BE7-AD83-4FE2-99DD-30DEF2566E29}"/>
    <dgm:cxn modelId="{FC1BFE1B-FBF2-41C2-9035-13638122AF49}" type="presOf" srcId="{E38266B5-A1D1-4953-84F3-22503A35B8B1}" destId="{3D9B340C-0992-4CB1-8C2A-1F219629A3B6}" srcOrd="0" destOrd="2" presId="urn:microsoft.com/office/officeart/2018/5/layout/CenteredIconLabelDescriptionList"/>
    <dgm:cxn modelId="{A6830D1E-03F1-4BBE-B050-122DFC9CC808}" type="presOf" srcId="{83AEA269-7F4A-4B24-8F1F-6ECE0A53B567}" destId="{B7AD06D1-A6EE-491B-9741-5BA1B2DD198D}" srcOrd="0" destOrd="0" presId="urn:microsoft.com/office/officeart/2018/5/layout/CenteredIconLabelDescriptionList"/>
    <dgm:cxn modelId="{5FE1FD2C-03CD-4EF9-AD57-B74192145C86}" type="presOf" srcId="{FE32C2AC-F505-46A8-9E9C-BF140ACD4E07}" destId="{D87AA075-8C92-4F8E-8159-C533ACC8AC97}" srcOrd="0" destOrd="0" presId="urn:microsoft.com/office/officeart/2018/5/layout/CenteredIconLabelDescriptionList"/>
    <dgm:cxn modelId="{BD948D34-99CA-4598-BF6D-837875C2B047}" srcId="{B07A08B7-D69B-49A9-AC03-FF7E7C27CCDB}" destId="{8C6269E3-E1C4-4D9C-8CE5-ED75DBA1DEF0}" srcOrd="2" destOrd="0" parTransId="{4BB2A3B2-D3DF-457B-9D7F-18D31C59C428}" sibTransId="{5EFF3F4B-59D0-4C1D-BF76-4C825EBC37E3}"/>
    <dgm:cxn modelId="{4BD32161-5380-4177-A52A-F335F13A11EC}" type="presOf" srcId="{031A2A74-62B3-4D85-B400-0FF65C13BA56}" destId="{E544E4AF-6156-4166-B431-88970F44B98C}" srcOrd="0" destOrd="2" presId="urn:microsoft.com/office/officeart/2018/5/layout/CenteredIconLabelDescriptionList"/>
    <dgm:cxn modelId="{1536034C-CA5A-40DC-99A3-BFC4637A1FC0}" srcId="{E98A33A6-132C-41E1-B5FE-3F5DAA0CB299}" destId="{83AEA269-7F4A-4B24-8F1F-6ECE0A53B567}" srcOrd="0" destOrd="0" parTransId="{135730F3-86F1-4A72-8C4B-51DE2F559BFA}" sibTransId="{D987FC69-5DC6-4C0F-8810-749C84ABA851}"/>
    <dgm:cxn modelId="{1CF5E651-1183-4CCE-B504-9F4EF90A94ED}" srcId="{FE32C2AC-F505-46A8-9E9C-BF140ACD4E07}" destId="{E38266B5-A1D1-4953-84F3-22503A35B8B1}" srcOrd="2" destOrd="0" parTransId="{C172B5E3-4FBE-42CC-84BF-066E107AE663}" sibTransId="{BC1CEAD7-8F3A-4986-BCBD-270BE3F2A1AA}"/>
    <dgm:cxn modelId="{A30E9A7D-BF02-46F4-81E9-8F0E5A0F46FE}" type="presOf" srcId="{E72939E7-DFFA-443A-BAA6-56A578B5A3B2}" destId="{E544E4AF-6156-4166-B431-88970F44B98C}" srcOrd="0" destOrd="1" presId="urn:microsoft.com/office/officeart/2018/5/layout/CenteredIconLabelDescriptionList"/>
    <dgm:cxn modelId="{FC194780-048E-4436-895F-7F82D6870716}" srcId="{8C6269E3-E1C4-4D9C-8CE5-ED75DBA1DEF0}" destId="{396112C0-F4EB-4D4B-9350-B22FD9C4873D}" srcOrd="0" destOrd="0" parTransId="{AA48CC10-459B-45D1-87C7-3CD966BEB00E}" sibTransId="{E9B8BD0C-DB2D-45F0-ACF5-AFF16B4ABB27}"/>
    <dgm:cxn modelId="{3A5D6983-8F3E-42B0-A521-847F8606037D}" type="presOf" srcId="{8C6269E3-E1C4-4D9C-8CE5-ED75DBA1DEF0}" destId="{42A423ED-C895-4586-84F0-67FFD517A623}" srcOrd="0" destOrd="0" presId="urn:microsoft.com/office/officeart/2018/5/layout/CenteredIconLabelDescriptionList"/>
    <dgm:cxn modelId="{7FD8648A-552D-44C7-9075-16301A64C74C}" srcId="{B07A08B7-D69B-49A9-AC03-FF7E7C27CCDB}" destId="{E98A33A6-132C-41E1-B5FE-3F5DAA0CB299}" srcOrd="0" destOrd="0" parTransId="{62F70359-C49D-49A5-BF55-AB4C3B67E309}" sibTransId="{13157C2F-3EA6-4050-9451-7DCE6414A882}"/>
    <dgm:cxn modelId="{DC3C378F-9D5D-40BB-A36D-405822DDAED8}" srcId="{8C6269E3-E1C4-4D9C-8CE5-ED75DBA1DEF0}" destId="{E72939E7-DFFA-443A-BAA6-56A578B5A3B2}" srcOrd="1" destOrd="0" parTransId="{AA7B1505-6A1A-4410-8F77-78F3CE1C4018}" sibTransId="{BBC24A3C-C1A2-4760-A9FF-95D305E6ED21}"/>
    <dgm:cxn modelId="{B564D19E-AF03-40AF-9F32-9D960448862E}" type="presOf" srcId="{B07A08B7-D69B-49A9-AC03-FF7E7C27CCDB}" destId="{35442B8B-1CB9-4388-812B-ADF215C23F2F}" srcOrd="0" destOrd="0" presId="urn:microsoft.com/office/officeart/2018/5/layout/CenteredIconLabelDescriptionList"/>
    <dgm:cxn modelId="{6E09B7AA-DB35-480C-B743-74D69779128D}" type="presOf" srcId="{396112C0-F4EB-4D4B-9350-B22FD9C4873D}" destId="{E544E4AF-6156-4166-B431-88970F44B98C}" srcOrd="0" destOrd="0" presId="urn:microsoft.com/office/officeart/2018/5/layout/CenteredIconLabelDescriptionList"/>
    <dgm:cxn modelId="{A33AE1AC-0622-48CF-B964-500C9A7D286E}" type="presOf" srcId="{F2ABCC0A-3F5B-469E-AE9D-15BDA285D5F8}" destId="{3D9B340C-0992-4CB1-8C2A-1F219629A3B6}" srcOrd="0" destOrd="0" presId="urn:microsoft.com/office/officeart/2018/5/layout/CenteredIconLabelDescriptionList"/>
    <dgm:cxn modelId="{51A1F6B1-EC03-434D-841E-0826971C22EE}" srcId="{B07A08B7-D69B-49A9-AC03-FF7E7C27CCDB}" destId="{FE32C2AC-F505-46A8-9E9C-BF140ACD4E07}" srcOrd="1" destOrd="0" parTransId="{B76310AB-ABC7-4085-8289-3D61924B7FBD}" sibTransId="{D1397487-8AF8-4F91-A80B-EF1C59CA9EC1}"/>
    <dgm:cxn modelId="{24DCDBBE-01B2-44EE-8BB3-C8FAA67A9087}" type="presOf" srcId="{E98A33A6-132C-41E1-B5FE-3F5DAA0CB299}" destId="{384C22CD-CED3-43AE-8149-935B715439D2}" srcOrd="0" destOrd="0" presId="urn:microsoft.com/office/officeart/2018/5/layout/CenteredIconLabelDescriptionList"/>
    <dgm:cxn modelId="{D31D0DC1-7017-4FDC-922A-F8C025A5B2F2}" srcId="{E98A33A6-132C-41E1-B5FE-3F5DAA0CB299}" destId="{4A3C8DFE-86B5-4280-B3BF-E3DFCADE7A0F}" srcOrd="1" destOrd="0" parTransId="{9DE775C1-20F5-4124-A7F6-8A5C043FE214}" sibTransId="{9AA47AAD-4CDB-4625-B662-CEF83D013B0F}"/>
    <dgm:cxn modelId="{FFCA09D5-C3EA-482B-8F40-1D8C3AAEB07C}" srcId="{FE32C2AC-F505-46A8-9E9C-BF140ACD4E07}" destId="{F2ABCC0A-3F5B-469E-AE9D-15BDA285D5F8}" srcOrd="0" destOrd="0" parTransId="{78D571DA-3B42-4083-B267-AD66158898D3}" sibTransId="{E7ABE1A8-78A2-4B1C-8395-6724E5B947F0}"/>
    <dgm:cxn modelId="{61099ED7-3CB2-41BC-BBBC-E4709DBED1A9}" srcId="{E98A33A6-132C-41E1-B5FE-3F5DAA0CB299}" destId="{4F61F661-1364-4700-8536-FF77CE9FFFDA}" srcOrd="2" destOrd="0" parTransId="{DA6E3788-464A-48B6-8DEC-5C24529D906E}" sibTransId="{BB2769C9-3CB4-4594-AC17-20539B7A18D3}"/>
    <dgm:cxn modelId="{A99FB5F6-2AC0-4C1E-9BE6-192932C4F987}" type="presOf" srcId="{4A3C8DFE-86B5-4280-B3BF-E3DFCADE7A0F}" destId="{B7AD06D1-A6EE-491B-9741-5BA1B2DD198D}" srcOrd="0" destOrd="1" presId="urn:microsoft.com/office/officeart/2018/5/layout/CenteredIconLabelDescriptionList"/>
    <dgm:cxn modelId="{65AA30FE-1889-4612-BEBD-EBFE609D182A}" srcId="{FE32C2AC-F505-46A8-9E9C-BF140ACD4E07}" destId="{84306D67-718E-4F95-BDA8-6370DCE1A2EE}" srcOrd="1" destOrd="0" parTransId="{C51833EE-EDA3-46CD-A5DA-0426FF996036}" sibTransId="{EDB1021D-1F8C-49B8-8993-11F5581474EB}"/>
    <dgm:cxn modelId="{2EFAC7AC-EF43-488E-8A5B-7F4F25420011}" type="presParOf" srcId="{35442B8B-1CB9-4388-812B-ADF215C23F2F}" destId="{AC87D3C2-25EC-4D9B-A474-10E71ADB4856}" srcOrd="0" destOrd="0" presId="urn:microsoft.com/office/officeart/2018/5/layout/CenteredIconLabelDescriptionList"/>
    <dgm:cxn modelId="{2F50B178-3B7E-4220-81F5-4A26F8852202}" type="presParOf" srcId="{AC87D3C2-25EC-4D9B-A474-10E71ADB4856}" destId="{7C15B3D2-FD09-43AE-861E-79340EC4D29B}" srcOrd="0" destOrd="0" presId="urn:microsoft.com/office/officeart/2018/5/layout/CenteredIconLabelDescriptionList"/>
    <dgm:cxn modelId="{7D9056FF-6EE1-4BCD-B2FF-92ACFA3BCDE4}" type="presParOf" srcId="{AC87D3C2-25EC-4D9B-A474-10E71ADB4856}" destId="{128E07AB-7EAE-424A-9BA6-17B79F901CC0}" srcOrd="1" destOrd="0" presId="urn:microsoft.com/office/officeart/2018/5/layout/CenteredIconLabelDescriptionList"/>
    <dgm:cxn modelId="{F9E19E55-F9E8-4BE7-9382-17DCC576BD76}" type="presParOf" srcId="{AC87D3C2-25EC-4D9B-A474-10E71ADB4856}" destId="{384C22CD-CED3-43AE-8149-935B715439D2}" srcOrd="2" destOrd="0" presId="urn:microsoft.com/office/officeart/2018/5/layout/CenteredIconLabelDescriptionList"/>
    <dgm:cxn modelId="{E97C78F9-6859-4B34-9C2F-06E22AADD6CD}" type="presParOf" srcId="{AC87D3C2-25EC-4D9B-A474-10E71ADB4856}" destId="{3002F3E6-DA7E-4BE8-B76C-850E9C32939E}" srcOrd="3" destOrd="0" presId="urn:microsoft.com/office/officeart/2018/5/layout/CenteredIconLabelDescriptionList"/>
    <dgm:cxn modelId="{0A69BD1D-C353-4FCD-82FD-C67264B48073}" type="presParOf" srcId="{AC87D3C2-25EC-4D9B-A474-10E71ADB4856}" destId="{B7AD06D1-A6EE-491B-9741-5BA1B2DD198D}" srcOrd="4" destOrd="0" presId="urn:microsoft.com/office/officeart/2018/5/layout/CenteredIconLabelDescriptionList"/>
    <dgm:cxn modelId="{E52F31D3-3861-4729-A8A8-5C0DEC7DE4A7}" type="presParOf" srcId="{35442B8B-1CB9-4388-812B-ADF215C23F2F}" destId="{4FC53C72-F2E4-459F-B8FF-F9C2408ADA6B}" srcOrd="1" destOrd="0" presId="urn:microsoft.com/office/officeart/2018/5/layout/CenteredIconLabelDescriptionList"/>
    <dgm:cxn modelId="{A50BF2E9-24D6-4CCD-B48F-9F7A4D94A511}" type="presParOf" srcId="{35442B8B-1CB9-4388-812B-ADF215C23F2F}" destId="{22029C79-9561-4FFF-A48D-1DC61EEDB329}" srcOrd="2" destOrd="0" presId="urn:microsoft.com/office/officeart/2018/5/layout/CenteredIconLabelDescriptionList"/>
    <dgm:cxn modelId="{767F82EC-4E0F-4E7E-A145-B051A3BB5FC9}" type="presParOf" srcId="{22029C79-9561-4FFF-A48D-1DC61EEDB329}" destId="{533F7EE1-7B72-429C-9FBE-3670A461EC02}" srcOrd="0" destOrd="0" presId="urn:microsoft.com/office/officeart/2018/5/layout/CenteredIconLabelDescriptionList"/>
    <dgm:cxn modelId="{DEFC472F-07AA-4FB0-BC49-9A8020A0AB20}" type="presParOf" srcId="{22029C79-9561-4FFF-A48D-1DC61EEDB329}" destId="{BD98B8D8-DB47-4D2F-94A4-81C3808BC151}" srcOrd="1" destOrd="0" presId="urn:microsoft.com/office/officeart/2018/5/layout/CenteredIconLabelDescriptionList"/>
    <dgm:cxn modelId="{FE9983DF-9658-4BE8-8F6A-523AE81FE144}" type="presParOf" srcId="{22029C79-9561-4FFF-A48D-1DC61EEDB329}" destId="{D87AA075-8C92-4F8E-8159-C533ACC8AC97}" srcOrd="2" destOrd="0" presId="urn:microsoft.com/office/officeart/2018/5/layout/CenteredIconLabelDescriptionList"/>
    <dgm:cxn modelId="{61B19999-9398-4257-B8DE-2F09C2322DD9}" type="presParOf" srcId="{22029C79-9561-4FFF-A48D-1DC61EEDB329}" destId="{69352CAF-ED31-4060-A368-EEE599A6E8C7}" srcOrd="3" destOrd="0" presId="urn:microsoft.com/office/officeart/2018/5/layout/CenteredIconLabelDescriptionList"/>
    <dgm:cxn modelId="{0B1043D9-1BF7-4EE8-A4C2-E2464FFAD342}" type="presParOf" srcId="{22029C79-9561-4FFF-A48D-1DC61EEDB329}" destId="{3D9B340C-0992-4CB1-8C2A-1F219629A3B6}" srcOrd="4" destOrd="0" presId="urn:microsoft.com/office/officeart/2018/5/layout/CenteredIconLabelDescriptionList"/>
    <dgm:cxn modelId="{D1A3C90F-150E-41D8-B313-899210F199C9}" type="presParOf" srcId="{35442B8B-1CB9-4388-812B-ADF215C23F2F}" destId="{18F75C54-107A-490E-8171-C9563027741E}" srcOrd="3" destOrd="0" presId="urn:microsoft.com/office/officeart/2018/5/layout/CenteredIconLabelDescriptionList"/>
    <dgm:cxn modelId="{98710636-8930-4B8F-93D3-DFB395F3C23D}" type="presParOf" srcId="{35442B8B-1CB9-4388-812B-ADF215C23F2F}" destId="{BE9FB3C6-A807-493E-9557-35B344FA50F2}" srcOrd="4" destOrd="0" presId="urn:microsoft.com/office/officeart/2018/5/layout/CenteredIconLabelDescriptionList"/>
    <dgm:cxn modelId="{8BF6EBD2-F495-402D-844E-032D9750D8B5}" type="presParOf" srcId="{BE9FB3C6-A807-493E-9557-35B344FA50F2}" destId="{3B4F6707-10BD-49D3-935E-AFC73386BE86}" srcOrd="0" destOrd="0" presId="urn:microsoft.com/office/officeart/2018/5/layout/CenteredIconLabelDescriptionList"/>
    <dgm:cxn modelId="{0C5C8F0B-AC1B-44CD-AF24-2C852D8D3FD0}" type="presParOf" srcId="{BE9FB3C6-A807-493E-9557-35B344FA50F2}" destId="{2E5620AE-6C5A-4B00-BEEC-5EF0284E3133}" srcOrd="1" destOrd="0" presId="urn:microsoft.com/office/officeart/2018/5/layout/CenteredIconLabelDescriptionList"/>
    <dgm:cxn modelId="{49D7D921-5776-46FA-AA42-18CDA6F46510}" type="presParOf" srcId="{BE9FB3C6-A807-493E-9557-35B344FA50F2}" destId="{42A423ED-C895-4586-84F0-67FFD517A623}" srcOrd="2" destOrd="0" presId="urn:microsoft.com/office/officeart/2018/5/layout/CenteredIconLabelDescriptionList"/>
    <dgm:cxn modelId="{42300BED-4F4A-4525-8C98-B91509F6D8C0}" type="presParOf" srcId="{BE9FB3C6-A807-493E-9557-35B344FA50F2}" destId="{E5CDBAB6-EC29-4B37-961C-3493A6DBE50E}" srcOrd="3" destOrd="0" presId="urn:microsoft.com/office/officeart/2018/5/layout/CenteredIconLabelDescriptionList"/>
    <dgm:cxn modelId="{64BC7BA1-93C3-4054-9279-F84203127BC0}" type="presParOf" srcId="{BE9FB3C6-A807-493E-9557-35B344FA50F2}" destId="{E544E4AF-6156-4166-B431-88970F44B98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6EB27F20-9245-44D6-962A-E0149E6922E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1F6DF19-020C-4981-A1CA-AAAA4E0FBC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Separate Pool</a:t>
          </a:r>
          <a:endParaRPr lang="en-US"/>
        </a:p>
      </dgm:t>
    </dgm:pt>
    <dgm:pt modelId="{3E2B1F36-AE0C-47F9-8DDB-8B453BA3F0C5}" type="parTrans" cxnId="{5A90EEC0-5921-4B62-B434-ED0AA77F0E4F}">
      <dgm:prSet/>
      <dgm:spPr/>
      <dgm:t>
        <a:bodyPr/>
        <a:lstStyle/>
        <a:p>
          <a:endParaRPr lang="en-US"/>
        </a:p>
      </dgm:t>
    </dgm:pt>
    <dgm:pt modelId="{9791DF5E-DD80-40EF-9942-93890A36807C}" type="sibTrans" cxnId="{5A90EEC0-5921-4B62-B434-ED0AA77F0E4F}">
      <dgm:prSet/>
      <dgm:spPr/>
      <dgm:t>
        <a:bodyPr/>
        <a:lstStyle/>
        <a:p>
          <a:endParaRPr lang="en-US"/>
        </a:p>
      </dgm:t>
    </dgm:pt>
    <dgm:pt modelId="{FE637555-F42C-4C1F-819B-4E7A485AED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node implementations also maintain </a:t>
          </a:r>
        </a:p>
      </dgm:t>
    </dgm:pt>
    <dgm:pt modelId="{2FC58E86-7CB1-4B04-ACCE-509FB745FCA4}" type="parTrans" cxnId="{C25CE23F-2C95-4609-A828-5ED7D96C4D40}">
      <dgm:prSet/>
      <dgm:spPr/>
      <dgm:t>
        <a:bodyPr/>
        <a:lstStyle/>
        <a:p>
          <a:endParaRPr lang="en-US"/>
        </a:p>
      </dgm:t>
    </dgm:pt>
    <dgm:pt modelId="{CEAC109F-99BC-4F53-8CBE-DC1B29E79B07}" type="sibTrans" cxnId="{C25CE23F-2C95-4609-A828-5ED7D96C4D40}">
      <dgm:prSet/>
      <dgm:spPr/>
      <dgm:t>
        <a:bodyPr/>
        <a:lstStyle/>
        <a:p>
          <a:endParaRPr lang="en-US"/>
        </a:p>
      </dgm:t>
    </dgm:pt>
    <dgm:pt modelId="{058C91F0-235D-4443-93C6-533C38F56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separate pool of orphaned transactions.</a:t>
          </a:r>
        </a:p>
      </dgm:t>
    </dgm:pt>
    <dgm:pt modelId="{6631B11D-5C58-4F37-909A-14FAD548AD6E}" type="parTrans" cxnId="{1A2FF662-DEAD-4D86-96ED-5603740AA347}">
      <dgm:prSet/>
      <dgm:spPr/>
      <dgm:t>
        <a:bodyPr/>
        <a:lstStyle/>
        <a:p>
          <a:endParaRPr lang="en-US"/>
        </a:p>
      </dgm:t>
    </dgm:pt>
    <dgm:pt modelId="{15A5D04F-0F2F-4738-9439-16AF169123FD}" type="sibTrans" cxnId="{1A2FF662-DEAD-4D86-96ED-5603740AA347}">
      <dgm:prSet/>
      <dgm:spPr/>
      <dgm:t>
        <a:bodyPr/>
        <a:lstStyle/>
        <a:p>
          <a:endParaRPr lang="en-US"/>
        </a:p>
      </dgm:t>
    </dgm:pt>
    <dgm:pt modelId="{F9762C54-94B3-4BCA-A3E5-7B6AD7CC05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Orphaned Transaction</a:t>
          </a:r>
          <a:endParaRPr lang="en-US"/>
        </a:p>
      </dgm:t>
    </dgm:pt>
    <dgm:pt modelId="{E774409D-C1AD-4194-8389-AC99F103A939}" type="parTrans" cxnId="{E9E62D97-3336-4966-8A98-E768CAE7CCD7}">
      <dgm:prSet/>
      <dgm:spPr/>
      <dgm:t>
        <a:bodyPr/>
        <a:lstStyle/>
        <a:p>
          <a:endParaRPr lang="en-US"/>
        </a:p>
      </dgm:t>
    </dgm:pt>
    <dgm:pt modelId="{7F759C0B-C141-40F9-8BB7-22BFD7E6C7FF}" type="sibTrans" cxnId="{E9E62D97-3336-4966-8A98-E768CAE7CCD7}">
      <dgm:prSet/>
      <dgm:spPr/>
      <dgm:t>
        <a:bodyPr/>
        <a:lstStyle/>
        <a:p>
          <a:endParaRPr lang="en-US"/>
        </a:p>
      </dgm:t>
    </dgm:pt>
    <dgm:pt modelId="{598CACFC-242E-4375-BF76-5240AEAF20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transaction’s inputs refer </a:t>
          </a:r>
          <a:r>
            <a:rPr lang="tr-TR"/>
            <a:t> </a:t>
          </a:r>
          <a:r>
            <a:rPr lang="en-US"/>
            <a:t>to a transaction </a:t>
          </a:r>
        </a:p>
      </dgm:t>
    </dgm:pt>
    <dgm:pt modelId="{3A14075E-53E9-44F1-8FDC-280D6C07F62F}" type="parTrans" cxnId="{6B39393E-27CA-4B1C-97F5-FF439C1CA664}">
      <dgm:prSet/>
      <dgm:spPr/>
      <dgm:t>
        <a:bodyPr/>
        <a:lstStyle/>
        <a:p>
          <a:endParaRPr lang="en-US"/>
        </a:p>
      </dgm:t>
    </dgm:pt>
    <dgm:pt modelId="{E5A7AE1C-2506-4092-8C2E-F09654488A2F}" type="sibTrans" cxnId="{6B39393E-27CA-4B1C-97F5-FF439C1CA664}">
      <dgm:prSet/>
      <dgm:spPr/>
      <dgm:t>
        <a:bodyPr/>
        <a:lstStyle/>
        <a:p>
          <a:endParaRPr lang="en-US"/>
        </a:p>
      </dgm:t>
    </dgm:pt>
    <dgm:pt modelId="{EB8AD3BB-60BC-45AE-8A77-2DF7FF3F2E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that is not yet known, such as a missing</a:t>
          </a:r>
          <a:r>
            <a:rPr lang="tr-TR" dirty="0"/>
            <a:t> </a:t>
          </a:r>
          <a:r>
            <a:rPr lang="en-US" dirty="0"/>
            <a:t>parent </a:t>
          </a:r>
        </a:p>
      </dgm:t>
    </dgm:pt>
    <dgm:pt modelId="{5BDA1CB6-0112-4CD3-BC56-C9FF80794D66}" type="parTrans" cxnId="{0F2EE61F-B833-45C1-9795-40B08C2E4E1C}">
      <dgm:prSet/>
      <dgm:spPr/>
      <dgm:t>
        <a:bodyPr/>
        <a:lstStyle/>
        <a:p>
          <a:endParaRPr lang="en-US"/>
        </a:p>
      </dgm:t>
    </dgm:pt>
    <dgm:pt modelId="{D4D76EA9-FE37-4E39-921A-24AD9EC87923}" type="sibTrans" cxnId="{0F2EE61F-B833-45C1-9795-40B08C2E4E1C}">
      <dgm:prSet/>
      <dgm:spPr/>
      <dgm:t>
        <a:bodyPr/>
        <a:lstStyle/>
        <a:p>
          <a:endParaRPr lang="en-US"/>
        </a:p>
      </dgm:t>
    </dgm:pt>
    <dgm:pt modelId="{CDF05971-BA94-4C25-A9E5-094D22CDA39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Storage of </a:t>
          </a:r>
          <a:r>
            <a:rPr lang="tr-TR" dirty="0" err="1"/>
            <a:t>orhpaned</a:t>
          </a:r>
          <a:r>
            <a:rPr lang="tr-TR" dirty="0"/>
            <a:t> </a:t>
          </a:r>
          <a:r>
            <a:rPr lang="tr-TR" dirty="0" err="1"/>
            <a:t>trancactions</a:t>
          </a:r>
          <a:endParaRPr lang="en-US" dirty="0"/>
        </a:p>
      </dgm:t>
    </dgm:pt>
    <dgm:pt modelId="{71DD0CCF-E281-43AC-9B40-881F2E5462A4}" type="parTrans" cxnId="{CB3B93B7-792F-4734-8326-836D8ED0DD91}">
      <dgm:prSet/>
      <dgm:spPr/>
      <dgm:t>
        <a:bodyPr/>
        <a:lstStyle/>
        <a:p>
          <a:endParaRPr lang="en-US"/>
        </a:p>
      </dgm:t>
    </dgm:pt>
    <dgm:pt modelId="{501B7D67-7B18-4831-A57C-C5FB128BBF7D}" type="sibTrans" cxnId="{CB3B93B7-792F-4734-8326-836D8ED0DD91}">
      <dgm:prSet/>
      <dgm:spPr/>
      <dgm:t>
        <a:bodyPr/>
        <a:lstStyle/>
        <a:p>
          <a:endParaRPr lang="en-US"/>
        </a:p>
      </dgm:t>
    </dgm:pt>
    <dgm:pt modelId="{26F12EEC-00FA-42AF-BF47-32EE60E47A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orphan transaction will be stored temporarily </a:t>
          </a:r>
        </a:p>
      </dgm:t>
    </dgm:pt>
    <dgm:pt modelId="{D899CA12-7232-4EDB-A5EE-A3B0453C83C5}" type="parTrans" cxnId="{CE54A07E-9668-427E-A4B5-59319896EC44}">
      <dgm:prSet/>
      <dgm:spPr/>
      <dgm:t>
        <a:bodyPr/>
        <a:lstStyle/>
        <a:p>
          <a:endParaRPr lang="en-US"/>
        </a:p>
      </dgm:t>
    </dgm:pt>
    <dgm:pt modelId="{44FE4C57-F958-4964-8D1A-9BCFEDF880EF}" type="sibTrans" cxnId="{CE54A07E-9668-427E-A4B5-59319896EC44}">
      <dgm:prSet/>
      <dgm:spPr/>
      <dgm:t>
        <a:bodyPr/>
        <a:lstStyle/>
        <a:p>
          <a:endParaRPr lang="en-US"/>
        </a:p>
      </dgm:t>
    </dgm:pt>
    <dgm:pt modelId="{DD565022-5183-44A8-B0A7-E2D145F9F2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orphan pool until the</a:t>
          </a:r>
          <a:r>
            <a:rPr lang="tr-TR"/>
            <a:t> parent transaction arrives.</a:t>
          </a:r>
          <a:endParaRPr lang="en-US"/>
        </a:p>
      </dgm:t>
    </dgm:pt>
    <dgm:pt modelId="{E0991826-44C9-4B4D-866C-FF6AC1F09F76}" type="parTrans" cxnId="{D341A38D-527A-4A50-993B-B090FDE24206}">
      <dgm:prSet/>
      <dgm:spPr/>
      <dgm:t>
        <a:bodyPr/>
        <a:lstStyle/>
        <a:p>
          <a:endParaRPr lang="en-US"/>
        </a:p>
      </dgm:t>
    </dgm:pt>
    <dgm:pt modelId="{F2B65F63-37D3-4F55-81EA-EE211D54328D}" type="sibTrans" cxnId="{D341A38D-527A-4A50-993B-B090FDE24206}">
      <dgm:prSet/>
      <dgm:spPr/>
      <dgm:t>
        <a:bodyPr/>
        <a:lstStyle/>
        <a:p>
          <a:endParaRPr lang="en-US"/>
        </a:p>
      </dgm:t>
    </dgm:pt>
    <dgm:pt modelId="{9E82159E-2DAF-4C1F-96F3-21A928FBF993}" type="pres">
      <dgm:prSet presAssocID="{6EB27F20-9245-44D6-962A-E0149E6922EB}" presName="root" presStyleCnt="0">
        <dgm:presLayoutVars>
          <dgm:dir/>
          <dgm:resizeHandles val="exact"/>
        </dgm:presLayoutVars>
      </dgm:prSet>
      <dgm:spPr/>
    </dgm:pt>
    <dgm:pt modelId="{2A4597A0-7133-49EF-91E8-FC001608E66B}" type="pres">
      <dgm:prSet presAssocID="{01F6DF19-020C-4981-A1CA-AAAA4E0FBC38}" presName="compNode" presStyleCnt="0"/>
      <dgm:spPr/>
    </dgm:pt>
    <dgm:pt modelId="{E759E21B-BCB2-4A76-A5EF-133E6BF4FF8E}" type="pres">
      <dgm:prSet presAssocID="{01F6DF19-020C-4981-A1CA-AAAA4E0FBC3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393E90F9-73A0-49BE-989E-D45A9167F7C5}" type="pres">
      <dgm:prSet presAssocID="{01F6DF19-020C-4981-A1CA-AAAA4E0FBC38}" presName="iconSpace" presStyleCnt="0"/>
      <dgm:spPr/>
    </dgm:pt>
    <dgm:pt modelId="{BBABDC55-C12A-49E7-8F84-20186466ED96}" type="pres">
      <dgm:prSet presAssocID="{01F6DF19-020C-4981-A1CA-AAAA4E0FBC38}" presName="parTx" presStyleLbl="revTx" presStyleIdx="0" presStyleCnt="6">
        <dgm:presLayoutVars>
          <dgm:chMax val="0"/>
          <dgm:chPref val="0"/>
        </dgm:presLayoutVars>
      </dgm:prSet>
      <dgm:spPr/>
    </dgm:pt>
    <dgm:pt modelId="{E9D20E90-DE36-4AA6-B64E-EFC017EA3438}" type="pres">
      <dgm:prSet presAssocID="{01F6DF19-020C-4981-A1CA-AAAA4E0FBC38}" presName="txSpace" presStyleCnt="0"/>
      <dgm:spPr/>
    </dgm:pt>
    <dgm:pt modelId="{B456F0B6-AA92-4521-BA98-FE54D5B8E451}" type="pres">
      <dgm:prSet presAssocID="{01F6DF19-020C-4981-A1CA-AAAA4E0FBC38}" presName="desTx" presStyleLbl="revTx" presStyleIdx="1" presStyleCnt="6">
        <dgm:presLayoutVars/>
      </dgm:prSet>
      <dgm:spPr/>
    </dgm:pt>
    <dgm:pt modelId="{4250BD2C-53AA-41EE-A34C-44D0FDF283E7}" type="pres">
      <dgm:prSet presAssocID="{9791DF5E-DD80-40EF-9942-93890A36807C}" presName="sibTrans" presStyleCnt="0"/>
      <dgm:spPr/>
    </dgm:pt>
    <dgm:pt modelId="{1E5C889F-2682-43FD-8E95-0DD04350D01C}" type="pres">
      <dgm:prSet presAssocID="{F9762C54-94B3-4BCA-A3E5-7B6AD7CC056E}" presName="compNode" presStyleCnt="0"/>
      <dgm:spPr/>
    </dgm:pt>
    <dgm:pt modelId="{EF8353EB-85CE-4180-AAA1-6689F2B41E46}" type="pres">
      <dgm:prSet presAssocID="{F9762C54-94B3-4BCA-A3E5-7B6AD7CC056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8F938F8-150E-47AD-8896-C807C51DA544}" type="pres">
      <dgm:prSet presAssocID="{F9762C54-94B3-4BCA-A3E5-7B6AD7CC056E}" presName="iconSpace" presStyleCnt="0"/>
      <dgm:spPr/>
    </dgm:pt>
    <dgm:pt modelId="{4BC5DD13-0F45-4269-B3B8-017BFCD0FBCD}" type="pres">
      <dgm:prSet presAssocID="{F9762C54-94B3-4BCA-A3E5-7B6AD7CC056E}" presName="parTx" presStyleLbl="revTx" presStyleIdx="2" presStyleCnt="6">
        <dgm:presLayoutVars>
          <dgm:chMax val="0"/>
          <dgm:chPref val="0"/>
        </dgm:presLayoutVars>
      </dgm:prSet>
      <dgm:spPr/>
    </dgm:pt>
    <dgm:pt modelId="{24440C6F-F1CD-4F42-9D7E-C891A48A4735}" type="pres">
      <dgm:prSet presAssocID="{F9762C54-94B3-4BCA-A3E5-7B6AD7CC056E}" presName="txSpace" presStyleCnt="0"/>
      <dgm:spPr/>
    </dgm:pt>
    <dgm:pt modelId="{B294FE58-B381-471C-84AF-DE0289D8CA5E}" type="pres">
      <dgm:prSet presAssocID="{F9762C54-94B3-4BCA-A3E5-7B6AD7CC056E}" presName="desTx" presStyleLbl="revTx" presStyleIdx="3" presStyleCnt="6">
        <dgm:presLayoutVars/>
      </dgm:prSet>
      <dgm:spPr/>
    </dgm:pt>
    <dgm:pt modelId="{75BCADD9-6C69-43FE-9ED3-2426DB02E4B4}" type="pres">
      <dgm:prSet presAssocID="{7F759C0B-C141-40F9-8BB7-22BFD7E6C7FF}" presName="sibTrans" presStyleCnt="0"/>
      <dgm:spPr/>
    </dgm:pt>
    <dgm:pt modelId="{05F7E435-3F2F-48E1-972E-FC1268136222}" type="pres">
      <dgm:prSet presAssocID="{CDF05971-BA94-4C25-A9E5-094D22CDA394}" presName="compNode" presStyleCnt="0"/>
      <dgm:spPr/>
    </dgm:pt>
    <dgm:pt modelId="{45DFA9B9-0ACA-4519-B7DB-3D8999AC36A2}" type="pres">
      <dgm:prSet presAssocID="{CDF05971-BA94-4C25-A9E5-094D22CDA39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iter"/>
        </a:ext>
      </dgm:extLst>
    </dgm:pt>
    <dgm:pt modelId="{A7568831-1B67-4656-9E0F-FDF1DDB0F08E}" type="pres">
      <dgm:prSet presAssocID="{CDF05971-BA94-4C25-A9E5-094D22CDA394}" presName="iconSpace" presStyleCnt="0"/>
      <dgm:spPr/>
    </dgm:pt>
    <dgm:pt modelId="{1AC6B4F6-A22F-437F-9F6E-9EE78E055E52}" type="pres">
      <dgm:prSet presAssocID="{CDF05971-BA94-4C25-A9E5-094D22CDA394}" presName="parTx" presStyleLbl="revTx" presStyleIdx="4" presStyleCnt="6">
        <dgm:presLayoutVars>
          <dgm:chMax val="0"/>
          <dgm:chPref val="0"/>
        </dgm:presLayoutVars>
      </dgm:prSet>
      <dgm:spPr/>
    </dgm:pt>
    <dgm:pt modelId="{D6A44BD4-8E32-4FC7-B135-47814C81C136}" type="pres">
      <dgm:prSet presAssocID="{CDF05971-BA94-4C25-A9E5-094D22CDA394}" presName="txSpace" presStyleCnt="0"/>
      <dgm:spPr/>
    </dgm:pt>
    <dgm:pt modelId="{8E86C3BA-F8A0-4E60-861D-FD5D21ECD291}" type="pres">
      <dgm:prSet presAssocID="{CDF05971-BA94-4C25-A9E5-094D22CDA394}" presName="desTx" presStyleLbl="revTx" presStyleIdx="5" presStyleCnt="6">
        <dgm:presLayoutVars/>
      </dgm:prSet>
      <dgm:spPr/>
    </dgm:pt>
  </dgm:ptLst>
  <dgm:cxnLst>
    <dgm:cxn modelId="{0F2EE61F-B833-45C1-9795-40B08C2E4E1C}" srcId="{F9762C54-94B3-4BCA-A3E5-7B6AD7CC056E}" destId="{EB8AD3BB-60BC-45AE-8A77-2DF7FF3F2EC7}" srcOrd="1" destOrd="0" parTransId="{5BDA1CB6-0112-4CD3-BC56-C9FF80794D66}" sibTransId="{D4D76EA9-FE37-4E39-921A-24AD9EC87923}"/>
    <dgm:cxn modelId="{6B39393E-27CA-4B1C-97F5-FF439C1CA664}" srcId="{F9762C54-94B3-4BCA-A3E5-7B6AD7CC056E}" destId="{598CACFC-242E-4375-BF76-5240AEAF209F}" srcOrd="0" destOrd="0" parTransId="{3A14075E-53E9-44F1-8FDC-280D6C07F62F}" sibTransId="{E5A7AE1C-2506-4092-8C2E-F09654488A2F}"/>
    <dgm:cxn modelId="{C25CE23F-2C95-4609-A828-5ED7D96C4D40}" srcId="{01F6DF19-020C-4981-A1CA-AAAA4E0FBC38}" destId="{FE637555-F42C-4C1F-819B-4E7A485AED52}" srcOrd="0" destOrd="0" parTransId="{2FC58E86-7CB1-4B04-ACCE-509FB745FCA4}" sibTransId="{CEAC109F-99BC-4F53-8CBE-DC1B29E79B07}"/>
    <dgm:cxn modelId="{DF5F8362-29EA-450C-8B4A-21745D848C09}" type="presOf" srcId="{058C91F0-235D-4443-93C6-533C38F569AD}" destId="{B456F0B6-AA92-4521-BA98-FE54D5B8E451}" srcOrd="0" destOrd="1" presId="urn:microsoft.com/office/officeart/2018/5/layout/CenteredIconLabelDescriptionList"/>
    <dgm:cxn modelId="{1A2FF662-DEAD-4D86-96ED-5603740AA347}" srcId="{01F6DF19-020C-4981-A1CA-AAAA4E0FBC38}" destId="{058C91F0-235D-4443-93C6-533C38F569AD}" srcOrd="1" destOrd="0" parTransId="{6631B11D-5C58-4F37-909A-14FAD548AD6E}" sibTransId="{15A5D04F-0F2F-4738-9439-16AF169123FD}"/>
    <dgm:cxn modelId="{BAA23368-9AB1-4B67-8FA4-47B2B8D4245F}" type="presOf" srcId="{DD565022-5183-44A8-B0A7-E2D145F9F216}" destId="{8E86C3BA-F8A0-4E60-861D-FD5D21ECD291}" srcOrd="0" destOrd="1" presId="urn:microsoft.com/office/officeart/2018/5/layout/CenteredIconLabelDescriptionList"/>
    <dgm:cxn modelId="{8D228879-06BB-4D2F-9DFB-2C3942ED0B0A}" type="presOf" srcId="{01F6DF19-020C-4981-A1CA-AAAA4E0FBC38}" destId="{BBABDC55-C12A-49E7-8F84-20186466ED96}" srcOrd="0" destOrd="0" presId="urn:microsoft.com/office/officeart/2018/5/layout/CenteredIconLabelDescriptionList"/>
    <dgm:cxn modelId="{0E1D167C-E89E-4F39-A4A5-4F007AEC2B35}" type="presOf" srcId="{FE637555-F42C-4C1F-819B-4E7A485AED52}" destId="{B456F0B6-AA92-4521-BA98-FE54D5B8E451}" srcOrd="0" destOrd="0" presId="urn:microsoft.com/office/officeart/2018/5/layout/CenteredIconLabelDescriptionList"/>
    <dgm:cxn modelId="{CE54A07E-9668-427E-A4B5-59319896EC44}" srcId="{CDF05971-BA94-4C25-A9E5-094D22CDA394}" destId="{26F12EEC-00FA-42AF-BF47-32EE60E47ADC}" srcOrd="0" destOrd="0" parTransId="{D899CA12-7232-4EDB-A5EE-A3B0453C83C5}" sibTransId="{44FE4C57-F958-4964-8D1A-9BCFEDF880EF}"/>
    <dgm:cxn modelId="{54E70B82-7752-4158-B5AE-28338A527EAC}" type="presOf" srcId="{598CACFC-242E-4375-BF76-5240AEAF209F}" destId="{B294FE58-B381-471C-84AF-DE0289D8CA5E}" srcOrd="0" destOrd="0" presId="urn:microsoft.com/office/officeart/2018/5/layout/CenteredIconLabelDescriptionList"/>
    <dgm:cxn modelId="{D353B286-337F-45DA-92F8-B59067BC06BB}" type="presOf" srcId="{EB8AD3BB-60BC-45AE-8A77-2DF7FF3F2EC7}" destId="{B294FE58-B381-471C-84AF-DE0289D8CA5E}" srcOrd="0" destOrd="1" presId="urn:microsoft.com/office/officeart/2018/5/layout/CenteredIconLabelDescriptionList"/>
    <dgm:cxn modelId="{D341A38D-527A-4A50-993B-B090FDE24206}" srcId="{CDF05971-BA94-4C25-A9E5-094D22CDA394}" destId="{DD565022-5183-44A8-B0A7-E2D145F9F216}" srcOrd="1" destOrd="0" parTransId="{E0991826-44C9-4B4D-866C-FF6AC1F09F76}" sibTransId="{F2B65F63-37D3-4F55-81EA-EE211D54328D}"/>
    <dgm:cxn modelId="{E9E62D97-3336-4966-8A98-E768CAE7CCD7}" srcId="{6EB27F20-9245-44D6-962A-E0149E6922EB}" destId="{F9762C54-94B3-4BCA-A3E5-7B6AD7CC056E}" srcOrd="1" destOrd="0" parTransId="{E774409D-C1AD-4194-8389-AC99F103A939}" sibTransId="{7F759C0B-C141-40F9-8BB7-22BFD7E6C7FF}"/>
    <dgm:cxn modelId="{4857B29E-F7BA-466E-B7FC-5DC7BD920FD7}" type="presOf" srcId="{F9762C54-94B3-4BCA-A3E5-7B6AD7CC056E}" destId="{4BC5DD13-0F45-4269-B3B8-017BFCD0FBCD}" srcOrd="0" destOrd="0" presId="urn:microsoft.com/office/officeart/2018/5/layout/CenteredIconLabelDescriptionList"/>
    <dgm:cxn modelId="{D4ABA0AA-E0D2-4376-9271-FF69782B05BE}" type="presOf" srcId="{CDF05971-BA94-4C25-A9E5-094D22CDA394}" destId="{1AC6B4F6-A22F-437F-9F6E-9EE78E055E52}" srcOrd="0" destOrd="0" presId="urn:microsoft.com/office/officeart/2018/5/layout/CenteredIconLabelDescriptionList"/>
    <dgm:cxn modelId="{3C7418B2-5FE8-4F0A-82E3-F8F4F372E144}" type="presOf" srcId="{26F12EEC-00FA-42AF-BF47-32EE60E47ADC}" destId="{8E86C3BA-F8A0-4E60-861D-FD5D21ECD291}" srcOrd="0" destOrd="0" presId="urn:microsoft.com/office/officeart/2018/5/layout/CenteredIconLabelDescriptionList"/>
    <dgm:cxn modelId="{CB3B93B7-792F-4734-8326-836D8ED0DD91}" srcId="{6EB27F20-9245-44D6-962A-E0149E6922EB}" destId="{CDF05971-BA94-4C25-A9E5-094D22CDA394}" srcOrd="2" destOrd="0" parTransId="{71DD0CCF-E281-43AC-9B40-881F2E5462A4}" sibTransId="{501B7D67-7B18-4831-A57C-C5FB128BBF7D}"/>
    <dgm:cxn modelId="{5A90EEC0-5921-4B62-B434-ED0AA77F0E4F}" srcId="{6EB27F20-9245-44D6-962A-E0149E6922EB}" destId="{01F6DF19-020C-4981-A1CA-AAAA4E0FBC38}" srcOrd="0" destOrd="0" parTransId="{3E2B1F36-AE0C-47F9-8DDB-8B453BA3F0C5}" sibTransId="{9791DF5E-DD80-40EF-9942-93890A36807C}"/>
    <dgm:cxn modelId="{E7D23DC3-22BA-4675-80BF-66DCF36BC088}" type="presOf" srcId="{6EB27F20-9245-44D6-962A-E0149E6922EB}" destId="{9E82159E-2DAF-4C1F-96F3-21A928FBF993}" srcOrd="0" destOrd="0" presId="urn:microsoft.com/office/officeart/2018/5/layout/CenteredIconLabelDescriptionList"/>
    <dgm:cxn modelId="{CAF1E286-62F5-4BF3-84C1-28E6DB7ED5C1}" type="presParOf" srcId="{9E82159E-2DAF-4C1F-96F3-21A928FBF993}" destId="{2A4597A0-7133-49EF-91E8-FC001608E66B}" srcOrd="0" destOrd="0" presId="urn:microsoft.com/office/officeart/2018/5/layout/CenteredIconLabelDescriptionList"/>
    <dgm:cxn modelId="{A44600A7-ADA9-40D2-BB4B-0DE5287C4C0A}" type="presParOf" srcId="{2A4597A0-7133-49EF-91E8-FC001608E66B}" destId="{E759E21B-BCB2-4A76-A5EF-133E6BF4FF8E}" srcOrd="0" destOrd="0" presId="urn:microsoft.com/office/officeart/2018/5/layout/CenteredIconLabelDescriptionList"/>
    <dgm:cxn modelId="{7191C87F-7E1A-4694-9DA1-361D3F3A4C4A}" type="presParOf" srcId="{2A4597A0-7133-49EF-91E8-FC001608E66B}" destId="{393E90F9-73A0-49BE-989E-D45A9167F7C5}" srcOrd="1" destOrd="0" presId="urn:microsoft.com/office/officeart/2018/5/layout/CenteredIconLabelDescriptionList"/>
    <dgm:cxn modelId="{40D3A5B0-7F91-4B46-889E-5D73BF866C32}" type="presParOf" srcId="{2A4597A0-7133-49EF-91E8-FC001608E66B}" destId="{BBABDC55-C12A-49E7-8F84-20186466ED96}" srcOrd="2" destOrd="0" presId="urn:microsoft.com/office/officeart/2018/5/layout/CenteredIconLabelDescriptionList"/>
    <dgm:cxn modelId="{76C7DBA4-48E9-4992-8894-F8EA1310372D}" type="presParOf" srcId="{2A4597A0-7133-49EF-91E8-FC001608E66B}" destId="{E9D20E90-DE36-4AA6-B64E-EFC017EA3438}" srcOrd="3" destOrd="0" presId="urn:microsoft.com/office/officeart/2018/5/layout/CenteredIconLabelDescriptionList"/>
    <dgm:cxn modelId="{37AC0C60-190A-4235-905E-B144D9BE217E}" type="presParOf" srcId="{2A4597A0-7133-49EF-91E8-FC001608E66B}" destId="{B456F0B6-AA92-4521-BA98-FE54D5B8E451}" srcOrd="4" destOrd="0" presId="urn:microsoft.com/office/officeart/2018/5/layout/CenteredIconLabelDescriptionList"/>
    <dgm:cxn modelId="{C3C535F5-CC8E-4716-A2B7-466BBB5F8F09}" type="presParOf" srcId="{9E82159E-2DAF-4C1F-96F3-21A928FBF993}" destId="{4250BD2C-53AA-41EE-A34C-44D0FDF283E7}" srcOrd="1" destOrd="0" presId="urn:microsoft.com/office/officeart/2018/5/layout/CenteredIconLabelDescriptionList"/>
    <dgm:cxn modelId="{FE4041B7-F3F1-4267-B419-E68430BCB160}" type="presParOf" srcId="{9E82159E-2DAF-4C1F-96F3-21A928FBF993}" destId="{1E5C889F-2682-43FD-8E95-0DD04350D01C}" srcOrd="2" destOrd="0" presId="urn:microsoft.com/office/officeart/2018/5/layout/CenteredIconLabelDescriptionList"/>
    <dgm:cxn modelId="{32181D25-70FC-477D-B308-4F3627EA0A2A}" type="presParOf" srcId="{1E5C889F-2682-43FD-8E95-0DD04350D01C}" destId="{EF8353EB-85CE-4180-AAA1-6689F2B41E46}" srcOrd="0" destOrd="0" presId="urn:microsoft.com/office/officeart/2018/5/layout/CenteredIconLabelDescriptionList"/>
    <dgm:cxn modelId="{9D06D822-0A85-486F-AA9E-DC1AC060DA77}" type="presParOf" srcId="{1E5C889F-2682-43FD-8E95-0DD04350D01C}" destId="{C8F938F8-150E-47AD-8896-C807C51DA544}" srcOrd="1" destOrd="0" presId="urn:microsoft.com/office/officeart/2018/5/layout/CenteredIconLabelDescriptionList"/>
    <dgm:cxn modelId="{2AC3DAFE-B994-49D2-8224-CFB8B3EDF5D5}" type="presParOf" srcId="{1E5C889F-2682-43FD-8E95-0DD04350D01C}" destId="{4BC5DD13-0F45-4269-B3B8-017BFCD0FBCD}" srcOrd="2" destOrd="0" presId="urn:microsoft.com/office/officeart/2018/5/layout/CenteredIconLabelDescriptionList"/>
    <dgm:cxn modelId="{D302E886-3E14-4807-A618-6000AFCA24C1}" type="presParOf" srcId="{1E5C889F-2682-43FD-8E95-0DD04350D01C}" destId="{24440C6F-F1CD-4F42-9D7E-C891A48A4735}" srcOrd="3" destOrd="0" presId="urn:microsoft.com/office/officeart/2018/5/layout/CenteredIconLabelDescriptionList"/>
    <dgm:cxn modelId="{FE9B13DD-B2EA-4019-BA73-1C771BD5E922}" type="presParOf" srcId="{1E5C889F-2682-43FD-8E95-0DD04350D01C}" destId="{B294FE58-B381-471C-84AF-DE0289D8CA5E}" srcOrd="4" destOrd="0" presId="urn:microsoft.com/office/officeart/2018/5/layout/CenteredIconLabelDescriptionList"/>
    <dgm:cxn modelId="{5BBE227A-B754-493A-B2D2-DCD500CB2B12}" type="presParOf" srcId="{9E82159E-2DAF-4C1F-96F3-21A928FBF993}" destId="{75BCADD9-6C69-43FE-9ED3-2426DB02E4B4}" srcOrd="3" destOrd="0" presId="urn:microsoft.com/office/officeart/2018/5/layout/CenteredIconLabelDescriptionList"/>
    <dgm:cxn modelId="{E73D4B93-1C63-4440-BD7F-535C74E57170}" type="presParOf" srcId="{9E82159E-2DAF-4C1F-96F3-21A928FBF993}" destId="{05F7E435-3F2F-48E1-972E-FC1268136222}" srcOrd="4" destOrd="0" presId="urn:microsoft.com/office/officeart/2018/5/layout/CenteredIconLabelDescriptionList"/>
    <dgm:cxn modelId="{E6382139-82F5-4915-BD2F-1629CB5073CE}" type="presParOf" srcId="{05F7E435-3F2F-48E1-972E-FC1268136222}" destId="{45DFA9B9-0ACA-4519-B7DB-3D8999AC36A2}" srcOrd="0" destOrd="0" presId="urn:microsoft.com/office/officeart/2018/5/layout/CenteredIconLabelDescriptionList"/>
    <dgm:cxn modelId="{DC63CF74-DA38-4A6B-A698-D103A3B2705A}" type="presParOf" srcId="{05F7E435-3F2F-48E1-972E-FC1268136222}" destId="{A7568831-1B67-4656-9E0F-FDF1DDB0F08E}" srcOrd="1" destOrd="0" presId="urn:microsoft.com/office/officeart/2018/5/layout/CenteredIconLabelDescriptionList"/>
    <dgm:cxn modelId="{19626F27-77A7-44A4-991C-C14C69F01FB9}" type="presParOf" srcId="{05F7E435-3F2F-48E1-972E-FC1268136222}" destId="{1AC6B4F6-A22F-437F-9F6E-9EE78E055E52}" srcOrd="2" destOrd="0" presId="urn:microsoft.com/office/officeart/2018/5/layout/CenteredIconLabelDescriptionList"/>
    <dgm:cxn modelId="{086AFA21-B15E-46D6-A861-891CBFE90CAF}" type="presParOf" srcId="{05F7E435-3F2F-48E1-972E-FC1268136222}" destId="{D6A44BD4-8E32-4FC7-B135-47814C81C136}" srcOrd="3" destOrd="0" presId="urn:microsoft.com/office/officeart/2018/5/layout/CenteredIconLabelDescriptionList"/>
    <dgm:cxn modelId="{9C4D8163-6AD2-4FED-AE32-7B80D3E34B13}" type="presParOf" srcId="{05F7E435-3F2F-48E1-972E-FC1268136222}" destId="{8E86C3BA-F8A0-4E60-861D-FD5D21ECD29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6778ED3F-7711-41FC-95A9-AFAD8C351AC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5626DA04-F7F7-4515-849B-3E48DDFBFF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Check for orphans</a:t>
          </a:r>
          <a:endParaRPr lang="en-US"/>
        </a:p>
      </dgm:t>
    </dgm:pt>
    <dgm:pt modelId="{499D7BFC-3F34-4B0C-9BBD-3564B21B0AEF}" type="parTrans" cxnId="{637F3953-E42E-49B3-9355-D6037289F475}">
      <dgm:prSet/>
      <dgm:spPr/>
      <dgm:t>
        <a:bodyPr/>
        <a:lstStyle/>
        <a:p>
          <a:endParaRPr lang="en-US"/>
        </a:p>
      </dgm:t>
    </dgm:pt>
    <dgm:pt modelId="{0E99E39F-B350-4130-8E9E-68CF796CBAC8}" type="sibTrans" cxnId="{637F3953-E42E-49B3-9355-D6037289F475}">
      <dgm:prSet/>
      <dgm:spPr/>
      <dgm:t>
        <a:bodyPr/>
        <a:lstStyle/>
        <a:p>
          <a:endParaRPr lang="en-US"/>
        </a:p>
      </dgm:t>
    </dgm:pt>
    <dgm:pt modelId="{2CE023B6-6975-48D6-8305-E9C413B31C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a transaction is added to the transaction pool </a:t>
          </a:r>
        </a:p>
      </dgm:t>
    </dgm:pt>
    <dgm:pt modelId="{D2990C6F-0BC9-425E-AD41-4AADA36776C0}" type="parTrans" cxnId="{0384B3E2-0E7F-42D1-8285-0C0C932A0D09}">
      <dgm:prSet/>
      <dgm:spPr/>
      <dgm:t>
        <a:bodyPr/>
        <a:lstStyle/>
        <a:p>
          <a:endParaRPr lang="en-US"/>
        </a:p>
      </dgm:t>
    </dgm:pt>
    <dgm:pt modelId="{112F57D2-A9BF-4619-99BA-E13CE880DC7D}" type="sibTrans" cxnId="{0384B3E2-0E7F-42D1-8285-0C0C932A0D09}">
      <dgm:prSet/>
      <dgm:spPr/>
      <dgm:t>
        <a:bodyPr/>
        <a:lstStyle/>
        <a:p>
          <a:endParaRPr lang="en-US"/>
        </a:p>
      </dgm:t>
    </dgm:pt>
    <dgm:pt modelId="{5264158A-8DCF-474C-8CA0-015CD724F9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orphan pool is checked for</a:t>
          </a:r>
          <a:r>
            <a:rPr lang="tr-TR"/>
            <a:t> </a:t>
          </a:r>
          <a:r>
            <a:rPr lang="en-US"/>
            <a:t>any orphans </a:t>
          </a:r>
        </a:p>
      </dgm:t>
    </dgm:pt>
    <dgm:pt modelId="{3F281A44-EA2C-4AAB-92E7-D59164958CDF}" type="parTrans" cxnId="{A98857BE-9AF5-4622-BBCF-EF9678A4133F}">
      <dgm:prSet/>
      <dgm:spPr/>
      <dgm:t>
        <a:bodyPr/>
        <a:lstStyle/>
        <a:p>
          <a:endParaRPr lang="en-US"/>
        </a:p>
      </dgm:t>
    </dgm:pt>
    <dgm:pt modelId="{73F923BF-6030-447A-9D1D-B9599490FA2B}" type="sibTrans" cxnId="{A98857BE-9AF5-4622-BBCF-EF9678A4133F}">
      <dgm:prSet/>
      <dgm:spPr/>
      <dgm:t>
        <a:bodyPr/>
        <a:lstStyle/>
        <a:p>
          <a:endParaRPr lang="en-US"/>
        </a:p>
      </dgm:t>
    </dgm:pt>
    <dgm:pt modelId="{B9108DDB-935E-4536-8FB2-CB590570B4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 </a:t>
          </a:r>
          <a:endParaRPr lang="en-US"/>
        </a:p>
      </dgm:t>
    </dgm:pt>
    <dgm:pt modelId="{569E546E-040A-4CA3-8EEF-8A470718BE1B}" type="parTrans" cxnId="{8C0F32EF-8F0C-4156-9D07-42527080ABF2}">
      <dgm:prSet/>
      <dgm:spPr/>
      <dgm:t>
        <a:bodyPr/>
        <a:lstStyle/>
        <a:p>
          <a:endParaRPr lang="en-US"/>
        </a:p>
      </dgm:t>
    </dgm:pt>
    <dgm:pt modelId="{6DC8FF7E-A70B-43D4-9F68-1A6167614BB1}" type="sibTrans" cxnId="{8C0F32EF-8F0C-4156-9D07-42527080ABF2}">
      <dgm:prSet/>
      <dgm:spPr/>
      <dgm:t>
        <a:bodyPr/>
        <a:lstStyle/>
        <a:p>
          <a:endParaRPr lang="en-US"/>
        </a:p>
      </dgm:t>
    </dgm:pt>
    <dgm:pt modelId="{BCE148D4-A236-4344-BF9E-71E96E76FE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Orphan</a:t>
          </a:r>
          <a:r>
            <a:rPr lang="tr-TR" dirty="0"/>
            <a:t> is </a:t>
          </a:r>
          <a:r>
            <a:rPr lang="tr-TR" dirty="0" err="1"/>
            <a:t>validated</a:t>
          </a:r>
          <a:r>
            <a:rPr lang="tr-TR" dirty="0"/>
            <a:t> </a:t>
          </a:r>
          <a:r>
            <a:rPr lang="tr-TR" dirty="0" err="1"/>
            <a:t>if</a:t>
          </a:r>
          <a:r>
            <a:rPr lang="tr-TR" dirty="0"/>
            <a:t> </a:t>
          </a:r>
          <a:r>
            <a:rPr lang="tr-TR" dirty="0" err="1"/>
            <a:t>any</a:t>
          </a:r>
          <a:r>
            <a:rPr lang="en-US" dirty="0"/>
            <a:t> matching</a:t>
          </a:r>
          <a:r>
            <a:rPr lang="tr-TR" dirty="0"/>
            <a:t> </a:t>
          </a:r>
          <a:r>
            <a:rPr lang="en-US" dirty="0"/>
            <a:t>orphans</a:t>
          </a:r>
          <a:r>
            <a:rPr lang="tr-TR" dirty="0"/>
            <a:t> </a:t>
          </a:r>
          <a:endParaRPr lang="en-US" dirty="0"/>
        </a:p>
      </dgm:t>
    </dgm:pt>
    <dgm:pt modelId="{B2E96494-1BA4-4270-97CC-F15F20EA68E2}" type="parTrans" cxnId="{E9E284B1-F10A-4A9B-B5BA-232468D2D40D}">
      <dgm:prSet/>
      <dgm:spPr/>
      <dgm:t>
        <a:bodyPr/>
        <a:lstStyle/>
        <a:p>
          <a:endParaRPr lang="en-US"/>
        </a:p>
      </dgm:t>
    </dgm:pt>
    <dgm:pt modelId="{6880745D-2F26-4FB0-9140-D76171AB582B}" type="sibTrans" cxnId="{E9E284B1-F10A-4A9B-B5BA-232468D2D40D}">
      <dgm:prSet/>
      <dgm:spPr/>
      <dgm:t>
        <a:bodyPr/>
        <a:lstStyle/>
        <a:p>
          <a:endParaRPr lang="en-US"/>
        </a:p>
      </dgm:t>
    </dgm:pt>
    <dgm:pt modelId="{E96F285B-1F14-4817-9772-8F3F2D8B5B8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</a:t>
          </a:r>
          <a:r>
            <a:rPr lang="en-US"/>
            <a:t>reference </a:t>
          </a:r>
          <a:r>
            <a:rPr lang="tr-TR"/>
            <a:t>to newly arrived</a:t>
          </a:r>
          <a:r>
            <a:rPr lang="en-US"/>
            <a:t> transaction’s outputs (its children) </a:t>
          </a:r>
        </a:p>
      </dgm:t>
    </dgm:pt>
    <dgm:pt modelId="{70911812-7EA7-4BB7-8D72-A26A8F047FCC}" type="parTrans" cxnId="{9A6FD1F5-D09D-4AE5-9B96-DEF1521C1CE8}">
      <dgm:prSet/>
      <dgm:spPr/>
      <dgm:t>
        <a:bodyPr/>
        <a:lstStyle/>
        <a:p>
          <a:endParaRPr lang="en-US"/>
        </a:p>
      </dgm:t>
    </dgm:pt>
    <dgm:pt modelId="{CEFA65D5-1EAD-467A-A1AC-65FDA37F3052}" type="sibTrans" cxnId="{9A6FD1F5-D09D-4AE5-9B96-DEF1521C1CE8}">
      <dgm:prSet/>
      <dgm:spPr/>
      <dgm:t>
        <a:bodyPr/>
        <a:lstStyle/>
        <a:p>
          <a:endParaRPr lang="en-US"/>
        </a:p>
      </dgm:t>
    </dgm:pt>
    <dgm:pt modelId="{ACC4DEC4-8C34-44F3-B568-9CD755C58E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Remove valid Orphans</a:t>
          </a:r>
          <a:endParaRPr lang="en-US"/>
        </a:p>
      </dgm:t>
    </dgm:pt>
    <dgm:pt modelId="{4A325F99-31FF-43C9-9CA6-A36D712FBDDA}" type="parTrans" cxnId="{35BF5AE4-EC70-4CD9-B6DF-74BEE7F52DD5}">
      <dgm:prSet/>
      <dgm:spPr/>
      <dgm:t>
        <a:bodyPr/>
        <a:lstStyle/>
        <a:p>
          <a:endParaRPr lang="en-US"/>
        </a:p>
      </dgm:t>
    </dgm:pt>
    <dgm:pt modelId="{12E56E88-9167-49E3-8F7B-EA87F0C12004}" type="sibTrans" cxnId="{35BF5AE4-EC70-4CD9-B6DF-74BEE7F52DD5}">
      <dgm:prSet/>
      <dgm:spPr/>
      <dgm:t>
        <a:bodyPr/>
        <a:lstStyle/>
        <a:p>
          <a:endParaRPr lang="en-US"/>
        </a:p>
      </dgm:t>
    </dgm:pt>
    <dgm:pt modelId="{F2FD13F5-2455-4EB8-B115-5BC8C352CF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valid,</a:t>
          </a:r>
          <a:r>
            <a:rPr lang="tr-TR"/>
            <a:t> orphans</a:t>
          </a:r>
          <a:r>
            <a:rPr lang="en-US"/>
            <a:t> are removed from the orphan pool </a:t>
          </a:r>
        </a:p>
      </dgm:t>
    </dgm:pt>
    <dgm:pt modelId="{9405BD11-CBAE-4935-98F0-FA7BDB0F0BD0}" type="parTrans" cxnId="{821D49BC-B763-4FAA-8277-5942C45BBAC1}">
      <dgm:prSet/>
      <dgm:spPr/>
      <dgm:t>
        <a:bodyPr/>
        <a:lstStyle/>
        <a:p>
          <a:endParaRPr lang="en-US"/>
        </a:p>
      </dgm:t>
    </dgm:pt>
    <dgm:pt modelId="{F6ADFC89-0956-4A38-8533-3E6377D07568}" type="sibTrans" cxnId="{821D49BC-B763-4FAA-8277-5942C45BBAC1}">
      <dgm:prSet/>
      <dgm:spPr/>
      <dgm:t>
        <a:bodyPr/>
        <a:lstStyle/>
        <a:p>
          <a:endParaRPr lang="en-US"/>
        </a:p>
      </dgm:t>
    </dgm:pt>
    <dgm:pt modelId="{1906DF8D-84A9-4DDE-A81C-3D12E91AFA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</a:t>
          </a:r>
          <a:r>
            <a:rPr lang="tr-TR"/>
            <a:t> </a:t>
          </a:r>
          <a:r>
            <a:rPr lang="en-US"/>
            <a:t>added to the transaction pool</a:t>
          </a:r>
        </a:p>
      </dgm:t>
    </dgm:pt>
    <dgm:pt modelId="{BE8D2247-B964-4FD3-8E5B-C5A2A6076E29}" type="parTrans" cxnId="{34402366-836D-46D4-897E-EC0BDF296D16}">
      <dgm:prSet/>
      <dgm:spPr/>
      <dgm:t>
        <a:bodyPr/>
        <a:lstStyle/>
        <a:p>
          <a:endParaRPr lang="en-US"/>
        </a:p>
      </dgm:t>
    </dgm:pt>
    <dgm:pt modelId="{9EC0E8EC-967C-4148-865A-8B68F982766C}" type="sibTrans" cxnId="{34402366-836D-46D4-897E-EC0BDF296D16}">
      <dgm:prSet/>
      <dgm:spPr/>
      <dgm:t>
        <a:bodyPr/>
        <a:lstStyle/>
        <a:p>
          <a:endParaRPr lang="en-US"/>
        </a:p>
      </dgm:t>
    </dgm:pt>
    <dgm:pt modelId="{8A403095-E139-45F4-B4B1-3A5458A29CE1}" type="pres">
      <dgm:prSet presAssocID="{6778ED3F-7711-41FC-95A9-AFAD8C351AC0}" presName="root" presStyleCnt="0">
        <dgm:presLayoutVars>
          <dgm:dir/>
          <dgm:resizeHandles val="exact"/>
        </dgm:presLayoutVars>
      </dgm:prSet>
      <dgm:spPr/>
    </dgm:pt>
    <dgm:pt modelId="{A30E783C-E3FE-44E7-8F67-61AF2C25D161}" type="pres">
      <dgm:prSet presAssocID="{5626DA04-F7F7-4515-849B-3E48DDFBFF2A}" presName="compNode" presStyleCnt="0"/>
      <dgm:spPr/>
    </dgm:pt>
    <dgm:pt modelId="{1EEA08C0-1D10-4731-8EB0-23B59F3B123C}" type="pres">
      <dgm:prSet presAssocID="{5626DA04-F7F7-4515-849B-3E48DDFBFF2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 Check"/>
        </a:ext>
      </dgm:extLst>
    </dgm:pt>
    <dgm:pt modelId="{95765B64-CBA1-46BA-ADEB-1930C259D978}" type="pres">
      <dgm:prSet presAssocID="{5626DA04-F7F7-4515-849B-3E48DDFBFF2A}" presName="iconSpace" presStyleCnt="0"/>
      <dgm:spPr/>
    </dgm:pt>
    <dgm:pt modelId="{40CFAA2C-6715-4382-8682-5B5B3D00BEA7}" type="pres">
      <dgm:prSet presAssocID="{5626DA04-F7F7-4515-849B-3E48DDFBFF2A}" presName="parTx" presStyleLbl="revTx" presStyleIdx="0" presStyleCnt="6">
        <dgm:presLayoutVars>
          <dgm:chMax val="0"/>
          <dgm:chPref val="0"/>
        </dgm:presLayoutVars>
      </dgm:prSet>
      <dgm:spPr/>
    </dgm:pt>
    <dgm:pt modelId="{F0EBE4CE-3BBB-47EE-AD71-D42BB0E6B3C9}" type="pres">
      <dgm:prSet presAssocID="{5626DA04-F7F7-4515-849B-3E48DDFBFF2A}" presName="txSpace" presStyleCnt="0"/>
      <dgm:spPr/>
    </dgm:pt>
    <dgm:pt modelId="{D71DC10C-A771-4D1B-BBAF-039AA1A4430E}" type="pres">
      <dgm:prSet presAssocID="{5626DA04-F7F7-4515-849B-3E48DDFBFF2A}" presName="desTx" presStyleLbl="revTx" presStyleIdx="1" presStyleCnt="6">
        <dgm:presLayoutVars/>
      </dgm:prSet>
      <dgm:spPr/>
    </dgm:pt>
    <dgm:pt modelId="{201C9526-CDCC-4BEA-9470-5855BC831DD6}" type="pres">
      <dgm:prSet presAssocID="{0E99E39F-B350-4130-8E9E-68CF796CBAC8}" presName="sibTrans" presStyleCnt="0"/>
      <dgm:spPr/>
    </dgm:pt>
    <dgm:pt modelId="{E2A41014-0AE4-4913-82E3-116D7BAF4A26}" type="pres">
      <dgm:prSet presAssocID="{B9108DDB-935E-4536-8FB2-CB590570B44C}" presName="compNode" presStyleCnt="0"/>
      <dgm:spPr/>
    </dgm:pt>
    <dgm:pt modelId="{A5C76E62-9B71-4C7D-AB2F-E1949AF03472}" type="pres">
      <dgm:prSet presAssocID="{B9108DDB-935E-4536-8FB2-CB590570B44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hjong"/>
        </a:ext>
      </dgm:extLst>
    </dgm:pt>
    <dgm:pt modelId="{57D730DF-FDF1-496B-9685-8057B09B9DD3}" type="pres">
      <dgm:prSet presAssocID="{B9108DDB-935E-4536-8FB2-CB590570B44C}" presName="iconSpace" presStyleCnt="0"/>
      <dgm:spPr/>
    </dgm:pt>
    <dgm:pt modelId="{FE325040-71FC-439F-A3A6-2D3D6B48BC81}" type="pres">
      <dgm:prSet presAssocID="{B9108DDB-935E-4536-8FB2-CB590570B44C}" presName="parTx" presStyleLbl="revTx" presStyleIdx="2" presStyleCnt="6">
        <dgm:presLayoutVars>
          <dgm:chMax val="0"/>
          <dgm:chPref val="0"/>
        </dgm:presLayoutVars>
      </dgm:prSet>
      <dgm:spPr/>
    </dgm:pt>
    <dgm:pt modelId="{905F816C-25C2-4ED2-A24F-8917FB5C35CA}" type="pres">
      <dgm:prSet presAssocID="{B9108DDB-935E-4536-8FB2-CB590570B44C}" presName="txSpace" presStyleCnt="0"/>
      <dgm:spPr/>
    </dgm:pt>
    <dgm:pt modelId="{0D9225C7-80F0-4711-A3AD-773B15649843}" type="pres">
      <dgm:prSet presAssocID="{B9108DDB-935E-4536-8FB2-CB590570B44C}" presName="desTx" presStyleLbl="revTx" presStyleIdx="3" presStyleCnt="6">
        <dgm:presLayoutVars/>
      </dgm:prSet>
      <dgm:spPr/>
    </dgm:pt>
    <dgm:pt modelId="{688CD31F-10A1-4333-81B1-6CC9171CCF07}" type="pres">
      <dgm:prSet presAssocID="{6DC8FF7E-A70B-43D4-9F68-1A6167614BB1}" presName="sibTrans" presStyleCnt="0"/>
      <dgm:spPr/>
    </dgm:pt>
    <dgm:pt modelId="{7C5778BC-2F72-47AD-B357-07058519B1EA}" type="pres">
      <dgm:prSet presAssocID="{ACC4DEC4-8C34-44F3-B568-9CD755C58ED3}" presName="compNode" presStyleCnt="0"/>
      <dgm:spPr/>
    </dgm:pt>
    <dgm:pt modelId="{287D3CAD-C2D2-462D-8442-FEB70591D9E1}" type="pres">
      <dgm:prSet presAssocID="{ACC4DEC4-8C34-44F3-B568-9CD755C58ED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D4CE9A20-223C-4BA5-A6AA-CA4A7AA9A87B}" type="pres">
      <dgm:prSet presAssocID="{ACC4DEC4-8C34-44F3-B568-9CD755C58ED3}" presName="iconSpace" presStyleCnt="0"/>
      <dgm:spPr/>
    </dgm:pt>
    <dgm:pt modelId="{9B1D9FD1-5726-42F2-9DB2-D8F0A48764E5}" type="pres">
      <dgm:prSet presAssocID="{ACC4DEC4-8C34-44F3-B568-9CD755C58ED3}" presName="parTx" presStyleLbl="revTx" presStyleIdx="4" presStyleCnt="6">
        <dgm:presLayoutVars>
          <dgm:chMax val="0"/>
          <dgm:chPref val="0"/>
        </dgm:presLayoutVars>
      </dgm:prSet>
      <dgm:spPr/>
    </dgm:pt>
    <dgm:pt modelId="{39189BF6-4428-472A-91DC-DE617AAFF653}" type="pres">
      <dgm:prSet presAssocID="{ACC4DEC4-8C34-44F3-B568-9CD755C58ED3}" presName="txSpace" presStyleCnt="0"/>
      <dgm:spPr/>
    </dgm:pt>
    <dgm:pt modelId="{88BEA314-A88F-48C5-9F46-8D9E742F80B9}" type="pres">
      <dgm:prSet presAssocID="{ACC4DEC4-8C34-44F3-B568-9CD755C58ED3}" presName="desTx" presStyleLbl="revTx" presStyleIdx="5" presStyleCnt="6">
        <dgm:presLayoutVars/>
      </dgm:prSet>
      <dgm:spPr/>
    </dgm:pt>
  </dgm:ptLst>
  <dgm:cxnLst>
    <dgm:cxn modelId="{95460511-F7DB-48FB-9CAF-21BDB5433A1D}" type="presOf" srcId="{2CE023B6-6975-48D6-8305-E9C413B31C16}" destId="{D71DC10C-A771-4D1B-BBAF-039AA1A4430E}" srcOrd="0" destOrd="0" presId="urn:microsoft.com/office/officeart/2018/5/layout/CenteredIconLabelDescriptionList"/>
    <dgm:cxn modelId="{C38F003C-A12B-4543-8F06-3D4C96C77867}" type="presOf" srcId="{E96F285B-1F14-4817-9772-8F3F2D8B5B81}" destId="{0D9225C7-80F0-4711-A3AD-773B15649843}" srcOrd="0" destOrd="1" presId="urn:microsoft.com/office/officeart/2018/5/layout/CenteredIconLabelDescriptionList"/>
    <dgm:cxn modelId="{34402366-836D-46D4-897E-EC0BDF296D16}" srcId="{ACC4DEC4-8C34-44F3-B568-9CD755C58ED3}" destId="{1906DF8D-84A9-4DDE-A81C-3D12E91AFAD4}" srcOrd="1" destOrd="0" parTransId="{BE8D2247-B964-4FD3-8E5B-C5A2A6076E29}" sibTransId="{9EC0E8EC-967C-4148-865A-8B68F982766C}"/>
    <dgm:cxn modelId="{994E9A4D-B754-4C50-ACBB-E587A8DA6612}" type="presOf" srcId="{5264158A-8DCF-474C-8CA0-015CD724F9A6}" destId="{D71DC10C-A771-4D1B-BBAF-039AA1A4430E}" srcOrd="0" destOrd="1" presId="urn:microsoft.com/office/officeart/2018/5/layout/CenteredIconLabelDescriptionList"/>
    <dgm:cxn modelId="{A1DB7352-33AE-4040-9B2D-65D8F77FD6BA}" type="presOf" srcId="{BCE148D4-A236-4344-BF9E-71E96E76FEFA}" destId="{0D9225C7-80F0-4711-A3AD-773B15649843}" srcOrd="0" destOrd="0" presId="urn:microsoft.com/office/officeart/2018/5/layout/CenteredIconLabelDescriptionList"/>
    <dgm:cxn modelId="{637F3953-E42E-49B3-9355-D6037289F475}" srcId="{6778ED3F-7711-41FC-95A9-AFAD8C351AC0}" destId="{5626DA04-F7F7-4515-849B-3E48DDFBFF2A}" srcOrd="0" destOrd="0" parTransId="{499D7BFC-3F34-4B0C-9BBD-3564B21B0AEF}" sibTransId="{0E99E39F-B350-4130-8E9E-68CF796CBAC8}"/>
    <dgm:cxn modelId="{9A1ABC78-55AB-42EE-A8C9-BB5E404FAAA7}" type="presOf" srcId="{1906DF8D-84A9-4DDE-A81C-3D12E91AFAD4}" destId="{88BEA314-A88F-48C5-9F46-8D9E742F80B9}" srcOrd="0" destOrd="1" presId="urn:microsoft.com/office/officeart/2018/5/layout/CenteredIconLabelDescriptionList"/>
    <dgm:cxn modelId="{B2E7F594-8940-48FA-B9DE-051CE81DFC37}" type="presOf" srcId="{F2FD13F5-2455-4EB8-B115-5BC8C352CF32}" destId="{88BEA314-A88F-48C5-9F46-8D9E742F80B9}" srcOrd="0" destOrd="0" presId="urn:microsoft.com/office/officeart/2018/5/layout/CenteredIconLabelDescriptionList"/>
    <dgm:cxn modelId="{8A77CF97-7351-4456-B24D-5C89EBBEC3F6}" type="presOf" srcId="{ACC4DEC4-8C34-44F3-B568-9CD755C58ED3}" destId="{9B1D9FD1-5726-42F2-9DB2-D8F0A48764E5}" srcOrd="0" destOrd="0" presId="urn:microsoft.com/office/officeart/2018/5/layout/CenteredIconLabelDescriptionList"/>
    <dgm:cxn modelId="{1ABDF5AD-2A2D-445F-8521-267E6968364F}" type="presOf" srcId="{B9108DDB-935E-4536-8FB2-CB590570B44C}" destId="{FE325040-71FC-439F-A3A6-2D3D6B48BC81}" srcOrd="0" destOrd="0" presId="urn:microsoft.com/office/officeart/2018/5/layout/CenteredIconLabelDescriptionList"/>
    <dgm:cxn modelId="{E9E284B1-F10A-4A9B-B5BA-232468D2D40D}" srcId="{B9108DDB-935E-4536-8FB2-CB590570B44C}" destId="{BCE148D4-A236-4344-BF9E-71E96E76FEFA}" srcOrd="0" destOrd="0" parTransId="{B2E96494-1BA4-4270-97CC-F15F20EA68E2}" sibTransId="{6880745D-2F26-4FB0-9140-D76171AB582B}"/>
    <dgm:cxn modelId="{30FAA8B9-B182-4B01-85C2-8FFE50152022}" type="presOf" srcId="{5626DA04-F7F7-4515-849B-3E48DDFBFF2A}" destId="{40CFAA2C-6715-4382-8682-5B5B3D00BEA7}" srcOrd="0" destOrd="0" presId="urn:microsoft.com/office/officeart/2018/5/layout/CenteredIconLabelDescriptionList"/>
    <dgm:cxn modelId="{821D49BC-B763-4FAA-8277-5942C45BBAC1}" srcId="{ACC4DEC4-8C34-44F3-B568-9CD755C58ED3}" destId="{F2FD13F5-2455-4EB8-B115-5BC8C352CF32}" srcOrd="0" destOrd="0" parTransId="{9405BD11-CBAE-4935-98F0-FA7BDB0F0BD0}" sibTransId="{F6ADFC89-0956-4A38-8533-3E6377D07568}"/>
    <dgm:cxn modelId="{A98857BE-9AF5-4622-BBCF-EF9678A4133F}" srcId="{5626DA04-F7F7-4515-849B-3E48DDFBFF2A}" destId="{5264158A-8DCF-474C-8CA0-015CD724F9A6}" srcOrd="1" destOrd="0" parTransId="{3F281A44-EA2C-4AAB-92E7-D59164958CDF}" sibTransId="{73F923BF-6030-447A-9D1D-B9599490FA2B}"/>
    <dgm:cxn modelId="{0384B3E2-0E7F-42D1-8285-0C0C932A0D09}" srcId="{5626DA04-F7F7-4515-849B-3E48DDFBFF2A}" destId="{2CE023B6-6975-48D6-8305-E9C413B31C16}" srcOrd="0" destOrd="0" parTransId="{D2990C6F-0BC9-425E-AD41-4AADA36776C0}" sibTransId="{112F57D2-A9BF-4619-99BA-E13CE880DC7D}"/>
    <dgm:cxn modelId="{35BF5AE4-EC70-4CD9-B6DF-74BEE7F52DD5}" srcId="{6778ED3F-7711-41FC-95A9-AFAD8C351AC0}" destId="{ACC4DEC4-8C34-44F3-B568-9CD755C58ED3}" srcOrd="2" destOrd="0" parTransId="{4A325F99-31FF-43C9-9CA6-A36D712FBDDA}" sibTransId="{12E56E88-9167-49E3-8F7B-EA87F0C12004}"/>
    <dgm:cxn modelId="{680E7DEB-24AF-4AC2-88D5-F7D9137EE18A}" type="presOf" srcId="{6778ED3F-7711-41FC-95A9-AFAD8C351AC0}" destId="{8A403095-E139-45F4-B4B1-3A5458A29CE1}" srcOrd="0" destOrd="0" presId="urn:microsoft.com/office/officeart/2018/5/layout/CenteredIconLabelDescriptionList"/>
    <dgm:cxn modelId="{8C0F32EF-8F0C-4156-9D07-42527080ABF2}" srcId="{6778ED3F-7711-41FC-95A9-AFAD8C351AC0}" destId="{B9108DDB-935E-4536-8FB2-CB590570B44C}" srcOrd="1" destOrd="0" parTransId="{569E546E-040A-4CA3-8EEF-8A470718BE1B}" sibTransId="{6DC8FF7E-A70B-43D4-9F68-1A6167614BB1}"/>
    <dgm:cxn modelId="{9A6FD1F5-D09D-4AE5-9B96-DEF1521C1CE8}" srcId="{B9108DDB-935E-4536-8FB2-CB590570B44C}" destId="{E96F285B-1F14-4817-9772-8F3F2D8B5B81}" srcOrd="1" destOrd="0" parTransId="{70911812-7EA7-4BB7-8D72-A26A8F047FCC}" sibTransId="{CEFA65D5-1EAD-467A-A1AC-65FDA37F3052}"/>
    <dgm:cxn modelId="{E0987F9F-0A81-4E49-8174-26A8F613EADE}" type="presParOf" srcId="{8A403095-E139-45F4-B4B1-3A5458A29CE1}" destId="{A30E783C-E3FE-44E7-8F67-61AF2C25D161}" srcOrd="0" destOrd="0" presId="urn:microsoft.com/office/officeart/2018/5/layout/CenteredIconLabelDescriptionList"/>
    <dgm:cxn modelId="{CF6077B9-14CE-42E0-BF16-98A73BD0593D}" type="presParOf" srcId="{A30E783C-E3FE-44E7-8F67-61AF2C25D161}" destId="{1EEA08C0-1D10-4731-8EB0-23B59F3B123C}" srcOrd="0" destOrd="0" presId="urn:microsoft.com/office/officeart/2018/5/layout/CenteredIconLabelDescriptionList"/>
    <dgm:cxn modelId="{37D56B6A-FAAE-4E3E-832C-CCA8BEA55BEE}" type="presParOf" srcId="{A30E783C-E3FE-44E7-8F67-61AF2C25D161}" destId="{95765B64-CBA1-46BA-ADEB-1930C259D978}" srcOrd="1" destOrd="0" presId="urn:microsoft.com/office/officeart/2018/5/layout/CenteredIconLabelDescriptionList"/>
    <dgm:cxn modelId="{033747D5-B1B0-4F2A-9D0D-0D1B39BACED6}" type="presParOf" srcId="{A30E783C-E3FE-44E7-8F67-61AF2C25D161}" destId="{40CFAA2C-6715-4382-8682-5B5B3D00BEA7}" srcOrd="2" destOrd="0" presId="urn:microsoft.com/office/officeart/2018/5/layout/CenteredIconLabelDescriptionList"/>
    <dgm:cxn modelId="{735BBD83-6D82-4E59-8FCF-35CE7BE97751}" type="presParOf" srcId="{A30E783C-E3FE-44E7-8F67-61AF2C25D161}" destId="{F0EBE4CE-3BBB-47EE-AD71-D42BB0E6B3C9}" srcOrd="3" destOrd="0" presId="urn:microsoft.com/office/officeart/2018/5/layout/CenteredIconLabelDescriptionList"/>
    <dgm:cxn modelId="{74DDCFC6-512B-487C-A73F-DCC1CE9E5929}" type="presParOf" srcId="{A30E783C-E3FE-44E7-8F67-61AF2C25D161}" destId="{D71DC10C-A771-4D1B-BBAF-039AA1A4430E}" srcOrd="4" destOrd="0" presId="urn:microsoft.com/office/officeart/2018/5/layout/CenteredIconLabelDescriptionList"/>
    <dgm:cxn modelId="{44A84D25-7099-47D3-B273-F26E50CEBF60}" type="presParOf" srcId="{8A403095-E139-45F4-B4B1-3A5458A29CE1}" destId="{201C9526-CDCC-4BEA-9470-5855BC831DD6}" srcOrd="1" destOrd="0" presId="urn:microsoft.com/office/officeart/2018/5/layout/CenteredIconLabelDescriptionList"/>
    <dgm:cxn modelId="{3A98E7AD-0C62-4493-976C-DA46A656EA65}" type="presParOf" srcId="{8A403095-E139-45F4-B4B1-3A5458A29CE1}" destId="{E2A41014-0AE4-4913-82E3-116D7BAF4A26}" srcOrd="2" destOrd="0" presId="urn:microsoft.com/office/officeart/2018/5/layout/CenteredIconLabelDescriptionList"/>
    <dgm:cxn modelId="{06FF14F7-2FB2-41C3-8694-E336329DFAE8}" type="presParOf" srcId="{E2A41014-0AE4-4913-82E3-116D7BAF4A26}" destId="{A5C76E62-9B71-4C7D-AB2F-E1949AF03472}" srcOrd="0" destOrd="0" presId="urn:microsoft.com/office/officeart/2018/5/layout/CenteredIconLabelDescriptionList"/>
    <dgm:cxn modelId="{A4ECDFC6-8EC5-4C3F-A7DA-58447A83E393}" type="presParOf" srcId="{E2A41014-0AE4-4913-82E3-116D7BAF4A26}" destId="{57D730DF-FDF1-496B-9685-8057B09B9DD3}" srcOrd="1" destOrd="0" presId="urn:microsoft.com/office/officeart/2018/5/layout/CenteredIconLabelDescriptionList"/>
    <dgm:cxn modelId="{4D4E7B9E-384B-4DFB-9E6F-486256E589E8}" type="presParOf" srcId="{E2A41014-0AE4-4913-82E3-116D7BAF4A26}" destId="{FE325040-71FC-439F-A3A6-2D3D6B48BC81}" srcOrd="2" destOrd="0" presId="urn:microsoft.com/office/officeart/2018/5/layout/CenteredIconLabelDescriptionList"/>
    <dgm:cxn modelId="{DABD7062-D40D-42A7-80AB-3459F3D86F13}" type="presParOf" srcId="{E2A41014-0AE4-4913-82E3-116D7BAF4A26}" destId="{905F816C-25C2-4ED2-A24F-8917FB5C35CA}" srcOrd="3" destOrd="0" presId="urn:microsoft.com/office/officeart/2018/5/layout/CenteredIconLabelDescriptionList"/>
    <dgm:cxn modelId="{6F2D63E7-800F-4154-BACD-C51C689236F4}" type="presParOf" srcId="{E2A41014-0AE4-4913-82E3-116D7BAF4A26}" destId="{0D9225C7-80F0-4711-A3AD-773B15649843}" srcOrd="4" destOrd="0" presId="urn:microsoft.com/office/officeart/2018/5/layout/CenteredIconLabelDescriptionList"/>
    <dgm:cxn modelId="{DF03364D-829F-4D1D-92D7-1BFCB77003C7}" type="presParOf" srcId="{8A403095-E139-45F4-B4B1-3A5458A29CE1}" destId="{688CD31F-10A1-4333-81B1-6CC9171CCF07}" srcOrd="3" destOrd="0" presId="urn:microsoft.com/office/officeart/2018/5/layout/CenteredIconLabelDescriptionList"/>
    <dgm:cxn modelId="{9ADD490E-E6A8-4149-A741-AF234EE89AA6}" type="presParOf" srcId="{8A403095-E139-45F4-B4B1-3A5458A29CE1}" destId="{7C5778BC-2F72-47AD-B357-07058519B1EA}" srcOrd="4" destOrd="0" presId="urn:microsoft.com/office/officeart/2018/5/layout/CenteredIconLabelDescriptionList"/>
    <dgm:cxn modelId="{23584730-41F0-4AE8-99CF-88D71DE06E43}" type="presParOf" srcId="{7C5778BC-2F72-47AD-B357-07058519B1EA}" destId="{287D3CAD-C2D2-462D-8442-FEB70591D9E1}" srcOrd="0" destOrd="0" presId="urn:microsoft.com/office/officeart/2018/5/layout/CenteredIconLabelDescriptionList"/>
    <dgm:cxn modelId="{AFD725A3-494C-4B85-834F-951E4B6C14D3}" type="presParOf" srcId="{7C5778BC-2F72-47AD-B357-07058519B1EA}" destId="{D4CE9A20-223C-4BA5-A6AA-CA4A7AA9A87B}" srcOrd="1" destOrd="0" presId="urn:microsoft.com/office/officeart/2018/5/layout/CenteredIconLabelDescriptionList"/>
    <dgm:cxn modelId="{62D22EC9-35B0-4F63-AB53-424A15591AD3}" type="presParOf" srcId="{7C5778BC-2F72-47AD-B357-07058519B1EA}" destId="{9B1D9FD1-5726-42F2-9DB2-D8F0A48764E5}" srcOrd="2" destOrd="0" presId="urn:microsoft.com/office/officeart/2018/5/layout/CenteredIconLabelDescriptionList"/>
    <dgm:cxn modelId="{F3793C18-4C11-48B2-BDCC-8F3EB1C283A5}" type="presParOf" srcId="{7C5778BC-2F72-47AD-B357-07058519B1EA}" destId="{39189BF6-4428-472A-91DC-DE617AAFF653}" srcOrd="3" destOrd="0" presId="urn:microsoft.com/office/officeart/2018/5/layout/CenteredIconLabelDescriptionList"/>
    <dgm:cxn modelId="{25B3B67F-F919-42CA-945A-3355A0150976}" type="presParOf" srcId="{7C5778BC-2F72-47AD-B357-07058519B1EA}" destId="{88BEA314-A88F-48C5-9F46-8D9E742F80B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297711BC-61FA-4E08-BDEF-6BF3BFB4FD2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3719C58-40A4-4A33-BCB4-54F57AC677F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Complete the chain</a:t>
          </a:r>
          <a:endParaRPr lang="en-US"/>
        </a:p>
      </dgm:t>
    </dgm:pt>
    <dgm:pt modelId="{F32EE8D9-88A9-41C8-88F4-0BAC022EC070}" type="parTrans" cxnId="{1D269B41-C7B1-426B-AF7F-1F41914752A8}">
      <dgm:prSet/>
      <dgm:spPr/>
      <dgm:t>
        <a:bodyPr/>
        <a:lstStyle/>
        <a:p>
          <a:endParaRPr lang="en-US"/>
        </a:p>
      </dgm:t>
    </dgm:pt>
    <dgm:pt modelId="{F3A09AF2-657D-4A98-A5C8-0EE66724914F}" type="sibTrans" cxnId="{1D269B41-C7B1-426B-AF7F-1F41914752A8}">
      <dgm:prSet/>
      <dgm:spPr/>
      <dgm:t>
        <a:bodyPr/>
        <a:lstStyle/>
        <a:p>
          <a:endParaRPr lang="en-US"/>
        </a:p>
      </dgm:t>
    </dgm:pt>
    <dgm:pt modelId="{40AADABA-9F31-4AE9-8CF6-A0CEA4856F9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complet</a:t>
          </a:r>
          <a:r>
            <a:rPr lang="tr-TR"/>
            <a:t>e</a:t>
          </a:r>
          <a:r>
            <a:rPr lang="en-US"/>
            <a:t> the chain that started with the parent</a:t>
          </a:r>
          <a:r>
            <a:rPr lang="tr-TR"/>
            <a:t> </a:t>
          </a:r>
          <a:r>
            <a:rPr lang="en-US"/>
            <a:t>transaction. </a:t>
          </a:r>
        </a:p>
      </dgm:t>
    </dgm:pt>
    <dgm:pt modelId="{C4153D6E-F738-488B-BBA0-C1CDA2E8BCDD}" type="parTrans" cxnId="{B00F15F1-BD5D-41B3-A7DF-0C0730F45F05}">
      <dgm:prSet/>
      <dgm:spPr/>
      <dgm:t>
        <a:bodyPr/>
        <a:lstStyle/>
        <a:p>
          <a:endParaRPr lang="en-US"/>
        </a:p>
      </dgm:t>
    </dgm:pt>
    <dgm:pt modelId="{C8043E1F-A3C5-4A60-801D-33B2668E49C1}" type="sibTrans" cxnId="{B00F15F1-BD5D-41B3-A7DF-0C0730F45F05}">
      <dgm:prSet/>
      <dgm:spPr/>
      <dgm:t>
        <a:bodyPr/>
        <a:lstStyle/>
        <a:p>
          <a:endParaRPr lang="en-US"/>
        </a:p>
      </dgm:t>
    </dgm:pt>
    <dgm:pt modelId="{9D42952C-B2C4-4930-9E94-EEE7F4E2195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Orphans anymore</a:t>
          </a:r>
          <a:endParaRPr lang="en-US"/>
        </a:p>
      </dgm:t>
    </dgm:pt>
    <dgm:pt modelId="{FEEF99A5-C101-414A-A930-E49DF8E443C6}" type="parTrans" cxnId="{CD9365FA-FC92-4F35-9A14-B3E08B7E5EDA}">
      <dgm:prSet/>
      <dgm:spPr/>
      <dgm:t>
        <a:bodyPr/>
        <a:lstStyle/>
        <a:p>
          <a:endParaRPr lang="en-US"/>
        </a:p>
      </dgm:t>
    </dgm:pt>
    <dgm:pt modelId="{BC235A93-6256-4B7F-B536-1E2039B08926}" type="sibTrans" cxnId="{CD9365FA-FC92-4F35-9A14-B3E08B7E5EDA}">
      <dgm:prSet/>
      <dgm:spPr/>
      <dgm:t>
        <a:bodyPr/>
        <a:lstStyle/>
        <a:p>
          <a:endParaRPr lang="en-US"/>
        </a:p>
      </dgm:t>
    </dgm:pt>
    <dgm:pt modelId="{34EC7567-1B5B-4295-8B3F-B312922243E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newly added transaction</a:t>
          </a:r>
          <a:r>
            <a:rPr lang="tr-TR"/>
            <a:t> are </a:t>
          </a:r>
          <a:r>
            <a:rPr lang="en-US"/>
            <a:t>no</a:t>
          </a:r>
          <a:r>
            <a:rPr lang="tr-TR"/>
            <a:t>t</a:t>
          </a:r>
          <a:r>
            <a:rPr lang="en-US"/>
            <a:t> orphan</a:t>
          </a:r>
          <a:r>
            <a:rPr lang="tr-TR"/>
            <a:t>s any more </a:t>
          </a:r>
          <a:endParaRPr lang="en-US"/>
        </a:p>
      </dgm:t>
    </dgm:pt>
    <dgm:pt modelId="{38C59F48-252C-4DFE-BB21-94B7B8AF9730}" type="parTrans" cxnId="{D2CC98E3-5EA5-4A38-A1E7-2CF6C9891E5D}">
      <dgm:prSet/>
      <dgm:spPr/>
      <dgm:t>
        <a:bodyPr/>
        <a:lstStyle/>
        <a:p>
          <a:endParaRPr lang="en-US"/>
        </a:p>
      </dgm:t>
    </dgm:pt>
    <dgm:pt modelId="{B344FA0F-5559-4556-9F4B-6B8B679B0064}" type="sibTrans" cxnId="{D2CC98E3-5EA5-4A38-A1E7-2CF6C9891E5D}">
      <dgm:prSet/>
      <dgm:spPr/>
      <dgm:t>
        <a:bodyPr/>
        <a:lstStyle/>
        <a:p>
          <a:endParaRPr lang="en-US"/>
        </a:p>
      </dgm:t>
    </dgm:pt>
    <dgm:pt modelId="{060CBBEF-AD5F-495C-B170-63EB23B65F8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Recursive processing</a:t>
          </a:r>
          <a:endParaRPr lang="en-US"/>
        </a:p>
      </dgm:t>
    </dgm:pt>
    <dgm:pt modelId="{77611301-66C6-4056-B4D0-C1E06DEA74BA}" type="parTrans" cxnId="{D6E95FD5-6742-42F7-B334-DC3B4EA2566C}">
      <dgm:prSet/>
      <dgm:spPr/>
      <dgm:t>
        <a:bodyPr/>
        <a:lstStyle/>
        <a:p>
          <a:endParaRPr lang="en-US"/>
        </a:p>
      </dgm:t>
    </dgm:pt>
    <dgm:pt modelId="{B611D383-26B2-44D5-86B1-F793C33DE3F1}" type="sibTrans" cxnId="{D6E95FD5-6742-42F7-B334-DC3B4EA2566C}">
      <dgm:prSet/>
      <dgm:spPr/>
      <dgm:t>
        <a:bodyPr/>
        <a:lstStyle/>
        <a:p>
          <a:endParaRPr lang="en-US"/>
        </a:p>
      </dgm:t>
    </dgm:pt>
    <dgm:pt modelId="{424F9CAA-D7D5-4285-B7A8-13F43031EB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process is repeated recursively looking for any further descendants,</a:t>
          </a:r>
        </a:p>
      </dgm:t>
    </dgm:pt>
    <dgm:pt modelId="{F8553481-29A1-44F9-9AFE-0404D9A6D0CB}" type="parTrans" cxnId="{9B8E852D-1BC9-4E7D-9A48-85F61EBCAA74}">
      <dgm:prSet/>
      <dgm:spPr/>
      <dgm:t>
        <a:bodyPr/>
        <a:lstStyle/>
        <a:p>
          <a:endParaRPr lang="en-US"/>
        </a:p>
      </dgm:t>
    </dgm:pt>
    <dgm:pt modelId="{311EB256-CBA8-4320-98A7-4E3EB17FD2E8}" type="sibTrans" cxnId="{9B8E852D-1BC9-4E7D-9A48-85F61EBCAA74}">
      <dgm:prSet/>
      <dgm:spPr/>
      <dgm:t>
        <a:bodyPr/>
        <a:lstStyle/>
        <a:p>
          <a:endParaRPr lang="en-US"/>
        </a:p>
      </dgm:t>
    </dgm:pt>
    <dgm:pt modelId="{0914E0A2-51AD-449E-8AFA-7ED96EFB0E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no more</a:t>
          </a:r>
          <a:r>
            <a:rPr lang="tr-TR"/>
            <a:t> descendants are found.</a:t>
          </a:r>
          <a:endParaRPr lang="en-US"/>
        </a:p>
      </dgm:t>
    </dgm:pt>
    <dgm:pt modelId="{B9BAFCF0-53E8-4707-9B17-E169D06C31DC}" type="parTrans" cxnId="{1C4D48C1-9916-4A5C-899C-D60E9EF1595C}">
      <dgm:prSet/>
      <dgm:spPr/>
      <dgm:t>
        <a:bodyPr/>
        <a:lstStyle/>
        <a:p>
          <a:endParaRPr lang="en-US"/>
        </a:p>
      </dgm:t>
    </dgm:pt>
    <dgm:pt modelId="{BA998E72-9104-4932-9ACD-3D48EBC15B43}" type="sibTrans" cxnId="{1C4D48C1-9916-4A5C-899C-D60E9EF1595C}">
      <dgm:prSet/>
      <dgm:spPr/>
      <dgm:t>
        <a:bodyPr/>
        <a:lstStyle/>
        <a:p>
          <a:endParaRPr lang="en-US"/>
        </a:p>
      </dgm:t>
    </dgm:pt>
    <dgm:pt modelId="{A27F81F2-F1B4-4828-B581-75508D66E696}" type="pres">
      <dgm:prSet presAssocID="{297711BC-61FA-4E08-BDEF-6BF3BFB4FD2D}" presName="root" presStyleCnt="0">
        <dgm:presLayoutVars>
          <dgm:dir/>
          <dgm:resizeHandles val="exact"/>
        </dgm:presLayoutVars>
      </dgm:prSet>
      <dgm:spPr/>
    </dgm:pt>
    <dgm:pt modelId="{C586C89D-C1CD-4910-8D10-01A5C196586E}" type="pres">
      <dgm:prSet presAssocID="{33719C58-40A4-4A33-BCB4-54F57AC677F4}" presName="compNode" presStyleCnt="0"/>
      <dgm:spPr/>
    </dgm:pt>
    <dgm:pt modelId="{5E7FACD1-090F-42C5-A508-A6D650165967}" type="pres">
      <dgm:prSet presAssocID="{33719C58-40A4-4A33-BCB4-54F57AC677F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9211386A-519F-4E38-ADFE-378256051953}" type="pres">
      <dgm:prSet presAssocID="{33719C58-40A4-4A33-BCB4-54F57AC677F4}" presName="iconSpace" presStyleCnt="0"/>
      <dgm:spPr/>
    </dgm:pt>
    <dgm:pt modelId="{A018E4F6-52BA-4FDE-8A48-FCFAC527E046}" type="pres">
      <dgm:prSet presAssocID="{33719C58-40A4-4A33-BCB4-54F57AC677F4}" presName="parTx" presStyleLbl="revTx" presStyleIdx="0" presStyleCnt="6">
        <dgm:presLayoutVars>
          <dgm:chMax val="0"/>
          <dgm:chPref val="0"/>
        </dgm:presLayoutVars>
      </dgm:prSet>
      <dgm:spPr/>
    </dgm:pt>
    <dgm:pt modelId="{8F4D7E39-CA7F-4FEE-A601-84EFB47D81A3}" type="pres">
      <dgm:prSet presAssocID="{33719C58-40A4-4A33-BCB4-54F57AC677F4}" presName="txSpace" presStyleCnt="0"/>
      <dgm:spPr/>
    </dgm:pt>
    <dgm:pt modelId="{55955FC2-7B1E-4C79-ACBE-79E200DE65A0}" type="pres">
      <dgm:prSet presAssocID="{33719C58-40A4-4A33-BCB4-54F57AC677F4}" presName="desTx" presStyleLbl="revTx" presStyleIdx="1" presStyleCnt="6">
        <dgm:presLayoutVars/>
      </dgm:prSet>
      <dgm:spPr/>
    </dgm:pt>
    <dgm:pt modelId="{8172A4C3-2CAD-47CE-B4F7-673059487209}" type="pres">
      <dgm:prSet presAssocID="{F3A09AF2-657D-4A98-A5C8-0EE66724914F}" presName="sibTrans" presStyleCnt="0"/>
      <dgm:spPr/>
    </dgm:pt>
    <dgm:pt modelId="{BC93B4B8-BD97-4EAD-8073-80BEDF7BEA84}" type="pres">
      <dgm:prSet presAssocID="{9D42952C-B2C4-4930-9E94-EEE7F4E2195B}" presName="compNode" presStyleCnt="0"/>
      <dgm:spPr/>
    </dgm:pt>
    <dgm:pt modelId="{6023FDD0-C1B3-4386-95E2-A69F1A82D23E}" type="pres">
      <dgm:prSet presAssocID="{9D42952C-B2C4-4930-9E94-EEE7F4E2195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Japanese Dolls"/>
        </a:ext>
      </dgm:extLst>
    </dgm:pt>
    <dgm:pt modelId="{A40E8463-5A81-44F3-BF67-306B7AA59051}" type="pres">
      <dgm:prSet presAssocID="{9D42952C-B2C4-4930-9E94-EEE7F4E2195B}" presName="iconSpace" presStyleCnt="0"/>
      <dgm:spPr/>
    </dgm:pt>
    <dgm:pt modelId="{247FDD84-1699-4837-984D-666515E29D2E}" type="pres">
      <dgm:prSet presAssocID="{9D42952C-B2C4-4930-9E94-EEE7F4E2195B}" presName="parTx" presStyleLbl="revTx" presStyleIdx="2" presStyleCnt="6">
        <dgm:presLayoutVars>
          <dgm:chMax val="0"/>
          <dgm:chPref val="0"/>
        </dgm:presLayoutVars>
      </dgm:prSet>
      <dgm:spPr/>
    </dgm:pt>
    <dgm:pt modelId="{796DA03B-85A4-499B-811C-1DBDB9CD0890}" type="pres">
      <dgm:prSet presAssocID="{9D42952C-B2C4-4930-9E94-EEE7F4E2195B}" presName="txSpace" presStyleCnt="0"/>
      <dgm:spPr/>
    </dgm:pt>
    <dgm:pt modelId="{62EEE7D2-2D74-4E09-84BF-9FBFF4755F73}" type="pres">
      <dgm:prSet presAssocID="{9D42952C-B2C4-4930-9E94-EEE7F4E2195B}" presName="desTx" presStyleLbl="revTx" presStyleIdx="3" presStyleCnt="6">
        <dgm:presLayoutVars/>
      </dgm:prSet>
      <dgm:spPr/>
    </dgm:pt>
    <dgm:pt modelId="{B12764C9-4ED2-4490-BB04-9C4EF3648DB1}" type="pres">
      <dgm:prSet presAssocID="{BC235A93-6256-4B7F-B536-1E2039B08926}" presName="sibTrans" presStyleCnt="0"/>
      <dgm:spPr/>
    </dgm:pt>
    <dgm:pt modelId="{436E5829-198D-4C98-A46A-8D3DCDBB0E7B}" type="pres">
      <dgm:prSet presAssocID="{060CBBEF-AD5F-495C-B170-63EB23B65F8A}" presName="compNode" presStyleCnt="0"/>
      <dgm:spPr/>
    </dgm:pt>
    <dgm:pt modelId="{1C53E09E-A122-41FF-8205-1B96FA7B4ED6}" type="pres">
      <dgm:prSet presAssocID="{060CBBEF-AD5F-495C-B170-63EB23B65F8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A125DB6C-653B-431D-ABC3-54B4DDF330EC}" type="pres">
      <dgm:prSet presAssocID="{060CBBEF-AD5F-495C-B170-63EB23B65F8A}" presName="iconSpace" presStyleCnt="0"/>
      <dgm:spPr/>
    </dgm:pt>
    <dgm:pt modelId="{1A497B46-5C10-426A-A07A-DDA67E6674FE}" type="pres">
      <dgm:prSet presAssocID="{060CBBEF-AD5F-495C-B170-63EB23B65F8A}" presName="parTx" presStyleLbl="revTx" presStyleIdx="4" presStyleCnt="6">
        <dgm:presLayoutVars>
          <dgm:chMax val="0"/>
          <dgm:chPref val="0"/>
        </dgm:presLayoutVars>
      </dgm:prSet>
      <dgm:spPr/>
    </dgm:pt>
    <dgm:pt modelId="{4E71E931-34E1-44AC-8284-D6965F84918F}" type="pres">
      <dgm:prSet presAssocID="{060CBBEF-AD5F-495C-B170-63EB23B65F8A}" presName="txSpace" presStyleCnt="0"/>
      <dgm:spPr/>
    </dgm:pt>
    <dgm:pt modelId="{710E5185-5818-4E91-A731-394F4CF5A92B}" type="pres">
      <dgm:prSet presAssocID="{060CBBEF-AD5F-495C-B170-63EB23B65F8A}" presName="desTx" presStyleLbl="revTx" presStyleIdx="5" presStyleCnt="6">
        <dgm:presLayoutVars/>
      </dgm:prSet>
      <dgm:spPr/>
    </dgm:pt>
  </dgm:ptLst>
  <dgm:cxnLst>
    <dgm:cxn modelId="{F958FB23-6D6A-473D-AC42-48CE66B84891}" type="presOf" srcId="{060CBBEF-AD5F-495C-B170-63EB23B65F8A}" destId="{1A497B46-5C10-426A-A07A-DDA67E6674FE}" srcOrd="0" destOrd="0" presId="urn:microsoft.com/office/officeart/2018/5/layout/CenteredIconLabelDescriptionList"/>
    <dgm:cxn modelId="{FC901E2D-C7EA-4823-9243-502E35B46C60}" type="presOf" srcId="{34EC7567-1B5B-4295-8B3F-B312922243EE}" destId="{62EEE7D2-2D74-4E09-84BF-9FBFF4755F73}" srcOrd="0" destOrd="0" presId="urn:microsoft.com/office/officeart/2018/5/layout/CenteredIconLabelDescriptionList"/>
    <dgm:cxn modelId="{AD776C2D-15FB-458D-BFE6-AE448D4DDFB0}" type="presOf" srcId="{33719C58-40A4-4A33-BCB4-54F57AC677F4}" destId="{A018E4F6-52BA-4FDE-8A48-FCFAC527E046}" srcOrd="0" destOrd="0" presId="urn:microsoft.com/office/officeart/2018/5/layout/CenteredIconLabelDescriptionList"/>
    <dgm:cxn modelId="{9B8E852D-1BC9-4E7D-9A48-85F61EBCAA74}" srcId="{060CBBEF-AD5F-495C-B170-63EB23B65F8A}" destId="{424F9CAA-D7D5-4285-B7A8-13F43031EB93}" srcOrd="0" destOrd="0" parTransId="{F8553481-29A1-44F9-9AFE-0404D9A6D0CB}" sibTransId="{311EB256-CBA8-4320-98A7-4E3EB17FD2E8}"/>
    <dgm:cxn modelId="{3F733D41-C2C7-4805-8195-DC319C803D23}" type="presOf" srcId="{0914E0A2-51AD-449E-8AFA-7ED96EFB0E4F}" destId="{710E5185-5818-4E91-A731-394F4CF5A92B}" srcOrd="0" destOrd="1" presId="urn:microsoft.com/office/officeart/2018/5/layout/CenteredIconLabelDescriptionList"/>
    <dgm:cxn modelId="{1D269B41-C7B1-426B-AF7F-1F41914752A8}" srcId="{297711BC-61FA-4E08-BDEF-6BF3BFB4FD2D}" destId="{33719C58-40A4-4A33-BCB4-54F57AC677F4}" srcOrd="0" destOrd="0" parTransId="{F32EE8D9-88A9-41C8-88F4-0BAC022EC070}" sibTransId="{F3A09AF2-657D-4A98-A5C8-0EE66724914F}"/>
    <dgm:cxn modelId="{97A85D47-7C52-49F3-B0AA-8907596C45D5}" type="presOf" srcId="{9D42952C-B2C4-4930-9E94-EEE7F4E2195B}" destId="{247FDD84-1699-4837-984D-666515E29D2E}" srcOrd="0" destOrd="0" presId="urn:microsoft.com/office/officeart/2018/5/layout/CenteredIconLabelDescriptionList"/>
    <dgm:cxn modelId="{63FCEB83-1BF1-44CE-BF6E-37BC48F40D21}" type="presOf" srcId="{40AADABA-9F31-4AE9-8CF6-A0CEA4856F9D}" destId="{55955FC2-7B1E-4C79-ACBE-79E200DE65A0}" srcOrd="0" destOrd="0" presId="urn:microsoft.com/office/officeart/2018/5/layout/CenteredIconLabelDescriptionList"/>
    <dgm:cxn modelId="{1C4D48C1-9916-4A5C-899C-D60E9EF1595C}" srcId="{060CBBEF-AD5F-495C-B170-63EB23B65F8A}" destId="{0914E0A2-51AD-449E-8AFA-7ED96EFB0E4F}" srcOrd="1" destOrd="0" parTransId="{B9BAFCF0-53E8-4707-9B17-E169D06C31DC}" sibTransId="{BA998E72-9104-4932-9ACD-3D48EBC15B43}"/>
    <dgm:cxn modelId="{169218C3-C3A1-40CD-8826-D6C34F859D72}" type="presOf" srcId="{297711BC-61FA-4E08-BDEF-6BF3BFB4FD2D}" destId="{A27F81F2-F1B4-4828-B581-75508D66E696}" srcOrd="0" destOrd="0" presId="urn:microsoft.com/office/officeart/2018/5/layout/CenteredIconLabelDescriptionList"/>
    <dgm:cxn modelId="{1A5A7BC8-7863-4102-97AB-0969DBEE8EDA}" type="presOf" srcId="{424F9CAA-D7D5-4285-B7A8-13F43031EB93}" destId="{710E5185-5818-4E91-A731-394F4CF5A92B}" srcOrd="0" destOrd="0" presId="urn:microsoft.com/office/officeart/2018/5/layout/CenteredIconLabelDescriptionList"/>
    <dgm:cxn modelId="{D6E95FD5-6742-42F7-B334-DC3B4EA2566C}" srcId="{297711BC-61FA-4E08-BDEF-6BF3BFB4FD2D}" destId="{060CBBEF-AD5F-495C-B170-63EB23B65F8A}" srcOrd="2" destOrd="0" parTransId="{77611301-66C6-4056-B4D0-C1E06DEA74BA}" sibTransId="{B611D383-26B2-44D5-86B1-F793C33DE3F1}"/>
    <dgm:cxn modelId="{D2CC98E3-5EA5-4A38-A1E7-2CF6C9891E5D}" srcId="{9D42952C-B2C4-4930-9E94-EEE7F4E2195B}" destId="{34EC7567-1B5B-4295-8B3F-B312922243EE}" srcOrd="0" destOrd="0" parTransId="{38C59F48-252C-4DFE-BB21-94B7B8AF9730}" sibTransId="{B344FA0F-5559-4556-9F4B-6B8B679B0064}"/>
    <dgm:cxn modelId="{B00F15F1-BD5D-41B3-A7DF-0C0730F45F05}" srcId="{33719C58-40A4-4A33-BCB4-54F57AC677F4}" destId="{40AADABA-9F31-4AE9-8CF6-A0CEA4856F9D}" srcOrd="0" destOrd="0" parTransId="{C4153D6E-F738-488B-BBA0-C1CDA2E8BCDD}" sibTransId="{C8043E1F-A3C5-4A60-801D-33B2668E49C1}"/>
    <dgm:cxn modelId="{CD9365FA-FC92-4F35-9A14-B3E08B7E5EDA}" srcId="{297711BC-61FA-4E08-BDEF-6BF3BFB4FD2D}" destId="{9D42952C-B2C4-4930-9E94-EEE7F4E2195B}" srcOrd="1" destOrd="0" parTransId="{FEEF99A5-C101-414A-A930-E49DF8E443C6}" sibTransId="{BC235A93-6256-4B7F-B536-1E2039B08926}"/>
    <dgm:cxn modelId="{111E396D-A306-4D83-B4CC-967257AB1A54}" type="presParOf" srcId="{A27F81F2-F1B4-4828-B581-75508D66E696}" destId="{C586C89D-C1CD-4910-8D10-01A5C196586E}" srcOrd="0" destOrd="0" presId="urn:microsoft.com/office/officeart/2018/5/layout/CenteredIconLabelDescriptionList"/>
    <dgm:cxn modelId="{4BE5C46D-D0BC-47CB-82FC-09380E31D508}" type="presParOf" srcId="{C586C89D-C1CD-4910-8D10-01A5C196586E}" destId="{5E7FACD1-090F-42C5-A508-A6D650165967}" srcOrd="0" destOrd="0" presId="urn:microsoft.com/office/officeart/2018/5/layout/CenteredIconLabelDescriptionList"/>
    <dgm:cxn modelId="{04F38EEF-D8F9-4A7F-8772-452DA8A8B520}" type="presParOf" srcId="{C586C89D-C1CD-4910-8D10-01A5C196586E}" destId="{9211386A-519F-4E38-ADFE-378256051953}" srcOrd="1" destOrd="0" presId="urn:microsoft.com/office/officeart/2018/5/layout/CenteredIconLabelDescriptionList"/>
    <dgm:cxn modelId="{9C77D55F-0123-4841-B150-769AD1A81819}" type="presParOf" srcId="{C586C89D-C1CD-4910-8D10-01A5C196586E}" destId="{A018E4F6-52BA-4FDE-8A48-FCFAC527E046}" srcOrd="2" destOrd="0" presId="urn:microsoft.com/office/officeart/2018/5/layout/CenteredIconLabelDescriptionList"/>
    <dgm:cxn modelId="{B94544C8-35E6-4A8C-8F27-F798AF1C5FB7}" type="presParOf" srcId="{C586C89D-C1CD-4910-8D10-01A5C196586E}" destId="{8F4D7E39-CA7F-4FEE-A601-84EFB47D81A3}" srcOrd="3" destOrd="0" presId="urn:microsoft.com/office/officeart/2018/5/layout/CenteredIconLabelDescriptionList"/>
    <dgm:cxn modelId="{4A4C75D6-5D6E-409E-BF3B-6CE6D1195FAE}" type="presParOf" srcId="{C586C89D-C1CD-4910-8D10-01A5C196586E}" destId="{55955FC2-7B1E-4C79-ACBE-79E200DE65A0}" srcOrd="4" destOrd="0" presId="urn:microsoft.com/office/officeart/2018/5/layout/CenteredIconLabelDescriptionList"/>
    <dgm:cxn modelId="{5FC067D4-4F46-4FB7-884B-ABC7B0639D10}" type="presParOf" srcId="{A27F81F2-F1B4-4828-B581-75508D66E696}" destId="{8172A4C3-2CAD-47CE-B4F7-673059487209}" srcOrd="1" destOrd="0" presId="urn:microsoft.com/office/officeart/2018/5/layout/CenteredIconLabelDescriptionList"/>
    <dgm:cxn modelId="{4130DAD8-E4B2-41D3-853A-8B41F71F3C68}" type="presParOf" srcId="{A27F81F2-F1B4-4828-B581-75508D66E696}" destId="{BC93B4B8-BD97-4EAD-8073-80BEDF7BEA84}" srcOrd="2" destOrd="0" presId="urn:microsoft.com/office/officeart/2018/5/layout/CenteredIconLabelDescriptionList"/>
    <dgm:cxn modelId="{2A4809EA-4CFC-45B1-8BA2-02053263A2D0}" type="presParOf" srcId="{BC93B4B8-BD97-4EAD-8073-80BEDF7BEA84}" destId="{6023FDD0-C1B3-4386-95E2-A69F1A82D23E}" srcOrd="0" destOrd="0" presId="urn:microsoft.com/office/officeart/2018/5/layout/CenteredIconLabelDescriptionList"/>
    <dgm:cxn modelId="{BA803BA3-D2F2-4684-BDE1-27B4C1B4BA0C}" type="presParOf" srcId="{BC93B4B8-BD97-4EAD-8073-80BEDF7BEA84}" destId="{A40E8463-5A81-44F3-BF67-306B7AA59051}" srcOrd="1" destOrd="0" presId="urn:microsoft.com/office/officeart/2018/5/layout/CenteredIconLabelDescriptionList"/>
    <dgm:cxn modelId="{588970B6-8F62-4098-8D75-97578FFD8EFF}" type="presParOf" srcId="{BC93B4B8-BD97-4EAD-8073-80BEDF7BEA84}" destId="{247FDD84-1699-4837-984D-666515E29D2E}" srcOrd="2" destOrd="0" presId="urn:microsoft.com/office/officeart/2018/5/layout/CenteredIconLabelDescriptionList"/>
    <dgm:cxn modelId="{D9DD6EBD-2D2F-4D25-9296-4A7196BDA504}" type="presParOf" srcId="{BC93B4B8-BD97-4EAD-8073-80BEDF7BEA84}" destId="{796DA03B-85A4-499B-811C-1DBDB9CD0890}" srcOrd="3" destOrd="0" presId="urn:microsoft.com/office/officeart/2018/5/layout/CenteredIconLabelDescriptionList"/>
    <dgm:cxn modelId="{82E24BB1-70B7-4808-A975-D4D170745584}" type="presParOf" srcId="{BC93B4B8-BD97-4EAD-8073-80BEDF7BEA84}" destId="{62EEE7D2-2D74-4E09-84BF-9FBFF4755F73}" srcOrd="4" destOrd="0" presId="urn:microsoft.com/office/officeart/2018/5/layout/CenteredIconLabelDescriptionList"/>
    <dgm:cxn modelId="{A20EE831-C847-4902-9292-4C02250C9D67}" type="presParOf" srcId="{A27F81F2-F1B4-4828-B581-75508D66E696}" destId="{B12764C9-4ED2-4490-BB04-9C4EF3648DB1}" srcOrd="3" destOrd="0" presId="urn:microsoft.com/office/officeart/2018/5/layout/CenteredIconLabelDescriptionList"/>
    <dgm:cxn modelId="{627A898E-A236-49C7-BC98-98566D67923C}" type="presParOf" srcId="{A27F81F2-F1B4-4828-B581-75508D66E696}" destId="{436E5829-198D-4C98-A46A-8D3DCDBB0E7B}" srcOrd="4" destOrd="0" presId="urn:microsoft.com/office/officeart/2018/5/layout/CenteredIconLabelDescriptionList"/>
    <dgm:cxn modelId="{4C61C9DF-5C77-4ECD-B449-A60401C53D67}" type="presParOf" srcId="{436E5829-198D-4C98-A46A-8D3DCDBB0E7B}" destId="{1C53E09E-A122-41FF-8205-1B96FA7B4ED6}" srcOrd="0" destOrd="0" presId="urn:microsoft.com/office/officeart/2018/5/layout/CenteredIconLabelDescriptionList"/>
    <dgm:cxn modelId="{79B7DC6F-160A-4C06-BDFC-3355336E7687}" type="presParOf" srcId="{436E5829-198D-4C98-A46A-8D3DCDBB0E7B}" destId="{A125DB6C-653B-431D-ABC3-54B4DDF330EC}" srcOrd="1" destOrd="0" presId="urn:microsoft.com/office/officeart/2018/5/layout/CenteredIconLabelDescriptionList"/>
    <dgm:cxn modelId="{94382EA8-8BDB-4C6F-ACAC-DBAE002A0FEF}" type="presParOf" srcId="{436E5829-198D-4C98-A46A-8D3DCDBB0E7B}" destId="{1A497B46-5C10-426A-A07A-DDA67E6674FE}" srcOrd="2" destOrd="0" presId="urn:microsoft.com/office/officeart/2018/5/layout/CenteredIconLabelDescriptionList"/>
    <dgm:cxn modelId="{086721BF-E437-466F-B6E8-33F20DB17996}" type="presParOf" srcId="{436E5829-198D-4C98-A46A-8D3DCDBB0E7B}" destId="{4E71E931-34E1-44AC-8284-D6965F84918F}" srcOrd="3" destOrd="0" presId="urn:microsoft.com/office/officeart/2018/5/layout/CenteredIconLabelDescriptionList"/>
    <dgm:cxn modelId="{43BA7C90-B395-4A49-9B4C-F1A183B2C123}" type="presParOf" srcId="{436E5829-198D-4C98-A46A-8D3DCDBB0E7B}" destId="{710E5185-5818-4E91-A731-394F4CF5A92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5CCBE8DF-049D-445B-AF99-FE3E40375E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441152C-4988-4652-B776-AA800D7A66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Implementation with UTXO </a:t>
          </a:r>
          <a:endParaRPr lang="en-US"/>
        </a:p>
      </dgm:t>
    </dgm:pt>
    <dgm:pt modelId="{5A50D683-643E-4A65-931A-AA83D0445840}" type="parTrans" cxnId="{1DCEFC42-BFDD-4E72-AA91-2D57A9EB1BC7}">
      <dgm:prSet/>
      <dgm:spPr/>
      <dgm:t>
        <a:bodyPr/>
        <a:lstStyle/>
        <a:p>
          <a:endParaRPr lang="en-US"/>
        </a:p>
      </dgm:t>
    </dgm:pt>
    <dgm:pt modelId="{88CF7310-75FA-4C05-9FD1-0CC87A40421E}" type="sibTrans" cxnId="{1DCEFC42-BFDD-4E72-AA91-2D57A9EB1BC7}">
      <dgm:prSet/>
      <dgm:spPr/>
      <dgm:t>
        <a:bodyPr/>
        <a:lstStyle/>
        <a:p>
          <a:endParaRPr lang="en-US"/>
        </a:p>
      </dgm:t>
    </dgm:pt>
    <dgm:pt modelId="{B4A3755B-C3E6-477C-83D2-A9BEE4109F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implementations of the bitcoin client </a:t>
          </a:r>
        </a:p>
      </dgm:t>
    </dgm:pt>
    <dgm:pt modelId="{802923F7-5D01-4570-A881-429A03F7209D}" type="parTrans" cxnId="{54015D25-5E87-4DA7-8167-1DD180A1E3AB}">
      <dgm:prSet/>
      <dgm:spPr/>
      <dgm:t>
        <a:bodyPr/>
        <a:lstStyle/>
        <a:p>
          <a:endParaRPr lang="en-US"/>
        </a:p>
      </dgm:t>
    </dgm:pt>
    <dgm:pt modelId="{E6D42CAE-DB50-4DA9-A142-84A5885F7474}" type="sibTrans" cxnId="{54015D25-5E87-4DA7-8167-1DD180A1E3AB}">
      <dgm:prSet/>
      <dgm:spPr/>
      <dgm:t>
        <a:bodyPr/>
        <a:lstStyle/>
        <a:p>
          <a:endParaRPr lang="en-US"/>
        </a:p>
      </dgm:t>
    </dgm:pt>
    <dgm:pt modelId="{4CDA29E5-A2C4-464F-80A0-AEFC14E50C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also maintain a UTXO database or pool</a:t>
          </a:r>
        </a:p>
      </dgm:t>
    </dgm:pt>
    <dgm:pt modelId="{F5403D78-5F58-4AD6-A9A4-36F1D452726C}" type="parTrans" cxnId="{AD7FDB88-81D6-445E-84EA-8E603C53929B}">
      <dgm:prSet/>
      <dgm:spPr/>
      <dgm:t>
        <a:bodyPr/>
        <a:lstStyle/>
        <a:p>
          <a:endParaRPr lang="en-US"/>
        </a:p>
      </dgm:t>
    </dgm:pt>
    <dgm:pt modelId="{CE25E5AB-6DCE-474B-A93B-90DD1F64BCE9}" type="sibTrans" cxnId="{AD7FDB88-81D6-445E-84EA-8E603C53929B}">
      <dgm:prSet/>
      <dgm:spPr/>
      <dgm:t>
        <a:bodyPr/>
        <a:lstStyle/>
        <a:p>
          <a:endParaRPr lang="en-US"/>
        </a:p>
      </dgm:t>
    </dgm:pt>
    <dgm:pt modelId="{5F9B62A9-B39A-4E1E-BE43-A0586F44A8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Unspent outputs</a:t>
          </a:r>
          <a:endParaRPr lang="en-US"/>
        </a:p>
      </dgm:t>
    </dgm:pt>
    <dgm:pt modelId="{C774918C-C0E2-43A2-AB17-875B02F45F46}" type="parTrans" cxnId="{A737F438-24F0-4C97-AE9D-D33DF618CE47}">
      <dgm:prSet/>
      <dgm:spPr/>
      <dgm:t>
        <a:bodyPr/>
        <a:lstStyle/>
        <a:p>
          <a:endParaRPr lang="en-US"/>
        </a:p>
      </dgm:t>
    </dgm:pt>
    <dgm:pt modelId="{6672E7E3-A9B8-4C81-BD1F-DD4B4EADEFFE}" type="sibTrans" cxnId="{A737F438-24F0-4C97-AE9D-D33DF618CE47}">
      <dgm:prSet/>
      <dgm:spPr/>
      <dgm:t>
        <a:bodyPr/>
        <a:lstStyle/>
        <a:p>
          <a:endParaRPr lang="en-US"/>
        </a:p>
      </dgm:t>
    </dgm:pt>
    <dgm:pt modelId="{851805B0-8744-4693-9113-4A920C8C11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set of all unspent outputs on the blockchain. </a:t>
          </a:r>
        </a:p>
      </dgm:t>
    </dgm:pt>
    <dgm:pt modelId="{017563F2-08C8-473D-B451-1F9D5D28EC12}" type="parTrans" cxnId="{F460B1B2-5428-43DC-BC97-565F2507A2F2}">
      <dgm:prSet/>
      <dgm:spPr/>
      <dgm:t>
        <a:bodyPr/>
        <a:lstStyle/>
        <a:p>
          <a:endParaRPr lang="en-US"/>
        </a:p>
      </dgm:t>
    </dgm:pt>
    <dgm:pt modelId="{05DC3738-CF22-48C1-A9AE-4D1C5E9523AC}" type="sibTrans" cxnId="{F460B1B2-5428-43DC-BC97-565F2507A2F2}">
      <dgm:prSet/>
      <dgm:spPr/>
      <dgm:t>
        <a:bodyPr/>
        <a:lstStyle/>
        <a:p>
          <a:endParaRPr lang="en-US"/>
        </a:p>
      </dgm:t>
    </dgm:pt>
    <dgm:pt modelId="{B4C32F90-4204-4A86-BD43-0F2AC4CCAC3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Millions of Entries</a:t>
          </a:r>
          <a:endParaRPr lang="en-US"/>
        </a:p>
      </dgm:t>
    </dgm:pt>
    <dgm:pt modelId="{F1F4A84A-A53B-479B-BFEA-8F6BD6AA0BCA}" type="parTrans" cxnId="{ED793861-D189-495B-879C-B4F5CE66321E}">
      <dgm:prSet/>
      <dgm:spPr/>
      <dgm:t>
        <a:bodyPr/>
        <a:lstStyle/>
        <a:p>
          <a:endParaRPr lang="en-US"/>
        </a:p>
      </dgm:t>
    </dgm:pt>
    <dgm:pt modelId="{C6B9F18F-E23E-40A5-8883-76EC6C99393F}" type="sibTrans" cxnId="{ED793861-D189-495B-879C-B4F5CE66321E}">
      <dgm:prSet/>
      <dgm:spPr/>
      <dgm:t>
        <a:bodyPr/>
        <a:lstStyle/>
        <a:p>
          <a:endParaRPr lang="en-US"/>
        </a:p>
      </dgm:t>
    </dgm:pt>
    <dgm:pt modelId="{B40A8CEC-E0F4-49A8-87E4-C800361703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All the way back to genesis block</a:t>
          </a:r>
          <a:endParaRPr lang="en-US"/>
        </a:p>
      </dgm:t>
    </dgm:pt>
    <dgm:pt modelId="{5253D0F7-ECEB-43CE-ADC8-7F642ED732C6}" type="parTrans" cxnId="{933A685A-9E0D-44BB-8004-B66509516AF4}">
      <dgm:prSet/>
      <dgm:spPr/>
      <dgm:t>
        <a:bodyPr/>
        <a:lstStyle/>
        <a:p>
          <a:endParaRPr lang="en-US"/>
        </a:p>
      </dgm:t>
    </dgm:pt>
    <dgm:pt modelId="{8D144004-2B0F-401C-9B24-ACCCE0BABAAF}" type="sibTrans" cxnId="{933A685A-9E0D-44BB-8004-B66509516AF4}">
      <dgm:prSet/>
      <dgm:spPr/>
      <dgm:t>
        <a:bodyPr/>
        <a:lstStyle/>
        <a:p>
          <a:endParaRPr lang="en-US"/>
        </a:p>
      </dgm:t>
    </dgm:pt>
    <dgm:pt modelId="{20A27C85-979F-4320-B4CC-120F291F68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everything that is</a:t>
          </a:r>
          <a:r>
            <a:rPr lang="tr-TR" dirty="0"/>
            <a:t> </a:t>
          </a:r>
          <a:r>
            <a:rPr lang="en-US" dirty="0"/>
            <a:t>unspent</a:t>
          </a:r>
        </a:p>
      </dgm:t>
    </dgm:pt>
    <dgm:pt modelId="{8FB9048C-826D-4ACF-A803-EB2317702149}" type="parTrans" cxnId="{E69EE577-F5F8-4D30-9637-ADAFD9BB0838}">
      <dgm:prSet/>
      <dgm:spPr/>
      <dgm:t>
        <a:bodyPr/>
        <a:lstStyle/>
        <a:p>
          <a:endParaRPr lang="en-US"/>
        </a:p>
      </dgm:t>
    </dgm:pt>
    <dgm:pt modelId="{A9E4A98A-E1F3-4EDB-BE6C-4065E1867CB1}" type="sibTrans" cxnId="{E69EE577-F5F8-4D30-9637-ADAFD9BB0838}">
      <dgm:prSet/>
      <dgm:spPr/>
      <dgm:t>
        <a:bodyPr/>
        <a:lstStyle/>
        <a:p>
          <a:endParaRPr lang="en-US"/>
        </a:p>
      </dgm:t>
    </dgm:pt>
    <dgm:pt modelId="{B157B8B8-24A7-4EE4-BE6C-92FA4AB271B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Contains</a:t>
          </a:r>
          <a:r>
            <a:rPr lang="tr-TR" dirty="0"/>
            <a:t> </a:t>
          </a:r>
          <a:r>
            <a:rPr lang="en-US" dirty="0"/>
            <a:t>millions of entries of unspent transaction outputs</a:t>
          </a:r>
        </a:p>
      </dgm:t>
    </dgm:pt>
    <dgm:pt modelId="{969211D3-A3D4-4A28-9D8A-0D0DA9DF410C}" type="parTrans" cxnId="{CEDD58A9-5800-4AA2-8621-6C3B092218DF}">
      <dgm:prSet/>
      <dgm:spPr/>
    </dgm:pt>
    <dgm:pt modelId="{CEC944BC-1916-4A12-AFC5-142CFDB4B441}" type="sibTrans" cxnId="{CEDD58A9-5800-4AA2-8621-6C3B092218DF}">
      <dgm:prSet/>
      <dgm:spPr/>
    </dgm:pt>
    <dgm:pt modelId="{54084F06-6C71-46B7-A2B3-9E8F794865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all the way back to the genesis block. </a:t>
          </a:r>
        </a:p>
      </dgm:t>
    </dgm:pt>
    <dgm:pt modelId="{3C8CEEAC-B762-483E-BED2-885671B74D8B}" type="parTrans" cxnId="{2BA54ED1-F7FC-4758-A69E-EB2EA8820A48}">
      <dgm:prSet/>
      <dgm:spPr/>
    </dgm:pt>
    <dgm:pt modelId="{FB96005F-AB73-4B8E-BD31-C841E1AD8328}" type="sibTrans" cxnId="{2BA54ED1-F7FC-4758-A69E-EB2EA8820A48}">
      <dgm:prSet/>
      <dgm:spPr/>
    </dgm:pt>
    <dgm:pt modelId="{E999093D-2FF9-49FD-8427-BD06D863F21A}" type="pres">
      <dgm:prSet presAssocID="{5CCBE8DF-049D-445B-AF99-FE3E40375EB5}" presName="root" presStyleCnt="0">
        <dgm:presLayoutVars>
          <dgm:dir/>
          <dgm:resizeHandles val="exact"/>
        </dgm:presLayoutVars>
      </dgm:prSet>
      <dgm:spPr/>
    </dgm:pt>
    <dgm:pt modelId="{51718A56-5EEE-4AF5-A294-50BB7E0C8A0F}" type="pres">
      <dgm:prSet presAssocID="{D441152C-4988-4652-B776-AA800D7A6625}" presName="compNode" presStyleCnt="0"/>
      <dgm:spPr/>
    </dgm:pt>
    <dgm:pt modelId="{9BC9AB13-E075-4974-A958-1566C33D9BAC}" type="pres">
      <dgm:prSet presAssocID="{D441152C-4988-4652-B776-AA800D7A6625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E7497C7-C73B-4FF8-818C-0A238185E689}" type="pres">
      <dgm:prSet presAssocID="{D441152C-4988-4652-B776-AA800D7A6625}" presName="iconSpace" presStyleCnt="0"/>
      <dgm:spPr/>
    </dgm:pt>
    <dgm:pt modelId="{FF2FB1B7-3D39-476C-8AB0-17672B998F9D}" type="pres">
      <dgm:prSet presAssocID="{D441152C-4988-4652-B776-AA800D7A6625}" presName="parTx" presStyleLbl="revTx" presStyleIdx="0" presStyleCnt="8">
        <dgm:presLayoutVars>
          <dgm:chMax val="0"/>
          <dgm:chPref val="0"/>
        </dgm:presLayoutVars>
      </dgm:prSet>
      <dgm:spPr/>
    </dgm:pt>
    <dgm:pt modelId="{7D605334-0B26-4A08-849D-8A8CBB0496C9}" type="pres">
      <dgm:prSet presAssocID="{D441152C-4988-4652-B776-AA800D7A6625}" presName="txSpace" presStyleCnt="0"/>
      <dgm:spPr/>
    </dgm:pt>
    <dgm:pt modelId="{4AB23009-4A5A-4005-8E69-BDE6273EE7F3}" type="pres">
      <dgm:prSet presAssocID="{D441152C-4988-4652-B776-AA800D7A6625}" presName="desTx" presStyleLbl="revTx" presStyleIdx="1" presStyleCnt="8">
        <dgm:presLayoutVars/>
      </dgm:prSet>
      <dgm:spPr/>
    </dgm:pt>
    <dgm:pt modelId="{A9A1F4D7-EBFE-4852-95BC-D0F0FAFB0C34}" type="pres">
      <dgm:prSet presAssocID="{88CF7310-75FA-4C05-9FD1-0CC87A40421E}" presName="sibTrans" presStyleCnt="0"/>
      <dgm:spPr/>
    </dgm:pt>
    <dgm:pt modelId="{F4A50D84-5612-4CCB-80EE-CAB2C722B317}" type="pres">
      <dgm:prSet presAssocID="{5F9B62A9-B39A-4E1E-BE43-A0586F44A81C}" presName="compNode" presStyleCnt="0"/>
      <dgm:spPr/>
    </dgm:pt>
    <dgm:pt modelId="{95E1BF18-D896-422C-A724-11D8806C738A}" type="pres">
      <dgm:prSet presAssocID="{5F9B62A9-B39A-4E1E-BE43-A0586F44A81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E2EB9534-D0F9-4DFE-B17E-A15FE2FDF175}" type="pres">
      <dgm:prSet presAssocID="{5F9B62A9-B39A-4E1E-BE43-A0586F44A81C}" presName="iconSpace" presStyleCnt="0"/>
      <dgm:spPr/>
    </dgm:pt>
    <dgm:pt modelId="{6D0A8EB2-ADEA-4642-BD67-4568933543C3}" type="pres">
      <dgm:prSet presAssocID="{5F9B62A9-B39A-4E1E-BE43-A0586F44A81C}" presName="parTx" presStyleLbl="revTx" presStyleIdx="2" presStyleCnt="8">
        <dgm:presLayoutVars>
          <dgm:chMax val="0"/>
          <dgm:chPref val="0"/>
        </dgm:presLayoutVars>
      </dgm:prSet>
      <dgm:spPr/>
    </dgm:pt>
    <dgm:pt modelId="{793C9FDB-6E2B-45C8-B682-8444DBC1D3BA}" type="pres">
      <dgm:prSet presAssocID="{5F9B62A9-B39A-4E1E-BE43-A0586F44A81C}" presName="txSpace" presStyleCnt="0"/>
      <dgm:spPr/>
    </dgm:pt>
    <dgm:pt modelId="{92BA1F7A-A99D-4730-87F2-E7A7AC37748C}" type="pres">
      <dgm:prSet presAssocID="{5F9B62A9-B39A-4E1E-BE43-A0586F44A81C}" presName="desTx" presStyleLbl="revTx" presStyleIdx="3" presStyleCnt="8">
        <dgm:presLayoutVars/>
      </dgm:prSet>
      <dgm:spPr/>
    </dgm:pt>
    <dgm:pt modelId="{41FB2DEC-6EF0-46C4-A436-92C962BF212F}" type="pres">
      <dgm:prSet presAssocID="{6672E7E3-A9B8-4C81-BD1F-DD4B4EADEFFE}" presName="sibTrans" presStyleCnt="0"/>
      <dgm:spPr/>
    </dgm:pt>
    <dgm:pt modelId="{5776F156-E546-4D13-A249-330E594374E7}" type="pres">
      <dgm:prSet presAssocID="{B4C32F90-4204-4A86-BD43-0F2AC4CCAC35}" presName="compNode" presStyleCnt="0"/>
      <dgm:spPr/>
    </dgm:pt>
    <dgm:pt modelId="{1F06E392-8114-44A3-880A-D3F8B939CB84}" type="pres">
      <dgm:prSet presAssocID="{B4C32F90-4204-4A86-BD43-0F2AC4CCAC35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ins"/>
        </a:ext>
      </dgm:extLst>
    </dgm:pt>
    <dgm:pt modelId="{8A1E85D5-6E93-4A01-A3DA-6864DA70AEFA}" type="pres">
      <dgm:prSet presAssocID="{B4C32F90-4204-4A86-BD43-0F2AC4CCAC35}" presName="iconSpace" presStyleCnt="0"/>
      <dgm:spPr/>
    </dgm:pt>
    <dgm:pt modelId="{6E4E9A23-8BE2-4427-8680-D1E586488B76}" type="pres">
      <dgm:prSet presAssocID="{B4C32F90-4204-4A86-BD43-0F2AC4CCAC35}" presName="parTx" presStyleLbl="revTx" presStyleIdx="4" presStyleCnt="8">
        <dgm:presLayoutVars>
          <dgm:chMax val="0"/>
          <dgm:chPref val="0"/>
        </dgm:presLayoutVars>
      </dgm:prSet>
      <dgm:spPr/>
    </dgm:pt>
    <dgm:pt modelId="{22701B09-CF37-49F4-998C-782CFCD37219}" type="pres">
      <dgm:prSet presAssocID="{B4C32F90-4204-4A86-BD43-0F2AC4CCAC35}" presName="txSpace" presStyleCnt="0"/>
      <dgm:spPr/>
    </dgm:pt>
    <dgm:pt modelId="{6A7A1F51-E081-4D56-86B0-AA4822E61872}" type="pres">
      <dgm:prSet presAssocID="{B4C32F90-4204-4A86-BD43-0F2AC4CCAC35}" presName="desTx" presStyleLbl="revTx" presStyleIdx="5" presStyleCnt="8">
        <dgm:presLayoutVars/>
      </dgm:prSet>
      <dgm:spPr/>
    </dgm:pt>
    <dgm:pt modelId="{7C4620D4-8B6D-41D9-8418-1728F3D5C726}" type="pres">
      <dgm:prSet presAssocID="{C6B9F18F-E23E-40A5-8883-76EC6C99393F}" presName="sibTrans" presStyleCnt="0"/>
      <dgm:spPr/>
    </dgm:pt>
    <dgm:pt modelId="{D67D25CD-7CF7-4C79-A4FD-B038D04CF477}" type="pres">
      <dgm:prSet presAssocID="{B40A8CEC-E0F4-49A8-87E4-C80036170368}" presName="compNode" presStyleCnt="0"/>
      <dgm:spPr/>
    </dgm:pt>
    <dgm:pt modelId="{4D1E7BD1-0AFF-4B09-A137-00F90A103E6A}" type="pres">
      <dgm:prSet presAssocID="{B40A8CEC-E0F4-49A8-87E4-C80036170368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C8AA1AFF-2F40-4ADB-B3A1-AF6EAACC0759}" type="pres">
      <dgm:prSet presAssocID="{B40A8CEC-E0F4-49A8-87E4-C80036170368}" presName="iconSpace" presStyleCnt="0"/>
      <dgm:spPr/>
    </dgm:pt>
    <dgm:pt modelId="{6128B1DC-832F-4FCC-960C-9009A0B4B3EE}" type="pres">
      <dgm:prSet presAssocID="{B40A8CEC-E0F4-49A8-87E4-C80036170368}" presName="parTx" presStyleLbl="revTx" presStyleIdx="6" presStyleCnt="8">
        <dgm:presLayoutVars>
          <dgm:chMax val="0"/>
          <dgm:chPref val="0"/>
        </dgm:presLayoutVars>
      </dgm:prSet>
      <dgm:spPr/>
    </dgm:pt>
    <dgm:pt modelId="{1DE323B7-4524-4EEE-84DD-97A2A5452E29}" type="pres">
      <dgm:prSet presAssocID="{B40A8CEC-E0F4-49A8-87E4-C80036170368}" presName="txSpace" presStyleCnt="0"/>
      <dgm:spPr/>
    </dgm:pt>
    <dgm:pt modelId="{BC9A3C9F-4687-47EC-BC1B-66A35811AC69}" type="pres">
      <dgm:prSet presAssocID="{B40A8CEC-E0F4-49A8-87E4-C80036170368}" presName="desTx" presStyleLbl="revTx" presStyleIdx="7" presStyleCnt="8">
        <dgm:presLayoutVars/>
      </dgm:prSet>
      <dgm:spPr/>
    </dgm:pt>
  </dgm:ptLst>
  <dgm:cxnLst>
    <dgm:cxn modelId="{2FFB2504-0B69-446D-B6D0-98F078E8B7C3}" type="presOf" srcId="{5F9B62A9-B39A-4E1E-BE43-A0586F44A81C}" destId="{6D0A8EB2-ADEA-4642-BD67-4568933543C3}" srcOrd="0" destOrd="0" presId="urn:microsoft.com/office/officeart/2018/5/layout/CenteredIconLabelDescriptionList"/>
    <dgm:cxn modelId="{ADABFA16-75A0-4C4F-9FD6-E7904FD63A12}" type="presOf" srcId="{D441152C-4988-4652-B776-AA800D7A6625}" destId="{FF2FB1B7-3D39-476C-8AB0-17672B998F9D}" srcOrd="0" destOrd="0" presId="urn:microsoft.com/office/officeart/2018/5/layout/CenteredIconLabelDescriptionList"/>
    <dgm:cxn modelId="{F71A791F-E494-4340-917A-B8DE926ACCD0}" type="presOf" srcId="{B157B8B8-24A7-4EE4-BE6C-92FA4AB271B4}" destId="{6A7A1F51-E081-4D56-86B0-AA4822E61872}" srcOrd="0" destOrd="0" presId="urn:microsoft.com/office/officeart/2018/5/layout/CenteredIconLabelDescriptionList"/>
    <dgm:cxn modelId="{82EE2A24-F90E-4B49-BDD3-ACF3FB3933B4}" type="presOf" srcId="{B4C32F90-4204-4A86-BD43-0F2AC4CCAC35}" destId="{6E4E9A23-8BE2-4427-8680-D1E586488B76}" srcOrd="0" destOrd="0" presId="urn:microsoft.com/office/officeart/2018/5/layout/CenteredIconLabelDescriptionList"/>
    <dgm:cxn modelId="{54015D25-5E87-4DA7-8167-1DD180A1E3AB}" srcId="{D441152C-4988-4652-B776-AA800D7A6625}" destId="{B4A3755B-C3E6-477C-83D2-A9BEE4109F5E}" srcOrd="0" destOrd="0" parTransId="{802923F7-5D01-4570-A881-429A03F7209D}" sibTransId="{E6D42CAE-DB50-4DA9-A142-84A5885F7474}"/>
    <dgm:cxn modelId="{E98EE435-3536-4F87-B167-60DD75153020}" type="presOf" srcId="{4CDA29E5-A2C4-464F-80A0-AEFC14E50C20}" destId="{4AB23009-4A5A-4005-8E69-BDE6273EE7F3}" srcOrd="0" destOrd="1" presId="urn:microsoft.com/office/officeart/2018/5/layout/CenteredIconLabelDescriptionList"/>
    <dgm:cxn modelId="{A737F438-24F0-4C97-AE9D-D33DF618CE47}" srcId="{5CCBE8DF-049D-445B-AF99-FE3E40375EB5}" destId="{5F9B62A9-B39A-4E1E-BE43-A0586F44A81C}" srcOrd="1" destOrd="0" parTransId="{C774918C-C0E2-43A2-AB17-875B02F45F46}" sibTransId="{6672E7E3-A9B8-4C81-BD1F-DD4B4EADEFFE}"/>
    <dgm:cxn modelId="{4176283D-4069-4617-BED7-CE8153FAB851}" type="presOf" srcId="{851805B0-8744-4693-9113-4A920C8C1149}" destId="{92BA1F7A-A99D-4730-87F2-E7A7AC37748C}" srcOrd="0" destOrd="0" presId="urn:microsoft.com/office/officeart/2018/5/layout/CenteredIconLabelDescriptionList"/>
    <dgm:cxn modelId="{ED793861-D189-495B-879C-B4F5CE66321E}" srcId="{5CCBE8DF-049D-445B-AF99-FE3E40375EB5}" destId="{B4C32F90-4204-4A86-BD43-0F2AC4CCAC35}" srcOrd="2" destOrd="0" parTransId="{F1F4A84A-A53B-479B-BFEA-8F6BD6AA0BCA}" sibTransId="{C6B9F18F-E23E-40A5-8883-76EC6C99393F}"/>
    <dgm:cxn modelId="{1DCEFC42-BFDD-4E72-AA91-2D57A9EB1BC7}" srcId="{5CCBE8DF-049D-445B-AF99-FE3E40375EB5}" destId="{D441152C-4988-4652-B776-AA800D7A6625}" srcOrd="0" destOrd="0" parTransId="{5A50D683-643E-4A65-931A-AA83D0445840}" sibTransId="{88CF7310-75FA-4C05-9FD1-0CC87A40421E}"/>
    <dgm:cxn modelId="{D939F04A-D75D-4364-B1AE-06F1D726F99C}" type="presOf" srcId="{5CCBE8DF-049D-445B-AF99-FE3E40375EB5}" destId="{E999093D-2FF9-49FD-8427-BD06D863F21A}" srcOrd="0" destOrd="0" presId="urn:microsoft.com/office/officeart/2018/5/layout/CenteredIconLabelDescriptionList"/>
    <dgm:cxn modelId="{E69EE577-F5F8-4D30-9637-ADAFD9BB0838}" srcId="{B40A8CEC-E0F4-49A8-87E4-C80036170368}" destId="{20A27C85-979F-4320-B4CC-120F291F6817}" srcOrd="0" destOrd="0" parTransId="{8FB9048C-826D-4ACF-A803-EB2317702149}" sibTransId="{A9E4A98A-E1F3-4EDB-BE6C-4065E1867CB1}"/>
    <dgm:cxn modelId="{933A685A-9E0D-44BB-8004-B66509516AF4}" srcId="{5CCBE8DF-049D-445B-AF99-FE3E40375EB5}" destId="{B40A8CEC-E0F4-49A8-87E4-C80036170368}" srcOrd="3" destOrd="0" parTransId="{5253D0F7-ECEB-43CE-ADC8-7F642ED732C6}" sibTransId="{8D144004-2B0F-401C-9B24-ACCCE0BABAAF}"/>
    <dgm:cxn modelId="{AD7FDB88-81D6-445E-84EA-8E603C53929B}" srcId="{D441152C-4988-4652-B776-AA800D7A6625}" destId="{4CDA29E5-A2C4-464F-80A0-AEFC14E50C20}" srcOrd="1" destOrd="0" parTransId="{F5403D78-5F58-4AD6-A9A4-36F1D452726C}" sibTransId="{CE25E5AB-6DCE-474B-A93B-90DD1F64BCE9}"/>
    <dgm:cxn modelId="{37C49D8A-EE6A-487A-BEE4-65310F2CAA8E}" type="presOf" srcId="{B40A8CEC-E0F4-49A8-87E4-C80036170368}" destId="{6128B1DC-832F-4FCC-960C-9009A0B4B3EE}" srcOrd="0" destOrd="0" presId="urn:microsoft.com/office/officeart/2018/5/layout/CenteredIconLabelDescriptionList"/>
    <dgm:cxn modelId="{FFA6D58C-1F3F-4C82-93E0-465622C09E50}" type="presOf" srcId="{B4A3755B-C3E6-477C-83D2-A9BEE4109F5E}" destId="{4AB23009-4A5A-4005-8E69-BDE6273EE7F3}" srcOrd="0" destOrd="0" presId="urn:microsoft.com/office/officeart/2018/5/layout/CenteredIconLabelDescriptionList"/>
    <dgm:cxn modelId="{CEDD58A9-5800-4AA2-8621-6C3B092218DF}" srcId="{B4C32F90-4204-4A86-BD43-0F2AC4CCAC35}" destId="{B157B8B8-24A7-4EE4-BE6C-92FA4AB271B4}" srcOrd="0" destOrd="0" parTransId="{969211D3-A3D4-4A28-9D8A-0D0DA9DF410C}" sibTransId="{CEC944BC-1916-4A12-AFC5-142CFDB4B441}"/>
    <dgm:cxn modelId="{14C086AC-E6A6-47E3-8176-1ECC0C3724C1}" type="presOf" srcId="{20A27C85-979F-4320-B4CC-120F291F6817}" destId="{BC9A3C9F-4687-47EC-BC1B-66A35811AC69}" srcOrd="0" destOrd="0" presId="urn:microsoft.com/office/officeart/2018/5/layout/CenteredIconLabelDescriptionList"/>
    <dgm:cxn modelId="{F460B1B2-5428-43DC-BC97-565F2507A2F2}" srcId="{5F9B62A9-B39A-4E1E-BE43-A0586F44A81C}" destId="{851805B0-8744-4693-9113-4A920C8C1149}" srcOrd="0" destOrd="0" parTransId="{017563F2-08C8-473D-B451-1F9D5D28EC12}" sibTransId="{05DC3738-CF22-48C1-A9AE-4D1C5E9523AC}"/>
    <dgm:cxn modelId="{84C1C1C2-C83B-4EFB-916F-355CFB40A3CE}" type="presOf" srcId="{54084F06-6C71-46B7-A2B3-9E8F7948654C}" destId="{BC9A3C9F-4687-47EC-BC1B-66A35811AC69}" srcOrd="0" destOrd="1" presId="urn:microsoft.com/office/officeart/2018/5/layout/CenteredIconLabelDescriptionList"/>
    <dgm:cxn modelId="{2BA54ED1-F7FC-4758-A69E-EB2EA8820A48}" srcId="{B40A8CEC-E0F4-49A8-87E4-C80036170368}" destId="{54084F06-6C71-46B7-A2B3-9E8F7948654C}" srcOrd="1" destOrd="0" parTransId="{3C8CEEAC-B762-483E-BED2-885671B74D8B}" sibTransId="{FB96005F-AB73-4B8E-BD31-C841E1AD8328}"/>
    <dgm:cxn modelId="{97586E27-678C-4CC4-9B16-334562C6887E}" type="presParOf" srcId="{E999093D-2FF9-49FD-8427-BD06D863F21A}" destId="{51718A56-5EEE-4AF5-A294-50BB7E0C8A0F}" srcOrd="0" destOrd="0" presId="urn:microsoft.com/office/officeart/2018/5/layout/CenteredIconLabelDescriptionList"/>
    <dgm:cxn modelId="{3CD6B328-815B-4830-96AA-9EC892248D8F}" type="presParOf" srcId="{51718A56-5EEE-4AF5-A294-50BB7E0C8A0F}" destId="{9BC9AB13-E075-4974-A958-1566C33D9BAC}" srcOrd="0" destOrd="0" presId="urn:microsoft.com/office/officeart/2018/5/layout/CenteredIconLabelDescriptionList"/>
    <dgm:cxn modelId="{A73961A7-21E0-4BC0-B900-080847F82A5C}" type="presParOf" srcId="{51718A56-5EEE-4AF5-A294-50BB7E0C8A0F}" destId="{AE7497C7-C73B-4FF8-818C-0A238185E689}" srcOrd="1" destOrd="0" presId="urn:microsoft.com/office/officeart/2018/5/layout/CenteredIconLabelDescriptionList"/>
    <dgm:cxn modelId="{035841E1-656B-4A01-96B5-01F477D04417}" type="presParOf" srcId="{51718A56-5EEE-4AF5-A294-50BB7E0C8A0F}" destId="{FF2FB1B7-3D39-476C-8AB0-17672B998F9D}" srcOrd="2" destOrd="0" presId="urn:microsoft.com/office/officeart/2018/5/layout/CenteredIconLabelDescriptionList"/>
    <dgm:cxn modelId="{C3249E80-06F4-4785-9F78-A8948444F54B}" type="presParOf" srcId="{51718A56-5EEE-4AF5-A294-50BB7E0C8A0F}" destId="{7D605334-0B26-4A08-849D-8A8CBB0496C9}" srcOrd="3" destOrd="0" presId="urn:microsoft.com/office/officeart/2018/5/layout/CenteredIconLabelDescriptionList"/>
    <dgm:cxn modelId="{CCB77428-FB1A-4694-8ADB-D59BECCF14C1}" type="presParOf" srcId="{51718A56-5EEE-4AF5-A294-50BB7E0C8A0F}" destId="{4AB23009-4A5A-4005-8E69-BDE6273EE7F3}" srcOrd="4" destOrd="0" presId="urn:microsoft.com/office/officeart/2018/5/layout/CenteredIconLabelDescriptionList"/>
    <dgm:cxn modelId="{86B84AE5-3069-41E1-A53B-614008B70FA0}" type="presParOf" srcId="{E999093D-2FF9-49FD-8427-BD06D863F21A}" destId="{A9A1F4D7-EBFE-4852-95BC-D0F0FAFB0C34}" srcOrd="1" destOrd="0" presId="urn:microsoft.com/office/officeart/2018/5/layout/CenteredIconLabelDescriptionList"/>
    <dgm:cxn modelId="{4952E33F-DDF6-4CC4-8921-7D50EB98A78D}" type="presParOf" srcId="{E999093D-2FF9-49FD-8427-BD06D863F21A}" destId="{F4A50D84-5612-4CCB-80EE-CAB2C722B317}" srcOrd="2" destOrd="0" presId="urn:microsoft.com/office/officeart/2018/5/layout/CenteredIconLabelDescriptionList"/>
    <dgm:cxn modelId="{89A7C514-9E31-4B17-A4E0-4A06EBD02F67}" type="presParOf" srcId="{F4A50D84-5612-4CCB-80EE-CAB2C722B317}" destId="{95E1BF18-D896-422C-A724-11D8806C738A}" srcOrd="0" destOrd="0" presId="urn:microsoft.com/office/officeart/2018/5/layout/CenteredIconLabelDescriptionList"/>
    <dgm:cxn modelId="{5011FB1F-A0C4-4F52-BB4B-8D69AB3DB532}" type="presParOf" srcId="{F4A50D84-5612-4CCB-80EE-CAB2C722B317}" destId="{E2EB9534-D0F9-4DFE-B17E-A15FE2FDF175}" srcOrd="1" destOrd="0" presId="urn:microsoft.com/office/officeart/2018/5/layout/CenteredIconLabelDescriptionList"/>
    <dgm:cxn modelId="{249E6996-9A3D-4636-9C1F-C3AF99EF25CC}" type="presParOf" srcId="{F4A50D84-5612-4CCB-80EE-CAB2C722B317}" destId="{6D0A8EB2-ADEA-4642-BD67-4568933543C3}" srcOrd="2" destOrd="0" presId="urn:microsoft.com/office/officeart/2018/5/layout/CenteredIconLabelDescriptionList"/>
    <dgm:cxn modelId="{B626231C-4D79-41F3-94B5-EB4306896C78}" type="presParOf" srcId="{F4A50D84-5612-4CCB-80EE-CAB2C722B317}" destId="{793C9FDB-6E2B-45C8-B682-8444DBC1D3BA}" srcOrd="3" destOrd="0" presId="urn:microsoft.com/office/officeart/2018/5/layout/CenteredIconLabelDescriptionList"/>
    <dgm:cxn modelId="{2BAF8C1F-5260-4ED4-ABE1-B33897A68D8C}" type="presParOf" srcId="{F4A50D84-5612-4CCB-80EE-CAB2C722B317}" destId="{92BA1F7A-A99D-4730-87F2-E7A7AC37748C}" srcOrd="4" destOrd="0" presId="urn:microsoft.com/office/officeart/2018/5/layout/CenteredIconLabelDescriptionList"/>
    <dgm:cxn modelId="{DD7A413C-71A0-4976-B34F-9C5240D45862}" type="presParOf" srcId="{E999093D-2FF9-49FD-8427-BD06D863F21A}" destId="{41FB2DEC-6EF0-46C4-A436-92C962BF212F}" srcOrd="3" destOrd="0" presId="urn:microsoft.com/office/officeart/2018/5/layout/CenteredIconLabelDescriptionList"/>
    <dgm:cxn modelId="{9FA1F61E-B7B3-4C7A-B1C9-3046A254E193}" type="presParOf" srcId="{E999093D-2FF9-49FD-8427-BD06D863F21A}" destId="{5776F156-E546-4D13-A249-330E594374E7}" srcOrd="4" destOrd="0" presId="urn:microsoft.com/office/officeart/2018/5/layout/CenteredIconLabelDescriptionList"/>
    <dgm:cxn modelId="{5255B32F-A873-4622-97C5-E662897F470B}" type="presParOf" srcId="{5776F156-E546-4D13-A249-330E594374E7}" destId="{1F06E392-8114-44A3-880A-D3F8B939CB84}" srcOrd="0" destOrd="0" presId="urn:microsoft.com/office/officeart/2018/5/layout/CenteredIconLabelDescriptionList"/>
    <dgm:cxn modelId="{050F9974-44C1-43CF-81FC-FD5040E87892}" type="presParOf" srcId="{5776F156-E546-4D13-A249-330E594374E7}" destId="{8A1E85D5-6E93-4A01-A3DA-6864DA70AEFA}" srcOrd="1" destOrd="0" presId="urn:microsoft.com/office/officeart/2018/5/layout/CenteredIconLabelDescriptionList"/>
    <dgm:cxn modelId="{91718117-88A0-4CA1-BA21-878685162B4A}" type="presParOf" srcId="{5776F156-E546-4D13-A249-330E594374E7}" destId="{6E4E9A23-8BE2-4427-8680-D1E586488B76}" srcOrd="2" destOrd="0" presId="urn:microsoft.com/office/officeart/2018/5/layout/CenteredIconLabelDescriptionList"/>
    <dgm:cxn modelId="{C774FA36-5B5D-49DF-B957-169DDD48E4A9}" type="presParOf" srcId="{5776F156-E546-4D13-A249-330E594374E7}" destId="{22701B09-CF37-49F4-998C-782CFCD37219}" srcOrd="3" destOrd="0" presId="urn:microsoft.com/office/officeart/2018/5/layout/CenteredIconLabelDescriptionList"/>
    <dgm:cxn modelId="{596C54C2-FB3A-4712-B21A-FF4C6C2F8DC6}" type="presParOf" srcId="{5776F156-E546-4D13-A249-330E594374E7}" destId="{6A7A1F51-E081-4D56-86B0-AA4822E61872}" srcOrd="4" destOrd="0" presId="urn:microsoft.com/office/officeart/2018/5/layout/CenteredIconLabelDescriptionList"/>
    <dgm:cxn modelId="{F43EC552-1C4D-47C7-9C0E-DEE7DB1BF474}" type="presParOf" srcId="{E999093D-2FF9-49FD-8427-BD06D863F21A}" destId="{7C4620D4-8B6D-41D9-8418-1728F3D5C726}" srcOrd="5" destOrd="0" presId="urn:microsoft.com/office/officeart/2018/5/layout/CenteredIconLabelDescriptionList"/>
    <dgm:cxn modelId="{E406A2B4-12EB-4118-A80C-D4F0AB7E8889}" type="presParOf" srcId="{E999093D-2FF9-49FD-8427-BD06D863F21A}" destId="{D67D25CD-7CF7-4C79-A4FD-B038D04CF477}" srcOrd="6" destOrd="0" presId="urn:microsoft.com/office/officeart/2018/5/layout/CenteredIconLabelDescriptionList"/>
    <dgm:cxn modelId="{D8EB7BAD-DAE5-49CB-8953-1B686A9F5498}" type="presParOf" srcId="{D67D25CD-7CF7-4C79-A4FD-B038D04CF477}" destId="{4D1E7BD1-0AFF-4B09-A137-00F90A103E6A}" srcOrd="0" destOrd="0" presId="urn:microsoft.com/office/officeart/2018/5/layout/CenteredIconLabelDescriptionList"/>
    <dgm:cxn modelId="{6D2C82C8-D935-4DCE-ACC8-B97792FA6EFD}" type="presParOf" srcId="{D67D25CD-7CF7-4C79-A4FD-B038D04CF477}" destId="{C8AA1AFF-2F40-4ADB-B3A1-AF6EAACC0759}" srcOrd="1" destOrd="0" presId="urn:microsoft.com/office/officeart/2018/5/layout/CenteredIconLabelDescriptionList"/>
    <dgm:cxn modelId="{EFCAA99D-6978-46AC-87D4-5842D30954A4}" type="presParOf" srcId="{D67D25CD-7CF7-4C79-A4FD-B038D04CF477}" destId="{6128B1DC-832F-4FCC-960C-9009A0B4B3EE}" srcOrd="2" destOrd="0" presId="urn:microsoft.com/office/officeart/2018/5/layout/CenteredIconLabelDescriptionList"/>
    <dgm:cxn modelId="{03ED7764-4305-4D9D-8993-3C9AA59FF53B}" type="presParOf" srcId="{D67D25CD-7CF7-4C79-A4FD-B038D04CF477}" destId="{1DE323B7-4524-4EEE-84DD-97A2A5452E29}" srcOrd="3" destOrd="0" presId="urn:microsoft.com/office/officeart/2018/5/layout/CenteredIconLabelDescriptionList"/>
    <dgm:cxn modelId="{92B75A21-67AE-4CBC-BDB4-4BB1E8884147}" type="presParOf" srcId="{D67D25CD-7CF7-4C79-A4FD-B038D04CF477}" destId="{BC9A3C9F-4687-47EC-BC1B-66A35811AC6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5/layout/CenteredIconLabelDescription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Select and explain a critical issu</a:t>
          </a:r>
          <a:r>
            <a:rPr lang="tr-TR"/>
            <a:t>e</a:t>
          </a:r>
          <a:r>
            <a:rPr lang="en-US"/>
            <a:t> in this chapter</a:t>
          </a:r>
          <a:endParaRPr lang="tr-TR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38FB8677-9E7E-46A2-A6FF-A8A35B197E9B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A4E24664-7386-4890-A76B-261D81CC98E8}" type="pres">
      <dgm:prSet presAssocID="{C39B30A5-73B7-415C-B676-12BF6CB4007C}" presName="compNode" presStyleCnt="0"/>
      <dgm:spPr/>
    </dgm:pt>
    <dgm:pt modelId="{6ECB0588-6EE6-4B1B-BA0F-A6A6BEB4123E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Person with Idea"/>
        </a:ext>
      </dgm:extLst>
    </dgm:pt>
    <dgm:pt modelId="{FED01A57-12D0-4FDC-A4D7-7C631AE0099E}" type="pres">
      <dgm:prSet presAssocID="{C39B30A5-73B7-415C-B676-12BF6CB4007C}" presName="iconSpace" presStyleCnt="0"/>
      <dgm:spPr/>
    </dgm:pt>
    <dgm:pt modelId="{6C5B966B-A51B-43EA-BD21-D369356B8566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4BCB4C23-3B44-453A-95B1-7F8C6B084236}" type="pres">
      <dgm:prSet presAssocID="{C39B30A5-73B7-415C-B676-12BF6CB4007C}" presName="txSpace" presStyleCnt="0"/>
      <dgm:spPr/>
    </dgm:pt>
    <dgm:pt modelId="{95CF05CD-631F-4EC2-828E-DC76AD3B8711}" type="pres">
      <dgm:prSet presAssocID="{C39B30A5-73B7-415C-B676-12BF6CB4007C}" presName="desTx" presStyleLbl="revTx" presStyleIdx="1" presStyleCnt="8">
        <dgm:presLayoutVars/>
      </dgm:prSet>
      <dgm:spPr/>
    </dgm:pt>
    <dgm:pt modelId="{1E6DE7FD-74F9-4F31-B899-D9305A77EC72}" type="pres">
      <dgm:prSet presAssocID="{52881BA2-E7AE-42C4-94D6-6579828C2B87}" presName="sibTrans" presStyleCnt="0"/>
      <dgm:spPr/>
    </dgm:pt>
    <dgm:pt modelId="{6D77F40B-83B6-4D2A-9ED4-44CB51F18777}" type="pres">
      <dgm:prSet presAssocID="{8841368A-36B1-48FC-A2A5-5D1EB7381265}" presName="compNode" presStyleCnt="0"/>
      <dgm:spPr/>
    </dgm:pt>
    <dgm:pt modelId="{3795D6FA-BBA5-465B-93B5-012227CC8544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1B998527-B20A-4B1F-B58D-C019DE09F5DC}" type="pres">
      <dgm:prSet presAssocID="{8841368A-36B1-48FC-A2A5-5D1EB7381265}" presName="iconSpace" presStyleCnt="0"/>
      <dgm:spPr/>
    </dgm:pt>
    <dgm:pt modelId="{A152D8C0-2783-4F0F-9C2D-FF95DB92E27A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BA1F8C76-4227-4A31-AD2E-F4D0D426ADE7}" type="pres">
      <dgm:prSet presAssocID="{8841368A-36B1-48FC-A2A5-5D1EB7381265}" presName="txSpace" presStyleCnt="0"/>
      <dgm:spPr/>
    </dgm:pt>
    <dgm:pt modelId="{E1A173B0-9B39-4C3B-9584-49CD08828F15}" type="pres">
      <dgm:prSet presAssocID="{8841368A-36B1-48FC-A2A5-5D1EB7381265}" presName="desTx" presStyleLbl="revTx" presStyleIdx="3" presStyleCnt="8">
        <dgm:presLayoutVars/>
      </dgm:prSet>
      <dgm:spPr/>
    </dgm:pt>
    <dgm:pt modelId="{3034A8B5-5068-4787-8548-26979F67095B}" type="pres">
      <dgm:prSet presAssocID="{4DB2FC51-182E-41E0-8584-5BB6B1D5B605}" presName="sibTrans" presStyleCnt="0"/>
      <dgm:spPr/>
    </dgm:pt>
    <dgm:pt modelId="{A248D081-409E-408C-BB3A-222D55DAC693}" type="pres">
      <dgm:prSet presAssocID="{0849733B-2445-43CF-AD92-CD3266E42B5C}" presName="compNode" presStyleCnt="0"/>
      <dgm:spPr/>
    </dgm:pt>
    <dgm:pt modelId="{6A95F01C-A1F2-4B7A-8242-5508CD9FCC31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Alt Yazı"/>
        </a:ext>
      </dgm:extLst>
    </dgm:pt>
    <dgm:pt modelId="{1B5B0968-2217-4558-AB0F-22BC642923E0}" type="pres">
      <dgm:prSet presAssocID="{0849733B-2445-43CF-AD92-CD3266E42B5C}" presName="iconSpace" presStyleCnt="0"/>
      <dgm:spPr/>
    </dgm:pt>
    <dgm:pt modelId="{B43A075D-F5D1-4D96-A083-1F3F79AB6855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ECAB9D8C-240E-4778-9B78-B3D89CF91E7E}" type="pres">
      <dgm:prSet presAssocID="{0849733B-2445-43CF-AD92-CD3266E42B5C}" presName="txSpace" presStyleCnt="0"/>
      <dgm:spPr/>
    </dgm:pt>
    <dgm:pt modelId="{13B946F5-83CA-43AA-972E-1D321E708A8A}" type="pres">
      <dgm:prSet presAssocID="{0849733B-2445-43CF-AD92-CD3266E42B5C}" presName="desTx" presStyleLbl="revTx" presStyleIdx="5" presStyleCnt="8">
        <dgm:presLayoutVars/>
      </dgm:prSet>
      <dgm:spPr/>
    </dgm:pt>
    <dgm:pt modelId="{F9971E18-5BC8-49AB-8BA7-8017489E7260}" type="pres">
      <dgm:prSet presAssocID="{6F437F73-7249-423F-A6B6-08814B24D355}" presName="sibTrans" presStyleCnt="0"/>
      <dgm:spPr/>
    </dgm:pt>
    <dgm:pt modelId="{7F5A53C3-08C6-4A66-99A6-3E6DF0E48B2E}" type="pres">
      <dgm:prSet presAssocID="{732EB7B2-2BCB-44B9-95EB-32AEB4DF1799}" presName="compNode" presStyleCnt="0"/>
      <dgm:spPr/>
    </dgm:pt>
    <dgm:pt modelId="{47902A24-84CA-4CA1-B1A5-A1312C48A519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79D80E57-1753-47F2-B0BC-72CB379F4902}" type="pres">
      <dgm:prSet presAssocID="{732EB7B2-2BCB-44B9-95EB-32AEB4DF1799}" presName="iconSpace" presStyleCnt="0"/>
      <dgm:spPr/>
    </dgm:pt>
    <dgm:pt modelId="{A564075E-F67D-4BA2-8C47-39914D8BE69D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140E11DB-06CE-4148-BBD5-DA49DACE2BDB}" type="pres">
      <dgm:prSet presAssocID="{732EB7B2-2BCB-44B9-95EB-32AEB4DF1799}" presName="txSpace" presStyleCnt="0"/>
      <dgm:spPr/>
    </dgm:pt>
    <dgm:pt modelId="{A472491E-4AB3-4452-A9AB-5543EA397D2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D01E1E08-9B2F-4B58-8EDB-4F66907E461E}" type="presOf" srcId="{8F873442-61B3-4E56-B25A-2ECB6D315DD7}" destId="{A472491E-4AB3-4452-A9AB-5543EA397D2E}" srcOrd="0" destOrd="0" presId="urn:microsoft.com/office/officeart/2018/5/layout/CenteredIconLabelDescriptionList"/>
    <dgm:cxn modelId="{8362A426-A4B5-4006-8C6B-F817A42744C0}" type="presOf" srcId="{0849733B-2445-43CF-AD92-CD3266E42B5C}" destId="{B43A075D-F5D1-4D96-A083-1F3F79AB6855}" srcOrd="0" destOrd="0" presId="urn:microsoft.com/office/officeart/2018/5/layout/CenteredIconLabelDescriptionList"/>
    <dgm:cxn modelId="{226AF832-9425-4359-891F-5FC04E926216}" type="presOf" srcId="{E5389173-720E-4683-BC63-1EF88F29E563}" destId="{13B946F5-83CA-43AA-972E-1D321E708A8A}" srcOrd="0" destOrd="0" presId="urn:microsoft.com/office/officeart/2018/5/layout/CenteredIconLabelDescriptionList"/>
    <dgm:cxn modelId="{C8BDA533-F551-4C34-8D04-DFE355412806}" type="presOf" srcId="{0C44AAE8-30E4-46E9-ABB1-7C04744FE14C}" destId="{95CF05CD-631F-4EC2-828E-DC76AD3B8711}" srcOrd="0" destOrd="0" presId="urn:microsoft.com/office/officeart/2018/5/layout/Centered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004F6254-8ACD-479C-91EB-51E56AF15725}" type="presOf" srcId="{732EB7B2-2BCB-44B9-95EB-32AEB4DF1799}" destId="{A564075E-F67D-4BA2-8C47-39914D8BE69D}" srcOrd="0" destOrd="0" presId="urn:microsoft.com/office/officeart/2018/5/layout/CenteredIconLabelDescriptionList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D22D658D-9D01-4005-89FC-FA1346B0734E}" type="presOf" srcId="{C39B30A5-73B7-415C-B676-12BF6CB4007C}" destId="{6C5B966B-A51B-43EA-BD21-D369356B8566}" srcOrd="0" destOrd="0" presId="urn:microsoft.com/office/officeart/2018/5/layout/CenteredIconLabelDescriptionList"/>
    <dgm:cxn modelId="{7C2A648F-1A9E-441F-BA14-837D2BC7C7FF}" type="presOf" srcId="{8841368A-36B1-48FC-A2A5-5D1EB7381265}" destId="{A152D8C0-2783-4F0F-9C2D-FF95DB92E27A}" srcOrd="0" destOrd="0" presId="urn:microsoft.com/office/officeart/2018/5/layout/CenteredIconLabelDescriptionList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BD7620BC-CCBA-4822-820D-57C8567E8B15}" type="presOf" srcId="{051E10DC-E74A-4906-8F74-B1A3B09A1930}" destId="{E1A173B0-9B39-4C3B-9584-49CD08828F15}" srcOrd="0" destOrd="0" presId="urn:microsoft.com/office/officeart/2018/5/layout/CenteredIconLabelDescriptionList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76F1D9E5-BCA7-4069-9F73-E2C31EE3147B}" type="presOf" srcId="{B56EFF07-F619-44CF-9BAA-6C7D336F5420}" destId="{38FB8677-9E7E-46A2-A6FF-A8A35B197E9B}" srcOrd="0" destOrd="0" presId="urn:microsoft.com/office/officeart/2018/5/layout/CenteredIconLabelDescriptionList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B45B66C4-E751-457E-AB84-D9E63F0D8FEA}" type="presParOf" srcId="{38FB8677-9E7E-46A2-A6FF-A8A35B197E9B}" destId="{A4E24664-7386-4890-A76B-261D81CC98E8}" srcOrd="0" destOrd="0" presId="urn:microsoft.com/office/officeart/2018/5/layout/CenteredIconLabelDescriptionList"/>
    <dgm:cxn modelId="{9CF6F94F-BF13-4D0C-A996-BD96B6B42969}" type="presParOf" srcId="{A4E24664-7386-4890-A76B-261D81CC98E8}" destId="{6ECB0588-6EE6-4B1B-BA0F-A6A6BEB4123E}" srcOrd="0" destOrd="0" presId="urn:microsoft.com/office/officeart/2018/5/layout/CenteredIconLabelDescriptionList"/>
    <dgm:cxn modelId="{A7E04B03-1F70-4A88-97A0-677F5F6A391A}" type="presParOf" srcId="{A4E24664-7386-4890-A76B-261D81CC98E8}" destId="{FED01A57-12D0-4FDC-A4D7-7C631AE0099E}" srcOrd="1" destOrd="0" presId="urn:microsoft.com/office/officeart/2018/5/layout/CenteredIconLabelDescriptionList"/>
    <dgm:cxn modelId="{A554CC29-F429-4F9B-A97C-B6764D4DDDAA}" type="presParOf" srcId="{A4E24664-7386-4890-A76B-261D81CC98E8}" destId="{6C5B966B-A51B-43EA-BD21-D369356B8566}" srcOrd="2" destOrd="0" presId="urn:microsoft.com/office/officeart/2018/5/layout/CenteredIconLabelDescriptionList"/>
    <dgm:cxn modelId="{41BA93C6-12DA-4F74-8E3C-F33C87DF414A}" type="presParOf" srcId="{A4E24664-7386-4890-A76B-261D81CC98E8}" destId="{4BCB4C23-3B44-453A-95B1-7F8C6B084236}" srcOrd="3" destOrd="0" presId="urn:microsoft.com/office/officeart/2018/5/layout/CenteredIconLabelDescriptionList"/>
    <dgm:cxn modelId="{D7769354-762C-46C3-8237-0EB7E15B589D}" type="presParOf" srcId="{A4E24664-7386-4890-A76B-261D81CC98E8}" destId="{95CF05CD-631F-4EC2-828E-DC76AD3B8711}" srcOrd="4" destOrd="0" presId="urn:microsoft.com/office/officeart/2018/5/layout/CenteredIconLabelDescriptionList"/>
    <dgm:cxn modelId="{CCD5E51D-C695-4F50-9226-9AA9336678DC}" type="presParOf" srcId="{38FB8677-9E7E-46A2-A6FF-A8A35B197E9B}" destId="{1E6DE7FD-74F9-4F31-B899-D9305A77EC72}" srcOrd="1" destOrd="0" presId="urn:microsoft.com/office/officeart/2018/5/layout/CenteredIconLabelDescriptionList"/>
    <dgm:cxn modelId="{D38B8CCB-0148-49F7-9B9E-414D50352EA4}" type="presParOf" srcId="{38FB8677-9E7E-46A2-A6FF-A8A35B197E9B}" destId="{6D77F40B-83B6-4D2A-9ED4-44CB51F18777}" srcOrd="2" destOrd="0" presId="urn:microsoft.com/office/officeart/2018/5/layout/CenteredIconLabelDescriptionList"/>
    <dgm:cxn modelId="{D2D4809E-71C0-4C9C-949B-11B86A2D5367}" type="presParOf" srcId="{6D77F40B-83B6-4D2A-9ED4-44CB51F18777}" destId="{3795D6FA-BBA5-465B-93B5-012227CC8544}" srcOrd="0" destOrd="0" presId="urn:microsoft.com/office/officeart/2018/5/layout/CenteredIconLabelDescriptionList"/>
    <dgm:cxn modelId="{C1B27690-01D4-4EF3-B749-23537B19AA6D}" type="presParOf" srcId="{6D77F40B-83B6-4D2A-9ED4-44CB51F18777}" destId="{1B998527-B20A-4B1F-B58D-C019DE09F5DC}" srcOrd="1" destOrd="0" presId="urn:microsoft.com/office/officeart/2018/5/layout/CenteredIconLabelDescriptionList"/>
    <dgm:cxn modelId="{7AF77545-9CBD-46AA-B600-AB7650AECD46}" type="presParOf" srcId="{6D77F40B-83B6-4D2A-9ED4-44CB51F18777}" destId="{A152D8C0-2783-4F0F-9C2D-FF95DB92E27A}" srcOrd="2" destOrd="0" presId="urn:microsoft.com/office/officeart/2018/5/layout/CenteredIconLabelDescriptionList"/>
    <dgm:cxn modelId="{1150F539-0100-4A82-81F4-C881010AAD10}" type="presParOf" srcId="{6D77F40B-83B6-4D2A-9ED4-44CB51F18777}" destId="{BA1F8C76-4227-4A31-AD2E-F4D0D426ADE7}" srcOrd="3" destOrd="0" presId="urn:microsoft.com/office/officeart/2018/5/layout/CenteredIconLabelDescriptionList"/>
    <dgm:cxn modelId="{203184CF-5AD3-40E5-8079-D71D574A5A3B}" type="presParOf" srcId="{6D77F40B-83B6-4D2A-9ED4-44CB51F18777}" destId="{E1A173B0-9B39-4C3B-9584-49CD08828F15}" srcOrd="4" destOrd="0" presId="urn:microsoft.com/office/officeart/2018/5/layout/CenteredIconLabelDescriptionList"/>
    <dgm:cxn modelId="{608D1420-84BE-4713-930F-9AB5F28FDD3F}" type="presParOf" srcId="{38FB8677-9E7E-46A2-A6FF-A8A35B197E9B}" destId="{3034A8B5-5068-4787-8548-26979F67095B}" srcOrd="3" destOrd="0" presId="urn:microsoft.com/office/officeart/2018/5/layout/CenteredIconLabelDescriptionList"/>
    <dgm:cxn modelId="{0B4B88C3-8ECA-4DD5-A453-2D84F06364B9}" type="presParOf" srcId="{38FB8677-9E7E-46A2-A6FF-A8A35B197E9B}" destId="{A248D081-409E-408C-BB3A-222D55DAC693}" srcOrd="4" destOrd="0" presId="urn:microsoft.com/office/officeart/2018/5/layout/CenteredIconLabelDescriptionList"/>
    <dgm:cxn modelId="{EB7DF7AC-B367-4981-B3CC-9D27A257842C}" type="presParOf" srcId="{A248D081-409E-408C-BB3A-222D55DAC693}" destId="{6A95F01C-A1F2-4B7A-8242-5508CD9FCC31}" srcOrd="0" destOrd="0" presId="urn:microsoft.com/office/officeart/2018/5/layout/CenteredIconLabelDescriptionList"/>
    <dgm:cxn modelId="{D0A235EF-BBB2-470E-B8FD-8B4A79F47C5D}" type="presParOf" srcId="{A248D081-409E-408C-BB3A-222D55DAC693}" destId="{1B5B0968-2217-4558-AB0F-22BC642923E0}" srcOrd="1" destOrd="0" presId="urn:microsoft.com/office/officeart/2018/5/layout/CenteredIconLabelDescriptionList"/>
    <dgm:cxn modelId="{B80B3626-8738-470C-B6F3-F8DB57102AF8}" type="presParOf" srcId="{A248D081-409E-408C-BB3A-222D55DAC693}" destId="{B43A075D-F5D1-4D96-A083-1F3F79AB6855}" srcOrd="2" destOrd="0" presId="urn:microsoft.com/office/officeart/2018/5/layout/CenteredIconLabelDescriptionList"/>
    <dgm:cxn modelId="{F6D93147-A368-406B-A743-96132EA4619D}" type="presParOf" srcId="{A248D081-409E-408C-BB3A-222D55DAC693}" destId="{ECAB9D8C-240E-4778-9B78-B3D89CF91E7E}" srcOrd="3" destOrd="0" presId="urn:microsoft.com/office/officeart/2018/5/layout/CenteredIconLabelDescriptionList"/>
    <dgm:cxn modelId="{2E557C88-33A2-42CF-8C47-8180FF8BDC26}" type="presParOf" srcId="{A248D081-409E-408C-BB3A-222D55DAC693}" destId="{13B946F5-83CA-43AA-972E-1D321E708A8A}" srcOrd="4" destOrd="0" presId="urn:microsoft.com/office/officeart/2018/5/layout/CenteredIconLabelDescriptionList"/>
    <dgm:cxn modelId="{A0C952E9-568C-444E-A20E-F09297E8F2BC}" type="presParOf" srcId="{38FB8677-9E7E-46A2-A6FF-A8A35B197E9B}" destId="{F9971E18-5BC8-49AB-8BA7-8017489E7260}" srcOrd="5" destOrd="0" presId="urn:microsoft.com/office/officeart/2018/5/layout/CenteredIconLabelDescriptionList"/>
    <dgm:cxn modelId="{2985D3C2-C74B-4E2E-BBD7-D4D1CB872873}" type="presParOf" srcId="{38FB8677-9E7E-46A2-A6FF-A8A35B197E9B}" destId="{7F5A53C3-08C6-4A66-99A6-3E6DF0E48B2E}" srcOrd="6" destOrd="0" presId="urn:microsoft.com/office/officeart/2018/5/layout/CenteredIconLabelDescriptionList"/>
    <dgm:cxn modelId="{33C6B0ED-0050-4299-96E8-84996404BD8C}" type="presParOf" srcId="{7F5A53C3-08C6-4A66-99A6-3E6DF0E48B2E}" destId="{47902A24-84CA-4CA1-B1A5-A1312C48A519}" srcOrd="0" destOrd="0" presId="urn:microsoft.com/office/officeart/2018/5/layout/CenteredIconLabelDescriptionList"/>
    <dgm:cxn modelId="{6181A1BE-60D4-40D3-909A-CD89A153E4B8}" type="presParOf" srcId="{7F5A53C3-08C6-4A66-99A6-3E6DF0E48B2E}" destId="{79D80E57-1753-47F2-B0BC-72CB379F4902}" srcOrd="1" destOrd="0" presId="urn:microsoft.com/office/officeart/2018/5/layout/CenteredIconLabelDescriptionList"/>
    <dgm:cxn modelId="{916375F4-CCD8-4F8F-8B44-71225E3A8664}" type="presParOf" srcId="{7F5A53C3-08C6-4A66-99A6-3E6DF0E48B2E}" destId="{A564075E-F67D-4BA2-8C47-39914D8BE69D}" srcOrd="2" destOrd="0" presId="urn:microsoft.com/office/officeart/2018/5/layout/CenteredIconLabelDescriptionList"/>
    <dgm:cxn modelId="{87702038-CEC3-4926-A436-0CB3506A0C02}" type="presParOf" srcId="{7F5A53C3-08C6-4A66-99A6-3E6DF0E48B2E}" destId="{140E11DB-06CE-4148-BBD5-DA49DACE2BDB}" srcOrd="3" destOrd="0" presId="urn:microsoft.com/office/officeart/2018/5/layout/CenteredIconLabelDescriptionList"/>
    <dgm:cxn modelId="{2257D6C2-917F-4ECC-B299-244E48818745}" type="presParOf" srcId="{7F5A53C3-08C6-4A66-99A6-3E6DF0E48B2E}" destId="{A472491E-4AB3-4452-A9AB-5543EA397D2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CD7803D-9399-499C-994A-5DB285A665A4}">
      <dsp:nvSpPr>
        <dsp:cNvPr id="0" name=""/>
        <dsp:cNvSpPr/>
      </dsp:nvSpPr>
      <dsp:spPr>
        <a:xfrm>
          <a:off x="0" y="680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A76F088-FBE7-4D5A-8AD3-BEAC3B2AD011}">
      <dsp:nvSpPr>
        <dsp:cNvPr id="0" name=""/>
        <dsp:cNvSpPr/>
      </dsp:nvSpPr>
      <dsp:spPr>
        <a:xfrm>
          <a:off x="172836" y="129236"/>
          <a:ext cx="314248" cy="314248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1A3D10-DB97-413B-8BB1-0CD1126BE3D9}">
      <dsp:nvSpPr>
        <dsp:cNvPr id="0" name=""/>
        <dsp:cNvSpPr/>
      </dsp:nvSpPr>
      <dsp:spPr>
        <a:xfrm>
          <a:off x="659921" y="680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Peer-to-Peer Network Architecture</a:t>
          </a:r>
          <a:endParaRPr lang="en-US" sz="1600" kern="1200"/>
        </a:p>
      </dsp:txBody>
      <dsp:txXfrm>
        <a:off x="659921" y="680"/>
        <a:ext cx="6528278" cy="571360"/>
      </dsp:txXfrm>
    </dsp:sp>
    <dsp:sp modelId="{8C6EAEDD-E806-4D84-9C94-799659A4A1BE}">
      <dsp:nvSpPr>
        <dsp:cNvPr id="0" name=""/>
        <dsp:cNvSpPr/>
      </dsp:nvSpPr>
      <dsp:spPr>
        <a:xfrm>
          <a:off x="0" y="714880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86E3680-D4C0-4AA9-A9BB-D2B8615D31FD}">
      <dsp:nvSpPr>
        <dsp:cNvPr id="0" name=""/>
        <dsp:cNvSpPr/>
      </dsp:nvSpPr>
      <dsp:spPr>
        <a:xfrm>
          <a:off x="172836" y="843436"/>
          <a:ext cx="314248" cy="314248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EA71FF2-9833-4E33-BC4A-219AEC5E9239}">
      <dsp:nvSpPr>
        <dsp:cNvPr id="0" name=""/>
        <dsp:cNvSpPr/>
      </dsp:nvSpPr>
      <dsp:spPr>
        <a:xfrm>
          <a:off x="659921" y="714880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Node Types and Roles</a:t>
          </a:r>
          <a:endParaRPr lang="en-US" sz="1600" kern="1200"/>
        </a:p>
      </dsp:txBody>
      <dsp:txXfrm>
        <a:off x="659921" y="714880"/>
        <a:ext cx="6528278" cy="571360"/>
      </dsp:txXfrm>
    </dsp:sp>
    <dsp:sp modelId="{4A153D56-15A8-4148-B64F-D6F7DE7654A4}">
      <dsp:nvSpPr>
        <dsp:cNvPr id="0" name=""/>
        <dsp:cNvSpPr/>
      </dsp:nvSpPr>
      <dsp:spPr>
        <a:xfrm>
          <a:off x="0" y="1429081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66F4582-025A-4B4F-91BD-CB4E23C8139D}">
      <dsp:nvSpPr>
        <dsp:cNvPr id="0" name=""/>
        <dsp:cNvSpPr/>
      </dsp:nvSpPr>
      <dsp:spPr>
        <a:xfrm>
          <a:off x="172836" y="1557637"/>
          <a:ext cx="314248" cy="314248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D575D91-4D01-4F03-B7E2-646C32ECFF85}">
      <dsp:nvSpPr>
        <dsp:cNvPr id="0" name=""/>
        <dsp:cNvSpPr/>
      </dsp:nvSpPr>
      <dsp:spPr>
        <a:xfrm>
          <a:off x="659921" y="1429081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The Extended Bitcoin Network</a:t>
          </a:r>
          <a:endParaRPr lang="en-US" sz="1600" kern="1200"/>
        </a:p>
      </dsp:txBody>
      <dsp:txXfrm>
        <a:off x="659921" y="1429081"/>
        <a:ext cx="6528278" cy="571360"/>
      </dsp:txXfrm>
    </dsp:sp>
    <dsp:sp modelId="{F96B4F92-AB0F-4984-BCF7-F781248F67BB}">
      <dsp:nvSpPr>
        <dsp:cNvPr id="0" name=""/>
        <dsp:cNvSpPr/>
      </dsp:nvSpPr>
      <dsp:spPr>
        <a:xfrm>
          <a:off x="0" y="2143281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44AC2A8-FCDF-44F1-A1C6-065A95713E3B}">
      <dsp:nvSpPr>
        <dsp:cNvPr id="0" name=""/>
        <dsp:cNvSpPr/>
      </dsp:nvSpPr>
      <dsp:spPr>
        <a:xfrm>
          <a:off x="172836" y="2271838"/>
          <a:ext cx="314248" cy="314248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39C641-06B7-46BC-B910-C64FB6DB8511}">
      <dsp:nvSpPr>
        <dsp:cNvPr id="0" name=""/>
        <dsp:cNvSpPr/>
      </dsp:nvSpPr>
      <dsp:spPr>
        <a:xfrm>
          <a:off x="659921" y="2143281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Bitcoin Relay Networks</a:t>
          </a:r>
          <a:endParaRPr lang="en-US" sz="1600" kern="1200"/>
        </a:p>
      </dsp:txBody>
      <dsp:txXfrm>
        <a:off x="659921" y="2143281"/>
        <a:ext cx="6528278" cy="571360"/>
      </dsp:txXfrm>
    </dsp:sp>
    <dsp:sp modelId="{454245CB-F124-4BBC-AE43-F1DA316BB9B1}">
      <dsp:nvSpPr>
        <dsp:cNvPr id="0" name=""/>
        <dsp:cNvSpPr/>
      </dsp:nvSpPr>
      <dsp:spPr>
        <a:xfrm>
          <a:off x="0" y="2857482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6B476CC-B286-416E-A272-CB5608553FBF}">
      <dsp:nvSpPr>
        <dsp:cNvPr id="0" name=""/>
        <dsp:cNvSpPr/>
      </dsp:nvSpPr>
      <dsp:spPr>
        <a:xfrm>
          <a:off x="172836" y="2986038"/>
          <a:ext cx="314248" cy="314248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B1FA57-056A-44FF-B924-1F5AB25638A3}">
      <dsp:nvSpPr>
        <dsp:cNvPr id="0" name=""/>
        <dsp:cNvSpPr/>
      </dsp:nvSpPr>
      <dsp:spPr>
        <a:xfrm>
          <a:off x="659921" y="2857482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Network Discovery</a:t>
          </a:r>
          <a:endParaRPr lang="en-US" sz="1600" kern="1200"/>
        </a:p>
      </dsp:txBody>
      <dsp:txXfrm>
        <a:off x="659921" y="2857482"/>
        <a:ext cx="6528278" cy="571360"/>
      </dsp:txXfrm>
    </dsp:sp>
    <dsp:sp modelId="{311C8AF9-02FE-4D53-80E1-4D7289B15FE1}">
      <dsp:nvSpPr>
        <dsp:cNvPr id="0" name=""/>
        <dsp:cNvSpPr/>
      </dsp:nvSpPr>
      <dsp:spPr>
        <a:xfrm>
          <a:off x="0" y="3571683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58A5472-FB5D-45C8-BFD6-195CD7AA5D74}">
      <dsp:nvSpPr>
        <dsp:cNvPr id="0" name=""/>
        <dsp:cNvSpPr/>
      </dsp:nvSpPr>
      <dsp:spPr>
        <a:xfrm>
          <a:off x="172836" y="3700239"/>
          <a:ext cx="314248" cy="314248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D3934D-0D77-49C8-9B47-40A76B7EB7CE}">
      <dsp:nvSpPr>
        <dsp:cNvPr id="0" name=""/>
        <dsp:cNvSpPr/>
      </dsp:nvSpPr>
      <dsp:spPr>
        <a:xfrm>
          <a:off x="659921" y="3571683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Full Nodes</a:t>
          </a:r>
          <a:endParaRPr lang="en-US" sz="1600" kern="1200"/>
        </a:p>
      </dsp:txBody>
      <dsp:txXfrm>
        <a:off x="659921" y="3571683"/>
        <a:ext cx="6528278" cy="571360"/>
      </dsp:txXfrm>
    </dsp:sp>
    <dsp:sp modelId="{49F16993-AF08-43C5-A77D-15FFF5BB2065}">
      <dsp:nvSpPr>
        <dsp:cNvPr id="0" name=""/>
        <dsp:cNvSpPr/>
      </dsp:nvSpPr>
      <dsp:spPr>
        <a:xfrm>
          <a:off x="0" y="4285883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E974988-D2DB-497C-8176-E12EE20FF891}">
      <dsp:nvSpPr>
        <dsp:cNvPr id="0" name=""/>
        <dsp:cNvSpPr/>
      </dsp:nvSpPr>
      <dsp:spPr>
        <a:xfrm>
          <a:off x="172836" y="4414439"/>
          <a:ext cx="314248" cy="314248"/>
        </a:xfrm>
        <a:prstGeom prst="rect">
          <a:avLst/>
        </a:prstGeom>
        <a:blipFill>
          <a:blip xmlns:r="http://schemas.openxmlformats.org/officeDocument/2006/relationships" r:embed="rId1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C1EE01-7B22-4D0A-81AA-3B8F1E3CEE45}">
      <dsp:nvSpPr>
        <dsp:cNvPr id="0" name=""/>
        <dsp:cNvSpPr/>
      </dsp:nvSpPr>
      <dsp:spPr>
        <a:xfrm>
          <a:off x="659921" y="4285883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Exchanging “Inventory”</a:t>
          </a:r>
          <a:endParaRPr lang="en-US" sz="1600" kern="1200"/>
        </a:p>
      </dsp:txBody>
      <dsp:txXfrm>
        <a:off x="659921" y="4285883"/>
        <a:ext cx="6528278" cy="571360"/>
      </dsp:txXfrm>
    </dsp:sp>
    <dsp:sp modelId="{55770706-C344-40C0-A11C-084C11B5CDC6}">
      <dsp:nvSpPr>
        <dsp:cNvPr id="0" name=""/>
        <dsp:cNvSpPr/>
      </dsp:nvSpPr>
      <dsp:spPr>
        <a:xfrm>
          <a:off x="0" y="5000084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C58B911-853D-4327-990C-940E5DC01E7E}">
      <dsp:nvSpPr>
        <dsp:cNvPr id="0" name=""/>
        <dsp:cNvSpPr/>
      </dsp:nvSpPr>
      <dsp:spPr>
        <a:xfrm>
          <a:off x="172836" y="5128640"/>
          <a:ext cx="314248" cy="314248"/>
        </a:xfrm>
        <a:prstGeom prst="rect">
          <a:avLst/>
        </a:prstGeom>
        <a:blipFill>
          <a:blip xmlns:r="http://schemas.openxmlformats.org/officeDocument/2006/relationships" r:embed="rId1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3C8469-83AF-4854-A726-13767689380E}">
      <dsp:nvSpPr>
        <dsp:cNvPr id="0" name=""/>
        <dsp:cNvSpPr/>
      </dsp:nvSpPr>
      <dsp:spPr>
        <a:xfrm>
          <a:off x="659921" y="5000084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Simplified Payment Verification (SPV) Nodes</a:t>
          </a:r>
          <a:endParaRPr lang="en-US" sz="1600" kern="1200"/>
        </a:p>
      </dsp:txBody>
      <dsp:txXfrm>
        <a:off x="659921" y="5000084"/>
        <a:ext cx="6528278" cy="571360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C410AC4-A34E-4649-B054-05B284711875}">
      <dsp:nvSpPr>
        <dsp:cNvPr id="0" name=""/>
        <dsp:cNvSpPr/>
      </dsp:nvSpPr>
      <dsp:spPr>
        <a:xfrm>
          <a:off x="0" y="2312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7B8870F-C897-4ADC-AE68-846C2CB63D03}">
      <dsp:nvSpPr>
        <dsp:cNvPr id="0" name=""/>
        <dsp:cNvSpPr/>
      </dsp:nvSpPr>
      <dsp:spPr>
        <a:xfrm>
          <a:off x="354561" y="266036"/>
          <a:ext cx="644657" cy="64465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15862B3-1C2E-47F1-8FCA-C20DB80E6BDC}">
      <dsp:nvSpPr>
        <dsp:cNvPr id="0" name=""/>
        <dsp:cNvSpPr/>
      </dsp:nvSpPr>
      <dsp:spPr>
        <a:xfrm>
          <a:off x="1353781" y="2312"/>
          <a:ext cx="3234690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Bloom Filters</a:t>
          </a:r>
          <a:endParaRPr lang="en-US" sz="2100" kern="1200"/>
        </a:p>
      </dsp:txBody>
      <dsp:txXfrm>
        <a:off x="1353781" y="2312"/>
        <a:ext cx="3234690" cy="1172105"/>
      </dsp:txXfrm>
    </dsp:sp>
    <dsp:sp modelId="{C708B431-2784-4ED0-AF54-E7D5E27D844A}">
      <dsp:nvSpPr>
        <dsp:cNvPr id="0" name=""/>
        <dsp:cNvSpPr/>
      </dsp:nvSpPr>
      <dsp:spPr>
        <a:xfrm>
          <a:off x="4588471" y="2312"/>
          <a:ext cx="259972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How Bloom Filters Work</a:t>
          </a:r>
          <a:endParaRPr lang="en-US" sz="1600" kern="1200"/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How SPV Nodes Use Bloom Filters</a:t>
          </a:r>
        </a:p>
      </dsp:txBody>
      <dsp:txXfrm>
        <a:off x="4588471" y="2312"/>
        <a:ext cx="2599728" cy="1172105"/>
      </dsp:txXfrm>
    </dsp:sp>
    <dsp:sp modelId="{CD58438B-3982-484C-A023-87FB1F5671E9}">
      <dsp:nvSpPr>
        <dsp:cNvPr id="0" name=""/>
        <dsp:cNvSpPr/>
      </dsp:nvSpPr>
      <dsp:spPr>
        <a:xfrm>
          <a:off x="0" y="1467444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61B8C04-4B34-4F89-B80C-BCDA8B9D7433}">
      <dsp:nvSpPr>
        <dsp:cNvPr id="0" name=""/>
        <dsp:cNvSpPr/>
      </dsp:nvSpPr>
      <dsp:spPr>
        <a:xfrm>
          <a:off x="354561" y="1731167"/>
          <a:ext cx="644657" cy="64465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C54641-C51A-455A-9B7B-2FABE7288ACC}">
      <dsp:nvSpPr>
        <dsp:cNvPr id="0" name=""/>
        <dsp:cNvSpPr/>
      </dsp:nvSpPr>
      <dsp:spPr>
        <a:xfrm>
          <a:off x="1353781" y="1467444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SPV Nodes and Privacy</a:t>
          </a:r>
          <a:endParaRPr lang="en-US" sz="2100" kern="1200"/>
        </a:p>
      </dsp:txBody>
      <dsp:txXfrm>
        <a:off x="1353781" y="1467444"/>
        <a:ext cx="5834418" cy="1172105"/>
      </dsp:txXfrm>
    </dsp:sp>
    <dsp:sp modelId="{D5E9F4E5-51C2-495A-BD32-1C42895FF629}">
      <dsp:nvSpPr>
        <dsp:cNvPr id="0" name=""/>
        <dsp:cNvSpPr/>
      </dsp:nvSpPr>
      <dsp:spPr>
        <a:xfrm>
          <a:off x="0" y="2932575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7DD2470-21F6-4345-869C-0AF55C042496}">
      <dsp:nvSpPr>
        <dsp:cNvPr id="0" name=""/>
        <dsp:cNvSpPr/>
      </dsp:nvSpPr>
      <dsp:spPr>
        <a:xfrm>
          <a:off x="354561" y="3196299"/>
          <a:ext cx="644657" cy="64465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A268F2-5295-4813-95F7-05E0CA96397E}">
      <dsp:nvSpPr>
        <dsp:cNvPr id="0" name=""/>
        <dsp:cNvSpPr/>
      </dsp:nvSpPr>
      <dsp:spPr>
        <a:xfrm>
          <a:off x="1353781" y="2932575"/>
          <a:ext cx="3234690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Encrypted and Authenticated Connections</a:t>
          </a:r>
          <a:endParaRPr lang="en-US" sz="2100" kern="1200"/>
        </a:p>
      </dsp:txBody>
      <dsp:txXfrm>
        <a:off x="1353781" y="2932575"/>
        <a:ext cx="3234690" cy="1172105"/>
      </dsp:txXfrm>
    </dsp:sp>
    <dsp:sp modelId="{CD233508-9EBE-4996-8498-636234133CDE}">
      <dsp:nvSpPr>
        <dsp:cNvPr id="0" name=""/>
        <dsp:cNvSpPr/>
      </dsp:nvSpPr>
      <dsp:spPr>
        <a:xfrm>
          <a:off x="4588471" y="2932575"/>
          <a:ext cx="259972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Tor Transport</a:t>
          </a:r>
          <a:endParaRPr lang="en-US" sz="1600" kern="1200"/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Peer-to-Peer Authentication and Encryption</a:t>
          </a:r>
          <a:endParaRPr lang="en-US" sz="1600" kern="1200"/>
        </a:p>
      </dsp:txBody>
      <dsp:txXfrm>
        <a:off x="4588471" y="2932575"/>
        <a:ext cx="2599728" cy="1172105"/>
      </dsp:txXfrm>
    </dsp:sp>
    <dsp:sp modelId="{04F91769-A4DE-4850-B53F-B53FEC1B99B8}">
      <dsp:nvSpPr>
        <dsp:cNvPr id="0" name=""/>
        <dsp:cNvSpPr/>
      </dsp:nvSpPr>
      <dsp:spPr>
        <a:xfrm>
          <a:off x="0" y="4397707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130D68F-8CAD-4709-8253-70A8DDBB3D71}">
      <dsp:nvSpPr>
        <dsp:cNvPr id="0" name=""/>
        <dsp:cNvSpPr/>
      </dsp:nvSpPr>
      <dsp:spPr>
        <a:xfrm>
          <a:off x="354561" y="4661430"/>
          <a:ext cx="644657" cy="64465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21F121-5CB4-4A29-89B9-2391C1D35F2D}">
      <dsp:nvSpPr>
        <dsp:cNvPr id="0" name=""/>
        <dsp:cNvSpPr/>
      </dsp:nvSpPr>
      <dsp:spPr>
        <a:xfrm>
          <a:off x="1353781" y="4397707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Transaction Pools</a:t>
          </a:r>
          <a:endParaRPr lang="en-US" sz="2100" kern="1200"/>
        </a:p>
      </dsp:txBody>
      <dsp:txXfrm>
        <a:off x="1353781" y="4397707"/>
        <a:ext cx="5834418" cy="1172105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1A69BE-F307-47AA-AB0C-9BCCB5D2A348}">
      <dsp:nvSpPr>
        <dsp:cNvPr id="0" name=""/>
        <dsp:cNvSpPr/>
      </dsp:nvSpPr>
      <dsp:spPr>
        <a:xfrm>
          <a:off x="0" y="680"/>
          <a:ext cx="7188200" cy="159164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40D5ED6-0A0B-46F9-AE30-8173C803FB69}">
      <dsp:nvSpPr>
        <dsp:cNvPr id="0" name=""/>
        <dsp:cNvSpPr/>
      </dsp:nvSpPr>
      <dsp:spPr>
        <a:xfrm>
          <a:off x="481473" y="358800"/>
          <a:ext cx="875405" cy="875405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6F7A7-B3C8-49EF-BE6E-F464F0635684}">
      <dsp:nvSpPr>
        <dsp:cNvPr id="0" name=""/>
        <dsp:cNvSpPr/>
      </dsp:nvSpPr>
      <dsp:spPr>
        <a:xfrm>
          <a:off x="1838352" y="680"/>
          <a:ext cx="5349847" cy="15916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8449" tIns="168449" rIns="168449" bIns="168449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Mesh Network with Flat Topology</a:t>
          </a:r>
          <a:endParaRPr lang="en-US" sz="2500" kern="1200"/>
        </a:p>
      </dsp:txBody>
      <dsp:txXfrm>
        <a:off x="1838352" y="680"/>
        <a:ext cx="5349847" cy="1591647"/>
      </dsp:txXfrm>
    </dsp:sp>
    <dsp:sp modelId="{A8FF768C-2A34-4296-ADE7-FA9EC3678091}">
      <dsp:nvSpPr>
        <dsp:cNvPr id="0" name=""/>
        <dsp:cNvSpPr/>
      </dsp:nvSpPr>
      <dsp:spPr>
        <a:xfrm>
          <a:off x="0" y="1990238"/>
          <a:ext cx="7188200" cy="159164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FEDF34A-22F3-4095-9A10-290B7280DD3A}">
      <dsp:nvSpPr>
        <dsp:cNvPr id="0" name=""/>
        <dsp:cNvSpPr/>
      </dsp:nvSpPr>
      <dsp:spPr>
        <a:xfrm>
          <a:off x="481473" y="2348359"/>
          <a:ext cx="875405" cy="875405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7885EA-4882-4271-9E5B-8885216C364C}">
      <dsp:nvSpPr>
        <dsp:cNvPr id="0" name=""/>
        <dsp:cNvSpPr/>
      </dsp:nvSpPr>
      <dsp:spPr>
        <a:xfrm>
          <a:off x="1838352" y="1990238"/>
          <a:ext cx="5349847" cy="15916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8449" tIns="168449" rIns="168449" bIns="168449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Topology Choice</a:t>
          </a:r>
          <a:endParaRPr lang="en-US" sz="2500" kern="1200"/>
        </a:p>
      </dsp:txBody>
      <dsp:txXfrm>
        <a:off x="1838352" y="1990238"/>
        <a:ext cx="5349847" cy="1591647"/>
      </dsp:txXfrm>
    </dsp:sp>
    <dsp:sp modelId="{53C722E6-70FB-4EBB-80C8-BD08339DA3CF}">
      <dsp:nvSpPr>
        <dsp:cNvPr id="0" name=""/>
        <dsp:cNvSpPr/>
      </dsp:nvSpPr>
      <dsp:spPr>
        <a:xfrm>
          <a:off x="0" y="3979797"/>
          <a:ext cx="7188200" cy="159164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AFF8E66-39E2-40EE-9EF1-B01CCF173852}">
      <dsp:nvSpPr>
        <dsp:cNvPr id="0" name=""/>
        <dsp:cNvSpPr/>
      </dsp:nvSpPr>
      <dsp:spPr>
        <a:xfrm>
          <a:off x="481473" y="4337918"/>
          <a:ext cx="875405" cy="875405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D2AFAB-1B95-403C-8EFA-47C4B2198F0A}">
      <dsp:nvSpPr>
        <dsp:cNvPr id="0" name=""/>
        <dsp:cNvSpPr/>
      </dsp:nvSpPr>
      <dsp:spPr>
        <a:xfrm>
          <a:off x="1838352" y="3979797"/>
          <a:ext cx="5349847" cy="15916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8449" tIns="168449" rIns="168449" bIns="168449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Extended Protocol</a:t>
          </a:r>
          <a:endParaRPr lang="en-US" sz="2500" kern="1200"/>
        </a:p>
      </dsp:txBody>
      <dsp:txXfrm>
        <a:off x="1838352" y="3979797"/>
        <a:ext cx="5349847" cy="1591647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E283C31-7ECE-459A-8A0E-24C394F89A5A}">
      <dsp:nvSpPr>
        <dsp:cNvPr id="0" name=""/>
        <dsp:cNvSpPr/>
      </dsp:nvSpPr>
      <dsp:spPr>
        <a:xfrm>
          <a:off x="1083355" y="198973"/>
          <a:ext cx="1166484" cy="116648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398428-BC00-4CD8-B015-1C03A598DCFF}">
      <dsp:nvSpPr>
        <dsp:cNvPr id="0" name=""/>
        <dsp:cNvSpPr/>
      </dsp:nvSpPr>
      <dsp:spPr>
        <a:xfrm>
          <a:off x="191" y="1511141"/>
          <a:ext cx="3332812" cy="4999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 dirty="0"/>
            <a:t>On top of Internet</a:t>
          </a:r>
          <a:endParaRPr lang="en-US" sz="3200" kern="1200" dirty="0"/>
        </a:p>
      </dsp:txBody>
      <dsp:txXfrm>
        <a:off x="191" y="1511141"/>
        <a:ext cx="3332812" cy="499921"/>
      </dsp:txXfrm>
    </dsp:sp>
    <dsp:sp modelId="{00FF91A0-BF10-4530-BB74-3169E924E0AA}">
      <dsp:nvSpPr>
        <dsp:cNvPr id="0" name=""/>
        <dsp:cNvSpPr/>
      </dsp:nvSpPr>
      <dsp:spPr>
        <a:xfrm>
          <a:off x="191" y="2078823"/>
          <a:ext cx="3332812" cy="15081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Bitcoin is structured as a peer-to-peer network architecture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top of the internet.</a:t>
          </a:r>
        </a:p>
      </dsp:txBody>
      <dsp:txXfrm>
        <a:off x="191" y="2078823"/>
        <a:ext cx="3332812" cy="1508140"/>
      </dsp:txXfrm>
    </dsp:sp>
    <dsp:sp modelId="{52485169-88BB-49F1-8D73-369C5509A4C7}">
      <dsp:nvSpPr>
        <dsp:cNvPr id="0" name=""/>
        <dsp:cNvSpPr/>
      </dsp:nvSpPr>
      <dsp:spPr>
        <a:xfrm>
          <a:off x="4999409" y="198973"/>
          <a:ext cx="1166484" cy="116648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2D3E33-6F9D-42FE-A30C-BE71EA530C66}">
      <dsp:nvSpPr>
        <dsp:cNvPr id="0" name=""/>
        <dsp:cNvSpPr/>
      </dsp:nvSpPr>
      <dsp:spPr>
        <a:xfrm>
          <a:off x="3916245" y="1511141"/>
          <a:ext cx="3332812" cy="4999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200" kern="1200"/>
            <a:t>P2P</a:t>
          </a:r>
        </a:p>
      </dsp:txBody>
      <dsp:txXfrm>
        <a:off x="3916245" y="1511141"/>
        <a:ext cx="3332812" cy="499921"/>
      </dsp:txXfrm>
    </dsp:sp>
    <dsp:sp modelId="{650CA807-FB8F-48C0-AF87-7DD4ED7C5D47}">
      <dsp:nvSpPr>
        <dsp:cNvPr id="0" name=""/>
        <dsp:cNvSpPr/>
      </dsp:nvSpPr>
      <dsp:spPr>
        <a:xfrm>
          <a:off x="3916245" y="2078823"/>
          <a:ext cx="3332812" cy="15081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term peer-to-peer, or P2P, means that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computers that participate in the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are peers to each other</a:t>
          </a:r>
        </a:p>
      </dsp:txBody>
      <dsp:txXfrm>
        <a:off x="3916245" y="2078823"/>
        <a:ext cx="3332812" cy="1508140"/>
      </dsp:txXfrm>
    </dsp:sp>
    <dsp:sp modelId="{D79CD1A4-01C2-412E-80F1-D869708C0840}">
      <dsp:nvSpPr>
        <dsp:cNvPr id="0" name=""/>
        <dsp:cNvSpPr/>
      </dsp:nvSpPr>
      <dsp:spPr>
        <a:xfrm>
          <a:off x="8915464" y="198973"/>
          <a:ext cx="1166484" cy="116648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F9E8B4B-DC48-411F-96F7-238CF0ACF69E}">
      <dsp:nvSpPr>
        <dsp:cNvPr id="0" name=""/>
        <dsp:cNvSpPr/>
      </dsp:nvSpPr>
      <dsp:spPr>
        <a:xfrm>
          <a:off x="7832300" y="1511141"/>
          <a:ext cx="3332812" cy="4999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/>
            <a:t>Nodes are Equal</a:t>
          </a:r>
          <a:endParaRPr lang="en-US" sz="3200" kern="1200"/>
        </a:p>
      </dsp:txBody>
      <dsp:txXfrm>
        <a:off x="7832300" y="1511141"/>
        <a:ext cx="3332812" cy="499921"/>
      </dsp:txXfrm>
    </dsp:sp>
    <dsp:sp modelId="{BA33FCF6-58AF-4DE1-8718-F5A9DC743A67}">
      <dsp:nvSpPr>
        <dsp:cNvPr id="0" name=""/>
        <dsp:cNvSpPr/>
      </dsp:nvSpPr>
      <dsp:spPr>
        <a:xfrm>
          <a:off x="7832300" y="2078823"/>
          <a:ext cx="3332812" cy="15081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there are no “special” nodes,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 nodes share the burden of providing network services</a:t>
          </a:r>
        </a:p>
      </dsp:txBody>
      <dsp:txXfrm>
        <a:off x="7832300" y="2078823"/>
        <a:ext cx="3332812" cy="1508140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CBA7F9C-0D4C-42B1-8581-535B5AF03E7E}">
      <dsp:nvSpPr>
        <dsp:cNvPr id="0" name=""/>
        <dsp:cNvSpPr/>
      </dsp:nvSpPr>
      <dsp:spPr>
        <a:xfrm>
          <a:off x="388" y="434240"/>
          <a:ext cx="1129570" cy="112957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E6D3B4-2E37-4400-B379-CD12D7D2D555}">
      <dsp:nvSpPr>
        <dsp:cNvPr id="0" name=""/>
        <dsp:cNvSpPr/>
      </dsp:nvSpPr>
      <dsp:spPr>
        <a:xfrm>
          <a:off x="388" y="1678224"/>
          <a:ext cx="3227343" cy="4841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Flat topology</a:t>
          </a:r>
          <a:endParaRPr lang="en-US" sz="2100" kern="1200"/>
        </a:p>
      </dsp:txBody>
      <dsp:txXfrm>
        <a:off x="388" y="1678224"/>
        <a:ext cx="3227343" cy="484101"/>
      </dsp:txXfrm>
    </dsp:sp>
    <dsp:sp modelId="{17B1105D-AD98-4400-81A9-4929935CBBBE}">
      <dsp:nvSpPr>
        <dsp:cNvPr id="0" name=""/>
        <dsp:cNvSpPr/>
      </dsp:nvSpPr>
      <dsp:spPr>
        <a:xfrm>
          <a:off x="388" y="2215541"/>
          <a:ext cx="3227343" cy="879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The network </a:t>
          </a:r>
          <a:r>
            <a:rPr lang="en-US" sz="1500" kern="1200" dirty="0"/>
            <a:t>nodes interconnect in a mesh network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 a “flat” topology. </a:t>
          </a:r>
        </a:p>
      </dsp:txBody>
      <dsp:txXfrm>
        <a:off x="388" y="2215541"/>
        <a:ext cx="3227343" cy="879481"/>
      </dsp:txXfrm>
    </dsp:sp>
    <dsp:sp modelId="{0DF2F012-C2EA-44BC-9492-82C7C0E7C160}">
      <dsp:nvSpPr>
        <dsp:cNvPr id="0" name=""/>
        <dsp:cNvSpPr/>
      </dsp:nvSpPr>
      <dsp:spPr>
        <a:xfrm>
          <a:off x="3792517" y="434240"/>
          <a:ext cx="1129570" cy="112957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530D5B-7C10-4ADD-A026-A045041FD185}">
      <dsp:nvSpPr>
        <dsp:cNvPr id="0" name=""/>
        <dsp:cNvSpPr/>
      </dsp:nvSpPr>
      <dsp:spPr>
        <a:xfrm>
          <a:off x="3792517" y="1678224"/>
          <a:ext cx="3227343" cy="4841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Roles of Nodes</a:t>
          </a:r>
          <a:endParaRPr lang="en-US" sz="2100" kern="1200"/>
        </a:p>
      </dsp:txBody>
      <dsp:txXfrm>
        <a:off x="3792517" y="1678224"/>
        <a:ext cx="3227343" cy="484101"/>
      </dsp:txXfrm>
    </dsp:sp>
    <dsp:sp modelId="{8DCBC3E9-F30F-42BB-B028-A2CC9CBA6BBB}">
      <dsp:nvSpPr>
        <dsp:cNvPr id="0" name=""/>
        <dsp:cNvSpPr/>
      </dsp:nvSpPr>
      <dsp:spPr>
        <a:xfrm>
          <a:off x="3792517" y="2215541"/>
          <a:ext cx="3227343" cy="879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There is no server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</a:t>
          </a:r>
          <a:r>
            <a:rPr lang="tr-TR" sz="1500" kern="1200"/>
            <a:t> </a:t>
          </a:r>
          <a:r>
            <a:rPr lang="en-US" sz="1500" kern="1200"/>
            <a:t>centralized service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 hierarchy within the network.</a:t>
          </a:r>
        </a:p>
      </dsp:txBody>
      <dsp:txXfrm>
        <a:off x="3792517" y="2215541"/>
        <a:ext cx="3227343" cy="879481"/>
      </dsp:txXfrm>
    </dsp:sp>
    <dsp:sp modelId="{B7C77549-08D4-4EA6-A601-A15CCAFBD64F}">
      <dsp:nvSpPr>
        <dsp:cNvPr id="0" name=""/>
        <dsp:cNvSpPr/>
      </dsp:nvSpPr>
      <dsp:spPr>
        <a:xfrm>
          <a:off x="7584646" y="434240"/>
          <a:ext cx="1129570" cy="1129570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D7CE40-4AC7-401C-BA2C-E8B9BCB77F4D}">
      <dsp:nvSpPr>
        <dsp:cNvPr id="0" name=""/>
        <dsp:cNvSpPr/>
      </dsp:nvSpPr>
      <dsp:spPr>
        <a:xfrm>
          <a:off x="7584646" y="1678224"/>
          <a:ext cx="3227343" cy="4841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Provide &amp; consume services</a:t>
          </a:r>
          <a:endParaRPr lang="en-US" sz="2100" kern="1200"/>
        </a:p>
      </dsp:txBody>
      <dsp:txXfrm>
        <a:off x="7584646" y="1678224"/>
        <a:ext cx="3227343" cy="484101"/>
      </dsp:txXfrm>
    </dsp:sp>
    <dsp:sp modelId="{0A7E23EE-6606-4702-89D8-00314CB7F07F}">
      <dsp:nvSpPr>
        <dsp:cNvPr id="0" name=""/>
        <dsp:cNvSpPr/>
      </dsp:nvSpPr>
      <dsp:spPr>
        <a:xfrm>
          <a:off x="7584646" y="2215541"/>
          <a:ext cx="3227343" cy="879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Nodes in a P2P provide and consume services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acting as the</a:t>
          </a:r>
          <a:r>
            <a:rPr lang="tr-TR" sz="1500" kern="1200" dirty="0"/>
            <a:t> </a:t>
          </a:r>
          <a:r>
            <a:rPr lang="tr-TR" sz="1500" kern="1200" dirty="0" err="1"/>
            <a:t>incentive</a:t>
          </a:r>
          <a:r>
            <a:rPr lang="tr-TR" sz="1500" kern="1200" dirty="0"/>
            <a:t> </a:t>
          </a:r>
          <a:r>
            <a:rPr lang="tr-TR" sz="1500" kern="1200" dirty="0" err="1"/>
            <a:t>for</a:t>
          </a:r>
          <a:r>
            <a:rPr lang="tr-TR" sz="1500" kern="1200" dirty="0"/>
            <a:t> </a:t>
          </a:r>
          <a:r>
            <a:rPr lang="tr-TR" sz="1500" kern="1200" dirty="0" err="1"/>
            <a:t>participation</a:t>
          </a:r>
          <a:r>
            <a:rPr lang="tr-TR" sz="1500" kern="1200" dirty="0"/>
            <a:t>.</a:t>
          </a:r>
          <a:endParaRPr lang="en-US" sz="1500" kern="1200" dirty="0"/>
        </a:p>
      </dsp:txBody>
      <dsp:txXfrm>
        <a:off x="7584646" y="2215541"/>
        <a:ext cx="3227343" cy="879481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A6E26EA-ECC0-4AAA-8482-791640A2B21F}">
      <dsp:nvSpPr>
        <dsp:cNvPr id="0" name=""/>
        <dsp:cNvSpPr/>
      </dsp:nvSpPr>
      <dsp:spPr>
        <a:xfrm>
          <a:off x="768712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BCFA9D-1BE5-4222-94A4-72B9F6B6882A}">
      <dsp:nvSpPr>
        <dsp:cNvPr id="0" name=""/>
        <dsp:cNvSpPr/>
      </dsp:nvSpPr>
      <dsp:spPr>
        <a:xfrm>
          <a:off x="575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Bitcoin is P2P</a:t>
          </a:r>
          <a:endParaRPr lang="en-US" sz="1700" kern="1200"/>
        </a:p>
      </dsp:txBody>
      <dsp:txXfrm>
        <a:off x="5759" y="1474222"/>
        <a:ext cx="2347548" cy="352132"/>
      </dsp:txXfrm>
    </dsp:sp>
    <dsp:sp modelId="{8C67AE8E-0B3A-4552-AA6C-FF50318E660E}">
      <dsp:nvSpPr>
        <dsp:cNvPr id="0" name=""/>
        <dsp:cNvSpPr/>
      </dsp:nvSpPr>
      <dsp:spPr>
        <a:xfrm>
          <a:off x="575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Bitcoin is a</a:t>
          </a:r>
          <a:r>
            <a:rPr lang="tr-TR" sz="1300" kern="1200"/>
            <a:t> </a:t>
          </a:r>
          <a:r>
            <a:rPr lang="en-US" sz="1300" kern="1200"/>
            <a:t>P2P digital cash system by design </a:t>
          </a:r>
        </a:p>
      </dsp:txBody>
      <dsp:txXfrm>
        <a:off x="5759" y="1877691"/>
        <a:ext cx="2347548" cy="1231351"/>
      </dsp:txXfrm>
    </dsp:sp>
    <dsp:sp modelId="{679B24D6-24DA-4467-8705-2FCF3C659404}">
      <dsp:nvSpPr>
        <dsp:cNvPr id="0" name=""/>
        <dsp:cNvSpPr/>
      </dsp:nvSpPr>
      <dsp:spPr>
        <a:xfrm>
          <a:off x="3527082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353F7F-EAC4-4AF3-A1E0-D5237840B61B}">
      <dsp:nvSpPr>
        <dsp:cNvPr id="0" name=""/>
        <dsp:cNvSpPr/>
      </dsp:nvSpPr>
      <dsp:spPr>
        <a:xfrm>
          <a:off x="276412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 network architecture</a:t>
          </a:r>
        </a:p>
      </dsp:txBody>
      <dsp:txXfrm>
        <a:off x="2764129" y="1474222"/>
        <a:ext cx="2347548" cy="352132"/>
      </dsp:txXfrm>
    </dsp:sp>
    <dsp:sp modelId="{A60B50BD-31F5-40B1-81D1-7B0616C6C701}">
      <dsp:nvSpPr>
        <dsp:cNvPr id="0" name=""/>
        <dsp:cNvSpPr/>
      </dsp:nvSpPr>
      <dsp:spPr>
        <a:xfrm>
          <a:off x="276412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is both a reflection</a:t>
          </a:r>
          <a:r>
            <a:rPr lang="tr-TR" sz="1300" kern="1200"/>
            <a:t> 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and a foundation of that core characteristic. </a:t>
          </a:r>
        </a:p>
      </dsp:txBody>
      <dsp:txXfrm>
        <a:off x="2764129" y="1877691"/>
        <a:ext cx="2347548" cy="1231351"/>
      </dsp:txXfrm>
    </dsp:sp>
    <dsp:sp modelId="{6727D61A-44BD-46B7-BE43-D1C45E106F16}">
      <dsp:nvSpPr>
        <dsp:cNvPr id="0" name=""/>
        <dsp:cNvSpPr/>
      </dsp:nvSpPr>
      <dsp:spPr>
        <a:xfrm>
          <a:off x="6285452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43D98A-4883-4B7B-BBFA-528626CAA3BF}">
      <dsp:nvSpPr>
        <dsp:cNvPr id="0" name=""/>
        <dsp:cNvSpPr/>
      </dsp:nvSpPr>
      <dsp:spPr>
        <a:xfrm>
          <a:off x="552249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Core Design Principle</a:t>
          </a:r>
          <a:endParaRPr lang="en-US" sz="1700" kern="1200"/>
        </a:p>
      </dsp:txBody>
      <dsp:txXfrm>
        <a:off x="5522499" y="1474222"/>
        <a:ext cx="2347548" cy="352132"/>
      </dsp:txXfrm>
    </dsp:sp>
    <dsp:sp modelId="{ECFAF7EC-0581-41E0-AE1F-408E7C7C58B5}">
      <dsp:nvSpPr>
        <dsp:cNvPr id="0" name=""/>
        <dsp:cNvSpPr/>
      </dsp:nvSpPr>
      <dsp:spPr>
        <a:xfrm>
          <a:off x="552249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Decentralization of control is a core</a:t>
          </a:r>
          <a:r>
            <a:rPr lang="tr-TR" sz="1300" kern="1200"/>
            <a:t> </a:t>
          </a:r>
          <a:r>
            <a:rPr lang="en-US" sz="1300" kern="1200"/>
            <a:t>design principle </a:t>
          </a:r>
        </a:p>
      </dsp:txBody>
      <dsp:txXfrm>
        <a:off x="5522499" y="1877691"/>
        <a:ext cx="2347548" cy="1231351"/>
      </dsp:txXfrm>
    </dsp:sp>
    <dsp:sp modelId="{5CABDCBD-A9DB-4B2B-A0D9-96A29B6B0844}">
      <dsp:nvSpPr>
        <dsp:cNvPr id="0" name=""/>
        <dsp:cNvSpPr/>
      </dsp:nvSpPr>
      <dsp:spPr>
        <a:xfrm>
          <a:off x="9043823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1B5156C-405B-427D-AA59-F5A01E12C459}">
      <dsp:nvSpPr>
        <dsp:cNvPr id="0" name=""/>
        <dsp:cNvSpPr/>
      </dsp:nvSpPr>
      <dsp:spPr>
        <a:xfrm>
          <a:off x="828086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Achieved by flat &amp; P2P</a:t>
          </a:r>
          <a:endParaRPr lang="en-US" sz="1700" kern="1200"/>
        </a:p>
      </dsp:txBody>
      <dsp:txXfrm>
        <a:off x="8280869" y="1474222"/>
        <a:ext cx="2347548" cy="352132"/>
      </dsp:txXfrm>
    </dsp:sp>
    <dsp:sp modelId="{1D658ECE-56E7-4D2E-B1D0-4F5DAAA43889}">
      <dsp:nvSpPr>
        <dsp:cNvPr id="0" name=""/>
        <dsp:cNvSpPr/>
      </dsp:nvSpPr>
      <dsp:spPr>
        <a:xfrm>
          <a:off x="828086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can only be achieved</a:t>
          </a:r>
          <a:r>
            <a:rPr lang="tr-TR" sz="1300" kern="1200"/>
            <a:t> </a:t>
          </a:r>
          <a:r>
            <a:rPr lang="en-US" sz="1300" kern="1200"/>
            <a:t>maintained</a:t>
          </a:r>
          <a:r>
            <a:rPr lang="tr-TR" sz="1300" kern="1200"/>
            <a:t> </a:t>
          </a:r>
          <a:r>
            <a:rPr lang="tr-TR" sz="1300" kern="1200" err="1"/>
            <a:t>by</a:t>
          </a:r>
          <a:r>
            <a:rPr lang="tr-TR" sz="1300" kern="1200"/>
            <a:t> </a:t>
          </a:r>
          <a:r>
            <a:rPr lang="en-US" sz="1300" kern="1200"/>
            <a:t>consensus network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flat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decentralized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P2P</a:t>
          </a:r>
        </a:p>
      </dsp:txBody>
      <dsp:txXfrm>
        <a:off x="8280869" y="1877691"/>
        <a:ext cx="2347548" cy="1231351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54E0208-D32E-42E1-A52D-0855F5C4760B}">
      <dsp:nvSpPr>
        <dsp:cNvPr id="0" name=""/>
        <dsp:cNvSpPr/>
      </dsp:nvSpPr>
      <dsp:spPr>
        <a:xfrm>
          <a:off x="536540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FD2CAD5-3F6E-4619-A750-EAF580D4E13F}">
      <dsp:nvSpPr>
        <dsp:cNvPr id="0" name=""/>
        <dsp:cNvSpPr/>
      </dsp:nvSpPr>
      <dsp:spPr>
        <a:xfrm>
          <a:off x="3184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Bitcoin</a:t>
          </a:r>
          <a:r>
            <a:rPr lang="tr-TR" sz="1500" kern="1200"/>
            <a:t> </a:t>
          </a:r>
          <a:r>
            <a:rPr lang="en-US" sz="1500" kern="1200"/>
            <a:t>network</a:t>
          </a:r>
        </a:p>
      </dsp:txBody>
      <dsp:txXfrm>
        <a:off x="3184" y="1763973"/>
        <a:ext cx="1641093" cy="246164"/>
      </dsp:txXfrm>
    </dsp:sp>
    <dsp:sp modelId="{FB3B97F0-1D77-4679-B845-F77D8E71DF1B}">
      <dsp:nvSpPr>
        <dsp:cNvPr id="0" name=""/>
        <dsp:cNvSpPr/>
      </dsp:nvSpPr>
      <dsp:spPr>
        <a:xfrm>
          <a:off x="3184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collection of nodes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running the </a:t>
          </a:r>
          <a:r>
            <a:rPr lang="en-US" sz="1200" b="1" kern="1200" dirty="0"/>
            <a:t>bitcoin P2P</a:t>
          </a:r>
          <a:r>
            <a:rPr lang="tr-TR" sz="1200" b="1" kern="1200" dirty="0"/>
            <a:t> </a:t>
          </a:r>
          <a:r>
            <a:rPr lang="en-US" sz="1200" b="1" kern="1200" dirty="0"/>
            <a:t>protocol</a:t>
          </a:r>
          <a:r>
            <a:rPr lang="en-US" sz="1200" kern="1200" dirty="0"/>
            <a:t>. </a:t>
          </a:r>
        </a:p>
      </dsp:txBody>
      <dsp:txXfrm>
        <a:off x="3184" y="2046510"/>
        <a:ext cx="1641093" cy="883515"/>
      </dsp:txXfrm>
    </dsp:sp>
    <dsp:sp modelId="{74359BC4-545D-4C4D-9707-DD3D993867EA}">
      <dsp:nvSpPr>
        <dsp:cNvPr id="0" name=""/>
        <dsp:cNvSpPr/>
      </dsp:nvSpPr>
      <dsp:spPr>
        <a:xfrm>
          <a:off x="2464825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D105D3A-799C-4C36-8F30-E9FB62F9D6B8}">
      <dsp:nvSpPr>
        <dsp:cNvPr id="0" name=""/>
        <dsp:cNvSpPr/>
      </dsp:nvSpPr>
      <dsp:spPr>
        <a:xfrm>
          <a:off x="1931469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Mining: Stratum</a:t>
          </a:r>
          <a:endParaRPr lang="en-US" sz="1500" kern="1200"/>
        </a:p>
      </dsp:txBody>
      <dsp:txXfrm>
        <a:off x="1931469" y="1763973"/>
        <a:ext cx="1641093" cy="246164"/>
      </dsp:txXfrm>
    </dsp:sp>
    <dsp:sp modelId="{A9BC6186-4069-437A-A3D7-3B790B00D89A}">
      <dsp:nvSpPr>
        <dsp:cNvPr id="0" name=""/>
        <dsp:cNvSpPr/>
      </dsp:nvSpPr>
      <dsp:spPr>
        <a:xfrm>
          <a:off x="1931469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there are other protocols </a:t>
          </a:r>
          <a:r>
            <a:rPr lang="tr-TR" sz="1200" kern="1200"/>
            <a:t> </a:t>
          </a:r>
          <a:r>
            <a:rPr lang="en-US" sz="1200" kern="1200"/>
            <a:t>such as</a:t>
          </a:r>
          <a:r>
            <a:rPr lang="tr-TR" sz="1200" kern="1200"/>
            <a:t> </a:t>
          </a:r>
          <a:r>
            <a:rPr lang="en-US" sz="1200" kern="1200"/>
            <a:t>Stratum</a:t>
          </a:r>
        </a:p>
      </dsp:txBody>
      <dsp:txXfrm>
        <a:off x="1931469" y="2046510"/>
        <a:ext cx="1641093" cy="883515"/>
      </dsp:txXfrm>
    </dsp:sp>
    <dsp:sp modelId="{A0AEAAE3-0B04-42F6-A6A7-9D7B1F4C2DB4}">
      <dsp:nvSpPr>
        <dsp:cNvPr id="0" name=""/>
        <dsp:cNvSpPr/>
      </dsp:nvSpPr>
      <dsp:spPr>
        <a:xfrm>
          <a:off x="4393110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9E43E5E-41C0-40EC-B14B-7CFE9FF74172}">
      <dsp:nvSpPr>
        <dsp:cNvPr id="0" name=""/>
        <dsp:cNvSpPr/>
      </dsp:nvSpPr>
      <dsp:spPr>
        <a:xfrm>
          <a:off x="3859755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 err="1"/>
            <a:t>Stratum</a:t>
          </a:r>
          <a:r>
            <a:rPr lang="tr-TR" sz="1500" kern="1200"/>
            <a:t> </a:t>
          </a:r>
          <a:r>
            <a:rPr lang="tr-TR" sz="1500" kern="1200" err="1"/>
            <a:t>usage</a:t>
          </a:r>
          <a:endParaRPr lang="en-US" sz="1500" kern="1200"/>
        </a:p>
      </dsp:txBody>
      <dsp:txXfrm>
        <a:off x="3859755" y="1763973"/>
        <a:ext cx="1641093" cy="246164"/>
      </dsp:txXfrm>
    </dsp:sp>
    <dsp:sp modelId="{2D1299FD-6CF6-47E1-92E4-94C2B53F4C71}">
      <dsp:nvSpPr>
        <dsp:cNvPr id="0" name=""/>
        <dsp:cNvSpPr/>
      </dsp:nvSpPr>
      <dsp:spPr>
        <a:xfrm>
          <a:off x="3859755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for mining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lightweight or mobile wallets </a:t>
          </a:r>
        </a:p>
      </dsp:txBody>
      <dsp:txXfrm>
        <a:off x="3859755" y="2046510"/>
        <a:ext cx="1641093" cy="883515"/>
      </dsp:txXfrm>
    </dsp:sp>
    <dsp:sp modelId="{25FBD2C9-972D-49DE-BC98-32304D4919BB}">
      <dsp:nvSpPr>
        <dsp:cNvPr id="0" name=""/>
        <dsp:cNvSpPr/>
      </dsp:nvSpPr>
      <dsp:spPr>
        <a:xfrm>
          <a:off x="6321395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8BA294-5D10-46E7-8D58-32803F9AF088}">
      <dsp:nvSpPr>
        <dsp:cNvPr id="0" name=""/>
        <dsp:cNvSpPr/>
      </dsp:nvSpPr>
      <dsp:spPr>
        <a:xfrm>
          <a:off x="5788040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Gateway</a:t>
          </a:r>
          <a:endParaRPr lang="en-US" sz="1500" kern="1200"/>
        </a:p>
      </dsp:txBody>
      <dsp:txXfrm>
        <a:off x="5788040" y="1763973"/>
        <a:ext cx="1641093" cy="246164"/>
      </dsp:txXfrm>
    </dsp:sp>
    <dsp:sp modelId="{3EB69599-3C4B-4400-93CE-6D6F1491759A}">
      <dsp:nvSpPr>
        <dsp:cNvPr id="0" name=""/>
        <dsp:cNvSpPr/>
      </dsp:nvSpPr>
      <dsp:spPr>
        <a:xfrm>
          <a:off x="5788040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These additional</a:t>
          </a:r>
          <a:r>
            <a:rPr lang="tr-TR" sz="1200" kern="1200" dirty="0"/>
            <a:t> </a:t>
          </a:r>
          <a:r>
            <a:rPr lang="en-US" sz="1200" kern="1200" dirty="0"/>
            <a:t>protocols are provided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by gateway routing servers </a:t>
          </a:r>
        </a:p>
      </dsp:txBody>
      <dsp:txXfrm>
        <a:off x="5788040" y="2046510"/>
        <a:ext cx="1641093" cy="883515"/>
      </dsp:txXfrm>
    </dsp:sp>
    <dsp:sp modelId="{3FAAE121-4278-4DE9-9DCD-CD98DD8A54E9}">
      <dsp:nvSpPr>
        <dsp:cNvPr id="0" name=""/>
        <dsp:cNvSpPr/>
      </dsp:nvSpPr>
      <dsp:spPr>
        <a:xfrm>
          <a:off x="8249680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57CB9E-14B8-462D-AF7D-E850BF540368}">
      <dsp:nvSpPr>
        <dsp:cNvPr id="0" name=""/>
        <dsp:cNvSpPr/>
      </dsp:nvSpPr>
      <dsp:spPr>
        <a:xfrm>
          <a:off x="7716325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 dirty="0"/>
            <a:t>routing servers </a:t>
          </a:r>
        </a:p>
      </dsp:txBody>
      <dsp:txXfrm>
        <a:off x="7716325" y="1763973"/>
        <a:ext cx="1641093" cy="246164"/>
      </dsp:txXfrm>
    </dsp:sp>
    <dsp:sp modelId="{8921871B-A295-426C-95F6-E7EE9FD7BEC9}">
      <dsp:nvSpPr>
        <dsp:cNvPr id="0" name=""/>
        <dsp:cNvSpPr/>
      </dsp:nvSpPr>
      <dsp:spPr>
        <a:xfrm>
          <a:off x="7716325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access the bitcoin network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using </a:t>
          </a:r>
          <a:r>
            <a:rPr lang="en-US" sz="1200" kern="1200" dirty="0"/>
            <a:t>the bitcoin P2P protocol</a:t>
          </a:r>
        </a:p>
      </dsp:txBody>
      <dsp:txXfrm>
        <a:off x="7716325" y="2046510"/>
        <a:ext cx="1641093" cy="883515"/>
      </dsp:txXfrm>
    </dsp:sp>
    <dsp:sp modelId="{8E622657-D6EB-48E4-B698-E06BD2C7202F}">
      <dsp:nvSpPr>
        <dsp:cNvPr id="0" name=""/>
        <dsp:cNvSpPr/>
      </dsp:nvSpPr>
      <dsp:spPr>
        <a:xfrm>
          <a:off x="10177965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9C75E02-0DE3-48E5-863E-25069966C962}">
      <dsp:nvSpPr>
        <dsp:cNvPr id="0" name=""/>
        <dsp:cNvSpPr/>
      </dsp:nvSpPr>
      <dsp:spPr>
        <a:xfrm>
          <a:off x="9644610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Extensions</a:t>
          </a:r>
          <a:endParaRPr lang="en-US" sz="1500" kern="1200"/>
        </a:p>
      </dsp:txBody>
      <dsp:txXfrm>
        <a:off x="9644610" y="1763973"/>
        <a:ext cx="1641093" cy="246164"/>
      </dsp:txXfrm>
    </dsp:sp>
    <dsp:sp modelId="{5013EFE5-2440-40E0-8011-4FB24B6A7D04}">
      <dsp:nvSpPr>
        <dsp:cNvPr id="0" name=""/>
        <dsp:cNvSpPr/>
      </dsp:nvSpPr>
      <dsp:spPr>
        <a:xfrm>
          <a:off x="9644610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extend that network to nodes running other</a:t>
          </a:r>
          <a:r>
            <a:rPr lang="tr-TR" sz="1200" kern="1200"/>
            <a:t> protocols.</a:t>
          </a:r>
          <a:endParaRPr lang="en-US" sz="1200" kern="1200"/>
        </a:p>
      </dsp:txBody>
      <dsp:txXfrm>
        <a:off x="9644610" y="2046510"/>
        <a:ext cx="1641093" cy="883515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C0BC50-E69F-4B7D-B05D-3B0D418A627E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0464B2-96FB-48F0-AF82-AF951FABF9DF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Stratum</a:t>
          </a:r>
          <a:endParaRPr lang="en-US" sz="3300" kern="1200"/>
        </a:p>
      </dsp:txBody>
      <dsp:txXfrm>
        <a:off x="152976" y="1981055"/>
        <a:ext cx="4320000" cy="648000"/>
      </dsp:txXfrm>
    </dsp:sp>
    <dsp:sp modelId="{5CAC6794-25B8-4213-B02E-EF87224997C3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Stratum servers connect Stratum mining nodes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the main bitcoin network</a:t>
          </a:r>
        </a:p>
      </dsp:txBody>
      <dsp:txXfrm>
        <a:off x="152976" y="2688423"/>
        <a:ext cx="4320000" cy="621412"/>
      </dsp:txXfrm>
    </dsp:sp>
    <dsp:sp modelId="{6AC7FED7-5DC6-482B-94FA-AAD56D22167F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8796D05-5AE4-41B0-AE34-8523DC5C0982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via the Stratum</a:t>
          </a:r>
          <a:r>
            <a:rPr lang="tr-TR" sz="3300" kern="1200"/>
            <a:t> </a:t>
          </a:r>
          <a:r>
            <a:rPr lang="en-US" sz="3300" kern="1200"/>
            <a:t>protocol</a:t>
          </a:r>
        </a:p>
      </dsp:txBody>
      <dsp:txXfrm>
        <a:off x="5228976" y="1981055"/>
        <a:ext cx="4320000" cy="648000"/>
      </dsp:txXfrm>
    </dsp:sp>
    <dsp:sp modelId="{A6D8BC18-1F91-4C8B-8DB9-FEFED7444FE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bridge the Stratum protocol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the bitcoin</a:t>
          </a:r>
          <a:r>
            <a:rPr lang="tr-TR" sz="1700" kern="1200"/>
            <a:t> </a:t>
          </a:r>
          <a:r>
            <a:rPr lang="en-US" sz="1700" kern="1200"/>
            <a:t>P2P protocol </a:t>
          </a:r>
        </a:p>
      </dsp:txBody>
      <dsp:txXfrm>
        <a:off x="5228976" y="2688423"/>
        <a:ext cx="4320000" cy="621412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1051D0-1D45-48F7-8C8E-9568A07DBEE9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96EFFA-EFE8-4923-AA35-4E0705F8486D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900" kern="1200"/>
            <a:t>“extended bitcoin network”</a:t>
          </a:r>
        </a:p>
      </dsp:txBody>
      <dsp:txXfrm>
        <a:off x="152976" y="1801062"/>
        <a:ext cx="4320000" cy="648000"/>
      </dsp:txXfrm>
    </dsp:sp>
    <dsp:sp modelId="{4EE22BE7-E8B6-4585-9DEB-B981E364FFD4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refer to the overall</a:t>
          </a:r>
          <a:r>
            <a:rPr lang="tr-TR" sz="1700" kern="1200"/>
            <a:t> </a:t>
          </a:r>
          <a:r>
            <a:rPr lang="en-US" sz="1700" kern="1200"/>
            <a:t>network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includes the bitcoin P2P protocol</a:t>
          </a:r>
          <a:r>
            <a:rPr lang="tr-TR" sz="1700" kern="1200"/>
            <a:t> and extensions</a:t>
          </a:r>
          <a:endParaRPr lang="en-US" sz="1700" kern="1200"/>
        </a:p>
      </dsp:txBody>
      <dsp:txXfrm>
        <a:off x="152976" y="2516307"/>
        <a:ext cx="4320000" cy="990458"/>
      </dsp:txXfrm>
    </dsp:sp>
    <dsp:sp modelId="{9041179D-3DD3-4A65-9832-271242DCF4CE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F12D5E2-CED7-421E-9EAA-5082FB51F12E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Extensions</a:t>
          </a:r>
          <a:endParaRPr lang="en-US" sz="2900" kern="1200"/>
        </a:p>
      </dsp:txBody>
      <dsp:txXfrm>
        <a:off x="5228976" y="1801062"/>
        <a:ext cx="4320000" cy="648000"/>
      </dsp:txXfrm>
    </dsp:sp>
    <dsp:sp modelId="{1B3F076A-5379-491B-AFAD-B784045AB2C6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pool-mining protocols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Stratum</a:t>
          </a:r>
          <a:r>
            <a:rPr lang="tr-TR" sz="1700" kern="1200" dirty="0"/>
            <a:t> </a:t>
          </a:r>
          <a:r>
            <a:rPr lang="en-US" sz="1700" kern="1200" dirty="0"/>
            <a:t>protocol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any other related protocols</a:t>
          </a:r>
        </a:p>
      </dsp:txBody>
      <dsp:txXfrm>
        <a:off x="5228976" y="2516307"/>
        <a:ext cx="4320000" cy="990458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5DBB00-DD94-4015-A461-BF1675B8BC11}">
      <dsp:nvSpPr>
        <dsp:cNvPr id="0" name=""/>
        <dsp:cNvSpPr/>
      </dsp:nvSpPr>
      <dsp:spPr>
        <a:xfrm>
          <a:off x="0" y="438573"/>
          <a:ext cx="6253571" cy="730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1C15585-AD80-40A7-9F56-64C361C85299}">
      <dsp:nvSpPr>
        <dsp:cNvPr id="0" name=""/>
        <dsp:cNvSpPr/>
      </dsp:nvSpPr>
      <dsp:spPr>
        <a:xfrm>
          <a:off x="312678" y="10532"/>
          <a:ext cx="4377499" cy="8560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5459" tIns="0" rIns="165459" bIns="0" numCol="1" spcCol="1270" anchor="ctr" anchorCtr="0">
          <a:noAutofit/>
        </a:bodyPr>
        <a:lstStyle/>
        <a:p>
          <a:pPr marL="0" lvl="0" indent="0" algn="l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 baseline="0" dirty="0" err="1"/>
            <a:t>Node</a:t>
          </a:r>
          <a:r>
            <a:rPr lang="tr-TR" sz="2900" kern="1200" baseline="0" dirty="0"/>
            <a:t> </a:t>
          </a:r>
          <a:r>
            <a:rPr lang="tr-TR" sz="2900" kern="1200" baseline="0" dirty="0" err="1"/>
            <a:t>Types</a:t>
          </a:r>
          <a:endParaRPr lang="en-US" sz="2900" kern="1200" dirty="0"/>
        </a:p>
      </dsp:txBody>
      <dsp:txXfrm>
        <a:off x="354468" y="52322"/>
        <a:ext cx="4293919" cy="772500"/>
      </dsp:txXfrm>
    </dsp:sp>
    <dsp:sp modelId="{0FB06C0A-5594-4E04-904D-74D466EF3A52}">
      <dsp:nvSpPr>
        <dsp:cNvPr id="0" name=""/>
        <dsp:cNvSpPr/>
      </dsp:nvSpPr>
      <dsp:spPr>
        <a:xfrm>
          <a:off x="0" y="1754013"/>
          <a:ext cx="6253571" cy="730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7D75ED6-12A4-4D82-906E-5C39A3ACAF7F}">
      <dsp:nvSpPr>
        <dsp:cNvPr id="0" name=""/>
        <dsp:cNvSpPr/>
      </dsp:nvSpPr>
      <dsp:spPr>
        <a:xfrm>
          <a:off x="312678" y="1325973"/>
          <a:ext cx="4377499" cy="8560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5459" tIns="0" rIns="165459" bIns="0" numCol="1" spcCol="1270" anchor="ctr" anchorCtr="0">
          <a:noAutofit/>
        </a:bodyPr>
        <a:lstStyle/>
        <a:p>
          <a:pPr marL="0" lvl="0" indent="0" algn="l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 baseline="0"/>
            <a:t>Roles</a:t>
          </a:r>
          <a:endParaRPr lang="en-US" sz="2900" kern="1200" dirty="0"/>
        </a:p>
      </dsp:txBody>
      <dsp:txXfrm>
        <a:off x="354468" y="1367763"/>
        <a:ext cx="4293919" cy="772500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B72A0A0-79B8-47C3-9AB7-AB7968446523}">
      <dsp:nvSpPr>
        <dsp:cNvPr id="0" name=""/>
        <dsp:cNvSpPr/>
      </dsp:nvSpPr>
      <dsp:spPr>
        <a:xfrm>
          <a:off x="947807" y="334216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C23AFE-732E-46C7-94ED-360BE453B9E2}">
      <dsp:nvSpPr>
        <dsp:cNvPr id="0" name=""/>
        <dsp:cNvSpPr/>
      </dsp:nvSpPr>
      <dsp:spPr>
        <a:xfrm>
          <a:off x="8155" y="147441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Node</a:t>
          </a:r>
          <a:endParaRPr lang="en-US" sz="2700" kern="1200"/>
        </a:p>
      </dsp:txBody>
      <dsp:txXfrm>
        <a:off x="8155" y="1474410"/>
        <a:ext cx="2891236" cy="433685"/>
      </dsp:txXfrm>
    </dsp:sp>
    <dsp:sp modelId="{3FCC5F82-2BE5-4859-825C-CB13FFA68B5D}">
      <dsp:nvSpPr>
        <dsp:cNvPr id="0" name=""/>
        <dsp:cNvSpPr/>
      </dsp:nvSpPr>
      <dsp:spPr>
        <a:xfrm>
          <a:off x="8155" y="1967752"/>
          <a:ext cx="2891236" cy="13492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Collection of Functions</a:t>
          </a:r>
          <a:endParaRPr lang="en-US" sz="1700" kern="1200"/>
        </a:p>
      </dsp:txBody>
      <dsp:txXfrm>
        <a:off x="8155" y="1967752"/>
        <a:ext cx="2891236" cy="1349281"/>
      </dsp:txXfrm>
    </dsp:sp>
    <dsp:sp modelId="{58919A20-CEB6-48B3-A180-DF6CB99D2929}">
      <dsp:nvSpPr>
        <dsp:cNvPr id="0" name=""/>
        <dsp:cNvSpPr/>
      </dsp:nvSpPr>
      <dsp:spPr>
        <a:xfrm>
          <a:off x="4345010" y="334216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9A91B7-8B4F-4BCD-9E29-BADAD70747EA}">
      <dsp:nvSpPr>
        <dsp:cNvPr id="0" name=""/>
        <dsp:cNvSpPr/>
      </dsp:nvSpPr>
      <dsp:spPr>
        <a:xfrm>
          <a:off x="3405358" y="147441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Roles</a:t>
          </a:r>
          <a:endParaRPr lang="en-US" sz="2700" kern="1200"/>
        </a:p>
      </dsp:txBody>
      <dsp:txXfrm>
        <a:off x="3405358" y="1474410"/>
        <a:ext cx="2891236" cy="433685"/>
      </dsp:txXfrm>
    </dsp:sp>
    <dsp:sp modelId="{A163E40F-F7C8-40CD-B2C9-D16A086CD9B8}">
      <dsp:nvSpPr>
        <dsp:cNvPr id="0" name=""/>
        <dsp:cNvSpPr/>
      </dsp:nvSpPr>
      <dsp:spPr>
        <a:xfrm>
          <a:off x="3405358" y="1967752"/>
          <a:ext cx="2891236" cy="13492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depends on </a:t>
          </a:r>
          <a:r>
            <a:rPr lang="en-US" sz="1700" kern="1200"/>
            <a:t>the functionality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Each node</a:t>
          </a:r>
          <a:r>
            <a:rPr lang="en-US" sz="1700" kern="1200"/>
            <a:t> supporting</a:t>
          </a:r>
        </a:p>
      </dsp:txBody>
      <dsp:txXfrm>
        <a:off x="3405358" y="1967752"/>
        <a:ext cx="2891236" cy="1349281"/>
      </dsp:txXfrm>
    </dsp:sp>
    <dsp:sp modelId="{25551EB6-9387-419D-87FB-693DEDC6C0A7}">
      <dsp:nvSpPr>
        <dsp:cNvPr id="0" name=""/>
        <dsp:cNvSpPr/>
      </dsp:nvSpPr>
      <dsp:spPr>
        <a:xfrm>
          <a:off x="7742212" y="334216"/>
          <a:ext cx="1011932" cy="1011932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E0CA73-D41B-4749-B5F7-D85CDB8AB262}">
      <dsp:nvSpPr>
        <dsp:cNvPr id="0" name=""/>
        <dsp:cNvSpPr/>
      </dsp:nvSpPr>
      <dsp:spPr>
        <a:xfrm>
          <a:off x="6802560" y="147441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Possible Functions</a:t>
          </a:r>
          <a:endParaRPr lang="en-US" sz="2700" kern="1200"/>
        </a:p>
      </dsp:txBody>
      <dsp:txXfrm>
        <a:off x="6802560" y="1474410"/>
        <a:ext cx="2891236" cy="433685"/>
      </dsp:txXfrm>
    </dsp:sp>
    <dsp:sp modelId="{33D6CF90-A57B-440D-8AC3-96913824B285}">
      <dsp:nvSpPr>
        <dsp:cNvPr id="0" name=""/>
        <dsp:cNvSpPr/>
      </dsp:nvSpPr>
      <dsp:spPr>
        <a:xfrm>
          <a:off x="6802560" y="1967752"/>
          <a:ext cx="2891236" cy="13492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routing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keeping </a:t>
          </a:r>
          <a:r>
            <a:rPr lang="en-US" sz="1700" kern="1200"/>
            <a:t>blockchain database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mining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wallet services</a:t>
          </a:r>
        </a:p>
      </dsp:txBody>
      <dsp:txXfrm>
        <a:off x="6802560" y="1967752"/>
        <a:ext cx="2891236" cy="1349281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5261DE7-388E-4134-90BA-F358E9AB6D9B}">
      <dsp:nvSpPr>
        <dsp:cNvPr id="0" name=""/>
        <dsp:cNvSpPr/>
      </dsp:nvSpPr>
      <dsp:spPr>
        <a:xfrm>
          <a:off x="698671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72B49F-9630-495F-9DC7-FB736F43940C}">
      <dsp:nvSpPr>
        <dsp:cNvPr id="0" name=""/>
        <dsp:cNvSpPr/>
      </dsp:nvSpPr>
      <dsp:spPr>
        <a:xfrm>
          <a:off x="2156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Routing</a:t>
          </a:r>
          <a:endParaRPr lang="en-US" sz="2000" kern="1200"/>
        </a:p>
      </dsp:txBody>
      <dsp:txXfrm>
        <a:off x="2156" y="1667917"/>
        <a:ext cx="2143124" cy="321468"/>
      </dsp:txXfrm>
    </dsp:sp>
    <dsp:sp modelId="{D3CDC301-C7C2-47CE-869D-0324F23819AB}">
      <dsp:nvSpPr>
        <dsp:cNvPr id="0" name=""/>
        <dsp:cNvSpPr/>
      </dsp:nvSpPr>
      <dsp:spPr>
        <a:xfrm>
          <a:off x="2156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Nodes are routers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All nodes</a:t>
          </a:r>
          <a:r>
            <a:rPr lang="tr-TR" sz="1500" kern="1200"/>
            <a:t> has </a:t>
          </a:r>
          <a:r>
            <a:rPr lang="en-US" sz="1500" kern="1200"/>
            <a:t>routing function </a:t>
          </a:r>
        </a:p>
      </dsp:txBody>
      <dsp:txXfrm>
        <a:off x="2156" y="2029114"/>
        <a:ext cx="2143124" cy="789728"/>
      </dsp:txXfrm>
    </dsp:sp>
    <dsp:sp modelId="{F9AECFC8-2C1A-48A0-8F6F-38A5FEAA5227}">
      <dsp:nvSpPr>
        <dsp:cNvPr id="0" name=""/>
        <dsp:cNvSpPr/>
      </dsp:nvSpPr>
      <dsp:spPr>
        <a:xfrm>
          <a:off x="3216843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671252F-A58B-4AEE-B690-DD9D04BC03FE}">
      <dsp:nvSpPr>
        <dsp:cNvPr id="0" name=""/>
        <dsp:cNvSpPr/>
      </dsp:nvSpPr>
      <dsp:spPr>
        <a:xfrm>
          <a:off x="2520328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Validation</a:t>
          </a:r>
          <a:endParaRPr lang="en-US" sz="2000" kern="1200"/>
        </a:p>
      </dsp:txBody>
      <dsp:txXfrm>
        <a:off x="2520328" y="1667917"/>
        <a:ext cx="2143124" cy="321468"/>
      </dsp:txXfrm>
    </dsp:sp>
    <dsp:sp modelId="{4AC9386B-4FA9-42EE-BEDB-C1F9D67C723A}">
      <dsp:nvSpPr>
        <dsp:cNvPr id="0" name=""/>
        <dsp:cNvSpPr/>
      </dsp:nvSpPr>
      <dsp:spPr>
        <a:xfrm>
          <a:off x="2520328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transactions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blocks</a:t>
          </a:r>
        </a:p>
      </dsp:txBody>
      <dsp:txXfrm>
        <a:off x="2520328" y="2029114"/>
        <a:ext cx="2143124" cy="789728"/>
      </dsp:txXfrm>
    </dsp:sp>
    <dsp:sp modelId="{13B2C123-75C8-4A08-940C-04DF958BB451}">
      <dsp:nvSpPr>
        <dsp:cNvPr id="0" name=""/>
        <dsp:cNvSpPr/>
      </dsp:nvSpPr>
      <dsp:spPr>
        <a:xfrm>
          <a:off x="5735015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486859-97B3-4CF5-ACDA-A10B6774B5D6}">
      <dsp:nvSpPr>
        <dsp:cNvPr id="0" name=""/>
        <dsp:cNvSpPr/>
      </dsp:nvSpPr>
      <dsp:spPr>
        <a:xfrm>
          <a:off x="5038499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Propagation</a:t>
          </a:r>
          <a:endParaRPr lang="en-US" sz="2000" kern="1200"/>
        </a:p>
      </dsp:txBody>
      <dsp:txXfrm>
        <a:off x="5038499" y="1667917"/>
        <a:ext cx="2143124" cy="321468"/>
      </dsp:txXfrm>
    </dsp:sp>
    <dsp:sp modelId="{2EB25AE4-1F75-407B-82F3-AA74959655CC}">
      <dsp:nvSpPr>
        <dsp:cNvPr id="0" name=""/>
        <dsp:cNvSpPr/>
      </dsp:nvSpPr>
      <dsp:spPr>
        <a:xfrm>
          <a:off x="5038499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transactions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blocks</a:t>
          </a:r>
        </a:p>
      </dsp:txBody>
      <dsp:txXfrm>
        <a:off x="5038499" y="2029114"/>
        <a:ext cx="2143124" cy="789728"/>
      </dsp:txXfrm>
    </dsp:sp>
    <dsp:sp modelId="{1EA41453-8A78-45D6-842B-1895A0335B9D}">
      <dsp:nvSpPr>
        <dsp:cNvPr id="0" name=""/>
        <dsp:cNvSpPr/>
      </dsp:nvSpPr>
      <dsp:spPr>
        <a:xfrm>
          <a:off x="8253187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27213D-FFDE-4589-B322-D79534360C71}">
      <dsp:nvSpPr>
        <dsp:cNvPr id="0" name=""/>
        <dsp:cNvSpPr/>
      </dsp:nvSpPr>
      <dsp:spPr>
        <a:xfrm>
          <a:off x="7556671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Discovery</a:t>
          </a:r>
          <a:endParaRPr lang="en-US" sz="2000" kern="1200"/>
        </a:p>
      </dsp:txBody>
      <dsp:txXfrm>
        <a:off x="7556671" y="1667917"/>
        <a:ext cx="2143124" cy="321468"/>
      </dsp:txXfrm>
    </dsp:sp>
    <dsp:sp modelId="{3ABEB39D-1678-4A2F-BAD1-BA03FDAD97A3}">
      <dsp:nvSpPr>
        <dsp:cNvPr id="0" name=""/>
        <dsp:cNvSpPr/>
      </dsp:nvSpPr>
      <dsp:spPr>
        <a:xfrm>
          <a:off x="7556671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maintain connections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with </a:t>
          </a:r>
          <a:r>
            <a:rPr lang="tr-TR" sz="1500" kern="1200" dirty="0"/>
            <a:t>peers</a:t>
          </a:r>
          <a:endParaRPr lang="en-US" sz="1500" kern="1200" dirty="0"/>
        </a:p>
      </dsp:txBody>
      <dsp:txXfrm>
        <a:off x="7556671" y="2029114"/>
        <a:ext cx="2143124" cy="789728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8EB6AA1-80D1-4DCA-8820-7D82D77DFA9C}">
      <dsp:nvSpPr>
        <dsp:cNvPr id="0" name=""/>
        <dsp:cNvSpPr/>
      </dsp:nvSpPr>
      <dsp:spPr>
        <a:xfrm>
          <a:off x="943992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5000" r="-5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DE4448B-5AA4-4F79-A1F8-D93120FF51EC}">
      <dsp:nvSpPr>
        <dsp:cNvPr id="0" name=""/>
        <dsp:cNvSpPr/>
      </dsp:nvSpPr>
      <dsp:spPr>
        <a:xfrm>
          <a:off x="3421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full node </a:t>
          </a:r>
        </a:p>
      </dsp:txBody>
      <dsp:txXfrm>
        <a:off x="3421" y="1647698"/>
        <a:ext cx="2894062" cy="434109"/>
      </dsp:txXfrm>
    </dsp:sp>
    <dsp:sp modelId="{676083D6-2AEB-481E-85AA-83AE7EC047AB}">
      <dsp:nvSpPr>
        <dsp:cNvPr id="0" name=""/>
        <dsp:cNvSpPr/>
      </dsp:nvSpPr>
      <dsp:spPr>
        <a:xfrm>
          <a:off x="3421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entire blockchain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up-to-date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complete</a:t>
          </a:r>
          <a:r>
            <a:rPr lang="tr-TR" sz="1700" kern="1200"/>
            <a:t> full</a:t>
          </a:r>
          <a:r>
            <a:rPr lang="en-US" sz="1700" kern="1200"/>
            <a:t> copy </a:t>
          </a:r>
          <a:endParaRPr lang="tr-TR" sz="1700" kern="1200"/>
        </a:p>
      </dsp:txBody>
      <dsp:txXfrm>
        <a:off x="3421" y="2133924"/>
        <a:ext cx="2894062" cy="994598"/>
      </dsp:txXfrm>
    </dsp:sp>
    <dsp:sp modelId="{7209D8D4-8AA2-42E7-9CC0-C359F4EB5766}">
      <dsp:nvSpPr>
        <dsp:cNvPr id="0" name=""/>
        <dsp:cNvSpPr/>
      </dsp:nvSpPr>
      <dsp:spPr>
        <a:xfrm>
          <a:off x="4344515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1B36E9-0548-4D7F-8076-80E76B5C3FDB}">
      <dsp:nvSpPr>
        <dsp:cNvPr id="0" name=""/>
        <dsp:cNvSpPr/>
      </dsp:nvSpPr>
      <dsp:spPr>
        <a:xfrm>
          <a:off x="3403945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Abilities</a:t>
          </a:r>
          <a:endParaRPr lang="en-US" sz="2800" kern="1200"/>
        </a:p>
      </dsp:txBody>
      <dsp:txXfrm>
        <a:off x="3403945" y="1647698"/>
        <a:ext cx="2894062" cy="434109"/>
      </dsp:txXfrm>
    </dsp:sp>
    <dsp:sp modelId="{DABD3FA1-48AE-4ABD-9592-CE1CA922535A}">
      <dsp:nvSpPr>
        <dsp:cNvPr id="0" name=""/>
        <dsp:cNvSpPr/>
      </dsp:nvSpPr>
      <dsp:spPr>
        <a:xfrm>
          <a:off x="3403945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verify any transaction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external reference</a:t>
          </a:r>
        </a:p>
      </dsp:txBody>
      <dsp:txXfrm>
        <a:off x="3403945" y="2133924"/>
        <a:ext cx="2894062" cy="994598"/>
      </dsp:txXfrm>
    </dsp:sp>
    <dsp:sp modelId="{6464F075-8851-4811-8DC4-6D9998464A87}">
      <dsp:nvSpPr>
        <dsp:cNvPr id="0" name=""/>
        <dsp:cNvSpPr/>
      </dsp:nvSpPr>
      <dsp:spPr>
        <a:xfrm>
          <a:off x="7745039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7FCB08-E6C1-45DD-8C65-4260104DA9D0}">
      <dsp:nvSpPr>
        <dsp:cNvPr id="0" name=""/>
        <dsp:cNvSpPr/>
      </dsp:nvSpPr>
      <dsp:spPr>
        <a:xfrm>
          <a:off x="6804468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Authority</a:t>
          </a:r>
          <a:endParaRPr lang="en-US" sz="2800" kern="1200"/>
        </a:p>
      </dsp:txBody>
      <dsp:txXfrm>
        <a:off x="6804468" y="1647698"/>
        <a:ext cx="2894062" cy="434109"/>
      </dsp:txXfrm>
    </dsp:sp>
    <dsp:sp modelId="{F68C99C7-CBB1-464D-A766-71C69C4C4059}">
      <dsp:nvSpPr>
        <dsp:cNvPr id="0" name=""/>
        <dsp:cNvSpPr/>
      </dsp:nvSpPr>
      <dsp:spPr>
        <a:xfrm>
          <a:off x="6804468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autonomous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authoritative</a:t>
          </a:r>
        </a:p>
      </dsp:txBody>
      <dsp:txXfrm>
        <a:off x="6804468" y="2133924"/>
        <a:ext cx="2894062" cy="994598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6C3BE5-E754-4171-B145-57ABD796EE2F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BE17C67-C61D-409F-BD8B-39AB6E5A51A1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Lightweight</a:t>
          </a:r>
          <a:endParaRPr lang="en-US" sz="2800" kern="1200" dirty="0"/>
        </a:p>
      </dsp:txBody>
      <dsp:txXfrm>
        <a:off x="3421" y="1828085"/>
        <a:ext cx="2894062" cy="434109"/>
      </dsp:txXfrm>
    </dsp:sp>
    <dsp:sp modelId="{737D8C10-4076-41BC-9A19-E884F2181443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only a subset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the blockchain</a:t>
          </a:r>
        </a:p>
      </dsp:txBody>
      <dsp:txXfrm>
        <a:off x="3421" y="2306416"/>
        <a:ext cx="2894062" cy="624745"/>
      </dsp:txXfrm>
    </dsp:sp>
    <dsp:sp modelId="{EF8D28A3-DDB9-4008-86AB-7661AEFF2309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95869F-6310-4A1B-893D-0DB2D358C844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SPV</a:t>
          </a:r>
        </a:p>
      </dsp:txBody>
      <dsp:txXfrm>
        <a:off x="3403945" y="1828085"/>
        <a:ext cx="2894062" cy="434109"/>
      </dsp:txXfrm>
    </dsp:sp>
    <dsp:sp modelId="{5D95B20C-3C52-4DC4-BB06-8CF8FF69BBD1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simplified payment verification</a:t>
          </a:r>
          <a:endParaRPr lang="en-US" sz="1700" kern="1200"/>
        </a:p>
      </dsp:txBody>
      <dsp:txXfrm>
        <a:off x="3403945" y="2306416"/>
        <a:ext cx="2894062" cy="624745"/>
      </dsp:txXfrm>
    </dsp:sp>
    <dsp:sp modelId="{A5BE1BBE-9AE9-4B1A-AC8F-BD5DD303843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2B3984-1432-4B8E-A8A9-59201DF8C16C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Authority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7359D7C6-8D1C-419B-AE75-3649DF600AAB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verify transactions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using </a:t>
          </a:r>
          <a:r>
            <a:rPr lang="en-US" sz="1700" b="1" kern="1200" dirty="0"/>
            <a:t>SPV</a:t>
          </a:r>
          <a:r>
            <a:rPr lang="tr-TR" sz="1700" b="1" kern="1200" dirty="0"/>
            <a:t> </a:t>
          </a:r>
          <a:r>
            <a:rPr lang="en-US" sz="1700" kern="1200" dirty="0"/>
            <a:t>method</a:t>
          </a:r>
          <a:r>
            <a:rPr lang="tr-TR" sz="1700" kern="1200" dirty="0"/>
            <a:t>s</a:t>
          </a:r>
          <a:endParaRPr lang="en-US" sz="1700" kern="1200" dirty="0"/>
        </a:p>
      </dsp:txBody>
      <dsp:txXfrm>
        <a:off x="6804468" y="2306416"/>
        <a:ext cx="2894062" cy="624745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371AD9-4079-43B5-A348-33E4BB90D8BE}">
      <dsp:nvSpPr>
        <dsp:cNvPr id="0" name=""/>
        <dsp:cNvSpPr/>
      </dsp:nvSpPr>
      <dsp:spPr>
        <a:xfrm>
          <a:off x="698671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DE88F3-5AE6-4297-A6AB-BA37EE1A230F}">
      <dsp:nvSpPr>
        <dsp:cNvPr id="0" name=""/>
        <dsp:cNvSpPr/>
      </dsp:nvSpPr>
      <dsp:spPr>
        <a:xfrm>
          <a:off x="2156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Mining nodes </a:t>
          </a:r>
        </a:p>
      </dsp:txBody>
      <dsp:txXfrm>
        <a:off x="2156" y="1667917"/>
        <a:ext cx="2143124" cy="321468"/>
      </dsp:txXfrm>
    </dsp:sp>
    <dsp:sp modelId="{11D80BEB-DEDD-40A0-8CE6-3839329F3BC3}">
      <dsp:nvSpPr>
        <dsp:cNvPr id="0" name=""/>
        <dsp:cNvSpPr/>
      </dsp:nvSpPr>
      <dsp:spPr>
        <a:xfrm>
          <a:off x="2156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compete to create new blocks </a:t>
          </a:r>
        </a:p>
      </dsp:txBody>
      <dsp:txXfrm>
        <a:off x="2156" y="2029114"/>
        <a:ext cx="2143124" cy="789728"/>
      </dsp:txXfrm>
    </dsp:sp>
    <dsp:sp modelId="{AD4B8CE7-BAB4-49EF-B076-CA41BABE094E}">
      <dsp:nvSpPr>
        <dsp:cNvPr id="0" name=""/>
        <dsp:cNvSpPr/>
      </dsp:nvSpPr>
      <dsp:spPr>
        <a:xfrm>
          <a:off x="3216843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94CD9C1-BA11-4BAB-A45C-3B23EB4482BF}">
      <dsp:nvSpPr>
        <dsp:cNvPr id="0" name=""/>
        <dsp:cNvSpPr/>
      </dsp:nvSpPr>
      <dsp:spPr>
        <a:xfrm>
          <a:off x="2520328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Hardware</a:t>
          </a:r>
          <a:endParaRPr lang="en-US" sz="2000" kern="1200"/>
        </a:p>
      </dsp:txBody>
      <dsp:txXfrm>
        <a:off x="2520328" y="1667917"/>
        <a:ext cx="2143124" cy="321468"/>
      </dsp:txXfrm>
    </dsp:sp>
    <dsp:sp modelId="{2CD82AE2-AE76-4122-918F-EF7A6A48107E}">
      <dsp:nvSpPr>
        <dsp:cNvPr id="0" name=""/>
        <dsp:cNvSpPr/>
      </dsp:nvSpPr>
      <dsp:spPr>
        <a:xfrm>
          <a:off x="2520328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specialized hardware</a:t>
          </a:r>
        </a:p>
      </dsp:txBody>
      <dsp:txXfrm>
        <a:off x="2520328" y="2029114"/>
        <a:ext cx="2143124" cy="789728"/>
      </dsp:txXfrm>
    </dsp:sp>
    <dsp:sp modelId="{807AB84E-C67E-4C89-9A2C-1CCB16347C9C}">
      <dsp:nvSpPr>
        <dsp:cNvPr id="0" name=""/>
        <dsp:cNvSpPr/>
      </dsp:nvSpPr>
      <dsp:spPr>
        <a:xfrm>
          <a:off x="5735015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2F0C965-E21B-40BF-B62C-BA781E6736C5}">
      <dsp:nvSpPr>
        <dsp:cNvPr id="0" name=""/>
        <dsp:cNvSpPr/>
      </dsp:nvSpPr>
      <dsp:spPr>
        <a:xfrm>
          <a:off x="5038499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ASICs</a:t>
          </a:r>
          <a:endParaRPr lang="en-US" sz="2000" kern="1200" dirty="0"/>
        </a:p>
      </dsp:txBody>
      <dsp:txXfrm>
        <a:off x="5038499" y="1667917"/>
        <a:ext cx="2143124" cy="321468"/>
      </dsp:txXfrm>
    </dsp:sp>
    <dsp:sp modelId="{FBF39840-7F9A-4609-9C38-E80D4B315339}">
      <dsp:nvSpPr>
        <dsp:cNvPr id="0" name=""/>
        <dsp:cNvSpPr/>
      </dsp:nvSpPr>
      <dsp:spPr>
        <a:xfrm>
          <a:off x="5038499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b="0" i="0" kern="1200" dirty="0"/>
            <a:t>Application-specific Integrated Circuit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500" kern="1200" dirty="0"/>
        </a:p>
      </dsp:txBody>
      <dsp:txXfrm>
        <a:off x="5038499" y="2029114"/>
        <a:ext cx="2143124" cy="789728"/>
      </dsp:txXfrm>
    </dsp:sp>
    <dsp:sp modelId="{F5021A81-F48F-416B-AAA5-8B79F2C8E76D}">
      <dsp:nvSpPr>
        <dsp:cNvPr id="0" name=""/>
        <dsp:cNvSpPr/>
      </dsp:nvSpPr>
      <dsp:spPr>
        <a:xfrm>
          <a:off x="8253187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7CD678-A0EB-4C9D-8BA6-34779E89809E}">
      <dsp:nvSpPr>
        <dsp:cNvPr id="0" name=""/>
        <dsp:cNvSpPr/>
      </dsp:nvSpPr>
      <dsp:spPr>
        <a:xfrm>
          <a:off x="7556671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Functionality</a:t>
          </a:r>
          <a:endParaRPr lang="en-US" sz="2000" kern="1200" dirty="0"/>
        </a:p>
      </dsp:txBody>
      <dsp:txXfrm>
        <a:off x="7556671" y="1667917"/>
        <a:ext cx="2143124" cy="321468"/>
      </dsp:txXfrm>
    </dsp:sp>
    <dsp:sp modelId="{6B9BFC98-2A44-4DAB-8FF6-8C2C4DF50F5D}">
      <dsp:nvSpPr>
        <dsp:cNvPr id="0" name=""/>
        <dsp:cNvSpPr/>
      </dsp:nvSpPr>
      <dsp:spPr>
        <a:xfrm>
          <a:off x="7556671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solve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Proof-of-Work algorithm</a:t>
          </a:r>
        </a:p>
      </dsp:txBody>
      <dsp:txXfrm>
        <a:off x="7556671" y="2029114"/>
        <a:ext cx="2143124" cy="789728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371AD9-4079-43B5-A348-33E4BB90D8BE}">
      <dsp:nvSpPr>
        <dsp:cNvPr id="0" name=""/>
        <dsp:cNvSpPr/>
      </dsp:nvSpPr>
      <dsp:spPr>
        <a:xfrm>
          <a:off x="992116" y="722495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DE88F3-5AE6-4297-A6AB-BA37EE1A230F}">
      <dsp:nvSpPr>
        <dsp:cNvPr id="0" name=""/>
        <dsp:cNvSpPr/>
      </dsp:nvSpPr>
      <dsp:spPr>
        <a:xfrm>
          <a:off x="3421" y="184495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/>
            <a:t>Mining nodes </a:t>
          </a:r>
          <a:endParaRPr lang="en-US" sz="2100" kern="1200" dirty="0"/>
        </a:p>
      </dsp:txBody>
      <dsp:txXfrm>
        <a:off x="3421" y="1844951"/>
        <a:ext cx="2894062" cy="434109"/>
      </dsp:txXfrm>
    </dsp:sp>
    <dsp:sp modelId="{11D80BEB-DEDD-40A0-8CE6-3839329F3BC3}">
      <dsp:nvSpPr>
        <dsp:cNvPr id="0" name=""/>
        <dsp:cNvSpPr/>
      </dsp:nvSpPr>
      <dsp:spPr>
        <a:xfrm>
          <a:off x="3421" y="2322544"/>
          <a:ext cx="2894062" cy="5901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E1AC09C-9D02-478E-BF8F-B2EA5BEBB0E9}">
      <dsp:nvSpPr>
        <dsp:cNvPr id="0" name=""/>
        <dsp:cNvSpPr/>
      </dsp:nvSpPr>
      <dsp:spPr>
        <a:xfrm>
          <a:off x="4344515" y="738540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7000" r="-7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9824D0-B67E-40E5-83DE-713ACE6E6A42}">
      <dsp:nvSpPr>
        <dsp:cNvPr id="0" name=""/>
        <dsp:cNvSpPr/>
      </dsp:nvSpPr>
      <dsp:spPr>
        <a:xfrm>
          <a:off x="3403945" y="184495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Full Node Mining Nodes</a:t>
          </a:r>
          <a:endParaRPr lang="en-US" sz="2100" kern="1200"/>
        </a:p>
      </dsp:txBody>
      <dsp:txXfrm>
        <a:off x="3403945" y="1844951"/>
        <a:ext cx="2894062" cy="434109"/>
      </dsp:txXfrm>
    </dsp:sp>
    <dsp:sp modelId="{8E82FB4C-FC6E-4009-9892-C60E68A53B7F}">
      <dsp:nvSpPr>
        <dsp:cNvPr id="0" name=""/>
        <dsp:cNvSpPr/>
      </dsp:nvSpPr>
      <dsp:spPr>
        <a:xfrm>
          <a:off x="3403945" y="2322544"/>
          <a:ext cx="2894062" cy="5901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maintain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full copy of the blockchain </a:t>
          </a:r>
          <a:endParaRPr lang="en-US" sz="1600" kern="1200" dirty="0"/>
        </a:p>
      </dsp:txBody>
      <dsp:txXfrm>
        <a:off x="3403945" y="2322544"/>
        <a:ext cx="2894062" cy="590165"/>
      </dsp:txXfrm>
    </dsp:sp>
    <dsp:sp modelId="{6A7365E2-5105-4A90-8F0D-052FE42653A3}">
      <dsp:nvSpPr>
        <dsp:cNvPr id="0" name=""/>
        <dsp:cNvSpPr/>
      </dsp:nvSpPr>
      <dsp:spPr>
        <a:xfrm>
          <a:off x="7184275" y="738540"/>
          <a:ext cx="2134449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541177-D505-4AAA-AA06-174667BAB9F3}">
      <dsp:nvSpPr>
        <dsp:cNvPr id="0" name=""/>
        <dsp:cNvSpPr/>
      </dsp:nvSpPr>
      <dsp:spPr>
        <a:xfrm>
          <a:off x="6804468" y="184495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Lightweight Mining Nodes</a:t>
          </a:r>
          <a:endParaRPr lang="en-US" sz="2100" kern="1200"/>
        </a:p>
      </dsp:txBody>
      <dsp:txXfrm>
        <a:off x="6804468" y="1844951"/>
        <a:ext cx="2894062" cy="434109"/>
      </dsp:txXfrm>
    </dsp:sp>
    <dsp:sp modelId="{F2ED2F40-2A4C-4E2D-89B9-053B01BF8976}">
      <dsp:nvSpPr>
        <dsp:cNvPr id="0" name=""/>
        <dsp:cNvSpPr/>
      </dsp:nvSpPr>
      <dsp:spPr>
        <a:xfrm>
          <a:off x="6804468" y="2322544"/>
          <a:ext cx="2894062" cy="5901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participating in pool</a:t>
          </a:r>
          <a:r>
            <a:rPr lang="tr-TR" sz="1600" kern="1200"/>
            <a:t> </a:t>
          </a:r>
          <a:r>
            <a:rPr lang="en-US" sz="1600" kern="1200"/>
            <a:t>mining 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depend on a pool</a:t>
          </a:r>
        </a:p>
      </dsp:txBody>
      <dsp:txXfrm>
        <a:off x="6804468" y="2322544"/>
        <a:ext cx="2894062" cy="590165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01E9246-E64E-4C92-8DF8-0FE8963AE0DE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1000" r="-1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8692391-2AB9-425D-84CF-ED8CD7FD82D6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Wallet Nodes</a:t>
          </a:r>
          <a:endParaRPr lang="en-US" sz="2600" kern="1200"/>
        </a:p>
      </dsp:txBody>
      <dsp:txXfrm>
        <a:off x="3421" y="1828085"/>
        <a:ext cx="2894062" cy="434109"/>
      </dsp:txXfrm>
    </dsp:sp>
    <dsp:sp modelId="{D2B221D3-A306-4FFB-B4AB-A6B0C6F94B71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Wallet application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With or without Full Node</a:t>
          </a:r>
          <a:endParaRPr lang="en-US" sz="1700" kern="1200" dirty="0"/>
        </a:p>
      </dsp:txBody>
      <dsp:txXfrm>
        <a:off x="3421" y="2306416"/>
        <a:ext cx="2894062" cy="624745"/>
      </dsp:txXfrm>
    </dsp:sp>
    <dsp:sp modelId="{B0FB2471-2C6E-4CED-A82F-C3B2508654C4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AE29CC-7351-47F3-9625-1C009D2BFEB6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 dirty="0"/>
            <a:t>Desktop wallet</a:t>
          </a:r>
          <a:endParaRPr lang="en-US" sz="2600" kern="1200" dirty="0"/>
        </a:p>
      </dsp:txBody>
      <dsp:txXfrm>
        <a:off x="3403945" y="1828085"/>
        <a:ext cx="2894062" cy="434109"/>
      </dsp:txXfrm>
    </dsp:sp>
    <dsp:sp modelId="{C53F90A1-809A-4BBD-9D96-99C6C404E3D8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desktop bitcoin</a:t>
          </a:r>
          <a:r>
            <a:rPr lang="tr-TR" sz="1700" kern="1200" dirty="0"/>
            <a:t> wallet application</a:t>
          </a:r>
          <a:r>
            <a:rPr lang="en-US" sz="1700" kern="1200" dirty="0"/>
            <a:t> </a:t>
          </a:r>
        </a:p>
      </dsp:txBody>
      <dsp:txXfrm>
        <a:off x="3403945" y="2306416"/>
        <a:ext cx="2894062" cy="624745"/>
      </dsp:txXfrm>
    </dsp:sp>
    <dsp:sp modelId="{82012876-84F3-4041-990A-F960F5E96012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C1021F-7D53-4D3B-9802-9F82CEF525B8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Smartphone Wallets</a:t>
          </a:r>
          <a:endParaRPr lang="en-US" sz="2600" kern="1200"/>
        </a:p>
      </dsp:txBody>
      <dsp:txXfrm>
        <a:off x="6804468" y="1828085"/>
        <a:ext cx="2894062" cy="434109"/>
      </dsp:txXfrm>
    </dsp:sp>
    <dsp:sp modelId="{11BF5BE3-0684-42FA-856E-2963B646E6A4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Wallet </a:t>
          </a:r>
          <a:r>
            <a:rPr lang="en-US" sz="1700" kern="1200" dirty="0"/>
            <a:t>running on</a:t>
          </a:r>
          <a:r>
            <a:rPr lang="tr-TR" sz="1700" kern="1200" dirty="0"/>
            <a:t> </a:t>
          </a:r>
          <a:r>
            <a:rPr lang="en-US" sz="1700" kern="1200" dirty="0"/>
            <a:t>smartphones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SPV node</a:t>
          </a:r>
        </a:p>
      </dsp:txBody>
      <dsp:txXfrm>
        <a:off x="6804468" y="2306416"/>
        <a:ext cx="2894062" cy="624745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8BC4BA2-EFDE-4000-8E89-4480A94453E9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255A977-11F0-4AE1-BCCF-E1B9B56715D2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Additional Nodes</a:t>
          </a:r>
          <a:endParaRPr lang="en-US" sz="3600" kern="1200"/>
        </a:p>
      </dsp:txBody>
      <dsp:txXfrm>
        <a:off x="152976" y="1981055"/>
        <a:ext cx="4320000" cy="648000"/>
      </dsp:txXfrm>
    </dsp:sp>
    <dsp:sp modelId="{61C26577-B1A9-495C-85B3-2A1528AEF7B7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servers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nodes running other protocols</a:t>
          </a:r>
        </a:p>
      </dsp:txBody>
      <dsp:txXfrm>
        <a:off x="152976" y="2688423"/>
        <a:ext cx="4320000" cy="621412"/>
      </dsp:txXfrm>
    </dsp:sp>
    <dsp:sp modelId="{36BB0C42-38A2-4855-8D8C-F15CBA6A9F6C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3A3C2C7-658D-40F0-8345-FA47BC3D8CEF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Protocols</a:t>
          </a:r>
          <a:r>
            <a:rPr lang="en-US" sz="3600" kern="1200"/>
            <a:t> </a:t>
          </a:r>
        </a:p>
      </dsp:txBody>
      <dsp:txXfrm>
        <a:off x="5228976" y="1981055"/>
        <a:ext cx="4320000" cy="648000"/>
      </dsp:txXfrm>
    </dsp:sp>
    <dsp:sp modelId="{1A825AD7-102B-462D-8FF6-815060237DB4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specialized mining pool protocols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lightweight</a:t>
          </a:r>
          <a:r>
            <a:rPr lang="tr-TR" sz="1700" kern="1200"/>
            <a:t> client-access protocols</a:t>
          </a:r>
          <a:endParaRPr lang="en-US" sz="1700" kern="1200"/>
        </a:p>
      </dsp:txBody>
      <dsp:txXfrm>
        <a:off x="5228976" y="2688423"/>
        <a:ext cx="4320000" cy="621412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334924"/>
          <a:ext cx="5807242" cy="11655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16560" rIns="450707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A bitcoin network node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 with all four functions</a:t>
          </a:r>
          <a:endParaRPr lang="tr-TR" sz="2000" kern="1200" dirty="0"/>
        </a:p>
      </dsp:txBody>
      <dsp:txXfrm>
        <a:off x="0" y="334924"/>
        <a:ext cx="5807242" cy="1165500"/>
      </dsp:txXfrm>
    </dsp:sp>
    <dsp:sp modelId="{4FB8CB1F-03C3-4B50-A46D-32C808F2D0BA}">
      <dsp:nvSpPr>
        <dsp:cNvPr id="0" name=""/>
        <dsp:cNvSpPr/>
      </dsp:nvSpPr>
      <dsp:spPr>
        <a:xfrm>
          <a:off x="290362" y="39724"/>
          <a:ext cx="406506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/>
            <a:t>Reference Bitcoin Client</a:t>
          </a:r>
        </a:p>
      </dsp:txBody>
      <dsp:txXfrm>
        <a:off x="319183" y="68545"/>
        <a:ext cx="4007427" cy="532758"/>
      </dsp:txXfrm>
    </dsp:sp>
    <dsp:sp modelId="{9A338B85-58E8-4E8B-8B03-F965B3EA5AF1}">
      <dsp:nvSpPr>
        <dsp:cNvPr id="0" name=""/>
        <dsp:cNvSpPr/>
      </dsp:nvSpPr>
      <dsp:spPr>
        <a:xfrm>
          <a:off x="0" y="1903624"/>
          <a:ext cx="5807242" cy="1827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16560" rIns="450707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Wallet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Miner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Full blockchain</a:t>
          </a:r>
          <a:r>
            <a:rPr lang="tr-TR" sz="2000" kern="1200" dirty="0"/>
            <a:t> </a:t>
          </a:r>
          <a:r>
            <a:rPr lang="en-US" sz="2000" kern="1200" dirty="0"/>
            <a:t>database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Network routing</a:t>
          </a:r>
          <a:endParaRPr lang="tr-TR" sz="2000" kern="1200" dirty="0"/>
        </a:p>
      </dsp:txBody>
      <dsp:txXfrm>
        <a:off x="0" y="1903624"/>
        <a:ext cx="5807242" cy="1827000"/>
      </dsp:txXfrm>
    </dsp:sp>
    <dsp:sp modelId="{DA9A5477-F9F1-4BC7-801A-3A4C0F27E4A6}">
      <dsp:nvSpPr>
        <dsp:cNvPr id="0" name=""/>
        <dsp:cNvSpPr/>
      </dsp:nvSpPr>
      <dsp:spPr>
        <a:xfrm>
          <a:off x="290362" y="1608424"/>
          <a:ext cx="406506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/>
            <a:t>Functions</a:t>
          </a:r>
        </a:p>
      </dsp:txBody>
      <dsp:txXfrm>
        <a:off x="319183" y="1637245"/>
        <a:ext cx="4007427" cy="532758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42177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A bitcoin network node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 with all </a:t>
          </a:r>
          <a:r>
            <a:rPr lang="tr-TR" sz="2400" kern="1200" dirty="0"/>
            <a:t>two</a:t>
          </a:r>
          <a:r>
            <a:rPr lang="en-US" sz="2400" kern="1200" dirty="0"/>
            <a:t> functions</a:t>
          </a:r>
          <a:endParaRPr lang="tr-TR" sz="2400" kern="1200" dirty="0"/>
        </a:p>
      </dsp:txBody>
      <dsp:txXfrm>
        <a:off x="0" y="421774"/>
        <a:ext cx="5807242" cy="1398600"/>
      </dsp:txXfrm>
    </dsp:sp>
    <dsp:sp modelId="{4FB8CB1F-03C3-4B50-A46D-32C808F2D0BA}">
      <dsp:nvSpPr>
        <dsp:cNvPr id="0" name=""/>
        <dsp:cNvSpPr/>
      </dsp:nvSpPr>
      <dsp:spPr>
        <a:xfrm>
          <a:off x="290362" y="6753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Full Block Chain Node</a:t>
          </a:r>
        </a:p>
      </dsp:txBody>
      <dsp:txXfrm>
        <a:off x="324947" y="102119"/>
        <a:ext cx="3995899" cy="639310"/>
      </dsp:txXfrm>
    </dsp:sp>
    <dsp:sp modelId="{9A338B85-58E8-4E8B-8B03-F965B3EA5AF1}">
      <dsp:nvSpPr>
        <dsp:cNvPr id="0" name=""/>
        <dsp:cNvSpPr/>
      </dsp:nvSpPr>
      <dsp:spPr>
        <a:xfrm>
          <a:off x="0" y="230421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Full blockchain</a:t>
          </a:r>
          <a:r>
            <a:rPr lang="tr-TR" sz="2400" kern="1200" dirty="0"/>
            <a:t> </a:t>
          </a:r>
          <a:r>
            <a:rPr lang="en-US" sz="2400" kern="1200" dirty="0"/>
            <a:t>database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Network routing</a:t>
          </a:r>
          <a:endParaRPr lang="tr-TR" sz="2400" kern="1200" dirty="0"/>
        </a:p>
      </dsp:txBody>
      <dsp:txXfrm>
        <a:off x="0" y="2304214"/>
        <a:ext cx="5807242" cy="1398600"/>
      </dsp:txXfrm>
    </dsp:sp>
    <dsp:sp modelId="{DA9A5477-F9F1-4BC7-801A-3A4C0F27E4A6}">
      <dsp:nvSpPr>
        <dsp:cNvPr id="0" name=""/>
        <dsp:cNvSpPr/>
      </dsp:nvSpPr>
      <dsp:spPr>
        <a:xfrm>
          <a:off x="290362" y="194997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Functions</a:t>
          </a:r>
        </a:p>
      </dsp:txBody>
      <dsp:txXfrm>
        <a:off x="324947" y="1984559"/>
        <a:ext cx="3995899" cy="639310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353149"/>
          <a:ext cx="5807242" cy="12820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58216" rIns="450707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A </a:t>
          </a:r>
          <a:r>
            <a:rPr lang="en-US" sz="2200" kern="1200" dirty="0"/>
            <a:t>bitcoin network node</a:t>
          </a:r>
          <a:endParaRPr lang="tr-TR" sz="2200" kern="1200" dirty="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 with </a:t>
          </a:r>
          <a:r>
            <a:rPr lang="tr-TR" sz="2200" kern="1200" dirty="0"/>
            <a:t>three </a:t>
          </a:r>
          <a:r>
            <a:rPr lang="en-US" sz="2200" kern="1200" dirty="0"/>
            <a:t>functions</a:t>
          </a:r>
          <a:endParaRPr lang="tr-TR" sz="2200" kern="1200" dirty="0"/>
        </a:p>
      </dsp:txBody>
      <dsp:txXfrm>
        <a:off x="0" y="353149"/>
        <a:ext cx="5807242" cy="1282049"/>
      </dsp:txXfrm>
    </dsp:sp>
    <dsp:sp modelId="{4FB8CB1F-03C3-4B50-A46D-32C808F2D0BA}">
      <dsp:nvSpPr>
        <dsp:cNvPr id="0" name=""/>
        <dsp:cNvSpPr/>
      </dsp:nvSpPr>
      <dsp:spPr>
        <a:xfrm>
          <a:off x="290362" y="28429"/>
          <a:ext cx="406506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/>
            <a:t>Solo Miner</a:t>
          </a:r>
        </a:p>
      </dsp:txBody>
      <dsp:txXfrm>
        <a:off x="322065" y="60132"/>
        <a:ext cx="4001663" cy="586034"/>
      </dsp:txXfrm>
    </dsp:sp>
    <dsp:sp modelId="{9A338B85-58E8-4E8B-8B03-F965B3EA5AF1}">
      <dsp:nvSpPr>
        <dsp:cNvPr id="0" name=""/>
        <dsp:cNvSpPr/>
      </dsp:nvSpPr>
      <dsp:spPr>
        <a:xfrm>
          <a:off x="0" y="2078719"/>
          <a:ext cx="5807242" cy="1663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58216" rIns="450707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Miner</a:t>
          </a:r>
          <a:endParaRPr lang="tr-TR" sz="2200" kern="1200" dirty="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Full blockchain</a:t>
          </a:r>
          <a:r>
            <a:rPr lang="tr-TR" sz="2200" kern="1200" dirty="0"/>
            <a:t> </a:t>
          </a:r>
          <a:r>
            <a:rPr lang="en-US" sz="2200" kern="1200" dirty="0"/>
            <a:t>database</a:t>
          </a:r>
          <a:endParaRPr lang="tr-TR" sz="2200" kern="1200" dirty="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Network routing</a:t>
          </a:r>
          <a:endParaRPr lang="tr-TR" sz="2200" kern="1200" dirty="0"/>
        </a:p>
      </dsp:txBody>
      <dsp:txXfrm>
        <a:off x="0" y="2078719"/>
        <a:ext cx="5807242" cy="1663200"/>
      </dsp:txXfrm>
    </dsp:sp>
    <dsp:sp modelId="{DA9A5477-F9F1-4BC7-801A-3A4C0F27E4A6}">
      <dsp:nvSpPr>
        <dsp:cNvPr id="0" name=""/>
        <dsp:cNvSpPr/>
      </dsp:nvSpPr>
      <dsp:spPr>
        <a:xfrm>
          <a:off x="290362" y="1753999"/>
          <a:ext cx="406506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/>
            <a:t>Functions</a:t>
          </a:r>
        </a:p>
      </dsp:txBody>
      <dsp:txXfrm>
        <a:off x="322065" y="1785702"/>
        <a:ext cx="4001663" cy="586034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42177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 </a:t>
          </a:r>
          <a:r>
            <a:rPr lang="en-US" sz="2400" kern="1200" dirty="0"/>
            <a:t>bitcoin network node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 with </a:t>
          </a:r>
          <a:r>
            <a:rPr lang="tr-TR" sz="2400" kern="1200" dirty="0"/>
            <a:t>two </a:t>
          </a:r>
          <a:r>
            <a:rPr lang="en-US" sz="2400" kern="1200" dirty="0"/>
            <a:t>functions</a:t>
          </a:r>
          <a:endParaRPr lang="tr-TR" sz="2400" kern="1200" dirty="0"/>
        </a:p>
      </dsp:txBody>
      <dsp:txXfrm>
        <a:off x="0" y="421774"/>
        <a:ext cx="5807242" cy="1398600"/>
      </dsp:txXfrm>
    </dsp:sp>
    <dsp:sp modelId="{4FB8CB1F-03C3-4B50-A46D-32C808F2D0BA}">
      <dsp:nvSpPr>
        <dsp:cNvPr id="0" name=""/>
        <dsp:cNvSpPr/>
      </dsp:nvSpPr>
      <dsp:spPr>
        <a:xfrm>
          <a:off x="290362" y="6753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Lightweight Wallet</a:t>
          </a:r>
        </a:p>
      </dsp:txBody>
      <dsp:txXfrm>
        <a:off x="324947" y="102119"/>
        <a:ext cx="3995899" cy="639310"/>
      </dsp:txXfrm>
    </dsp:sp>
    <dsp:sp modelId="{9A338B85-58E8-4E8B-8B03-F965B3EA5AF1}">
      <dsp:nvSpPr>
        <dsp:cNvPr id="0" name=""/>
        <dsp:cNvSpPr/>
      </dsp:nvSpPr>
      <dsp:spPr>
        <a:xfrm>
          <a:off x="0" y="230421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Wallet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Network routing</a:t>
          </a:r>
          <a:endParaRPr lang="tr-TR" sz="2400" kern="1200" dirty="0"/>
        </a:p>
      </dsp:txBody>
      <dsp:txXfrm>
        <a:off x="0" y="2304214"/>
        <a:ext cx="5807242" cy="1398600"/>
      </dsp:txXfrm>
    </dsp:sp>
    <dsp:sp modelId="{DA9A5477-F9F1-4BC7-801A-3A4C0F27E4A6}">
      <dsp:nvSpPr>
        <dsp:cNvPr id="0" name=""/>
        <dsp:cNvSpPr/>
      </dsp:nvSpPr>
      <dsp:spPr>
        <a:xfrm>
          <a:off x="290362" y="194997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Functions</a:t>
          </a:r>
        </a:p>
      </dsp:txBody>
      <dsp:txXfrm>
        <a:off x="324947" y="1984559"/>
        <a:ext cx="3995899" cy="639310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42177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Gateway routers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Connects Bitcoin to other protocols</a:t>
          </a:r>
        </a:p>
      </dsp:txBody>
      <dsp:txXfrm>
        <a:off x="0" y="421774"/>
        <a:ext cx="5807242" cy="1398600"/>
      </dsp:txXfrm>
    </dsp:sp>
    <dsp:sp modelId="{4FB8CB1F-03C3-4B50-A46D-32C808F2D0BA}">
      <dsp:nvSpPr>
        <dsp:cNvPr id="0" name=""/>
        <dsp:cNvSpPr/>
      </dsp:nvSpPr>
      <dsp:spPr>
        <a:xfrm>
          <a:off x="290362" y="6753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Pool Protocol Servers</a:t>
          </a:r>
        </a:p>
      </dsp:txBody>
      <dsp:txXfrm>
        <a:off x="324947" y="102119"/>
        <a:ext cx="3995899" cy="639310"/>
      </dsp:txXfrm>
    </dsp:sp>
    <dsp:sp modelId="{9A338B85-58E8-4E8B-8B03-F965B3EA5AF1}">
      <dsp:nvSpPr>
        <dsp:cNvPr id="0" name=""/>
        <dsp:cNvSpPr/>
      </dsp:nvSpPr>
      <dsp:spPr>
        <a:xfrm>
          <a:off x="0" y="230421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Stratum nodes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Pool mining nodes</a:t>
          </a:r>
        </a:p>
      </dsp:txBody>
      <dsp:txXfrm>
        <a:off x="0" y="2304214"/>
        <a:ext cx="5807242" cy="1398600"/>
      </dsp:txXfrm>
    </dsp:sp>
    <dsp:sp modelId="{DA9A5477-F9F1-4BC7-801A-3A4C0F27E4A6}">
      <dsp:nvSpPr>
        <dsp:cNvPr id="0" name=""/>
        <dsp:cNvSpPr/>
      </dsp:nvSpPr>
      <dsp:spPr>
        <a:xfrm>
          <a:off x="290362" y="194997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Examples</a:t>
          </a:r>
        </a:p>
      </dsp:txBody>
      <dsp:txXfrm>
        <a:off x="324947" y="1984559"/>
        <a:ext cx="3995899" cy="639310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280766"/>
          <a:ext cx="5807242" cy="11072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395732" rIns="450707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/>
            <a:t>Mining function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/>
            <a:t>without a blockchain</a:t>
          </a:r>
        </a:p>
      </dsp:txBody>
      <dsp:txXfrm>
        <a:off x="0" y="280766"/>
        <a:ext cx="5807242" cy="1107225"/>
      </dsp:txXfrm>
    </dsp:sp>
    <dsp:sp modelId="{4FB8CB1F-03C3-4B50-A46D-32C808F2D0BA}">
      <dsp:nvSpPr>
        <dsp:cNvPr id="0" name=""/>
        <dsp:cNvSpPr/>
      </dsp:nvSpPr>
      <dsp:spPr>
        <a:xfrm>
          <a:off x="290362" y="326"/>
          <a:ext cx="406506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Mining Nodes</a:t>
          </a:r>
        </a:p>
      </dsp:txBody>
      <dsp:txXfrm>
        <a:off x="317742" y="27706"/>
        <a:ext cx="4010309" cy="506120"/>
      </dsp:txXfrm>
    </dsp:sp>
    <dsp:sp modelId="{9A338B85-58E8-4E8B-8B03-F965B3EA5AF1}">
      <dsp:nvSpPr>
        <dsp:cNvPr id="0" name=""/>
        <dsp:cNvSpPr/>
      </dsp:nvSpPr>
      <dsp:spPr>
        <a:xfrm>
          <a:off x="0" y="1771032"/>
          <a:ext cx="5807242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395732" rIns="450707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/>
            <a:t>Stratum protocol nodes</a:t>
          </a:r>
        </a:p>
      </dsp:txBody>
      <dsp:txXfrm>
        <a:off x="0" y="1771032"/>
        <a:ext cx="5807242" cy="807975"/>
      </dsp:txXfrm>
    </dsp:sp>
    <dsp:sp modelId="{DA9A5477-F9F1-4BC7-801A-3A4C0F27E4A6}">
      <dsp:nvSpPr>
        <dsp:cNvPr id="0" name=""/>
        <dsp:cNvSpPr/>
      </dsp:nvSpPr>
      <dsp:spPr>
        <a:xfrm>
          <a:off x="290362" y="1490592"/>
          <a:ext cx="406506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S</a:t>
          </a:r>
        </a:p>
      </dsp:txBody>
      <dsp:txXfrm>
        <a:off x="317742" y="1517972"/>
        <a:ext cx="4010309" cy="506120"/>
      </dsp:txXfrm>
    </dsp:sp>
    <dsp:sp modelId="{F55DFB48-9F8F-49BA-B27B-13F2FDA1AB9F}">
      <dsp:nvSpPr>
        <dsp:cNvPr id="0" name=""/>
        <dsp:cNvSpPr/>
      </dsp:nvSpPr>
      <dsp:spPr>
        <a:xfrm>
          <a:off x="0" y="2962046"/>
          <a:ext cx="5807242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395732" rIns="450707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 err="1"/>
            <a:t>Mining</a:t>
          </a:r>
          <a:r>
            <a:rPr lang="tr-TR" sz="1900" kern="1200" dirty="0"/>
            <a:t> </a:t>
          </a:r>
          <a:r>
            <a:rPr lang="tr-TR" sz="1900" kern="1200" dirty="0" err="1"/>
            <a:t>protocol</a:t>
          </a:r>
          <a:r>
            <a:rPr lang="tr-TR" sz="1900" kern="1200" dirty="0"/>
            <a:t> node</a:t>
          </a:r>
        </a:p>
      </dsp:txBody>
      <dsp:txXfrm>
        <a:off x="0" y="2962046"/>
        <a:ext cx="5807242" cy="807975"/>
      </dsp:txXfrm>
    </dsp:sp>
    <dsp:sp modelId="{AEBEA878-3163-4619-9244-BAA04DC1B805}">
      <dsp:nvSpPr>
        <dsp:cNvPr id="0" name=""/>
        <dsp:cNvSpPr/>
      </dsp:nvSpPr>
      <dsp:spPr>
        <a:xfrm>
          <a:off x="290362" y="2681606"/>
          <a:ext cx="406506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P</a:t>
          </a:r>
        </a:p>
      </dsp:txBody>
      <dsp:txXfrm>
        <a:off x="317742" y="2708986"/>
        <a:ext cx="4010309" cy="506120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604699"/>
          <a:ext cx="5807242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37388" rIns="450707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Wallet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tr-TR" sz="2100" kern="1200" dirty="0"/>
        </a:p>
      </dsp:txBody>
      <dsp:txXfrm>
        <a:off x="0" y="604699"/>
        <a:ext cx="5807242" cy="1223775"/>
      </dsp:txXfrm>
    </dsp:sp>
    <dsp:sp modelId="{4FB8CB1F-03C3-4B50-A46D-32C808F2D0BA}">
      <dsp:nvSpPr>
        <dsp:cNvPr id="0" name=""/>
        <dsp:cNvSpPr/>
      </dsp:nvSpPr>
      <dsp:spPr>
        <a:xfrm>
          <a:off x="290362" y="294739"/>
          <a:ext cx="406506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Lightweight (SPV) Stratum Wallet</a:t>
          </a:r>
        </a:p>
      </dsp:txBody>
      <dsp:txXfrm>
        <a:off x="320624" y="325001"/>
        <a:ext cx="4004545" cy="559396"/>
      </dsp:txXfrm>
    </dsp:sp>
    <dsp:sp modelId="{9A338B85-58E8-4E8B-8B03-F965B3EA5AF1}">
      <dsp:nvSpPr>
        <dsp:cNvPr id="0" name=""/>
        <dsp:cNvSpPr/>
      </dsp:nvSpPr>
      <dsp:spPr>
        <a:xfrm>
          <a:off x="0" y="2251834"/>
          <a:ext cx="5807242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37388" rIns="450707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Wallet</a:t>
          </a:r>
          <a:endParaRPr lang="tr-TR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Network </a:t>
          </a:r>
          <a:r>
            <a:rPr lang="tr-TR" sz="2100" kern="1200" dirty="0"/>
            <a:t>node on </a:t>
          </a:r>
          <a:r>
            <a:rPr lang="tr-TR" sz="2100" kern="1200" dirty="0" err="1"/>
            <a:t>the</a:t>
          </a:r>
          <a:r>
            <a:rPr lang="tr-TR" sz="2100" kern="1200" dirty="0"/>
            <a:t> </a:t>
          </a:r>
          <a:r>
            <a:rPr lang="tr-TR" sz="2100" kern="1200" dirty="0" err="1"/>
            <a:t>Stratum</a:t>
          </a:r>
          <a:r>
            <a:rPr lang="tr-TR" sz="2100" kern="1200" dirty="0"/>
            <a:t> protocol</a:t>
          </a:r>
        </a:p>
      </dsp:txBody>
      <dsp:txXfrm>
        <a:off x="0" y="2251834"/>
        <a:ext cx="5807242" cy="1223775"/>
      </dsp:txXfrm>
    </dsp:sp>
    <dsp:sp modelId="{DA9A5477-F9F1-4BC7-801A-3A4C0F27E4A6}">
      <dsp:nvSpPr>
        <dsp:cNvPr id="0" name=""/>
        <dsp:cNvSpPr/>
      </dsp:nvSpPr>
      <dsp:spPr>
        <a:xfrm>
          <a:off x="290362" y="1941874"/>
          <a:ext cx="406506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Functions</a:t>
          </a:r>
        </a:p>
      </dsp:txBody>
      <dsp:txXfrm>
        <a:off x="320624" y="1972136"/>
        <a:ext cx="4004545" cy="559396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9EDD46-7154-453B-99AF-51D94DE71DDA}">
      <dsp:nvSpPr>
        <dsp:cNvPr id="0" name=""/>
        <dsp:cNvSpPr/>
      </dsp:nvSpPr>
      <dsp:spPr>
        <a:xfrm>
          <a:off x="0" y="699964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The Extended Bitcoin Network</a:t>
          </a:r>
          <a:endParaRPr lang="en-US" sz="6500" kern="1200"/>
        </a:p>
      </dsp:txBody>
      <dsp:txXfrm>
        <a:off x="126223" y="826187"/>
        <a:ext cx="6001125" cy="2333254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3C9E108-FEB1-45A3-8AE1-22F5A0FEF14B}">
      <dsp:nvSpPr>
        <dsp:cNvPr id="0" name=""/>
        <dsp:cNvSpPr/>
      </dsp:nvSpPr>
      <dsp:spPr>
        <a:xfrm>
          <a:off x="698671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C53C4A-F74D-46CB-9C3C-DD8531BFCDE2}">
      <dsp:nvSpPr>
        <dsp:cNvPr id="0" name=""/>
        <dsp:cNvSpPr/>
      </dsp:nvSpPr>
      <dsp:spPr>
        <a:xfrm>
          <a:off x="2156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main bitcoin network</a:t>
          </a:r>
        </a:p>
      </dsp:txBody>
      <dsp:txXfrm>
        <a:off x="2156" y="1705314"/>
        <a:ext cx="2143124" cy="321468"/>
      </dsp:txXfrm>
    </dsp:sp>
    <dsp:sp modelId="{CC8F4CEB-96A6-4F68-B89D-4D2D06BC67D7}">
      <dsp:nvSpPr>
        <dsp:cNvPr id="0" name=""/>
        <dsp:cNvSpPr/>
      </dsp:nvSpPr>
      <dsp:spPr>
        <a:xfrm>
          <a:off x="2156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bitcoin P2P protocol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listening nodes</a:t>
          </a:r>
        </a:p>
      </dsp:txBody>
      <dsp:txXfrm>
        <a:off x="2156" y="2064875"/>
        <a:ext cx="2143124" cy="713052"/>
      </dsp:txXfrm>
    </dsp:sp>
    <dsp:sp modelId="{33199743-C46F-4863-A736-18E5FE42B034}">
      <dsp:nvSpPr>
        <dsp:cNvPr id="0" name=""/>
        <dsp:cNvSpPr/>
      </dsp:nvSpPr>
      <dsp:spPr>
        <a:xfrm>
          <a:off x="3216843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25A20B1-B988-4DF5-8DB8-654B133079E6}">
      <dsp:nvSpPr>
        <dsp:cNvPr id="0" name=""/>
        <dsp:cNvSpPr/>
      </dsp:nvSpPr>
      <dsp:spPr>
        <a:xfrm>
          <a:off x="2520328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Bitcoin Core</a:t>
          </a:r>
        </a:p>
      </dsp:txBody>
      <dsp:txXfrm>
        <a:off x="2520328" y="1705314"/>
        <a:ext cx="2143124" cy="321468"/>
      </dsp:txXfrm>
    </dsp:sp>
    <dsp:sp modelId="{88357AAB-53D1-4A97-A16D-7AA500C44CF1}">
      <dsp:nvSpPr>
        <dsp:cNvPr id="0" name=""/>
        <dsp:cNvSpPr/>
      </dsp:nvSpPr>
      <dsp:spPr>
        <a:xfrm>
          <a:off x="2520328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5,000 </a:t>
          </a:r>
          <a:r>
            <a:rPr lang="tr-TR" sz="1300" kern="1200"/>
            <a:t>to </a:t>
          </a:r>
          <a:r>
            <a:rPr lang="en-US" sz="1300" kern="1200"/>
            <a:t>8,000</a:t>
          </a:r>
          <a:r>
            <a:rPr lang="tr-TR" sz="1300" kern="1200"/>
            <a:t> nodes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various versions of </a:t>
          </a:r>
          <a:r>
            <a:rPr lang="en-US" sz="1300" b="1" kern="1200"/>
            <a:t>Bitcoin Core</a:t>
          </a:r>
          <a:endParaRPr lang="en-US" sz="1300" kern="1200"/>
        </a:p>
      </dsp:txBody>
      <dsp:txXfrm>
        <a:off x="2520328" y="2064875"/>
        <a:ext cx="2143124" cy="713052"/>
      </dsp:txXfrm>
    </dsp:sp>
    <dsp:sp modelId="{3D37B305-1D9A-469C-995C-D6500A4FD8B7}">
      <dsp:nvSpPr>
        <dsp:cNvPr id="0" name=""/>
        <dsp:cNvSpPr/>
      </dsp:nvSpPr>
      <dsp:spPr>
        <a:xfrm>
          <a:off x="5735015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E28DF5E-A9CF-4F90-91D6-7CBBBBE16F78}">
      <dsp:nvSpPr>
        <dsp:cNvPr id="0" name=""/>
        <dsp:cNvSpPr/>
      </dsp:nvSpPr>
      <dsp:spPr>
        <a:xfrm>
          <a:off x="5038499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Other implementations</a:t>
          </a:r>
          <a:endParaRPr lang="en-US" sz="1700" kern="1200"/>
        </a:p>
      </dsp:txBody>
      <dsp:txXfrm>
        <a:off x="5038499" y="1705314"/>
        <a:ext cx="2143124" cy="321468"/>
      </dsp:txXfrm>
    </dsp:sp>
    <dsp:sp modelId="{FFA1BA79-F5D3-4454-B528-5EB5D902FD32}">
      <dsp:nvSpPr>
        <dsp:cNvPr id="0" name=""/>
        <dsp:cNvSpPr/>
      </dsp:nvSpPr>
      <dsp:spPr>
        <a:xfrm>
          <a:off x="5038499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 few hundred nodes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various other implementations</a:t>
          </a:r>
        </a:p>
      </dsp:txBody>
      <dsp:txXfrm>
        <a:off x="5038499" y="2064875"/>
        <a:ext cx="2143124" cy="713052"/>
      </dsp:txXfrm>
    </dsp:sp>
    <dsp:sp modelId="{40E1A64A-91BC-46D5-AEFF-61DC30466BCB}">
      <dsp:nvSpPr>
        <dsp:cNvPr id="0" name=""/>
        <dsp:cNvSpPr/>
      </dsp:nvSpPr>
      <dsp:spPr>
        <a:xfrm>
          <a:off x="8253187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158523-B8E8-44D9-B547-F7619B8EB8B2}">
      <dsp:nvSpPr>
        <dsp:cNvPr id="0" name=""/>
        <dsp:cNvSpPr/>
      </dsp:nvSpPr>
      <dsp:spPr>
        <a:xfrm>
          <a:off x="7556671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Bitcoin P2P Protocol</a:t>
          </a:r>
          <a:endParaRPr lang="en-US" sz="1700" kern="1200"/>
        </a:p>
      </dsp:txBody>
      <dsp:txXfrm>
        <a:off x="7556671" y="1705314"/>
        <a:ext cx="2143124" cy="321468"/>
      </dsp:txXfrm>
    </dsp:sp>
    <dsp:sp modelId="{2A88D5BD-8C04-4C7D-A9E0-10ADC96200CC}">
      <dsp:nvSpPr>
        <dsp:cNvPr id="0" name=""/>
        <dsp:cNvSpPr/>
      </dsp:nvSpPr>
      <dsp:spPr>
        <a:xfrm>
          <a:off x="7556671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All nodes run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without depending on the implementation</a:t>
          </a:r>
          <a:endParaRPr lang="en-US" sz="1300" kern="1200"/>
        </a:p>
      </dsp:txBody>
      <dsp:txXfrm>
        <a:off x="7556671" y="2064875"/>
        <a:ext cx="2143124" cy="713052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AD6F259-56DB-4919-96DA-76B09E34B4BB}">
      <dsp:nvSpPr>
        <dsp:cNvPr id="0" name=""/>
        <dsp:cNvSpPr/>
      </dsp:nvSpPr>
      <dsp:spPr>
        <a:xfrm>
          <a:off x="0" y="1782"/>
          <a:ext cx="8770938" cy="0"/>
        </a:xfrm>
        <a:prstGeom prst="lin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2B962F-8BB1-45DC-A34F-F17FA4630EC9}">
      <dsp:nvSpPr>
        <dsp:cNvPr id="0" name=""/>
        <dsp:cNvSpPr/>
      </dsp:nvSpPr>
      <dsp:spPr>
        <a:xfrm>
          <a:off x="0" y="1782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/>
            <a:t>Bitcoin Classic </a:t>
          </a:r>
        </a:p>
      </dsp:txBody>
      <dsp:txXfrm>
        <a:off x="0" y="1782"/>
        <a:ext cx="8770938" cy="607947"/>
      </dsp:txXfrm>
    </dsp:sp>
    <dsp:sp modelId="{4F87F519-AF1F-4843-815D-E99970512DF3}">
      <dsp:nvSpPr>
        <dsp:cNvPr id="0" name=""/>
        <dsp:cNvSpPr/>
      </dsp:nvSpPr>
      <dsp:spPr>
        <a:xfrm>
          <a:off x="0" y="609730"/>
          <a:ext cx="8770938" cy="0"/>
        </a:xfrm>
        <a:prstGeom prst="line">
          <a:avLst/>
        </a:prstGeom>
        <a:solidFill>
          <a:schemeClr val="accent5">
            <a:hueOff val="640345"/>
            <a:satOff val="-8488"/>
            <a:lumOff val="-2667"/>
            <a:alphaOff val="0"/>
          </a:schemeClr>
        </a:solidFill>
        <a:ln w="12700" cap="flat" cmpd="sng" algn="ctr">
          <a:solidFill>
            <a:schemeClr val="accent5">
              <a:hueOff val="640345"/>
              <a:satOff val="-8488"/>
              <a:lumOff val="-2667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EF98FC-BCCD-40F5-9E02-242FC1F25D8A}">
      <dsp:nvSpPr>
        <dsp:cNvPr id="0" name=""/>
        <dsp:cNvSpPr/>
      </dsp:nvSpPr>
      <dsp:spPr>
        <a:xfrm>
          <a:off x="0" y="609730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/>
            <a:t>Bitcoin Unlimited </a:t>
          </a:r>
        </a:p>
      </dsp:txBody>
      <dsp:txXfrm>
        <a:off x="0" y="609730"/>
        <a:ext cx="8770938" cy="607947"/>
      </dsp:txXfrm>
    </dsp:sp>
    <dsp:sp modelId="{F3C80514-0562-4E10-8769-47D168F52E55}">
      <dsp:nvSpPr>
        <dsp:cNvPr id="0" name=""/>
        <dsp:cNvSpPr/>
      </dsp:nvSpPr>
      <dsp:spPr>
        <a:xfrm>
          <a:off x="0" y="1217677"/>
          <a:ext cx="8770938" cy="0"/>
        </a:xfrm>
        <a:prstGeom prst="line">
          <a:avLst/>
        </a:prstGeom>
        <a:solidFill>
          <a:schemeClr val="accent5">
            <a:hueOff val="1280690"/>
            <a:satOff val="-16977"/>
            <a:lumOff val="-5333"/>
            <a:alphaOff val="0"/>
          </a:schemeClr>
        </a:solidFill>
        <a:ln w="12700" cap="flat" cmpd="sng" algn="ctr">
          <a:solidFill>
            <a:schemeClr val="accent5">
              <a:hueOff val="1280690"/>
              <a:satOff val="-16977"/>
              <a:lumOff val="-5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77E9D9-676E-4E49-877D-74E022E3A34D}">
      <dsp:nvSpPr>
        <dsp:cNvPr id="0" name=""/>
        <dsp:cNvSpPr/>
      </dsp:nvSpPr>
      <dsp:spPr>
        <a:xfrm>
          <a:off x="0" y="1217677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 err="1"/>
            <a:t>BitcoinJ</a:t>
          </a:r>
          <a:r>
            <a:rPr lang="en-US" sz="2800" kern="1200" dirty="0"/>
            <a:t> </a:t>
          </a:r>
        </a:p>
      </dsp:txBody>
      <dsp:txXfrm>
        <a:off x="0" y="1217677"/>
        <a:ext cx="8770938" cy="607947"/>
      </dsp:txXfrm>
    </dsp:sp>
    <dsp:sp modelId="{3FFCA3D5-F2AE-45FE-AA10-1A0AFBD1ED2F}">
      <dsp:nvSpPr>
        <dsp:cNvPr id="0" name=""/>
        <dsp:cNvSpPr/>
      </dsp:nvSpPr>
      <dsp:spPr>
        <a:xfrm>
          <a:off x="0" y="1825624"/>
          <a:ext cx="8770938" cy="0"/>
        </a:xfrm>
        <a:prstGeom prst="line">
          <a:avLst/>
        </a:prstGeom>
        <a:solidFill>
          <a:schemeClr val="accent5">
            <a:hueOff val="1921035"/>
            <a:satOff val="-25465"/>
            <a:lumOff val="-8000"/>
            <a:alphaOff val="0"/>
          </a:schemeClr>
        </a:solidFill>
        <a:ln w="12700" cap="flat" cmpd="sng" algn="ctr">
          <a:solidFill>
            <a:schemeClr val="accent5">
              <a:hueOff val="1921035"/>
              <a:satOff val="-25465"/>
              <a:lumOff val="-800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0AC4B51-283D-4CB5-A0F4-8AD0FA2F2F19}">
      <dsp:nvSpPr>
        <dsp:cNvPr id="0" name=""/>
        <dsp:cNvSpPr/>
      </dsp:nvSpPr>
      <dsp:spPr>
        <a:xfrm>
          <a:off x="0" y="1825625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 err="1"/>
            <a:t>Libbitcoin</a:t>
          </a:r>
          <a:r>
            <a:rPr lang="tr-TR" sz="2800" kern="1200" dirty="0"/>
            <a:t> </a:t>
          </a:r>
          <a:endParaRPr lang="en-US" sz="2800" kern="1200" dirty="0"/>
        </a:p>
      </dsp:txBody>
      <dsp:txXfrm>
        <a:off x="0" y="1825625"/>
        <a:ext cx="8770938" cy="607947"/>
      </dsp:txXfrm>
    </dsp:sp>
    <dsp:sp modelId="{873937D1-2B39-4DEA-A439-7E0E5DBE84D6}">
      <dsp:nvSpPr>
        <dsp:cNvPr id="0" name=""/>
        <dsp:cNvSpPr/>
      </dsp:nvSpPr>
      <dsp:spPr>
        <a:xfrm>
          <a:off x="0" y="2433572"/>
          <a:ext cx="8770938" cy="0"/>
        </a:xfrm>
        <a:prstGeom prst="line">
          <a:avLst/>
        </a:prstGeom>
        <a:solidFill>
          <a:schemeClr val="accent5">
            <a:hueOff val="2561380"/>
            <a:satOff val="-33954"/>
            <a:lumOff val="-10666"/>
            <a:alphaOff val="0"/>
          </a:schemeClr>
        </a:solidFill>
        <a:ln w="12700" cap="flat" cmpd="sng" algn="ctr">
          <a:solidFill>
            <a:schemeClr val="accent5">
              <a:hueOff val="2561380"/>
              <a:satOff val="-33954"/>
              <a:lumOff val="-10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F48384-511A-427B-886B-E7D042568FE5}">
      <dsp:nvSpPr>
        <dsp:cNvPr id="0" name=""/>
        <dsp:cNvSpPr/>
      </dsp:nvSpPr>
      <dsp:spPr>
        <a:xfrm>
          <a:off x="0" y="2433572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 dirty="0" err="1"/>
            <a:t>btcd</a:t>
          </a:r>
          <a:r>
            <a:rPr lang="tr-TR" sz="2800" kern="1200" dirty="0"/>
            <a:t> </a:t>
          </a:r>
          <a:endParaRPr lang="en-US" sz="2800" kern="1200" dirty="0"/>
        </a:p>
      </dsp:txBody>
      <dsp:txXfrm>
        <a:off x="0" y="2433572"/>
        <a:ext cx="8770938" cy="607947"/>
      </dsp:txXfrm>
    </dsp:sp>
    <dsp:sp modelId="{B9D1723A-2247-4597-A8CA-22D849D0D71D}">
      <dsp:nvSpPr>
        <dsp:cNvPr id="0" name=""/>
        <dsp:cNvSpPr/>
      </dsp:nvSpPr>
      <dsp:spPr>
        <a:xfrm>
          <a:off x="0" y="3041519"/>
          <a:ext cx="8770938" cy="0"/>
        </a:xfrm>
        <a:prstGeom prst="line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BF49C3-95CF-4BE2-B468-1691B7FEB1FE}">
      <dsp:nvSpPr>
        <dsp:cNvPr id="0" name=""/>
        <dsp:cNvSpPr/>
      </dsp:nvSpPr>
      <dsp:spPr>
        <a:xfrm>
          <a:off x="0" y="3041519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 dirty="0" err="1"/>
            <a:t>bcoin</a:t>
          </a:r>
          <a:endParaRPr lang="en-US" sz="2800" kern="1200" dirty="0"/>
        </a:p>
      </dsp:txBody>
      <dsp:txXfrm>
        <a:off x="0" y="3041519"/>
        <a:ext cx="8770938" cy="607947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3806F34-BFA9-45C3-ADB6-2AABB5F5AF26}">
      <dsp:nvSpPr>
        <dsp:cNvPr id="0" name=""/>
        <dsp:cNvSpPr/>
      </dsp:nvSpPr>
      <dsp:spPr>
        <a:xfrm>
          <a:off x="0" y="171489"/>
          <a:ext cx="3851743" cy="791505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5730" tIns="125730" rIns="125730" bIns="125730" numCol="1" spcCol="1270" anchor="ctr" anchorCtr="0">
          <a:noAutofit/>
        </a:bodyPr>
        <a:lstStyle/>
        <a:p>
          <a:pPr marL="0" lvl="0" indent="0" algn="l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/>
            <a:t>mining nodes</a:t>
          </a:r>
          <a:endParaRPr lang="tr-TR" sz="3300" kern="1200"/>
        </a:p>
      </dsp:txBody>
      <dsp:txXfrm>
        <a:off x="38638" y="210127"/>
        <a:ext cx="3774467" cy="714229"/>
      </dsp:txXfrm>
    </dsp:sp>
    <dsp:sp modelId="{CB2D0E75-BB58-4880-B58C-D1BC6F98E25B}">
      <dsp:nvSpPr>
        <dsp:cNvPr id="0" name=""/>
        <dsp:cNvSpPr/>
      </dsp:nvSpPr>
      <dsp:spPr>
        <a:xfrm>
          <a:off x="0" y="962994"/>
          <a:ext cx="3851743" cy="2527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2293" tIns="41910" rIns="234696" bIns="41910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 dirty="0"/>
            <a:t>A small percentage of the nodes </a:t>
          </a:r>
          <a:endParaRPr lang="tr-TR" sz="2600" kern="1200" dirty="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/>
            <a:t>competing in the mining process </a:t>
          </a:r>
          <a:endParaRPr lang="tr-TR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/>
            <a:t>validating transactions</a:t>
          </a:r>
          <a:endParaRPr lang="tr-TR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/>
            <a:t>and</a:t>
          </a:r>
          <a:r>
            <a:rPr lang="tr-TR" sz="2600" kern="1200"/>
            <a:t> creating new blocks</a:t>
          </a:r>
        </a:p>
      </dsp:txBody>
      <dsp:txXfrm>
        <a:off x="0" y="962994"/>
        <a:ext cx="3851743" cy="2527470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0ADCB62-9696-43EA-BF1F-AB708E7547A4}">
      <dsp:nvSpPr>
        <dsp:cNvPr id="0" name=""/>
        <dsp:cNvSpPr/>
      </dsp:nvSpPr>
      <dsp:spPr>
        <a:xfrm>
          <a:off x="2114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 dirty="0"/>
            <a:t>Large</a:t>
          </a:r>
          <a:r>
            <a:rPr lang="tr-TR" sz="3200" kern="1200" dirty="0"/>
            <a:t> </a:t>
          </a:r>
          <a:r>
            <a:rPr lang="en-US" sz="3200" kern="1200" dirty="0"/>
            <a:t>companies</a:t>
          </a:r>
        </a:p>
      </dsp:txBody>
      <dsp:txXfrm>
        <a:off x="2114" y="0"/>
        <a:ext cx="2074960" cy="1324676"/>
      </dsp:txXfrm>
    </dsp:sp>
    <dsp:sp modelId="{51FB1D9F-722E-4946-8DD0-D6666FA52044}">
      <dsp:nvSpPr>
        <dsp:cNvPr id="0" name=""/>
        <dsp:cNvSpPr/>
      </dsp:nvSpPr>
      <dsp:spPr>
        <a:xfrm>
          <a:off x="209610" y="1325970"/>
          <a:ext cx="1659968" cy="1331360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 running full-node clients </a:t>
          </a:r>
        </a:p>
      </dsp:txBody>
      <dsp:txXfrm>
        <a:off x="248604" y="1364964"/>
        <a:ext cx="1581980" cy="1253372"/>
      </dsp:txXfrm>
    </dsp:sp>
    <dsp:sp modelId="{B87DDAB1-F59F-4223-9C9A-2499F28FE288}">
      <dsp:nvSpPr>
        <dsp:cNvPr id="0" name=""/>
        <dsp:cNvSpPr/>
      </dsp:nvSpPr>
      <dsp:spPr>
        <a:xfrm>
          <a:off x="209610" y="2862155"/>
          <a:ext cx="1659968" cy="1331360"/>
        </a:xfrm>
        <a:prstGeom prst="roundRect">
          <a:avLst>
            <a:gd name="adj" fmla="val 10000"/>
          </a:avLst>
        </a:prstGeom>
        <a:solidFill>
          <a:schemeClr val="accent2">
            <a:hueOff val="-617323"/>
            <a:satOff val="-229"/>
            <a:lumOff val="523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based on the Bitcoin Core client </a:t>
          </a:r>
        </a:p>
      </dsp:txBody>
      <dsp:txXfrm>
        <a:off x="248604" y="2901149"/>
        <a:ext cx="1581980" cy="1253372"/>
      </dsp:txXfrm>
    </dsp:sp>
    <dsp:sp modelId="{086346F3-4559-48B0-9D47-CB35B7A184E5}">
      <dsp:nvSpPr>
        <dsp:cNvPr id="0" name=""/>
        <dsp:cNvSpPr/>
      </dsp:nvSpPr>
      <dsp:spPr>
        <a:xfrm>
          <a:off x="2232697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/>
            <a:t>Content</a:t>
          </a:r>
          <a:endParaRPr lang="en-US" sz="3200" kern="1200" dirty="0"/>
        </a:p>
      </dsp:txBody>
      <dsp:txXfrm>
        <a:off x="2232697" y="0"/>
        <a:ext cx="2074960" cy="1324676"/>
      </dsp:txXfrm>
    </dsp:sp>
    <dsp:sp modelId="{3F217D5D-D6AB-43FC-ABA4-A769A3597C8E}">
      <dsp:nvSpPr>
        <dsp:cNvPr id="0" name=""/>
        <dsp:cNvSpPr/>
      </dsp:nvSpPr>
      <dsp:spPr>
        <a:xfrm>
          <a:off x="2440193" y="132478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1234645"/>
            <a:satOff val="-458"/>
            <a:lumOff val="1046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full copies of the</a:t>
          </a:r>
          <a:r>
            <a:rPr lang="tr-TR" sz="1500" kern="1200" dirty="0"/>
            <a:t> </a:t>
          </a:r>
          <a:r>
            <a:rPr lang="en-US" sz="1500" kern="1200" dirty="0"/>
            <a:t>blockchain </a:t>
          </a:r>
        </a:p>
      </dsp:txBody>
      <dsp:txXfrm>
        <a:off x="2459033" y="1343624"/>
        <a:ext cx="1622288" cy="605577"/>
      </dsp:txXfrm>
    </dsp:sp>
    <dsp:sp modelId="{2DADB230-9974-41A8-86AC-358DBB51915E}">
      <dsp:nvSpPr>
        <dsp:cNvPr id="0" name=""/>
        <dsp:cNvSpPr/>
      </dsp:nvSpPr>
      <dsp:spPr>
        <a:xfrm>
          <a:off x="2440193" y="206700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1851968"/>
            <a:satOff val="-687"/>
            <a:lumOff val="1569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network node </a:t>
          </a:r>
        </a:p>
      </dsp:txBody>
      <dsp:txXfrm>
        <a:off x="2459033" y="2085844"/>
        <a:ext cx="1622288" cy="605577"/>
      </dsp:txXfrm>
    </dsp:sp>
    <dsp:sp modelId="{58DD6593-CEE6-42BC-8685-6F04E67241D4}">
      <dsp:nvSpPr>
        <dsp:cNvPr id="0" name=""/>
        <dsp:cNvSpPr/>
      </dsp:nvSpPr>
      <dsp:spPr>
        <a:xfrm>
          <a:off x="2440193" y="280922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2469290"/>
            <a:satOff val="-916"/>
            <a:lumOff val="2092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No </a:t>
          </a:r>
          <a:r>
            <a:rPr lang="en-US" sz="1500" kern="1200" dirty="0"/>
            <a:t>mining</a:t>
          </a:r>
        </a:p>
      </dsp:txBody>
      <dsp:txXfrm>
        <a:off x="2459033" y="2828064"/>
        <a:ext cx="1622288" cy="605577"/>
      </dsp:txXfrm>
    </dsp:sp>
    <dsp:sp modelId="{016AEA30-2A2A-4754-9BCD-C002A53871F9}">
      <dsp:nvSpPr>
        <dsp:cNvPr id="0" name=""/>
        <dsp:cNvSpPr/>
      </dsp:nvSpPr>
      <dsp:spPr>
        <a:xfrm>
          <a:off x="2440193" y="355144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3086613"/>
            <a:satOff val="-1145"/>
            <a:lumOff val="2615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No</a:t>
          </a:r>
          <a:r>
            <a:rPr lang="en-US" sz="1500" kern="1200" dirty="0"/>
            <a:t> wallet functions.</a:t>
          </a:r>
        </a:p>
      </dsp:txBody>
      <dsp:txXfrm>
        <a:off x="2459033" y="3570284"/>
        <a:ext cx="1622288" cy="605577"/>
      </dsp:txXfrm>
    </dsp:sp>
    <dsp:sp modelId="{F3C9F07B-4BEF-4193-B3E3-A0815E9835BA}">
      <dsp:nvSpPr>
        <dsp:cNvPr id="0" name=""/>
        <dsp:cNvSpPr/>
      </dsp:nvSpPr>
      <dsp:spPr>
        <a:xfrm>
          <a:off x="4463280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Edge</a:t>
          </a:r>
          <a:r>
            <a:rPr lang="tr-TR" sz="3200" kern="1200" dirty="0"/>
            <a:t> </a:t>
          </a:r>
          <a:r>
            <a:rPr lang="tr-TR" sz="3200" kern="1200" dirty="0" err="1"/>
            <a:t>routers</a:t>
          </a:r>
          <a:endParaRPr lang="en-US" sz="3200" kern="1200" dirty="0"/>
        </a:p>
      </dsp:txBody>
      <dsp:txXfrm>
        <a:off x="4463280" y="0"/>
        <a:ext cx="2074960" cy="1324676"/>
      </dsp:txXfrm>
    </dsp:sp>
    <dsp:sp modelId="{308383AE-70D3-43E7-AD66-1438071F46A9}">
      <dsp:nvSpPr>
        <dsp:cNvPr id="0" name=""/>
        <dsp:cNvSpPr/>
      </dsp:nvSpPr>
      <dsp:spPr>
        <a:xfrm>
          <a:off x="4670776" y="1325054"/>
          <a:ext cx="1659968" cy="867486"/>
        </a:xfrm>
        <a:prstGeom prst="roundRect">
          <a:avLst>
            <a:gd name="adj" fmla="val 10000"/>
          </a:avLst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These </a:t>
          </a:r>
          <a:r>
            <a:rPr lang="en-US" sz="1500" kern="1200" dirty="0"/>
            <a:t>nodes</a:t>
          </a:r>
          <a:r>
            <a:rPr lang="tr-TR" sz="1500" kern="1200" dirty="0"/>
            <a:t> </a:t>
          </a:r>
          <a:r>
            <a:rPr lang="en-US" sz="1500" kern="1200" dirty="0"/>
            <a:t>act as </a:t>
          </a:r>
        </a:p>
      </dsp:txBody>
      <dsp:txXfrm>
        <a:off x="4696184" y="1350462"/>
        <a:ext cx="1609152" cy="816670"/>
      </dsp:txXfrm>
    </dsp:sp>
    <dsp:sp modelId="{8EA69E1F-DF01-40B3-9877-A8840F5D19E5}">
      <dsp:nvSpPr>
        <dsp:cNvPr id="0" name=""/>
        <dsp:cNvSpPr/>
      </dsp:nvSpPr>
      <dsp:spPr>
        <a:xfrm>
          <a:off x="4670776" y="2325999"/>
          <a:ext cx="1659968" cy="867486"/>
        </a:xfrm>
        <a:prstGeom prst="roundRect">
          <a:avLst>
            <a:gd name="adj" fmla="val 10000"/>
          </a:avLst>
        </a:prstGeom>
        <a:solidFill>
          <a:schemeClr val="accent2">
            <a:hueOff val="-4321257"/>
            <a:satOff val="-1604"/>
            <a:lumOff val="366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network edge routers</a:t>
          </a:r>
        </a:p>
      </dsp:txBody>
      <dsp:txXfrm>
        <a:off x="4696184" y="2351407"/>
        <a:ext cx="1609152" cy="816670"/>
      </dsp:txXfrm>
    </dsp:sp>
    <dsp:sp modelId="{E0D664F3-4BA4-4D90-9371-054DE2F0E9E9}">
      <dsp:nvSpPr>
        <dsp:cNvPr id="0" name=""/>
        <dsp:cNvSpPr/>
      </dsp:nvSpPr>
      <dsp:spPr>
        <a:xfrm>
          <a:off x="4670776" y="3326945"/>
          <a:ext cx="1659968" cy="867486"/>
        </a:xfrm>
        <a:prstGeom prst="roundRect">
          <a:avLst>
            <a:gd name="adj" fmla="val 10000"/>
          </a:avLst>
        </a:prstGeom>
        <a:solidFill>
          <a:schemeClr val="accent2">
            <a:hueOff val="-4938581"/>
            <a:satOff val="-1833"/>
            <a:lumOff val="4183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allowing various other services to be built on top</a:t>
          </a:r>
        </a:p>
      </dsp:txBody>
      <dsp:txXfrm>
        <a:off x="4696184" y="3352353"/>
        <a:ext cx="1609152" cy="816670"/>
      </dsp:txXfrm>
    </dsp:sp>
    <dsp:sp modelId="{84CC74BD-5865-49FD-B5B0-A9A788C8B1F7}">
      <dsp:nvSpPr>
        <dsp:cNvPr id="0" name=""/>
        <dsp:cNvSpPr/>
      </dsp:nvSpPr>
      <dsp:spPr>
        <a:xfrm>
          <a:off x="6693862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/>
            <a:t>Services</a:t>
          </a:r>
          <a:endParaRPr lang="en-US" sz="3200" kern="1200"/>
        </a:p>
      </dsp:txBody>
      <dsp:txXfrm>
        <a:off x="6693862" y="0"/>
        <a:ext cx="2074960" cy="1324676"/>
      </dsp:txXfrm>
    </dsp:sp>
    <dsp:sp modelId="{B0D4C1BB-D3AE-427C-BAD1-64D6389F4EE4}">
      <dsp:nvSpPr>
        <dsp:cNvPr id="0" name=""/>
        <dsp:cNvSpPr/>
      </dsp:nvSpPr>
      <dsp:spPr>
        <a:xfrm>
          <a:off x="6901358" y="132478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5555903"/>
            <a:satOff val="-2062"/>
            <a:lumOff val="4706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Exchanges</a:t>
          </a:r>
        </a:p>
      </dsp:txBody>
      <dsp:txXfrm>
        <a:off x="6920198" y="1343624"/>
        <a:ext cx="1622288" cy="605577"/>
      </dsp:txXfrm>
    </dsp:sp>
    <dsp:sp modelId="{4D72F054-40A6-411E-8DB3-B5F83FE2D5BB}">
      <dsp:nvSpPr>
        <dsp:cNvPr id="0" name=""/>
        <dsp:cNvSpPr/>
      </dsp:nvSpPr>
      <dsp:spPr>
        <a:xfrm>
          <a:off x="6901358" y="206700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6173225"/>
            <a:satOff val="-2291"/>
            <a:lumOff val="5229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Wallets</a:t>
          </a:r>
        </a:p>
      </dsp:txBody>
      <dsp:txXfrm>
        <a:off x="6920198" y="2085844"/>
        <a:ext cx="1622288" cy="605577"/>
      </dsp:txXfrm>
    </dsp:sp>
    <dsp:sp modelId="{C93F0A35-F5ED-4C11-B680-E57E302D3CFC}">
      <dsp:nvSpPr>
        <dsp:cNvPr id="0" name=""/>
        <dsp:cNvSpPr/>
      </dsp:nvSpPr>
      <dsp:spPr>
        <a:xfrm>
          <a:off x="6901358" y="280922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6790548"/>
            <a:satOff val="-2520"/>
            <a:lumOff val="5752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block</a:t>
          </a:r>
          <a:r>
            <a:rPr lang="tr-TR" sz="1500" kern="1200" dirty="0"/>
            <a:t> </a:t>
          </a:r>
          <a:r>
            <a:rPr lang="en-US" sz="1500" kern="1200" dirty="0"/>
            <a:t>explorers</a:t>
          </a:r>
        </a:p>
      </dsp:txBody>
      <dsp:txXfrm>
        <a:off x="6920198" y="2828064"/>
        <a:ext cx="1622288" cy="605577"/>
      </dsp:txXfrm>
    </dsp:sp>
    <dsp:sp modelId="{A9C21CE9-2058-4D84-9594-B31C83540846}">
      <dsp:nvSpPr>
        <dsp:cNvPr id="0" name=""/>
        <dsp:cNvSpPr/>
      </dsp:nvSpPr>
      <dsp:spPr>
        <a:xfrm>
          <a:off x="6901358" y="355144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merchant </a:t>
          </a:r>
          <a:r>
            <a:rPr lang="en-US" sz="1500" kern="1200" dirty="0"/>
            <a:t>payment processing</a:t>
          </a:r>
        </a:p>
      </dsp:txBody>
      <dsp:txXfrm>
        <a:off x="6920198" y="3570284"/>
        <a:ext cx="1622288" cy="605577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D0B598-0DDD-4234-B1B1-9893FCC455E6}">
      <dsp:nvSpPr>
        <dsp:cNvPr id="0" name=""/>
        <dsp:cNvSpPr/>
      </dsp:nvSpPr>
      <dsp:spPr>
        <a:xfrm>
          <a:off x="943992" y="61853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CBD6D4-AE6F-40B6-88AF-D0802A3F29C3}">
      <dsp:nvSpPr>
        <dsp:cNvPr id="0" name=""/>
        <dsp:cNvSpPr/>
      </dsp:nvSpPr>
      <dsp:spPr>
        <a:xfrm>
          <a:off x="3421" y="173526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The extended bitcoin network </a:t>
          </a:r>
        </a:p>
      </dsp:txBody>
      <dsp:txXfrm>
        <a:off x="3421" y="1735264"/>
        <a:ext cx="2894062" cy="434109"/>
      </dsp:txXfrm>
    </dsp:sp>
    <dsp:sp modelId="{41D5AACD-359D-4560-B394-B597A12278E7}">
      <dsp:nvSpPr>
        <dsp:cNvPr id="0" name=""/>
        <dsp:cNvSpPr/>
      </dsp:nvSpPr>
      <dsp:spPr>
        <a:xfrm>
          <a:off x="3421" y="2217657"/>
          <a:ext cx="2894062" cy="8150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includes the network running the </a:t>
          </a:r>
          <a:r>
            <a:rPr lang="en-US" sz="1400" b="1" kern="1200" dirty="0"/>
            <a:t>bitcoin P2P protocol</a:t>
          </a:r>
        </a:p>
      </dsp:txBody>
      <dsp:txXfrm>
        <a:off x="3421" y="2217657"/>
        <a:ext cx="2894062" cy="815059"/>
      </dsp:txXfrm>
    </dsp:sp>
    <dsp:sp modelId="{649EB864-DCAE-4114-AA9C-570BE02388F1}">
      <dsp:nvSpPr>
        <dsp:cNvPr id="0" name=""/>
        <dsp:cNvSpPr/>
      </dsp:nvSpPr>
      <dsp:spPr>
        <a:xfrm>
          <a:off x="4344515" y="61853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A79624-7746-457D-9824-D4EC95C0269A}">
      <dsp:nvSpPr>
        <dsp:cNvPr id="0" name=""/>
        <dsp:cNvSpPr/>
      </dsp:nvSpPr>
      <dsp:spPr>
        <a:xfrm>
          <a:off x="3403945" y="173526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nodes</a:t>
          </a:r>
        </a:p>
      </dsp:txBody>
      <dsp:txXfrm>
        <a:off x="3403945" y="1735264"/>
        <a:ext cx="2894062" cy="434109"/>
      </dsp:txXfrm>
    </dsp:sp>
    <dsp:sp modelId="{1A4670AB-8A0C-4C3B-B161-20BAF3DEB7C8}">
      <dsp:nvSpPr>
        <dsp:cNvPr id="0" name=""/>
        <dsp:cNvSpPr/>
      </dsp:nvSpPr>
      <dsp:spPr>
        <a:xfrm>
          <a:off x="3403945" y="2217657"/>
          <a:ext cx="2894062" cy="8150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running </a:t>
          </a:r>
          <a:r>
            <a:rPr lang="en-US" sz="1400" b="1" kern="1200" dirty="0"/>
            <a:t>specialized protocols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Attached to the</a:t>
          </a:r>
          <a:r>
            <a:rPr lang="tr-TR" sz="1400" kern="1200" dirty="0"/>
            <a:t> </a:t>
          </a:r>
          <a:r>
            <a:rPr lang="en-US" sz="1400" kern="1200" dirty="0"/>
            <a:t>main bitcoin P2P network are </a:t>
          </a:r>
        </a:p>
      </dsp:txBody>
      <dsp:txXfrm>
        <a:off x="3403945" y="2217657"/>
        <a:ext cx="2894062" cy="815059"/>
      </dsp:txXfrm>
    </dsp:sp>
    <dsp:sp modelId="{773C3721-0BA3-42C8-A50E-1DCD44A6E0EA}">
      <dsp:nvSpPr>
        <dsp:cNvPr id="0" name=""/>
        <dsp:cNvSpPr/>
      </dsp:nvSpPr>
      <dsp:spPr>
        <a:xfrm>
          <a:off x="7745039" y="61853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2C0246-906F-4A22-9389-6E5F08C5C57B}">
      <dsp:nvSpPr>
        <dsp:cNvPr id="0" name=""/>
        <dsp:cNvSpPr/>
      </dsp:nvSpPr>
      <dsp:spPr>
        <a:xfrm>
          <a:off x="6804468" y="173526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pool servers</a:t>
          </a:r>
        </a:p>
      </dsp:txBody>
      <dsp:txXfrm>
        <a:off x="6804468" y="1735264"/>
        <a:ext cx="2894062" cy="434109"/>
      </dsp:txXfrm>
    </dsp:sp>
    <dsp:sp modelId="{3AB1EC73-560C-4B98-8D8D-1FDDBB925E3F}">
      <dsp:nvSpPr>
        <dsp:cNvPr id="0" name=""/>
        <dsp:cNvSpPr/>
      </dsp:nvSpPr>
      <dsp:spPr>
        <a:xfrm>
          <a:off x="6804468" y="2217657"/>
          <a:ext cx="2894062" cy="8150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protocol gateways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connect </a:t>
          </a:r>
          <a:r>
            <a:rPr lang="en-US" sz="1400" kern="1200" dirty="0"/>
            <a:t>nodes </a:t>
          </a:r>
          <a:r>
            <a:rPr lang="en-US" sz="1400" b="1" kern="1200" dirty="0"/>
            <a:t>running other protocols</a:t>
          </a:r>
          <a:r>
            <a:rPr lang="en-US" sz="1400" kern="1200" dirty="0"/>
            <a:t>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mostly pool</a:t>
          </a:r>
          <a:r>
            <a:rPr lang="tr-TR" sz="1400" kern="1200" dirty="0"/>
            <a:t> </a:t>
          </a:r>
          <a:r>
            <a:rPr lang="en-US" sz="1400" kern="1200" dirty="0"/>
            <a:t>mining nodes</a:t>
          </a:r>
        </a:p>
      </dsp:txBody>
      <dsp:txXfrm>
        <a:off x="6804468" y="2217657"/>
        <a:ext cx="2894062" cy="815059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76A247D-F30A-458A-BB23-5414B9314977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Bitcoin Relay Networks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CC62523-50E8-4EB4-B846-4DC72E85AE32}">
      <dsp:nvSpPr>
        <dsp:cNvPr id="0" name=""/>
        <dsp:cNvSpPr/>
      </dsp:nvSpPr>
      <dsp:spPr>
        <a:xfrm>
          <a:off x="943992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979AC1-3F2B-40F3-B683-F741CCED37E9}">
      <dsp:nvSpPr>
        <dsp:cNvPr id="0" name=""/>
        <dsp:cNvSpPr/>
      </dsp:nvSpPr>
      <dsp:spPr>
        <a:xfrm>
          <a:off x="3421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High Latency </a:t>
          </a:r>
          <a:endParaRPr lang="en-US" sz="1900" kern="1200" dirty="0"/>
        </a:p>
      </dsp:txBody>
      <dsp:txXfrm>
        <a:off x="3421" y="1861816"/>
        <a:ext cx="2894062" cy="434109"/>
      </dsp:txXfrm>
    </dsp:sp>
    <dsp:sp modelId="{3064BEA0-D4B8-409F-8815-E6C861784EFA}">
      <dsp:nvSpPr>
        <dsp:cNvPr id="0" name=""/>
        <dsp:cNvSpPr/>
      </dsp:nvSpPr>
      <dsp:spPr>
        <a:xfrm>
          <a:off x="3421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bitcoin P2P network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e</a:t>
          </a:r>
          <a:r>
            <a:rPr lang="en-US" sz="1500" kern="1200" dirty="0" err="1"/>
            <a:t>xhibits</a:t>
          </a:r>
          <a:r>
            <a:rPr lang="en-US" sz="1500" kern="1200" dirty="0"/>
            <a:t> too high network latency </a:t>
          </a:r>
        </a:p>
      </dsp:txBody>
      <dsp:txXfrm>
        <a:off x="3421" y="2338671"/>
        <a:ext cx="2894062" cy="555585"/>
      </dsp:txXfrm>
    </dsp:sp>
    <dsp:sp modelId="{EA5055D4-468B-4E1A-A7AE-77CBB494D0D9}">
      <dsp:nvSpPr>
        <dsp:cNvPr id="0" name=""/>
        <dsp:cNvSpPr/>
      </dsp:nvSpPr>
      <dsp:spPr>
        <a:xfrm>
          <a:off x="4344515" y="756992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4C01AF-23A7-4F5C-93CB-9C10A63D04C2}">
      <dsp:nvSpPr>
        <dsp:cNvPr id="0" name=""/>
        <dsp:cNvSpPr/>
      </dsp:nvSpPr>
      <dsp:spPr>
        <a:xfrm>
          <a:off x="3403945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Bitcoin P2P for Mining</a:t>
          </a:r>
          <a:endParaRPr lang="en-US" sz="1900" kern="1200" dirty="0"/>
        </a:p>
      </dsp:txBody>
      <dsp:txXfrm>
        <a:off x="3403945" y="1861816"/>
        <a:ext cx="2894062" cy="434109"/>
      </dsp:txXfrm>
    </dsp:sp>
    <dsp:sp modelId="{A48DAE93-AD48-44E8-BFB8-FB7549A4172E}">
      <dsp:nvSpPr>
        <dsp:cNvPr id="0" name=""/>
        <dsp:cNvSpPr/>
      </dsp:nvSpPr>
      <dsp:spPr>
        <a:xfrm>
          <a:off x="3403945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specialized needs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of </a:t>
          </a:r>
          <a:r>
            <a:rPr lang="en-US" sz="1500" kern="1200" dirty="0"/>
            <a:t>bitcoin mining</a:t>
          </a:r>
          <a:r>
            <a:rPr lang="tr-TR" sz="1500" kern="1200" dirty="0"/>
            <a:t> </a:t>
          </a:r>
          <a:r>
            <a:rPr lang="tr-TR" sz="1500" kern="1200" dirty="0" err="1"/>
            <a:t>nodes</a:t>
          </a:r>
          <a:endParaRPr lang="en-US" sz="1500" kern="1200" dirty="0"/>
        </a:p>
      </dsp:txBody>
      <dsp:txXfrm>
        <a:off x="3403945" y="2338671"/>
        <a:ext cx="2894062" cy="555585"/>
      </dsp:txXfrm>
    </dsp:sp>
    <dsp:sp modelId="{8D3B28DF-FC6E-492A-B861-CF02EABF1D3D}">
      <dsp:nvSpPr>
        <dsp:cNvPr id="0" name=""/>
        <dsp:cNvSpPr/>
      </dsp:nvSpPr>
      <dsp:spPr>
        <a:xfrm>
          <a:off x="7745039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CBD671-B8C1-40F6-8271-2028FD92CD7A}">
      <dsp:nvSpPr>
        <dsp:cNvPr id="0" name=""/>
        <dsp:cNvSpPr/>
      </dsp:nvSpPr>
      <dsp:spPr>
        <a:xfrm>
          <a:off x="6804468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Time-Sensitive Competition</a:t>
          </a:r>
          <a:endParaRPr lang="en-US" sz="1900" kern="1200" dirty="0"/>
        </a:p>
      </dsp:txBody>
      <dsp:txXfrm>
        <a:off x="6804468" y="1861816"/>
        <a:ext cx="2894062" cy="434109"/>
      </dsp:txXfrm>
    </dsp:sp>
    <dsp:sp modelId="{96B605AC-D19F-4DEC-8494-AF51F0ED58F7}">
      <dsp:nvSpPr>
        <dsp:cNvPr id="0" name=""/>
        <dsp:cNvSpPr/>
      </dsp:nvSpPr>
      <dsp:spPr>
        <a:xfrm>
          <a:off x="6804468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Bitcoin miners are engaged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in </a:t>
          </a:r>
          <a:r>
            <a:rPr lang="en-US" sz="1500" kern="1200" dirty="0"/>
            <a:t>a time-sensitive competition </a:t>
          </a:r>
        </a:p>
      </dsp:txBody>
      <dsp:txXfrm>
        <a:off x="6804468" y="2338671"/>
        <a:ext cx="2894062" cy="555585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8BFD014-E8CD-415F-A3E5-3E342D1A5548}">
      <dsp:nvSpPr>
        <dsp:cNvPr id="0" name=""/>
        <dsp:cNvSpPr/>
      </dsp:nvSpPr>
      <dsp:spPr>
        <a:xfrm>
          <a:off x="1053035" y="653930"/>
          <a:ext cx="1132523" cy="113252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B788D4-9921-47EB-947E-F607D23D296D}">
      <dsp:nvSpPr>
        <dsp:cNvPr id="0" name=""/>
        <dsp:cNvSpPr/>
      </dsp:nvSpPr>
      <dsp:spPr>
        <a:xfrm>
          <a:off x="1406" y="1901979"/>
          <a:ext cx="3235781" cy="4853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Minimize the Time</a:t>
          </a:r>
          <a:endParaRPr lang="en-US" sz="2400" kern="1200"/>
        </a:p>
      </dsp:txBody>
      <dsp:txXfrm>
        <a:off x="1406" y="1901979"/>
        <a:ext cx="3235781" cy="485367"/>
      </dsp:txXfrm>
    </dsp:sp>
    <dsp:sp modelId="{AE5D20A8-A140-4C35-95E4-D63730318321}">
      <dsp:nvSpPr>
        <dsp:cNvPr id="0" name=""/>
        <dsp:cNvSpPr/>
      </dsp:nvSpPr>
      <dsp:spPr>
        <a:xfrm>
          <a:off x="1406" y="2441078"/>
          <a:ext cx="3235781" cy="899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miners must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minimize</a:t>
          </a:r>
          <a:r>
            <a:rPr lang="tr-TR" sz="1700" kern="1200"/>
            <a:t> the time</a:t>
          </a:r>
          <a:r>
            <a:rPr lang="en-US" sz="1700" kern="1200"/>
            <a:t> </a:t>
          </a:r>
        </a:p>
      </dsp:txBody>
      <dsp:txXfrm>
        <a:off x="1406" y="2441078"/>
        <a:ext cx="3235781" cy="899474"/>
      </dsp:txXfrm>
    </dsp:sp>
    <dsp:sp modelId="{B8ED683B-DD38-4D1D-8B2D-3D68329666C4}">
      <dsp:nvSpPr>
        <dsp:cNvPr id="0" name=""/>
        <dsp:cNvSpPr/>
      </dsp:nvSpPr>
      <dsp:spPr>
        <a:xfrm>
          <a:off x="4855078" y="653930"/>
          <a:ext cx="1132523" cy="113252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B9EBC4-3411-4206-A886-D7B50A4E4CB2}">
      <dsp:nvSpPr>
        <dsp:cNvPr id="0" name=""/>
        <dsp:cNvSpPr/>
      </dsp:nvSpPr>
      <dsp:spPr>
        <a:xfrm>
          <a:off x="3803449" y="1901979"/>
          <a:ext cx="3235781" cy="4853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Time frame</a:t>
          </a:r>
          <a:endParaRPr lang="en-US" sz="2400" kern="1200"/>
        </a:p>
      </dsp:txBody>
      <dsp:txXfrm>
        <a:off x="3803449" y="1901979"/>
        <a:ext cx="3235781" cy="485367"/>
      </dsp:txXfrm>
    </dsp:sp>
    <dsp:sp modelId="{928D36EC-E5EA-4F05-9FF6-065E5D3E1638}">
      <dsp:nvSpPr>
        <dsp:cNvPr id="0" name=""/>
        <dsp:cNvSpPr/>
      </dsp:nvSpPr>
      <dsp:spPr>
        <a:xfrm>
          <a:off x="3803449" y="2441078"/>
          <a:ext cx="3235781" cy="899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propagation of</a:t>
          </a:r>
          <a:r>
            <a:rPr lang="tr-TR" sz="1700" kern="1200"/>
            <a:t> </a:t>
          </a:r>
          <a:r>
            <a:rPr lang="en-US" sz="1700" kern="1200"/>
            <a:t>a winning block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beginning of the next round of competition </a:t>
          </a:r>
        </a:p>
      </dsp:txBody>
      <dsp:txXfrm>
        <a:off x="3803449" y="2441078"/>
        <a:ext cx="3235781" cy="899474"/>
      </dsp:txXfrm>
    </dsp:sp>
    <dsp:sp modelId="{9927D863-5A36-46E6-88E1-6CB8FD180DC7}">
      <dsp:nvSpPr>
        <dsp:cNvPr id="0" name=""/>
        <dsp:cNvSpPr/>
      </dsp:nvSpPr>
      <dsp:spPr>
        <a:xfrm>
          <a:off x="8657121" y="653930"/>
          <a:ext cx="1132523" cy="113252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F03462-289D-4D9E-A9DA-EADCADB4B960}">
      <dsp:nvSpPr>
        <dsp:cNvPr id="0" name=""/>
        <dsp:cNvSpPr/>
      </dsp:nvSpPr>
      <dsp:spPr>
        <a:xfrm>
          <a:off x="7605492" y="1901979"/>
          <a:ext cx="3235781" cy="4853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Latency vs Profit Margins</a:t>
          </a:r>
          <a:endParaRPr lang="en-US" sz="2400" kern="1200"/>
        </a:p>
      </dsp:txBody>
      <dsp:txXfrm>
        <a:off x="7605492" y="1901979"/>
        <a:ext cx="3235781" cy="485367"/>
      </dsp:txXfrm>
    </dsp:sp>
    <dsp:sp modelId="{D67EE0CB-E0E4-486A-95B9-A1C3A2A588AA}">
      <dsp:nvSpPr>
        <dsp:cNvPr id="0" name=""/>
        <dsp:cNvSpPr/>
      </dsp:nvSpPr>
      <dsp:spPr>
        <a:xfrm>
          <a:off x="7605492" y="2441078"/>
          <a:ext cx="3235781" cy="899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latency is directly related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profit margins.</a:t>
          </a:r>
        </a:p>
      </dsp:txBody>
      <dsp:txXfrm>
        <a:off x="7605492" y="2441078"/>
        <a:ext cx="3235781" cy="899474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706013-F0EE-44C2-8F35-BDD67E787717}">
      <dsp:nvSpPr>
        <dsp:cNvPr id="0" name=""/>
        <dsp:cNvSpPr/>
      </dsp:nvSpPr>
      <dsp:spPr>
        <a:xfrm>
          <a:off x="943992" y="4978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6B085C-DA47-4B17-839D-8EB2C37593BB}">
      <dsp:nvSpPr>
        <dsp:cNvPr id="0" name=""/>
        <dsp:cNvSpPr/>
      </dsp:nvSpPr>
      <dsp:spPr>
        <a:xfrm>
          <a:off x="3421" y="162496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Mission: Minimize the Latency</a:t>
          </a:r>
          <a:endParaRPr lang="en-US" sz="1800" kern="1200" dirty="0"/>
        </a:p>
      </dsp:txBody>
      <dsp:txXfrm>
        <a:off x="3421" y="1624967"/>
        <a:ext cx="2894062" cy="434109"/>
      </dsp:txXfrm>
    </dsp:sp>
    <dsp:sp modelId="{B39CB48B-0064-42D5-9E0E-7F39318F09C3}">
      <dsp:nvSpPr>
        <dsp:cNvPr id="0" name=""/>
        <dsp:cNvSpPr/>
      </dsp:nvSpPr>
      <dsp:spPr>
        <a:xfrm>
          <a:off x="3421" y="2112187"/>
          <a:ext cx="2894062" cy="10412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</a:t>
          </a:r>
          <a:r>
            <a:rPr lang="en-US" sz="1400" i="1" kern="1200" dirty="0"/>
            <a:t>Bitcoin Relay Network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attempts to minimize the latency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in the</a:t>
          </a:r>
          <a:r>
            <a:rPr lang="tr-TR" sz="1400" kern="1200" dirty="0"/>
            <a:t> </a:t>
          </a:r>
          <a:r>
            <a:rPr lang="en-US" sz="1400" kern="1200" dirty="0"/>
            <a:t>transmission of blocks between miners. </a:t>
          </a:r>
        </a:p>
      </dsp:txBody>
      <dsp:txXfrm>
        <a:off x="3421" y="2112187"/>
        <a:ext cx="2894062" cy="1041205"/>
      </dsp:txXfrm>
    </dsp:sp>
    <dsp:sp modelId="{0064795A-9DFF-415E-938E-237695BC4BA0}">
      <dsp:nvSpPr>
        <dsp:cNvPr id="0" name=""/>
        <dsp:cNvSpPr/>
      </dsp:nvSpPr>
      <dsp:spPr>
        <a:xfrm>
          <a:off x="4344515" y="49785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6000" r="-26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719490-18C8-49B8-9BEC-7E7602E91886}">
      <dsp:nvSpPr>
        <dsp:cNvPr id="0" name=""/>
        <dsp:cNvSpPr/>
      </dsp:nvSpPr>
      <dsp:spPr>
        <a:xfrm>
          <a:off x="3403945" y="162496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2015</a:t>
          </a:r>
          <a:endParaRPr lang="en-US" sz="1800" kern="1200" dirty="0"/>
        </a:p>
      </dsp:txBody>
      <dsp:txXfrm>
        <a:off x="3403945" y="1624967"/>
        <a:ext cx="2894062" cy="434109"/>
      </dsp:txXfrm>
    </dsp:sp>
    <dsp:sp modelId="{3EFF4CA6-73B7-404B-AF86-9D6DB41F84EF}">
      <dsp:nvSpPr>
        <dsp:cNvPr id="0" name=""/>
        <dsp:cNvSpPr/>
      </dsp:nvSpPr>
      <dsp:spPr>
        <a:xfrm>
          <a:off x="3403945" y="2112187"/>
          <a:ext cx="2894062" cy="10412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</a:t>
          </a:r>
          <a:r>
            <a:rPr lang="en-US" sz="1400" kern="1200" dirty="0"/>
            <a:t>original Bitcoin Relay Network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was created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in 2015</a:t>
          </a:r>
          <a:endParaRPr lang="en-US" sz="1400" kern="1200" dirty="0"/>
        </a:p>
      </dsp:txBody>
      <dsp:txXfrm>
        <a:off x="3403945" y="2112187"/>
        <a:ext cx="2894062" cy="1041205"/>
      </dsp:txXfrm>
    </dsp:sp>
    <dsp:sp modelId="{86F7CB5A-B5DC-4461-9F3A-1579AF28A412}">
      <dsp:nvSpPr>
        <dsp:cNvPr id="0" name=""/>
        <dsp:cNvSpPr/>
      </dsp:nvSpPr>
      <dsp:spPr>
        <a:xfrm>
          <a:off x="7745039" y="49785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D3309A-CF0B-4F33-BAE6-0B2F8C9651E5}">
      <dsp:nvSpPr>
        <dsp:cNvPr id="0" name=""/>
        <dsp:cNvSpPr/>
      </dsp:nvSpPr>
      <dsp:spPr>
        <a:xfrm>
          <a:off x="6804468" y="162496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 dirty="0"/>
            <a:t>Matt </a:t>
          </a:r>
          <a:r>
            <a:rPr lang="en-US" sz="1800" kern="1200" dirty="0" err="1"/>
            <a:t>Corallo</a:t>
          </a:r>
          <a:r>
            <a:rPr lang="tr-TR" sz="1800" kern="1200" dirty="0"/>
            <a:t> 2015</a:t>
          </a:r>
          <a:endParaRPr lang="en-US" sz="1800" kern="1200" dirty="0"/>
        </a:p>
      </dsp:txBody>
      <dsp:txXfrm>
        <a:off x="6804468" y="1624967"/>
        <a:ext cx="2894062" cy="434109"/>
      </dsp:txXfrm>
    </dsp:sp>
    <dsp:sp modelId="{EDAAE89A-08E4-46E6-8EA2-4F2FB6EEC79D}">
      <dsp:nvSpPr>
        <dsp:cNvPr id="0" name=""/>
        <dsp:cNvSpPr/>
      </dsp:nvSpPr>
      <dsp:spPr>
        <a:xfrm>
          <a:off x="6804468" y="2112187"/>
          <a:ext cx="2894062" cy="10412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core developer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developer of original Bitcoin Relay Network</a:t>
          </a:r>
          <a:endParaRPr lang="en-US" sz="1400" kern="1200" dirty="0"/>
        </a:p>
      </dsp:txBody>
      <dsp:txXfrm>
        <a:off x="6804468" y="2112187"/>
        <a:ext cx="2894062" cy="1041205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D9E8CFB-4CEA-46C1-8DB3-A5C42DA4FCAA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BF256E-A8CD-4A3C-97F4-9A607D00D58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Fast Synchronization</a:t>
          </a:r>
          <a:endParaRPr lang="en-US" sz="3600" kern="1200" dirty="0"/>
        </a:p>
      </dsp:txBody>
      <dsp:txXfrm>
        <a:off x="152976" y="1981055"/>
        <a:ext cx="4320000" cy="648000"/>
      </dsp:txXfrm>
    </dsp:sp>
    <dsp:sp modelId="{64CD515D-331F-4909-9A73-9EC4B205BC28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enable fast synchronization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</a:t>
          </a:r>
          <a:r>
            <a:rPr lang="en-US" sz="1700" kern="1200" dirty="0"/>
            <a:t>blocks</a:t>
          </a:r>
          <a:r>
            <a:rPr lang="tr-TR" sz="1700" kern="1200" dirty="0"/>
            <a:t> </a:t>
          </a:r>
          <a:endParaRPr lang="en-US" sz="1700" kern="1200" dirty="0"/>
        </a:p>
      </dsp:txBody>
      <dsp:txXfrm>
        <a:off x="152976" y="2688423"/>
        <a:ext cx="4320000" cy="621412"/>
      </dsp:txXfrm>
    </dsp:sp>
    <dsp:sp modelId="{815E90B2-31BC-4297-85C1-B51ABAA78851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A9A9A94-A022-42EE-BB0D-0E4E7E8349C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low latency</a:t>
          </a:r>
          <a:endParaRPr lang="en-US" sz="3600" kern="1200" dirty="0"/>
        </a:p>
      </dsp:txBody>
      <dsp:txXfrm>
        <a:off x="5228976" y="1981055"/>
        <a:ext cx="4320000" cy="648000"/>
      </dsp:txXfrm>
    </dsp:sp>
    <dsp:sp modelId="{220E6D0D-0356-40CE-AD5F-C7DCA566925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between</a:t>
          </a:r>
          <a:r>
            <a:rPr lang="tr-TR" sz="1700" kern="1200" dirty="0"/>
            <a:t> </a:t>
          </a:r>
          <a:r>
            <a:rPr lang="en-US" sz="1700" kern="1200" dirty="0"/>
            <a:t>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</a:t>
          </a:r>
          <a:r>
            <a:rPr lang="en-US" sz="1700" kern="1200" dirty="0"/>
            <a:t>very low latency. </a:t>
          </a:r>
        </a:p>
      </dsp:txBody>
      <dsp:txXfrm>
        <a:off x="5228976" y="2688423"/>
        <a:ext cx="4320000" cy="621412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9113E9-0549-414D-9C26-BFBA04F4E1C8}">
      <dsp:nvSpPr>
        <dsp:cNvPr id="0" name=""/>
        <dsp:cNvSpPr/>
      </dsp:nvSpPr>
      <dsp:spPr>
        <a:xfrm>
          <a:off x="4297" y="655905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89CB8B-CB22-44F1-BDAF-6D80BF3E589D}">
      <dsp:nvSpPr>
        <dsp:cNvPr id="0" name=""/>
        <dsp:cNvSpPr/>
      </dsp:nvSpPr>
      <dsp:spPr>
        <a:xfrm>
          <a:off x="4297" y="167197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Host</a:t>
          </a:r>
          <a:endParaRPr lang="en-US" sz="2500" kern="1200"/>
        </a:p>
      </dsp:txBody>
      <dsp:txXfrm>
        <a:off x="4297" y="1671970"/>
        <a:ext cx="2615625" cy="392343"/>
      </dsp:txXfrm>
    </dsp:sp>
    <dsp:sp modelId="{AFF8FB44-7A96-4ECB-85D8-96D6D04EA844}">
      <dsp:nvSpPr>
        <dsp:cNvPr id="0" name=""/>
        <dsp:cNvSpPr/>
      </dsp:nvSpPr>
      <dsp:spPr>
        <a:xfrm>
          <a:off x="4297" y="2111102"/>
          <a:ext cx="2615625" cy="884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the Amazon Web Services infrastructure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around the world</a:t>
          </a:r>
        </a:p>
      </dsp:txBody>
      <dsp:txXfrm>
        <a:off x="4297" y="2111102"/>
        <a:ext cx="2615625" cy="884241"/>
      </dsp:txXfrm>
    </dsp:sp>
    <dsp:sp modelId="{14F6E9B5-C990-4717-9138-9531D1DD7355}">
      <dsp:nvSpPr>
        <dsp:cNvPr id="0" name=""/>
        <dsp:cNvSpPr/>
      </dsp:nvSpPr>
      <dsp:spPr>
        <a:xfrm>
          <a:off x="3077656" y="655905"/>
          <a:ext cx="915468" cy="915468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AB6E6A-CF67-453D-AEBD-AFADDCFC13D9}">
      <dsp:nvSpPr>
        <dsp:cNvPr id="0" name=""/>
        <dsp:cNvSpPr/>
      </dsp:nvSpPr>
      <dsp:spPr>
        <a:xfrm>
          <a:off x="3077656" y="167197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Composition</a:t>
          </a:r>
          <a:endParaRPr lang="en-US" sz="2500" kern="1200"/>
        </a:p>
      </dsp:txBody>
      <dsp:txXfrm>
        <a:off x="3077656" y="1671970"/>
        <a:ext cx="2615625" cy="392343"/>
      </dsp:txXfrm>
    </dsp:sp>
    <dsp:sp modelId="{D8837ECF-43FE-47BA-8524-0C959B54FE46}">
      <dsp:nvSpPr>
        <dsp:cNvPr id="0" name=""/>
        <dsp:cNvSpPr/>
      </dsp:nvSpPr>
      <dsp:spPr>
        <a:xfrm>
          <a:off x="3077656" y="2111102"/>
          <a:ext cx="2615625" cy="884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network consisted of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several specialized</a:t>
          </a:r>
          <a:r>
            <a:rPr lang="tr-TR" sz="1700" kern="1200"/>
            <a:t> </a:t>
          </a:r>
          <a:r>
            <a:rPr lang="en-US" sz="1700" kern="1200"/>
            <a:t>nodes </a:t>
          </a:r>
        </a:p>
      </dsp:txBody>
      <dsp:txXfrm>
        <a:off x="3077656" y="2111102"/>
        <a:ext cx="2615625" cy="884241"/>
      </dsp:txXfrm>
    </dsp:sp>
    <dsp:sp modelId="{F8B108EC-362C-45B9-8B4D-FF1F20E1CDB4}">
      <dsp:nvSpPr>
        <dsp:cNvPr id="0" name=""/>
        <dsp:cNvSpPr/>
      </dsp:nvSpPr>
      <dsp:spPr>
        <a:xfrm>
          <a:off x="6151015" y="655905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E419446-5CF1-4277-8CB0-05A49CE21C68}">
      <dsp:nvSpPr>
        <dsp:cNvPr id="0" name=""/>
        <dsp:cNvSpPr/>
      </dsp:nvSpPr>
      <dsp:spPr>
        <a:xfrm>
          <a:off x="6151015" y="167197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Connected</a:t>
          </a:r>
          <a:endParaRPr lang="en-US" sz="2500" kern="1200" dirty="0"/>
        </a:p>
      </dsp:txBody>
      <dsp:txXfrm>
        <a:off x="6151015" y="1671970"/>
        <a:ext cx="2615625" cy="392343"/>
      </dsp:txXfrm>
    </dsp:sp>
    <dsp:sp modelId="{A7829C40-7A92-407E-9ECD-C6C049ED4D42}">
      <dsp:nvSpPr>
        <dsp:cNvPr id="0" name=""/>
        <dsp:cNvSpPr/>
      </dsp:nvSpPr>
      <dsp:spPr>
        <a:xfrm>
          <a:off x="6151015" y="2111102"/>
          <a:ext cx="2615625" cy="884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Majority of </a:t>
          </a:r>
          <a:r>
            <a:rPr lang="en-US" sz="1700" kern="1200"/>
            <a:t>miners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and </a:t>
          </a:r>
          <a:r>
            <a:rPr lang="en-US" sz="1700" kern="1200"/>
            <a:t>mining pools</a:t>
          </a:r>
        </a:p>
      </dsp:txBody>
      <dsp:txXfrm>
        <a:off x="6151015" y="2111102"/>
        <a:ext cx="2615625" cy="884241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F5F8D1C-77FC-4B9B-AA96-9F6685922BCE}">
      <dsp:nvSpPr>
        <dsp:cNvPr id="0" name=""/>
        <dsp:cNvSpPr/>
      </dsp:nvSpPr>
      <dsp:spPr>
        <a:xfrm>
          <a:off x="1116153" y="752671"/>
          <a:ext cx="1197492" cy="1197492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A6A878-D38D-4244-854B-58A3C1DE4E63}">
      <dsp:nvSpPr>
        <dsp:cNvPr id="0" name=""/>
        <dsp:cNvSpPr/>
      </dsp:nvSpPr>
      <dsp:spPr>
        <a:xfrm>
          <a:off x="4196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 dirty="0"/>
            <a:t>Matt </a:t>
          </a:r>
          <a:r>
            <a:rPr lang="en-US" sz="3300" kern="1200" dirty="0" err="1"/>
            <a:t>Corallo</a:t>
          </a:r>
          <a:r>
            <a:rPr lang="tr-TR" sz="3300" kern="1200" dirty="0"/>
            <a:t>, 2016</a:t>
          </a:r>
          <a:endParaRPr lang="en-US" sz="3300" kern="1200" dirty="0"/>
        </a:p>
      </dsp:txBody>
      <dsp:txXfrm>
        <a:off x="4196" y="2057196"/>
        <a:ext cx="3421406" cy="513210"/>
      </dsp:txXfrm>
    </dsp:sp>
    <dsp:sp modelId="{EC5B3E1A-5F7C-45DA-BEA8-B5E8EBAAC75D}">
      <dsp:nvSpPr>
        <dsp:cNvPr id="0" name=""/>
        <dsp:cNvSpPr/>
      </dsp:nvSpPr>
      <dsp:spPr>
        <a:xfrm>
          <a:off x="4196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Creator of FIBRE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core developer</a:t>
          </a:r>
        </a:p>
      </dsp:txBody>
      <dsp:txXfrm>
        <a:off x="4196" y="2620190"/>
        <a:ext cx="3421406" cy="621621"/>
      </dsp:txXfrm>
    </dsp:sp>
    <dsp:sp modelId="{8F0A74A6-46E6-4330-8922-7D4A5CF42382}">
      <dsp:nvSpPr>
        <dsp:cNvPr id="0" name=""/>
        <dsp:cNvSpPr/>
      </dsp:nvSpPr>
      <dsp:spPr>
        <a:xfrm>
          <a:off x="5136305" y="752671"/>
          <a:ext cx="1197492" cy="1197492"/>
        </a:xfrm>
        <a:prstGeom prst="rect">
          <a:avLst/>
        </a:prstGeom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969BBAC-2D59-4D1F-87C8-77ACE2C173DA}">
      <dsp:nvSpPr>
        <dsp:cNvPr id="0" name=""/>
        <dsp:cNvSpPr/>
      </dsp:nvSpPr>
      <dsp:spPr>
        <a:xfrm>
          <a:off x="4024348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 dirty="0"/>
            <a:t>Replace</a:t>
          </a:r>
          <a:endParaRPr lang="en-US" sz="3300" kern="1200" dirty="0"/>
        </a:p>
      </dsp:txBody>
      <dsp:txXfrm>
        <a:off x="4024348" y="2057196"/>
        <a:ext cx="3421406" cy="513210"/>
      </dsp:txXfrm>
    </dsp:sp>
    <dsp:sp modelId="{A172D515-E190-436D-A14B-49DD25D712EE}">
      <dsp:nvSpPr>
        <dsp:cNvPr id="0" name=""/>
        <dsp:cNvSpPr/>
      </dsp:nvSpPr>
      <dsp:spPr>
        <a:xfrm>
          <a:off x="4024348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original Bitcoin Relay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2016 </a:t>
          </a:r>
        </a:p>
      </dsp:txBody>
      <dsp:txXfrm>
        <a:off x="4024348" y="2620190"/>
        <a:ext cx="3421406" cy="621621"/>
      </dsp:txXfrm>
    </dsp:sp>
    <dsp:sp modelId="{B43F792C-0F48-40B2-A9FD-B3E36B14ED05}">
      <dsp:nvSpPr>
        <dsp:cNvPr id="0" name=""/>
        <dsp:cNvSpPr/>
      </dsp:nvSpPr>
      <dsp:spPr>
        <a:xfrm>
          <a:off x="9156458" y="752671"/>
          <a:ext cx="1197492" cy="1197492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EAAA720-DDA1-4739-83D8-7AC328A5D8A6}">
      <dsp:nvSpPr>
        <dsp:cNvPr id="0" name=""/>
        <dsp:cNvSpPr/>
      </dsp:nvSpPr>
      <dsp:spPr>
        <a:xfrm>
          <a:off x="8044501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i="1" kern="1200" dirty="0"/>
            <a:t>FIBRE</a:t>
          </a:r>
          <a:endParaRPr lang="en-US" sz="3300" kern="1200" dirty="0"/>
        </a:p>
      </dsp:txBody>
      <dsp:txXfrm>
        <a:off x="8044501" y="2057196"/>
        <a:ext cx="3421406" cy="513210"/>
      </dsp:txXfrm>
    </dsp:sp>
    <dsp:sp modelId="{6B71030B-488D-4906-94AD-5CE15E4D382E}">
      <dsp:nvSpPr>
        <dsp:cNvPr id="0" name=""/>
        <dsp:cNvSpPr/>
      </dsp:nvSpPr>
      <dsp:spPr>
        <a:xfrm>
          <a:off x="8044501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Fast Internet Bitcoin Relay Engine</a:t>
          </a:r>
          <a:endParaRPr lang="en-US" sz="1700" kern="1200" dirty="0"/>
        </a:p>
      </dsp:txBody>
      <dsp:txXfrm>
        <a:off x="8044501" y="2620190"/>
        <a:ext cx="3421406" cy="621621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1106955-4E40-402E-9BDC-E4CF4DA0F42D}">
      <dsp:nvSpPr>
        <dsp:cNvPr id="0" name=""/>
        <dsp:cNvSpPr/>
      </dsp:nvSpPr>
      <dsp:spPr>
        <a:xfrm>
          <a:off x="1116153" y="752671"/>
          <a:ext cx="1197492" cy="1197492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7E3D52A-563B-4447-8992-50B32948CCE2}">
      <dsp:nvSpPr>
        <dsp:cNvPr id="0" name=""/>
        <dsp:cNvSpPr/>
      </dsp:nvSpPr>
      <dsp:spPr>
        <a:xfrm>
          <a:off x="4196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UDP-based</a:t>
          </a:r>
        </a:p>
      </dsp:txBody>
      <dsp:txXfrm>
        <a:off x="4196" y="2057196"/>
        <a:ext cx="3421406" cy="513210"/>
      </dsp:txXfrm>
    </dsp:sp>
    <dsp:sp modelId="{17080212-4322-4EFD-BFEB-6A21D3746B02}">
      <dsp:nvSpPr>
        <dsp:cNvPr id="0" name=""/>
        <dsp:cNvSpPr/>
      </dsp:nvSpPr>
      <dsp:spPr>
        <a:xfrm>
          <a:off x="4196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relays blocks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within a network of</a:t>
          </a:r>
          <a:r>
            <a:rPr lang="tr-TR" sz="1700" kern="1200"/>
            <a:t> </a:t>
          </a:r>
          <a:r>
            <a:rPr lang="en-US" sz="1700" kern="1200"/>
            <a:t>nodes</a:t>
          </a:r>
        </a:p>
      </dsp:txBody>
      <dsp:txXfrm>
        <a:off x="4196" y="2620190"/>
        <a:ext cx="3421406" cy="621621"/>
      </dsp:txXfrm>
    </dsp:sp>
    <dsp:sp modelId="{8E0B2127-03FE-4006-AC11-72B6CFD84B75}">
      <dsp:nvSpPr>
        <dsp:cNvPr id="0" name=""/>
        <dsp:cNvSpPr/>
      </dsp:nvSpPr>
      <dsp:spPr>
        <a:xfrm>
          <a:off x="5136305" y="752671"/>
          <a:ext cx="1197492" cy="1197492"/>
        </a:xfrm>
        <a:prstGeom prst="rect">
          <a:avLst/>
        </a:prstGeom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9BDED9-D6F7-40C4-8878-404682EB353D}">
      <dsp:nvSpPr>
        <dsp:cNvPr id="0" name=""/>
        <dsp:cNvSpPr/>
      </dsp:nvSpPr>
      <dsp:spPr>
        <a:xfrm>
          <a:off x="4024348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Block Optimization</a:t>
          </a:r>
          <a:endParaRPr lang="en-US" sz="3300" kern="1200"/>
        </a:p>
      </dsp:txBody>
      <dsp:txXfrm>
        <a:off x="4024348" y="2057196"/>
        <a:ext cx="3421406" cy="513210"/>
      </dsp:txXfrm>
    </dsp:sp>
    <dsp:sp modelId="{BCF04956-0075-49ED-9EDA-2C31071B0AE4}">
      <dsp:nvSpPr>
        <dsp:cNvPr id="0" name=""/>
        <dsp:cNvSpPr/>
      </dsp:nvSpPr>
      <dsp:spPr>
        <a:xfrm>
          <a:off x="4024348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implements </a:t>
          </a:r>
          <a:r>
            <a:rPr lang="en-US" sz="1700" i="1" kern="1200"/>
            <a:t>compact block </a:t>
          </a:r>
          <a:r>
            <a:rPr lang="en-US" sz="1700" kern="1200"/>
            <a:t>optimization </a:t>
          </a:r>
        </a:p>
      </dsp:txBody>
      <dsp:txXfrm>
        <a:off x="4024348" y="2620190"/>
        <a:ext cx="3421406" cy="621621"/>
      </dsp:txXfrm>
    </dsp:sp>
    <dsp:sp modelId="{0E82ACF5-6602-475E-BF77-232314BAFCB9}">
      <dsp:nvSpPr>
        <dsp:cNvPr id="0" name=""/>
        <dsp:cNvSpPr/>
      </dsp:nvSpPr>
      <dsp:spPr>
        <a:xfrm>
          <a:off x="9156458" y="752671"/>
          <a:ext cx="1197492" cy="1197492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0D7E20-D7CB-4A43-BCD1-42071534E28C}">
      <dsp:nvSpPr>
        <dsp:cNvPr id="0" name=""/>
        <dsp:cNvSpPr/>
      </dsp:nvSpPr>
      <dsp:spPr>
        <a:xfrm>
          <a:off x="8044501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reduce</a:t>
          </a:r>
        </a:p>
      </dsp:txBody>
      <dsp:txXfrm>
        <a:off x="8044501" y="2057196"/>
        <a:ext cx="3421406" cy="513210"/>
      </dsp:txXfrm>
    </dsp:sp>
    <dsp:sp modelId="{F668E736-E073-49D8-A39E-F544C523104E}">
      <dsp:nvSpPr>
        <dsp:cNvPr id="0" name=""/>
        <dsp:cNvSpPr/>
      </dsp:nvSpPr>
      <dsp:spPr>
        <a:xfrm>
          <a:off x="8044501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data transmitted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reducing </a:t>
          </a:r>
          <a:r>
            <a:rPr lang="en-US" sz="1700" kern="1200"/>
            <a:t>the network latency</a:t>
          </a:r>
        </a:p>
      </dsp:txBody>
      <dsp:txXfrm>
        <a:off x="8044501" y="2620190"/>
        <a:ext cx="3421406" cy="621621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53C5CF2-4C2B-4E0A-BB48-AE49B425EAC7}">
      <dsp:nvSpPr>
        <dsp:cNvPr id="0" name=""/>
        <dsp:cNvSpPr/>
      </dsp:nvSpPr>
      <dsp:spPr>
        <a:xfrm>
          <a:off x="943992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1971C8-FBB2-406E-A6D9-0260C1251645}">
      <dsp:nvSpPr>
        <dsp:cNvPr id="0" name=""/>
        <dsp:cNvSpPr/>
      </dsp:nvSpPr>
      <dsp:spPr>
        <a:xfrm>
          <a:off x="3421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Falcon</a:t>
          </a:r>
          <a:endParaRPr lang="en-US" sz="2400" kern="1200"/>
        </a:p>
      </dsp:txBody>
      <dsp:txXfrm>
        <a:off x="3421" y="1523041"/>
        <a:ext cx="2894062" cy="434109"/>
      </dsp:txXfrm>
    </dsp:sp>
    <dsp:sp modelId="{AD9A565F-B383-462B-BAFD-865AFCD421E0}">
      <dsp:nvSpPr>
        <dsp:cNvPr id="0" name=""/>
        <dsp:cNvSpPr/>
      </dsp:nvSpPr>
      <dsp:spPr>
        <a:xfrm>
          <a:off x="3421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based on research at</a:t>
          </a:r>
          <a:r>
            <a:rPr lang="tr-TR" sz="1700" kern="1200" dirty="0"/>
            <a:t> </a:t>
          </a:r>
          <a:r>
            <a:rPr lang="en-US" sz="1700" kern="1200" dirty="0"/>
            <a:t>Cornell University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Another relay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still in the proposal phase</a:t>
          </a:r>
        </a:p>
      </dsp:txBody>
      <dsp:txXfrm>
        <a:off x="3421" y="2014721"/>
        <a:ext cx="2894062" cy="1250187"/>
      </dsp:txXfrm>
    </dsp:sp>
    <dsp:sp modelId="{4255049C-B4B8-482A-A1CF-3AC86F03BF35}">
      <dsp:nvSpPr>
        <dsp:cNvPr id="0" name=""/>
        <dsp:cNvSpPr/>
      </dsp:nvSpPr>
      <dsp:spPr>
        <a:xfrm>
          <a:off x="4344515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979D1A-951A-4334-8BC5-87BBF39C13F8}">
      <dsp:nvSpPr>
        <dsp:cNvPr id="0" name=""/>
        <dsp:cNvSpPr/>
      </dsp:nvSpPr>
      <dsp:spPr>
        <a:xfrm>
          <a:off x="3403945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cut-through-routing </a:t>
          </a:r>
        </a:p>
      </dsp:txBody>
      <dsp:txXfrm>
        <a:off x="3403945" y="1523041"/>
        <a:ext cx="2894062" cy="434109"/>
      </dsp:txXfrm>
    </dsp:sp>
    <dsp:sp modelId="{EBF58DC8-CA8F-4FB8-98E1-BBA5B590AB30}">
      <dsp:nvSpPr>
        <dsp:cNvPr id="0" name=""/>
        <dsp:cNvSpPr/>
      </dsp:nvSpPr>
      <dsp:spPr>
        <a:xfrm>
          <a:off x="3403945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Falcon uses “cut-through-routing”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instead of “store-and-forward”</a:t>
          </a:r>
        </a:p>
      </dsp:txBody>
      <dsp:txXfrm>
        <a:off x="3403945" y="2014721"/>
        <a:ext cx="2894062" cy="1250187"/>
      </dsp:txXfrm>
    </dsp:sp>
    <dsp:sp modelId="{EF36B0E7-22DF-466B-A986-E1FC3EDF25F4}">
      <dsp:nvSpPr>
        <dsp:cNvPr id="0" name=""/>
        <dsp:cNvSpPr/>
      </dsp:nvSpPr>
      <dsp:spPr>
        <a:xfrm>
          <a:off x="7745039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87E8D4-1564-4E4C-B100-2CD147A5D310}">
      <dsp:nvSpPr>
        <dsp:cNvPr id="0" name=""/>
        <dsp:cNvSpPr/>
      </dsp:nvSpPr>
      <dsp:spPr>
        <a:xfrm>
          <a:off x="6804468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Propagate as Received</a:t>
          </a:r>
          <a:endParaRPr lang="en-US" sz="2400" kern="1200"/>
        </a:p>
      </dsp:txBody>
      <dsp:txXfrm>
        <a:off x="6804468" y="1523041"/>
        <a:ext cx="2894062" cy="434109"/>
      </dsp:txXfrm>
    </dsp:sp>
    <dsp:sp modelId="{EA235C12-DD61-4F07-8838-C79FD3D13F35}">
      <dsp:nvSpPr>
        <dsp:cNvPr id="0" name=""/>
        <dsp:cNvSpPr/>
      </dsp:nvSpPr>
      <dsp:spPr>
        <a:xfrm>
          <a:off x="6804468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parts of blocks </a:t>
          </a:r>
          <a:r>
            <a:rPr lang="tr-TR" sz="1700" kern="1200" dirty="0" err="1"/>
            <a:t>are</a:t>
          </a:r>
          <a:r>
            <a:rPr lang="tr-TR" sz="1700" kern="1200" dirty="0"/>
            <a:t> </a:t>
          </a:r>
          <a:r>
            <a:rPr lang="tr-TR" sz="1700" kern="1200" dirty="0" err="1"/>
            <a:t>propagated</a:t>
          </a:r>
          <a:r>
            <a:rPr lang="tr-TR" sz="1700" kern="1200" dirty="0"/>
            <a:t> </a:t>
          </a:r>
          <a:r>
            <a:rPr lang="en-US" sz="1700" kern="1200" dirty="0"/>
            <a:t>as they are received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rather than waiting</a:t>
          </a:r>
          <a:r>
            <a:rPr lang="tr-TR" sz="1700" kern="1200"/>
            <a:t> </a:t>
          </a:r>
          <a:r>
            <a:rPr lang="en-US" sz="1700" kern="1200"/>
            <a:t>until a complete block is received.</a:t>
          </a:r>
        </a:p>
      </dsp:txBody>
      <dsp:txXfrm>
        <a:off x="6804468" y="2014721"/>
        <a:ext cx="2894062" cy="1250187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2044C62-171B-40FD-A190-5A9A2A61BC44}">
      <dsp:nvSpPr>
        <dsp:cNvPr id="0" name=""/>
        <dsp:cNvSpPr/>
      </dsp:nvSpPr>
      <dsp:spPr>
        <a:xfrm>
          <a:off x="947807" y="110495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5E9C028-7856-408A-A7F9-3BD124A9F049}">
      <dsp:nvSpPr>
        <dsp:cNvPr id="0" name=""/>
        <dsp:cNvSpPr/>
      </dsp:nvSpPr>
      <dsp:spPr>
        <a:xfrm>
          <a:off x="8155" y="1269929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No Replacements</a:t>
          </a:r>
          <a:endParaRPr lang="en-US" sz="2300" kern="1200"/>
        </a:p>
      </dsp:txBody>
      <dsp:txXfrm>
        <a:off x="8155" y="1269929"/>
        <a:ext cx="2891236" cy="433685"/>
      </dsp:txXfrm>
    </dsp:sp>
    <dsp:sp modelId="{AFB47B03-F93B-4305-AB9C-414E9F8358AC}">
      <dsp:nvSpPr>
        <dsp:cNvPr id="0" name=""/>
        <dsp:cNvSpPr/>
      </dsp:nvSpPr>
      <dsp:spPr>
        <a:xfrm>
          <a:off x="8155" y="1772219"/>
          <a:ext cx="2891236" cy="17685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Relay networks are not replacements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bitcoin’s P2P network. </a:t>
          </a:r>
        </a:p>
      </dsp:txBody>
      <dsp:txXfrm>
        <a:off x="8155" y="1772219"/>
        <a:ext cx="2891236" cy="1768534"/>
      </dsp:txXfrm>
    </dsp:sp>
    <dsp:sp modelId="{15D356E4-C234-49C3-94FE-3E1702A65455}">
      <dsp:nvSpPr>
        <dsp:cNvPr id="0" name=""/>
        <dsp:cNvSpPr/>
      </dsp:nvSpPr>
      <dsp:spPr>
        <a:xfrm>
          <a:off x="4345010" y="110495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128B9A-A7F5-4A4B-BAFB-CD63018EDFC2}">
      <dsp:nvSpPr>
        <dsp:cNvPr id="0" name=""/>
        <dsp:cNvSpPr/>
      </dsp:nvSpPr>
      <dsp:spPr>
        <a:xfrm>
          <a:off x="3405358" y="1269929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Additional connectivity</a:t>
          </a:r>
          <a:endParaRPr lang="en-US" sz="2300" kern="1200"/>
        </a:p>
      </dsp:txBody>
      <dsp:txXfrm>
        <a:off x="3405358" y="1269929"/>
        <a:ext cx="2891236" cy="433685"/>
      </dsp:txXfrm>
    </dsp:sp>
    <dsp:sp modelId="{E2E00911-3735-408E-AC8E-B2665979CCFD}">
      <dsp:nvSpPr>
        <dsp:cNvPr id="0" name=""/>
        <dsp:cNvSpPr/>
      </dsp:nvSpPr>
      <dsp:spPr>
        <a:xfrm>
          <a:off x="3405358" y="1772219"/>
          <a:ext cx="2891236" cy="17685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Instead they are overlay</a:t>
          </a:r>
          <a:r>
            <a:rPr lang="tr-TR" sz="1700" kern="1200"/>
            <a:t> </a:t>
          </a:r>
          <a:r>
            <a:rPr lang="en-US" sz="1700" kern="1200"/>
            <a:t>networks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provide additional connectivity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between nodes with specialized</a:t>
          </a:r>
          <a:r>
            <a:rPr lang="tr-TR" sz="1700" kern="1200"/>
            <a:t> </a:t>
          </a:r>
          <a:r>
            <a:rPr lang="en-US" sz="1700" kern="1200"/>
            <a:t>needs</a:t>
          </a:r>
        </a:p>
      </dsp:txBody>
      <dsp:txXfrm>
        <a:off x="3405358" y="1772219"/>
        <a:ext cx="2891236" cy="1768534"/>
      </dsp:txXfrm>
    </dsp:sp>
    <dsp:sp modelId="{8722B3F7-8DC8-4AA4-84F7-F070C92D904E}">
      <dsp:nvSpPr>
        <dsp:cNvPr id="0" name=""/>
        <dsp:cNvSpPr/>
      </dsp:nvSpPr>
      <dsp:spPr>
        <a:xfrm>
          <a:off x="7742212" y="110495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7F02DD-2FB6-420F-A836-88892088CC77}">
      <dsp:nvSpPr>
        <dsp:cNvPr id="0" name=""/>
        <dsp:cNvSpPr/>
      </dsp:nvSpPr>
      <dsp:spPr>
        <a:xfrm>
          <a:off x="6802560" y="1269929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Like freeways </a:t>
          </a:r>
        </a:p>
      </dsp:txBody>
      <dsp:txXfrm>
        <a:off x="6802560" y="1269929"/>
        <a:ext cx="2891236" cy="433685"/>
      </dsp:txXfrm>
    </dsp:sp>
    <dsp:sp modelId="{BFA9CEBC-CAE7-4CA9-A364-E6220E2ACAB6}">
      <dsp:nvSpPr>
        <dsp:cNvPr id="0" name=""/>
        <dsp:cNvSpPr/>
      </dsp:nvSpPr>
      <dsp:spPr>
        <a:xfrm>
          <a:off x="6802560" y="1772219"/>
          <a:ext cx="2891236" cy="17685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that</a:t>
          </a:r>
          <a:r>
            <a:rPr lang="tr-TR" sz="1700" kern="1200" dirty="0"/>
            <a:t> </a:t>
          </a:r>
          <a:r>
            <a:rPr lang="en-US" sz="1700" kern="1200" dirty="0"/>
            <a:t>are not replacements for </a:t>
          </a:r>
          <a:r>
            <a:rPr lang="en-US" sz="1700" b="1" kern="1200" dirty="0"/>
            <a:t>rural roads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but rather shortcuts</a:t>
          </a:r>
          <a:r>
            <a:rPr lang="tr-TR" sz="1700" kern="1200" dirty="0"/>
            <a:t> </a:t>
          </a:r>
          <a:r>
            <a:rPr lang="en-US" sz="1700" kern="1200" dirty="0"/>
            <a:t>between two points with heavy traffic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you still need small roads to connect to the</a:t>
          </a:r>
          <a:r>
            <a:rPr lang="tr-TR" sz="1700" kern="1200"/>
            <a:t> freeways.</a:t>
          </a:r>
          <a:endParaRPr lang="en-US" sz="1700" kern="1200"/>
        </a:p>
      </dsp:txBody>
      <dsp:txXfrm>
        <a:off x="6802560" y="1772219"/>
        <a:ext cx="2891236" cy="1768534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8C55233-A99A-489A-BFFB-262D79C7909B}">
      <dsp:nvSpPr>
        <dsp:cNvPr id="0" name=""/>
        <dsp:cNvSpPr/>
      </dsp:nvSpPr>
      <dsp:spPr>
        <a:xfrm>
          <a:off x="0" y="620"/>
          <a:ext cx="6253571" cy="25061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0030" tIns="240030" rIns="240030" bIns="240030" numCol="1" spcCol="1270" anchor="ctr" anchorCtr="0">
          <a:noAutofit/>
        </a:bodyPr>
        <a:lstStyle/>
        <a:p>
          <a:pPr marL="0" lvl="0" indent="0" algn="l" defTabSz="2800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300" kern="1200" baseline="0"/>
            <a:t>Network Discovery</a:t>
          </a:r>
          <a:endParaRPr lang="en-US" sz="6300" kern="1200"/>
        </a:p>
      </dsp:txBody>
      <dsp:txXfrm>
        <a:off x="122340" y="122960"/>
        <a:ext cx="6008891" cy="2261460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E88A25-8B8C-4EAD-94F0-BBE02169B26A}">
      <dsp:nvSpPr>
        <dsp:cNvPr id="0" name=""/>
        <dsp:cNvSpPr/>
      </dsp:nvSpPr>
      <dsp:spPr>
        <a:xfrm>
          <a:off x="1556976" y="40816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75BFA8-14AF-42EE-A98C-307216F1B364}">
      <dsp:nvSpPr>
        <dsp:cNvPr id="0" name=""/>
        <dsp:cNvSpPr/>
      </dsp:nvSpPr>
      <dsp:spPr>
        <a:xfrm>
          <a:off x="152976" y="170630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Discover other Active Nodes</a:t>
          </a:r>
          <a:endParaRPr lang="en-US" sz="2900" kern="1200"/>
        </a:p>
      </dsp:txBody>
      <dsp:txXfrm>
        <a:off x="152976" y="1706309"/>
        <a:ext cx="4320000" cy="648000"/>
      </dsp:txXfrm>
    </dsp:sp>
    <dsp:sp modelId="{68F49B32-3EBF-4941-8B04-501C17E6A46C}">
      <dsp:nvSpPr>
        <dsp:cNvPr id="0" name=""/>
        <dsp:cNvSpPr/>
      </dsp:nvSpPr>
      <dsp:spPr>
        <a:xfrm>
          <a:off x="152976" y="2425701"/>
          <a:ext cx="4320000" cy="11847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</a:t>
          </a:r>
          <a:r>
            <a:rPr lang="tr-TR" sz="1700" kern="1200" dirty="0"/>
            <a:t> </a:t>
          </a:r>
          <a:r>
            <a:rPr lang="en-US" sz="1700" kern="1200" dirty="0"/>
            <a:t>order to participate</a:t>
          </a:r>
          <a:r>
            <a:rPr lang="tr-TR" sz="1700" kern="1200" dirty="0"/>
            <a:t> </a:t>
          </a:r>
          <a:r>
            <a:rPr lang="en-US" sz="1700" kern="1200" dirty="0"/>
            <a:t>a new node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discover other bitcoin nodes on the network </a:t>
          </a:r>
        </a:p>
      </dsp:txBody>
      <dsp:txXfrm>
        <a:off x="152976" y="2425701"/>
        <a:ext cx="4320000" cy="1184732"/>
      </dsp:txXfrm>
    </dsp:sp>
    <dsp:sp modelId="{26C8B65A-BE65-47E4-A4AE-691C5A245B9C}">
      <dsp:nvSpPr>
        <dsp:cNvPr id="0" name=""/>
        <dsp:cNvSpPr/>
      </dsp:nvSpPr>
      <dsp:spPr>
        <a:xfrm>
          <a:off x="6632976" y="40816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67A516-759B-4E02-841D-21457830BC2A}">
      <dsp:nvSpPr>
        <dsp:cNvPr id="0" name=""/>
        <dsp:cNvSpPr/>
      </dsp:nvSpPr>
      <dsp:spPr>
        <a:xfrm>
          <a:off x="5228976" y="170630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Boot up</a:t>
          </a:r>
          <a:endParaRPr lang="en-US" sz="2900" kern="1200"/>
        </a:p>
      </dsp:txBody>
      <dsp:txXfrm>
        <a:off x="5228976" y="1706309"/>
        <a:ext cx="4320000" cy="648000"/>
      </dsp:txXfrm>
    </dsp:sp>
    <dsp:sp modelId="{2604A4E1-45D2-429E-863A-7F34ED82E9E7}">
      <dsp:nvSpPr>
        <dsp:cNvPr id="0" name=""/>
        <dsp:cNvSpPr/>
      </dsp:nvSpPr>
      <dsp:spPr>
        <a:xfrm>
          <a:off x="5228976" y="2425701"/>
          <a:ext cx="4320000" cy="11847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new node must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discover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connect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</a:t>
          </a:r>
          <a:r>
            <a:rPr lang="tr-TR" sz="1700" kern="1200" dirty="0"/>
            <a:t>at </a:t>
          </a:r>
          <a:r>
            <a:rPr lang="tr-TR" sz="1700" kern="1200" dirty="0" err="1"/>
            <a:t>least</a:t>
          </a:r>
          <a:r>
            <a:rPr lang="tr-TR" sz="1700" kern="1200" dirty="0"/>
            <a:t> </a:t>
          </a:r>
          <a:r>
            <a:rPr lang="tr-TR" sz="1700" kern="1200" dirty="0" err="1"/>
            <a:t>one</a:t>
          </a:r>
          <a:r>
            <a:rPr lang="tr-TR" sz="1700" kern="1200" dirty="0"/>
            <a:t> </a:t>
          </a:r>
          <a:r>
            <a:rPr lang="tr-TR" sz="1700" kern="1200" dirty="0" err="1"/>
            <a:t>active</a:t>
          </a:r>
          <a:r>
            <a:rPr lang="tr-TR" sz="1700" kern="1200" dirty="0"/>
            <a:t> </a:t>
          </a:r>
          <a:r>
            <a:rPr lang="tr-TR" sz="1700" kern="1200" dirty="0" err="1"/>
            <a:t>node</a:t>
          </a:r>
          <a:endParaRPr lang="en-US" sz="1700" kern="1200" dirty="0"/>
        </a:p>
      </dsp:txBody>
      <dsp:txXfrm>
        <a:off x="5228976" y="2425701"/>
        <a:ext cx="4320000" cy="1184732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F8E5925-9C2D-464F-9714-817141DC27C4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623327-D360-4C84-8BB9-0CE43B45D06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No Geographic Topology</a:t>
          </a:r>
          <a:endParaRPr lang="en-US" sz="3300" kern="1200"/>
        </a:p>
      </dsp:txBody>
      <dsp:txXfrm>
        <a:off x="152976" y="1981055"/>
        <a:ext cx="4320000" cy="648000"/>
      </dsp:txXfrm>
    </dsp:sp>
    <dsp:sp modelId="{B6AC10FA-1BCA-4103-8CF3-FB7812ADDBD8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bitcoin network topology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</a:t>
          </a:r>
          <a:r>
            <a:rPr lang="en-US" sz="1700" b="1" kern="1200" dirty="0"/>
            <a:t>not</a:t>
          </a:r>
          <a:r>
            <a:rPr lang="en-US" sz="1700" kern="1200" dirty="0"/>
            <a:t> geographically defined. </a:t>
          </a:r>
        </a:p>
      </dsp:txBody>
      <dsp:txXfrm>
        <a:off x="152976" y="2688423"/>
        <a:ext cx="4320000" cy="621412"/>
      </dsp:txXfrm>
    </dsp:sp>
    <dsp:sp modelId="{A75207B3-6AAA-493E-B5FD-BE37E74986BD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043A64-6B6A-49E2-B486-025AE743E743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Random</a:t>
          </a:r>
          <a:endParaRPr lang="en-US" sz="3300" kern="1200"/>
        </a:p>
      </dsp:txBody>
      <dsp:txXfrm>
        <a:off x="5228976" y="1981055"/>
        <a:ext cx="4320000" cy="648000"/>
      </dsp:txXfrm>
    </dsp:sp>
    <dsp:sp modelId="{1895923A-A102-4A3B-809D-0A66730CF587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any</a:t>
          </a:r>
          <a:r>
            <a:rPr lang="tr-TR" sz="1700" kern="1200" dirty="0"/>
            <a:t> </a:t>
          </a:r>
          <a:r>
            <a:rPr lang="en-US" sz="1700" kern="1200" dirty="0"/>
            <a:t>existing bitcoin nodes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can be selected at random.</a:t>
          </a:r>
        </a:p>
      </dsp:txBody>
      <dsp:txXfrm>
        <a:off x="5228976" y="2688423"/>
        <a:ext cx="4320000" cy="621412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436E0D-B4F2-4698-8E25-82389B673704}">
      <dsp:nvSpPr>
        <dsp:cNvPr id="0" name=""/>
        <dsp:cNvSpPr/>
      </dsp:nvSpPr>
      <dsp:spPr>
        <a:xfrm>
          <a:off x="1560193" y="0"/>
          <a:ext cx="1510523" cy="147854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0B467E-B20C-4C51-AC12-569D44B945CF}">
      <dsp:nvSpPr>
        <dsp:cNvPr id="0" name=""/>
        <dsp:cNvSpPr/>
      </dsp:nvSpPr>
      <dsp:spPr>
        <a:xfrm>
          <a:off x="157564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Port</a:t>
          </a:r>
          <a:endParaRPr lang="en-US" sz="3600" kern="1200"/>
        </a:p>
      </dsp:txBody>
      <dsp:txXfrm>
        <a:off x="157564" y="1632230"/>
        <a:ext cx="4315781" cy="633664"/>
      </dsp:txXfrm>
    </dsp:sp>
    <dsp:sp modelId="{3EE33178-B2CD-496E-B92B-21FB51FE7B38}">
      <dsp:nvSpPr>
        <dsp:cNvPr id="0" name=""/>
        <dsp:cNvSpPr/>
      </dsp:nvSpPr>
      <dsp:spPr>
        <a:xfrm>
          <a:off x="157564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connect to a known peer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nodes establish a TCP connection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usually to </a:t>
          </a:r>
          <a:r>
            <a:rPr lang="en-US" sz="1700" b="1" kern="1200" dirty="0"/>
            <a:t>port 8333</a:t>
          </a:r>
          <a:r>
            <a:rPr lang="tr-TR" sz="1700" b="1" kern="1200" dirty="0"/>
            <a:t> </a:t>
          </a:r>
          <a:endParaRPr lang="en-US" sz="1700" b="1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or an alternative port if one is</a:t>
          </a:r>
          <a:r>
            <a:rPr lang="tr-TR" sz="1700" kern="1200" dirty="0"/>
            <a:t> </a:t>
          </a:r>
          <a:r>
            <a:rPr lang="en-US" sz="1700" kern="1200" dirty="0"/>
            <a:t>provided</a:t>
          </a:r>
        </a:p>
      </dsp:txBody>
      <dsp:txXfrm>
        <a:off x="157564" y="2337373"/>
        <a:ext cx="4315781" cy="1313876"/>
      </dsp:txXfrm>
    </dsp:sp>
    <dsp:sp modelId="{FAE19A0E-3AB7-4242-9F7F-31DA1A5306E3}">
      <dsp:nvSpPr>
        <dsp:cNvPr id="0" name=""/>
        <dsp:cNvSpPr/>
      </dsp:nvSpPr>
      <dsp:spPr>
        <a:xfrm>
          <a:off x="6631236" y="0"/>
          <a:ext cx="1510523" cy="1478549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5AD396F-7FC2-4793-9F24-816C3DABBF56}">
      <dsp:nvSpPr>
        <dsp:cNvPr id="0" name=""/>
        <dsp:cNvSpPr/>
      </dsp:nvSpPr>
      <dsp:spPr>
        <a:xfrm>
          <a:off x="5228607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Handshake</a:t>
          </a:r>
          <a:endParaRPr lang="en-US" sz="3600" kern="1200"/>
        </a:p>
      </dsp:txBody>
      <dsp:txXfrm>
        <a:off x="5228607" y="1632230"/>
        <a:ext cx="4315781" cy="633664"/>
      </dsp:txXfrm>
    </dsp:sp>
    <dsp:sp modelId="{CD6E0AFF-A4A2-4939-9909-90890C698F33}">
      <dsp:nvSpPr>
        <dsp:cNvPr id="0" name=""/>
        <dsp:cNvSpPr/>
      </dsp:nvSpPr>
      <dsp:spPr>
        <a:xfrm>
          <a:off x="5228607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Upon establishing a connection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node will start a handshake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transmitting a version message</a:t>
          </a:r>
        </a:p>
      </dsp:txBody>
      <dsp:txXfrm>
        <a:off x="5228607" y="2337373"/>
        <a:ext cx="4315781" cy="1313876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901746-DBCB-410E-8234-9FF542DAE570}">
      <dsp:nvSpPr>
        <dsp:cNvPr id="0" name=""/>
        <dsp:cNvSpPr/>
      </dsp:nvSpPr>
      <dsp:spPr>
        <a:xfrm rot="5400000">
          <a:off x="7251701" y="-3251954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bitcoin P2P protocol version the client “speaks”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e.g., 70002</a:t>
          </a:r>
        </a:p>
      </dsp:txBody>
      <dsp:txXfrm rot="-5400000">
        <a:off x="3948012" y="71813"/>
        <a:ext cx="6998610" cy="371154"/>
      </dsp:txXfrm>
    </dsp:sp>
    <dsp:sp modelId="{76ADEB4E-0A45-4B21-8937-8D9DFD7289F8}">
      <dsp:nvSpPr>
        <dsp:cNvPr id="0" name=""/>
        <dsp:cNvSpPr/>
      </dsp:nvSpPr>
      <dsp:spPr>
        <a:xfrm>
          <a:off x="0" y="320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nVersion</a:t>
          </a:r>
        </a:p>
      </dsp:txBody>
      <dsp:txXfrm>
        <a:off x="25098" y="25418"/>
        <a:ext cx="3897816" cy="463942"/>
      </dsp:txXfrm>
    </dsp:sp>
    <dsp:sp modelId="{EB3F7C96-080A-4E3B-873B-FC85D3062304}">
      <dsp:nvSpPr>
        <dsp:cNvPr id="0" name=""/>
        <dsp:cNvSpPr/>
      </dsp:nvSpPr>
      <dsp:spPr>
        <a:xfrm rot="5400000">
          <a:off x="7251701" y="-2712108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A list of local services supported by the node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currently just NODE_NETWORK</a:t>
          </a:r>
        </a:p>
      </dsp:txBody>
      <dsp:txXfrm rot="-5400000">
        <a:off x="3948012" y="611659"/>
        <a:ext cx="6998610" cy="371154"/>
      </dsp:txXfrm>
    </dsp:sp>
    <dsp:sp modelId="{B7C17942-3CE5-448C-AC07-A62F7ADFBE2D}">
      <dsp:nvSpPr>
        <dsp:cNvPr id="0" name=""/>
        <dsp:cNvSpPr/>
      </dsp:nvSpPr>
      <dsp:spPr>
        <a:xfrm>
          <a:off x="0" y="540166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nLocalServices</a:t>
          </a:r>
          <a:endParaRPr lang="en-US" sz="2600" kern="1200" dirty="0"/>
        </a:p>
      </dsp:txBody>
      <dsp:txXfrm>
        <a:off x="25098" y="565264"/>
        <a:ext cx="3897816" cy="463942"/>
      </dsp:txXfrm>
    </dsp:sp>
    <dsp:sp modelId="{5FF722E3-F2D7-4CAF-9D4C-19B31CA92A1B}">
      <dsp:nvSpPr>
        <dsp:cNvPr id="0" name=""/>
        <dsp:cNvSpPr/>
      </dsp:nvSpPr>
      <dsp:spPr>
        <a:xfrm rot="5400000">
          <a:off x="7251701" y="-2172263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current time</a:t>
          </a:r>
          <a:endParaRPr lang="tr-TR" sz="1000" kern="1200" dirty="0"/>
        </a:p>
      </dsp:txBody>
      <dsp:txXfrm rot="-5400000">
        <a:off x="3948012" y="1151504"/>
        <a:ext cx="6998610" cy="371154"/>
      </dsp:txXfrm>
    </dsp:sp>
    <dsp:sp modelId="{7ED8DDAF-25B2-41AC-A03F-D474463EB70F}">
      <dsp:nvSpPr>
        <dsp:cNvPr id="0" name=""/>
        <dsp:cNvSpPr/>
      </dsp:nvSpPr>
      <dsp:spPr>
        <a:xfrm>
          <a:off x="0" y="1080011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nTime</a:t>
          </a:r>
        </a:p>
      </dsp:txBody>
      <dsp:txXfrm>
        <a:off x="25098" y="1105109"/>
        <a:ext cx="3897816" cy="463942"/>
      </dsp:txXfrm>
    </dsp:sp>
    <dsp:sp modelId="{3D016894-4E64-462B-94CA-0ADEDD9689EC}">
      <dsp:nvSpPr>
        <dsp:cNvPr id="0" name=""/>
        <dsp:cNvSpPr/>
      </dsp:nvSpPr>
      <dsp:spPr>
        <a:xfrm rot="5400000">
          <a:off x="7251701" y="-1632417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IP address of the remote node as seen from this node</a:t>
          </a:r>
        </a:p>
      </dsp:txBody>
      <dsp:txXfrm rot="-5400000">
        <a:off x="3948012" y="1691350"/>
        <a:ext cx="6998610" cy="371154"/>
      </dsp:txXfrm>
    </dsp:sp>
    <dsp:sp modelId="{A8DE5E3B-93E0-4A7C-952C-BA2A06A4CF0C}">
      <dsp:nvSpPr>
        <dsp:cNvPr id="0" name=""/>
        <dsp:cNvSpPr/>
      </dsp:nvSpPr>
      <dsp:spPr>
        <a:xfrm>
          <a:off x="0" y="1619857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addrYou</a:t>
          </a:r>
          <a:endParaRPr lang="tr-TR" sz="2600" kern="1200" dirty="0"/>
        </a:p>
      </dsp:txBody>
      <dsp:txXfrm>
        <a:off x="25098" y="1644955"/>
        <a:ext cx="3897816" cy="463942"/>
      </dsp:txXfrm>
    </dsp:sp>
    <dsp:sp modelId="{823EB07A-C100-4C0C-BF39-9DD412E20F03}">
      <dsp:nvSpPr>
        <dsp:cNvPr id="0" name=""/>
        <dsp:cNvSpPr/>
      </dsp:nvSpPr>
      <dsp:spPr>
        <a:xfrm rot="5400000">
          <a:off x="7251701" y="-1092572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IP address of the local node, as discovered by the local node</a:t>
          </a:r>
        </a:p>
      </dsp:txBody>
      <dsp:txXfrm rot="-5400000">
        <a:off x="3948012" y="2231195"/>
        <a:ext cx="6998610" cy="371154"/>
      </dsp:txXfrm>
    </dsp:sp>
    <dsp:sp modelId="{DA498B74-A1CC-43E5-B5D9-320905B27FC8}">
      <dsp:nvSpPr>
        <dsp:cNvPr id="0" name=""/>
        <dsp:cNvSpPr/>
      </dsp:nvSpPr>
      <dsp:spPr>
        <a:xfrm>
          <a:off x="0" y="2159702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addrMe</a:t>
          </a:r>
          <a:endParaRPr lang="en-US" sz="2600" kern="1200" dirty="0"/>
        </a:p>
      </dsp:txBody>
      <dsp:txXfrm>
        <a:off x="25098" y="2184800"/>
        <a:ext cx="3897816" cy="463942"/>
      </dsp:txXfrm>
    </dsp:sp>
    <dsp:sp modelId="{4CEF6232-A2F2-4444-8D06-03BD8C3F4ABB}">
      <dsp:nvSpPr>
        <dsp:cNvPr id="0" name=""/>
        <dsp:cNvSpPr/>
      </dsp:nvSpPr>
      <dsp:spPr>
        <a:xfrm rot="5400000">
          <a:off x="7251701" y="-552726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A sub-version showing the type of software running on this node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e.g., /Satoshi:0.9.2.1/</a:t>
          </a:r>
        </a:p>
      </dsp:txBody>
      <dsp:txXfrm rot="-5400000">
        <a:off x="3948012" y="2771041"/>
        <a:ext cx="6998610" cy="371154"/>
      </dsp:txXfrm>
    </dsp:sp>
    <dsp:sp modelId="{EA2BB045-1782-4865-BA14-B82AAC3E543B}">
      <dsp:nvSpPr>
        <dsp:cNvPr id="0" name=""/>
        <dsp:cNvSpPr/>
      </dsp:nvSpPr>
      <dsp:spPr>
        <a:xfrm>
          <a:off x="0" y="2699548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subver</a:t>
          </a:r>
          <a:endParaRPr lang="en-US" sz="2600" kern="1200" dirty="0"/>
        </a:p>
      </dsp:txBody>
      <dsp:txXfrm>
        <a:off x="25098" y="2724646"/>
        <a:ext cx="3897816" cy="463942"/>
      </dsp:txXfrm>
    </dsp:sp>
    <dsp:sp modelId="{AE860CB9-53EF-4B2F-AF56-502ADA286722}">
      <dsp:nvSpPr>
        <dsp:cNvPr id="0" name=""/>
        <dsp:cNvSpPr/>
      </dsp:nvSpPr>
      <dsp:spPr>
        <a:xfrm rot="5400000">
          <a:off x="7251701" y="-12881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block height of this node’s blockchain</a:t>
          </a:r>
        </a:p>
      </dsp:txBody>
      <dsp:txXfrm rot="-5400000">
        <a:off x="3948012" y="3310886"/>
        <a:ext cx="6998610" cy="371154"/>
      </dsp:txXfrm>
    </dsp:sp>
    <dsp:sp modelId="{19754137-FDCD-4BC0-9741-6594E76331BC}">
      <dsp:nvSpPr>
        <dsp:cNvPr id="0" name=""/>
        <dsp:cNvSpPr/>
      </dsp:nvSpPr>
      <dsp:spPr>
        <a:xfrm>
          <a:off x="0" y="3239393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BestHeight</a:t>
          </a:r>
          <a:endParaRPr lang="en-US" sz="2600" kern="1200" dirty="0"/>
        </a:p>
      </dsp:txBody>
      <dsp:txXfrm>
        <a:off x="25098" y="3264491"/>
        <a:ext cx="3897816" cy="463942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88F631-30B2-4F12-A6A2-04BFA56E836C}">
      <dsp:nvSpPr>
        <dsp:cNvPr id="0" name=""/>
        <dsp:cNvSpPr/>
      </dsp:nvSpPr>
      <dsp:spPr>
        <a:xfrm>
          <a:off x="698671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1F71CE9-B45D-41C1-B43A-1FB732A6746C}">
      <dsp:nvSpPr>
        <dsp:cNvPr id="0" name=""/>
        <dsp:cNvSpPr/>
      </dsp:nvSpPr>
      <dsp:spPr>
        <a:xfrm>
          <a:off x="2156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First Message</a:t>
          </a:r>
          <a:endParaRPr lang="en-US" sz="1800" kern="1200"/>
        </a:p>
      </dsp:txBody>
      <dsp:txXfrm>
        <a:off x="2156" y="1523533"/>
        <a:ext cx="2143124" cy="321468"/>
      </dsp:txXfrm>
    </dsp:sp>
    <dsp:sp modelId="{D5690696-BFF5-4094-B120-B388DD26D227}">
      <dsp:nvSpPr>
        <dsp:cNvPr id="0" name=""/>
        <dsp:cNvSpPr/>
      </dsp:nvSpPr>
      <dsp:spPr>
        <a:xfrm>
          <a:off x="2156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version message is always the first message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sent by any peer to another peer. </a:t>
          </a:r>
        </a:p>
      </dsp:txBody>
      <dsp:txXfrm>
        <a:off x="2156" y="1891049"/>
        <a:ext cx="2143124" cy="1085762"/>
      </dsp:txXfrm>
    </dsp:sp>
    <dsp:sp modelId="{656168E2-B4AF-47C8-83B4-11E82C6722E5}">
      <dsp:nvSpPr>
        <dsp:cNvPr id="0" name=""/>
        <dsp:cNvSpPr/>
      </dsp:nvSpPr>
      <dsp:spPr>
        <a:xfrm>
          <a:off x="3216843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3437C1-EC76-4484-A7F3-13C62A8981FE}">
      <dsp:nvSpPr>
        <dsp:cNvPr id="0" name=""/>
        <dsp:cNvSpPr/>
      </dsp:nvSpPr>
      <dsp:spPr>
        <a:xfrm>
          <a:off x="2520328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Check</a:t>
          </a:r>
          <a:r>
            <a:rPr lang="tr-TR" sz="1800" kern="1200" dirty="0"/>
            <a:t> Compatibility</a:t>
          </a:r>
          <a:endParaRPr lang="en-US" sz="1800" kern="1200" dirty="0"/>
        </a:p>
      </dsp:txBody>
      <dsp:txXfrm>
        <a:off x="2520328" y="1523533"/>
        <a:ext cx="2143124" cy="321468"/>
      </dsp:txXfrm>
    </dsp:sp>
    <dsp:sp modelId="{C225473C-6361-4AB9-8B9A-F564F8AB5B41}">
      <dsp:nvSpPr>
        <dsp:cNvPr id="0" name=""/>
        <dsp:cNvSpPr/>
      </dsp:nvSpPr>
      <dsp:spPr>
        <a:xfrm>
          <a:off x="2520328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</a:t>
          </a:r>
          <a:r>
            <a:rPr lang="tr-TR" sz="1300" kern="1200" dirty="0"/>
            <a:t> </a:t>
          </a:r>
          <a:r>
            <a:rPr lang="en-US" sz="1300" kern="1200" dirty="0"/>
            <a:t>local peer will examine</a:t>
          </a:r>
          <a:r>
            <a:rPr lang="tr-TR" sz="1300" kern="1200" dirty="0"/>
            <a:t> </a:t>
          </a:r>
          <a:r>
            <a:rPr lang="en-US" sz="1300" kern="1200" dirty="0"/>
            <a:t>the remote peer’s reported </a:t>
          </a:r>
          <a:r>
            <a:rPr lang="en-US" sz="1300" kern="1200" dirty="0" err="1"/>
            <a:t>nVersion</a:t>
          </a:r>
          <a:r>
            <a:rPr lang="en-US" sz="1300" kern="1200" dirty="0"/>
            <a:t>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and decide if the remote peer is compatible.</a:t>
          </a:r>
        </a:p>
      </dsp:txBody>
      <dsp:txXfrm>
        <a:off x="2520328" y="1891049"/>
        <a:ext cx="2143124" cy="1085762"/>
      </dsp:txXfrm>
    </dsp:sp>
    <dsp:sp modelId="{A26B791A-E8FC-44FC-B38C-D3F9F80E012F}">
      <dsp:nvSpPr>
        <dsp:cNvPr id="0" name=""/>
        <dsp:cNvSpPr/>
      </dsp:nvSpPr>
      <dsp:spPr>
        <a:xfrm>
          <a:off x="5735015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9888AE-26CF-4D71-9407-2352AEB68322}">
      <dsp:nvSpPr>
        <dsp:cNvPr id="0" name=""/>
        <dsp:cNvSpPr/>
      </dsp:nvSpPr>
      <dsp:spPr>
        <a:xfrm>
          <a:off x="5038499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Acknowledgement</a:t>
          </a:r>
          <a:endParaRPr lang="en-US" sz="1800" kern="1200"/>
        </a:p>
      </dsp:txBody>
      <dsp:txXfrm>
        <a:off x="5038499" y="1523533"/>
        <a:ext cx="2143124" cy="321468"/>
      </dsp:txXfrm>
    </dsp:sp>
    <dsp:sp modelId="{35AECA11-B70B-4656-BF84-DA3CA104805B}">
      <dsp:nvSpPr>
        <dsp:cNvPr id="0" name=""/>
        <dsp:cNvSpPr/>
      </dsp:nvSpPr>
      <dsp:spPr>
        <a:xfrm>
          <a:off x="5038499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If the remote peer is compatible,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</a:t>
          </a:r>
          <a:r>
            <a:rPr lang="tr-TR" sz="1300" kern="1200"/>
            <a:t> </a:t>
          </a:r>
          <a:r>
            <a:rPr lang="en-US" sz="1300" kern="1200"/>
            <a:t>local peer will acknowledge the version message </a:t>
          </a:r>
        </a:p>
      </dsp:txBody>
      <dsp:txXfrm>
        <a:off x="5038499" y="1891049"/>
        <a:ext cx="2143124" cy="1085762"/>
      </dsp:txXfrm>
    </dsp:sp>
    <dsp:sp modelId="{E84FC5BF-AE0D-410A-A12F-4E6DAFD3138F}">
      <dsp:nvSpPr>
        <dsp:cNvPr id="0" name=""/>
        <dsp:cNvSpPr/>
      </dsp:nvSpPr>
      <dsp:spPr>
        <a:xfrm>
          <a:off x="8253187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D25234-0A31-43A2-A3C4-7BE2D53131F3}">
      <dsp:nvSpPr>
        <dsp:cNvPr id="0" name=""/>
        <dsp:cNvSpPr/>
      </dsp:nvSpPr>
      <dsp:spPr>
        <a:xfrm>
          <a:off x="7556671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Establish</a:t>
          </a:r>
          <a:r>
            <a:rPr lang="tr-TR" sz="1800" kern="1200"/>
            <a:t> </a:t>
          </a:r>
          <a:r>
            <a:rPr lang="en-US" sz="1800" kern="1200"/>
            <a:t>a connection </a:t>
          </a:r>
        </a:p>
      </dsp:txBody>
      <dsp:txXfrm>
        <a:off x="7556671" y="1523533"/>
        <a:ext cx="2143124" cy="321468"/>
      </dsp:txXfrm>
    </dsp:sp>
    <dsp:sp modelId="{B31366E1-87A2-47A4-A9F4-E4A848DDAF63}">
      <dsp:nvSpPr>
        <dsp:cNvPr id="0" name=""/>
        <dsp:cNvSpPr/>
      </dsp:nvSpPr>
      <dsp:spPr>
        <a:xfrm>
          <a:off x="7556671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by sending</a:t>
          </a:r>
          <a:r>
            <a:rPr lang="tr-TR" sz="1300" kern="1200"/>
            <a:t> a verack</a:t>
          </a:r>
          <a:endParaRPr lang="en-US" sz="1300" kern="1200"/>
        </a:p>
      </dsp:txBody>
      <dsp:txXfrm>
        <a:off x="7556671" y="1891049"/>
        <a:ext cx="2143124" cy="1085762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6D228B0-18FE-4226-978C-AEC73FE34D85}">
      <dsp:nvSpPr>
        <dsp:cNvPr id="0" name=""/>
        <dsp:cNvSpPr/>
      </dsp:nvSpPr>
      <dsp:spPr>
        <a:xfrm>
          <a:off x="943992" y="44114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FA9D64A-8C46-44AF-8A37-4ADC322FABC6}">
      <dsp:nvSpPr>
        <dsp:cNvPr id="0" name=""/>
        <dsp:cNvSpPr/>
      </dsp:nvSpPr>
      <dsp:spPr>
        <a:xfrm>
          <a:off x="3421" y="157313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query DNS </a:t>
          </a:r>
        </a:p>
      </dsp:txBody>
      <dsp:txXfrm>
        <a:off x="3421" y="1573133"/>
        <a:ext cx="2894062" cy="434109"/>
      </dsp:txXfrm>
    </dsp:sp>
    <dsp:sp modelId="{26A7F0A5-FEC6-45E9-955E-E0DB29567CBF}">
      <dsp:nvSpPr>
        <dsp:cNvPr id="0" name=""/>
        <dsp:cNvSpPr/>
      </dsp:nvSpPr>
      <dsp:spPr>
        <a:xfrm>
          <a:off x="3421" y="2062621"/>
          <a:ext cx="2894062" cy="1147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first method is to query DNS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using a number</a:t>
          </a:r>
          <a:r>
            <a:rPr lang="tr-TR" sz="1700" kern="1200"/>
            <a:t> </a:t>
          </a:r>
          <a:r>
            <a:rPr lang="en-US" sz="1700" kern="1200"/>
            <a:t>of “DNS seeds,” </a:t>
          </a:r>
        </a:p>
      </dsp:txBody>
      <dsp:txXfrm>
        <a:off x="3421" y="2062621"/>
        <a:ext cx="2894062" cy="1147481"/>
      </dsp:txXfrm>
    </dsp:sp>
    <dsp:sp modelId="{618177B4-7A4F-46A3-A7C5-072602D15F23}">
      <dsp:nvSpPr>
        <dsp:cNvPr id="0" name=""/>
        <dsp:cNvSpPr/>
      </dsp:nvSpPr>
      <dsp:spPr>
        <a:xfrm>
          <a:off x="4344515" y="44114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2EE78B-40EB-4C5E-A11F-F75DDC88BEBA}">
      <dsp:nvSpPr>
        <dsp:cNvPr id="0" name=""/>
        <dsp:cNvSpPr/>
      </dsp:nvSpPr>
      <dsp:spPr>
        <a:xfrm>
          <a:off x="3403945" y="157313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DNS seeds</a:t>
          </a:r>
        </a:p>
      </dsp:txBody>
      <dsp:txXfrm>
        <a:off x="3403945" y="1573133"/>
        <a:ext cx="2894062" cy="434109"/>
      </dsp:txXfrm>
    </dsp:sp>
    <dsp:sp modelId="{11034CE5-1DE5-47F4-B927-0D63FCB5EACA}">
      <dsp:nvSpPr>
        <dsp:cNvPr id="0" name=""/>
        <dsp:cNvSpPr/>
      </dsp:nvSpPr>
      <dsp:spPr>
        <a:xfrm>
          <a:off x="3403945" y="2062621"/>
          <a:ext cx="2894062" cy="1147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Provide</a:t>
          </a:r>
          <a:r>
            <a:rPr lang="tr-TR" sz="1700" kern="1200"/>
            <a:t> </a:t>
          </a:r>
          <a:r>
            <a:rPr lang="en-US" sz="1700" kern="1200"/>
            <a:t>a list of IP addresses of bitcoin</a:t>
          </a:r>
          <a:r>
            <a:rPr lang="tr-TR" sz="1700" kern="1200"/>
            <a:t> </a:t>
          </a:r>
          <a:r>
            <a:rPr lang="en-US" sz="1700" kern="1200"/>
            <a:t>nodes. </a:t>
          </a:r>
        </a:p>
      </dsp:txBody>
      <dsp:txXfrm>
        <a:off x="3403945" y="2062621"/>
        <a:ext cx="2894062" cy="1147481"/>
      </dsp:txXfrm>
    </dsp:sp>
    <dsp:sp modelId="{02F05E57-1187-4DC5-9420-39B366ABBC5D}">
      <dsp:nvSpPr>
        <dsp:cNvPr id="0" name=""/>
        <dsp:cNvSpPr/>
      </dsp:nvSpPr>
      <dsp:spPr>
        <a:xfrm>
          <a:off x="7745039" y="44114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74D1F7-8534-48FC-BE8D-8E940EF3257E}">
      <dsp:nvSpPr>
        <dsp:cNvPr id="0" name=""/>
        <dsp:cNvSpPr/>
      </dsp:nvSpPr>
      <dsp:spPr>
        <a:xfrm>
          <a:off x="6804468" y="157313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Stable listening Nodes</a:t>
          </a:r>
          <a:endParaRPr lang="en-US" sz="2400" kern="1200" dirty="0"/>
        </a:p>
      </dsp:txBody>
      <dsp:txXfrm>
        <a:off x="6804468" y="1573133"/>
        <a:ext cx="2894062" cy="434109"/>
      </dsp:txXfrm>
    </dsp:sp>
    <dsp:sp modelId="{B6CB97B2-E7D7-48C3-AD7B-BED2751FA128}">
      <dsp:nvSpPr>
        <dsp:cNvPr id="0" name=""/>
        <dsp:cNvSpPr/>
      </dsp:nvSpPr>
      <dsp:spPr>
        <a:xfrm>
          <a:off x="6804468" y="2062621"/>
          <a:ext cx="2894062" cy="1147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Some of those DNS seeds provide a static list of IP addresses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stable bitcoin</a:t>
          </a:r>
          <a:r>
            <a:rPr lang="tr-TR" sz="1700" kern="1200"/>
            <a:t> </a:t>
          </a:r>
          <a:r>
            <a:rPr lang="en-US" sz="1700" kern="1200"/>
            <a:t>listening nodes.</a:t>
          </a:r>
        </a:p>
      </dsp:txBody>
      <dsp:txXfrm>
        <a:off x="6804468" y="2062621"/>
        <a:ext cx="2894062" cy="1147481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892651C-96F1-4F5D-BDB0-11EF54AE38DD}">
      <dsp:nvSpPr>
        <dsp:cNvPr id="0" name=""/>
        <dsp:cNvSpPr/>
      </dsp:nvSpPr>
      <dsp:spPr>
        <a:xfrm>
          <a:off x="1560193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1AA56E5-EDA4-4422-ACC2-BD04D171D428}">
      <dsp:nvSpPr>
        <dsp:cNvPr id="0" name=""/>
        <dsp:cNvSpPr/>
      </dsp:nvSpPr>
      <dsp:spPr>
        <a:xfrm>
          <a:off x="157564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BIND Nodes</a:t>
          </a:r>
          <a:endParaRPr lang="en-US" sz="3600" kern="1200"/>
        </a:p>
      </dsp:txBody>
      <dsp:txXfrm>
        <a:off x="157564" y="1678651"/>
        <a:ext cx="4315781" cy="601817"/>
      </dsp:txXfrm>
    </dsp:sp>
    <dsp:sp modelId="{8B911603-4025-4D1E-866D-1552932569F8}">
      <dsp:nvSpPr>
        <dsp:cNvPr id="0" name=""/>
        <dsp:cNvSpPr/>
      </dsp:nvSpPr>
      <dsp:spPr>
        <a:xfrm>
          <a:off x="157564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Some of the DNS seeds are custom implementations of BIND</a:t>
          </a:r>
        </a:p>
      </dsp:txBody>
      <dsp:txXfrm>
        <a:off x="157564" y="2348355"/>
        <a:ext cx="4315781" cy="1174440"/>
      </dsp:txXfrm>
    </dsp:sp>
    <dsp:sp modelId="{9A7178D2-89F1-49CB-9E2E-FE9993921E74}">
      <dsp:nvSpPr>
        <dsp:cNvPr id="0" name=""/>
        <dsp:cNvSpPr/>
      </dsp:nvSpPr>
      <dsp:spPr>
        <a:xfrm>
          <a:off x="6631236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BF16EE-83EA-44DB-8EE3-94F59A965E17}">
      <dsp:nvSpPr>
        <dsp:cNvPr id="0" name=""/>
        <dsp:cNvSpPr/>
      </dsp:nvSpPr>
      <dsp:spPr>
        <a:xfrm>
          <a:off x="5228607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BIND</a:t>
          </a:r>
        </a:p>
      </dsp:txBody>
      <dsp:txXfrm>
        <a:off x="5228607" y="1678651"/>
        <a:ext cx="4315781" cy="601817"/>
      </dsp:txXfrm>
    </dsp:sp>
    <dsp:sp modelId="{1E398BA2-5AA0-48FA-A7B2-708F6EBC4336}">
      <dsp:nvSpPr>
        <dsp:cNvPr id="0" name=""/>
        <dsp:cNvSpPr/>
      </dsp:nvSpPr>
      <dsp:spPr>
        <a:xfrm>
          <a:off x="5228607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Berkeley Internet Name Daemon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return a random subset from a list of bitcoin</a:t>
          </a:r>
          <a:r>
            <a:rPr lang="tr-TR" sz="1700" kern="1200"/>
            <a:t> </a:t>
          </a:r>
          <a:r>
            <a:rPr lang="en-US" sz="1700" kern="1200"/>
            <a:t>node addresses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collected by a crawler or a long-running bitcoin node.</a:t>
          </a:r>
        </a:p>
      </dsp:txBody>
      <dsp:txXfrm>
        <a:off x="5228607" y="2348355"/>
        <a:ext cx="4315781" cy="1174440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7F83263-8A2E-4DC5-B5A8-5D0AFF8AEC82}">
      <dsp:nvSpPr>
        <dsp:cNvPr id="0" name=""/>
        <dsp:cNvSpPr/>
      </dsp:nvSpPr>
      <dsp:spPr>
        <a:xfrm>
          <a:off x="1397" y="0"/>
          <a:ext cx="3633387" cy="4223083"/>
        </a:xfrm>
        <a:prstGeom prst="roundRect">
          <a:avLst>
            <a:gd name="adj" fmla="val 10000"/>
          </a:avLst>
        </a:prstGeom>
        <a:solidFill>
          <a:schemeClr val="accent4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4310" tIns="194310" rIns="194310" bIns="194310" numCol="1" spcCol="1270" anchor="ctr" anchorCtr="0">
          <a:noAutofit/>
        </a:bodyPr>
        <a:lstStyle/>
        <a:p>
          <a:pPr marL="0" lvl="0" indent="0" algn="ctr" defTabSz="2266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100" kern="1200" dirty="0" err="1"/>
            <a:t>Bitcoin</a:t>
          </a:r>
          <a:r>
            <a:rPr lang="tr-TR" sz="5100" kern="1200" dirty="0"/>
            <a:t> </a:t>
          </a:r>
          <a:r>
            <a:rPr lang="tr-TR" sz="5100" kern="1200" dirty="0" err="1"/>
            <a:t>Core</a:t>
          </a:r>
          <a:endParaRPr lang="en-US" sz="5100" kern="1200" dirty="0"/>
        </a:p>
      </dsp:txBody>
      <dsp:txXfrm>
        <a:off x="1397" y="0"/>
        <a:ext cx="3633387" cy="1266924"/>
      </dsp:txXfrm>
    </dsp:sp>
    <dsp:sp modelId="{8C94D77F-145A-4209-82B3-885D3C758B75}">
      <dsp:nvSpPr>
        <dsp:cNvPr id="0" name=""/>
        <dsp:cNvSpPr/>
      </dsp:nvSpPr>
      <dsp:spPr>
        <a:xfrm>
          <a:off x="364736" y="1268162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The Bitcoin </a:t>
          </a:r>
          <a:r>
            <a:rPr lang="en-US" sz="1700" kern="1200" dirty="0"/>
            <a:t>Core client contains</a:t>
          </a:r>
        </a:p>
      </dsp:txBody>
      <dsp:txXfrm>
        <a:off x="402030" y="1305456"/>
        <a:ext cx="2832121" cy="1198729"/>
      </dsp:txXfrm>
    </dsp:sp>
    <dsp:sp modelId="{78AE7B07-5D7D-4918-A9EC-2A8426ECAD78}">
      <dsp:nvSpPr>
        <dsp:cNvPr id="0" name=""/>
        <dsp:cNvSpPr/>
      </dsp:nvSpPr>
      <dsp:spPr>
        <a:xfrm>
          <a:off x="364736" y="2737374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-3185515"/>
            <a:satOff val="5646"/>
            <a:lumOff val="199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names of </a:t>
          </a:r>
          <a:r>
            <a:rPr lang="tr-TR" sz="1700" kern="1200" dirty="0"/>
            <a:t>5</a:t>
          </a:r>
          <a:r>
            <a:rPr lang="en-US" sz="1700" kern="1200" dirty="0"/>
            <a:t> different DNS seeds</a:t>
          </a:r>
        </a:p>
      </dsp:txBody>
      <dsp:txXfrm>
        <a:off x="402030" y="2774668"/>
        <a:ext cx="2832121" cy="1198729"/>
      </dsp:txXfrm>
    </dsp:sp>
    <dsp:sp modelId="{79DDB068-B4B2-42E4-93EA-1C9D7498B061}">
      <dsp:nvSpPr>
        <dsp:cNvPr id="0" name=""/>
        <dsp:cNvSpPr/>
      </dsp:nvSpPr>
      <dsp:spPr>
        <a:xfrm>
          <a:off x="3907288" y="0"/>
          <a:ext cx="3633387" cy="4223083"/>
        </a:xfrm>
        <a:prstGeom prst="roundRect">
          <a:avLst>
            <a:gd name="adj" fmla="val 10000"/>
          </a:avLst>
        </a:prstGeom>
        <a:solidFill>
          <a:schemeClr val="accent4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4310" tIns="194310" rIns="194310" bIns="194310" numCol="1" spcCol="1270" anchor="ctr" anchorCtr="0">
          <a:noAutofit/>
        </a:bodyPr>
        <a:lstStyle/>
        <a:p>
          <a:pPr marL="0" lvl="0" indent="0" algn="ctr" defTabSz="2266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100" kern="1200"/>
            <a:t>Reliability</a:t>
          </a:r>
          <a:endParaRPr lang="en-US" sz="5100" kern="1200"/>
        </a:p>
      </dsp:txBody>
      <dsp:txXfrm>
        <a:off x="3907288" y="0"/>
        <a:ext cx="3633387" cy="1266924"/>
      </dsp:txXfrm>
    </dsp:sp>
    <dsp:sp modelId="{7ECFE517-5A99-4378-9352-3E175FF3CBC6}">
      <dsp:nvSpPr>
        <dsp:cNvPr id="0" name=""/>
        <dsp:cNvSpPr/>
      </dsp:nvSpPr>
      <dsp:spPr>
        <a:xfrm>
          <a:off x="4270627" y="1267285"/>
          <a:ext cx="2906709" cy="829666"/>
        </a:xfrm>
        <a:prstGeom prst="roundRect">
          <a:avLst>
            <a:gd name="adj" fmla="val 10000"/>
          </a:avLst>
        </a:prstGeom>
        <a:solidFill>
          <a:schemeClr val="accent4">
            <a:hueOff val="-6371030"/>
            <a:satOff val="11291"/>
            <a:lumOff val="398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initial bootstrapping process</a:t>
          </a:r>
          <a:r>
            <a:rPr lang="tr-TR" sz="1700" kern="1200" dirty="0"/>
            <a:t> </a:t>
          </a:r>
          <a:r>
            <a:rPr lang="tr-TR" sz="1700" kern="1200" dirty="0" err="1"/>
            <a:t>depends</a:t>
          </a:r>
          <a:r>
            <a:rPr lang="tr-TR" sz="1700" kern="1200" dirty="0"/>
            <a:t> on</a:t>
          </a:r>
          <a:endParaRPr lang="en-US" sz="1700" kern="1200" dirty="0"/>
        </a:p>
      </dsp:txBody>
      <dsp:txXfrm>
        <a:off x="4294927" y="1291585"/>
        <a:ext cx="2858109" cy="781066"/>
      </dsp:txXfrm>
    </dsp:sp>
    <dsp:sp modelId="{BACF012B-BD12-49C7-8F6C-8E3F973034D0}">
      <dsp:nvSpPr>
        <dsp:cNvPr id="0" name=""/>
        <dsp:cNvSpPr/>
      </dsp:nvSpPr>
      <dsp:spPr>
        <a:xfrm>
          <a:off x="4270627" y="2224593"/>
          <a:ext cx="2906709" cy="829666"/>
        </a:xfrm>
        <a:prstGeom prst="roundRect">
          <a:avLst>
            <a:gd name="adj" fmla="val 10000"/>
          </a:avLst>
        </a:prstGeom>
        <a:solidFill>
          <a:schemeClr val="accent4">
            <a:hueOff val="-9556544"/>
            <a:satOff val="16937"/>
            <a:lumOff val="59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the</a:t>
          </a:r>
          <a:r>
            <a:rPr lang="en-US" sz="1700" kern="1200" dirty="0"/>
            <a:t> diversity of ownership</a:t>
          </a:r>
        </a:p>
      </dsp:txBody>
      <dsp:txXfrm>
        <a:off x="4294927" y="2248893"/>
        <a:ext cx="2858109" cy="781066"/>
      </dsp:txXfrm>
    </dsp:sp>
    <dsp:sp modelId="{860BC1C8-EEC4-4359-8C31-69A1EC6CCEE2}">
      <dsp:nvSpPr>
        <dsp:cNvPr id="0" name=""/>
        <dsp:cNvSpPr/>
      </dsp:nvSpPr>
      <dsp:spPr>
        <a:xfrm>
          <a:off x="4270627" y="3181901"/>
          <a:ext cx="2906709" cy="829666"/>
        </a:xfrm>
        <a:prstGeom prst="roundRect">
          <a:avLst>
            <a:gd name="adj" fmla="val 10000"/>
          </a:avLst>
        </a:prstGeom>
        <a:solidFill>
          <a:schemeClr val="accent4">
            <a:hueOff val="-12742060"/>
            <a:satOff val="22582"/>
            <a:lumOff val="7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en-US" sz="1700" kern="1200" dirty="0"/>
            <a:t>diversity of implementation of the different DNS seeds </a:t>
          </a:r>
        </a:p>
      </dsp:txBody>
      <dsp:txXfrm>
        <a:off x="4294927" y="3206201"/>
        <a:ext cx="2858109" cy="781066"/>
      </dsp:txXfrm>
    </dsp:sp>
    <dsp:sp modelId="{1304DAB5-1E34-417D-AAFB-7D7E5683057F}">
      <dsp:nvSpPr>
        <dsp:cNvPr id="0" name=""/>
        <dsp:cNvSpPr/>
      </dsp:nvSpPr>
      <dsp:spPr>
        <a:xfrm>
          <a:off x="7813179" y="0"/>
          <a:ext cx="3633387" cy="4223083"/>
        </a:xfrm>
        <a:prstGeom prst="roundRect">
          <a:avLst>
            <a:gd name="adj" fmla="val 10000"/>
          </a:avLst>
        </a:prstGeom>
        <a:solidFill>
          <a:schemeClr val="accent4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4310" tIns="194310" rIns="194310" bIns="194310" numCol="1" spcCol="1270" anchor="ctr" anchorCtr="0">
          <a:noAutofit/>
        </a:bodyPr>
        <a:lstStyle/>
        <a:p>
          <a:pPr marL="0" lvl="0" indent="0" algn="ctr" defTabSz="2266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5100" kern="1200"/>
            <a:t>-dnsseed </a:t>
          </a:r>
        </a:p>
      </dsp:txBody>
      <dsp:txXfrm>
        <a:off x="7813179" y="0"/>
        <a:ext cx="3633387" cy="1266924"/>
      </dsp:txXfrm>
    </dsp:sp>
    <dsp:sp modelId="{EDFFF016-DE2C-4982-90FB-B62D080D44F3}">
      <dsp:nvSpPr>
        <dsp:cNvPr id="0" name=""/>
        <dsp:cNvSpPr/>
      </dsp:nvSpPr>
      <dsp:spPr>
        <a:xfrm>
          <a:off x="8176518" y="1268162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-15927574"/>
            <a:satOff val="28228"/>
            <a:lumOff val="99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option</a:t>
          </a:r>
          <a:r>
            <a:rPr lang="tr-TR" sz="1700" kern="1200" dirty="0"/>
            <a:t> </a:t>
          </a:r>
          <a:r>
            <a:rPr lang="en-US" sz="1700" kern="1200" dirty="0"/>
            <a:t>to use the DNS seeds </a:t>
          </a:r>
        </a:p>
      </dsp:txBody>
      <dsp:txXfrm>
        <a:off x="8213812" y="1305456"/>
        <a:ext cx="2832121" cy="1198729"/>
      </dsp:txXfrm>
    </dsp:sp>
    <dsp:sp modelId="{CBE258C4-1FC8-4973-A809-D315489CC5F6}">
      <dsp:nvSpPr>
        <dsp:cNvPr id="0" name=""/>
        <dsp:cNvSpPr/>
      </dsp:nvSpPr>
      <dsp:spPr>
        <a:xfrm>
          <a:off x="8176518" y="2737374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-19113089"/>
            <a:satOff val="33873"/>
            <a:lumOff val="1196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set to 1 by default,</a:t>
          </a:r>
          <a:r>
            <a:rPr lang="tr-TR" sz="1700" kern="1200" dirty="0"/>
            <a:t> </a:t>
          </a:r>
          <a:r>
            <a:rPr lang="en-US" sz="1700" kern="1200" dirty="0"/>
            <a:t>to use the DNS seed</a:t>
          </a:r>
        </a:p>
      </dsp:txBody>
      <dsp:txXfrm>
        <a:off x="8213812" y="2774668"/>
        <a:ext cx="2832121" cy="1198729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D00067-59A0-4073-A0B0-5D985379AE4C}">
      <dsp:nvSpPr>
        <dsp:cNvPr id="0" name=""/>
        <dsp:cNvSpPr/>
      </dsp:nvSpPr>
      <dsp:spPr>
        <a:xfrm>
          <a:off x="947807" y="11002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4A252A-80A8-4232-A752-A12675EFC013}">
      <dsp:nvSpPr>
        <dsp:cNvPr id="0" name=""/>
        <dsp:cNvSpPr/>
      </dsp:nvSpPr>
      <dsp:spPr>
        <a:xfrm>
          <a:off x="8155" y="12694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If nothing is known</a:t>
          </a:r>
          <a:endParaRPr lang="en-US" sz="2700" kern="1200"/>
        </a:p>
      </dsp:txBody>
      <dsp:txXfrm>
        <a:off x="8155" y="1269497"/>
        <a:ext cx="2891236" cy="433685"/>
      </dsp:txXfrm>
    </dsp:sp>
    <dsp:sp modelId="{BEF9EA86-645B-46D1-B2E8-455A042D0785}">
      <dsp:nvSpPr>
        <dsp:cNvPr id="0" name=""/>
        <dsp:cNvSpPr/>
      </dsp:nvSpPr>
      <dsp:spPr>
        <a:xfrm>
          <a:off x="8155" y="1771807"/>
          <a:ext cx="2891236" cy="17694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bootstrapping node that knows nothing of the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must be given</a:t>
          </a:r>
          <a:r>
            <a:rPr lang="tr-TR" sz="1700" kern="1200"/>
            <a:t> </a:t>
          </a:r>
          <a:r>
            <a:rPr lang="en-US" sz="1700" kern="1200"/>
            <a:t>the IP address of at least one bitcoin node </a:t>
          </a:r>
        </a:p>
      </dsp:txBody>
      <dsp:txXfrm>
        <a:off x="8155" y="1771807"/>
        <a:ext cx="2891236" cy="1769419"/>
      </dsp:txXfrm>
    </dsp:sp>
    <dsp:sp modelId="{4045DD1F-29C2-4760-83EB-DC95BF147215}">
      <dsp:nvSpPr>
        <dsp:cNvPr id="0" name=""/>
        <dsp:cNvSpPr/>
      </dsp:nvSpPr>
      <dsp:spPr>
        <a:xfrm>
          <a:off x="4345010" y="11002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643BCA2-ED30-4260-9DCF-8A308DFA5525}">
      <dsp:nvSpPr>
        <dsp:cNvPr id="0" name=""/>
        <dsp:cNvSpPr/>
      </dsp:nvSpPr>
      <dsp:spPr>
        <a:xfrm>
          <a:off x="3405358" y="12694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-seednode </a:t>
          </a:r>
        </a:p>
      </dsp:txBody>
      <dsp:txXfrm>
        <a:off x="3405358" y="1269497"/>
        <a:ext cx="2891236" cy="433685"/>
      </dsp:txXfrm>
    </dsp:sp>
    <dsp:sp modelId="{49CB6E3F-14B9-4A1F-B030-5EAF435EB09E}">
      <dsp:nvSpPr>
        <dsp:cNvPr id="0" name=""/>
        <dsp:cNvSpPr/>
      </dsp:nvSpPr>
      <dsp:spPr>
        <a:xfrm>
          <a:off x="3405358" y="1771807"/>
          <a:ext cx="2891236" cy="17694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command-line argument -seednode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can be used</a:t>
          </a:r>
          <a:r>
            <a:rPr lang="tr-TR" sz="1700" kern="1200"/>
            <a:t> </a:t>
          </a:r>
          <a:r>
            <a:rPr lang="en-US" sz="1700" kern="1200"/>
            <a:t>to connect to one node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just for introductions using it as a seed. </a:t>
          </a:r>
        </a:p>
      </dsp:txBody>
      <dsp:txXfrm>
        <a:off x="3405358" y="1771807"/>
        <a:ext cx="2891236" cy="1769419"/>
      </dsp:txXfrm>
    </dsp:sp>
    <dsp:sp modelId="{D876CD6B-21F0-4DB3-94BE-709C04C23DAF}">
      <dsp:nvSpPr>
        <dsp:cNvPr id="0" name=""/>
        <dsp:cNvSpPr/>
      </dsp:nvSpPr>
      <dsp:spPr>
        <a:xfrm>
          <a:off x="7742212" y="11002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E482653-615E-4854-B01C-9A91D4A01513}">
      <dsp:nvSpPr>
        <dsp:cNvPr id="0" name=""/>
        <dsp:cNvSpPr/>
      </dsp:nvSpPr>
      <dsp:spPr>
        <a:xfrm>
          <a:off x="6802560" y="12694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Using newl Peers</a:t>
          </a:r>
          <a:endParaRPr lang="en-US" sz="2700" kern="1200"/>
        </a:p>
      </dsp:txBody>
      <dsp:txXfrm>
        <a:off x="6802560" y="1269497"/>
        <a:ext cx="2891236" cy="433685"/>
      </dsp:txXfrm>
    </dsp:sp>
    <dsp:sp modelId="{0664B911-6E6F-4CF3-9BE3-7B3318468449}">
      <dsp:nvSpPr>
        <dsp:cNvPr id="0" name=""/>
        <dsp:cNvSpPr/>
      </dsp:nvSpPr>
      <dsp:spPr>
        <a:xfrm>
          <a:off x="6802560" y="1771807"/>
          <a:ext cx="2891236" cy="17694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After the initial seed</a:t>
          </a:r>
          <a:r>
            <a:rPr lang="tr-TR" sz="1700" kern="1200"/>
            <a:t> </a:t>
          </a:r>
          <a:r>
            <a:rPr lang="en-US" sz="1700" kern="1200"/>
            <a:t>node is used to form introductions,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client will disconnect from it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use the</a:t>
          </a:r>
          <a:r>
            <a:rPr lang="tr-TR" sz="1700" kern="1200"/>
            <a:t> newly discovered peers.</a:t>
          </a:r>
          <a:endParaRPr lang="en-US" sz="1700" kern="1200"/>
        </a:p>
      </dsp:txBody>
      <dsp:txXfrm>
        <a:off x="6802560" y="1771807"/>
        <a:ext cx="2891236" cy="1769419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46CE798-7FD3-4E08-B5B8-9293AB23EB5B}">
      <dsp:nvSpPr>
        <dsp:cNvPr id="0" name=""/>
        <dsp:cNvSpPr/>
      </dsp:nvSpPr>
      <dsp:spPr>
        <a:xfrm>
          <a:off x="943992" y="8949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F87877-EB09-4C84-A13F-2016C164AD36}">
      <dsp:nvSpPr>
        <dsp:cNvPr id="0" name=""/>
        <dsp:cNvSpPr/>
      </dsp:nvSpPr>
      <dsp:spPr>
        <a:xfrm>
          <a:off x="3421" y="125172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Sending addr message</a:t>
          </a:r>
          <a:endParaRPr lang="en-US" sz="2400" kern="1200"/>
        </a:p>
      </dsp:txBody>
      <dsp:txXfrm>
        <a:off x="3421" y="1251727"/>
        <a:ext cx="2894062" cy="434109"/>
      </dsp:txXfrm>
    </dsp:sp>
    <dsp:sp modelId="{CBA50BEA-C0DC-44D5-B7FB-7047EC749B19}">
      <dsp:nvSpPr>
        <dsp:cNvPr id="0" name=""/>
        <dsp:cNvSpPr/>
      </dsp:nvSpPr>
      <dsp:spPr>
        <a:xfrm>
          <a:off x="3421" y="1755281"/>
          <a:ext cx="2894062" cy="18064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Once one or more connections are established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new node will send an addr message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containing its own IP address to its neighbors.</a:t>
          </a:r>
        </a:p>
      </dsp:txBody>
      <dsp:txXfrm>
        <a:off x="3421" y="1755281"/>
        <a:ext cx="2894062" cy="1806469"/>
      </dsp:txXfrm>
    </dsp:sp>
    <dsp:sp modelId="{DC19AF33-D9FB-4434-80FB-BE1448281896}">
      <dsp:nvSpPr>
        <dsp:cNvPr id="0" name=""/>
        <dsp:cNvSpPr/>
      </dsp:nvSpPr>
      <dsp:spPr>
        <a:xfrm>
          <a:off x="4344515" y="8949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7B2748F-7FE2-49CF-BBA6-4F7C4C48A833}">
      <dsp:nvSpPr>
        <dsp:cNvPr id="0" name=""/>
        <dsp:cNvSpPr/>
      </dsp:nvSpPr>
      <dsp:spPr>
        <a:xfrm>
          <a:off x="3403945" y="125172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Forward the message</a:t>
          </a:r>
          <a:endParaRPr lang="en-US" sz="2400" kern="1200"/>
        </a:p>
      </dsp:txBody>
      <dsp:txXfrm>
        <a:off x="3403945" y="1251727"/>
        <a:ext cx="2894062" cy="434109"/>
      </dsp:txXfrm>
    </dsp:sp>
    <dsp:sp modelId="{ABA03B6E-2CCC-4900-AF39-345DF4CC9E2D}">
      <dsp:nvSpPr>
        <dsp:cNvPr id="0" name=""/>
        <dsp:cNvSpPr/>
      </dsp:nvSpPr>
      <dsp:spPr>
        <a:xfrm>
          <a:off x="3403945" y="1755281"/>
          <a:ext cx="2894062" cy="18064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neighbors will, in turn,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forward</a:t>
          </a:r>
          <a:r>
            <a:rPr lang="tr-TR" sz="1700" kern="1200"/>
            <a:t> </a:t>
          </a:r>
          <a:r>
            <a:rPr lang="en-US" sz="1700" kern="1200"/>
            <a:t>the addr message to their neighbors, </a:t>
          </a:r>
        </a:p>
      </dsp:txBody>
      <dsp:txXfrm>
        <a:off x="3403945" y="1755281"/>
        <a:ext cx="2894062" cy="1806469"/>
      </dsp:txXfrm>
    </dsp:sp>
    <dsp:sp modelId="{0C4F7DF1-8519-4E77-80A2-767C2E2C4F32}">
      <dsp:nvSpPr>
        <dsp:cNvPr id="0" name=""/>
        <dsp:cNvSpPr/>
      </dsp:nvSpPr>
      <dsp:spPr>
        <a:xfrm>
          <a:off x="7745039" y="8949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F16E905-F83B-4148-88D7-9FFD7AD3781F}">
      <dsp:nvSpPr>
        <dsp:cNvPr id="0" name=""/>
        <dsp:cNvSpPr/>
      </dsp:nvSpPr>
      <dsp:spPr>
        <a:xfrm>
          <a:off x="6804468" y="125172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Better connections</a:t>
          </a:r>
          <a:endParaRPr lang="en-US" sz="2400" kern="1200"/>
        </a:p>
      </dsp:txBody>
      <dsp:txXfrm>
        <a:off x="6804468" y="1251727"/>
        <a:ext cx="2894062" cy="434109"/>
      </dsp:txXfrm>
    </dsp:sp>
    <dsp:sp modelId="{16407F16-8645-4D58-9977-89FFC2714111}">
      <dsp:nvSpPr>
        <dsp:cNvPr id="0" name=""/>
        <dsp:cNvSpPr/>
      </dsp:nvSpPr>
      <dsp:spPr>
        <a:xfrm>
          <a:off x="6804468" y="1755281"/>
          <a:ext cx="2894062" cy="18064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ensuring that the newly connected node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becomes well known and better connected.</a:t>
          </a:r>
        </a:p>
      </dsp:txBody>
      <dsp:txXfrm>
        <a:off x="6804468" y="1755281"/>
        <a:ext cx="2894062" cy="1806469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7ACC208-E09E-4B7D-B773-DA0ECD98CE66}">
      <dsp:nvSpPr>
        <dsp:cNvPr id="0" name=""/>
        <dsp:cNvSpPr/>
      </dsp:nvSpPr>
      <dsp:spPr>
        <a:xfrm>
          <a:off x="1556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9898B8-4A11-4E3D-B7EF-5D6E87FB593C}">
      <dsp:nvSpPr>
        <dsp:cNvPr id="0" name=""/>
        <dsp:cNvSpPr/>
      </dsp:nvSpPr>
      <dsp:spPr>
        <a:xfrm>
          <a:off x="152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IP Addresses of other Peers</a:t>
          </a:r>
          <a:endParaRPr lang="en-US" sz="3000" kern="1200"/>
        </a:p>
      </dsp:txBody>
      <dsp:txXfrm>
        <a:off x="152976" y="1677477"/>
        <a:ext cx="4320000" cy="648000"/>
      </dsp:txXfrm>
    </dsp:sp>
    <dsp:sp modelId="{2B43F24F-D08F-4DD7-85E8-C42101C3840F}">
      <dsp:nvSpPr>
        <dsp:cNvPr id="0" name=""/>
        <dsp:cNvSpPr/>
      </dsp:nvSpPr>
      <dsp:spPr>
        <a:xfrm>
          <a:off x="152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newly</a:t>
          </a:r>
          <a:r>
            <a:rPr lang="tr-TR" sz="1700" kern="1200" dirty="0"/>
            <a:t> </a:t>
          </a:r>
          <a:r>
            <a:rPr lang="tr-TR" sz="1700" kern="1200" dirty="0" err="1"/>
            <a:t>connected</a:t>
          </a:r>
          <a:r>
            <a:rPr lang="tr-TR" sz="1700" kern="1200" dirty="0"/>
            <a:t> </a:t>
          </a:r>
          <a:r>
            <a:rPr lang="tr-TR" sz="1700" kern="1200" dirty="0" err="1"/>
            <a:t>node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can send </a:t>
          </a:r>
          <a:r>
            <a:rPr lang="en-US" sz="1700" kern="1200" dirty="0" err="1"/>
            <a:t>getaddr</a:t>
          </a:r>
          <a:r>
            <a:rPr lang="en-US" sz="1700" kern="1200" dirty="0"/>
            <a:t> to the neighbors,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asking them to return a list of IP addresses of</a:t>
          </a:r>
          <a:r>
            <a:rPr lang="tr-TR" sz="1700" kern="1200" dirty="0"/>
            <a:t> </a:t>
          </a:r>
          <a:r>
            <a:rPr lang="en-US" sz="1700" kern="1200" dirty="0"/>
            <a:t>other peers </a:t>
          </a:r>
        </a:p>
      </dsp:txBody>
      <dsp:txXfrm>
        <a:off x="152976" y="2398131"/>
        <a:ext cx="4320000" cy="1243847"/>
      </dsp:txXfrm>
    </dsp:sp>
    <dsp:sp modelId="{CC395B90-965C-479A-85C1-FD7FDCFFF903}">
      <dsp:nvSpPr>
        <dsp:cNvPr id="0" name=""/>
        <dsp:cNvSpPr/>
      </dsp:nvSpPr>
      <dsp:spPr>
        <a:xfrm>
          <a:off x="6632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F2DA3C1-953B-4CE8-823E-AEE38FCE9D27}">
      <dsp:nvSpPr>
        <dsp:cNvPr id="0" name=""/>
        <dsp:cNvSpPr/>
      </dsp:nvSpPr>
      <dsp:spPr>
        <a:xfrm>
          <a:off x="5228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Finding new Peers</a:t>
          </a:r>
          <a:endParaRPr lang="en-US" sz="3000" kern="1200"/>
        </a:p>
      </dsp:txBody>
      <dsp:txXfrm>
        <a:off x="5228976" y="1677477"/>
        <a:ext cx="4320000" cy="648000"/>
      </dsp:txXfrm>
    </dsp:sp>
    <dsp:sp modelId="{3BC96435-31F3-45A9-8882-DF0E378E0BD1}">
      <dsp:nvSpPr>
        <dsp:cNvPr id="0" name=""/>
        <dsp:cNvSpPr/>
      </dsp:nvSpPr>
      <dsp:spPr>
        <a:xfrm>
          <a:off x="5228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way, a node can find peers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connect to and advertise its existence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the network for other nodes to find it. </a:t>
          </a:r>
        </a:p>
      </dsp:txBody>
      <dsp:txXfrm>
        <a:off x="5228976" y="2398131"/>
        <a:ext cx="4320000" cy="1243847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20EBCE7-D801-4E95-A823-6EB6FFB3CC55}">
      <dsp:nvSpPr>
        <dsp:cNvPr id="0" name=""/>
        <dsp:cNvSpPr/>
      </dsp:nvSpPr>
      <dsp:spPr>
        <a:xfrm>
          <a:off x="698671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1EE1D53-783B-455C-9853-FDEBD62702BA}">
      <dsp:nvSpPr>
        <dsp:cNvPr id="0" name=""/>
        <dsp:cNvSpPr/>
      </dsp:nvSpPr>
      <dsp:spPr>
        <a:xfrm>
          <a:off x="2156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Maintain Connection</a:t>
          </a:r>
          <a:endParaRPr lang="en-US" sz="1600" kern="1200"/>
        </a:p>
      </dsp:txBody>
      <dsp:txXfrm>
        <a:off x="2156" y="1553525"/>
        <a:ext cx="2143124" cy="321468"/>
      </dsp:txXfrm>
    </dsp:sp>
    <dsp:sp modelId="{B44BD81C-559C-482B-839D-510CCD9F46F8}">
      <dsp:nvSpPr>
        <dsp:cNvPr id="0" name=""/>
        <dsp:cNvSpPr/>
      </dsp:nvSpPr>
      <dsp:spPr>
        <a:xfrm>
          <a:off x="2156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If there is no traffic on a connection,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nodes will periodically send a message to maintain</a:t>
          </a:r>
          <a:r>
            <a:rPr lang="tr-TR" sz="1200" kern="1200"/>
            <a:t> </a:t>
          </a:r>
          <a:r>
            <a:rPr lang="en-US" sz="1200" kern="1200"/>
            <a:t>the connection.</a:t>
          </a:r>
        </a:p>
      </dsp:txBody>
      <dsp:txXfrm>
        <a:off x="2156" y="1919728"/>
        <a:ext cx="2143124" cy="1024269"/>
      </dsp:txXfrm>
    </dsp:sp>
    <dsp:sp modelId="{AAB5FA09-9A80-49CA-BEBB-D45E3A7B5BB8}">
      <dsp:nvSpPr>
        <dsp:cNvPr id="0" name=""/>
        <dsp:cNvSpPr/>
      </dsp:nvSpPr>
      <dsp:spPr>
        <a:xfrm>
          <a:off x="3216843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253C9B-69A9-4ABD-91C8-2CAD8FF9964F}">
      <dsp:nvSpPr>
        <dsp:cNvPr id="0" name=""/>
        <dsp:cNvSpPr/>
      </dsp:nvSpPr>
      <dsp:spPr>
        <a:xfrm>
          <a:off x="2520328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90 Minutes Off</a:t>
          </a:r>
          <a:endParaRPr lang="en-US" sz="1600" kern="1200"/>
        </a:p>
      </dsp:txBody>
      <dsp:txXfrm>
        <a:off x="2520328" y="1553525"/>
        <a:ext cx="2143124" cy="321468"/>
      </dsp:txXfrm>
    </dsp:sp>
    <dsp:sp modelId="{179D8AF1-C059-421C-B893-E67F3F6163FC}">
      <dsp:nvSpPr>
        <dsp:cNvPr id="0" name=""/>
        <dsp:cNvSpPr/>
      </dsp:nvSpPr>
      <dsp:spPr>
        <a:xfrm>
          <a:off x="2520328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If a node has not communicated</a:t>
          </a:r>
          <a:r>
            <a:rPr lang="tr-TR" sz="1200" kern="1200"/>
            <a:t> </a:t>
          </a:r>
          <a:r>
            <a:rPr lang="en-US" sz="1200" kern="1200"/>
            <a:t>for more than</a:t>
          </a:r>
          <a:r>
            <a:rPr lang="tr-TR" sz="1200" kern="1200"/>
            <a:t> </a:t>
          </a:r>
          <a:r>
            <a:rPr lang="en-US" sz="1200" kern="1200"/>
            <a:t>90 minutes,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it is assumed to be disconnected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and a new peer will be sought. </a:t>
          </a:r>
        </a:p>
      </dsp:txBody>
      <dsp:txXfrm>
        <a:off x="2520328" y="1919728"/>
        <a:ext cx="2143124" cy="1024269"/>
      </dsp:txXfrm>
    </dsp:sp>
    <dsp:sp modelId="{62CC8865-7C6A-48AA-806F-F034352AA8AD}">
      <dsp:nvSpPr>
        <dsp:cNvPr id="0" name=""/>
        <dsp:cNvSpPr/>
      </dsp:nvSpPr>
      <dsp:spPr>
        <a:xfrm>
          <a:off x="5735015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E3488B-8CDC-4B13-A605-04C55E49D074}">
      <dsp:nvSpPr>
        <dsp:cNvPr id="0" name=""/>
        <dsp:cNvSpPr/>
      </dsp:nvSpPr>
      <dsp:spPr>
        <a:xfrm>
          <a:off x="5038499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Adjustments</a:t>
          </a:r>
          <a:endParaRPr lang="en-US" sz="1600" kern="1200"/>
        </a:p>
      </dsp:txBody>
      <dsp:txXfrm>
        <a:off x="5038499" y="1553525"/>
        <a:ext cx="2143124" cy="321468"/>
      </dsp:txXfrm>
    </dsp:sp>
    <dsp:sp modelId="{6B9AB051-AA81-4B12-BAAA-8A12E06D5EBC}">
      <dsp:nvSpPr>
        <dsp:cNvPr id="0" name=""/>
        <dsp:cNvSpPr/>
      </dsp:nvSpPr>
      <dsp:spPr>
        <a:xfrm>
          <a:off x="5038499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Thus, the</a:t>
          </a:r>
          <a:r>
            <a:rPr lang="tr-TR" sz="1200" kern="1200"/>
            <a:t> </a:t>
          </a:r>
          <a:r>
            <a:rPr lang="en-US" sz="1200" kern="1200"/>
            <a:t>network dynamically adjusts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to transient nodes and network problems, </a:t>
          </a:r>
        </a:p>
      </dsp:txBody>
      <dsp:txXfrm>
        <a:off x="5038499" y="1919728"/>
        <a:ext cx="2143124" cy="1024269"/>
      </dsp:txXfrm>
    </dsp:sp>
    <dsp:sp modelId="{44A4159D-0925-4C4F-AE8E-8FE1927A177E}">
      <dsp:nvSpPr>
        <dsp:cNvPr id="0" name=""/>
        <dsp:cNvSpPr/>
      </dsp:nvSpPr>
      <dsp:spPr>
        <a:xfrm>
          <a:off x="8253187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D9D0702-B20D-4451-B98C-19C9E60E7EBC}">
      <dsp:nvSpPr>
        <dsp:cNvPr id="0" name=""/>
        <dsp:cNvSpPr/>
      </dsp:nvSpPr>
      <dsp:spPr>
        <a:xfrm>
          <a:off x="7556671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Organical Grow &amp; Shrink</a:t>
          </a:r>
          <a:endParaRPr lang="en-US" sz="1600" kern="1200"/>
        </a:p>
      </dsp:txBody>
      <dsp:txXfrm>
        <a:off x="7556671" y="1553525"/>
        <a:ext cx="2143124" cy="321468"/>
      </dsp:txXfrm>
    </dsp:sp>
    <dsp:sp modelId="{B128407A-079B-4694-B7DF-4C1271451428}">
      <dsp:nvSpPr>
        <dsp:cNvPr id="0" name=""/>
        <dsp:cNvSpPr/>
      </dsp:nvSpPr>
      <dsp:spPr>
        <a:xfrm>
          <a:off x="7556671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can</a:t>
          </a:r>
          <a:r>
            <a:rPr lang="tr-TR" sz="1200" kern="1200"/>
            <a:t> </a:t>
          </a:r>
          <a:r>
            <a:rPr lang="en-US" sz="1200" kern="1200"/>
            <a:t>organically grow and shrink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as needed without any central control.</a:t>
          </a:r>
        </a:p>
      </dsp:txBody>
      <dsp:txXfrm>
        <a:off x="7556671" y="1919728"/>
        <a:ext cx="2143124" cy="1024269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BA8546-2318-4317-84EF-7BA8CAADAB3A}">
      <dsp:nvSpPr>
        <dsp:cNvPr id="0" name=""/>
        <dsp:cNvSpPr/>
      </dsp:nvSpPr>
      <dsp:spPr>
        <a:xfrm>
          <a:off x="0" y="910434"/>
          <a:ext cx="6253571" cy="155902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Full Nodes</a:t>
          </a:r>
          <a:endParaRPr lang="en-US" sz="6500" kern="1200"/>
        </a:p>
      </dsp:txBody>
      <dsp:txXfrm>
        <a:off x="76105" y="986539"/>
        <a:ext cx="6101361" cy="1406815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23DD42D-4FC0-4DC8-A6DA-530406318401}">
      <dsp:nvSpPr>
        <dsp:cNvPr id="0" name=""/>
        <dsp:cNvSpPr/>
      </dsp:nvSpPr>
      <dsp:spPr>
        <a:xfrm>
          <a:off x="943992" y="23872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0FAB6B-506D-459D-B921-66608E4EAB8D}">
      <dsp:nvSpPr>
        <dsp:cNvPr id="0" name=""/>
        <dsp:cNvSpPr/>
      </dsp:nvSpPr>
      <dsp:spPr>
        <a:xfrm>
          <a:off x="3421" y="138811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Full nodes</a:t>
          </a:r>
        </a:p>
      </dsp:txBody>
      <dsp:txXfrm>
        <a:off x="3421" y="1388117"/>
        <a:ext cx="2894062" cy="434109"/>
      </dsp:txXfrm>
    </dsp:sp>
    <dsp:sp modelId="{634C32D8-3B7C-4274-8006-FF4E770C8A9A}">
      <dsp:nvSpPr>
        <dsp:cNvPr id="0" name=""/>
        <dsp:cNvSpPr/>
      </dsp:nvSpPr>
      <dsp:spPr>
        <a:xfrm>
          <a:off x="3421" y="1885702"/>
          <a:ext cx="2894062" cy="15268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maintain a full blockchain with all transactions.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More accurately,</a:t>
          </a:r>
          <a:r>
            <a:rPr lang="tr-TR" sz="1700" kern="1200" dirty="0"/>
            <a:t> </a:t>
          </a:r>
          <a:r>
            <a:rPr lang="en-US" sz="1700" kern="1200" dirty="0"/>
            <a:t>they probably should be called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“</a:t>
          </a:r>
          <a:r>
            <a:rPr lang="en-US" sz="1700" kern="1200" dirty="0"/>
            <a:t>full blockchain nodes.” </a:t>
          </a:r>
        </a:p>
      </dsp:txBody>
      <dsp:txXfrm>
        <a:off x="3421" y="1885702"/>
        <a:ext cx="2894062" cy="1526825"/>
      </dsp:txXfrm>
    </dsp:sp>
    <dsp:sp modelId="{8C39D449-C6F9-442B-A03D-6153E0B88A2D}">
      <dsp:nvSpPr>
        <dsp:cNvPr id="0" name=""/>
        <dsp:cNvSpPr/>
      </dsp:nvSpPr>
      <dsp:spPr>
        <a:xfrm>
          <a:off x="4344515" y="23872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8180A7-EA5B-4D64-936A-8CFD1E67920B}">
      <dsp:nvSpPr>
        <dsp:cNvPr id="0" name=""/>
        <dsp:cNvSpPr/>
      </dsp:nvSpPr>
      <dsp:spPr>
        <a:xfrm>
          <a:off x="3403945" y="138811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all full nodes </a:t>
          </a:r>
        </a:p>
      </dsp:txBody>
      <dsp:txXfrm>
        <a:off x="3403945" y="1388117"/>
        <a:ext cx="2894062" cy="434109"/>
      </dsp:txXfrm>
    </dsp:sp>
    <dsp:sp modelId="{F7A57208-4FE3-4963-A524-021A7921C0CE}">
      <dsp:nvSpPr>
        <dsp:cNvPr id="0" name=""/>
        <dsp:cNvSpPr/>
      </dsp:nvSpPr>
      <dsp:spPr>
        <a:xfrm>
          <a:off x="3403945" y="1885702"/>
          <a:ext cx="2894062" cy="15268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the </a:t>
          </a:r>
          <a:r>
            <a:rPr lang="en-US" sz="1700" b="1" kern="1200" dirty="0"/>
            <a:t>early years </a:t>
          </a:r>
          <a:r>
            <a:rPr lang="en-US" sz="1700" kern="1200" dirty="0"/>
            <a:t>of bitcoin,</a:t>
          </a:r>
          <a:r>
            <a:rPr lang="tr-TR" sz="1700" kern="1200" dirty="0"/>
            <a:t>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 nodes were full nodes </a:t>
          </a:r>
        </a:p>
      </dsp:txBody>
      <dsp:txXfrm>
        <a:off x="3403945" y="1885702"/>
        <a:ext cx="2894062" cy="1526825"/>
      </dsp:txXfrm>
    </dsp:sp>
    <dsp:sp modelId="{2750D90B-2B10-4121-891F-46D31570BDAE}">
      <dsp:nvSpPr>
        <dsp:cNvPr id="0" name=""/>
        <dsp:cNvSpPr/>
      </dsp:nvSpPr>
      <dsp:spPr>
        <a:xfrm>
          <a:off x="7745039" y="23872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2A53A6-F32A-4B7F-8635-A3881DBA18EA}">
      <dsp:nvSpPr>
        <dsp:cNvPr id="0" name=""/>
        <dsp:cNvSpPr/>
      </dsp:nvSpPr>
      <dsp:spPr>
        <a:xfrm>
          <a:off x="6804468" y="138811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Bitcoin Core</a:t>
          </a:r>
          <a:r>
            <a:rPr lang="tr-TR" sz="2800" kern="1200"/>
            <a:t> Client</a:t>
          </a:r>
          <a:endParaRPr lang="en-US" sz="2800" kern="1200"/>
        </a:p>
      </dsp:txBody>
      <dsp:txXfrm>
        <a:off x="6804468" y="1388117"/>
        <a:ext cx="2894062" cy="434109"/>
      </dsp:txXfrm>
    </dsp:sp>
    <dsp:sp modelId="{96385A58-85C8-4A96-A162-B7546484192C}">
      <dsp:nvSpPr>
        <dsp:cNvPr id="0" name=""/>
        <dsp:cNvSpPr/>
      </dsp:nvSpPr>
      <dsp:spPr>
        <a:xfrm>
          <a:off x="6804468" y="1885702"/>
          <a:ext cx="2894062" cy="15268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Currently</a:t>
          </a:r>
          <a:r>
            <a:rPr lang="tr-TR" sz="1700" kern="1200" dirty="0"/>
            <a:t> </a:t>
          </a:r>
          <a:r>
            <a:rPr lang="en-US" sz="1700" kern="1200" dirty="0"/>
            <a:t>is a full</a:t>
          </a:r>
          <a:r>
            <a:rPr lang="tr-TR" sz="1700" kern="1200" dirty="0"/>
            <a:t> </a:t>
          </a:r>
          <a:r>
            <a:rPr lang="tr-TR" sz="1700" kern="1200" dirty="0" err="1"/>
            <a:t>blockchain</a:t>
          </a:r>
          <a:r>
            <a:rPr lang="tr-TR" sz="1700" kern="1200" dirty="0"/>
            <a:t> </a:t>
          </a:r>
          <a:r>
            <a:rPr lang="tr-TR" sz="1700" kern="1200" dirty="0" err="1"/>
            <a:t>node</a:t>
          </a:r>
          <a:endParaRPr lang="en-US" sz="1700" kern="1200" dirty="0"/>
        </a:p>
      </dsp:txBody>
      <dsp:txXfrm>
        <a:off x="6804468" y="1885702"/>
        <a:ext cx="2894062" cy="1526825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889977-DA80-4657-AFD2-8C689FFABDF9}">
      <dsp:nvSpPr>
        <dsp:cNvPr id="0" name=""/>
        <dsp:cNvSpPr/>
      </dsp:nvSpPr>
      <dsp:spPr>
        <a:xfrm>
          <a:off x="1340976" y="258504"/>
          <a:ext cx="1944000" cy="1944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D677E2-CA95-4077-AF66-18FD0261E0E6}">
      <dsp:nvSpPr>
        <dsp:cNvPr id="0" name=""/>
        <dsp:cNvSpPr/>
      </dsp:nvSpPr>
      <dsp:spPr>
        <a:xfrm>
          <a:off x="152976" y="2672745"/>
          <a:ext cx="432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do not maintain a full blockchain </a:t>
          </a:r>
        </a:p>
      </dsp:txBody>
      <dsp:txXfrm>
        <a:off x="152976" y="2672745"/>
        <a:ext cx="4320000" cy="720000"/>
      </dsp:txXfrm>
    </dsp:sp>
    <dsp:sp modelId="{DBB49CDC-E98C-455B-8029-7947168B7C44}">
      <dsp:nvSpPr>
        <dsp:cNvPr id="0" name=""/>
        <dsp:cNvSpPr/>
      </dsp:nvSpPr>
      <dsp:spPr>
        <a:xfrm>
          <a:off x="6416976" y="258504"/>
          <a:ext cx="1944000" cy="1944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D6807DC-0C3E-416A-BA17-210CB19519AE}">
      <dsp:nvSpPr>
        <dsp:cNvPr id="0" name=""/>
        <dsp:cNvSpPr/>
      </dsp:nvSpPr>
      <dsp:spPr>
        <a:xfrm>
          <a:off x="5228976" y="2672745"/>
          <a:ext cx="432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appeared i</a:t>
          </a:r>
          <a:r>
            <a:rPr lang="en-US" sz="2500" kern="1200"/>
            <a:t>n the past two years</a:t>
          </a:r>
        </a:p>
      </dsp:txBody>
      <dsp:txXfrm>
        <a:off x="5228976" y="2672745"/>
        <a:ext cx="4320000" cy="720000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381CF61-0826-47D9-8103-1BF12B7C33B5}">
      <dsp:nvSpPr>
        <dsp:cNvPr id="0" name=""/>
        <dsp:cNvSpPr/>
      </dsp:nvSpPr>
      <dsp:spPr>
        <a:xfrm>
          <a:off x="1556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72A590-754B-4C14-9619-0A4A4A91AF3F}">
      <dsp:nvSpPr>
        <dsp:cNvPr id="0" name=""/>
        <dsp:cNvSpPr/>
      </dsp:nvSpPr>
      <dsp:spPr>
        <a:xfrm>
          <a:off x="152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Complete blockchain</a:t>
          </a:r>
          <a:endParaRPr lang="en-US" sz="3600" kern="1200"/>
        </a:p>
      </dsp:txBody>
      <dsp:txXfrm>
        <a:off x="152976" y="1715815"/>
        <a:ext cx="4320000" cy="648000"/>
      </dsp:txXfrm>
    </dsp:sp>
    <dsp:sp modelId="{BD87B317-888D-4615-ABF8-90236788C615}">
      <dsp:nvSpPr>
        <dsp:cNvPr id="0" name=""/>
        <dsp:cNvSpPr/>
      </dsp:nvSpPr>
      <dsp:spPr>
        <a:xfrm>
          <a:off x="152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maintain a complete and up-to-date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copy of the bitcoin blockchain</a:t>
          </a:r>
        </a:p>
      </dsp:txBody>
      <dsp:txXfrm>
        <a:off x="152976" y="2434792"/>
        <a:ext cx="4320000" cy="1165241"/>
      </dsp:txXfrm>
    </dsp:sp>
    <dsp:sp modelId="{9EE35888-15AA-4AA8-A3AE-BBB9E04F2503}">
      <dsp:nvSpPr>
        <dsp:cNvPr id="0" name=""/>
        <dsp:cNvSpPr/>
      </dsp:nvSpPr>
      <dsp:spPr>
        <a:xfrm>
          <a:off x="6632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EBA7A36-9D57-475E-B060-585D6CD0012E}">
      <dsp:nvSpPr>
        <dsp:cNvPr id="0" name=""/>
        <dsp:cNvSpPr/>
      </dsp:nvSpPr>
      <dsp:spPr>
        <a:xfrm>
          <a:off x="5228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Independent</a:t>
          </a:r>
          <a:endParaRPr lang="en-US" sz="3600" kern="1200"/>
        </a:p>
      </dsp:txBody>
      <dsp:txXfrm>
        <a:off x="5228976" y="1715815"/>
        <a:ext cx="4320000" cy="648000"/>
      </dsp:txXfrm>
    </dsp:sp>
    <dsp:sp modelId="{DAFB766E-2C84-4451-A3B2-00C84AC2263C}">
      <dsp:nvSpPr>
        <dsp:cNvPr id="0" name=""/>
        <dsp:cNvSpPr/>
      </dsp:nvSpPr>
      <dsp:spPr>
        <a:xfrm>
          <a:off x="5228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</a:t>
          </a:r>
          <a:r>
            <a:rPr lang="en-US" sz="1700" kern="1200"/>
            <a:t>hey independently build and verify</a:t>
          </a:r>
          <a:r>
            <a:rPr lang="tr-TR" sz="1700" kern="1200"/>
            <a:t> </a:t>
          </a:r>
          <a:r>
            <a:rPr lang="en-US" sz="1700" kern="1200"/>
            <a:t>any</a:t>
          </a:r>
          <a:r>
            <a:rPr lang="tr-TR" sz="1700" kern="1200"/>
            <a:t> transaction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recourse or reliance on any other node or source of information</a:t>
          </a:r>
        </a:p>
      </dsp:txBody>
      <dsp:txXfrm>
        <a:off x="5228976" y="2434792"/>
        <a:ext cx="4320000" cy="1165241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6023D9D-05F4-42DF-AEC5-2181590D959C}">
      <dsp:nvSpPr>
        <dsp:cNvPr id="0" name=""/>
        <dsp:cNvSpPr/>
      </dsp:nvSpPr>
      <dsp:spPr>
        <a:xfrm>
          <a:off x="1556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C398642-5336-4B46-9056-1129289F60AD}">
      <dsp:nvSpPr>
        <dsp:cNvPr id="0" name=""/>
        <dsp:cNvSpPr/>
      </dsp:nvSpPr>
      <dsp:spPr>
        <a:xfrm>
          <a:off x="152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Diskspace</a:t>
          </a:r>
          <a:endParaRPr lang="en-US" sz="3600" kern="1200"/>
        </a:p>
      </dsp:txBody>
      <dsp:txXfrm>
        <a:off x="152976" y="1849064"/>
        <a:ext cx="4320000" cy="648000"/>
      </dsp:txXfrm>
    </dsp:sp>
    <dsp:sp modelId="{E1105A74-D033-4CCB-979F-DD4DE2C00C73}">
      <dsp:nvSpPr>
        <dsp:cNvPr id="0" name=""/>
        <dsp:cNvSpPr/>
      </dsp:nvSpPr>
      <dsp:spPr>
        <a:xfrm>
          <a:off x="152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store the full blockchain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requires hundred</a:t>
          </a:r>
          <a:r>
            <a:rPr lang="tr-TR" sz="1700" kern="1200" dirty="0"/>
            <a:t>s of </a:t>
          </a:r>
          <a:r>
            <a:rPr lang="en-US" sz="1700" kern="1200" dirty="0"/>
            <a:t>gigabytes of persistent storage</a:t>
          </a:r>
        </a:p>
      </dsp:txBody>
      <dsp:txXfrm>
        <a:off x="152976" y="2562209"/>
        <a:ext cx="4320000" cy="892036"/>
      </dsp:txXfrm>
    </dsp:sp>
    <dsp:sp modelId="{2E270BCE-AD93-41B8-8039-186621E75212}">
      <dsp:nvSpPr>
        <dsp:cNvPr id="0" name=""/>
        <dsp:cNvSpPr/>
      </dsp:nvSpPr>
      <dsp:spPr>
        <a:xfrm>
          <a:off x="6632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DA3CA0-FEB6-4AFC-8AD1-43C1D49AF9A5}">
      <dsp:nvSpPr>
        <dsp:cNvPr id="0" name=""/>
        <dsp:cNvSpPr/>
      </dsp:nvSpPr>
      <dsp:spPr>
        <a:xfrm>
          <a:off x="5228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Time to sync</a:t>
          </a:r>
          <a:endParaRPr lang="en-US" sz="3600" kern="1200"/>
        </a:p>
      </dsp:txBody>
      <dsp:txXfrm>
        <a:off x="5228976" y="1849064"/>
        <a:ext cx="4320000" cy="648000"/>
      </dsp:txXfrm>
    </dsp:sp>
    <dsp:sp modelId="{57D0290A-B72F-4ED8-9A29-7208167754FE}">
      <dsp:nvSpPr>
        <dsp:cNvPr id="0" name=""/>
        <dsp:cNvSpPr/>
      </dsp:nvSpPr>
      <dsp:spPr>
        <a:xfrm>
          <a:off x="5228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it takes two to three days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sync to the network</a:t>
          </a:r>
        </a:p>
      </dsp:txBody>
      <dsp:txXfrm>
        <a:off x="5228976" y="2562209"/>
        <a:ext cx="4320000" cy="892036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D843EDD-BDF1-4037-8CDA-BAE6D0B0123F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41910" rIns="83820" bIns="41910" numCol="1" spcCol="1270" anchor="ctr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There are a few alternative implementations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of full blockchain bitcoin clients</a:t>
          </a:r>
        </a:p>
      </dsp:txBody>
      <dsp:txXfrm rot="-5400000">
        <a:off x="3492703" y="165403"/>
        <a:ext cx="6163297" cy="849433"/>
      </dsp:txXfrm>
    </dsp:sp>
    <dsp:sp modelId="{3551D250-4B12-49E9-B822-416B2A02EF16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Alternatives</a:t>
          </a:r>
          <a:endParaRPr lang="en-US" sz="3300" kern="1200"/>
        </a:p>
      </dsp:txBody>
      <dsp:txXfrm>
        <a:off x="57440" y="59222"/>
        <a:ext cx="3377823" cy="1061792"/>
      </dsp:txXfrm>
    </dsp:sp>
    <dsp:sp modelId="{560DB3A4-8828-455E-840E-2649E3622884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41910" rIns="83820" bIns="41910" numCol="1" spcCol="1270" anchor="ctr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Programmed in </a:t>
          </a:r>
          <a:r>
            <a:rPr lang="en-US" sz="2200" kern="1200"/>
            <a:t>different programming languages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Built using different</a:t>
          </a:r>
          <a:r>
            <a:rPr lang="en-US" sz="2200" kern="1200"/>
            <a:t> software architectures</a:t>
          </a:r>
        </a:p>
      </dsp:txBody>
      <dsp:txXfrm rot="-5400000">
        <a:off x="3492703" y="1400909"/>
        <a:ext cx="6163297" cy="849433"/>
      </dsp:txXfrm>
    </dsp:sp>
    <dsp:sp modelId="{C0DA5FC8-7B19-45C7-8243-A986B9556264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Programming languages</a:t>
          </a:r>
          <a:endParaRPr lang="en-US" sz="3300" kern="1200"/>
        </a:p>
      </dsp:txBody>
      <dsp:txXfrm>
        <a:off x="57440" y="1294728"/>
        <a:ext cx="3377823" cy="1061792"/>
      </dsp:txXfrm>
    </dsp:sp>
    <dsp:sp modelId="{C3C74C32-AB80-4AB3-AABC-90E8081B3715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41910" rIns="83820" bIns="41910" numCol="1" spcCol="1270" anchor="ctr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Identified as «Satoshi» in the sub-version string</a:t>
          </a:r>
          <a:endParaRPr lang="en-US" sz="2200" kern="120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Covers more than %75 of nodes on the network</a:t>
          </a:r>
          <a:endParaRPr lang="en-US" sz="2200" kern="1200"/>
        </a:p>
      </dsp:txBody>
      <dsp:txXfrm rot="-5400000">
        <a:off x="3492703" y="2636415"/>
        <a:ext cx="6163297" cy="849433"/>
      </dsp:txXfrm>
    </dsp:sp>
    <dsp:sp modelId="{7697775C-DB89-480B-8309-1630A2B0BACF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The Satoshi client</a:t>
          </a:r>
          <a:endParaRPr lang="en-US" sz="3300" kern="1200"/>
        </a:p>
      </dsp:txBody>
      <dsp:txXfrm>
        <a:off x="57440" y="2530234"/>
        <a:ext cx="3377823" cy="1061792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1D6152-39EA-482C-A3D4-DC5D59634A96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Exchanging “Inventory”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2301D6-BF4A-4474-B18D-0B35CA62029E}">
      <dsp:nvSpPr>
        <dsp:cNvPr id="0" name=""/>
        <dsp:cNvSpPr/>
      </dsp:nvSpPr>
      <dsp:spPr>
        <a:xfrm>
          <a:off x="698671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BC7D1F-C791-4DF0-8E3D-471A360E826D}">
      <dsp:nvSpPr>
        <dsp:cNvPr id="0" name=""/>
        <dsp:cNvSpPr/>
      </dsp:nvSpPr>
      <dsp:spPr>
        <a:xfrm>
          <a:off x="2156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Genesis block #0</a:t>
          </a:r>
          <a:endParaRPr lang="en-US" sz="2000" kern="1200"/>
        </a:p>
      </dsp:txBody>
      <dsp:txXfrm>
        <a:off x="2156" y="1436480"/>
        <a:ext cx="2143124" cy="321468"/>
      </dsp:txXfrm>
    </dsp:sp>
    <dsp:sp modelId="{C9058E34-10E9-4F76-A856-C2B366D08BAB}">
      <dsp:nvSpPr>
        <dsp:cNvPr id="0" name=""/>
        <dsp:cNvSpPr/>
      </dsp:nvSpPr>
      <dsp:spPr>
        <a:xfrm>
          <a:off x="2156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statically embedded in the client software </a:t>
          </a:r>
        </a:p>
      </dsp:txBody>
      <dsp:txXfrm>
        <a:off x="2156" y="1807806"/>
        <a:ext cx="2143124" cy="1264249"/>
      </dsp:txXfrm>
    </dsp:sp>
    <dsp:sp modelId="{F6A151CA-48B5-4F43-A24D-7D4243D38661}">
      <dsp:nvSpPr>
        <dsp:cNvPr id="0" name=""/>
        <dsp:cNvSpPr/>
      </dsp:nvSpPr>
      <dsp:spPr>
        <a:xfrm>
          <a:off x="3216843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5C4F96-06C2-4B7B-88AC-3C6C1EACB5AF}">
      <dsp:nvSpPr>
        <dsp:cNvPr id="0" name=""/>
        <dsp:cNvSpPr/>
      </dsp:nvSpPr>
      <dsp:spPr>
        <a:xfrm>
          <a:off x="2520328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New Full-node</a:t>
          </a:r>
          <a:endParaRPr lang="en-US" sz="2000" kern="1200"/>
        </a:p>
      </dsp:txBody>
      <dsp:txXfrm>
        <a:off x="2520328" y="1436480"/>
        <a:ext cx="2143124" cy="321468"/>
      </dsp:txXfrm>
    </dsp:sp>
    <dsp:sp modelId="{7E44F013-C06E-4C26-8F08-B95B1BCCB430}">
      <dsp:nvSpPr>
        <dsp:cNvPr id="0" name=""/>
        <dsp:cNvSpPr/>
      </dsp:nvSpPr>
      <dsp:spPr>
        <a:xfrm>
          <a:off x="2520328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brand-new node has no blockchain at all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it only knows</a:t>
          </a:r>
          <a:r>
            <a:rPr lang="tr-TR" sz="1500" kern="1200"/>
            <a:t> </a:t>
          </a:r>
          <a:r>
            <a:rPr lang="en-US" sz="1500" kern="1200"/>
            <a:t>one block, the genesis block</a:t>
          </a:r>
        </a:p>
      </dsp:txBody>
      <dsp:txXfrm>
        <a:off x="2520328" y="1807806"/>
        <a:ext cx="2143124" cy="1264249"/>
      </dsp:txXfrm>
    </dsp:sp>
    <dsp:sp modelId="{EDB8D844-1671-452F-8544-2D7A33F29EF2}">
      <dsp:nvSpPr>
        <dsp:cNvPr id="0" name=""/>
        <dsp:cNvSpPr/>
      </dsp:nvSpPr>
      <dsp:spPr>
        <a:xfrm>
          <a:off x="5735015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ABA4813-7062-43DF-AA38-D231AB4AE8F3}">
      <dsp:nvSpPr>
        <dsp:cNvPr id="0" name=""/>
        <dsp:cNvSpPr/>
      </dsp:nvSpPr>
      <dsp:spPr>
        <a:xfrm>
          <a:off x="5038499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Start of sync</a:t>
          </a:r>
          <a:endParaRPr lang="en-US" sz="2000" kern="1200"/>
        </a:p>
      </dsp:txBody>
      <dsp:txXfrm>
        <a:off x="5038499" y="1436480"/>
        <a:ext cx="2143124" cy="321468"/>
      </dsp:txXfrm>
    </dsp:sp>
    <dsp:sp modelId="{10346565-D7C1-4615-A822-762F8DF9F37B}">
      <dsp:nvSpPr>
        <dsp:cNvPr id="0" name=""/>
        <dsp:cNvSpPr/>
      </dsp:nvSpPr>
      <dsp:spPr>
        <a:xfrm>
          <a:off x="5038499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process of syncing the blockchain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starts with the version message</a:t>
          </a:r>
          <a:r>
            <a:rPr lang="tr-TR" sz="1500" kern="1200"/>
            <a:t> contains BestHeigth</a:t>
          </a:r>
          <a:endParaRPr lang="en-US" sz="1500" kern="1200"/>
        </a:p>
      </dsp:txBody>
      <dsp:txXfrm>
        <a:off x="5038499" y="1807806"/>
        <a:ext cx="2143124" cy="1264249"/>
      </dsp:txXfrm>
    </dsp:sp>
    <dsp:sp modelId="{593A38B3-D6DF-4EBC-A349-06FEB499D290}">
      <dsp:nvSpPr>
        <dsp:cNvPr id="0" name=""/>
        <dsp:cNvSpPr/>
      </dsp:nvSpPr>
      <dsp:spPr>
        <a:xfrm>
          <a:off x="8253187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C18224-F3CD-40A8-9BF4-B50E662E209E}">
      <dsp:nvSpPr>
        <dsp:cNvPr id="0" name=""/>
        <dsp:cNvSpPr/>
      </dsp:nvSpPr>
      <dsp:spPr>
        <a:xfrm>
          <a:off x="7556671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BestHeight </a:t>
          </a:r>
        </a:p>
      </dsp:txBody>
      <dsp:txXfrm>
        <a:off x="7556671" y="1436480"/>
        <a:ext cx="2143124" cy="321468"/>
      </dsp:txXfrm>
    </dsp:sp>
    <dsp:sp modelId="{9D7BC74C-F77F-4310-B233-680E80AFCC85}">
      <dsp:nvSpPr>
        <dsp:cNvPr id="0" name=""/>
        <dsp:cNvSpPr/>
      </dsp:nvSpPr>
      <dsp:spPr>
        <a:xfrm>
          <a:off x="7556671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node’s current blockchain height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number of blocks</a:t>
          </a:r>
        </a:p>
      </dsp:txBody>
      <dsp:txXfrm>
        <a:off x="7556671" y="1807806"/>
        <a:ext cx="2143124" cy="1264249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0231A68-65CA-4D9B-B30F-44958F81674F}">
      <dsp:nvSpPr>
        <dsp:cNvPr id="0" name=""/>
        <dsp:cNvSpPr/>
      </dsp:nvSpPr>
      <dsp:spPr>
        <a:xfrm>
          <a:off x="943992" y="63344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39F715-41DA-488E-971D-F0E3AC03C62F}">
      <dsp:nvSpPr>
        <dsp:cNvPr id="0" name=""/>
        <dsp:cNvSpPr/>
      </dsp:nvSpPr>
      <dsp:spPr>
        <a:xfrm>
          <a:off x="3421" y="174889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Node with longer blockchain</a:t>
          </a:r>
          <a:endParaRPr lang="en-US" sz="1900" kern="1200"/>
        </a:p>
      </dsp:txBody>
      <dsp:txXfrm>
        <a:off x="3421" y="1748891"/>
        <a:ext cx="2894062" cy="434109"/>
      </dsp:txXfrm>
    </dsp:sp>
    <dsp:sp modelId="{5710A5D1-14FF-49E2-AFB4-0CFB6588A5A4}">
      <dsp:nvSpPr>
        <dsp:cNvPr id="0" name=""/>
        <dsp:cNvSpPr/>
      </dsp:nvSpPr>
      <dsp:spPr>
        <a:xfrm>
          <a:off x="3421" y="2230688"/>
          <a:ext cx="2894062" cy="787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peer that has the longer blockchain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has more blocks than the other node</a:t>
          </a:r>
        </a:p>
      </dsp:txBody>
      <dsp:txXfrm>
        <a:off x="3421" y="2230688"/>
        <a:ext cx="2894062" cy="787119"/>
      </dsp:txXfrm>
    </dsp:sp>
    <dsp:sp modelId="{438F2551-B04B-43A8-80AB-DCFBD97C55F0}">
      <dsp:nvSpPr>
        <dsp:cNvPr id="0" name=""/>
        <dsp:cNvSpPr/>
      </dsp:nvSpPr>
      <dsp:spPr>
        <a:xfrm>
          <a:off x="4344515" y="63344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46EAC2-D968-456C-B00D-F9C21277AB80}">
      <dsp:nvSpPr>
        <dsp:cNvPr id="0" name=""/>
        <dsp:cNvSpPr/>
      </dsp:nvSpPr>
      <dsp:spPr>
        <a:xfrm>
          <a:off x="3403945" y="174889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Blocks for other nodes</a:t>
          </a:r>
          <a:endParaRPr lang="en-US" sz="1900" kern="1200"/>
        </a:p>
      </dsp:txBody>
      <dsp:txXfrm>
        <a:off x="3403945" y="1748891"/>
        <a:ext cx="2894062" cy="434109"/>
      </dsp:txXfrm>
    </dsp:sp>
    <dsp:sp modelId="{CA10CB2D-47A7-4361-A1B1-5DC251309590}">
      <dsp:nvSpPr>
        <dsp:cNvPr id="0" name=""/>
        <dsp:cNvSpPr/>
      </dsp:nvSpPr>
      <dsp:spPr>
        <a:xfrm>
          <a:off x="3403945" y="2230688"/>
          <a:ext cx="2894062" cy="787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The</a:t>
          </a:r>
          <a:r>
            <a:rPr lang="tr-TR" sz="1500" kern="1200" dirty="0"/>
            <a:t> </a:t>
          </a:r>
          <a:r>
            <a:rPr lang="tr-TR" sz="1500" kern="1200" dirty="0" err="1"/>
            <a:t>node</a:t>
          </a:r>
          <a:r>
            <a:rPr lang="tr-TR" sz="1500" kern="1200" dirty="0"/>
            <a:t> </a:t>
          </a:r>
          <a:r>
            <a:rPr lang="en-US" sz="1500" kern="1200" dirty="0"/>
            <a:t>can</a:t>
          </a:r>
          <a:r>
            <a:rPr lang="tr-TR" sz="1500" kern="1200" dirty="0"/>
            <a:t> </a:t>
          </a:r>
          <a:r>
            <a:rPr lang="en-US" sz="1500" kern="1200" dirty="0"/>
            <a:t>identify which blocks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other node needs</a:t>
          </a:r>
          <a:r>
            <a:rPr lang="tr-TR" sz="1500" kern="1200" dirty="0"/>
            <a:t> </a:t>
          </a:r>
          <a:r>
            <a:rPr lang="en-US" sz="1500" kern="1200" dirty="0"/>
            <a:t>in order to “catch up.”</a:t>
          </a:r>
        </a:p>
      </dsp:txBody>
      <dsp:txXfrm>
        <a:off x="3403945" y="2230688"/>
        <a:ext cx="2894062" cy="787119"/>
      </dsp:txXfrm>
    </dsp:sp>
    <dsp:sp modelId="{E664D622-0D2E-4C18-B317-AB6052A8171B}">
      <dsp:nvSpPr>
        <dsp:cNvPr id="0" name=""/>
        <dsp:cNvSpPr/>
      </dsp:nvSpPr>
      <dsp:spPr>
        <a:xfrm>
          <a:off x="7745039" y="63344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A9DE19-5B7B-4955-9862-382EDE8A8F58}">
      <dsp:nvSpPr>
        <dsp:cNvPr id="0" name=""/>
        <dsp:cNvSpPr/>
      </dsp:nvSpPr>
      <dsp:spPr>
        <a:xfrm>
          <a:off x="6804468" y="174889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inv (inventory) message</a:t>
          </a:r>
          <a:endParaRPr lang="en-US" sz="1900" kern="1200"/>
        </a:p>
      </dsp:txBody>
      <dsp:txXfrm>
        <a:off x="6804468" y="1748891"/>
        <a:ext cx="2894062" cy="434109"/>
      </dsp:txXfrm>
    </dsp:sp>
    <dsp:sp modelId="{4568A86D-11AD-4ED7-A8AF-0A2C91F5B034}">
      <dsp:nvSpPr>
        <dsp:cNvPr id="0" name=""/>
        <dsp:cNvSpPr/>
      </dsp:nvSpPr>
      <dsp:spPr>
        <a:xfrm>
          <a:off x="6804468" y="2230688"/>
          <a:ext cx="2894062" cy="787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identify the</a:t>
          </a:r>
          <a:r>
            <a:rPr lang="tr-TR" sz="1500" kern="1200"/>
            <a:t> </a:t>
          </a:r>
          <a:r>
            <a:rPr lang="en-US" sz="1500" kern="1200"/>
            <a:t>first 500 blocks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share and transmit their hashes</a:t>
          </a:r>
        </a:p>
      </dsp:txBody>
      <dsp:txXfrm>
        <a:off x="6804468" y="2230688"/>
        <a:ext cx="2894062" cy="787119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5B1AD9-1542-4A0A-AD85-36B02B2DF04B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D3A630-43EE-486C-9DA2-72C4531A11A5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/>
            <a:t>Requesting blocks</a:t>
          </a:r>
          <a:endParaRPr lang="en-US" sz="3200" kern="1200"/>
        </a:p>
      </dsp:txBody>
      <dsp:txXfrm>
        <a:off x="152976" y="1981055"/>
        <a:ext cx="4320000" cy="648000"/>
      </dsp:txXfrm>
    </dsp:sp>
    <dsp:sp modelId="{0463CDD7-F76E-4159-B351-7068B3DE0950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issuing a series of getdata</a:t>
          </a:r>
          <a:r>
            <a:rPr lang="tr-TR" sz="1700" kern="1200"/>
            <a:t> </a:t>
          </a:r>
          <a:r>
            <a:rPr lang="en-US" sz="1700" kern="1200"/>
            <a:t>messages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requesting the full block data </a:t>
          </a:r>
        </a:p>
      </dsp:txBody>
      <dsp:txXfrm>
        <a:off x="152976" y="2688423"/>
        <a:ext cx="4320000" cy="621412"/>
      </dsp:txXfrm>
    </dsp:sp>
    <dsp:sp modelId="{A0A20CC7-1981-498E-8B85-05A68FCCDAEE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1CD20F-E1E9-407E-81B7-F98B6A46F2A8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/>
            <a:t>Hashes from inv message</a:t>
          </a:r>
          <a:endParaRPr lang="en-US" sz="3200" kern="1200"/>
        </a:p>
      </dsp:txBody>
      <dsp:txXfrm>
        <a:off x="5228976" y="1981055"/>
        <a:ext cx="4320000" cy="648000"/>
      </dsp:txXfrm>
    </dsp:sp>
    <dsp:sp modelId="{1571BA29-5FCE-45CD-A9F4-AC45F67FC789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identifying the requested blocks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using the</a:t>
          </a:r>
          <a:r>
            <a:rPr lang="tr-TR" sz="1700" kern="1200"/>
            <a:t> </a:t>
          </a:r>
          <a:r>
            <a:rPr lang="en-US" sz="1700" kern="1200"/>
            <a:t>hashes from the inv message.</a:t>
          </a:r>
        </a:p>
      </dsp:txBody>
      <dsp:txXfrm>
        <a:off x="5228976" y="2688423"/>
        <a:ext cx="4320000" cy="621412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CDA2786-046B-4E32-9C57-EA17C51E99EB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sending getblocks,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gets an inv response,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downloading the missing blocks </a:t>
          </a:r>
        </a:p>
      </dsp:txBody>
      <dsp:txXfrm rot="-5400000">
        <a:off x="3492703" y="165403"/>
        <a:ext cx="6163297" cy="849433"/>
      </dsp:txXfrm>
    </dsp:sp>
    <dsp:sp modelId="{FCD982C6-EEAF-49E2-A078-FA1642BAEA0E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/>
            <a:t>This process</a:t>
          </a:r>
        </a:p>
      </dsp:txBody>
      <dsp:txXfrm>
        <a:off x="57440" y="59222"/>
        <a:ext cx="3377823" cy="1061792"/>
      </dsp:txXfrm>
    </dsp:sp>
    <dsp:sp modelId="{CF4C4C55-6714-4A32-88EA-2661A3675251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4">
            <a:tint val="40000"/>
            <a:alpha val="90000"/>
            <a:hueOff val="-9660425"/>
            <a:satOff val="16367"/>
            <a:lumOff val="1785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9660425"/>
              <a:satOff val="16367"/>
              <a:lumOff val="1785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 err="1"/>
            <a:t>this</a:t>
          </a:r>
          <a:r>
            <a:rPr lang="tr-TR" sz="1600" kern="1200" dirty="0"/>
            <a:t> </a:t>
          </a:r>
          <a:r>
            <a:rPr lang="en-US" sz="1600" kern="1200" dirty="0"/>
            <a:t>happens any time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 </a:t>
          </a:r>
          <a:r>
            <a:rPr lang="en-US" sz="1600" kern="1200" dirty="0"/>
            <a:t>a node goes offline </a:t>
          </a:r>
        </a:p>
      </dsp:txBody>
      <dsp:txXfrm rot="-5400000">
        <a:off x="3492703" y="1400909"/>
        <a:ext cx="6163297" cy="849433"/>
      </dsp:txXfrm>
    </dsp:sp>
    <dsp:sp modelId="{04508550-E344-4165-9208-65C996D3EE3D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gradFill rotWithShape="0">
          <a:gsLst>
            <a:gs pos="0">
              <a:schemeClr val="accent4">
                <a:hueOff val="-9556544"/>
                <a:satOff val="16937"/>
                <a:lumOff val="598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hueOff val="-9556544"/>
                <a:satOff val="16937"/>
                <a:lumOff val="598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hueOff val="-9556544"/>
                <a:satOff val="16937"/>
                <a:lumOff val="598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 dirty="0" err="1"/>
            <a:t>Happens</a:t>
          </a:r>
          <a:r>
            <a:rPr lang="tr-TR" sz="3300" kern="1200" dirty="0"/>
            <a:t> </a:t>
          </a:r>
          <a:r>
            <a:rPr lang="tr-TR" sz="3300" kern="1200" dirty="0" err="1"/>
            <a:t>Any</a:t>
          </a:r>
          <a:r>
            <a:rPr lang="tr-TR" sz="3300" kern="1200" dirty="0"/>
            <a:t> time</a:t>
          </a:r>
          <a:endParaRPr lang="en-US" sz="3300" kern="1200" dirty="0"/>
        </a:p>
      </dsp:txBody>
      <dsp:txXfrm>
        <a:off x="57440" y="1294728"/>
        <a:ext cx="3377823" cy="1061792"/>
      </dsp:txXfrm>
    </dsp:sp>
    <dsp:sp modelId="{A4CDFC27-2CD0-45C7-918E-C1E574AA6485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4">
            <a:tint val="40000"/>
            <a:alpha val="90000"/>
            <a:hueOff val="-19320850"/>
            <a:satOff val="32735"/>
            <a:lumOff val="3571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19320850"/>
              <a:satOff val="32735"/>
              <a:lumOff val="3571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for a few minutes and is missing a few blocks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or a month and</a:t>
          </a:r>
          <a:r>
            <a:rPr lang="tr-TR" sz="1600" kern="1200"/>
            <a:t> </a:t>
          </a:r>
          <a:r>
            <a:rPr lang="en-US" sz="1600" kern="1200"/>
            <a:t>is missing a few thousand blocks</a:t>
          </a:r>
        </a:p>
      </dsp:txBody>
      <dsp:txXfrm rot="-5400000">
        <a:off x="3492703" y="2636415"/>
        <a:ext cx="6163297" cy="849433"/>
      </dsp:txXfrm>
    </dsp:sp>
    <dsp:sp modelId="{E1365A2B-243A-4B7D-B54C-A7738047DCFC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gradFill rotWithShape="0">
          <a:gsLst>
            <a:gs pos="0">
              <a:schemeClr val="accent4">
                <a:hueOff val="-19113089"/>
                <a:satOff val="33873"/>
                <a:lumOff val="1196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hueOff val="-19113089"/>
                <a:satOff val="33873"/>
                <a:lumOff val="1196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hueOff val="-19113089"/>
                <a:satOff val="33873"/>
                <a:lumOff val="1196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 dirty="0"/>
            <a:t>for any period of time</a:t>
          </a:r>
        </a:p>
      </dsp:txBody>
      <dsp:txXfrm>
        <a:off x="57440" y="2530234"/>
        <a:ext cx="3377823" cy="1061792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69FE027-13B6-4F97-83EC-6846BAF4C940}">
      <dsp:nvSpPr>
        <dsp:cNvPr id="0" name=""/>
        <dsp:cNvSpPr/>
      </dsp:nvSpPr>
      <dsp:spPr>
        <a:xfrm>
          <a:off x="0" y="177721"/>
          <a:ext cx="6253571" cy="302445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9550" tIns="209550" rIns="209550" bIns="209550" numCol="1" spcCol="1270" anchor="ctr" anchorCtr="0">
          <a:noAutofit/>
        </a:bodyPr>
        <a:lstStyle/>
        <a:p>
          <a:pPr marL="0" lvl="0" indent="0" algn="l" defTabSz="2444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500" kern="1200" baseline="0" dirty="0" err="1"/>
            <a:t>Simplified</a:t>
          </a:r>
          <a:r>
            <a:rPr lang="tr-TR" sz="5500" kern="1200" baseline="0" dirty="0"/>
            <a:t> </a:t>
          </a:r>
          <a:r>
            <a:rPr lang="tr-TR" sz="5500" kern="1200" baseline="0" dirty="0" err="1"/>
            <a:t>Payment</a:t>
          </a:r>
          <a:r>
            <a:rPr lang="tr-TR" sz="5500" kern="1200" baseline="0" dirty="0"/>
            <a:t> </a:t>
          </a:r>
          <a:r>
            <a:rPr lang="tr-TR" sz="5500" kern="1200" baseline="0" dirty="0" err="1"/>
            <a:t>Verification</a:t>
          </a:r>
          <a:r>
            <a:rPr lang="tr-TR" sz="5500" kern="1200" baseline="0" dirty="0"/>
            <a:t> (SPV) </a:t>
          </a:r>
          <a:r>
            <a:rPr lang="tr-TR" sz="5500" kern="1200" baseline="0" dirty="0" err="1"/>
            <a:t>Nodes</a:t>
          </a:r>
          <a:endParaRPr lang="en-US" sz="5500" kern="1200" dirty="0"/>
        </a:p>
      </dsp:txBody>
      <dsp:txXfrm>
        <a:off x="147641" y="325362"/>
        <a:ext cx="5958289" cy="2729168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7A795DE-FE50-435E-BAE0-D6C94B26319C}">
      <dsp:nvSpPr>
        <dsp:cNvPr id="0" name=""/>
        <dsp:cNvSpPr/>
      </dsp:nvSpPr>
      <dsp:spPr>
        <a:xfrm>
          <a:off x="558081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C98BDDF-1CEF-4D73-95AD-56D2465CF4CF}">
      <dsp:nvSpPr>
        <dsp:cNvPr id="0" name=""/>
        <dsp:cNvSpPr/>
      </dsp:nvSpPr>
      <dsp:spPr>
        <a:xfrm>
          <a:off x="5531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SPV</a:t>
          </a:r>
          <a:endParaRPr lang="en-US" sz="1500" kern="1200"/>
        </a:p>
      </dsp:txBody>
      <dsp:txXfrm>
        <a:off x="5531" y="1549773"/>
        <a:ext cx="1700156" cy="255023"/>
      </dsp:txXfrm>
    </dsp:sp>
    <dsp:sp modelId="{A41AE90A-CB03-4EE1-BB3F-272E4ABF2B23}">
      <dsp:nvSpPr>
        <dsp:cNvPr id="0" name=""/>
        <dsp:cNvSpPr/>
      </dsp:nvSpPr>
      <dsp:spPr>
        <a:xfrm>
          <a:off x="5531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i="1" kern="1200" dirty="0" err="1"/>
            <a:t>simplified</a:t>
          </a:r>
          <a:r>
            <a:rPr lang="tr-TR" sz="1100" i="1" kern="1200" dirty="0"/>
            <a:t> </a:t>
          </a:r>
          <a:r>
            <a:rPr lang="tr-TR" sz="1100" i="1" kern="1200" dirty="0" err="1"/>
            <a:t>payment</a:t>
          </a:r>
          <a:r>
            <a:rPr lang="tr-TR" sz="1100" i="1" kern="1200" dirty="0"/>
            <a:t> </a:t>
          </a:r>
          <a:r>
            <a:rPr lang="tr-TR" sz="1100" i="1" kern="1200" dirty="0" err="1"/>
            <a:t>verification</a:t>
          </a:r>
          <a:endParaRPr lang="en-US" sz="1100" kern="1200" dirty="0"/>
        </a:p>
      </dsp:txBody>
      <dsp:txXfrm>
        <a:off x="5531" y="1842911"/>
        <a:ext cx="1700156" cy="935564"/>
      </dsp:txXfrm>
    </dsp:sp>
    <dsp:sp modelId="{AE313CFE-F27F-40DB-84D7-884F0149B9F7}">
      <dsp:nvSpPr>
        <dsp:cNvPr id="0" name=""/>
        <dsp:cNvSpPr/>
      </dsp:nvSpPr>
      <dsp:spPr>
        <a:xfrm>
          <a:off x="2555765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A81437-7FC2-47D7-8575-34C653339923}">
      <dsp:nvSpPr>
        <dsp:cNvPr id="0" name=""/>
        <dsp:cNvSpPr/>
      </dsp:nvSpPr>
      <dsp:spPr>
        <a:xfrm>
          <a:off x="2003214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Constrained Devices</a:t>
          </a:r>
          <a:endParaRPr lang="en-US" sz="1500" kern="1200"/>
        </a:p>
      </dsp:txBody>
      <dsp:txXfrm>
        <a:off x="2003214" y="1549773"/>
        <a:ext cx="1700156" cy="255023"/>
      </dsp:txXfrm>
    </dsp:sp>
    <dsp:sp modelId="{4A47C389-C38D-47A4-8304-FCAE4AD0A9C4}">
      <dsp:nvSpPr>
        <dsp:cNvPr id="0" name=""/>
        <dsp:cNvSpPr/>
      </dsp:nvSpPr>
      <dsp:spPr>
        <a:xfrm>
          <a:off x="2003214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to run on space- and power-constrained devices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such as smartphones, tablets,</a:t>
          </a:r>
          <a:r>
            <a:rPr lang="tr-TR" sz="1100" kern="1200"/>
            <a:t> or embedded systems</a:t>
          </a:r>
          <a:endParaRPr lang="en-US" sz="1100" kern="1200"/>
        </a:p>
      </dsp:txBody>
      <dsp:txXfrm>
        <a:off x="2003214" y="1842911"/>
        <a:ext cx="1700156" cy="935564"/>
      </dsp:txXfrm>
    </dsp:sp>
    <dsp:sp modelId="{0C2DE7F4-7983-41F4-94E5-BAF63345CF65}">
      <dsp:nvSpPr>
        <dsp:cNvPr id="0" name=""/>
        <dsp:cNvSpPr/>
      </dsp:nvSpPr>
      <dsp:spPr>
        <a:xfrm>
          <a:off x="4553449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D58EF8-C9FA-4425-911A-FC03F0CA343E}">
      <dsp:nvSpPr>
        <dsp:cNvPr id="0" name=""/>
        <dsp:cNvSpPr/>
      </dsp:nvSpPr>
      <dsp:spPr>
        <a:xfrm>
          <a:off x="4000898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Becoming common</a:t>
          </a:r>
          <a:endParaRPr lang="en-US" sz="1500" kern="1200"/>
        </a:p>
      </dsp:txBody>
      <dsp:txXfrm>
        <a:off x="4000898" y="1549773"/>
        <a:ext cx="1700156" cy="255023"/>
      </dsp:txXfrm>
    </dsp:sp>
    <dsp:sp modelId="{B13C3929-827D-4FD5-8671-081BAA4BCAE8}">
      <dsp:nvSpPr>
        <dsp:cNvPr id="0" name=""/>
        <dsp:cNvSpPr/>
      </dsp:nvSpPr>
      <dsp:spPr>
        <a:xfrm>
          <a:off x="4000898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SPV node is becoming the most common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especially</a:t>
          </a:r>
          <a:r>
            <a:rPr lang="tr-TR" sz="1100" kern="1200" dirty="0"/>
            <a:t> </a:t>
          </a:r>
          <a:r>
            <a:rPr lang="tr-TR" sz="1100" kern="1200" dirty="0" err="1"/>
            <a:t>for</a:t>
          </a:r>
          <a:r>
            <a:rPr lang="tr-TR" sz="1100" kern="1200" dirty="0"/>
            <a:t> </a:t>
          </a:r>
          <a:r>
            <a:rPr lang="tr-TR" sz="1100" b="1" kern="1200" dirty="0" err="1"/>
            <a:t>bitcoin</a:t>
          </a:r>
          <a:r>
            <a:rPr lang="tr-TR" sz="1100" b="1" kern="1200" dirty="0"/>
            <a:t> </a:t>
          </a:r>
          <a:r>
            <a:rPr lang="tr-TR" sz="1100" b="1" kern="1200" dirty="0" err="1"/>
            <a:t>wallets</a:t>
          </a:r>
          <a:endParaRPr lang="en-US" sz="1100" b="1" kern="1200" dirty="0"/>
        </a:p>
      </dsp:txBody>
      <dsp:txXfrm>
        <a:off x="4000898" y="1842911"/>
        <a:ext cx="1700156" cy="935564"/>
      </dsp:txXfrm>
    </dsp:sp>
    <dsp:sp modelId="{AA93F48A-30E2-41E2-8009-B9F70CEE68FC}">
      <dsp:nvSpPr>
        <dsp:cNvPr id="0" name=""/>
        <dsp:cNvSpPr/>
      </dsp:nvSpPr>
      <dsp:spPr>
        <a:xfrm>
          <a:off x="6551132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59D3B0-1CE7-441A-9C60-5868A15C1985}">
      <dsp:nvSpPr>
        <dsp:cNvPr id="0" name=""/>
        <dsp:cNvSpPr/>
      </dsp:nvSpPr>
      <dsp:spPr>
        <a:xfrm>
          <a:off x="5998581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block headers</a:t>
          </a:r>
          <a:endParaRPr lang="en-US" sz="1500" kern="1200"/>
        </a:p>
      </dsp:txBody>
      <dsp:txXfrm>
        <a:off x="5998581" y="1549773"/>
        <a:ext cx="1700156" cy="255023"/>
      </dsp:txXfrm>
    </dsp:sp>
    <dsp:sp modelId="{F7346A30-8171-437D-B2F4-8CC0257CF554}">
      <dsp:nvSpPr>
        <dsp:cNvPr id="0" name=""/>
        <dsp:cNvSpPr/>
      </dsp:nvSpPr>
      <dsp:spPr>
        <a:xfrm>
          <a:off x="5998581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SPV nodes download only the block headers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do not download the transactions</a:t>
          </a:r>
          <a:r>
            <a:rPr lang="tr-TR" sz="1100" kern="1200"/>
            <a:t> </a:t>
          </a:r>
          <a:r>
            <a:rPr lang="en-US" sz="1100" kern="1200"/>
            <a:t>included in each block. </a:t>
          </a:r>
        </a:p>
      </dsp:txBody>
      <dsp:txXfrm>
        <a:off x="5998581" y="1842911"/>
        <a:ext cx="1700156" cy="935564"/>
      </dsp:txXfrm>
    </dsp:sp>
    <dsp:sp modelId="{875A9FF8-231A-43C6-9B8C-3E03D6F33581}">
      <dsp:nvSpPr>
        <dsp:cNvPr id="0" name=""/>
        <dsp:cNvSpPr/>
      </dsp:nvSpPr>
      <dsp:spPr>
        <a:xfrm>
          <a:off x="8548816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62AA00C-E0AA-4123-B511-2C19367FE6B6}">
      <dsp:nvSpPr>
        <dsp:cNvPr id="0" name=""/>
        <dsp:cNvSpPr/>
      </dsp:nvSpPr>
      <dsp:spPr>
        <a:xfrm>
          <a:off x="7996265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smaller</a:t>
          </a:r>
          <a:endParaRPr lang="en-US" sz="1500" kern="1200"/>
        </a:p>
      </dsp:txBody>
      <dsp:txXfrm>
        <a:off x="7996265" y="1549773"/>
        <a:ext cx="1700156" cy="255023"/>
      </dsp:txXfrm>
    </dsp:sp>
    <dsp:sp modelId="{455F6814-362A-41BB-B07E-A42B9E49EDF3}">
      <dsp:nvSpPr>
        <dsp:cNvPr id="0" name=""/>
        <dsp:cNvSpPr/>
      </dsp:nvSpPr>
      <dsp:spPr>
        <a:xfrm>
          <a:off x="7996265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without transactions</a:t>
          </a:r>
          <a:r>
            <a:rPr lang="tr-TR" sz="1100" kern="1200"/>
            <a:t> chain</a:t>
          </a:r>
          <a:r>
            <a:rPr lang="en-US" sz="1100" kern="1200"/>
            <a:t> is 1,000</a:t>
          </a:r>
          <a:r>
            <a:rPr lang="tr-TR" sz="1100" kern="1200"/>
            <a:t> </a:t>
          </a:r>
          <a:r>
            <a:rPr lang="en-US" sz="1100" kern="1200"/>
            <a:t>times smaller</a:t>
          </a:r>
        </a:p>
      </dsp:txBody>
      <dsp:txXfrm>
        <a:off x="7996265" y="1842911"/>
        <a:ext cx="1700156" cy="935564"/>
      </dsp:txXfrm>
    </dsp:sp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A9D6E7E-C1C0-44F7-9AC0-BB4FC80C55D6}">
      <dsp:nvSpPr>
        <dsp:cNvPr id="0" name=""/>
        <dsp:cNvSpPr/>
      </dsp:nvSpPr>
      <dsp:spPr>
        <a:xfrm>
          <a:off x="698671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47175C-1685-40F7-BC11-54D57AC300F3}">
      <dsp:nvSpPr>
        <dsp:cNvPr id="0" name=""/>
        <dsp:cNvSpPr/>
      </dsp:nvSpPr>
      <dsp:spPr>
        <a:xfrm>
          <a:off x="2156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Validation of unspent</a:t>
          </a:r>
          <a:endParaRPr lang="en-US" sz="1800" kern="1200"/>
        </a:p>
      </dsp:txBody>
      <dsp:txXfrm>
        <a:off x="2156" y="1427654"/>
        <a:ext cx="2143124" cy="321468"/>
      </dsp:txXfrm>
    </dsp:sp>
    <dsp:sp modelId="{FD12F5F5-31D9-4DE5-A132-9A2E0B4FE15D}">
      <dsp:nvSpPr>
        <dsp:cNvPr id="0" name=""/>
        <dsp:cNvSpPr/>
      </dsp:nvSpPr>
      <dsp:spPr>
        <a:xfrm>
          <a:off x="2156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 SPV node cannot validate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whether the UTXO is unspent. </a:t>
          </a:r>
        </a:p>
      </dsp:txBody>
      <dsp:txXfrm>
        <a:off x="2156" y="1799366"/>
        <a:ext cx="2143124" cy="1282345"/>
      </dsp:txXfrm>
    </dsp:sp>
    <dsp:sp modelId="{962C541D-5EC4-401D-B621-15D504315D57}">
      <dsp:nvSpPr>
        <dsp:cNvPr id="0" name=""/>
        <dsp:cNvSpPr/>
      </dsp:nvSpPr>
      <dsp:spPr>
        <a:xfrm>
          <a:off x="3216843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9F5560-F754-45CA-BA4A-F83106B0E0EA}">
      <dsp:nvSpPr>
        <dsp:cNvPr id="0" name=""/>
        <dsp:cNvSpPr/>
      </dsp:nvSpPr>
      <dsp:spPr>
        <a:xfrm>
          <a:off x="2520328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Merkle path</a:t>
          </a:r>
          <a:endParaRPr lang="en-US" sz="1800" kern="1200"/>
        </a:p>
      </dsp:txBody>
      <dsp:txXfrm>
        <a:off x="2520328" y="1427654"/>
        <a:ext cx="2143124" cy="321468"/>
      </dsp:txXfrm>
    </dsp:sp>
    <dsp:sp modelId="{954F32C5-95A8-4ABA-87D2-50C979049087}">
      <dsp:nvSpPr>
        <dsp:cNvPr id="0" name=""/>
        <dsp:cNvSpPr/>
      </dsp:nvSpPr>
      <dsp:spPr>
        <a:xfrm>
          <a:off x="2520328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Instead, the SPV nod</a:t>
          </a:r>
          <a:r>
            <a:rPr lang="tr-TR" sz="1400" kern="1200" dirty="0"/>
            <a:t>e </a:t>
          </a:r>
          <a:r>
            <a:rPr lang="en-US" sz="1400" kern="1200" dirty="0"/>
            <a:t>will establish a link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between the transaction and the block that contains it,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using </a:t>
          </a:r>
          <a:r>
            <a:rPr lang="en-US" sz="1400" kern="1200" dirty="0"/>
            <a:t>a</a:t>
          </a:r>
          <a:r>
            <a:rPr lang="tr-TR" sz="1400" kern="1200" dirty="0"/>
            <a:t> </a:t>
          </a:r>
          <a:r>
            <a:rPr lang="tr-TR" sz="1400" i="1" kern="1200" dirty="0" err="1"/>
            <a:t>merkle</a:t>
          </a:r>
          <a:r>
            <a:rPr lang="tr-TR" sz="1400" i="1" kern="1200" dirty="0"/>
            <a:t> </a:t>
          </a:r>
          <a:r>
            <a:rPr lang="tr-TR" sz="1400" i="1" kern="1200" dirty="0" err="1"/>
            <a:t>path</a:t>
          </a:r>
          <a:r>
            <a:rPr lang="tr-TR" sz="1400" i="1" kern="1200" dirty="0"/>
            <a:t> </a:t>
          </a:r>
          <a:endParaRPr lang="en-US" sz="1400" kern="1200" dirty="0"/>
        </a:p>
      </dsp:txBody>
      <dsp:txXfrm>
        <a:off x="2520328" y="1799366"/>
        <a:ext cx="2143124" cy="1282345"/>
      </dsp:txXfrm>
    </dsp:sp>
    <dsp:sp modelId="{07C9CD1B-0CF3-48F2-9728-30A34DD06793}">
      <dsp:nvSpPr>
        <dsp:cNvPr id="0" name=""/>
        <dsp:cNvSpPr/>
      </dsp:nvSpPr>
      <dsp:spPr>
        <a:xfrm>
          <a:off x="5735015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7B7027-086E-46F4-A724-A4CC7F435DE7}">
      <dsp:nvSpPr>
        <dsp:cNvPr id="0" name=""/>
        <dsp:cNvSpPr/>
      </dsp:nvSpPr>
      <dsp:spPr>
        <a:xfrm>
          <a:off x="5038499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Block header</a:t>
          </a:r>
          <a:endParaRPr lang="en-US" sz="1800" kern="1200"/>
        </a:p>
      </dsp:txBody>
      <dsp:txXfrm>
        <a:off x="5038499" y="1427654"/>
        <a:ext cx="2143124" cy="321468"/>
      </dsp:txXfrm>
    </dsp:sp>
    <dsp:sp modelId="{A963AD8A-5310-42BF-B07D-8381C196CDBE}">
      <dsp:nvSpPr>
        <dsp:cNvPr id="0" name=""/>
        <dsp:cNvSpPr/>
      </dsp:nvSpPr>
      <dsp:spPr>
        <a:xfrm>
          <a:off x="5038499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To </a:t>
          </a:r>
          <a:r>
            <a:rPr lang="en-US" sz="1400" kern="1200" dirty="0"/>
            <a:t>get the block headers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SPV nodes use a </a:t>
          </a:r>
          <a:r>
            <a:rPr lang="en-US" sz="1400" kern="1200" dirty="0" err="1"/>
            <a:t>getheaders</a:t>
          </a:r>
          <a:r>
            <a:rPr lang="en-US" sz="1400" kern="1200" dirty="0"/>
            <a:t> message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instead of getblocks.</a:t>
          </a:r>
        </a:p>
      </dsp:txBody>
      <dsp:txXfrm>
        <a:off x="5038499" y="1799366"/>
        <a:ext cx="2143124" cy="1282345"/>
      </dsp:txXfrm>
    </dsp:sp>
    <dsp:sp modelId="{92738B78-692E-47D5-B63B-7DAE9B1DEA8A}">
      <dsp:nvSpPr>
        <dsp:cNvPr id="0" name=""/>
        <dsp:cNvSpPr/>
      </dsp:nvSpPr>
      <dsp:spPr>
        <a:xfrm>
          <a:off x="8253187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3A14E0-EA7A-4298-8CEE-F13CF5C6B3D7}">
      <dsp:nvSpPr>
        <dsp:cNvPr id="0" name=""/>
        <dsp:cNvSpPr/>
      </dsp:nvSpPr>
      <dsp:spPr>
        <a:xfrm>
          <a:off x="7556671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Respond</a:t>
          </a:r>
          <a:endParaRPr lang="en-US" sz="1800" kern="1200"/>
        </a:p>
      </dsp:txBody>
      <dsp:txXfrm>
        <a:off x="7556671" y="1427654"/>
        <a:ext cx="2143124" cy="321468"/>
      </dsp:txXfrm>
    </dsp:sp>
    <dsp:sp modelId="{73490D47-6219-41E5-B77C-B039A596719F}">
      <dsp:nvSpPr>
        <dsp:cNvPr id="0" name=""/>
        <dsp:cNvSpPr/>
      </dsp:nvSpPr>
      <dsp:spPr>
        <a:xfrm>
          <a:off x="7556671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</a:t>
          </a:r>
          <a:r>
            <a:rPr lang="en-US" sz="1400" kern="1200" dirty="0"/>
            <a:t>responding peer will send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up to 2,000 block headers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using a single headers message.</a:t>
          </a:r>
        </a:p>
      </dsp:txBody>
      <dsp:txXfrm>
        <a:off x="7556671" y="1799366"/>
        <a:ext cx="2143124" cy="1282345"/>
      </dsp:txXfrm>
    </dsp:sp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8BB9537-1DB6-4648-A789-C59B14E82360}">
      <dsp:nvSpPr>
        <dsp:cNvPr id="0" name=""/>
        <dsp:cNvSpPr/>
      </dsp:nvSpPr>
      <dsp:spPr>
        <a:xfrm>
          <a:off x="0" y="8387"/>
          <a:ext cx="6253571" cy="12951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5740" tIns="205740" rIns="205740" bIns="205740" numCol="1" spcCol="1270" anchor="ctr" anchorCtr="0">
          <a:noAutofit/>
        </a:bodyPr>
        <a:lstStyle/>
        <a:p>
          <a:pPr marL="0" lvl="0" indent="0" algn="l" defTabSz="2400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400" kern="1200" baseline="0" dirty="0" err="1"/>
            <a:t>Bloom</a:t>
          </a:r>
          <a:r>
            <a:rPr lang="tr-TR" sz="5400" kern="1200" baseline="0" dirty="0"/>
            <a:t> </a:t>
          </a:r>
          <a:r>
            <a:rPr lang="tr-TR" sz="5400" kern="1200" baseline="0" dirty="0" err="1"/>
            <a:t>Filters</a:t>
          </a:r>
          <a:endParaRPr lang="en-US" sz="5400" kern="1200" dirty="0"/>
        </a:p>
      </dsp:txBody>
      <dsp:txXfrm>
        <a:off x="63226" y="71613"/>
        <a:ext cx="6127119" cy="1168738"/>
      </dsp:txXfrm>
    </dsp:sp>
    <dsp:sp modelId="{102B6599-04AA-44D2-A2E2-1B67C6907495}">
      <dsp:nvSpPr>
        <dsp:cNvPr id="0" name=""/>
        <dsp:cNvSpPr/>
      </dsp:nvSpPr>
      <dsp:spPr>
        <a:xfrm>
          <a:off x="0" y="1303577"/>
          <a:ext cx="6253571" cy="206792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8551" tIns="68580" rIns="384048" bIns="68580" numCol="1" spcCol="1270" anchor="t" anchorCtr="0">
          <a:noAutofit/>
        </a:bodyPr>
        <a:lstStyle/>
        <a:p>
          <a:pPr marL="285750" lvl="1" indent="-285750" algn="l" defTabSz="18669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4200" kern="1200" baseline="0"/>
            <a:t>How Bloom Filters Work</a:t>
          </a:r>
          <a:endParaRPr lang="en-US" sz="4200" kern="1200"/>
        </a:p>
        <a:p>
          <a:pPr marL="285750" lvl="1" indent="-285750" algn="l" defTabSz="18669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4200" kern="1200" baseline="0" dirty="0"/>
            <a:t>How SPV Nodes Use Bloom Filters</a:t>
          </a:r>
          <a:endParaRPr lang="en-US" sz="4200" kern="1200" dirty="0"/>
        </a:p>
      </dsp:txBody>
      <dsp:txXfrm>
        <a:off x="0" y="1303577"/>
        <a:ext cx="6253571" cy="2067929"/>
      </dsp:txXfrm>
    </dsp:sp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A5FEFA2-7BD5-45CB-A24E-FA99A7B3D552}">
      <dsp:nvSpPr>
        <dsp:cNvPr id="0" name=""/>
        <dsp:cNvSpPr/>
      </dsp:nvSpPr>
      <dsp:spPr>
        <a:xfrm>
          <a:off x="698671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20181F-4927-4DFD-A243-51BE54590184}">
      <dsp:nvSpPr>
        <dsp:cNvPr id="0" name=""/>
        <dsp:cNvSpPr/>
      </dsp:nvSpPr>
      <dsp:spPr>
        <a:xfrm>
          <a:off x="2156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Probabilistic filter</a:t>
          </a:r>
          <a:endParaRPr lang="en-US" sz="2000" kern="1200"/>
        </a:p>
      </dsp:txBody>
      <dsp:txXfrm>
        <a:off x="2156" y="1282211"/>
        <a:ext cx="2143124" cy="321468"/>
      </dsp:txXfrm>
    </dsp:sp>
    <dsp:sp modelId="{3CFB8918-E979-49FA-854B-DBCE70F16E1D}">
      <dsp:nvSpPr>
        <dsp:cNvPr id="0" name=""/>
        <dsp:cNvSpPr/>
      </dsp:nvSpPr>
      <dsp:spPr>
        <a:xfrm>
          <a:off x="2156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bloom filter is a probabilistic search filter,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way to describe a desired pattern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without specifying it exactly. </a:t>
          </a:r>
        </a:p>
      </dsp:txBody>
      <dsp:txXfrm>
        <a:off x="2156" y="1660288"/>
        <a:ext cx="2143124" cy="1580552"/>
      </dsp:txXfrm>
    </dsp:sp>
    <dsp:sp modelId="{7F2DB274-F206-4F66-B46A-2B96397A4E85}">
      <dsp:nvSpPr>
        <dsp:cNvPr id="0" name=""/>
        <dsp:cNvSpPr/>
      </dsp:nvSpPr>
      <dsp:spPr>
        <a:xfrm>
          <a:off x="3216843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BA4622-3352-4F35-A1FD-9AEC4E1A096F}">
      <dsp:nvSpPr>
        <dsp:cNvPr id="0" name=""/>
        <dsp:cNvSpPr/>
      </dsp:nvSpPr>
      <dsp:spPr>
        <a:xfrm>
          <a:off x="2520328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Efficient filters</a:t>
          </a:r>
          <a:endParaRPr lang="en-US" sz="2000" kern="1200"/>
        </a:p>
      </dsp:txBody>
      <dsp:txXfrm>
        <a:off x="2520328" y="1282211"/>
        <a:ext cx="2143124" cy="321468"/>
      </dsp:txXfrm>
    </dsp:sp>
    <dsp:sp modelId="{FD061298-8C9B-48C8-B731-7BFD6528F8D7}">
      <dsp:nvSpPr>
        <dsp:cNvPr id="0" name=""/>
        <dsp:cNvSpPr/>
      </dsp:nvSpPr>
      <dsp:spPr>
        <a:xfrm>
          <a:off x="2520328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Bloom filters offer an efficient way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express a search</a:t>
          </a:r>
          <a:r>
            <a:rPr lang="tr-TR" sz="1500" kern="1200"/>
            <a:t> </a:t>
          </a:r>
          <a:r>
            <a:rPr lang="en-US" sz="1500" kern="1200"/>
            <a:t>pattern while protecting privacy. </a:t>
          </a:r>
        </a:p>
      </dsp:txBody>
      <dsp:txXfrm>
        <a:off x="2520328" y="1660288"/>
        <a:ext cx="2143124" cy="1580552"/>
      </dsp:txXfrm>
    </dsp:sp>
    <dsp:sp modelId="{D70A60D5-0A2E-484A-AF5A-9C2089314922}">
      <dsp:nvSpPr>
        <dsp:cNvPr id="0" name=""/>
        <dsp:cNvSpPr/>
      </dsp:nvSpPr>
      <dsp:spPr>
        <a:xfrm>
          <a:off x="5735015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EF04FF-D2E2-453F-9B71-866A6356B1ED}">
      <dsp:nvSpPr>
        <dsp:cNvPr id="0" name=""/>
        <dsp:cNvSpPr/>
      </dsp:nvSpPr>
      <dsp:spPr>
        <a:xfrm>
          <a:off x="5038499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Used by SPV Nodes</a:t>
          </a:r>
          <a:endParaRPr lang="en-US" sz="2000" kern="1200"/>
        </a:p>
      </dsp:txBody>
      <dsp:txXfrm>
        <a:off x="5038499" y="1282211"/>
        <a:ext cx="2143124" cy="321468"/>
      </dsp:txXfrm>
    </dsp:sp>
    <dsp:sp modelId="{D5CCA0ED-929B-4730-984D-E33BBD5A00C3}">
      <dsp:nvSpPr>
        <dsp:cNvPr id="0" name=""/>
        <dsp:cNvSpPr/>
      </dsp:nvSpPr>
      <dsp:spPr>
        <a:xfrm>
          <a:off x="5038499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They are used by SPV nodes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to ask their peers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for</a:t>
          </a:r>
          <a:r>
            <a:rPr lang="tr-TR" sz="1500" kern="1200"/>
            <a:t> </a:t>
          </a:r>
          <a:r>
            <a:rPr lang="en-US" sz="1500" kern="1200"/>
            <a:t>transactions matching a specific pattern, </a:t>
          </a:r>
        </a:p>
      </dsp:txBody>
      <dsp:txXfrm>
        <a:off x="5038499" y="1660288"/>
        <a:ext cx="2143124" cy="1580552"/>
      </dsp:txXfrm>
    </dsp:sp>
    <dsp:sp modelId="{04C8AA18-33DD-4655-9336-2B6823CC1574}">
      <dsp:nvSpPr>
        <dsp:cNvPr id="0" name=""/>
        <dsp:cNvSpPr/>
      </dsp:nvSpPr>
      <dsp:spPr>
        <a:xfrm>
          <a:off x="8253187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313E51-7886-4BE8-8594-81E7D45A8899}">
      <dsp:nvSpPr>
        <dsp:cNvPr id="0" name=""/>
        <dsp:cNvSpPr/>
      </dsp:nvSpPr>
      <dsp:spPr>
        <a:xfrm>
          <a:off x="7556671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No reveal</a:t>
          </a:r>
          <a:endParaRPr lang="en-US" sz="2000" kern="1200"/>
        </a:p>
      </dsp:txBody>
      <dsp:txXfrm>
        <a:off x="7556671" y="1282211"/>
        <a:ext cx="2143124" cy="321468"/>
      </dsp:txXfrm>
    </dsp:sp>
    <dsp:sp modelId="{D30193B3-D8F9-40AE-8EB0-C87BF21CB422}">
      <dsp:nvSpPr>
        <dsp:cNvPr id="0" name=""/>
        <dsp:cNvSpPr/>
      </dsp:nvSpPr>
      <dsp:spPr>
        <a:xfrm>
          <a:off x="7556671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without revealing exactly </a:t>
          </a:r>
          <a:r>
            <a:rPr lang="tr-TR" sz="1500" kern="1200"/>
            <a:t> what </a:t>
          </a:r>
          <a:r>
            <a:rPr lang="en-US" sz="1500" kern="1200"/>
            <a:t>they are searching for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which addresses,</a:t>
          </a:r>
          <a:r>
            <a:rPr lang="tr-TR" sz="1500" kern="1200"/>
            <a:t> </a:t>
          </a:r>
          <a:r>
            <a:rPr lang="en-US" sz="1500" kern="1200"/>
            <a:t>keys, or transactions.</a:t>
          </a:r>
        </a:p>
      </dsp:txBody>
      <dsp:txXfrm>
        <a:off x="7556671" y="1660288"/>
        <a:ext cx="2143124" cy="1580552"/>
      </dsp:txXfrm>
    </dsp:sp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7689D07-7C4F-4E69-AE5E-1E4171DCDF93}">
      <dsp:nvSpPr>
        <dsp:cNvPr id="0" name=""/>
        <dsp:cNvSpPr/>
      </dsp:nvSpPr>
      <dsp:spPr>
        <a:xfrm>
          <a:off x="943992" y="53039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530606-EDBB-40BC-A4D8-B715A4602F67}">
      <dsp:nvSpPr>
        <dsp:cNvPr id="0" name=""/>
        <dsp:cNvSpPr/>
      </dsp:nvSpPr>
      <dsp:spPr>
        <a:xfrm>
          <a:off x="3421" y="165470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Bloom filters serve allowing an SPV node</a:t>
          </a:r>
        </a:p>
      </dsp:txBody>
      <dsp:txXfrm>
        <a:off x="3421" y="1654709"/>
        <a:ext cx="2894062" cy="434109"/>
      </dsp:txXfrm>
    </dsp:sp>
    <dsp:sp modelId="{CE0BE673-4445-49F2-9047-0937B1C2AAFC}">
      <dsp:nvSpPr>
        <dsp:cNvPr id="0" name=""/>
        <dsp:cNvSpPr/>
      </dsp:nvSpPr>
      <dsp:spPr>
        <a:xfrm>
          <a:off x="3421" y="2140628"/>
          <a:ext cx="2894062" cy="9802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specify a search pattern</a:t>
          </a:r>
          <a:r>
            <a:rPr lang="tr-TR" sz="1100" kern="1200"/>
            <a:t> </a:t>
          </a:r>
          <a:r>
            <a:rPr lang="en-US" sz="1100" kern="1200"/>
            <a:t>for transactions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can be tuned toward precision or privacy.</a:t>
          </a:r>
        </a:p>
      </dsp:txBody>
      <dsp:txXfrm>
        <a:off x="3421" y="2140628"/>
        <a:ext cx="2894062" cy="980223"/>
      </dsp:txXfrm>
    </dsp:sp>
    <dsp:sp modelId="{DA551251-A0E8-433C-9E78-4018A3B7F53D}">
      <dsp:nvSpPr>
        <dsp:cNvPr id="0" name=""/>
        <dsp:cNvSpPr/>
      </dsp:nvSpPr>
      <dsp:spPr>
        <a:xfrm>
          <a:off x="4344515" y="53039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910072-39F6-40C4-AAE9-DB53C5EC0DB2}">
      <dsp:nvSpPr>
        <dsp:cNvPr id="0" name=""/>
        <dsp:cNvSpPr/>
      </dsp:nvSpPr>
      <dsp:spPr>
        <a:xfrm>
          <a:off x="3403945" y="165470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 more specific bloom </a:t>
          </a:r>
          <a:r>
            <a:rPr lang="en-US" sz="1400" kern="1200"/>
            <a:t>filter </a:t>
          </a:r>
        </a:p>
      </dsp:txBody>
      <dsp:txXfrm>
        <a:off x="3403945" y="1654709"/>
        <a:ext cx="2894062" cy="434109"/>
      </dsp:txXfrm>
    </dsp:sp>
    <dsp:sp modelId="{F077BAD8-9C4C-43E1-9F9F-1BE8F0A44C83}">
      <dsp:nvSpPr>
        <dsp:cNvPr id="0" name=""/>
        <dsp:cNvSpPr/>
      </dsp:nvSpPr>
      <dsp:spPr>
        <a:xfrm>
          <a:off x="3403945" y="2140628"/>
          <a:ext cx="2894062" cy="9802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produce accurate results,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but revealing what patterns the</a:t>
          </a:r>
          <a:r>
            <a:rPr lang="tr-TR" sz="1100" kern="1200"/>
            <a:t> </a:t>
          </a:r>
          <a:r>
            <a:rPr lang="en-US" sz="1100" kern="1200"/>
            <a:t>SPV node is interested in,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thus revealing the addresses owned by the user’s wallet</a:t>
          </a:r>
        </a:p>
      </dsp:txBody>
      <dsp:txXfrm>
        <a:off x="3403945" y="2140628"/>
        <a:ext cx="2894062" cy="980223"/>
      </dsp:txXfrm>
    </dsp:sp>
    <dsp:sp modelId="{8624AA1B-4B47-4FB5-B949-FE753CA5D2E6}">
      <dsp:nvSpPr>
        <dsp:cNvPr id="0" name=""/>
        <dsp:cNvSpPr/>
      </dsp:nvSpPr>
      <dsp:spPr>
        <a:xfrm>
          <a:off x="7745039" y="53039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8EAF88-67DA-4455-BF19-FED00BE5D0D1}">
      <dsp:nvSpPr>
        <dsp:cNvPr id="0" name=""/>
        <dsp:cNvSpPr/>
      </dsp:nvSpPr>
      <dsp:spPr>
        <a:xfrm>
          <a:off x="6804468" y="165470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less specific bloom filter </a:t>
          </a:r>
        </a:p>
      </dsp:txBody>
      <dsp:txXfrm>
        <a:off x="6804468" y="1654709"/>
        <a:ext cx="2894062" cy="434109"/>
      </dsp:txXfrm>
    </dsp:sp>
    <dsp:sp modelId="{1EC9AB36-A625-4A6B-ABD2-590DFCA2856A}">
      <dsp:nvSpPr>
        <dsp:cNvPr id="0" name=""/>
        <dsp:cNvSpPr/>
      </dsp:nvSpPr>
      <dsp:spPr>
        <a:xfrm>
          <a:off x="6804468" y="2140628"/>
          <a:ext cx="2894062" cy="9802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produce more data </a:t>
          </a:r>
          <a:r>
            <a:rPr lang="tr-TR" sz="1100" kern="1200" dirty="0" err="1"/>
            <a:t>with</a:t>
          </a:r>
          <a:r>
            <a:rPr lang="tr-TR" sz="1100" kern="1200" dirty="0"/>
            <a:t> </a:t>
          </a:r>
          <a:r>
            <a:rPr lang="tr-TR" sz="1100" kern="1200" dirty="0" err="1"/>
            <a:t>many</a:t>
          </a:r>
          <a:r>
            <a:rPr lang="tr-TR" sz="1100" kern="1200" dirty="0"/>
            <a:t> </a:t>
          </a:r>
          <a:r>
            <a:rPr lang="tr-TR" sz="1100" kern="1200" dirty="0" err="1"/>
            <a:t>irrelevant</a:t>
          </a:r>
          <a:r>
            <a:rPr lang="tr-TR" sz="1100" kern="1200" dirty="0"/>
            <a:t> </a:t>
          </a:r>
          <a:r>
            <a:rPr lang="en-US" sz="1100" kern="1200" dirty="0"/>
            <a:t>transactions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node, but will allow the node to maintain better privacy</a:t>
          </a:r>
        </a:p>
      </dsp:txBody>
      <dsp:txXfrm>
        <a:off x="6804468" y="2140628"/>
        <a:ext cx="2894062" cy="980223"/>
      </dsp:txXfrm>
    </dsp:sp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3D625A5-7E90-4779-A661-CB7777A71664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SPV Nodes and Privacy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1625F7D-9A2B-4A5E-ABB6-C60368A1BC60}">
      <dsp:nvSpPr>
        <dsp:cNvPr id="0" name=""/>
        <dsp:cNvSpPr/>
      </dsp:nvSpPr>
      <dsp:spPr>
        <a:xfrm>
          <a:off x="943992" y="9733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F2A8BFC-CCB4-4FD4-984B-C0C570B0A368}">
      <dsp:nvSpPr>
        <dsp:cNvPr id="0" name=""/>
        <dsp:cNvSpPr/>
      </dsp:nvSpPr>
      <dsp:spPr>
        <a:xfrm>
          <a:off x="3421" y="125888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SPV vs Full Nodes </a:t>
          </a:r>
          <a:endParaRPr lang="en-US" sz="2500" kern="1200"/>
        </a:p>
      </dsp:txBody>
      <dsp:txXfrm>
        <a:off x="3421" y="1258889"/>
        <a:ext cx="2894062" cy="434109"/>
      </dsp:txXfrm>
    </dsp:sp>
    <dsp:sp modelId="{D9BD9096-EC35-4F82-AAAB-1D5290C2F195}">
      <dsp:nvSpPr>
        <dsp:cNvPr id="0" name=""/>
        <dsp:cNvSpPr/>
      </dsp:nvSpPr>
      <dsp:spPr>
        <a:xfrm>
          <a:off x="3421" y="1762130"/>
          <a:ext cx="2894062" cy="1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Nodes that implement SPV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have weaker privacy than a full node</a:t>
          </a:r>
        </a:p>
      </dsp:txBody>
      <dsp:txXfrm>
        <a:off x="3421" y="1762130"/>
        <a:ext cx="2894062" cy="1791785"/>
      </dsp:txXfrm>
    </dsp:sp>
    <dsp:sp modelId="{22490F7B-3073-4E6B-8081-5DD3C97D1BFC}">
      <dsp:nvSpPr>
        <dsp:cNvPr id="0" name=""/>
        <dsp:cNvSpPr/>
      </dsp:nvSpPr>
      <dsp:spPr>
        <a:xfrm>
          <a:off x="4344515" y="9733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63926C9-566D-4520-96B7-9ED8925B1705}">
      <dsp:nvSpPr>
        <dsp:cNvPr id="0" name=""/>
        <dsp:cNvSpPr/>
      </dsp:nvSpPr>
      <dsp:spPr>
        <a:xfrm>
          <a:off x="3403945" y="125888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Full Nodes</a:t>
          </a:r>
          <a:endParaRPr lang="en-US" sz="2500" kern="1200"/>
        </a:p>
      </dsp:txBody>
      <dsp:txXfrm>
        <a:off x="3403945" y="1258889"/>
        <a:ext cx="2894062" cy="434109"/>
      </dsp:txXfrm>
    </dsp:sp>
    <dsp:sp modelId="{E52F51AD-D55B-4A43-AFDD-8C5D22FF4347}">
      <dsp:nvSpPr>
        <dsp:cNvPr id="0" name=""/>
        <dsp:cNvSpPr/>
      </dsp:nvSpPr>
      <dsp:spPr>
        <a:xfrm>
          <a:off x="3403945" y="1762130"/>
          <a:ext cx="2894062" cy="1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full node receives</a:t>
          </a:r>
          <a:r>
            <a:rPr lang="tr-TR" sz="1700" kern="1200" dirty="0"/>
            <a:t> </a:t>
          </a:r>
          <a:r>
            <a:rPr lang="en-US" sz="1700" kern="1200" dirty="0"/>
            <a:t>all 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therefore reveals no information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about whether it is using some</a:t>
          </a:r>
          <a:r>
            <a:rPr lang="tr-TR" sz="1700" kern="1200"/>
            <a:t> </a:t>
          </a:r>
          <a:r>
            <a:rPr lang="en-US" sz="1700" kern="1200"/>
            <a:t>address in its wallet. </a:t>
          </a:r>
        </a:p>
      </dsp:txBody>
      <dsp:txXfrm>
        <a:off x="3403945" y="1762130"/>
        <a:ext cx="2894062" cy="1791785"/>
      </dsp:txXfrm>
    </dsp:sp>
    <dsp:sp modelId="{794AF03F-4DB6-4E00-8E7B-ACE65126DEE3}">
      <dsp:nvSpPr>
        <dsp:cNvPr id="0" name=""/>
        <dsp:cNvSpPr/>
      </dsp:nvSpPr>
      <dsp:spPr>
        <a:xfrm>
          <a:off x="7745039" y="9733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1419FE3-D6BD-4B14-A475-776F97668B79}">
      <dsp:nvSpPr>
        <dsp:cNvPr id="0" name=""/>
        <dsp:cNvSpPr/>
      </dsp:nvSpPr>
      <dsp:spPr>
        <a:xfrm>
          <a:off x="6804468" y="125888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SPV Node reveals Info</a:t>
          </a:r>
          <a:endParaRPr lang="en-US" sz="2500" kern="1200"/>
        </a:p>
      </dsp:txBody>
      <dsp:txXfrm>
        <a:off x="6804468" y="1258889"/>
        <a:ext cx="2894062" cy="434109"/>
      </dsp:txXfrm>
    </dsp:sp>
    <dsp:sp modelId="{DA70293B-7961-4470-9AEF-D55D45653F14}">
      <dsp:nvSpPr>
        <dsp:cNvPr id="0" name=""/>
        <dsp:cNvSpPr/>
      </dsp:nvSpPr>
      <dsp:spPr>
        <a:xfrm>
          <a:off x="6804468" y="1762130"/>
          <a:ext cx="2894062" cy="1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SPV node receives a filtered list of 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related to the</a:t>
          </a:r>
          <a:r>
            <a:rPr lang="tr-TR" sz="1700" kern="1200"/>
            <a:t> </a:t>
          </a:r>
          <a:r>
            <a:rPr lang="en-US" sz="1700" kern="1200"/>
            <a:t>addresses that are in its wallet.</a:t>
          </a:r>
        </a:p>
      </dsp:txBody>
      <dsp:txXfrm>
        <a:off x="6804468" y="1762130"/>
        <a:ext cx="2894062" cy="1791785"/>
      </dsp:txXfrm>
    </dsp:sp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CC954DB-69D4-4B8E-BBCB-4B7C86BFDCB4}">
      <dsp:nvSpPr>
        <dsp:cNvPr id="0" name=""/>
        <dsp:cNvSpPr/>
      </dsp:nvSpPr>
      <dsp:spPr>
        <a:xfrm>
          <a:off x="698671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27F9D4-8BB2-46C4-BAB6-5C9A69DB44DA}">
      <dsp:nvSpPr>
        <dsp:cNvPr id="0" name=""/>
        <dsp:cNvSpPr/>
      </dsp:nvSpPr>
      <dsp:spPr>
        <a:xfrm>
          <a:off x="2156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Bloom filters </a:t>
          </a:r>
        </a:p>
      </dsp:txBody>
      <dsp:txXfrm>
        <a:off x="2156" y="1439133"/>
        <a:ext cx="2143124" cy="321468"/>
      </dsp:txXfrm>
    </dsp:sp>
    <dsp:sp modelId="{0A392457-317B-4E2D-A76B-1A2D8F79E800}">
      <dsp:nvSpPr>
        <dsp:cNvPr id="0" name=""/>
        <dsp:cNvSpPr/>
      </dsp:nvSpPr>
      <dsp:spPr>
        <a:xfrm>
          <a:off x="2156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are a way to reduce the loss of privacy. </a:t>
          </a:r>
        </a:p>
      </dsp:txBody>
      <dsp:txXfrm>
        <a:off x="2156" y="1810343"/>
        <a:ext cx="2143124" cy="1258810"/>
      </dsp:txXfrm>
    </dsp:sp>
    <dsp:sp modelId="{F97331BF-8A20-4241-BF59-F4F8E57E918C}">
      <dsp:nvSpPr>
        <dsp:cNvPr id="0" name=""/>
        <dsp:cNvSpPr/>
      </dsp:nvSpPr>
      <dsp:spPr>
        <a:xfrm>
          <a:off x="3216843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E6F04F-3412-47C6-B446-D175741394B3}">
      <dsp:nvSpPr>
        <dsp:cNvPr id="0" name=""/>
        <dsp:cNvSpPr/>
      </dsp:nvSpPr>
      <dsp:spPr>
        <a:xfrm>
          <a:off x="2520328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Without them </a:t>
          </a:r>
        </a:p>
      </dsp:txBody>
      <dsp:txXfrm>
        <a:off x="2520328" y="1439133"/>
        <a:ext cx="2143124" cy="321468"/>
      </dsp:txXfrm>
    </dsp:sp>
    <dsp:sp modelId="{619A9EC3-2256-4133-8623-51F22C95AEAA}">
      <dsp:nvSpPr>
        <dsp:cNvPr id="0" name=""/>
        <dsp:cNvSpPr/>
      </dsp:nvSpPr>
      <dsp:spPr>
        <a:xfrm>
          <a:off x="2520328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SPV node</a:t>
          </a:r>
          <a:r>
            <a:rPr lang="tr-TR" sz="1500" kern="1200"/>
            <a:t> </a:t>
          </a:r>
          <a:r>
            <a:rPr lang="en-US" sz="1500" kern="1200"/>
            <a:t>would have to explicitly list the addresses it was interested in,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creating a serious</a:t>
          </a:r>
          <a:r>
            <a:rPr lang="tr-TR" sz="1500" kern="1200"/>
            <a:t> </a:t>
          </a:r>
          <a:r>
            <a:rPr lang="en-US" sz="1500" kern="1200"/>
            <a:t>breach of privacy. </a:t>
          </a:r>
        </a:p>
      </dsp:txBody>
      <dsp:txXfrm>
        <a:off x="2520328" y="1810343"/>
        <a:ext cx="2143124" cy="1258810"/>
      </dsp:txXfrm>
    </dsp:sp>
    <dsp:sp modelId="{7E3D2EA3-DD06-458A-81E5-D089124CFF17}">
      <dsp:nvSpPr>
        <dsp:cNvPr id="0" name=""/>
        <dsp:cNvSpPr/>
      </dsp:nvSpPr>
      <dsp:spPr>
        <a:xfrm>
          <a:off x="5735015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B07D933-BBA1-4CE2-9D3C-5528E51CE2C3}">
      <dsp:nvSpPr>
        <dsp:cNvPr id="0" name=""/>
        <dsp:cNvSpPr/>
      </dsp:nvSpPr>
      <dsp:spPr>
        <a:xfrm>
          <a:off x="5038499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Monitoring</a:t>
          </a:r>
          <a:endParaRPr lang="en-US" sz="2000" kern="1200"/>
        </a:p>
      </dsp:txBody>
      <dsp:txXfrm>
        <a:off x="5038499" y="1439133"/>
        <a:ext cx="2143124" cy="321468"/>
      </dsp:txXfrm>
    </dsp:sp>
    <dsp:sp modelId="{1338541A-193B-4564-B9C3-1F7CFFE192CE}">
      <dsp:nvSpPr>
        <dsp:cNvPr id="0" name=""/>
        <dsp:cNvSpPr/>
      </dsp:nvSpPr>
      <dsp:spPr>
        <a:xfrm>
          <a:off x="5038499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an adversary monitoring the</a:t>
          </a:r>
          <a:r>
            <a:rPr lang="tr-TR" sz="1500" kern="1200" dirty="0"/>
            <a:t> </a:t>
          </a:r>
          <a:r>
            <a:rPr lang="en-US" sz="1500" kern="1200" dirty="0"/>
            <a:t>traffic of an SPV client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or connected to it directly as a node in the P2P network</a:t>
          </a:r>
          <a:endParaRPr lang="en-US" sz="1500" kern="1200" dirty="0"/>
        </a:p>
      </dsp:txBody>
      <dsp:txXfrm>
        <a:off x="5038499" y="1810343"/>
        <a:ext cx="2143124" cy="1258810"/>
      </dsp:txXfrm>
    </dsp:sp>
    <dsp:sp modelId="{66E600F3-65A6-45B9-BC10-7C8AEBF67E4A}">
      <dsp:nvSpPr>
        <dsp:cNvPr id="0" name=""/>
        <dsp:cNvSpPr/>
      </dsp:nvSpPr>
      <dsp:spPr>
        <a:xfrm>
          <a:off x="8253187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63D76C-48E6-40C6-B22D-F4068085622D}">
      <dsp:nvSpPr>
        <dsp:cNvPr id="0" name=""/>
        <dsp:cNvSpPr/>
      </dsp:nvSpPr>
      <dsp:spPr>
        <a:xfrm>
          <a:off x="7556671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Learn Addresses</a:t>
          </a:r>
          <a:r>
            <a:rPr lang="en-US" sz="2000" kern="1200"/>
            <a:t> </a:t>
          </a:r>
        </a:p>
      </dsp:txBody>
      <dsp:txXfrm>
        <a:off x="7556671" y="1439133"/>
        <a:ext cx="2143124" cy="321468"/>
      </dsp:txXfrm>
    </dsp:sp>
    <dsp:sp modelId="{7734D923-212E-47AB-9C8B-CA60AF2FE95D}">
      <dsp:nvSpPr>
        <dsp:cNvPr id="0" name=""/>
        <dsp:cNvSpPr/>
      </dsp:nvSpPr>
      <dsp:spPr>
        <a:xfrm>
          <a:off x="7556671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can</a:t>
          </a:r>
          <a:r>
            <a:rPr lang="tr-TR" sz="1500" kern="1200" dirty="0"/>
            <a:t> </a:t>
          </a:r>
          <a:r>
            <a:rPr lang="en-US" sz="1500" kern="1200" dirty="0"/>
            <a:t>collect enough information over time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learn the addresses in the wallet of the SPV</a:t>
          </a:r>
          <a:r>
            <a:rPr lang="tr-TR" sz="1500" kern="1200"/>
            <a:t> client.</a:t>
          </a:r>
          <a:endParaRPr lang="en-US" sz="1500" kern="1200"/>
        </a:p>
      </dsp:txBody>
      <dsp:txXfrm>
        <a:off x="7556671" y="1810343"/>
        <a:ext cx="2143124" cy="1258810"/>
      </dsp:txXfrm>
    </dsp:sp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6AAE3C0-1E95-4716-A10C-DBD6E7B7E320}">
      <dsp:nvSpPr>
        <dsp:cNvPr id="0" name=""/>
        <dsp:cNvSpPr/>
      </dsp:nvSpPr>
      <dsp:spPr>
        <a:xfrm>
          <a:off x="0" y="50372"/>
          <a:ext cx="6253571" cy="167075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0020" tIns="160020" rIns="160020" bIns="160020" numCol="1" spcCol="1270" anchor="ctr" anchorCtr="0">
          <a:noAutofit/>
        </a:bodyPr>
        <a:lstStyle/>
        <a:p>
          <a:pPr marL="0" lvl="0" indent="0" algn="l" defTabSz="1866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200" kern="1200" baseline="0" dirty="0" err="1"/>
            <a:t>Encrypted</a:t>
          </a:r>
          <a:r>
            <a:rPr lang="tr-TR" sz="4200" kern="1200" baseline="0" dirty="0"/>
            <a:t> </a:t>
          </a:r>
          <a:r>
            <a:rPr lang="tr-TR" sz="4200" kern="1200" baseline="0" dirty="0" err="1"/>
            <a:t>and</a:t>
          </a:r>
          <a:r>
            <a:rPr lang="tr-TR" sz="4200" kern="1200" baseline="0" dirty="0"/>
            <a:t> </a:t>
          </a:r>
          <a:r>
            <a:rPr lang="tr-TR" sz="4200" kern="1200" baseline="0" dirty="0" err="1"/>
            <a:t>Authenticate</a:t>
          </a:r>
          <a:r>
            <a:rPr lang="tr-TR" sz="4200" kern="1200" baseline="0" dirty="0"/>
            <a:t> </a:t>
          </a:r>
          <a:r>
            <a:rPr lang="tr-TR" sz="4200" kern="1200" baseline="0" dirty="0" err="1"/>
            <a:t>Connections</a:t>
          </a:r>
          <a:endParaRPr lang="en-US" sz="4200" kern="1200" dirty="0"/>
        </a:p>
      </dsp:txBody>
      <dsp:txXfrm>
        <a:off x="81560" y="131932"/>
        <a:ext cx="6090451" cy="1507639"/>
      </dsp:txXfrm>
    </dsp:sp>
    <dsp:sp modelId="{D91856AD-8645-40E7-ABF5-1F7BD03D4828}">
      <dsp:nvSpPr>
        <dsp:cNvPr id="0" name=""/>
        <dsp:cNvSpPr/>
      </dsp:nvSpPr>
      <dsp:spPr>
        <a:xfrm>
          <a:off x="0" y="1721132"/>
          <a:ext cx="6253571" cy="16083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8551" tIns="53340" rIns="298704" bIns="53340" numCol="1" spcCol="1270" anchor="t" anchorCtr="0">
          <a:noAutofit/>
        </a:bodyPr>
        <a:lstStyle/>
        <a:p>
          <a:pPr marL="285750" lvl="1" indent="-285750" algn="l" defTabSz="14668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3300" kern="1200"/>
            <a:t>Tor Transport</a:t>
          </a:r>
          <a:endParaRPr lang="en-US" sz="3300" kern="1200"/>
        </a:p>
        <a:p>
          <a:pPr marL="285750" lvl="1" indent="-285750" algn="l" defTabSz="14668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3300" kern="1200" dirty="0"/>
            <a:t>Peer-</a:t>
          </a:r>
          <a:r>
            <a:rPr lang="tr-TR" sz="3300" kern="1200" dirty="0" err="1"/>
            <a:t>to</a:t>
          </a:r>
          <a:r>
            <a:rPr lang="tr-TR" sz="3300" kern="1200" dirty="0"/>
            <a:t>-Peer </a:t>
          </a:r>
          <a:r>
            <a:rPr lang="tr-TR" sz="3300" kern="1200" dirty="0" err="1"/>
            <a:t>Authentication</a:t>
          </a:r>
          <a:r>
            <a:rPr lang="tr-TR" sz="3300" kern="1200" dirty="0"/>
            <a:t> </a:t>
          </a:r>
          <a:r>
            <a:rPr lang="tr-TR" sz="3300" kern="1200" dirty="0" err="1"/>
            <a:t>and</a:t>
          </a:r>
          <a:r>
            <a:rPr lang="tr-TR" sz="3300" kern="1200" dirty="0"/>
            <a:t> </a:t>
          </a:r>
          <a:r>
            <a:rPr lang="tr-TR" sz="3300" kern="1200" dirty="0" err="1"/>
            <a:t>Encryption</a:t>
          </a:r>
          <a:endParaRPr lang="en-US" sz="3300" kern="1200" dirty="0"/>
        </a:p>
      </dsp:txBody>
      <dsp:txXfrm>
        <a:off x="0" y="1721132"/>
        <a:ext cx="6253571" cy="1608389"/>
      </dsp:txXfrm>
    </dsp:sp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B14B33F-D5EF-4133-9FAF-B4F7327ED227}">
      <dsp:nvSpPr>
        <dsp:cNvPr id="0" name=""/>
        <dsp:cNvSpPr/>
      </dsp:nvSpPr>
      <dsp:spPr>
        <a:xfrm>
          <a:off x="698671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A39B4DA-E983-44DC-9505-08ADB062A38A}">
      <dsp:nvSpPr>
        <dsp:cNvPr id="0" name=""/>
        <dsp:cNvSpPr/>
      </dsp:nvSpPr>
      <dsp:spPr>
        <a:xfrm>
          <a:off x="2156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Clean Communication</a:t>
          </a:r>
          <a:endParaRPr lang="en-US" sz="1800" kern="1200"/>
        </a:p>
      </dsp:txBody>
      <dsp:txXfrm>
        <a:off x="2156" y="1582123"/>
        <a:ext cx="2143124" cy="321468"/>
      </dsp:txXfrm>
    </dsp:sp>
    <dsp:sp modelId="{2663CF4C-3F12-482D-B2EE-098D446447DE}">
      <dsp:nvSpPr>
        <dsp:cNvPr id="0" name=""/>
        <dsp:cNvSpPr/>
      </dsp:nvSpPr>
      <dsp:spPr>
        <a:xfrm>
          <a:off x="2156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Original implementations of bitcoin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Bitcoin communication was entirely clean</a:t>
          </a:r>
          <a:endParaRPr lang="en-US" sz="1400" kern="1200"/>
        </a:p>
      </dsp:txBody>
      <dsp:txXfrm>
        <a:off x="2156" y="1947075"/>
        <a:ext cx="2143124" cy="965634"/>
      </dsp:txXfrm>
    </dsp:sp>
    <dsp:sp modelId="{E786B86B-DF19-4203-9A9C-EB1555DCDBC6}">
      <dsp:nvSpPr>
        <dsp:cNvPr id="0" name=""/>
        <dsp:cNvSpPr/>
      </dsp:nvSpPr>
      <dsp:spPr>
        <a:xfrm>
          <a:off x="3216843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E5A742-BD57-403F-A343-AE8E3B01C803}">
      <dsp:nvSpPr>
        <dsp:cNvPr id="0" name=""/>
        <dsp:cNvSpPr/>
      </dsp:nvSpPr>
      <dsp:spPr>
        <a:xfrm>
          <a:off x="2520328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For Full Node</a:t>
          </a:r>
          <a:endParaRPr lang="en-US" sz="1800" kern="1200"/>
        </a:p>
      </dsp:txBody>
      <dsp:txXfrm>
        <a:off x="2520328" y="1582123"/>
        <a:ext cx="2143124" cy="321468"/>
      </dsp:txXfrm>
    </dsp:sp>
    <dsp:sp modelId="{91707BE7-E80E-4C65-84D1-836A1B3E7C94}">
      <dsp:nvSpPr>
        <dsp:cNvPr id="0" name=""/>
        <dsp:cNvSpPr/>
      </dsp:nvSpPr>
      <dsp:spPr>
        <a:xfrm>
          <a:off x="2520328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Not a problem</a:t>
          </a:r>
          <a:endParaRPr lang="en-US" sz="1400" kern="1200"/>
        </a:p>
      </dsp:txBody>
      <dsp:txXfrm>
        <a:off x="2520328" y="1947075"/>
        <a:ext cx="2143124" cy="965634"/>
      </dsp:txXfrm>
    </dsp:sp>
    <dsp:sp modelId="{EF3DA66E-538C-4C87-AF1B-A766D561683B}">
      <dsp:nvSpPr>
        <dsp:cNvPr id="0" name=""/>
        <dsp:cNvSpPr/>
      </dsp:nvSpPr>
      <dsp:spPr>
        <a:xfrm>
          <a:off x="5735015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095D769-05BE-4050-BBB5-86771D1E7B71}">
      <dsp:nvSpPr>
        <dsp:cNvPr id="0" name=""/>
        <dsp:cNvSpPr/>
      </dsp:nvSpPr>
      <dsp:spPr>
        <a:xfrm>
          <a:off x="5038499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For SPV</a:t>
          </a:r>
          <a:endParaRPr lang="en-US" sz="1800" kern="1200"/>
        </a:p>
      </dsp:txBody>
      <dsp:txXfrm>
        <a:off x="5038499" y="1582123"/>
        <a:ext cx="2143124" cy="321468"/>
      </dsp:txXfrm>
    </dsp:sp>
    <dsp:sp modelId="{09E03AF8-8860-4A07-81AA-31B0E02F6B00}">
      <dsp:nvSpPr>
        <dsp:cNvPr id="0" name=""/>
        <dsp:cNvSpPr/>
      </dsp:nvSpPr>
      <dsp:spPr>
        <a:xfrm>
          <a:off x="5038499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A big problem</a:t>
          </a:r>
          <a:endParaRPr lang="en-US" sz="1400" kern="1200"/>
        </a:p>
      </dsp:txBody>
      <dsp:txXfrm>
        <a:off x="5038499" y="1947075"/>
        <a:ext cx="2143124" cy="965634"/>
      </dsp:txXfrm>
    </dsp:sp>
    <dsp:sp modelId="{000F921C-8E97-4DAD-BF83-0AA73E1F1EB2}">
      <dsp:nvSpPr>
        <dsp:cNvPr id="0" name=""/>
        <dsp:cNvSpPr/>
      </dsp:nvSpPr>
      <dsp:spPr>
        <a:xfrm>
          <a:off x="8253187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869C45-5A86-40B2-A739-1AD8706C58EC}">
      <dsp:nvSpPr>
        <dsp:cNvPr id="0" name=""/>
        <dsp:cNvSpPr/>
      </dsp:nvSpPr>
      <dsp:spPr>
        <a:xfrm>
          <a:off x="7556671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two solutions </a:t>
          </a:r>
        </a:p>
      </dsp:txBody>
      <dsp:txXfrm>
        <a:off x="7556671" y="1582123"/>
        <a:ext cx="2143124" cy="321468"/>
      </dsp:txXfrm>
    </dsp:sp>
    <dsp:sp modelId="{B1D04C99-DC55-4817-A09D-EB41D09B8727}">
      <dsp:nvSpPr>
        <dsp:cNvPr id="0" name=""/>
        <dsp:cNvSpPr/>
      </dsp:nvSpPr>
      <dsp:spPr>
        <a:xfrm>
          <a:off x="7556671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i="1" kern="1200"/>
            <a:t>Tor Transport 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i="1" kern="1200"/>
            <a:t>P2P</a:t>
          </a:r>
          <a:r>
            <a:rPr lang="tr-TR" sz="1400" i="1" kern="1200"/>
            <a:t> </a:t>
          </a:r>
          <a:r>
            <a:rPr lang="en-US" sz="1400" i="1" kern="1200"/>
            <a:t>Authentication and Encryption </a:t>
          </a:r>
          <a:r>
            <a:rPr lang="en-US" sz="1400" kern="1200"/>
            <a:t>with BIP-150/151.</a:t>
          </a:r>
        </a:p>
      </dsp:txBody>
      <dsp:txXfrm>
        <a:off x="7556671" y="1947075"/>
        <a:ext cx="2143124" cy="965634"/>
      </dsp:txXfrm>
    </dsp:sp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A1F3EC-6932-48FC-95C1-46FB74952CBF}">
      <dsp:nvSpPr>
        <dsp:cNvPr id="0" name=""/>
        <dsp:cNvSpPr/>
      </dsp:nvSpPr>
      <dsp:spPr>
        <a:xfrm>
          <a:off x="698671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9A2B7D-ED86-4F3B-A0DC-EBC51A1C862F}">
      <dsp:nvSpPr>
        <dsp:cNvPr id="0" name=""/>
        <dsp:cNvSpPr/>
      </dsp:nvSpPr>
      <dsp:spPr>
        <a:xfrm>
          <a:off x="2156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Tor </a:t>
          </a:r>
        </a:p>
      </dsp:txBody>
      <dsp:txXfrm>
        <a:off x="2156" y="1557860"/>
        <a:ext cx="2143124" cy="321468"/>
      </dsp:txXfrm>
    </dsp:sp>
    <dsp:sp modelId="{3B4D7EBB-1A20-486B-B697-98268D1B57BD}">
      <dsp:nvSpPr>
        <dsp:cNvPr id="0" name=""/>
        <dsp:cNvSpPr/>
      </dsp:nvSpPr>
      <dsp:spPr>
        <a:xfrm>
          <a:off x="2156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stands for </a:t>
          </a:r>
          <a:r>
            <a:rPr lang="en-US" sz="1500" i="1" kern="1200"/>
            <a:t>The Onion Routing network</a:t>
          </a:r>
          <a:endParaRPr lang="en-US" sz="1500" kern="1200"/>
        </a:p>
      </dsp:txBody>
      <dsp:txXfrm>
        <a:off x="2156" y="1923874"/>
        <a:ext cx="2143124" cy="1015380"/>
      </dsp:txXfrm>
    </dsp:sp>
    <dsp:sp modelId="{22F8F22F-27EE-4993-8BDC-D548A17A7324}">
      <dsp:nvSpPr>
        <dsp:cNvPr id="0" name=""/>
        <dsp:cNvSpPr/>
      </dsp:nvSpPr>
      <dsp:spPr>
        <a:xfrm>
          <a:off x="3216843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BFD0AE-5C6F-4085-98C4-77FD2442E97C}">
      <dsp:nvSpPr>
        <dsp:cNvPr id="0" name=""/>
        <dsp:cNvSpPr/>
      </dsp:nvSpPr>
      <dsp:spPr>
        <a:xfrm>
          <a:off x="2520328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What is it?</a:t>
          </a:r>
          <a:endParaRPr lang="en-US" sz="2000" kern="1200"/>
        </a:p>
      </dsp:txBody>
      <dsp:txXfrm>
        <a:off x="2520328" y="1557860"/>
        <a:ext cx="2143124" cy="321468"/>
      </dsp:txXfrm>
    </dsp:sp>
    <dsp:sp modelId="{64F5CD25-5723-4C17-8D14-EB953847FEDE}">
      <dsp:nvSpPr>
        <dsp:cNvPr id="0" name=""/>
        <dsp:cNvSpPr/>
      </dsp:nvSpPr>
      <dsp:spPr>
        <a:xfrm>
          <a:off x="2520328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is a software project and network</a:t>
          </a:r>
          <a:r>
            <a:rPr lang="tr-TR" sz="1500" kern="1200"/>
            <a:t> </a:t>
          </a:r>
          <a:endParaRPr lang="en-US" sz="1500" kern="1200"/>
        </a:p>
      </dsp:txBody>
      <dsp:txXfrm>
        <a:off x="2520328" y="1923874"/>
        <a:ext cx="2143124" cy="1015380"/>
      </dsp:txXfrm>
    </dsp:sp>
    <dsp:sp modelId="{0ACC18FF-59D3-40D4-871C-E09083E76E0A}">
      <dsp:nvSpPr>
        <dsp:cNvPr id="0" name=""/>
        <dsp:cNvSpPr/>
      </dsp:nvSpPr>
      <dsp:spPr>
        <a:xfrm>
          <a:off x="5735015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19C22F-8967-4B8A-AB01-CAED81C32309}">
      <dsp:nvSpPr>
        <dsp:cNvPr id="0" name=""/>
        <dsp:cNvSpPr/>
      </dsp:nvSpPr>
      <dsp:spPr>
        <a:xfrm>
          <a:off x="5038499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Offers</a:t>
          </a:r>
          <a:endParaRPr lang="en-US" sz="2000" kern="1200"/>
        </a:p>
      </dsp:txBody>
      <dsp:txXfrm>
        <a:off x="5038499" y="1557860"/>
        <a:ext cx="2143124" cy="321468"/>
      </dsp:txXfrm>
    </dsp:sp>
    <dsp:sp modelId="{0AC1CDB7-B02C-4616-B4B9-2CE06E7CC846}">
      <dsp:nvSpPr>
        <dsp:cNvPr id="0" name=""/>
        <dsp:cNvSpPr/>
      </dsp:nvSpPr>
      <dsp:spPr>
        <a:xfrm>
          <a:off x="5038499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anonymity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Untraceability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privacy.</a:t>
          </a:r>
        </a:p>
      </dsp:txBody>
      <dsp:txXfrm>
        <a:off x="5038499" y="1923874"/>
        <a:ext cx="2143124" cy="1015380"/>
      </dsp:txXfrm>
    </dsp:sp>
    <dsp:sp modelId="{A71A071F-775B-4FA7-AE5D-3AEAE11A2EFA}">
      <dsp:nvSpPr>
        <dsp:cNvPr id="0" name=""/>
        <dsp:cNvSpPr/>
      </dsp:nvSpPr>
      <dsp:spPr>
        <a:xfrm>
          <a:off x="8253187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595852-E22A-4514-A536-8CD93CC338C0}">
      <dsp:nvSpPr>
        <dsp:cNvPr id="0" name=""/>
        <dsp:cNvSpPr/>
      </dsp:nvSpPr>
      <dsp:spPr>
        <a:xfrm>
          <a:off x="7556671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How?</a:t>
          </a:r>
          <a:endParaRPr lang="en-US" sz="2000" kern="1200"/>
        </a:p>
      </dsp:txBody>
      <dsp:txXfrm>
        <a:off x="7556671" y="1557860"/>
        <a:ext cx="2143124" cy="321468"/>
      </dsp:txXfrm>
    </dsp:sp>
    <dsp:sp modelId="{F46D7EAE-B666-4DF6-AA30-9C4A7AC0FBA9}">
      <dsp:nvSpPr>
        <dsp:cNvPr id="0" name=""/>
        <dsp:cNvSpPr/>
      </dsp:nvSpPr>
      <dsp:spPr>
        <a:xfrm>
          <a:off x="7556671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encryption and encapsulation of data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through randomized network paths</a:t>
          </a:r>
        </a:p>
      </dsp:txBody>
      <dsp:txXfrm>
        <a:off x="7556671" y="1923874"/>
        <a:ext cx="2143124" cy="1015380"/>
      </dsp:txXfrm>
    </dsp:sp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969B92A-927F-45BB-A36F-6FBE22BC9423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7EBA3D7-8926-4110-AE5E-6C03735D70BD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Transport over Tor Network</a:t>
          </a:r>
          <a:endParaRPr lang="en-US" sz="2900" kern="1200"/>
        </a:p>
      </dsp:txBody>
      <dsp:txXfrm>
        <a:off x="152976" y="1801062"/>
        <a:ext cx="4320000" cy="648000"/>
      </dsp:txXfrm>
    </dsp:sp>
    <dsp:sp modelId="{DC23733C-0323-4145-815F-9409B986B224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Core offers</a:t>
          </a:r>
          <a:r>
            <a:rPr lang="tr-TR" sz="1700" kern="1200"/>
            <a:t> </a:t>
          </a:r>
          <a:r>
            <a:rPr lang="en-US" sz="1700" kern="1200"/>
            <a:t>configuration options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</a:t>
          </a:r>
          <a:r>
            <a:rPr lang="tr-TR" sz="1700" kern="1200"/>
            <a:t>transport traffic </a:t>
          </a:r>
          <a:r>
            <a:rPr lang="en-US" sz="1700" kern="1200"/>
            <a:t>over the Tor network</a:t>
          </a:r>
        </a:p>
      </dsp:txBody>
      <dsp:txXfrm>
        <a:off x="152976" y="2516307"/>
        <a:ext cx="4320000" cy="990458"/>
      </dsp:txXfrm>
    </dsp:sp>
    <dsp:sp modelId="{0BBA5611-6702-4B84-BDC3-F762746FDEB8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C29FA0-200F-4471-B74B-C325BF993D36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Connect Tor Nodes</a:t>
          </a:r>
          <a:endParaRPr lang="en-US" sz="2900" kern="1200"/>
        </a:p>
      </dsp:txBody>
      <dsp:txXfrm>
        <a:off x="5228976" y="1801062"/>
        <a:ext cx="4320000" cy="648000"/>
      </dsp:txXfrm>
    </dsp:sp>
    <dsp:sp modelId="{81A62EC9-744B-4861-8017-A3D36FCC0F90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Core can also</a:t>
          </a:r>
          <a:r>
            <a:rPr lang="tr-TR" sz="1700" kern="1200"/>
            <a:t> </a:t>
          </a:r>
          <a:r>
            <a:rPr lang="en-US" sz="1700" kern="1200"/>
            <a:t>offer a Tor hidden service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allowing other Tor nodes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connect to your node directly</a:t>
          </a:r>
          <a:r>
            <a:rPr lang="tr-TR" sz="1700" kern="1200" dirty="0"/>
            <a:t> </a:t>
          </a:r>
          <a:r>
            <a:rPr lang="tr-TR" sz="1700" kern="1200" dirty="0" err="1"/>
            <a:t>over</a:t>
          </a:r>
          <a:r>
            <a:rPr lang="tr-TR" sz="1700" kern="1200" dirty="0"/>
            <a:t> Tor</a:t>
          </a:r>
          <a:endParaRPr lang="en-US" sz="1700" kern="1200" dirty="0"/>
        </a:p>
      </dsp:txBody>
      <dsp:txXfrm>
        <a:off x="5228976" y="2516307"/>
        <a:ext cx="4320000" cy="990458"/>
      </dsp:txXfrm>
    </dsp:sp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9EA3A5F-6361-40BA-8BDC-8425A072262E}">
      <dsp:nvSpPr>
        <dsp:cNvPr id="0" name=""/>
        <dsp:cNvSpPr/>
      </dsp:nvSpPr>
      <dsp:spPr>
        <a:xfrm>
          <a:off x="558081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3026E1-707F-44EE-9ACD-7C19C274353C}">
      <dsp:nvSpPr>
        <dsp:cNvPr id="0" name=""/>
        <dsp:cNvSpPr/>
      </dsp:nvSpPr>
      <dsp:spPr>
        <a:xfrm>
          <a:off x="5531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Work</a:t>
          </a:r>
          <a:r>
            <a:rPr lang="tr-TR" sz="1400" kern="1200"/>
            <a:t>s </a:t>
          </a:r>
          <a:r>
            <a:rPr lang="en-US" sz="1400" kern="1200"/>
            <a:t>automatically </a:t>
          </a:r>
          <a:r>
            <a:rPr lang="tr-TR" sz="1400" kern="1200"/>
            <a:t>if</a:t>
          </a:r>
          <a:r>
            <a:rPr lang="en-US" sz="1400" kern="1200"/>
            <a:t> </a:t>
          </a:r>
        </a:p>
      </dsp:txBody>
      <dsp:txXfrm>
        <a:off x="5531" y="1438083"/>
        <a:ext cx="1700156" cy="255023"/>
      </dsp:txXfrm>
    </dsp:sp>
    <dsp:sp modelId="{56DC722B-04A4-4F57-A255-E3048B612CD8}">
      <dsp:nvSpPr>
        <dsp:cNvPr id="0" name=""/>
        <dsp:cNvSpPr/>
      </dsp:nvSpPr>
      <dsp:spPr>
        <a:xfrm>
          <a:off x="5531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Tor installed </a:t>
          </a:r>
          <a:r>
            <a:rPr lang="tr-TR" sz="1100" kern="1200"/>
            <a:t>and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Bitcoin</a:t>
          </a:r>
          <a:r>
            <a:rPr lang="tr-TR" sz="1100" kern="1200"/>
            <a:t> </a:t>
          </a:r>
          <a:r>
            <a:rPr lang="en-US" sz="1100" kern="1200"/>
            <a:t>Core process runs as a user with adequate permissions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access the Tor authentication</a:t>
          </a:r>
          <a:r>
            <a:rPr lang="tr-TR" sz="1100" kern="1200"/>
            <a:t> </a:t>
          </a:r>
          <a:r>
            <a:rPr lang="en-US" sz="1100" kern="1200"/>
            <a:t>cookie. </a:t>
          </a:r>
        </a:p>
      </dsp:txBody>
      <dsp:txXfrm>
        <a:off x="5531" y="1736108"/>
        <a:ext cx="1700156" cy="1164566"/>
      </dsp:txXfrm>
    </dsp:sp>
    <dsp:sp modelId="{7BFB2049-7808-4F6F-85BB-14A031611161}">
      <dsp:nvSpPr>
        <dsp:cNvPr id="0" name=""/>
        <dsp:cNvSpPr/>
      </dsp:nvSpPr>
      <dsp:spPr>
        <a:xfrm>
          <a:off x="2555765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14C8E4-DA35-4F39-8473-DBA4EB607618}">
      <dsp:nvSpPr>
        <dsp:cNvPr id="0" name=""/>
        <dsp:cNvSpPr/>
      </dsp:nvSpPr>
      <dsp:spPr>
        <a:xfrm>
          <a:off x="2003214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Use the debug flag </a:t>
          </a:r>
        </a:p>
      </dsp:txBody>
      <dsp:txXfrm>
        <a:off x="2003214" y="1438083"/>
        <a:ext cx="1700156" cy="255023"/>
      </dsp:txXfrm>
    </dsp:sp>
    <dsp:sp modelId="{0943F72D-E399-40ED-891E-A1051B4B74F7}">
      <dsp:nvSpPr>
        <dsp:cNvPr id="0" name=""/>
        <dsp:cNvSpPr/>
      </dsp:nvSpPr>
      <dsp:spPr>
        <a:xfrm>
          <a:off x="2003214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turn on Bitcoin Core’s</a:t>
          </a:r>
          <a:r>
            <a:rPr lang="tr-TR" sz="1100" kern="1200"/>
            <a:t> </a:t>
          </a:r>
          <a:r>
            <a:rPr lang="en-US" sz="1100" kern="1200"/>
            <a:t>debugging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the Tor service:</a:t>
          </a:r>
        </a:p>
      </dsp:txBody>
      <dsp:txXfrm>
        <a:off x="2003214" y="1736108"/>
        <a:ext cx="1700156" cy="1164566"/>
      </dsp:txXfrm>
    </dsp:sp>
    <dsp:sp modelId="{4BB196A8-BD5C-4550-89AC-774F287391AA}">
      <dsp:nvSpPr>
        <dsp:cNvPr id="0" name=""/>
        <dsp:cNvSpPr/>
      </dsp:nvSpPr>
      <dsp:spPr>
        <a:xfrm>
          <a:off x="4553449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7E3D53-C163-4ACA-8366-2DD18069BDE8}">
      <dsp:nvSpPr>
        <dsp:cNvPr id="0" name=""/>
        <dsp:cNvSpPr/>
      </dsp:nvSpPr>
      <dsp:spPr>
        <a:xfrm>
          <a:off x="4000898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Command</a:t>
          </a:r>
          <a:endParaRPr lang="en-US" sz="1400" kern="1200"/>
        </a:p>
      </dsp:txBody>
      <dsp:txXfrm>
        <a:off x="4000898" y="1438083"/>
        <a:ext cx="1700156" cy="255023"/>
      </dsp:txXfrm>
    </dsp:sp>
    <dsp:sp modelId="{4157245B-C34E-4CC7-ACC8-FD5BE5D67FD9}">
      <dsp:nvSpPr>
        <dsp:cNvPr id="0" name=""/>
        <dsp:cNvSpPr/>
      </dsp:nvSpPr>
      <dsp:spPr>
        <a:xfrm>
          <a:off x="4000898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$ bitcoind --daemon --debug=tor</a:t>
          </a:r>
          <a:endParaRPr lang="en-US" sz="1100" kern="1200"/>
        </a:p>
      </dsp:txBody>
      <dsp:txXfrm>
        <a:off x="4000898" y="1736108"/>
        <a:ext cx="1700156" cy="1164566"/>
      </dsp:txXfrm>
    </dsp:sp>
    <dsp:sp modelId="{82290ECC-2EC2-4D58-AAD0-5F86EF12BD5E}">
      <dsp:nvSpPr>
        <dsp:cNvPr id="0" name=""/>
        <dsp:cNvSpPr/>
      </dsp:nvSpPr>
      <dsp:spPr>
        <a:xfrm>
          <a:off x="6551132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AD4E07-5CD9-4C9D-9F71-A457BA6038C3}">
      <dsp:nvSpPr>
        <dsp:cNvPr id="0" name=""/>
        <dsp:cNvSpPr/>
      </dsp:nvSpPr>
      <dsp:spPr>
        <a:xfrm>
          <a:off x="5998581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You should see </a:t>
          </a:r>
        </a:p>
      </dsp:txBody>
      <dsp:txXfrm>
        <a:off x="5998581" y="1438083"/>
        <a:ext cx="1700156" cy="255023"/>
      </dsp:txXfrm>
    </dsp:sp>
    <dsp:sp modelId="{3D6922CA-0865-4B90-B032-6C5F1FC7A3FC}">
      <dsp:nvSpPr>
        <dsp:cNvPr id="0" name=""/>
        <dsp:cNvSpPr/>
      </dsp:nvSpPr>
      <dsp:spPr>
        <a:xfrm>
          <a:off x="5998581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“tor: ADD_ONION successful” in the logs, </a:t>
          </a:r>
        </a:p>
      </dsp:txBody>
      <dsp:txXfrm>
        <a:off x="5998581" y="1736108"/>
        <a:ext cx="1700156" cy="1164566"/>
      </dsp:txXfrm>
    </dsp:sp>
    <dsp:sp modelId="{1CCC5F84-B398-45A1-B60A-C4E55F917691}">
      <dsp:nvSpPr>
        <dsp:cNvPr id="0" name=""/>
        <dsp:cNvSpPr/>
      </dsp:nvSpPr>
      <dsp:spPr>
        <a:xfrm>
          <a:off x="8548816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C498552-3B61-45A8-B1CC-9230083AD966}">
      <dsp:nvSpPr>
        <dsp:cNvPr id="0" name=""/>
        <dsp:cNvSpPr/>
      </dsp:nvSpPr>
      <dsp:spPr>
        <a:xfrm>
          <a:off x="7996265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indicating </a:t>
          </a:r>
        </a:p>
      </dsp:txBody>
      <dsp:txXfrm>
        <a:off x="7996265" y="1438083"/>
        <a:ext cx="1700156" cy="255023"/>
      </dsp:txXfrm>
    </dsp:sp>
    <dsp:sp modelId="{0AA2D767-1846-4B66-BCE0-BC07A4501CD5}">
      <dsp:nvSpPr>
        <dsp:cNvPr id="0" name=""/>
        <dsp:cNvSpPr/>
      </dsp:nvSpPr>
      <dsp:spPr>
        <a:xfrm>
          <a:off x="7996265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Bitcoin</a:t>
          </a:r>
          <a:r>
            <a:rPr lang="tr-TR" sz="1100" kern="1200"/>
            <a:t> </a:t>
          </a:r>
          <a:r>
            <a:rPr lang="en-US" sz="1100" kern="1200"/>
            <a:t>Core has added a hidden service to the Tor network.</a:t>
          </a:r>
        </a:p>
      </dsp:txBody>
      <dsp:txXfrm>
        <a:off x="7996265" y="1736108"/>
        <a:ext cx="1700156" cy="1164566"/>
      </dsp:txXfrm>
    </dsp:sp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3DF18CF-9920-4F81-9256-4E1E5B4C3680}">
      <dsp:nvSpPr>
        <dsp:cNvPr id="0" name=""/>
        <dsp:cNvSpPr/>
      </dsp:nvSpPr>
      <dsp:spPr>
        <a:xfrm>
          <a:off x="943992" y="434953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E10715-8AA8-489A-9662-DA088AF08E71}">
      <dsp:nvSpPr>
        <dsp:cNvPr id="0" name=""/>
        <dsp:cNvSpPr/>
      </dsp:nvSpPr>
      <dsp:spPr>
        <a:xfrm>
          <a:off x="3421" y="156747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BIP-150 and BIP-151 </a:t>
          </a:r>
        </a:p>
      </dsp:txBody>
      <dsp:txXfrm>
        <a:off x="3421" y="1567473"/>
        <a:ext cx="2894062" cy="434109"/>
      </dsp:txXfrm>
    </dsp:sp>
    <dsp:sp modelId="{BD9DEF6C-7540-4608-AD49-1D45DF14EBEB}">
      <dsp:nvSpPr>
        <dsp:cNvPr id="0" name=""/>
        <dsp:cNvSpPr/>
      </dsp:nvSpPr>
      <dsp:spPr>
        <a:xfrm>
          <a:off x="3421" y="2057209"/>
          <a:ext cx="2894062" cy="11590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Two Bitcoin Improvement Proposals </a:t>
          </a:r>
        </a:p>
      </dsp:txBody>
      <dsp:txXfrm>
        <a:off x="3421" y="2057209"/>
        <a:ext cx="2894062" cy="1159086"/>
      </dsp:txXfrm>
    </dsp:sp>
    <dsp:sp modelId="{649F0553-1665-4C24-AC79-F993CA1A0A36}">
      <dsp:nvSpPr>
        <dsp:cNvPr id="0" name=""/>
        <dsp:cNvSpPr/>
      </dsp:nvSpPr>
      <dsp:spPr>
        <a:xfrm>
          <a:off x="4344515" y="434953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8BFF36E-476B-497F-BD3F-7E38F390AAE6}">
      <dsp:nvSpPr>
        <dsp:cNvPr id="0" name=""/>
        <dsp:cNvSpPr/>
      </dsp:nvSpPr>
      <dsp:spPr>
        <a:xfrm>
          <a:off x="3403945" y="156747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Benefits</a:t>
          </a:r>
          <a:r>
            <a:rPr lang="en-US" sz="2700" kern="1200"/>
            <a:t> </a:t>
          </a:r>
        </a:p>
      </dsp:txBody>
      <dsp:txXfrm>
        <a:off x="3403945" y="1567473"/>
        <a:ext cx="2894062" cy="434109"/>
      </dsp:txXfrm>
    </dsp:sp>
    <dsp:sp modelId="{6DFDA356-3772-4363-9996-5D67353DBA1D}">
      <dsp:nvSpPr>
        <dsp:cNvPr id="0" name=""/>
        <dsp:cNvSpPr/>
      </dsp:nvSpPr>
      <dsp:spPr>
        <a:xfrm>
          <a:off x="3403945" y="2057209"/>
          <a:ext cx="2894062" cy="11590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add support for P2P</a:t>
          </a:r>
          <a:r>
            <a:rPr lang="tr-TR" sz="1700" kern="1200"/>
            <a:t> </a:t>
          </a:r>
          <a:r>
            <a:rPr lang="en-US" sz="1700" kern="1200"/>
            <a:t>authentication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encryption in the bitcoin P2P network.</a:t>
          </a:r>
        </a:p>
      </dsp:txBody>
      <dsp:txXfrm>
        <a:off x="3403945" y="2057209"/>
        <a:ext cx="2894062" cy="1159086"/>
      </dsp:txXfrm>
    </dsp:sp>
    <dsp:sp modelId="{8F16B5D3-91EA-4872-BCE1-9AA7E14A0617}">
      <dsp:nvSpPr>
        <dsp:cNvPr id="0" name=""/>
        <dsp:cNvSpPr/>
      </dsp:nvSpPr>
      <dsp:spPr>
        <a:xfrm>
          <a:off x="7745039" y="434953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A9CAB0-CF0B-422E-A8AC-9606C41D2189}">
      <dsp:nvSpPr>
        <dsp:cNvPr id="0" name=""/>
        <dsp:cNvSpPr/>
      </dsp:nvSpPr>
      <dsp:spPr>
        <a:xfrm>
          <a:off x="6804468" y="156747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BIPs define </a:t>
          </a:r>
          <a:endParaRPr lang="en-US" sz="2700" kern="1200"/>
        </a:p>
      </dsp:txBody>
      <dsp:txXfrm>
        <a:off x="6804468" y="1567473"/>
        <a:ext cx="2894062" cy="434109"/>
      </dsp:txXfrm>
    </dsp:sp>
    <dsp:sp modelId="{84E46F12-96F1-4D20-8F57-307B2CBC8E4C}">
      <dsp:nvSpPr>
        <dsp:cNvPr id="0" name=""/>
        <dsp:cNvSpPr/>
      </dsp:nvSpPr>
      <dsp:spPr>
        <a:xfrm>
          <a:off x="6804468" y="2057209"/>
          <a:ext cx="2894062" cy="11590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optional services that may be offered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compatible bitcoin nodes. </a:t>
          </a:r>
        </a:p>
      </dsp:txBody>
      <dsp:txXfrm>
        <a:off x="6804468" y="2057209"/>
        <a:ext cx="2894062" cy="1159086"/>
      </dsp:txXfrm>
    </dsp:sp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3662605-33FD-4030-8FBB-2E0BCF5992AA}">
      <dsp:nvSpPr>
        <dsp:cNvPr id="0" name=""/>
        <dsp:cNvSpPr/>
      </dsp:nvSpPr>
      <dsp:spPr>
        <a:xfrm>
          <a:off x="698671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515CAC-6A15-4233-AD0C-83151C558264}">
      <dsp:nvSpPr>
        <dsp:cNvPr id="0" name=""/>
        <dsp:cNvSpPr/>
      </dsp:nvSpPr>
      <dsp:spPr>
        <a:xfrm>
          <a:off x="2156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BIP-151 enables</a:t>
          </a:r>
          <a:r>
            <a:rPr lang="tr-TR" sz="1400" kern="1200"/>
            <a:t> </a:t>
          </a:r>
          <a:endParaRPr lang="en-US" sz="1400" kern="1200"/>
        </a:p>
      </dsp:txBody>
      <dsp:txXfrm>
        <a:off x="2156" y="1689182"/>
        <a:ext cx="2143124" cy="321468"/>
      </dsp:txXfrm>
    </dsp:sp>
    <dsp:sp modelId="{669C9D0A-1B6E-4B78-8CF2-F74292ABFC9C}">
      <dsp:nvSpPr>
        <dsp:cNvPr id="0" name=""/>
        <dsp:cNvSpPr/>
      </dsp:nvSpPr>
      <dsp:spPr>
        <a:xfrm>
          <a:off x="2156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negotiated encryption for all communications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between two nodes that support</a:t>
          </a:r>
          <a:r>
            <a:rPr lang="tr-TR" sz="1100" kern="1200" dirty="0"/>
            <a:t> </a:t>
          </a:r>
          <a:r>
            <a:rPr lang="en-US" sz="1100" kern="1200" dirty="0"/>
            <a:t>BIP-151</a:t>
          </a:r>
        </a:p>
      </dsp:txBody>
      <dsp:txXfrm>
        <a:off x="2156" y="2049449"/>
        <a:ext cx="2143124" cy="746128"/>
      </dsp:txXfrm>
    </dsp:sp>
    <dsp:sp modelId="{9AB4047E-3926-4EC5-B961-71F163E96950}">
      <dsp:nvSpPr>
        <dsp:cNvPr id="0" name=""/>
        <dsp:cNvSpPr/>
      </dsp:nvSpPr>
      <dsp:spPr>
        <a:xfrm>
          <a:off x="3216843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E9D2B9-BA77-4728-B844-DB0D6EA67DAB}">
      <dsp:nvSpPr>
        <dsp:cNvPr id="0" name=""/>
        <dsp:cNvSpPr/>
      </dsp:nvSpPr>
      <dsp:spPr>
        <a:xfrm>
          <a:off x="2520328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BIP-150 offers </a:t>
          </a:r>
        </a:p>
      </dsp:txBody>
      <dsp:txXfrm>
        <a:off x="2520328" y="1689182"/>
        <a:ext cx="2143124" cy="321468"/>
      </dsp:txXfrm>
    </dsp:sp>
    <dsp:sp modelId="{739EB186-26FC-4B42-8BBA-C3DCAB768A96}">
      <dsp:nvSpPr>
        <dsp:cNvPr id="0" name=""/>
        <dsp:cNvSpPr/>
      </dsp:nvSpPr>
      <dsp:spPr>
        <a:xfrm>
          <a:off x="2520328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optional peer authentication</a:t>
          </a:r>
        </a:p>
      </dsp:txBody>
      <dsp:txXfrm>
        <a:off x="2520328" y="2049449"/>
        <a:ext cx="2143124" cy="746128"/>
      </dsp:txXfrm>
    </dsp:sp>
    <dsp:sp modelId="{C170F36B-173B-4EAC-8C4B-3FD069FA0540}">
      <dsp:nvSpPr>
        <dsp:cNvPr id="0" name=""/>
        <dsp:cNvSpPr/>
      </dsp:nvSpPr>
      <dsp:spPr>
        <a:xfrm>
          <a:off x="5735015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B151BF-AB23-4351-AE03-B5E43B830233}">
      <dsp:nvSpPr>
        <dsp:cNvPr id="0" name=""/>
        <dsp:cNvSpPr/>
      </dsp:nvSpPr>
      <dsp:spPr>
        <a:xfrm>
          <a:off x="5038499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Authentication of identities</a:t>
          </a:r>
          <a:endParaRPr lang="en-US" sz="1400" kern="1200"/>
        </a:p>
      </dsp:txBody>
      <dsp:txXfrm>
        <a:off x="5038499" y="1689182"/>
        <a:ext cx="2143124" cy="321468"/>
      </dsp:txXfrm>
    </dsp:sp>
    <dsp:sp modelId="{9E0F3CA9-55C2-496A-BABE-D93B8D45B833}">
      <dsp:nvSpPr>
        <dsp:cNvPr id="0" name=""/>
        <dsp:cNvSpPr/>
      </dsp:nvSpPr>
      <dsp:spPr>
        <a:xfrm>
          <a:off x="5038499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allows nodes to authenticate</a:t>
          </a:r>
          <a:r>
            <a:rPr lang="tr-TR" sz="1100" kern="1200"/>
            <a:t> </a:t>
          </a:r>
          <a:r>
            <a:rPr lang="en-US" sz="1100" kern="1200"/>
            <a:t>each other’s identity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using ECDSA and private keys.</a:t>
          </a:r>
        </a:p>
      </dsp:txBody>
      <dsp:txXfrm>
        <a:off x="5038499" y="2049449"/>
        <a:ext cx="2143124" cy="746128"/>
      </dsp:txXfrm>
    </dsp:sp>
    <dsp:sp modelId="{81343604-38F3-4E54-A06E-945D230BD7B0}">
      <dsp:nvSpPr>
        <dsp:cNvPr id="0" name=""/>
        <dsp:cNvSpPr/>
      </dsp:nvSpPr>
      <dsp:spPr>
        <a:xfrm>
          <a:off x="8253187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EFF32E-CDD6-4A2E-807C-1DCBDC80AD06}">
      <dsp:nvSpPr>
        <dsp:cNvPr id="0" name=""/>
        <dsp:cNvSpPr/>
      </dsp:nvSpPr>
      <dsp:spPr>
        <a:xfrm>
          <a:off x="7556671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BIP-150 requires BIP-151 </a:t>
          </a:r>
        </a:p>
      </dsp:txBody>
      <dsp:txXfrm>
        <a:off x="7556671" y="1689182"/>
        <a:ext cx="2143124" cy="321468"/>
      </dsp:txXfrm>
    </dsp:sp>
    <dsp:sp modelId="{75D259D4-7D9E-405E-9205-A1A871B1F34A}">
      <dsp:nvSpPr>
        <dsp:cNvPr id="0" name=""/>
        <dsp:cNvSpPr/>
      </dsp:nvSpPr>
      <dsp:spPr>
        <a:xfrm>
          <a:off x="7556671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prior to</a:t>
          </a:r>
          <a:r>
            <a:rPr lang="tr-TR" sz="1100" kern="1200"/>
            <a:t> </a:t>
          </a:r>
          <a:r>
            <a:rPr lang="en-US" sz="1100" kern="1200"/>
            <a:t>authentication</a:t>
          </a:r>
          <a:r>
            <a:rPr lang="tr-TR" sz="1100" kern="1200"/>
            <a:t> of</a:t>
          </a:r>
          <a:r>
            <a:rPr lang="en-US" sz="1100" kern="1200"/>
            <a:t> the two nodes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encrypted communications as per</a:t>
          </a:r>
          <a:r>
            <a:rPr lang="tr-TR" sz="1100" kern="1200"/>
            <a:t> </a:t>
          </a:r>
          <a:r>
            <a:rPr lang="en-US" sz="1100" kern="1200"/>
            <a:t>BIP-151</a:t>
          </a:r>
          <a:r>
            <a:rPr lang="tr-TR" sz="1100" kern="1200"/>
            <a:t> should be established</a:t>
          </a:r>
          <a:endParaRPr lang="en-US" sz="1100" kern="1200"/>
        </a:p>
      </dsp:txBody>
      <dsp:txXfrm>
        <a:off x="7556671" y="2049449"/>
        <a:ext cx="2143124" cy="746128"/>
      </dsp:txXfrm>
    </dsp:sp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C8DDC69-3928-4003-83E5-EA9314F41998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Transaction Pools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C15B3D2-FD09-43AE-861E-79340EC4D29B}">
      <dsp:nvSpPr>
        <dsp:cNvPr id="0" name=""/>
        <dsp:cNvSpPr/>
      </dsp:nvSpPr>
      <dsp:spPr>
        <a:xfrm>
          <a:off x="947807" y="150471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4C22CD-CED3-43AE-8149-935B715439D2}">
      <dsp:nvSpPr>
        <dsp:cNvPr id="0" name=""/>
        <dsp:cNvSpPr/>
      </dsp:nvSpPr>
      <dsp:spPr>
        <a:xfrm>
          <a:off x="8155" y="130646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Unconfirmed transactions</a:t>
          </a:r>
          <a:endParaRPr lang="en-US" sz="2100" kern="1200"/>
        </a:p>
      </dsp:txBody>
      <dsp:txXfrm>
        <a:off x="8155" y="1306467"/>
        <a:ext cx="2891236" cy="433685"/>
      </dsp:txXfrm>
    </dsp:sp>
    <dsp:sp modelId="{B7AD06D1-A6EE-491B-9741-5BA1B2DD198D}">
      <dsp:nvSpPr>
        <dsp:cNvPr id="0" name=""/>
        <dsp:cNvSpPr/>
      </dsp:nvSpPr>
      <dsp:spPr>
        <a:xfrm>
          <a:off x="8155" y="1807158"/>
          <a:ext cx="2891236" cy="16936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Almost every node on the bitcoin network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maintains a temporary list of unconfirmed</a:t>
          </a:r>
          <a:r>
            <a:rPr lang="tr-TR" sz="1600" kern="1200"/>
            <a:t> </a:t>
          </a:r>
          <a:r>
            <a:rPr lang="en-US" sz="1600" kern="1200"/>
            <a:t>transactions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called the </a:t>
          </a:r>
          <a:r>
            <a:rPr lang="en-US" sz="1600" i="1" kern="1200"/>
            <a:t>memory pool</a:t>
          </a:r>
          <a:r>
            <a:rPr lang="en-US" sz="1600" kern="1200"/>
            <a:t>, </a:t>
          </a:r>
          <a:r>
            <a:rPr lang="en-US" sz="1600" i="1" kern="1200"/>
            <a:t>mempool</a:t>
          </a:r>
          <a:r>
            <a:rPr lang="en-US" sz="1600" kern="1200"/>
            <a:t>, or </a:t>
          </a:r>
          <a:r>
            <a:rPr lang="en-US" sz="1600" i="1" kern="1200"/>
            <a:t>transaction pool</a:t>
          </a:r>
          <a:r>
            <a:rPr lang="en-US" sz="1600" kern="1200"/>
            <a:t>. </a:t>
          </a:r>
        </a:p>
      </dsp:txBody>
      <dsp:txXfrm>
        <a:off x="8155" y="1807158"/>
        <a:ext cx="2891236" cy="1693619"/>
      </dsp:txXfrm>
    </dsp:sp>
    <dsp:sp modelId="{533F7EE1-7B72-429C-9FBE-3670A461EC02}">
      <dsp:nvSpPr>
        <dsp:cNvPr id="0" name=""/>
        <dsp:cNvSpPr/>
      </dsp:nvSpPr>
      <dsp:spPr>
        <a:xfrm>
          <a:off x="4345010" y="150471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87AA075-8C92-4F8E-8159-C533ACC8AC97}">
      <dsp:nvSpPr>
        <dsp:cNvPr id="0" name=""/>
        <dsp:cNvSpPr/>
      </dsp:nvSpPr>
      <dsp:spPr>
        <a:xfrm>
          <a:off x="3405358" y="130646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Maintain</a:t>
          </a:r>
          <a:endParaRPr lang="en-US" sz="2100" kern="1200"/>
        </a:p>
      </dsp:txBody>
      <dsp:txXfrm>
        <a:off x="3405358" y="1306467"/>
        <a:ext cx="2891236" cy="433685"/>
      </dsp:txXfrm>
    </dsp:sp>
    <dsp:sp modelId="{3D9B340C-0992-4CB1-8C2A-1F219629A3B6}">
      <dsp:nvSpPr>
        <dsp:cNvPr id="0" name=""/>
        <dsp:cNvSpPr/>
      </dsp:nvSpPr>
      <dsp:spPr>
        <a:xfrm>
          <a:off x="3405358" y="1807158"/>
          <a:ext cx="2891236" cy="16936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Nodes use this</a:t>
          </a:r>
          <a:r>
            <a:rPr lang="tr-TR" sz="1600" kern="1200" dirty="0"/>
            <a:t> </a:t>
          </a:r>
          <a:r>
            <a:rPr lang="en-US" sz="1600" kern="1200" dirty="0"/>
            <a:t>pool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to keep track of transactions known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but are </a:t>
          </a:r>
          <a:r>
            <a:rPr lang="en-US" sz="1600" u="sng" kern="1200" dirty="0"/>
            <a:t>not yet</a:t>
          </a:r>
          <a:r>
            <a:rPr lang="tr-TR" sz="1600" u="sng" kern="1200" dirty="0"/>
            <a:t> </a:t>
          </a:r>
          <a:r>
            <a:rPr lang="en-US" sz="1600" u="sng" kern="1200" dirty="0"/>
            <a:t>included </a:t>
          </a:r>
          <a:r>
            <a:rPr lang="en-US" sz="1600" kern="1200" dirty="0"/>
            <a:t>in the </a:t>
          </a:r>
          <a:r>
            <a:rPr lang="en-US" sz="1600" b="1" kern="1200" dirty="0"/>
            <a:t>blockchain</a:t>
          </a:r>
          <a:r>
            <a:rPr lang="en-US" sz="1600" kern="1200" dirty="0"/>
            <a:t>. </a:t>
          </a:r>
        </a:p>
      </dsp:txBody>
      <dsp:txXfrm>
        <a:off x="3405358" y="1807158"/>
        <a:ext cx="2891236" cy="1693619"/>
      </dsp:txXfrm>
    </dsp:sp>
    <dsp:sp modelId="{3B4F6707-10BD-49D3-935E-AFC73386BE86}">
      <dsp:nvSpPr>
        <dsp:cNvPr id="0" name=""/>
        <dsp:cNvSpPr/>
      </dsp:nvSpPr>
      <dsp:spPr>
        <a:xfrm>
          <a:off x="7742212" y="150471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2A423ED-C895-4586-84F0-67FFD517A623}">
      <dsp:nvSpPr>
        <dsp:cNvPr id="0" name=""/>
        <dsp:cNvSpPr/>
      </dsp:nvSpPr>
      <dsp:spPr>
        <a:xfrm>
          <a:off x="6802560" y="130646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Incoming payments</a:t>
          </a:r>
          <a:endParaRPr lang="en-US" sz="2100" kern="1200"/>
        </a:p>
      </dsp:txBody>
      <dsp:txXfrm>
        <a:off x="6802560" y="1306467"/>
        <a:ext cx="2891236" cy="433685"/>
      </dsp:txXfrm>
    </dsp:sp>
    <dsp:sp modelId="{E544E4AF-6156-4166-B431-88970F44B98C}">
      <dsp:nvSpPr>
        <dsp:cNvPr id="0" name=""/>
        <dsp:cNvSpPr/>
      </dsp:nvSpPr>
      <dsp:spPr>
        <a:xfrm>
          <a:off x="6802560" y="1807158"/>
          <a:ext cx="2891236" cy="16936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For example, a wallet node</a:t>
          </a:r>
          <a:r>
            <a:rPr lang="tr-TR" sz="1600" kern="1200" dirty="0"/>
            <a:t> 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will use the transaction pool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to</a:t>
          </a:r>
          <a:r>
            <a:rPr lang="tr-TR" sz="1600" kern="1200" dirty="0"/>
            <a:t> </a:t>
          </a:r>
          <a:r>
            <a:rPr lang="en-US" sz="1600" kern="1200" dirty="0"/>
            <a:t>track incoming payments</a:t>
          </a:r>
        </a:p>
      </dsp:txBody>
      <dsp:txXfrm>
        <a:off x="6802560" y="1807158"/>
        <a:ext cx="2891236" cy="1693619"/>
      </dsp:txXfrm>
    </dsp:sp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759E21B-BCB2-4A76-A5EF-133E6BF4FF8E}">
      <dsp:nvSpPr>
        <dsp:cNvPr id="0" name=""/>
        <dsp:cNvSpPr/>
      </dsp:nvSpPr>
      <dsp:spPr>
        <a:xfrm>
          <a:off x="943992" y="60435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BABDC55-C12A-49E7-8F84-20186466ED96}">
      <dsp:nvSpPr>
        <dsp:cNvPr id="0" name=""/>
        <dsp:cNvSpPr/>
      </dsp:nvSpPr>
      <dsp:spPr>
        <a:xfrm>
          <a:off x="3421" y="172230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Separate Pool</a:t>
          </a:r>
          <a:endParaRPr lang="en-US" sz="1600" kern="1200"/>
        </a:p>
      </dsp:txBody>
      <dsp:txXfrm>
        <a:off x="3421" y="1722306"/>
        <a:ext cx="2894062" cy="434109"/>
      </dsp:txXfrm>
    </dsp:sp>
    <dsp:sp modelId="{B456F0B6-AA92-4521-BA98-FE54D5B8E451}">
      <dsp:nvSpPr>
        <dsp:cNvPr id="0" name=""/>
        <dsp:cNvSpPr/>
      </dsp:nvSpPr>
      <dsp:spPr>
        <a:xfrm>
          <a:off x="3421" y="2205266"/>
          <a:ext cx="2894062" cy="8416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Some node implementations also maintain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 separate pool of orphaned transactions.</a:t>
          </a:r>
        </a:p>
      </dsp:txBody>
      <dsp:txXfrm>
        <a:off x="3421" y="2205266"/>
        <a:ext cx="2894062" cy="841628"/>
      </dsp:txXfrm>
    </dsp:sp>
    <dsp:sp modelId="{EF8353EB-85CE-4180-AAA1-6689F2B41E46}">
      <dsp:nvSpPr>
        <dsp:cNvPr id="0" name=""/>
        <dsp:cNvSpPr/>
      </dsp:nvSpPr>
      <dsp:spPr>
        <a:xfrm>
          <a:off x="4344515" y="60435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C5DD13-0F45-4269-B3B8-017BFCD0FBCD}">
      <dsp:nvSpPr>
        <dsp:cNvPr id="0" name=""/>
        <dsp:cNvSpPr/>
      </dsp:nvSpPr>
      <dsp:spPr>
        <a:xfrm>
          <a:off x="3403945" y="172230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Orphaned Transaction</a:t>
          </a:r>
          <a:endParaRPr lang="en-US" sz="1600" kern="1200"/>
        </a:p>
      </dsp:txBody>
      <dsp:txXfrm>
        <a:off x="3403945" y="1722306"/>
        <a:ext cx="2894062" cy="434109"/>
      </dsp:txXfrm>
    </dsp:sp>
    <dsp:sp modelId="{B294FE58-B381-471C-84AF-DE0289D8CA5E}">
      <dsp:nvSpPr>
        <dsp:cNvPr id="0" name=""/>
        <dsp:cNvSpPr/>
      </dsp:nvSpPr>
      <dsp:spPr>
        <a:xfrm>
          <a:off x="3403945" y="2205266"/>
          <a:ext cx="2894062" cy="8416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If a transaction’s inputs refer </a:t>
          </a:r>
          <a:r>
            <a:rPr lang="tr-TR" sz="1200" kern="1200"/>
            <a:t> </a:t>
          </a:r>
          <a:r>
            <a:rPr lang="en-US" sz="1200" kern="1200"/>
            <a:t>to a transaction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that is not yet known, such as a missing</a:t>
          </a:r>
          <a:r>
            <a:rPr lang="tr-TR" sz="1200" kern="1200" dirty="0"/>
            <a:t> </a:t>
          </a:r>
          <a:r>
            <a:rPr lang="en-US" sz="1200" kern="1200" dirty="0"/>
            <a:t>parent </a:t>
          </a:r>
        </a:p>
      </dsp:txBody>
      <dsp:txXfrm>
        <a:off x="3403945" y="2205266"/>
        <a:ext cx="2894062" cy="841628"/>
      </dsp:txXfrm>
    </dsp:sp>
    <dsp:sp modelId="{45DFA9B9-0ACA-4519-B7DB-3D8999AC36A2}">
      <dsp:nvSpPr>
        <dsp:cNvPr id="0" name=""/>
        <dsp:cNvSpPr/>
      </dsp:nvSpPr>
      <dsp:spPr>
        <a:xfrm>
          <a:off x="7745039" y="60435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C6B4F6-A22F-437F-9F6E-9EE78E055E52}">
      <dsp:nvSpPr>
        <dsp:cNvPr id="0" name=""/>
        <dsp:cNvSpPr/>
      </dsp:nvSpPr>
      <dsp:spPr>
        <a:xfrm>
          <a:off x="6804468" y="172230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 dirty="0"/>
            <a:t>Storage of </a:t>
          </a:r>
          <a:r>
            <a:rPr lang="tr-TR" sz="1600" kern="1200" dirty="0" err="1"/>
            <a:t>orhpaned</a:t>
          </a:r>
          <a:r>
            <a:rPr lang="tr-TR" sz="1600" kern="1200" dirty="0"/>
            <a:t> </a:t>
          </a:r>
          <a:r>
            <a:rPr lang="tr-TR" sz="1600" kern="1200" dirty="0" err="1"/>
            <a:t>trancactions</a:t>
          </a:r>
          <a:endParaRPr lang="en-US" sz="1600" kern="1200" dirty="0"/>
        </a:p>
      </dsp:txBody>
      <dsp:txXfrm>
        <a:off x="6804468" y="1722306"/>
        <a:ext cx="2894062" cy="434109"/>
      </dsp:txXfrm>
    </dsp:sp>
    <dsp:sp modelId="{8E86C3BA-F8A0-4E60-861D-FD5D21ECD291}">
      <dsp:nvSpPr>
        <dsp:cNvPr id="0" name=""/>
        <dsp:cNvSpPr/>
      </dsp:nvSpPr>
      <dsp:spPr>
        <a:xfrm>
          <a:off x="6804468" y="2205266"/>
          <a:ext cx="2894062" cy="8416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orphan transaction will be stored temporarily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in the orphan pool until the</a:t>
          </a:r>
          <a:r>
            <a:rPr lang="tr-TR" sz="1200" kern="1200"/>
            <a:t> parent transaction arrives.</a:t>
          </a:r>
          <a:endParaRPr lang="en-US" sz="1200" kern="1200"/>
        </a:p>
      </dsp:txBody>
      <dsp:txXfrm>
        <a:off x="6804468" y="2205266"/>
        <a:ext cx="2894062" cy="841628"/>
      </dsp:txXfrm>
    </dsp:sp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EEA08C0-1D10-4731-8EB0-23B59F3B123C}">
      <dsp:nvSpPr>
        <dsp:cNvPr id="0" name=""/>
        <dsp:cNvSpPr/>
      </dsp:nvSpPr>
      <dsp:spPr>
        <a:xfrm>
          <a:off x="943992" y="29412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CFAA2C-6715-4382-8682-5B5B3D00BEA7}">
      <dsp:nvSpPr>
        <dsp:cNvPr id="0" name=""/>
        <dsp:cNvSpPr/>
      </dsp:nvSpPr>
      <dsp:spPr>
        <a:xfrm>
          <a:off x="3421" y="14387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Check for orphans</a:t>
          </a:r>
          <a:endParaRPr lang="en-US" sz="2400" kern="1200"/>
        </a:p>
      </dsp:txBody>
      <dsp:txXfrm>
        <a:off x="3421" y="1438759"/>
        <a:ext cx="2894062" cy="434109"/>
      </dsp:txXfrm>
    </dsp:sp>
    <dsp:sp modelId="{D71DC10C-A771-4D1B-BBAF-039AA1A4430E}">
      <dsp:nvSpPr>
        <dsp:cNvPr id="0" name=""/>
        <dsp:cNvSpPr/>
      </dsp:nvSpPr>
      <dsp:spPr>
        <a:xfrm>
          <a:off x="3421" y="1934128"/>
          <a:ext cx="2894062" cy="14229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a transaction is added to the transaction pool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orphan pool is checked for</a:t>
          </a:r>
          <a:r>
            <a:rPr lang="tr-TR" sz="1700" kern="1200"/>
            <a:t> </a:t>
          </a:r>
          <a:r>
            <a:rPr lang="en-US" sz="1700" kern="1200"/>
            <a:t>any orphans </a:t>
          </a:r>
        </a:p>
      </dsp:txBody>
      <dsp:txXfrm>
        <a:off x="3421" y="1934128"/>
        <a:ext cx="2894062" cy="1422992"/>
      </dsp:txXfrm>
    </dsp:sp>
    <dsp:sp modelId="{A5C76E62-9B71-4C7D-AB2F-E1949AF03472}">
      <dsp:nvSpPr>
        <dsp:cNvPr id="0" name=""/>
        <dsp:cNvSpPr/>
      </dsp:nvSpPr>
      <dsp:spPr>
        <a:xfrm>
          <a:off x="4344515" y="29412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325040-71FC-439F-A3A6-2D3D6B48BC81}">
      <dsp:nvSpPr>
        <dsp:cNvPr id="0" name=""/>
        <dsp:cNvSpPr/>
      </dsp:nvSpPr>
      <dsp:spPr>
        <a:xfrm>
          <a:off x="3403945" y="14387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Validation </a:t>
          </a:r>
          <a:endParaRPr lang="en-US" sz="2400" kern="1200"/>
        </a:p>
      </dsp:txBody>
      <dsp:txXfrm>
        <a:off x="3403945" y="1438759"/>
        <a:ext cx="2894062" cy="434109"/>
      </dsp:txXfrm>
    </dsp:sp>
    <dsp:sp modelId="{0D9225C7-80F0-4711-A3AD-773B15649843}">
      <dsp:nvSpPr>
        <dsp:cNvPr id="0" name=""/>
        <dsp:cNvSpPr/>
      </dsp:nvSpPr>
      <dsp:spPr>
        <a:xfrm>
          <a:off x="3403945" y="1934128"/>
          <a:ext cx="2894062" cy="14229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Orphan</a:t>
          </a:r>
          <a:r>
            <a:rPr lang="tr-TR" sz="1700" kern="1200" dirty="0"/>
            <a:t> is </a:t>
          </a:r>
          <a:r>
            <a:rPr lang="tr-TR" sz="1700" kern="1200" dirty="0" err="1"/>
            <a:t>validated</a:t>
          </a:r>
          <a:r>
            <a:rPr lang="tr-TR" sz="1700" kern="1200" dirty="0"/>
            <a:t> </a:t>
          </a:r>
          <a:r>
            <a:rPr lang="tr-TR" sz="1700" kern="1200" dirty="0" err="1"/>
            <a:t>if</a:t>
          </a:r>
          <a:r>
            <a:rPr lang="tr-TR" sz="1700" kern="1200" dirty="0"/>
            <a:t> </a:t>
          </a:r>
          <a:r>
            <a:rPr lang="tr-TR" sz="1700" kern="1200" dirty="0" err="1"/>
            <a:t>any</a:t>
          </a:r>
          <a:r>
            <a:rPr lang="en-US" sz="1700" kern="1200" dirty="0"/>
            <a:t> matching</a:t>
          </a:r>
          <a:r>
            <a:rPr lang="tr-TR" sz="1700" kern="1200" dirty="0"/>
            <a:t> </a:t>
          </a:r>
          <a:r>
            <a:rPr lang="en-US" sz="1700" kern="1200" dirty="0"/>
            <a:t>orphans</a:t>
          </a:r>
          <a:r>
            <a:rPr lang="tr-TR" sz="1700" kern="1200" dirty="0"/>
            <a:t>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with </a:t>
          </a:r>
          <a:r>
            <a:rPr lang="en-US" sz="1700" kern="1200"/>
            <a:t>reference </a:t>
          </a:r>
          <a:r>
            <a:rPr lang="tr-TR" sz="1700" kern="1200"/>
            <a:t>to newly arrived</a:t>
          </a:r>
          <a:r>
            <a:rPr lang="en-US" sz="1700" kern="1200"/>
            <a:t> transaction’s outputs (its children) </a:t>
          </a:r>
        </a:p>
      </dsp:txBody>
      <dsp:txXfrm>
        <a:off x="3403945" y="1934128"/>
        <a:ext cx="2894062" cy="1422992"/>
      </dsp:txXfrm>
    </dsp:sp>
    <dsp:sp modelId="{287D3CAD-C2D2-462D-8442-FEB70591D9E1}">
      <dsp:nvSpPr>
        <dsp:cNvPr id="0" name=""/>
        <dsp:cNvSpPr/>
      </dsp:nvSpPr>
      <dsp:spPr>
        <a:xfrm>
          <a:off x="7745039" y="29412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B1D9FD1-5726-42F2-9DB2-D8F0A48764E5}">
      <dsp:nvSpPr>
        <dsp:cNvPr id="0" name=""/>
        <dsp:cNvSpPr/>
      </dsp:nvSpPr>
      <dsp:spPr>
        <a:xfrm>
          <a:off x="6804468" y="14387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Remove valid Orphans</a:t>
          </a:r>
          <a:endParaRPr lang="en-US" sz="2400" kern="1200"/>
        </a:p>
      </dsp:txBody>
      <dsp:txXfrm>
        <a:off x="6804468" y="1438759"/>
        <a:ext cx="2894062" cy="434109"/>
      </dsp:txXfrm>
    </dsp:sp>
    <dsp:sp modelId="{88BEA314-A88F-48C5-9F46-8D9E742F80B9}">
      <dsp:nvSpPr>
        <dsp:cNvPr id="0" name=""/>
        <dsp:cNvSpPr/>
      </dsp:nvSpPr>
      <dsp:spPr>
        <a:xfrm>
          <a:off x="6804468" y="1934128"/>
          <a:ext cx="2894062" cy="14229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valid,</a:t>
          </a:r>
          <a:r>
            <a:rPr lang="tr-TR" sz="1700" kern="1200"/>
            <a:t> orphans</a:t>
          </a:r>
          <a:r>
            <a:rPr lang="en-US" sz="1700" kern="1200"/>
            <a:t> are removed from the orphan pool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</a:t>
          </a:r>
          <a:r>
            <a:rPr lang="tr-TR" sz="1700" kern="1200"/>
            <a:t> </a:t>
          </a:r>
          <a:r>
            <a:rPr lang="en-US" sz="1700" kern="1200"/>
            <a:t>added to the transaction pool</a:t>
          </a:r>
        </a:p>
      </dsp:txBody>
      <dsp:txXfrm>
        <a:off x="6804468" y="1934128"/>
        <a:ext cx="2894062" cy="1422992"/>
      </dsp:txXfrm>
    </dsp:sp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E7FACD1-090F-42C5-A508-A6D650165967}">
      <dsp:nvSpPr>
        <dsp:cNvPr id="0" name=""/>
        <dsp:cNvSpPr/>
      </dsp:nvSpPr>
      <dsp:spPr>
        <a:xfrm>
          <a:off x="943992" y="28470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18E4F6-52BA-4FDE-8A48-FCFAC527E046}">
      <dsp:nvSpPr>
        <dsp:cNvPr id="0" name=""/>
        <dsp:cNvSpPr/>
      </dsp:nvSpPr>
      <dsp:spPr>
        <a:xfrm>
          <a:off x="3421" y="143015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Complete the chain</a:t>
          </a:r>
          <a:endParaRPr lang="en-US" sz="2400" kern="1200"/>
        </a:p>
      </dsp:txBody>
      <dsp:txXfrm>
        <a:off x="3421" y="1430150"/>
        <a:ext cx="2894062" cy="434109"/>
      </dsp:txXfrm>
    </dsp:sp>
    <dsp:sp modelId="{55955FC2-7B1E-4C79-ACBE-79E200DE65A0}">
      <dsp:nvSpPr>
        <dsp:cNvPr id="0" name=""/>
        <dsp:cNvSpPr/>
      </dsp:nvSpPr>
      <dsp:spPr>
        <a:xfrm>
          <a:off x="3421" y="1925896"/>
          <a:ext cx="2894062" cy="14406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complet</a:t>
          </a:r>
          <a:r>
            <a:rPr lang="tr-TR" sz="1700" kern="1200"/>
            <a:t>e</a:t>
          </a:r>
          <a:r>
            <a:rPr lang="en-US" sz="1700" kern="1200"/>
            <a:t> the chain that started with the parent</a:t>
          </a:r>
          <a:r>
            <a:rPr lang="tr-TR" sz="1700" kern="1200"/>
            <a:t> </a:t>
          </a:r>
          <a:r>
            <a:rPr lang="en-US" sz="1700" kern="1200"/>
            <a:t>transaction. </a:t>
          </a:r>
        </a:p>
      </dsp:txBody>
      <dsp:txXfrm>
        <a:off x="3421" y="1925896"/>
        <a:ext cx="2894062" cy="1440644"/>
      </dsp:txXfrm>
    </dsp:sp>
    <dsp:sp modelId="{6023FDD0-C1B3-4386-95E2-A69F1A82D23E}">
      <dsp:nvSpPr>
        <dsp:cNvPr id="0" name=""/>
        <dsp:cNvSpPr/>
      </dsp:nvSpPr>
      <dsp:spPr>
        <a:xfrm>
          <a:off x="4344515" y="28470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47FDD84-1699-4837-984D-666515E29D2E}">
      <dsp:nvSpPr>
        <dsp:cNvPr id="0" name=""/>
        <dsp:cNvSpPr/>
      </dsp:nvSpPr>
      <dsp:spPr>
        <a:xfrm>
          <a:off x="3403945" y="143015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Not Orphans anymore</a:t>
          </a:r>
          <a:endParaRPr lang="en-US" sz="2400" kern="1200"/>
        </a:p>
      </dsp:txBody>
      <dsp:txXfrm>
        <a:off x="3403945" y="1430150"/>
        <a:ext cx="2894062" cy="434109"/>
      </dsp:txXfrm>
    </dsp:sp>
    <dsp:sp modelId="{62EEE7D2-2D74-4E09-84BF-9FBFF4755F73}">
      <dsp:nvSpPr>
        <dsp:cNvPr id="0" name=""/>
        <dsp:cNvSpPr/>
      </dsp:nvSpPr>
      <dsp:spPr>
        <a:xfrm>
          <a:off x="3403945" y="1925896"/>
          <a:ext cx="2894062" cy="14406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newly added transaction</a:t>
          </a:r>
          <a:r>
            <a:rPr lang="tr-TR" sz="1700" kern="1200"/>
            <a:t> are </a:t>
          </a:r>
          <a:r>
            <a:rPr lang="en-US" sz="1700" kern="1200"/>
            <a:t>no</a:t>
          </a:r>
          <a:r>
            <a:rPr lang="tr-TR" sz="1700" kern="1200"/>
            <a:t>t</a:t>
          </a:r>
          <a:r>
            <a:rPr lang="en-US" sz="1700" kern="1200"/>
            <a:t> orphan</a:t>
          </a:r>
          <a:r>
            <a:rPr lang="tr-TR" sz="1700" kern="1200"/>
            <a:t>s any more </a:t>
          </a:r>
          <a:endParaRPr lang="en-US" sz="1700" kern="1200"/>
        </a:p>
      </dsp:txBody>
      <dsp:txXfrm>
        <a:off x="3403945" y="1925896"/>
        <a:ext cx="2894062" cy="1440644"/>
      </dsp:txXfrm>
    </dsp:sp>
    <dsp:sp modelId="{1C53E09E-A122-41FF-8205-1B96FA7B4ED6}">
      <dsp:nvSpPr>
        <dsp:cNvPr id="0" name=""/>
        <dsp:cNvSpPr/>
      </dsp:nvSpPr>
      <dsp:spPr>
        <a:xfrm>
          <a:off x="7745039" y="28470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497B46-5C10-426A-A07A-DDA67E6674FE}">
      <dsp:nvSpPr>
        <dsp:cNvPr id="0" name=""/>
        <dsp:cNvSpPr/>
      </dsp:nvSpPr>
      <dsp:spPr>
        <a:xfrm>
          <a:off x="6804468" y="143015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Recursive processing</a:t>
          </a:r>
          <a:endParaRPr lang="en-US" sz="2400" kern="1200"/>
        </a:p>
      </dsp:txBody>
      <dsp:txXfrm>
        <a:off x="6804468" y="1430150"/>
        <a:ext cx="2894062" cy="434109"/>
      </dsp:txXfrm>
    </dsp:sp>
    <dsp:sp modelId="{710E5185-5818-4E91-A731-394F4CF5A92B}">
      <dsp:nvSpPr>
        <dsp:cNvPr id="0" name=""/>
        <dsp:cNvSpPr/>
      </dsp:nvSpPr>
      <dsp:spPr>
        <a:xfrm>
          <a:off x="6804468" y="1925896"/>
          <a:ext cx="2894062" cy="14406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process is repeated recursively looking for any further descendants,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until no more</a:t>
          </a:r>
          <a:r>
            <a:rPr lang="tr-TR" sz="1700" kern="1200"/>
            <a:t> descendants are found.</a:t>
          </a:r>
          <a:endParaRPr lang="en-US" sz="1700" kern="1200"/>
        </a:p>
      </dsp:txBody>
      <dsp:txXfrm>
        <a:off x="6804468" y="1925896"/>
        <a:ext cx="2894062" cy="1440644"/>
      </dsp:txXfrm>
    </dsp:sp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BC9AB13-E075-4974-A958-1566C33D9BAC}">
      <dsp:nvSpPr>
        <dsp:cNvPr id="0" name=""/>
        <dsp:cNvSpPr/>
      </dsp:nvSpPr>
      <dsp:spPr>
        <a:xfrm>
          <a:off x="698671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F2FB1B7-3D39-476C-8AB0-17672B998F9D}">
      <dsp:nvSpPr>
        <dsp:cNvPr id="0" name=""/>
        <dsp:cNvSpPr/>
      </dsp:nvSpPr>
      <dsp:spPr>
        <a:xfrm>
          <a:off x="2156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Implementation with UTXO </a:t>
          </a:r>
          <a:endParaRPr lang="en-US" sz="1400" kern="1200"/>
        </a:p>
      </dsp:txBody>
      <dsp:txXfrm>
        <a:off x="2156" y="1630428"/>
        <a:ext cx="2143124" cy="442019"/>
      </dsp:txXfrm>
    </dsp:sp>
    <dsp:sp modelId="{4AB23009-4A5A-4005-8E69-BDE6273EE7F3}">
      <dsp:nvSpPr>
        <dsp:cNvPr id="0" name=""/>
        <dsp:cNvSpPr/>
      </dsp:nvSpPr>
      <dsp:spPr>
        <a:xfrm>
          <a:off x="2156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Some implementations of the bitcoin client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also maintain a UTXO database or pool</a:t>
          </a:r>
        </a:p>
      </dsp:txBody>
      <dsp:txXfrm>
        <a:off x="2156" y="2113817"/>
        <a:ext cx="2143124" cy="746042"/>
      </dsp:txXfrm>
    </dsp:sp>
    <dsp:sp modelId="{95E1BF18-D896-422C-A724-11D8806C738A}">
      <dsp:nvSpPr>
        <dsp:cNvPr id="0" name=""/>
        <dsp:cNvSpPr/>
      </dsp:nvSpPr>
      <dsp:spPr>
        <a:xfrm>
          <a:off x="3216843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D0A8EB2-ADEA-4642-BD67-4568933543C3}">
      <dsp:nvSpPr>
        <dsp:cNvPr id="0" name=""/>
        <dsp:cNvSpPr/>
      </dsp:nvSpPr>
      <dsp:spPr>
        <a:xfrm>
          <a:off x="2520328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Unspent outputs</a:t>
          </a:r>
          <a:endParaRPr lang="en-US" sz="1400" kern="1200"/>
        </a:p>
      </dsp:txBody>
      <dsp:txXfrm>
        <a:off x="2520328" y="1630428"/>
        <a:ext cx="2143124" cy="442019"/>
      </dsp:txXfrm>
    </dsp:sp>
    <dsp:sp modelId="{92BA1F7A-A99D-4730-87F2-E7A7AC37748C}">
      <dsp:nvSpPr>
        <dsp:cNvPr id="0" name=""/>
        <dsp:cNvSpPr/>
      </dsp:nvSpPr>
      <dsp:spPr>
        <a:xfrm>
          <a:off x="2520328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set of all unspent outputs on the blockchain. </a:t>
          </a:r>
        </a:p>
      </dsp:txBody>
      <dsp:txXfrm>
        <a:off x="2520328" y="2113817"/>
        <a:ext cx="2143124" cy="746042"/>
      </dsp:txXfrm>
    </dsp:sp>
    <dsp:sp modelId="{1F06E392-8114-44A3-880A-D3F8B939CB84}">
      <dsp:nvSpPr>
        <dsp:cNvPr id="0" name=""/>
        <dsp:cNvSpPr/>
      </dsp:nvSpPr>
      <dsp:spPr>
        <a:xfrm>
          <a:off x="5735015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4E9A23-8BE2-4427-8680-D1E586488B76}">
      <dsp:nvSpPr>
        <dsp:cNvPr id="0" name=""/>
        <dsp:cNvSpPr/>
      </dsp:nvSpPr>
      <dsp:spPr>
        <a:xfrm>
          <a:off x="5038499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Millions of Entries</a:t>
          </a:r>
          <a:endParaRPr lang="en-US" sz="1400" kern="1200"/>
        </a:p>
      </dsp:txBody>
      <dsp:txXfrm>
        <a:off x="5038499" y="1630428"/>
        <a:ext cx="2143124" cy="442019"/>
      </dsp:txXfrm>
    </dsp:sp>
    <dsp:sp modelId="{6A7A1F51-E081-4D56-86B0-AA4822E61872}">
      <dsp:nvSpPr>
        <dsp:cNvPr id="0" name=""/>
        <dsp:cNvSpPr/>
      </dsp:nvSpPr>
      <dsp:spPr>
        <a:xfrm>
          <a:off x="5038499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dirty="0" err="1"/>
            <a:t>Contains</a:t>
          </a:r>
          <a:r>
            <a:rPr lang="tr-TR" sz="1100" kern="1200" dirty="0"/>
            <a:t> </a:t>
          </a:r>
          <a:r>
            <a:rPr lang="en-US" sz="1100" kern="1200" dirty="0"/>
            <a:t>millions of entries of unspent transaction outputs</a:t>
          </a:r>
        </a:p>
      </dsp:txBody>
      <dsp:txXfrm>
        <a:off x="5038499" y="2113817"/>
        <a:ext cx="2143124" cy="746042"/>
      </dsp:txXfrm>
    </dsp:sp>
    <dsp:sp modelId="{4D1E7BD1-0AFF-4B09-A137-00F90A103E6A}">
      <dsp:nvSpPr>
        <dsp:cNvPr id="0" name=""/>
        <dsp:cNvSpPr/>
      </dsp:nvSpPr>
      <dsp:spPr>
        <a:xfrm>
          <a:off x="8253187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128B1DC-832F-4FCC-960C-9009A0B4B3EE}">
      <dsp:nvSpPr>
        <dsp:cNvPr id="0" name=""/>
        <dsp:cNvSpPr/>
      </dsp:nvSpPr>
      <dsp:spPr>
        <a:xfrm>
          <a:off x="7556671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All the way back to genesis block</a:t>
          </a:r>
          <a:endParaRPr lang="en-US" sz="1400" kern="1200"/>
        </a:p>
      </dsp:txBody>
      <dsp:txXfrm>
        <a:off x="7556671" y="1630428"/>
        <a:ext cx="2143124" cy="442019"/>
      </dsp:txXfrm>
    </dsp:sp>
    <dsp:sp modelId="{BC9A3C9F-4687-47EC-BC1B-66A35811AC69}">
      <dsp:nvSpPr>
        <dsp:cNvPr id="0" name=""/>
        <dsp:cNvSpPr/>
      </dsp:nvSpPr>
      <dsp:spPr>
        <a:xfrm>
          <a:off x="7556671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everything that is</a:t>
          </a:r>
          <a:r>
            <a:rPr lang="tr-TR" sz="1100" kern="1200" dirty="0"/>
            <a:t> </a:t>
          </a:r>
          <a:r>
            <a:rPr lang="en-US" sz="1100" kern="1200" dirty="0"/>
            <a:t>unspent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from all the way back to the genesis block. </a:t>
          </a:r>
        </a:p>
      </dsp:txBody>
      <dsp:txXfrm>
        <a:off x="7556671" y="2113817"/>
        <a:ext cx="2143124" cy="746042"/>
      </dsp:txXfrm>
    </dsp:sp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CB0588-6EE6-4B1B-BA0F-A6A6BEB4123E}">
      <dsp:nvSpPr>
        <dsp:cNvPr id="0" name=""/>
        <dsp:cNvSpPr/>
      </dsp:nvSpPr>
      <dsp:spPr>
        <a:xfrm>
          <a:off x="404568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5B966B-A51B-43EA-BD21-D369356B8566}">
      <dsp:nvSpPr>
        <dsp:cNvPr id="0" name=""/>
        <dsp:cNvSpPr/>
      </dsp:nvSpPr>
      <dsp:spPr>
        <a:xfrm>
          <a:off x="4209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4209" y="1505976"/>
        <a:ext cx="1231875" cy="219427"/>
      </dsp:txXfrm>
    </dsp:sp>
    <dsp:sp modelId="{95CF05CD-631F-4EC2-828E-DC76AD3B8711}">
      <dsp:nvSpPr>
        <dsp:cNvPr id="0" name=""/>
        <dsp:cNvSpPr/>
      </dsp:nvSpPr>
      <dsp:spPr>
        <a:xfrm>
          <a:off x="4209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4209" y="1758267"/>
        <a:ext cx="1231875" cy="889072"/>
      </dsp:txXfrm>
    </dsp:sp>
    <dsp:sp modelId="{3795D6FA-BBA5-465B-93B5-012227CC8544}">
      <dsp:nvSpPr>
        <dsp:cNvPr id="0" name=""/>
        <dsp:cNvSpPr/>
      </dsp:nvSpPr>
      <dsp:spPr>
        <a:xfrm>
          <a:off x="1852021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52D8C0-2783-4F0F-9C2D-FF95DB92E27A}">
      <dsp:nvSpPr>
        <dsp:cNvPr id="0" name=""/>
        <dsp:cNvSpPr/>
      </dsp:nvSpPr>
      <dsp:spPr>
        <a:xfrm>
          <a:off x="1451662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451662" y="1505976"/>
        <a:ext cx="1231875" cy="219427"/>
      </dsp:txXfrm>
    </dsp:sp>
    <dsp:sp modelId="{E1A173B0-9B39-4C3B-9584-49CD08828F15}">
      <dsp:nvSpPr>
        <dsp:cNvPr id="0" name=""/>
        <dsp:cNvSpPr/>
      </dsp:nvSpPr>
      <dsp:spPr>
        <a:xfrm>
          <a:off x="1451662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451662" y="1758267"/>
        <a:ext cx="1231875" cy="889072"/>
      </dsp:txXfrm>
    </dsp:sp>
    <dsp:sp modelId="{6A95F01C-A1F2-4B7A-8242-5508CD9FCC31}">
      <dsp:nvSpPr>
        <dsp:cNvPr id="0" name=""/>
        <dsp:cNvSpPr/>
      </dsp:nvSpPr>
      <dsp:spPr>
        <a:xfrm>
          <a:off x="3299474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3A075D-F5D1-4D96-A083-1F3F79AB6855}">
      <dsp:nvSpPr>
        <dsp:cNvPr id="0" name=""/>
        <dsp:cNvSpPr/>
      </dsp:nvSpPr>
      <dsp:spPr>
        <a:xfrm>
          <a:off x="2899115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2899115" y="1505976"/>
        <a:ext cx="1231875" cy="219427"/>
      </dsp:txXfrm>
    </dsp:sp>
    <dsp:sp modelId="{13B946F5-83CA-43AA-972E-1D321E708A8A}">
      <dsp:nvSpPr>
        <dsp:cNvPr id="0" name=""/>
        <dsp:cNvSpPr/>
      </dsp:nvSpPr>
      <dsp:spPr>
        <a:xfrm>
          <a:off x="2899115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2899115" y="1758267"/>
        <a:ext cx="1231875" cy="889072"/>
      </dsp:txXfrm>
    </dsp:sp>
    <dsp:sp modelId="{47902A24-84CA-4CA1-B1A5-A1312C48A519}">
      <dsp:nvSpPr>
        <dsp:cNvPr id="0" name=""/>
        <dsp:cNvSpPr/>
      </dsp:nvSpPr>
      <dsp:spPr>
        <a:xfrm>
          <a:off x="4746928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564075E-F67D-4BA2-8C47-39914D8BE69D}">
      <dsp:nvSpPr>
        <dsp:cNvPr id="0" name=""/>
        <dsp:cNvSpPr/>
      </dsp:nvSpPr>
      <dsp:spPr>
        <a:xfrm>
          <a:off x="4346568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346568" y="1505976"/>
        <a:ext cx="1231875" cy="219427"/>
      </dsp:txXfrm>
    </dsp:sp>
    <dsp:sp modelId="{A472491E-4AB3-4452-A9AB-5543EA397D2E}">
      <dsp:nvSpPr>
        <dsp:cNvPr id="0" name=""/>
        <dsp:cNvSpPr/>
      </dsp:nvSpPr>
      <dsp:spPr>
        <a:xfrm>
          <a:off x="4346568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Select and explain a critical issu</a:t>
          </a:r>
          <a:r>
            <a:rPr lang="tr-TR" sz="1100" kern="1200"/>
            <a:t>e</a:t>
          </a:r>
          <a:r>
            <a:rPr lang="en-US" sz="1100" kern="1200"/>
            <a:t> in this chapter</a:t>
          </a:r>
          <a:endParaRPr lang="tr-TR" sz="1100" kern="1200"/>
        </a:p>
      </dsp:txBody>
      <dsp:txXfrm>
        <a:off x="4346568" y="1758267"/>
        <a:ext cx="1231875" cy="88907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18/2/layout/IconLabelList">
  <dgm:title val="Icon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2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50"/>
          <dgm:constr type="h" for="des" forName="compNode" op="equ"/>
          <dgm:constr type="h" for="des" forName="textRect" op="equ"/>
        </dgm:constrLst>
      </dgm:if>
      <dgm:if name="Name5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6"/>
          <dgm:constr type="h" for="des" forName="compNode" op="equ"/>
          <dgm:constr type="h" for="des" forName="textRect" op="equ"/>
        </dgm:constrLst>
      </dgm:if>
      <dgm:else name="Name6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7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4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h" for="ch" forName="spaceRect" refType="h" fact="0.15"/>
          <dgm:constr type="w" for="ch" forName="spaceRect" refType="w"/>
          <dgm:constr type="l" for="ch" forName="spaceRect"/>
          <dgm:constr type="t" for="ch" forName="spaceRect" refType="b" refFor="ch" refForName="icon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8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22.12.2023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814164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5.xml"/><Relationship Id="rId7" Type="http://schemas.microsoft.com/office/2007/relationships/diagramDrawing" Target="../diagrams/drawing5.xml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5.xml"/><Relationship Id="rId5" Type="http://schemas.openxmlformats.org/officeDocument/2006/relationships/diagramQuickStyle" Target="../diagrams/quickStyle5.xml"/><Relationship Id="rId4" Type="http://schemas.openxmlformats.org/officeDocument/2006/relationships/diagramLayout" Target="../diagrams/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emf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9.xml"/><Relationship Id="rId7" Type="http://schemas.microsoft.com/office/2007/relationships/diagramDrawing" Target="../diagrams/drawing19.xml"/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19.xml"/><Relationship Id="rId5" Type="http://schemas.openxmlformats.org/officeDocument/2006/relationships/diagramQuickStyle" Target="../diagrams/quickStyle19.xml"/><Relationship Id="rId4" Type="http://schemas.openxmlformats.org/officeDocument/2006/relationships/diagramLayout" Target="../diagrams/layout19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0.xml"/><Relationship Id="rId7" Type="http://schemas.microsoft.com/office/2007/relationships/diagramDrawing" Target="../diagrams/drawing20.xml"/><Relationship Id="rId2" Type="http://schemas.openxmlformats.org/officeDocument/2006/relationships/image" Target="../media/image99.emf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20.xml"/><Relationship Id="rId5" Type="http://schemas.openxmlformats.org/officeDocument/2006/relationships/diagramQuickStyle" Target="../diagrams/quickStyle20.xml"/><Relationship Id="rId4" Type="http://schemas.openxmlformats.org/officeDocument/2006/relationships/diagramLayout" Target="../diagrams/layout20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7" Type="http://schemas.openxmlformats.org/officeDocument/2006/relationships/image" Target="../media/image100.emf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7" Type="http://schemas.openxmlformats.org/officeDocument/2006/relationships/image" Target="../media/image101.emf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7" Type="http://schemas.openxmlformats.org/officeDocument/2006/relationships/image" Target="../media/image102.emf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7" Type="http://schemas.openxmlformats.org/officeDocument/2006/relationships/image" Target="../media/image103.emf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7" Type="http://schemas.openxmlformats.org/officeDocument/2006/relationships/image" Target="../media/image104.emf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8.xml"/><Relationship Id="rId2" Type="http://schemas.openxmlformats.org/officeDocument/2006/relationships/diagramData" Target="../diagrams/data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8.xml"/><Relationship Id="rId5" Type="http://schemas.openxmlformats.org/officeDocument/2006/relationships/diagramColors" Target="../diagrams/colors28.xml"/><Relationship Id="rId4" Type="http://schemas.openxmlformats.org/officeDocument/2006/relationships/diagramQuickStyle" Target="../diagrams/quickStyle2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9.xml"/><Relationship Id="rId7" Type="http://schemas.microsoft.com/office/2007/relationships/diagramDrawing" Target="../diagrams/drawing29.xml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9.xml"/><Relationship Id="rId5" Type="http://schemas.openxmlformats.org/officeDocument/2006/relationships/diagramQuickStyle" Target="../diagrams/quickStyle29.xml"/><Relationship Id="rId4" Type="http://schemas.openxmlformats.org/officeDocument/2006/relationships/diagramLayout" Target="../diagrams/layout29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emf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3.xml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3.xml"/><Relationship Id="rId5" Type="http://schemas.openxmlformats.org/officeDocument/2006/relationships/diagramColors" Target="../diagrams/colors43.xml"/><Relationship Id="rId4" Type="http://schemas.openxmlformats.org/officeDocument/2006/relationships/diagramQuickStyle" Target="../diagrams/quickStyle4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4.xml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4.xml"/><Relationship Id="rId5" Type="http://schemas.openxmlformats.org/officeDocument/2006/relationships/diagramColors" Target="../diagrams/colors44.xml"/><Relationship Id="rId4" Type="http://schemas.openxmlformats.org/officeDocument/2006/relationships/diagramQuickStyle" Target="../diagrams/quickStyle4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6.xml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9.xml"/><Relationship Id="rId2" Type="http://schemas.openxmlformats.org/officeDocument/2006/relationships/diagramData" Target="../diagrams/data4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9.xml"/><Relationship Id="rId5" Type="http://schemas.openxmlformats.org/officeDocument/2006/relationships/diagramColors" Target="../diagrams/colors49.xml"/><Relationship Id="rId4" Type="http://schemas.openxmlformats.org/officeDocument/2006/relationships/diagramQuickStyle" Target="../diagrams/quickStyle49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0.xml"/><Relationship Id="rId2" Type="http://schemas.openxmlformats.org/officeDocument/2006/relationships/diagramData" Target="../diagrams/data5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0.xml"/><Relationship Id="rId5" Type="http://schemas.openxmlformats.org/officeDocument/2006/relationships/diagramColors" Target="../diagrams/colors50.xml"/><Relationship Id="rId4" Type="http://schemas.openxmlformats.org/officeDocument/2006/relationships/diagramQuickStyle" Target="../diagrams/quickStyle50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9.emf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1.xml"/><Relationship Id="rId2" Type="http://schemas.openxmlformats.org/officeDocument/2006/relationships/diagramData" Target="../diagrams/data5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1.xml"/><Relationship Id="rId5" Type="http://schemas.openxmlformats.org/officeDocument/2006/relationships/diagramColors" Target="../diagrams/colors51.xml"/><Relationship Id="rId4" Type="http://schemas.openxmlformats.org/officeDocument/2006/relationships/diagramQuickStyle" Target="../diagrams/quickStyle51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2.xml"/><Relationship Id="rId2" Type="http://schemas.openxmlformats.org/officeDocument/2006/relationships/diagramData" Target="../diagrams/data5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2.xml"/><Relationship Id="rId5" Type="http://schemas.openxmlformats.org/officeDocument/2006/relationships/diagramColors" Target="../diagrams/colors52.xml"/><Relationship Id="rId4" Type="http://schemas.openxmlformats.org/officeDocument/2006/relationships/diagramQuickStyle" Target="../diagrams/quickStyle5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3.xml"/><Relationship Id="rId2" Type="http://schemas.openxmlformats.org/officeDocument/2006/relationships/diagramData" Target="../diagrams/data5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3.xml"/><Relationship Id="rId5" Type="http://schemas.openxmlformats.org/officeDocument/2006/relationships/diagramColors" Target="../diagrams/colors53.xml"/><Relationship Id="rId4" Type="http://schemas.openxmlformats.org/officeDocument/2006/relationships/diagramQuickStyle" Target="../diagrams/quickStyle5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0.emf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4.xml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4.xml"/><Relationship Id="rId5" Type="http://schemas.openxmlformats.org/officeDocument/2006/relationships/diagramColors" Target="../diagrams/colors54.xml"/><Relationship Id="rId4" Type="http://schemas.openxmlformats.org/officeDocument/2006/relationships/diagramQuickStyle" Target="../diagrams/quickStyle5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jpeg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sVeolsQ3cvU?feature=oembed" TargetMode="External"/><Relationship Id="rId6" Type="http://schemas.openxmlformats.org/officeDocument/2006/relationships/hyperlink" Target="https://www.youtube.com/channel/UCd8CDrm6rvwBZc6g7BYAkfQ" TargetMode="External"/><Relationship Id="rId5" Type="http://schemas.openxmlformats.org/officeDocument/2006/relationships/image" Target="../media/image198.png"/><Relationship Id="rId4" Type="http://schemas.openxmlformats.org/officeDocument/2006/relationships/hyperlink" Target="https://www.youtube.com/watch?v=sVeolsQ3cvU" TargetMode="Externa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5.xml"/><Relationship Id="rId2" Type="http://schemas.openxmlformats.org/officeDocument/2006/relationships/diagramData" Target="../diagrams/data55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55.xml"/><Relationship Id="rId5" Type="http://schemas.openxmlformats.org/officeDocument/2006/relationships/diagramColors" Target="../diagrams/colors55.xml"/><Relationship Id="rId4" Type="http://schemas.openxmlformats.org/officeDocument/2006/relationships/diagramQuickStyle" Target="../diagrams/quickStyle55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6.xml"/><Relationship Id="rId2" Type="http://schemas.openxmlformats.org/officeDocument/2006/relationships/diagramData" Target="../diagrams/data5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6.xml"/><Relationship Id="rId5" Type="http://schemas.openxmlformats.org/officeDocument/2006/relationships/diagramColors" Target="../diagrams/colors56.xml"/><Relationship Id="rId4" Type="http://schemas.openxmlformats.org/officeDocument/2006/relationships/diagramQuickStyle" Target="../diagrams/quickStyle56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7.xml"/><Relationship Id="rId2" Type="http://schemas.openxmlformats.org/officeDocument/2006/relationships/diagramData" Target="../diagrams/data5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7.xml"/><Relationship Id="rId5" Type="http://schemas.openxmlformats.org/officeDocument/2006/relationships/diagramColors" Target="../diagrams/colors57.xml"/><Relationship Id="rId4" Type="http://schemas.openxmlformats.org/officeDocument/2006/relationships/diagramQuickStyle" Target="../diagrams/quickStyle5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8.xml"/><Relationship Id="rId2" Type="http://schemas.openxmlformats.org/officeDocument/2006/relationships/diagramData" Target="../diagrams/data5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8.xml"/><Relationship Id="rId5" Type="http://schemas.openxmlformats.org/officeDocument/2006/relationships/diagramColors" Target="../diagrams/colors58.xml"/><Relationship Id="rId4" Type="http://schemas.openxmlformats.org/officeDocument/2006/relationships/diagramQuickStyle" Target="../diagrams/quickStyle5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9.xml"/><Relationship Id="rId2" Type="http://schemas.openxmlformats.org/officeDocument/2006/relationships/diagramData" Target="../diagrams/data5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9.xml"/><Relationship Id="rId5" Type="http://schemas.openxmlformats.org/officeDocument/2006/relationships/diagramColors" Target="../diagrams/colors59.xml"/><Relationship Id="rId4" Type="http://schemas.openxmlformats.org/officeDocument/2006/relationships/diagramQuickStyle" Target="../diagrams/quickStyle59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0.xml"/><Relationship Id="rId2" Type="http://schemas.openxmlformats.org/officeDocument/2006/relationships/diagramData" Target="../diagrams/data6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0.xml"/><Relationship Id="rId5" Type="http://schemas.openxmlformats.org/officeDocument/2006/relationships/diagramColors" Target="../diagrams/colors60.xml"/><Relationship Id="rId4" Type="http://schemas.openxmlformats.org/officeDocument/2006/relationships/diagramQuickStyle" Target="../diagrams/quickStyle6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1.xml"/><Relationship Id="rId2" Type="http://schemas.openxmlformats.org/officeDocument/2006/relationships/diagramData" Target="../diagrams/data61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61.xml"/><Relationship Id="rId5" Type="http://schemas.openxmlformats.org/officeDocument/2006/relationships/diagramColors" Target="../diagrams/colors61.xml"/><Relationship Id="rId4" Type="http://schemas.openxmlformats.org/officeDocument/2006/relationships/diagramQuickStyle" Target="../diagrams/quickStyle6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2.xml"/><Relationship Id="rId2" Type="http://schemas.openxmlformats.org/officeDocument/2006/relationships/diagramData" Target="../diagrams/data6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2.xml"/><Relationship Id="rId5" Type="http://schemas.openxmlformats.org/officeDocument/2006/relationships/diagramColors" Target="../diagrams/colors62.xml"/><Relationship Id="rId4" Type="http://schemas.openxmlformats.org/officeDocument/2006/relationships/diagramQuickStyle" Target="../diagrams/quickStyle6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3.xml"/><Relationship Id="rId2" Type="http://schemas.openxmlformats.org/officeDocument/2006/relationships/diagramData" Target="../diagrams/data6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3.xml"/><Relationship Id="rId5" Type="http://schemas.openxmlformats.org/officeDocument/2006/relationships/diagramColors" Target="../diagrams/colors63.xml"/><Relationship Id="rId4" Type="http://schemas.openxmlformats.org/officeDocument/2006/relationships/diagramQuickStyle" Target="../diagrams/quickStyle6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4.xml"/><Relationship Id="rId2" Type="http://schemas.openxmlformats.org/officeDocument/2006/relationships/diagramData" Target="../diagrams/data6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4.xml"/><Relationship Id="rId5" Type="http://schemas.openxmlformats.org/officeDocument/2006/relationships/diagramColors" Target="../diagrams/colors64.xml"/><Relationship Id="rId4" Type="http://schemas.openxmlformats.org/officeDocument/2006/relationships/diagramQuickStyle" Target="../diagrams/quickStyle6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9.emf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6.xml"/><Relationship Id="rId2" Type="http://schemas.openxmlformats.org/officeDocument/2006/relationships/diagramData" Target="../diagrams/data66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66.xml"/><Relationship Id="rId5" Type="http://schemas.openxmlformats.org/officeDocument/2006/relationships/diagramColors" Target="../diagrams/colors66.xml"/><Relationship Id="rId4" Type="http://schemas.openxmlformats.org/officeDocument/2006/relationships/diagramQuickStyle" Target="../diagrams/quickStyle66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7.xml"/><Relationship Id="rId2" Type="http://schemas.openxmlformats.org/officeDocument/2006/relationships/diagramData" Target="../diagrams/data6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7.xml"/><Relationship Id="rId5" Type="http://schemas.openxmlformats.org/officeDocument/2006/relationships/diagramColors" Target="../diagrams/colors67.xml"/><Relationship Id="rId4" Type="http://schemas.openxmlformats.org/officeDocument/2006/relationships/diagramQuickStyle" Target="../diagrams/quickStyle6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8.xml"/><Relationship Id="rId2" Type="http://schemas.openxmlformats.org/officeDocument/2006/relationships/diagramData" Target="../diagrams/data6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8.xml"/><Relationship Id="rId5" Type="http://schemas.openxmlformats.org/officeDocument/2006/relationships/diagramColors" Target="../diagrams/colors68.xml"/><Relationship Id="rId4" Type="http://schemas.openxmlformats.org/officeDocument/2006/relationships/diagramQuickStyle" Target="../diagrams/quickStyle68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8.emf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9.xml"/><Relationship Id="rId2" Type="http://schemas.openxmlformats.org/officeDocument/2006/relationships/diagramData" Target="../diagrams/data69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69.xml"/><Relationship Id="rId5" Type="http://schemas.openxmlformats.org/officeDocument/2006/relationships/diagramColors" Target="../diagrams/colors69.xml"/><Relationship Id="rId4" Type="http://schemas.openxmlformats.org/officeDocument/2006/relationships/diagramQuickStyle" Target="../diagrams/quickStyle69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0.xml"/><Relationship Id="rId2" Type="http://schemas.openxmlformats.org/officeDocument/2006/relationships/diagramData" Target="../diagrams/data7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0.xml"/><Relationship Id="rId5" Type="http://schemas.openxmlformats.org/officeDocument/2006/relationships/diagramColors" Target="../diagrams/colors70.xml"/><Relationship Id="rId4" Type="http://schemas.openxmlformats.org/officeDocument/2006/relationships/diagramQuickStyle" Target="../diagrams/quickStyle70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1.xml"/><Relationship Id="rId2" Type="http://schemas.openxmlformats.org/officeDocument/2006/relationships/diagramData" Target="../diagrams/data7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1.xml"/><Relationship Id="rId5" Type="http://schemas.openxmlformats.org/officeDocument/2006/relationships/diagramColors" Target="../diagrams/colors71.xml"/><Relationship Id="rId4" Type="http://schemas.openxmlformats.org/officeDocument/2006/relationships/diagramQuickStyle" Target="../diagrams/quickStyle71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jpeg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kfFacplFY4Y?feature=oembed" TargetMode="External"/><Relationship Id="rId6" Type="http://schemas.openxmlformats.org/officeDocument/2006/relationships/hyperlink" Target="https://www.youtube.com/watch?v=kfFacplFY4Y" TargetMode="External"/><Relationship Id="rId5" Type="http://schemas.openxmlformats.org/officeDocument/2006/relationships/hyperlink" Target="https://www.youtube.com/channel/UCDzVUXiTr3hClI-zzCWbYzg" TargetMode="External"/><Relationship Id="rId4" Type="http://schemas.openxmlformats.org/officeDocument/2006/relationships/image" Target="../media/image258.jpe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2.xml"/><Relationship Id="rId2" Type="http://schemas.openxmlformats.org/officeDocument/2006/relationships/diagramData" Target="../diagrams/data7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72.xml"/><Relationship Id="rId5" Type="http://schemas.openxmlformats.org/officeDocument/2006/relationships/diagramColors" Target="../diagrams/colors72.xml"/><Relationship Id="rId4" Type="http://schemas.openxmlformats.org/officeDocument/2006/relationships/diagramQuickStyle" Target="../diagrams/quickStyle7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3.xml"/><Relationship Id="rId2" Type="http://schemas.openxmlformats.org/officeDocument/2006/relationships/diagramData" Target="../diagrams/data7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3.xml"/><Relationship Id="rId5" Type="http://schemas.openxmlformats.org/officeDocument/2006/relationships/diagramColors" Target="../diagrams/colors73.xml"/><Relationship Id="rId4" Type="http://schemas.openxmlformats.org/officeDocument/2006/relationships/diagramQuickStyle" Target="../diagrams/quickStyle7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4.xml"/><Relationship Id="rId2" Type="http://schemas.openxmlformats.org/officeDocument/2006/relationships/diagramData" Target="../diagrams/data7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4.xml"/><Relationship Id="rId5" Type="http://schemas.openxmlformats.org/officeDocument/2006/relationships/diagramColors" Target="../diagrams/colors74.xml"/><Relationship Id="rId4" Type="http://schemas.openxmlformats.org/officeDocument/2006/relationships/diagramQuickStyle" Target="../diagrams/quickStyle7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6.xml"/><Relationship Id="rId2" Type="http://schemas.openxmlformats.org/officeDocument/2006/relationships/diagramData" Target="../diagrams/data7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6.xml"/><Relationship Id="rId5" Type="http://schemas.openxmlformats.org/officeDocument/2006/relationships/diagramColors" Target="../diagrams/colors76.xml"/><Relationship Id="rId4" Type="http://schemas.openxmlformats.org/officeDocument/2006/relationships/diagramQuickStyle" Target="../diagrams/quickStyle7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7.xml"/><Relationship Id="rId2" Type="http://schemas.openxmlformats.org/officeDocument/2006/relationships/diagramData" Target="../diagrams/data7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7.xml"/><Relationship Id="rId5" Type="http://schemas.openxmlformats.org/officeDocument/2006/relationships/diagramColors" Target="../diagrams/colors77.xml"/><Relationship Id="rId4" Type="http://schemas.openxmlformats.org/officeDocument/2006/relationships/diagramQuickStyle" Target="../diagrams/quickStyle7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8.xml"/><Relationship Id="rId2" Type="http://schemas.openxmlformats.org/officeDocument/2006/relationships/diagramData" Target="../diagrams/data7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8.xml"/><Relationship Id="rId5" Type="http://schemas.openxmlformats.org/officeDocument/2006/relationships/diagramColors" Target="../diagrams/colors78.xml"/><Relationship Id="rId4" Type="http://schemas.openxmlformats.org/officeDocument/2006/relationships/diagramQuickStyle" Target="../diagrams/quickStyle78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9.xml"/><Relationship Id="rId2" Type="http://schemas.openxmlformats.org/officeDocument/2006/relationships/diagramData" Target="../diagrams/data7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9.xml"/><Relationship Id="rId5" Type="http://schemas.openxmlformats.org/officeDocument/2006/relationships/diagramColors" Target="../diagrams/colors79.xml"/><Relationship Id="rId4" Type="http://schemas.openxmlformats.org/officeDocument/2006/relationships/diagramQuickStyle" Target="../diagrams/quickStyle79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jpeg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6czcc1gZ7Ak?feature=oembed" TargetMode="External"/><Relationship Id="rId6" Type="http://schemas.openxmlformats.org/officeDocument/2006/relationships/image" Target="../media/image291.png"/><Relationship Id="rId5" Type="http://schemas.openxmlformats.org/officeDocument/2006/relationships/hyperlink" Target="https://www.youtube.com/channel/UCL8Nxsa1LB9DrMTHtt3IKiw" TargetMode="External"/><Relationship Id="rId4" Type="http://schemas.openxmlformats.org/officeDocument/2006/relationships/hyperlink" Target="https://www.youtube.com/watch?v=6czcc1gZ7Ak" TargetMode="Externa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0.xml"/><Relationship Id="rId2" Type="http://schemas.openxmlformats.org/officeDocument/2006/relationships/diagramData" Target="../diagrams/data8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0.xml"/><Relationship Id="rId5" Type="http://schemas.openxmlformats.org/officeDocument/2006/relationships/diagramColors" Target="../diagrams/colors80.xml"/><Relationship Id="rId4" Type="http://schemas.openxmlformats.org/officeDocument/2006/relationships/diagramQuickStyle" Target="../diagrams/quickStyle80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2.xml"/><Relationship Id="rId2" Type="http://schemas.openxmlformats.org/officeDocument/2006/relationships/diagramData" Target="../diagrams/data8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82.xml"/><Relationship Id="rId5" Type="http://schemas.openxmlformats.org/officeDocument/2006/relationships/diagramColors" Target="../diagrams/colors82.xml"/><Relationship Id="rId4" Type="http://schemas.openxmlformats.org/officeDocument/2006/relationships/diagramQuickStyle" Target="../diagrams/quickStyle8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3.xml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3.xml"/><Relationship Id="rId5" Type="http://schemas.openxmlformats.org/officeDocument/2006/relationships/diagramColors" Target="../diagrams/colors83.xml"/><Relationship Id="rId4" Type="http://schemas.openxmlformats.org/officeDocument/2006/relationships/diagramQuickStyle" Target="../diagrams/quickStyle8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4.xml"/><Relationship Id="rId2" Type="http://schemas.openxmlformats.org/officeDocument/2006/relationships/diagramData" Target="../diagrams/data8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4.xml"/><Relationship Id="rId5" Type="http://schemas.openxmlformats.org/officeDocument/2006/relationships/diagramColors" Target="../diagrams/colors84.xml"/><Relationship Id="rId4" Type="http://schemas.openxmlformats.org/officeDocument/2006/relationships/diagramQuickStyle" Target="../diagrams/quickStyle8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5.xml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5.xml"/><Relationship Id="rId5" Type="http://schemas.openxmlformats.org/officeDocument/2006/relationships/diagramColors" Target="../diagrams/colors85.xml"/><Relationship Id="rId4" Type="http://schemas.openxmlformats.org/officeDocument/2006/relationships/diagramQuickStyle" Target="../diagrams/quickStyle8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6.xml"/><Relationship Id="rId2" Type="http://schemas.openxmlformats.org/officeDocument/2006/relationships/diagramData" Target="../diagrams/data8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6.xml"/><Relationship Id="rId5" Type="http://schemas.openxmlformats.org/officeDocument/2006/relationships/diagramColors" Target="../diagrams/colors86.xml"/><Relationship Id="rId4" Type="http://schemas.openxmlformats.org/officeDocument/2006/relationships/diagramQuickStyle" Target="../diagrams/quickStyle86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7.xml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7.xml"/><Relationship Id="rId5" Type="http://schemas.openxmlformats.org/officeDocument/2006/relationships/diagramColors" Target="../diagrams/colors87.xml"/><Relationship Id="rId4" Type="http://schemas.openxmlformats.org/officeDocument/2006/relationships/diagramQuickStyle" Target="../diagrams/quickStyle8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88.xml"/><Relationship Id="rId7" Type="http://schemas.microsoft.com/office/2007/relationships/diagramDrawing" Target="../diagrams/drawing88.xml"/><Relationship Id="rId2" Type="http://schemas.openxmlformats.org/officeDocument/2006/relationships/image" Target="../media/image325.jpe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88.xml"/><Relationship Id="rId5" Type="http://schemas.openxmlformats.org/officeDocument/2006/relationships/diagramQuickStyle" Target="../diagrams/quickStyle88.xml"/><Relationship Id="rId4" Type="http://schemas.openxmlformats.org/officeDocument/2006/relationships/diagramLayout" Target="../diagrams/layout8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8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Bitcoin Network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80913421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762686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28947260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4989180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Rectangle 27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/>
              <a:t>Peer-to-Peer Network Architecture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2C147A2-BCC0-436B-B54E-A3E1F94FF79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91698101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428576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7" name="Rectangle 86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3C2A670-14D9-468A-BBED-1E842E088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/>
              <a:t>Introduction</a:t>
            </a:r>
            <a:endParaRPr lang="tr-TR" dirty="0"/>
          </a:p>
        </p:txBody>
      </p:sp>
      <p:pic>
        <p:nvPicPr>
          <p:cNvPr id="4" name="Picture 2" descr="p2p ile ilgili gÃ¶rsel sonucu">
            <a:extLst>
              <a:ext uri="{FF2B5EF4-FFF2-40B4-BE49-F238E27FC236}">
                <a16:creationId xmlns:a16="http://schemas.microsoft.com/office/drawing/2014/main" id="{9B11D402-3AA4-4EB3-A4ED-F03A0B2FF5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714210" y="190265"/>
            <a:ext cx="5362545" cy="2681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5" name="Content Placeholder 2">
            <a:extLst>
              <a:ext uri="{FF2B5EF4-FFF2-40B4-BE49-F238E27FC236}">
                <a16:creationId xmlns:a16="http://schemas.microsoft.com/office/drawing/2014/main" id="{4446FCAD-DCD5-4993-856B-F28FC8C4E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60718135"/>
              </p:ext>
            </p:extLst>
          </p:nvPr>
        </p:nvGraphicFramePr>
        <p:xfrm>
          <a:off x="577517" y="2630904"/>
          <a:ext cx="11165304" cy="37859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9628377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27573D-2FB4-45D8-B0F4-3BDB962BFF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Mesh Network </a:t>
            </a:r>
            <a:r>
              <a:rPr lang="tr-TR" dirty="0" err="1"/>
              <a:t>with</a:t>
            </a:r>
            <a:r>
              <a:rPr lang="tr-TR" dirty="0"/>
              <a:t> </a:t>
            </a:r>
            <a:r>
              <a:rPr lang="tr-TR" dirty="0" err="1"/>
              <a:t>Flat</a:t>
            </a:r>
            <a:r>
              <a:rPr lang="tr-TR" dirty="0"/>
              <a:t> </a:t>
            </a:r>
            <a:r>
              <a:rPr lang="tr-TR" dirty="0" err="1"/>
              <a:t>Topology</a:t>
            </a:r>
            <a:endParaRPr lang="tr-TR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B80EA7A-C382-430C-8660-94A0C06109C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3643" y="579120"/>
            <a:ext cx="2933934" cy="2068423"/>
          </a:xfrm>
          <a:prstGeom prst="rect">
            <a:avLst/>
          </a:prstGeom>
        </p:spPr>
      </p:pic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5C3B041-EC72-4C0D-9581-860053B6E8E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6276922"/>
              </p:ext>
            </p:extLst>
          </p:nvPr>
        </p:nvGraphicFramePr>
        <p:xfrm>
          <a:off x="721895" y="2438400"/>
          <a:ext cx="10812379" cy="35292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24805230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FFA24E-1261-45DA-AAF4-2466F706F9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Bitcoin’s Topology Choice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8C9E509-5C36-42AC-A56C-B45B492C7A8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22730769"/>
              </p:ext>
            </p:extLst>
          </p:nvPr>
        </p:nvGraphicFramePr>
        <p:xfrm>
          <a:off x="1140727" y="2486526"/>
          <a:ext cx="1063417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0874142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67D5FD6-4D88-477F-BA37-06855F686F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Other Protocols on Bitcoin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FC99304-ED41-4C0F-B5C6-B468876C09E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07878845"/>
              </p:ext>
            </p:extLst>
          </p:nvPr>
        </p:nvGraphicFramePr>
        <p:xfrm>
          <a:off x="259644" y="2438399"/>
          <a:ext cx="11288889" cy="404141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272471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F0FC10-5F3D-41AC-BF35-BA134EA7C2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Extended Bitcoin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A75FBFF-EA76-408B-8FAA-469AC588C6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885665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849093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F0FC10-5F3D-41AC-BF35-BA134EA7C2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Extended Bitcoin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A75FBFF-EA76-408B-8FAA-469AC588C6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2274873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7453923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2A58FA0E-76B1-4E66-AF92-DAA175EC67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8360451"/>
              </p:ext>
            </p:extLst>
          </p:nvPr>
        </p:nvGraphicFramePr>
        <p:xfrm>
          <a:off x="5304487" y="1528014"/>
          <a:ext cx="6253571" cy="249534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5955056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D7283C-E308-43F8-AADD-D7534ED054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Roles of Nodes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Content Placeholder 2">
            <a:extLst>
              <a:ext uri="{FF2B5EF4-FFF2-40B4-BE49-F238E27FC236}">
                <a16:creationId xmlns:a16="http://schemas.microsoft.com/office/drawing/2014/main" id="{AD914A05-8EF0-4919-B453-1DB0E4956AB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678979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4374530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37E11E-F44C-490E-B5C8-456D8E669B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7937" y="568345"/>
            <a:ext cx="10966335" cy="1560716"/>
          </a:xfrm>
        </p:spPr>
        <p:txBody>
          <a:bodyPr>
            <a:normAutofit/>
          </a:bodyPr>
          <a:lstStyle/>
          <a:p>
            <a:r>
              <a:rPr lang="en-US" sz="4000" dirty="0"/>
              <a:t>A bitcoin network node with four functions</a:t>
            </a:r>
            <a:endParaRPr lang="tr-TR" sz="4000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7782E04-FFC7-40BE-A2E3-2F52B3E0EFA6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81746" y="2322094"/>
            <a:ext cx="4930712" cy="45318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006867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E003ED9-4A5D-49B0-8006-6AF4692F33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Nodes Functionality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428F506-CAE1-4DF8-BFFF-C501148D20B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0021077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02532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0DA900-A6FC-4EB5-9580-B76C9816E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Full Nodes &amp; Lightweight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3F9ABFA-CF0B-4EBC-B550-1A46F399938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9053056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8727241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0DA900-A6FC-4EB5-9580-B76C9816E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Full Nodes &amp; Lightweight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3F9ABFA-CF0B-4EBC-B550-1A46F399938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620111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8766265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C0935CA-0CFF-43AC-9184-7FA774977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5D59C2E-C208-43D3-BE6B-6EE2EBFD05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301500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6295828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C0935CA-0CFF-43AC-9184-7FA774977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5D59C2E-C208-43D3-BE6B-6EE2EBFD05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4226827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41764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AAD5BB0-227D-497B-BF66-98C8243BE1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2F1C502-0C27-4C02-9C09-E52BBD5DBE1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9010891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7394394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807ED5B-84BF-40D8-93EA-37F80CDD24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Other Nodes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17E2C5AC-82C2-4122-B71B-A2695FFECF3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593324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4370352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3F2476-AF66-478D-98AC-4E572A85CC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166E222-C4EB-46F9-9119-DCF49513F9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>
              <a:lnSpc>
                <a:spcPct val="95000"/>
              </a:lnSpc>
            </a:pPr>
            <a:r>
              <a:rPr lang="en-US" sz="5400" i="1"/>
              <a:t>Different types of nodes on the extended bitcoin network</a:t>
            </a:r>
            <a:endParaRPr lang="en-US" sz="540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2F12B6A-580A-409C-BACB-16014F87E3F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i="1"/>
              <a:t>Figure 8-2</a:t>
            </a:r>
            <a:endParaRPr lang="en-US" sz="2400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87280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B5C20C0-7A7C-43CF-9FE7-C0E2C764AB0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0522" y="1459831"/>
            <a:ext cx="4044056" cy="3713747"/>
          </a:xfrm>
          <a:prstGeom prst="rect">
            <a:avLst/>
          </a:prstGeom>
        </p:spPr>
      </p:pic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164D0195-A168-496D-9BD5-7A7915113B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4390533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97984436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AE360B4-A992-412B-AF0D-0407731C03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95109" y="1660106"/>
            <a:ext cx="4023936" cy="3778168"/>
          </a:xfrm>
          <a:prstGeom prst="rect">
            <a:avLst/>
          </a:prstGeom>
        </p:spPr>
      </p:pic>
      <p:graphicFrame>
        <p:nvGraphicFramePr>
          <p:cNvPr id="6" name="Diagram 5">
            <a:extLst>
              <a:ext uri="{FF2B5EF4-FFF2-40B4-BE49-F238E27FC236}">
                <a16:creationId xmlns:a16="http://schemas.microsoft.com/office/drawing/2014/main" id="{68539F11-7A1D-4E70-AA12-370FAEC6B1A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25669393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37441755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38A7A3E2-56D8-4F0F-A4A6-E2B1715AE57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7162008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57A6853A-E2B8-4C59-AACD-E3D1A8FCD2A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235" y="1655302"/>
            <a:ext cx="3861813" cy="3558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487506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0" name="Diagram 9">
            <a:extLst>
              <a:ext uri="{FF2B5EF4-FFF2-40B4-BE49-F238E27FC236}">
                <a16:creationId xmlns:a16="http://schemas.microsoft.com/office/drawing/2014/main" id="{8259AB4D-E96A-435D-8861-14EACDE8332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0417732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51130382-2F73-4ADA-907B-7200CD80F26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6977" y="1572948"/>
            <a:ext cx="4190663" cy="386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922492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ACE578D9-7F16-4B9D-B7C5-4BA9B5AB5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91840397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9C0645B5-A1FE-4024-93A9-7A8972FCCB1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7215" y="2522891"/>
            <a:ext cx="4213606" cy="2113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571199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78847FF4-8B8B-465F-B421-D6F63C2EE0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81639481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552A6B4C-5236-43BB-B67F-88374FE3F21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6329" y="2518344"/>
            <a:ext cx="4501868" cy="20696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162429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5CE17AFF-A0F0-485F-887A-7A01E0B3CA3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37931274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F38D3E4A-614F-4681-ACD3-CC16AC5574B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3018" y="1671345"/>
            <a:ext cx="4063992" cy="37016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84363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FC1A3FEB-F9E6-4348-A4AE-A463DC8C5B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05130677"/>
              </p:ext>
            </p:extLst>
          </p:nvPr>
        </p:nvGraphicFramePr>
        <p:xfrm>
          <a:off x="5304487" y="643466"/>
          <a:ext cx="6253571" cy="398562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5905283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4AB0DD-6B41-4AED-87C6-451A63400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Various Implementations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25F3F4A-3207-4CD9-BE9C-2AD40282AD1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681377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9127420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4AB0DD-6B41-4AED-87C6-451A63400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Other Versions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797EC14-611D-4D86-97F2-C722E6B96BD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5265314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059091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F2FBE3-AD91-4A22-B463-9305530E90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/>
              <a:t>Mining Nodes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DEF955F-E160-4E07-8C0E-90E6C8CE2C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99" y="990974"/>
            <a:ext cx="6898017" cy="4638916"/>
          </a:xfrm>
          <a:prstGeom prst="rect">
            <a:avLst/>
          </a:prstGeom>
        </p:spPr>
      </p:pic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Content Placeholder 5">
            <a:extLst>
              <a:ext uri="{FF2B5EF4-FFF2-40B4-BE49-F238E27FC236}">
                <a16:creationId xmlns:a16="http://schemas.microsoft.com/office/drawing/2014/main" id="{E94D8937-C4B5-434B-96EE-3F6BA369FFE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12876221"/>
              </p:ext>
            </p:extLst>
          </p:nvPr>
        </p:nvGraphicFramePr>
        <p:xfrm>
          <a:off x="7852528" y="2438399"/>
          <a:ext cx="3851743" cy="366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C4058639-BCB7-4050-8BBB-8B93DA950C71}"/>
              </a:ext>
            </a:extLst>
          </p:cNvPr>
          <p:cNvSpPr/>
          <p:nvPr/>
        </p:nvSpPr>
        <p:spPr>
          <a:xfrm>
            <a:off x="561474" y="5897162"/>
            <a:ext cx="696227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200" dirty="0"/>
              <a:t>https://news.bitcoin.com/block-propagation-startup-bloxroute-partners-with-mining-operation-rawpool/</a:t>
            </a:r>
          </a:p>
        </p:txBody>
      </p:sp>
    </p:spTree>
    <p:extLst>
      <p:ext uri="{BB962C8B-B14F-4D97-AF65-F5344CB8AC3E}">
        <p14:creationId xmlns:p14="http://schemas.microsoft.com/office/powerpoint/2010/main" val="73185275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BA9DA8-3F0C-4849-90FB-9C7FC2051D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Large Companies Interface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6FE1B37-6B59-4E97-AB3E-87FE1887C36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41040257"/>
              </p:ext>
            </p:extLst>
          </p:nvPr>
        </p:nvGraphicFramePr>
        <p:xfrm>
          <a:off x="2933700" y="2249905"/>
          <a:ext cx="8770938" cy="441558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0202716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A7BB18-489B-440F-AD6F-B38E37E672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Extended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7F586FD-F128-4CEB-8ABA-AA354778DA3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8397347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5810615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A9ED05A-D1D3-4224-A42A-E93906A221A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400000">
            <a:off x="2736241" y="-1320337"/>
            <a:ext cx="6661044" cy="9301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64440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927578D9-9D7A-44DC-BD05-E38E96D610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40841129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0926532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5042E2F-AD82-4028-AD96-9AA90FAF92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576759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9690867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5042E2F-AD82-4028-AD96-9AA90FAF92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76266184"/>
              </p:ext>
            </p:extLst>
          </p:nvPr>
        </p:nvGraphicFramePr>
        <p:xfrm>
          <a:off x="705854" y="2438400"/>
          <a:ext cx="10842680" cy="399448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5776242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History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279E7E7-ACF6-4519-A693-6490719C8D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976819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3099146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Definition &amp; History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279E7E7-ACF6-4519-A693-6490719C8D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4587796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1586118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Definition &amp; History</a:t>
            </a:r>
            <a:endParaRPr lang="tr-TR" dirty="0"/>
          </a:p>
        </p:txBody>
      </p: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7AC9FF1C-9621-4F1D-A0C1-52C1EC78229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9746801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1567540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Networks: FIBRE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415A7F22-0064-48F9-A30A-EE80768024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44578427"/>
              </p:ext>
            </p:extLst>
          </p:nvPr>
        </p:nvGraphicFramePr>
        <p:xfrm>
          <a:off x="449180" y="2438400"/>
          <a:ext cx="11470104" cy="399448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1288129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Networks: FIBRE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415A7F22-0064-48F9-A30A-EE80768024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43703236"/>
              </p:ext>
            </p:extLst>
          </p:nvPr>
        </p:nvGraphicFramePr>
        <p:xfrm>
          <a:off x="449180" y="2438400"/>
          <a:ext cx="11470104" cy="399448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0944911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Networks: Falcon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D065B8C-D24C-4E05-AED6-77BFAC68887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1071971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2187738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5AC68CA-9C6B-429D-865E-2EFFC4C143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Relay Networks Role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5AFF011-57E8-4E4F-B934-BD70908123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8645004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1471743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8F7D11E1-AE8B-41B6-8777-DD9818D004E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4104518"/>
              </p:ext>
            </p:extLst>
          </p:nvPr>
        </p:nvGraphicFramePr>
        <p:xfrm>
          <a:off x="5304485" y="1253920"/>
          <a:ext cx="6253571" cy="250738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2561570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D2600A1-B1A4-4B40-9F48-02FDC5141F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Network Discovery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F5EC724-7E77-46E8-B61D-73E68DE871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3051390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1695914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D2600A1-B1A4-4B40-9F48-02FDC5141F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Network Discovery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F5EC724-7E77-46E8-B61D-73E68DE871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1558693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3746166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3F932E-2463-47BD-89BF-2152DDFF81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Connection to Known Peer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D676B2C6-BC9B-4459-B381-CDFF13E677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5240375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7502028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71A4BD-8C17-4100-94CC-358FB1FD53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Version Message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C385BE5-67B6-4E47-9E01-81C7F1C2B71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78741644"/>
              </p:ext>
            </p:extLst>
          </p:nvPr>
        </p:nvGraphicFramePr>
        <p:xfrm>
          <a:off x="737937" y="2438399"/>
          <a:ext cx="10966701" cy="375385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3532999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A6CA5DC-E8D8-41D1-83D5-A667711864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Connection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5632627-0921-4B83-99B9-9AA2D5400B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01868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6330511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DC70972-EF4C-4946-91A2-D58EAE7BE8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to Find Peers?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74FA979-8A32-4A98-8FC0-2A2C0772A74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68541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2917826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DC70972-EF4C-4946-91A2-D58EAE7BE8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to Find Peers?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74FA979-8A32-4A98-8FC0-2A2C0772A74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661852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8136985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F7FDF6-1F92-472E-9E3D-C4FB354007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DNS Seeds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67D60FB-7524-4929-9BC1-4572150563B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30711167"/>
              </p:ext>
            </p:extLst>
          </p:nvPr>
        </p:nvGraphicFramePr>
        <p:xfrm>
          <a:off x="256674" y="2370221"/>
          <a:ext cx="11447964" cy="422308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2935938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1DA9781E-FCC9-479C-AE4A-BCB42AC3AB2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93784" y="301692"/>
            <a:ext cx="5804432" cy="5722118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C10E5A0E-6F3A-4102-89F6-33A5CE40DCC9}"/>
              </a:ext>
            </a:extLst>
          </p:cNvPr>
          <p:cNvSpPr/>
          <p:nvPr/>
        </p:nvSpPr>
        <p:spPr>
          <a:xfrm>
            <a:off x="3532766" y="6156198"/>
            <a:ext cx="51264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8-4. The initial handshake between peers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217313045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0480B80-E2F3-43F0-9A15-63AA635B59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Alternative Approach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B035257-649C-4108-ACD2-6D3725E7B1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9129269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7502919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7B3153-E6AB-450E-97B8-54852AB0C8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Forwarding the Address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53331F8-D3B6-4C36-9E2B-E18501DE828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698348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0827963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D98C4B-DEBC-4DC1-A4F7-309DA40381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Advertisement of Existance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334CD787-7F6B-4D65-9DFC-B4140B9344E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8042029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5421909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91B3331-1E96-4B42-B8C5-C61055A09AE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66246" y="116994"/>
            <a:ext cx="6278808" cy="607858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AA015537-212D-4AA9-B0F1-A9777426F820}"/>
              </a:ext>
            </a:extLst>
          </p:cNvPr>
          <p:cNvSpPr/>
          <p:nvPr/>
        </p:nvSpPr>
        <p:spPr>
          <a:xfrm>
            <a:off x="3784354" y="6247965"/>
            <a:ext cx="49933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8-5. Address propagation and discovery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273461450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12F80B0-8E7E-42EC-9975-509CF0B4BD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Organic Behaviour of Network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DCA68D9-2234-487E-936F-44B03903F66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766245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9355618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954A17DB-F357-4E3B-8DF5-7D5FD37980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521" y="568345"/>
            <a:ext cx="11112648" cy="744088"/>
          </a:xfrm>
        </p:spPr>
        <p:txBody>
          <a:bodyPr>
            <a:normAutofit/>
          </a:bodyPr>
          <a:lstStyle/>
          <a:p>
            <a:r>
              <a:rPr lang="en-US" sz="3600" dirty="0"/>
              <a:t>What is a Bitcoin Node? - Step by Step Explanation</a:t>
            </a:r>
            <a:endParaRPr lang="tr-TR" sz="3600" dirty="0"/>
          </a:p>
        </p:txBody>
      </p:sp>
      <p:pic>
        <p:nvPicPr>
          <p:cNvPr id="3" name="Çevrimiçi Medya 2" title="What is a Bitcoin Node? - Step by Step Explanation">
            <a:hlinkClick r:id="" action="ppaction://media"/>
            <a:extLst>
              <a:ext uri="{FF2B5EF4-FFF2-40B4-BE49-F238E27FC236}">
                <a16:creationId xmlns:a16="http://schemas.microsoft.com/office/drawing/2014/main" id="{83C16DA5-1ED1-4445-B9AD-86073DCC0AA8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2051125" y="1392925"/>
            <a:ext cx="7885355" cy="4455227"/>
          </a:xfrm>
          <a:prstGeom prst="rect">
            <a:avLst/>
          </a:prstGeom>
        </p:spPr>
      </p:pic>
      <p:sp>
        <p:nvSpPr>
          <p:cNvPr id="4" name="Dikdörtgen 3">
            <a:hlinkClick r:id="rId4"/>
            <a:extLst>
              <a:ext uri="{FF2B5EF4-FFF2-40B4-BE49-F238E27FC236}">
                <a16:creationId xmlns:a16="http://schemas.microsoft.com/office/drawing/2014/main" id="{4DECF87A-1DAA-4EDD-BD92-171F3A9F6D84}"/>
              </a:ext>
            </a:extLst>
          </p:cNvPr>
          <p:cNvSpPr/>
          <p:nvPr/>
        </p:nvSpPr>
        <p:spPr>
          <a:xfrm>
            <a:off x="3582724" y="6104989"/>
            <a:ext cx="462633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>
                <a:latin typeface="Roboto"/>
              </a:rPr>
              <a:t>https://www.youtube.com/watch?v=sVeolsQ3cvU</a:t>
            </a:r>
            <a:endParaRPr lang="en-US" sz="1600" b="0" i="0" dirty="0">
              <a:effectLst/>
              <a:latin typeface="Roboto"/>
            </a:endParaRPr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9BCE1860-F380-41F4-8350-096D280290B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41321" y="6061055"/>
            <a:ext cx="457200" cy="457200"/>
          </a:xfrm>
          <a:prstGeom prst="rect">
            <a:avLst/>
          </a:prstGeom>
        </p:spPr>
      </p:pic>
      <p:sp>
        <p:nvSpPr>
          <p:cNvPr id="6" name="Dikdörtgen 5">
            <a:hlinkClick r:id="rId6"/>
            <a:extLst>
              <a:ext uri="{FF2B5EF4-FFF2-40B4-BE49-F238E27FC236}">
                <a16:creationId xmlns:a16="http://schemas.microsoft.com/office/drawing/2014/main" id="{969D25A8-8E17-43E2-8902-62B670940118}"/>
              </a:ext>
            </a:extLst>
          </p:cNvPr>
          <p:cNvSpPr/>
          <p:nvPr/>
        </p:nvSpPr>
        <p:spPr>
          <a:xfrm>
            <a:off x="2487683" y="6361030"/>
            <a:ext cx="136447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 err="1">
                <a:latin typeface="Roboto"/>
                <a:hlinkClick r:id="rId6"/>
              </a:rPr>
              <a:t>Blockgeeks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882775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10BCCFE1-69CB-417B-8C24-EE9F902DD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56373451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2617991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16575-CA12-41C7-AB5D-892BD35B48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Full Nodes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319A222-C3E4-49E0-AA49-E702E764AA2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0763855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7360262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D984C57-EC50-4F83-AE64-4A952B4AC6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Lightweight clients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968C5A8B-6F0E-41D9-A926-C509580C3C0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8942517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4302976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612604-4D2A-4EFE-BC22-2F6A1F97BA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Advantages: Full Node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34F9597-C1AC-4F21-B258-F9D5E99EE70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4245693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80180449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855EF8-12E5-4837-91EE-EC36DC0C89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Disadvantages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8073E00-77A5-49A8-A06E-6DFBE201AF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0883290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0240123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C66628B-16C8-424B-83B0-137169B5B7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Implementations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ABE1EE70-65A2-472E-9D25-3470CE448F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1048522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2742681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CBA67723-AD9D-4B4A-A8CF-7C011DD4978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98162942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711908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8CA98C5-DDC4-4F27-A9F6-14A9331EDD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Exchanging “Inventory”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5021D17-140C-418C-AF21-C53D5EB663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6592570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6302335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B6C051-1265-4A01-9C1A-06FFA971B5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Catch Up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AED703B-F723-4235-82EB-9916A74589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6600749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5216108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AD6822-4696-42D5-9C95-5C689C4A34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Retrieving Blocks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32EF1EA-479D-4BFA-BEEA-DDDF06A5457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370933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9593746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26A65DF0-7683-4D99-8DD7-4A156F8019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Getting Off-line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ABD30E2-42F7-4199-83E5-2FC2E567FA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946208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2535460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C260B73-834D-4BEB-8A31-163B7455FECA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55076" y="256674"/>
            <a:ext cx="4081848" cy="5911516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59A71EFF-E254-4E77-9C41-CD3F2688A5C5}"/>
              </a:ext>
            </a:extLst>
          </p:cNvPr>
          <p:cNvSpPr/>
          <p:nvPr/>
        </p:nvSpPr>
        <p:spPr>
          <a:xfrm>
            <a:off x="2254542" y="6201216"/>
            <a:ext cx="826072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8-6. Node synchronizing the blockchain by retrieving blocks from a peer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399167436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E60A4BF5-F7BA-4BCA-AA2E-DFA30BB76E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44815527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0146702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CE9BC0-6183-4FC1-B3B8-4959A08562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SPV or Lightweight Clients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35F986C-B296-44FE-A275-B9AC1311BE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2295299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3195221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397774-6047-41DB-B6E6-A2BF560BF2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SPV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89B6CDF-5058-416E-BF49-1C62A31831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291975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2942636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C9602BB-8AD5-4CC6-AFEB-BA138232AB4A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42161" y="352926"/>
            <a:ext cx="4907677" cy="5574632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7D8CA9AE-A1A1-4771-80CA-408BA7E86DB5}"/>
              </a:ext>
            </a:extLst>
          </p:cNvPr>
          <p:cNvSpPr/>
          <p:nvPr/>
        </p:nvSpPr>
        <p:spPr>
          <a:xfrm>
            <a:off x="3257465" y="6305019"/>
            <a:ext cx="5677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8-7. SPV node synchronizing the block headers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161339451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72957AAB-7F66-48B8-BE1B-C539D3C598F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14476746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5590239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0889A3-33EA-40C7-B1BB-01C2C45B43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Bloom Filters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F629DA8-E15B-4097-A1AB-E5A74110832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2006423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2727830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0889A3-33EA-40C7-B1BB-01C2C45B43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Bloom Filters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730654F-BB9A-4BB9-A382-09019CE4DC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56190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5308678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C97EA3B-1D49-48F0-8361-4C764DED39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3537" y="568345"/>
            <a:ext cx="9500735" cy="884674"/>
          </a:xfrm>
        </p:spPr>
        <p:txBody>
          <a:bodyPr/>
          <a:lstStyle/>
          <a:p>
            <a:r>
              <a:rPr lang="tr-TR" dirty="0" err="1"/>
              <a:t>What</a:t>
            </a:r>
            <a:r>
              <a:rPr lang="tr-TR" dirty="0"/>
              <a:t> </a:t>
            </a:r>
            <a:r>
              <a:rPr lang="tr-TR" dirty="0" err="1"/>
              <a:t>Are</a:t>
            </a:r>
            <a:r>
              <a:rPr lang="tr-TR" dirty="0"/>
              <a:t> </a:t>
            </a:r>
            <a:r>
              <a:rPr lang="tr-TR" dirty="0" err="1"/>
              <a:t>Bloom</a:t>
            </a:r>
            <a:r>
              <a:rPr lang="tr-TR" dirty="0"/>
              <a:t> </a:t>
            </a:r>
            <a:r>
              <a:rPr lang="tr-TR" dirty="0" err="1"/>
              <a:t>Filters</a:t>
            </a:r>
            <a:r>
              <a:rPr lang="tr-TR" dirty="0"/>
              <a:t>?</a:t>
            </a:r>
          </a:p>
        </p:txBody>
      </p:sp>
      <p:pic>
        <p:nvPicPr>
          <p:cNvPr id="3" name="Çevrimiçi Medya 2" title="What Are Bloom Filters?">
            <a:hlinkClick r:id="" action="ppaction://media"/>
            <a:extLst>
              <a:ext uri="{FF2B5EF4-FFF2-40B4-BE49-F238E27FC236}">
                <a16:creationId xmlns:a16="http://schemas.microsoft.com/office/drawing/2014/main" id="{E33AFC1F-49C5-4BDA-BBE4-D3941570A436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2203537" y="2310617"/>
            <a:ext cx="6661236" cy="3763598"/>
          </a:xfrm>
          <a:prstGeom prst="rect">
            <a:avLst/>
          </a:prstGeom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17B80549-ACB7-4558-AC11-0103064A19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5268" y="6291244"/>
            <a:ext cx="45720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Dikdörtgen 4">
            <a:hlinkClick r:id="rId5"/>
            <a:extLst>
              <a:ext uri="{FF2B5EF4-FFF2-40B4-BE49-F238E27FC236}">
                <a16:creationId xmlns:a16="http://schemas.microsoft.com/office/drawing/2014/main" id="{67AFE2CC-F691-421B-921F-6D378C5C413F}"/>
              </a:ext>
            </a:extLst>
          </p:cNvPr>
          <p:cNvSpPr/>
          <p:nvPr/>
        </p:nvSpPr>
        <p:spPr>
          <a:xfrm>
            <a:off x="2892468" y="6335178"/>
            <a:ext cx="191230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 err="1">
                <a:solidFill>
                  <a:srgbClr val="030303"/>
                </a:solidFill>
                <a:latin typeface="Roboto"/>
              </a:rPr>
              <a:t>Spanning</a:t>
            </a:r>
            <a:r>
              <a:rPr lang="tr-TR" dirty="0">
                <a:solidFill>
                  <a:srgbClr val="030303"/>
                </a:solidFill>
                <a:latin typeface="Roboto"/>
              </a:rPr>
              <a:t> </a:t>
            </a:r>
            <a:r>
              <a:rPr lang="tr-TR" dirty="0" err="1">
                <a:solidFill>
                  <a:srgbClr val="030303"/>
                </a:solidFill>
                <a:latin typeface="Roboto"/>
              </a:rPr>
              <a:t>Tree</a:t>
            </a:r>
            <a:endParaRPr lang="tr-TR" dirty="0"/>
          </a:p>
        </p:txBody>
      </p:sp>
      <p:sp>
        <p:nvSpPr>
          <p:cNvPr id="6" name="Dikdörtgen 5">
            <a:hlinkClick r:id="rId6"/>
            <a:extLst>
              <a:ext uri="{FF2B5EF4-FFF2-40B4-BE49-F238E27FC236}">
                <a16:creationId xmlns:a16="http://schemas.microsoft.com/office/drawing/2014/main" id="{96E42DE5-CF58-4896-B622-52CD5F7F5721}"/>
              </a:ext>
            </a:extLst>
          </p:cNvPr>
          <p:cNvSpPr/>
          <p:nvPr/>
        </p:nvSpPr>
        <p:spPr>
          <a:xfrm>
            <a:off x="2760998" y="1680322"/>
            <a:ext cx="47660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https://www.youtube.com/watch?v=kfFacplFY4Y</a:t>
            </a:r>
          </a:p>
        </p:txBody>
      </p:sp>
    </p:spTree>
    <p:extLst>
      <p:ext uri="{BB962C8B-B14F-4D97-AF65-F5344CB8AC3E}">
        <p14:creationId xmlns:p14="http://schemas.microsoft.com/office/powerpoint/2010/main" val="2085032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7DBBAD10-7496-4939-B2A4-E5A22C8895D0}"/>
              </a:ext>
            </a:extLst>
          </p:cNvPr>
          <p:cNvGraphicFramePr/>
          <p:nvPr/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6005322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CBC13F2-C531-450F-8E60-3E23635A1A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SPV Nodes and Privacy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78E34CE4-3C91-4383-82D6-3E6DB0A2599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3194379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11699172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DB050FD-6626-47CB-80BD-9B52FDFCE4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Are Bloom Filters Sufficient?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04AFD82-B326-423F-B94D-E90BDC316C4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2892707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9022189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26175AB1-610A-49E9-8A9B-A1E3572C90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71229944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9022527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A2C823C-232F-4DFC-A737-B20F67E8B8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Encrypted and Authenticated Connections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6AC8CDE-E0DF-4CFC-9D56-3846D11E5B1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120255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992463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6F1373D-91B0-4EF7-B8A5-7D2E34C2B0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Tor Transport Layer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876C5C0-270C-46D7-A4C4-CCB0BE0AA1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838678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0639475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16655B-6B78-40D7-9D55-F19C0311A9D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Options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DFA79AE1-3785-41D9-AFAA-9B96459FFE4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743696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2150997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1B679C-1BC3-447B-9EF6-2390879062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Hidden Tor Service Offered Automatically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3E02A9D-EC64-4214-9E42-6D6CD6E185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85114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0132102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2527B3A-26CE-434F-9F8A-61130CA69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2" cy="1560716"/>
          </a:xfrm>
        </p:spPr>
        <p:txBody>
          <a:bodyPr>
            <a:normAutofit/>
          </a:bodyPr>
          <a:lstStyle/>
          <a:p>
            <a:r>
              <a:rPr lang="en-US" sz="4000" dirty="0"/>
              <a:t>What is Tor and Should You Use It?</a:t>
            </a:r>
            <a:endParaRPr lang="tr-TR" sz="4000" dirty="0"/>
          </a:p>
        </p:txBody>
      </p:sp>
      <p:pic>
        <p:nvPicPr>
          <p:cNvPr id="3" name="Çevrimiçi Medya 2" title="What is Tor and Should You Use It? | Mashable Explains">
            <a:hlinkClick r:id="" action="ppaction://media"/>
            <a:extLst>
              <a:ext uri="{FF2B5EF4-FFF2-40B4-BE49-F238E27FC236}">
                <a16:creationId xmlns:a16="http://schemas.microsoft.com/office/drawing/2014/main" id="{1FB395EA-84C3-4142-A9E4-29D9A9C9BB5F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2933701" y="2348195"/>
            <a:ext cx="5186471" cy="2930356"/>
          </a:xfrm>
          <a:prstGeom prst="rect">
            <a:avLst/>
          </a:prstGeom>
        </p:spPr>
      </p:pic>
      <p:sp>
        <p:nvSpPr>
          <p:cNvPr id="4" name="Dikdörtgen 3">
            <a:hlinkClick r:id="rId4"/>
            <a:extLst>
              <a:ext uri="{FF2B5EF4-FFF2-40B4-BE49-F238E27FC236}">
                <a16:creationId xmlns:a16="http://schemas.microsoft.com/office/drawing/2014/main" id="{E71570D4-D266-4518-B083-3B4A2A7A2C50}"/>
              </a:ext>
            </a:extLst>
          </p:cNvPr>
          <p:cNvSpPr/>
          <p:nvPr/>
        </p:nvSpPr>
        <p:spPr>
          <a:xfrm>
            <a:off x="2933701" y="5497685"/>
            <a:ext cx="48457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https://www.youtube.com/watch?v=6czcc1gZ7Ak</a:t>
            </a:r>
          </a:p>
        </p:txBody>
      </p:sp>
      <p:sp>
        <p:nvSpPr>
          <p:cNvPr id="5" name="Dikdörtgen 4">
            <a:hlinkClick r:id="rId5"/>
            <a:extLst>
              <a:ext uri="{FF2B5EF4-FFF2-40B4-BE49-F238E27FC236}">
                <a16:creationId xmlns:a16="http://schemas.microsoft.com/office/drawing/2014/main" id="{F675E34E-7784-4712-AA1E-1D24486FBE4E}"/>
              </a:ext>
            </a:extLst>
          </p:cNvPr>
          <p:cNvSpPr/>
          <p:nvPr/>
        </p:nvSpPr>
        <p:spPr>
          <a:xfrm>
            <a:off x="3687007" y="5964257"/>
            <a:ext cx="110479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 err="1"/>
              <a:t>Mashable</a:t>
            </a:r>
            <a:endParaRPr lang="tr-TR" dirty="0"/>
          </a:p>
        </p:txBody>
      </p:sp>
      <p:pic>
        <p:nvPicPr>
          <p:cNvPr id="6" name="Resim 5">
            <a:extLst>
              <a:ext uri="{FF2B5EF4-FFF2-40B4-BE49-F238E27FC236}">
                <a16:creationId xmlns:a16="http://schemas.microsoft.com/office/drawing/2014/main" id="{BF1FA7BB-E43D-425F-9874-C0EA6248017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86621" y="5978651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3113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D73C0E-0018-4BBB-80D6-3743B3A714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Authentication and Encryption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B9580AC-8D64-4484-B006-09C076DF31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5314317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5332341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D73C0E-0018-4BBB-80D6-3743B3A714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Authentication and Encryption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0D8B117-58C4-456F-A12C-DD5A7BD496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1711091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9796267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313B733C-2FBF-4FA8-BA3B-ED3B8B95C29E}"/>
              </a:ext>
            </a:extLst>
          </p:cNvPr>
          <p:cNvGraphicFramePr/>
          <p:nvPr/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202114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D4AE657-6DB4-4A00-930E-CDFA6C9EE7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Mempool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D21F445-940F-4D8C-8A80-F6EE6959365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970357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6916697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B9D205-B396-4737-922B-D53926BB78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Orphaned Transactions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3920A2B-A2A3-45E4-9CE7-A4CBE666377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157678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6592350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EC6AB1-0B76-47F3-9661-0AA577E522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Validation of Orphans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2887006-F899-4D9A-B2A3-A36025715D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134399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45176143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EC6AB1-0B76-47F3-9661-0AA577E522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Validation of Orphans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1DCDE5A0-55F6-4E97-9B91-0B9CE6CACD9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258369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12956318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449B68-553A-49C7-9E1B-EB71AFD66C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UTXO Database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5784BC9E-53E5-4374-A28F-D2D7110101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6571252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3669417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 title="Feathers">
            <a:extLst>
              <a:ext uri="{FF2B5EF4-FFF2-40B4-BE49-F238E27FC236}">
                <a16:creationId xmlns:a16="http://schemas.microsoft.com/office/drawing/2014/main" id="{F7FD9B28-D4CE-4960-9CA8-20C433BC287C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4C755812-A347-4BC6-99B0-4F9005146C8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C01C931E-CA16-482B-862A-5CC7FD0E933B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14" name="Straight Connector 13" title="Rule Line">
            <a:extLst>
              <a:ext uri="{FF2B5EF4-FFF2-40B4-BE49-F238E27FC236}">
                <a16:creationId xmlns:a16="http://schemas.microsoft.com/office/drawing/2014/main" id="{D7B5CF36-88AE-4085-B580-4618B482816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2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40369B00-E29B-4BE1-9B97-31C4628C385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" name="Straight Connector 17" title="Rule Line">
            <a:extLst>
              <a:ext uri="{FF2B5EF4-FFF2-40B4-BE49-F238E27FC236}">
                <a16:creationId xmlns:a16="http://schemas.microsoft.com/office/drawing/2014/main" id="{783650ED-89BE-40BA-B6D5-FB00064D42B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2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3192" y="1482156"/>
            <a:ext cx="5455949" cy="357364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2" y="568345"/>
            <a:ext cx="5303471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graphicFrame>
        <p:nvGraphicFramePr>
          <p:cNvPr id="3" name="Diagram 2">
            <a:extLst>
              <a:ext uri="{FF2B5EF4-FFF2-40B4-BE49-F238E27FC236}">
                <a16:creationId xmlns:a16="http://schemas.microsoft.com/office/drawing/2014/main" id="{AA9DBA32-579C-48E3-855A-88F93A03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21483508"/>
              </p:ext>
            </p:extLst>
          </p:nvPr>
        </p:nvGraphicFramePr>
        <p:xfrm>
          <a:off x="6137662" y="2357699"/>
          <a:ext cx="5582653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227447994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250</TotalTime>
  <Words>3537</Words>
  <Application>Microsoft Office PowerPoint</Application>
  <PresentationFormat>Widescreen</PresentationFormat>
  <Paragraphs>807</Paragraphs>
  <Slides>99</Slides>
  <Notes>1</Notes>
  <HiddenSlides>0</HiddenSlides>
  <MMClips>3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99</vt:i4>
      </vt:variant>
    </vt:vector>
  </HeadingPairs>
  <TitlesOfParts>
    <vt:vector size="105" baseType="lpstr">
      <vt:lpstr>Calibri</vt:lpstr>
      <vt:lpstr>Century Schoolbook</vt:lpstr>
      <vt:lpstr>Corbel</vt:lpstr>
      <vt:lpstr>MinionPro-It</vt:lpstr>
      <vt:lpstr>Roboto</vt:lpstr>
      <vt:lpstr>Feathered</vt:lpstr>
      <vt:lpstr>Chapter 8 The Bitcoin Network</vt:lpstr>
      <vt:lpstr>Content</vt:lpstr>
      <vt:lpstr>Content</vt:lpstr>
      <vt:lpstr>Peer-to-Peer Network Architecture</vt:lpstr>
      <vt:lpstr>Introduction</vt:lpstr>
      <vt:lpstr>Mesh Network with Flat Topology</vt:lpstr>
      <vt:lpstr>Bitcoin’s Topology Choice</vt:lpstr>
      <vt:lpstr>Other Protocols on Bitcoin Network</vt:lpstr>
      <vt:lpstr>Extended Bitcoin Network</vt:lpstr>
      <vt:lpstr>Extended Bitcoin Network</vt:lpstr>
      <vt:lpstr>PowerPoint Presentation</vt:lpstr>
      <vt:lpstr>Roles of Nodes</vt:lpstr>
      <vt:lpstr>A bitcoin network node with four functions</vt:lpstr>
      <vt:lpstr>Nodes Functionality</vt:lpstr>
      <vt:lpstr>Full Nodes &amp; Lightweight Nodes</vt:lpstr>
      <vt:lpstr>Full Nodes &amp; Lightweight Nodes</vt:lpstr>
      <vt:lpstr>Mining Nodes</vt:lpstr>
      <vt:lpstr>Mining Nodes</vt:lpstr>
      <vt:lpstr>Wallet Nodes</vt:lpstr>
      <vt:lpstr>Other Nodes</vt:lpstr>
      <vt:lpstr>Different types of nodes on the extended bitcoin network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Bitcoin Various Implementations</vt:lpstr>
      <vt:lpstr>Other Versions</vt:lpstr>
      <vt:lpstr>Mining Nodes</vt:lpstr>
      <vt:lpstr>Large Companies Interface</vt:lpstr>
      <vt:lpstr>Extended Network</vt:lpstr>
      <vt:lpstr>PowerPoint Presentation</vt:lpstr>
      <vt:lpstr>PowerPoint Presentation</vt:lpstr>
      <vt:lpstr>Bitcoin Relay Networks</vt:lpstr>
      <vt:lpstr>Bitcoin Relay Networks</vt:lpstr>
      <vt:lpstr>History</vt:lpstr>
      <vt:lpstr>Definition &amp; History</vt:lpstr>
      <vt:lpstr>Definition &amp; History</vt:lpstr>
      <vt:lpstr>Bitcoin Relay Networks: FIBRE</vt:lpstr>
      <vt:lpstr>Bitcoin Relay Networks: FIBRE</vt:lpstr>
      <vt:lpstr>Bitcoin Relay Networks: Falcon</vt:lpstr>
      <vt:lpstr>Relay Networks Role</vt:lpstr>
      <vt:lpstr>PowerPoint Presentation</vt:lpstr>
      <vt:lpstr>Network Discovery</vt:lpstr>
      <vt:lpstr>Network Discovery</vt:lpstr>
      <vt:lpstr>Connection to Known Peer</vt:lpstr>
      <vt:lpstr>Version Message</vt:lpstr>
      <vt:lpstr>Connection</vt:lpstr>
      <vt:lpstr>How to Find Peers?</vt:lpstr>
      <vt:lpstr>How to Find Peers?</vt:lpstr>
      <vt:lpstr>DNS Seeds</vt:lpstr>
      <vt:lpstr>PowerPoint Presentation</vt:lpstr>
      <vt:lpstr>Alternative Approach</vt:lpstr>
      <vt:lpstr>Forwarding the Address</vt:lpstr>
      <vt:lpstr>Advertisement of Existance</vt:lpstr>
      <vt:lpstr>PowerPoint Presentation</vt:lpstr>
      <vt:lpstr>Organic Behaviour of Network</vt:lpstr>
      <vt:lpstr>What is a Bitcoin Node? - Step by Step Explanation</vt:lpstr>
      <vt:lpstr>PowerPoint Presentation</vt:lpstr>
      <vt:lpstr>Full Nodes</vt:lpstr>
      <vt:lpstr>Lightweight clients</vt:lpstr>
      <vt:lpstr>Advantages: Full Node</vt:lpstr>
      <vt:lpstr>Disadvantages</vt:lpstr>
      <vt:lpstr>Implementations</vt:lpstr>
      <vt:lpstr>PowerPoint Presentation</vt:lpstr>
      <vt:lpstr>Exchanging “Inventory”</vt:lpstr>
      <vt:lpstr>Catch Up</vt:lpstr>
      <vt:lpstr>Retrieving Blocks</vt:lpstr>
      <vt:lpstr>Getting Off-line</vt:lpstr>
      <vt:lpstr>PowerPoint Presentation</vt:lpstr>
      <vt:lpstr>PowerPoint Presentation</vt:lpstr>
      <vt:lpstr>SPV or Lightweight Clients</vt:lpstr>
      <vt:lpstr>SPV</vt:lpstr>
      <vt:lpstr>PowerPoint Presentation</vt:lpstr>
      <vt:lpstr>PowerPoint Presentation</vt:lpstr>
      <vt:lpstr>Bloom Filters</vt:lpstr>
      <vt:lpstr>Bloom Filters</vt:lpstr>
      <vt:lpstr>What Are Bloom Filters?</vt:lpstr>
      <vt:lpstr>PowerPoint Presentation</vt:lpstr>
      <vt:lpstr>SPV Nodes and Privacy</vt:lpstr>
      <vt:lpstr>Are Bloom Filters Sufficient?</vt:lpstr>
      <vt:lpstr>PowerPoint Presentation</vt:lpstr>
      <vt:lpstr>Encrypted and Authenticated Connections</vt:lpstr>
      <vt:lpstr>Tor Transport Layer</vt:lpstr>
      <vt:lpstr>Bitcoin Options</vt:lpstr>
      <vt:lpstr>Hidden Tor Service Offered Automatically</vt:lpstr>
      <vt:lpstr>What is Tor and Should You Use It?</vt:lpstr>
      <vt:lpstr>Peer-to-Peer Authentication and Encryption</vt:lpstr>
      <vt:lpstr>Peer-to-Peer Authentication and Encryption</vt:lpstr>
      <vt:lpstr>PowerPoint Presentation</vt:lpstr>
      <vt:lpstr>Mempool</vt:lpstr>
      <vt:lpstr>Orphaned Transactions</vt:lpstr>
      <vt:lpstr>Validation of Orphans</vt:lpstr>
      <vt:lpstr>Validation of Orphans</vt:lpstr>
      <vt:lpstr>UTXO Database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8 The Bitcoin Network</dc:title>
  <dc:creator>YUSUF ALTUNEL</dc:creator>
  <cp:lastModifiedBy>YUSUF ALTUNEL</cp:lastModifiedBy>
  <cp:revision>15</cp:revision>
  <dcterms:created xsi:type="dcterms:W3CDTF">2021-05-01T10:36:47Z</dcterms:created>
  <dcterms:modified xsi:type="dcterms:W3CDTF">2023-12-21T22:47:49Z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2021-05-01T10:37:06Z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7b3fcbd8-8882-4cc5-b2ef-289e389b5f24</vt:lpwstr>
  </property>
  <property fmtid="{D5CDD505-2E9C-101B-9397-08002B2CF9AE}" pid="8" name="MSIP_Label_c66f6488-6f7b-4340-b880-828136ff7811_ContentBits">
    <vt:lpwstr>0</vt:lpwstr>
  </property>
</Properties>
</file>